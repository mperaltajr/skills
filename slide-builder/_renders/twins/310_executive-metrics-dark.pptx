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Q2 2026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Executive Performance Dashboard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Portfolio-level metrics across all active workstreams — as of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line"/>
          <p:cNvSpPr/>
          <p:nvPr/>
        </p:nvSpPr>
        <p:spPr>
          <a:xfrm>
            <a:off x="9144000" y="2257425"/>
            <a:ext cx="1714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9353550" y="2190750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Revenue</a:t>
            </a:r>
          </a:p>
        </p:txBody>
      </p:sp>
      <p:sp>
        <p:nvSpPr>
          <p:cNvPr id="7" name="legend-2-line"/>
          <p:cNvSpPr/>
          <p:nvPr/>
        </p:nvSpPr>
        <p:spPr>
          <a:xfrm>
            <a:off x="9963150" y="2257425"/>
            <a:ext cx="1714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10172700" y="2190750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EBITDA</a:t>
            </a:r>
          </a:p>
        </p:txBody>
      </p:sp>
      <p:sp>
        <p:nvSpPr>
          <p:cNvPr id="9" name="legend-3-line"/>
          <p:cNvSpPr/>
          <p:nvPr/>
        </p:nvSpPr>
        <p:spPr>
          <a:xfrm>
            <a:off x="10782300" y="2257425"/>
            <a:ext cx="1714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10991850" y="21907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NPS Index</a:t>
            </a:r>
          </a:p>
        </p:txBody>
      </p:sp>
      <p:sp>
        <p:nvSpPr>
          <p:cNvPr id="11" name="kpi-1-bg"/>
          <p:cNvSpPr/>
          <p:nvPr/>
        </p:nvSpPr>
        <p:spPr>
          <a:xfrm>
            <a:off x="457200" y="2571750"/>
            <a:ext cx="2714625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kpi-1-label"/>
          <p:cNvSpPr txBox="1"/>
          <p:nvPr/>
        </p:nvSpPr>
        <p:spPr>
          <a:xfrm>
            <a:off x="609600" y="2686050"/>
            <a:ext cx="2409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REVENUE (USD)</a:t>
            </a:r>
          </a:p>
        </p:txBody>
      </p:sp>
      <p:sp>
        <p:nvSpPr>
          <p:cNvPr id="13" name="kpi-1-value"/>
          <p:cNvSpPr txBox="1"/>
          <p:nvPr/>
        </p:nvSpPr>
        <p:spPr>
          <a:xfrm>
            <a:off x="609600" y="2857500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$4.2B</a:t>
            </a:r>
          </a:p>
        </p:txBody>
      </p:sp>
      <p:sp>
        <p:nvSpPr>
          <p:cNvPr id="14" name="kpi-1-delta"/>
          <p:cNvSpPr txBox="1"/>
          <p:nvPr/>
        </p:nvSpPr>
        <p:spPr>
          <a:xfrm>
            <a:off x="609600" y="3238500"/>
            <a:ext cx="2409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▲ 8.3% vs Q1</a:t>
            </a:r>
          </a:p>
        </p:txBody>
      </p:sp>
      <p:sp>
        <p:nvSpPr>
          <p:cNvPr id="15" name="kpi-2-bg"/>
          <p:cNvSpPr/>
          <p:nvPr/>
        </p:nvSpPr>
        <p:spPr>
          <a:xfrm>
            <a:off x="3305175" y="2571750"/>
            <a:ext cx="2714625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kpi-2-label"/>
          <p:cNvSpPr txBox="1"/>
          <p:nvPr/>
        </p:nvSpPr>
        <p:spPr>
          <a:xfrm>
            <a:off x="3457575" y="2686050"/>
            <a:ext cx="2409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EBITDA MARGIN</a:t>
            </a:r>
          </a:p>
        </p:txBody>
      </p:sp>
      <p:sp>
        <p:nvSpPr>
          <p:cNvPr id="17" name="kpi-2-value"/>
          <p:cNvSpPr txBox="1"/>
          <p:nvPr/>
        </p:nvSpPr>
        <p:spPr>
          <a:xfrm>
            <a:off x="3457575" y="2857500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23.7%</a:t>
            </a:r>
          </a:p>
        </p:txBody>
      </p:sp>
      <p:sp>
        <p:nvSpPr>
          <p:cNvPr id="18" name="kpi-2-delta"/>
          <p:cNvSpPr txBox="1"/>
          <p:nvPr/>
        </p:nvSpPr>
        <p:spPr>
          <a:xfrm>
            <a:off x="3457575" y="3238500"/>
            <a:ext cx="2409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▲ 1.2pp YoY</a:t>
            </a:r>
          </a:p>
        </p:txBody>
      </p:sp>
      <p:sp>
        <p:nvSpPr>
          <p:cNvPr id="19" name="kpi-3-bg"/>
          <p:cNvSpPr/>
          <p:nvPr/>
        </p:nvSpPr>
        <p:spPr>
          <a:xfrm>
            <a:off x="6153150" y="2571750"/>
            <a:ext cx="2714625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kpi-3-label"/>
          <p:cNvSpPr txBox="1"/>
          <p:nvPr/>
        </p:nvSpPr>
        <p:spPr>
          <a:xfrm>
            <a:off x="6305550" y="2686050"/>
            <a:ext cx="2409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ACTIVE PROJECTS</a:t>
            </a:r>
          </a:p>
        </p:txBody>
      </p:sp>
      <p:sp>
        <p:nvSpPr>
          <p:cNvPr id="21" name="kpi-3-value"/>
          <p:cNvSpPr txBox="1"/>
          <p:nvPr/>
        </p:nvSpPr>
        <p:spPr>
          <a:xfrm>
            <a:off x="6305550" y="2857500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148</a:t>
            </a:r>
          </a:p>
        </p:txBody>
      </p:sp>
      <p:sp>
        <p:nvSpPr>
          <p:cNvPr id="22" name="kpi-3-delta"/>
          <p:cNvSpPr txBox="1"/>
          <p:nvPr/>
        </p:nvSpPr>
        <p:spPr>
          <a:xfrm>
            <a:off x="6305550" y="3238500"/>
            <a:ext cx="2409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▼ 3 vs target</a:t>
            </a:r>
          </a:p>
        </p:txBody>
      </p:sp>
      <p:sp>
        <p:nvSpPr>
          <p:cNvPr id="23" name="kpi-4-bg"/>
          <p:cNvSpPr/>
          <p:nvPr/>
        </p:nvSpPr>
        <p:spPr>
          <a:xfrm>
            <a:off x="9001125" y="2571750"/>
            <a:ext cx="2714625" cy="857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kpi-4-label"/>
          <p:cNvSpPr txBox="1"/>
          <p:nvPr/>
        </p:nvSpPr>
        <p:spPr>
          <a:xfrm>
            <a:off x="9153525" y="2686050"/>
            <a:ext cx="2409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NPS SCORE</a:t>
            </a:r>
          </a:p>
        </p:txBody>
      </p:sp>
      <p:sp>
        <p:nvSpPr>
          <p:cNvPr id="25" name="kpi-4-value"/>
          <p:cNvSpPr txBox="1"/>
          <p:nvPr/>
        </p:nvSpPr>
        <p:spPr>
          <a:xfrm>
            <a:off x="9153525" y="2857500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26" name="kpi-4-delta"/>
          <p:cNvSpPr txBox="1"/>
          <p:nvPr/>
        </p:nvSpPr>
        <p:spPr>
          <a:xfrm>
            <a:off x="9153525" y="3238500"/>
            <a:ext cx="24098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▲ +5 vs Q1</a:t>
            </a:r>
          </a:p>
        </p:txBody>
      </p:sp>
      <p:sp>
        <p:nvSpPr>
          <p:cNvPr id="27" name="chart-card-bg"/>
          <p:cNvSpPr/>
          <p:nvPr/>
        </p:nvSpPr>
        <p:spPr>
          <a:xfrm>
            <a:off x="457200" y="3581400"/>
            <a:ext cx="7239000" cy="28003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hart-title"/>
          <p:cNvSpPr txBox="1"/>
          <p:nvPr/>
        </p:nvSpPr>
        <p:spPr>
          <a:xfrm>
            <a:off x="628650" y="3695700"/>
            <a:ext cx="6896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PERFORMANCE TREND — 8-QUARTER VIEW</a:t>
            </a:r>
          </a:p>
        </p:txBody>
      </p:sp>
      <p:sp>
        <p:nvSpPr>
          <p:cNvPr id="29" name="grid-0"/>
          <p:cNvSpPr/>
          <p:nvPr/>
        </p:nvSpPr>
        <p:spPr>
          <a:xfrm>
            <a:off x="685800" y="3924300"/>
            <a:ext cx="67818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grid-1"/>
          <p:cNvSpPr/>
          <p:nvPr/>
        </p:nvSpPr>
        <p:spPr>
          <a:xfrm>
            <a:off x="685800" y="4448175"/>
            <a:ext cx="67818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grid-2"/>
          <p:cNvSpPr/>
          <p:nvPr/>
        </p:nvSpPr>
        <p:spPr>
          <a:xfrm>
            <a:off x="685800" y="4981575"/>
            <a:ext cx="6781800" cy="9525"/>
          </a:xfrm>
          <a:prstGeom prst="rect">
            <a:avLst/>
          </a:prstGeom>
          <a:solidFill>
            <a:srgbClr val="3A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x-0"/>
          <p:cNvSpPr txBox="1"/>
          <p:nvPr/>
        </p:nvSpPr>
        <p:spPr>
          <a:xfrm>
            <a:off x="457200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Q3'24</a:t>
            </a:r>
          </a:p>
        </p:txBody>
      </p:sp>
      <p:sp>
        <p:nvSpPr>
          <p:cNvPr id="35" name="x-1"/>
          <p:cNvSpPr txBox="1"/>
          <p:nvPr/>
        </p:nvSpPr>
        <p:spPr>
          <a:xfrm>
            <a:off x="1419225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Q4'24</a:t>
            </a:r>
          </a:p>
        </p:txBody>
      </p:sp>
      <p:sp>
        <p:nvSpPr>
          <p:cNvPr id="36" name="x-2"/>
          <p:cNvSpPr txBox="1"/>
          <p:nvPr/>
        </p:nvSpPr>
        <p:spPr>
          <a:xfrm>
            <a:off x="2390775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Q1'25</a:t>
            </a:r>
          </a:p>
        </p:txBody>
      </p:sp>
      <p:sp>
        <p:nvSpPr>
          <p:cNvPr id="37" name="x-3"/>
          <p:cNvSpPr txBox="1"/>
          <p:nvPr/>
        </p:nvSpPr>
        <p:spPr>
          <a:xfrm>
            <a:off x="3362325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Q2'25</a:t>
            </a:r>
          </a:p>
        </p:txBody>
      </p:sp>
      <p:sp>
        <p:nvSpPr>
          <p:cNvPr id="38" name="x-4"/>
          <p:cNvSpPr txBox="1"/>
          <p:nvPr/>
        </p:nvSpPr>
        <p:spPr>
          <a:xfrm>
            <a:off x="4324350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Q3'25</a:t>
            </a:r>
          </a:p>
        </p:txBody>
      </p:sp>
      <p:sp>
        <p:nvSpPr>
          <p:cNvPr id="39" name="x-5"/>
          <p:cNvSpPr txBox="1"/>
          <p:nvPr/>
        </p:nvSpPr>
        <p:spPr>
          <a:xfrm>
            <a:off x="5295900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Q4'25</a:t>
            </a:r>
          </a:p>
        </p:txBody>
      </p:sp>
      <p:sp>
        <p:nvSpPr>
          <p:cNvPr id="40" name="x-6"/>
          <p:cNvSpPr txBox="1"/>
          <p:nvPr/>
        </p:nvSpPr>
        <p:spPr>
          <a:xfrm>
            <a:off x="6267450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Q1'26</a:t>
            </a:r>
          </a:p>
        </p:txBody>
      </p:sp>
      <p:sp>
        <p:nvSpPr>
          <p:cNvPr id="41" name="x-7"/>
          <p:cNvSpPr txBox="1"/>
          <p:nvPr/>
        </p:nvSpPr>
        <p:spPr>
          <a:xfrm>
            <a:off x="7239000" y="607695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Q2'26</a:t>
            </a:r>
          </a:p>
        </p:txBody>
      </p:sp>
      <p:sp>
        <p:nvSpPr>
          <p:cNvPr id="42" name="rev-line-0-0"/>
          <p:cNvSpPr/>
          <p:nvPr/>
        </p:nvSpPr>
        <p:spPr>
          <a:xfrm>
            <a:off x="685800" y="5534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ev-line-0-2"/>
          <p:cNvSpPr/>
          <p:nvPr/>
        </p:nvSpPr>
        <p:spPr>
          <a:xfrm>
            <a:off x="704850" y="5524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rev-line-0-4"/>
          <p:cNvSpPr/>
          <p:nvPr/>
        </p:nvSpPr>
        <p:spPr>
          <a:xfrm>
            <a:off x="723900" y="5524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ev-line-0-6"/>
          <p:cNvSpPr/>
          <p:nvPr/>
        </p:nvSpPr>
        <p:spPr>
          <a:xfrm>
            <a:off x="742950" y="5524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ev-line-0-8"/>
          <p:cNvSpPr/>
          <p:nvPr/>
        </p:nvSpPr>
        <p:spPr>
          <a:xfrm>
            <a:off x="762000" y="5514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ev-line-0-10"/>
          <p:cNvSpPr/>
          <p:nvPr/>
        </p:nvSpPr>
        <p:spPr>
          <a:xfrm>
            <a:off x="781050" y="5514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ev-line-0-12"/>
          <p:cNvSpPr/>
          <p:nvPr/>
        </p:nvSpPr>
        <p:spPr>
          <a:xfrm>
            <a:off x="800100" y="5514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rev-line-0-14"/>
          <p:cNvSpPr/>
          <p:nvPr/>
        </p:nvSpPr>
        <p:spPr>
          <a:xfrm>
            <a:off x="819150" y="5514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ev-line-0-16"/>
          <p:cNvSpPr/>
          <p:nvPr/>
        </p:nvSpPr>
        <p:spPr>
          <a:xfrm>
            <a:off x="838200" y="5505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ev-line-0-18"/>
          <p:cNvSpPr/>
          <p:nvPr/>
        </p:nvSpPr>
        <p:spPr>
          <a:xfrm>
            <a:off x="857250" y="5505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ev-line-0-20"/>
          <p:cNvSpPr/>
          <p:nvPr/>
        </p:nvSpPr>
        <p:spPr>
          <a:xfrm>
            <a:off x="876300" y="5505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ev-line-0-22"/>
          <p:cNvSpPr/>
          <p:nvPr/>
        </p:nvSpPr>
        <p:spPr>
          <a:xfrm>
            <a:off x="895350" y="5505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ev-line-0-24"/>
          <p:cNvSpPr/>
          <p:nvPr/>
        </p:nvSpPr>
        <p:spPr>
          <a:xfrm>
            <a:off x="914400" y="5495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ev-line-0-26"/>
          <p:cNvSpPr/>
          <p:nvPr/>
        </p:nvSpPr>
        <p:spPr>
          <a:xfrm>
            <a:off x="933450" y="5495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rev-line-0-28"/>
          <p:cNvSpPr/>
          <p:nvPr/>
        </p:nvSpPr>
        <p:spPr>
          <a:xfrm>
            <a:off x="952500" y="5495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ev-line-0-30"/>
          <p:cNvSpPr/>
          <p:nvPr/>
        </p:nvSpPr>
        <p:spPr>
          <a:xfrm>
            <a:off x="971550" y="5495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ev-line-0-32"/>
          <p:cNvSpPr/>
          <p:nvPr/>
        </p:nvSpPr>
        <p:spPr>
          <a:xfrm>
            <a:off x="990600" y="5486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rev-line-0-34"/>
          <p:cNvSpPr/>
          <p:nvPr/>
        </p:nvSpPr>
        <p:spPr>
          <a:xfrm>
            <a:off x="1009650" y="5486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ev-line-0-36"/>
          <p:cNvSpPr/>
          <p:nvPr/>
        </p:nvSpPr>
        <p:spPr>
          <a:xfrm>
            <a:off x="1028700" y="5486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ev-line-0-38"/>
          <p:cNvSpPr/>
          <p:nvPr/>
        </p:nvSpPr>
        <p:spPr>
          <a:xfrm>
            <a:off x="1047750" y="5486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ev-line-0-40"/>
          <p:cNvSpPr/>
          <p:nvPr/>
        </p:nvSpPr>
        <p:spPr>
          <a:xfrm>
            <a:off x="1066800" y="5476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ev-line-0-42"/>
          <p:cNvSpPr/>
          <p:nvPr/>
        </p:nvSpPr>
        <p:spPr>
          <a:xfrm>
            <a:off x="1085850" y="5476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ev-line-0-44"/>
          <p:cNvSpPr/>
          <p:nvPr/>
        </p:nvSpPr>
        <p:spPr>
          <a:xfrm>
            <a:off x="1104900" y="5476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ev-line-0-46"/>
          <p:cNvSpPr/>
          <p:nvPr/>
        </p:nvSpPr>
        <p:spPr>
          <a:xfrm>
            <a:off x="1123950" y="5476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ev-line-0-48"/>
          <p:cNvSpPr/>
          <p:nvPr/>
        </p:nvSpPr>
        <p:spPr>
          <a:xfrm>
            <a:off x="1143000" y="5467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ev-line-0-50"/>
          <p:cNvSpPr/>
          <p:nvPr/>
        </p:nvSpPr>
        <p:spPr>
          <a:xfrm>
            <a:off x="1162050" y="5467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ev-line-0-52"/>
          <p:cNvSpPr/>
          <p:nvPr/>
        </p:nvSpPr>
        <p:spPr>
          <a:xfrm>
            <a:off x="1181100" y="5467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ev-line-0-54"/>
          <p:cNvSpPr/>
          <p:nvPr/>
        </p:nvSpPr>
        <p:spPr>
          <a:xfrm>
            <a:off x="1200150" y="5467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ev-line-0-56"/>
          <p:cNvSpPr/>
          <p:nvPr/>
        </p:nvSpPr>
        <p:spPr>
          <a:xfrm>
            <a:off x="1219200" y="5457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rev-line-0-58"/>
          <p:cNvSpPr/>
          <p:nvPr/>
        </p:nvSpPr>
        <p:spPr>
          <a:xfrm>
            <a:off x="1238250" y="5457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rev-line-0-60"/>
          <p:cNvSpPr/>
          <p:nvPr/>
        </p:nvSpPr>
        <p:spPr>
          <a:xfrm>
            <a:off x="1257300" y="5457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ev-line-0-62"/>
          <p:cNvSpPr/>
          <p:nvPr/>
        </p:nvSpPr>
        <p:spPr>
          <a:xfrm>
            <a:off x="1276350" y="5457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ev-line-0-64"/>
          <p:cNvSpPr/>
          <p:nvPr/>
        </p:nvSpPr>
        <p:spPr>
          <a:xfrm>
            <a:off x="1295400" y="5448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ev-line-0-66"/>
          <p:cNvSpPr/>
          <p:nvPr/>
        </p:nvSpPr>
        <p:spPr>
          <a:xfrm>
            <a:off x="1314450" y="5448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ev-line-0-68"/>
          <p:cNvSpPr/>
          <p:nvPr/>
        </p:nvSpPr>
        <p:spPr>
          <a:xfrm>
            <a:off x="1333500" y="5448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ev-line-0-70"/>
          <p:cNvSpPr/>
          <p:nvPr/>
        </p:nvSpPr>
        <p:spPr>
          <a:xfrm>
            <a:off x="1352550" y="5438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ev-line-0-72"/>
          <p:cNvSpPr/>
          <p:nvPr/>
        </p:nvSpPr>
        <p:spPr>
          <a:xfrm>
            <a:off x="1371600" y="5438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ev-line-0-74"/>
          <p:cNvSpPr/>
          <p:nvPr/>
        </p:nvSpPr>
        <p:spPr>
          <a:xfrm>
            <a:off x="1390650" y="5438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ev-line-0-76"/>
          <p:cNvSpPr/>
          <p:nvPr/>
        </p:nvSpPr>
        <p:spPr>
          <a:xfrm>
            <a:off x="1409700" y="5438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rev-line-0-78"/>
          <p:cNvSpPr/>
          <p:nvPr/>
        </p:nvSpPr>
        <p:spPr>
          <a:xfrm>
            <a:off x="1428750" y="5429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rev-line-0-80"/>
          <p:cNvSpPr/>
          <p:nvPr/>
        </p:nvSpPr>
        <p:spPr>
          <a:xfrm>
            <a:off x="1447800" y="5429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ev-line-0-82"/>
          <p:cNvSpPr/>
          <p:nvPr/>
        </p:nvSpPr>
        <p:spPr>
          <a:xfrm>
            <a:off x="1466850" y="5429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ev-line-0-84"/>
          <p:cNvSpPr/>
          <p:nvPr/>
        </p:nvSpPr>
        <p:spPr>
          <a:xfrm>
            <a:off x="1485900" y="5429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ev-line-0-86"/>
          <p:cNvSpPr/>
          <p:nvPr/>
        </p:nvSpPr>
        <p:spPr>
          <a:xfrm>
            <a:off x="1504950" y="5419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ev-line-0-88"/>
          <p:cNvSpPr/>
          <p:nvPr/>
        </p:nvSpPr>
        <p:spPr>
          <a:xfrm>
            <a:off x="1524000" y="5419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ev-line-0-90"/>
          <p:cNvSpPr/>
          <p:nvPr/>
        </p:nvSpPr>
        <p:spPr>
          <a:xfrm>
            <a:off x="1543050" y="5419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rev-line-0-92"/>
          <p:cNvSpPr/>
          <p:nvPr/>
        </p:nvSpPr>
        <p:spPr>
          <a:xfrm>
            <a:off x="1562100" y="5419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rev-line-0-94"/>
          <p:cNvSpPr/>
          <p:nvPr/>
        </p:nvSpPr>
        <p:spPr>
          <a:xfrm>
            <a:off x="1581150" y="5410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ev-line-0-96"/>
          <p:cNvSpPr/>
          <p:nvPr/>
        </p:nvSpPr>
        <p:spPr>
          <a:xfrm>
            <a:off x="1600200" y="5410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ev-line-0-98"/>
          <p:cNvSpPr/>
          <p:nvPr/>
        </p:nvSpPr>
        <p:spPr>
          <a:xfrm>
            <a:off x="1619250" y="5410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rev-line-0-100"/>
          <p:cNvSpPr/>
          <p:nvPr/>
        </p:nvSpPr>
        <p:spPr>
          <a:xfrm>
            <a:off x="1638300" y="5410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rev-line-1-0"/>
          <p:cNvSpPr/>
          <p:nvPr/>
        </p:nvSpPr>
        <p:spPr>
          <a:xfrm>
            <a:off x="1647825" y="5410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ev-line-1-2"/>
          <p:cNvSpPr/>
          <p:nvPr/>
        </p:nvSpPr>
        <p:spPr>
          <a:xfrm>
            <a:off x="166687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ev-line-1-4"/>
          <p:cNvSpPr/>
          <p:nvPr/>
        </p:nvSpPr>
        <p:spPr>
          <a:xfrm>
            <a:off x="168592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rev-line-1-6"/>
          <p:cNvSpPr/>
          <p:nvPr/>
        </p:nvSpPr>
        <p:spPr>
          <a:xfrm>
            <a:off x="170497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ev-line-1-8"/>
          <p:cNvSpPr/>
          <p:nvPr/>
        </p:nvSpPr>
        <p:spPr>
          <a:xfrm>
            <a:off x="172402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ev-line-1-10"/>
          <p:cNvSpPr/>
          <p:nvPr/>
        </p:nvSpPr>
        <p:spPr>
          <a:xfrm>
            <a:off x="174307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rev-line-1-12"/>
          <p:cNvSpPr/>
          <p:nvPr/>
        </p:nvSpPr>
        <p:spPr>
          <a:xfrm>
            <a:off x="176212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rev-line-1-14"/>
          <p:cNvSpPr/>
          <p:nvPr/>
        </p:nvSpPr>
        <p:spPr>
          <a:xfrm>
            <a:off x="178117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rev-line-1-16"/>
          <p:cNvSpPr/>
          <p:nvPr/>
        </p:nvSpPr>
        <p:spPr>
          <a:xfrm>
            <a:off x="1800225" y="5400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ev-line-1-18"/>
          <p:cNvSpPr/>
          <p:nvPr/>
        </p:nvSpPr>
        <p:spPr>
          <a:xfrm>
            <a:off x="181927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rev-line-1-20"/>
          <p:cNvSpPr/>
          <p:nvPr/>
        </p:nvSpPr>
        <p:spPr>
          <a:xfrm>
            <a:off x="183832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ev-line-1-22"/>
          <p:cNvSpPr/>
          <p:nvPr/>
        </p:nvSpPr>
        <p:spPr>
          <a:xfrm>
            <a:off x="185737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ev-line-1-24"/>
          <p:cNvSpPr/>
          <p:nvPr/>
        </p:nvSpPr>
        <p:spPr>
          <a:xfrm>
            <a:off x="187642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ev-line-1-26"/>
          <p:cNvSpPr/>
          <p:nvPr/>
        </p:nvSpPr>
        <p:spPr>
          <a:xfrm>
            <a:off x="189547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ev-line-1-28"/>
          <p:cNvSpPr/>
          <p:nvPr/>
        </p:nvSpPr>
        <p:spPr>
          <a:xfrm>
            <a:off x="191452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rev-line-1-30"/>
          <p:cNvSpPr/>
          <p:nvPr/>
        </p:nvSpPr>
        <p:spPr>
          <a:xfrm>
            <a:off x="193357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rev-line-1-32"/>
          <p:cNvSpPr/>
          <p:nvPr/>
        </p:nvSpPr>
        <p:spPr>
          <a:xfrm>
            <a:off x="195262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rev-line-1-34"/>
          <p:cNvSpPr/>
          <p:nvPr/>
        </p:nvSpPr>
        <p:spPr>
          <a:xfrm>
            <a:off x="1971675" y="5391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ev-line-1-36"/>
          <p:cNvSpPr/>
          <p:nvPr/>
        </p:nvSpPr>
        <p:spPr>
          <a:xfrm>
            <a:off x="199072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rev-line-1-38"/>
          <p:cNvSpPr/>
          <p:nvPr/>
        </p:nvSpPr>
        <p:spPr>
          <a:xfrm>
            <a:off x="200977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rev-line-1-40"/>
          <p:cNvSpPr/>
          <p:nvPr/>
        </p:nvSpPr>
        <p:spPr>
          <a:xfrm>
            <a:off x="202882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rev-line-1-42"/>
          <p:cNvSpPr/>
          <p:nvPr/>
        </p:nvSpPr>
        <p:spPr>
          <a:xfrm>
            <a:off x="204787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rev-line-1-44"/>
          <p:cNvSpPr/>
          <p:nvPr/>
        </p:nvSpPr>
        <p:spPr>
          <a:xfrm>
            <a:off x="206692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rev-line-1-46"/>
          <p:cNvSpPr/>
          <p:nvPr/>
        </p:nvSpPr>
        <p:spPr>
          <a:xfrm>
            <a:off x="208597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rev-line-1-48"/>
          <p:cNvSpPr/>
          <p:nvPr/>
        </p:nvSpPr>
        <p:spPr>
          <a:xfrm>
            <a:off x="210502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rev-line-1-50"/>
          <p:cNvSpPr/>
          <p:nvPr/>
        </p:nvSpPr>
        <p:spPr>
          <a:xfrm>
            <a:off x="2124075" y="5381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rev-line-1-52"/>
          <p:cNvSpPr/>
          <p:nvPr/>
        </p:nvSpPr>
        <p:spPr>
          <a:xfrm>
            <a:off x="214312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ev-line-1-54"/>
          <p:cNvSpPr/>
          <p:nvPr/>
        </p:nvSpPr>
        <p:spPr>
          <a:xfrm>
            <a:off x="216217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rev-line-1-56"/>
          <p:cNvSpPr/>
          <p:nvPr/>
        </p:nvSpPr>
        <p:spPr>
          <a:xfrm>
            <a:off x="218122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rev-line-1-58"/>
          <p:cNvSpPr/>
          <p:nvPr/>
        </p:nvSpPr>
        <p:spPr>
          <a:xfrm>
            <a:off x="220027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rev-line-1-60"/>
          <p:cNvSpPr/>
          <p:nvPr/>
        </p:nvSpPr>
        <p:spPr>
          <a:xfrm>
            <a:off x="221932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rev-line-1-62"/>
          <p:cNvSpPr/>
          <p:nvPr/>
        </p:nvSpPr>
        <p:spPr>
          <a:xfrm>
            <a:off x="223837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rev-line-1-64"/>
          <p:cNvSpPr/>
          <p:nvPr/>
        </p:nvSpPr>
        <p:spPr>
          <a:xfrm>
            <a:off x="225742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rev-line-1-66"/>
          <p:cNvSpPr/>
          <p:nvPr/>
        </p:nvSpPr>
        <p:spPr>
          <a:xfrm>
            <a:off x="227647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rev-line-1-68"/>
          <p:cNvSpPr/>
          <p:nvPr/>
        </p:nvSpPr>
        <p:spPr>
          <a:xfrm>
            <a:off x="2295525" y="5372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rev-line-1-70"/>
          <p:cNvSpPr/>
          <p:nvPr/>
        </p:nvSpPr>
        <p:spPr>
          <a:xfrm>
            <a:off x="231457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ev-line-1-72"/>
          <p:cNvSpPr/>
          <p:nvPr/>
        </p:nvSpPr>
        <p:spPr>
          <a:xfrm>
            <a:off x="233362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rev-line-1-74"/>
          <p:cNvSpPr/>
          <p:nvPr/>
        </p:nvSpPr>
        <p:spPr>
          <a:xfrm>
            <a:off x="235267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rev-line-1-76"/>
          <p:cNvSpPr/>
          <p:nvPr/>
        </p:nvSpPr>
        <p:spPr>
          <a:xfrm>
            <a:off x="237172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rev-line-1-78"/>
          <p:cNvSpPr/>
          <p:nvPr/>
        </p:nvSpPr>
        <p:spPr>
          <a:xfrm>
            <a:off x="239077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rev-line-1-80"/>
          <p:cNvSpPr/>
          <p:nvPr/>
        </p:nvSpPr>
        <p:spPr>
          <a:xfrm>
            <a:off x="240982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4" name="rev-line-1-82"/>
          <p:cNvSpPr/>
          <p:nvPr/>
        </p:nvSpPr>
        <p:spPr>
          <a:xfrm>
            <a:off x="242887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5" name="rev-line-1-84"/>
          <p:cNvSpPr/>
          <p:nvPr/>
        </p:nvSpPr>
        <p:spPr>
          <a:xfrm>
            <a:off x="2447925" y="5362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rev-line-1-86"/>
          <p:cNvSpPr/>
          <p:nvPr/>
        </p:nvSpPr>
        <p:spPr>
          <a:xfrm>
            <a:off x="246697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rev-line-1-88"/>
          <p:cNvSpPr/>
          <p:nvPr/>
        </p:nvSpPr>
        <p:spPr>
          <a:xfrm>
            <a:off x="248602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rev-line-1-90"/>
          <p:cNvSpPr/>
          <p:nvPr/>
        </p:nvSpPr>
        <p:spPr>
          <a:xfrm>
            <a:off x="250507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rev-line-1-92"/>
          <p:cNvSpPr/>
          <p:nvPr/>
        </p:nvSpPr>
        <p:spPr>
          <a:xfrm>
            <a:off x="252412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rev-line-1-94"/>
          <p:cNvSpPr/>
          <p:nvPr/>
        </p:nvSpPr>
        <p:spPr>
          <a:xfrm>
            <a:off x="254317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rev-line-1-96"/>
          <p:cNvSpPr/>
          <p:nvPr/>
        </p:nvSpPr>
        <p:spPr>
          <a:xfrm>
            <a:off x="256222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rev-line-1-98"/>
          <p:cNvSpPr/>
          <p:nvPr/>
        </p:nvSpPr>
        <p:spPr>
          <a:xfrm>
            <a:off x="258127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rev-line-1-100"/>
          <p:cNvSpPr/>
          <p:nvPr/>
        </p:nvSpPr>
        <p:spPr>
          <a:xfrm>
            <a:off x="260032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rev-line-2-0"/>
          <p:cNvSpPr/>
          <p:nvPr/>
        </p:nvSpPr>
        <p:spPr>
          <a:xfrm>
            <a:off x="2619375" y="5353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rev-line-2-2"/>
          <p:cNvSpPr/>
          <p:nvPr/>
        </p:nvSpPr>
        <p:spPr>
          <a:xfrm>
            <a:off x="2638425" y="5343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rev-line-2-4"/>
          <p:cNvSpPr/>
          <p:nvPr/>
        </p:nvSpPr>
        <p:spPr>
          <a:xfrm>
            <a:off x="2657475" y="5343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7" name="rev-line-2-6"/>
          <p:cNvSpPr/>
          <p:nvPr/>
        </p:nvSpPr>
        <p:spPr>
          <a:xfrm>
            <a:off x="2676525" y="5343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rev-line-2-8"/>
          <p:cNvSpPr/>
          <p:nvPr/>
        </p:nvSpPr>
        <p:spPr>
          <a:xfrm>
            <a:off x="2695575" y="5334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9" name="rev-line-2-10"/>
          <p:cNvSpPr/>
          <p:nvPr/>
        </p:nvSpPr>
        <p:spPr>
          <a:xfrm>
            <a:off x="2714625" y="5334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0" name="rev-line-2-12"/>
          <p:cNvSpPr/>
          <p:nvPr/>
        </p:nvSpPr>
        <p:spPr>
          <a:xfrm>
            <a:off x="2733675" y="5334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1" name="rev-line-2-14"/>
          <p:cNvSpPr/>
          <p:nvPr/>
        </p:nvSpPr>
        <p:spPr>
          <a:xfrm>
            <a:off x="2752725" y="5334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2" name="rev-line-2-16"/>
          <p:cNvSpPr/>
          <p:nvPr/>
        </p:nvSpPr>
        <p:spPr>
          <a:xfrm>
            <a:off x="2771775" y="5324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3" name="rev-line-2-18"/>
          <p:cNvSpPr/>
          <p:nvPr/>
        </p:nvSpPr>
        <p:spPr>
          <a:xfrm>
            <a:off x="2790825" y="5324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4" name="rev-line-2-20"/>
          <p:cNvSpPr/>
          <p:nvPr/>
        </p:nvSpPr>
        <p:spPr>
          <a:xfrm>
            <a:off x="2809875" y="5324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5" name="rev-line-2-22"/>
          <p:cNvSpPr/>
          <p:nvPr/>
        </p:nvSpPr>
        <p:spPr>
          <a:xfrm>
            <a:off x="2828925" y="5324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6" name="rev-line-2-24"/>
          <p:cNvSpPr/>
          <p:nvPr/>
        </p:nvSpPr>
        <p:spPr>
          <a:xfrm>
            <a:off x="2847975" y="5314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7" name="rev-line-2-26"/>
          <p:cNvSpPr/>
          <p:nvPr/>
        </p:nvSpPr>
        <p:spPr>
          <a:xfrm>
            <a:off x="2867025" y="5314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8" name="rev-line-2-28"/>
          <p:cNvSpPr/>
          <p:nvPr/>
        </p:nvSpPr>
        <p:spPr>
          <a:xfrm>
            <a:off x="2886075" y="5314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9" name="rev-line-2-30"/>
          <p:cNvSpPr/>
          <p:nvPr/>
        </p:nvSpPr>
        <p:spPr>
          <a:xfrm>
            <a:off x="2905125" y="5314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0" name="rev-line-2-32"/>
          <p:cNvSpPr/>
          <p:nvPr/>
        </p:nvSpPr>
        <p:spPr>
          <a:xfrm>
            <a:off x="2924175" y="5305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1" name="rev-line-2-34"/>
          <p:cNvSpPr/>
          <p:nvPr/>
        </p:nvSpPr>
        <p:spPr>
          <a:xfrm>
            <a:off x="2943225" y="5305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2" name="rev-line-2-36"/>
          <p:cNvSpPr/>
          <p:nvPr/>
        </p:nvSpPr>
        <p:spPr>
          <a:xfrm>
            <a:off x="2962275" y="5305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3" name="rev-line-2-38"/>
          <p:cNvSpPr/>
          <p:nvPr/>
        </p:nvSpPr>
        <p:spPr>
          <a:xfrm>
            <a:off x="2981325" y="5305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4" name="rev-line-2-40"/>
          <p:cNvSpPr/>
          <p:nvPr/>
        </p:nvSpPr>
        <p:spPr>
          <a:xfrm>
            <a:off x="3000375" y="5295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5" name="rev-line-2-42"/>
          <p:cNvSpPr/>
          <p:nvPr/>
        </p:nvSpPr>
        <p:spPr>
          <a:xfrm>
            <a:off x="3019425" y="5295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6" name="rev-line-2-44"/>
          <p:cNvSpPr/>
          <p:nvPr/>
        </p:nvSpPr>
        <p:spPr>
          <a:xfrm>
            <a:off x="3038475" y="5295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7" name="rev-line-2-46"/>
          <p:cNvSpPr/>
          <p:nvPr/>
        </p:nvSpPr>
        <p:spPr>
          <a:xfrm>
            <a:off x="3057525" y="5295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8" name="rev-line-2-48"/>
          <p:cNvSpPr/>
          <p:nvPr/>
        </p:nvSpPr>
        <p:spPr>
          <a:xfrm>
            <a:off x="3076575" y="5286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9" name="rev-line-2-50"/>
          <p:cNvSpPr/>
          <p:nvPr/>
        </p:nvSpPr>
        <p:spPr>
          <a:xfrm>
            <a:off x="3095625" y="5286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0" name="rev-line-2-52"/>
          <p:cNvSpPr/>
          <p:nvPr/>
        </p:nvSpPr>
        <p:spPr>
          <a:xfrm>
            <a:off x="3114675" y="5286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1" name="rev-line-2-54"/>
          <p:cNvSpPr/>
          <p:nvPr/>
        </p:nvSpPr>
        <p:spPr>
          <a:xfrm>
            <a:off x="3133725" y="5286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2" name="rev-line-2-56"/>
          <p:cNvSpPr/>
          <p:nvPr/>
        </p:nvSpPr>
        <p:spPr>
          <a:xfrm>
            <a:off x="3152775" y="5276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3" name="rev-line-2-58"/>
          <p:cNvSpPr/>
          <p:nvPr/>
        </p:nvSpPr>
        <p:spPr>
          <a:xfrm>
            <a:off x="3171825" y="5276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4" name="rev-line-2-60"/>
          <p:cNvSpPr/>
          <p:nvPr/>
        </p:nvSpPr>
        <p:spPr>
          <a:xfrm>
            <a:off x="3190875" y="5276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5" name="rev-line-2-62"/>
          <p:cNvSpPr/>
          <p:nvPr/>
        </p:nvSpPr>
        <p:spPr>
          <a:xfrm>
            <a:off x="3209925" y="5276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6" name="rev-line-2-64"/>
          <p:cNvSpPr/>
          <p:nvPr/>
        </p:nvSpPr>
        <p:spPr>
          <a:xfrm>
            <a:off x="3228975" y="5267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7" name="rev-line-2-66"/>
          <p:cNvSpPr/>
          <p:nvPr/>
        </p:nvSpPr>
        <p:spPr>
          <a:xfrm>
            <a:off x="3248025" y="5267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8" name="rev-line-2-68"/>
          <p:cNvSpPr/>
          <p:nvPr/>
        </p:nvSpPr>
        <p:spPr>
          <a:xfrm>
            <a:off x="3267075" y="5267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9" name="rev-line-2-70"/>
          <p:cNvSpPr/>
          <p:nvPr/>
        </p:nvSpPr>
        <p:spPr>
          <a:xfrm>
            <a:off x="3286125" y="5267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0" name="rev-line-2-72"/>
          <p:cNvSpPr/>
          <p:nvPr/>
        </p:nvSpPr>
        <p:spPr>
          <a:xfrm>
            <a:off x="3305175" y="5257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1" name="rev-line-2-74"/>
          <p:cNvSpPr/>
          <p:nvPr/>
        </p:nvSpPr>
        <p:spPr>
          <a:xfrm>
            <a:off x="3324225" y="5257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2" name="rev-line-2-76"/>
          <p:cNvSpPr/>
          <p:nvPr/>
        </p:nvSpPr>
        <p:spPr>
          <a:xfrm>
            <a:off x="3343275" y="5257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3" name="rev-line-2-78"/>
          <p:cNvSpPr/>
          <p:nvPr/>
        </p:nvSpPr>
        <p:spPr>
          <a:xfrm>
            <a:off x="3362325" y="5257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4" name="rev-line-2-80"/>
          <p:cNvSpPr/>
          <p:nvPr/>
        </p:nvSpPr>
        <p:spPr>
          <a:xfrm>
            <a:off x="3381375" y="5248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5" name="rev-line-2-82"/>
          <p:cNvSpPr/>
          <p:nvPr/>
        </p:nvSpPr>
        <p:spPr>
          <a:xfrm>
            <a:off x="3400425" y="5248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6" name="rev-line-2-84"/>
          <p:cNvSpPr/>
          <p:nvPr/>
        </p:nvSpPr>
        <p:spPr>
          <a:xfrm>
            <a:off x="3419475" y="5248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7" name="rev-line-2-86"/>
          <p:cNvSpPr/>
          <p:nvPr/>
        </p:nvSpPr>
        <p:spPr>
          <a:xfrm>
            <a:off x="3438525" y="5248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8" name="rev-line-2-88"/>
          <p:cNvSpPr/>
          <p:nvPr/>
        </p:nvSpPr>
        <p:spPr>
          <a:xfrm>
            <a:off x="3457575" y="5238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9" name="rev-line-2-90"/>
          <p:cNvSpPr/>
          <p:nvPr/>
        </p:nvSpPr>
        <p:spPr>
          <a:xfrm>
            <a:off x="3476625" y="5238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0" name="rev-line-2-92"/>
          <p:cNvSpPr/>
          <p:nvPr/>
        </p:nvSpPr>
        <p:spPr>
          <a:xfrm>
            <a:off x="3495675" y="5238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1" name="rev-line-2-94"/>
          <p:cNvSpPr/>
          <p:nvPr/>
        </p:nvSpPr>
        <p:spPr>
          <a:xfrm>
            <a:off x="3514725" y="5238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2" name="rev-line-2-96"/>
          <p:cNvSpPr/>
          <p:nvPr/>
        </p:nvSpPr>
        <p:spPr>
          <a:xfrm>
            <a:off x="3533775" y="5229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3" name="rev-line-2-98"/>
          <p:cNvSpPr/>
          <p:nvPr/>
        </p:nvSpPr>
        <p:spPr>
          <a:xfrm>
            <a:off x="3552825" y="5229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4" name="rev-line-2-100"/>
          <p:cNvSpPr/>
          <p:nvPr/>
        </p:nvSpPr>
        <p:spPr>
          <a:xfrm>
            <a:off x="3571875" y="5229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5" name="rev-line-3-0"/>
          <p:cNvSpPr/>
          <p:nvPr/>
        </p:nvSpPr>
        <p:spPr>
          <a:xfrm>
            <a:off x="3590925" y="5229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6" name="rev-line-3-2"/>
          <p:cNvSpPr/>
          <p:nvPr/>
        </p:nvSpPr>
        <p:spPr>
          <a:xfrm>
            <a:off x="3609975" y="5219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7" name="rev-line-3-4"/>
          <p:cNvSpPr/>
          <p:nvPr/>
        </p:nvSpPr>
        <p:spPr>
          <a:xfrm>
            <a:off x="3629025" y="5219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8" name="rev-line-3-6"/>
          <p:cNvSpPr/>
          <p:nvPr/>
        </p:nvSpPr>
        <p:spPr>
          <a:xfrm>
            <a:off x="3648075" y="5219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9" name="rev-line-3-8"/>
          <p:cNvSpPr/>
          <p:nvPr/>
        </p:nvSpPr>
        <p:spPr>
          <a:xfrm>
            <a:off x="3667125" y="5210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0" name="rev-line-3-10"/>
          <p:cNvSpPr/>
          <p:nvPr/>
        </p:nvSpPr>
        <p:spPr>
          <a:xfrm>
            <a:off x="3686175" y="5210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1" name="rev-line-3-12"/>
          <p:cNvSpPr/>
          <p:nvPr/>
        </p:nvSpPr>
        <p:spPr>
          <a:xfrm>
            <a:off x="3705225" y="5210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2" name="rev-line-3-14"/>
          <p:cNvSpPr/>
          <p:nvPr/>
        </p:nvSpPr>
        <p:spPr>
          <a:xfrm>
            <a:off x="3724275" y="5210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3" name="rev-line-3-16"/>
          <p:cNvSpPr/>
          <p:nvPr/>
        </p:nvSpPr>
        <p:spPr>
          <a:xfrm>
            <a:off x="3743325" y="5200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4" name="rev-line-3-18"/>
          <p:cNvSpPr/>
          <p:nvPr/>
        </p:nvSpPr>
        <p:spPr>
          <a:xfrm>
            <a:off x="3762375" y="5200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5" name="rev-line-3-20"/>
          <p:cNvSpPr/>
          <p:nvPr/>
        </p:nvSpPr>
        <p:spPr>
          <a:xfrm>
            <a:off x="3781425" y="5200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6" name="rev-line-3-22"/>
          <p:cNvSpPr/>
          <p:nvPr/>
        </p:nvSpPr>
        <p:spPr>
          <a:xfrm>
            <a:off x="3800475" y="5200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7" name="rev-line-3-24"/>
          <p:cNvSpPr/>
          <p:nvPr/>
        </p:nvSpPr>
        <p:spPr>
          <a:xfrm>
            <a:off x="3819525" y="5191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8" name="rev-line-3-26"/>
          <p:cNvSpPr/>
          <p:nvPr/>
        </p:nvSpPr>
        <p:spPr>
          <a:xfrm>
            <a:off x="3838575" y="5191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9" name="rev-line-3-28"/>
          <p:cNvSpPr/>
          <p:nvPr/>
        </p:nvSpPr>
        <p:spPr>
          <a:xfrm>
            <a:off x="3857625" y="5191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0" name="rev-line-3-30"/>
          <p:cNvSpPr/>
          <p:nvPr/>
        </p:nvSpPr>
        <p:spPr>
          <a:xfrm>
            <a:off x="3876675" y="5191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1" name="rev-line-3-32"/>
          <p:cNvSpPr/>
          <p:nvPr/>
        </p:nvSpPr>
        <p:spPr>
          <a:xfrm>
            <a:off x="3895725" y="5181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2" name="rev-line-3-34"/>
          <p:cNvSpPr/>
          <p:nvPr/>
        </p:nvSpPr>
        <p:spPr>
          <a:xfrm>
            <a:off x="3914775" y="5181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3" name="rev-line-3-36"/>
          <p:cNvSpPr/>
          <p:nvPr/>
        </p:nvSpPr>
        <p:spPr>
          <a:xfrm>
            <a:off x="3933825" y="5181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4" name="rev-line-3-38"/>
          <p:cNvSpPr/>
          <p:nvPr/>
        </p:nvSpPr>
        <p:spPr>
          <a:xfrm>
            <a:off x="3952875" y="5181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5" name="rev-line-3-40"/>
          <p:cNvSpPr/>
          <p:nvPr/>
        </p:nvSpPr>
        <p:spPr>
          <a:xfrm>
            <a:off x="3971925" y="5172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6" name="rev-line-3-42"/>
          <p:cNvSpPr/>
          <p:nvPr/>
        </p:nvSpPr>
        <p:spPr>
          <a:xfrm>
            <a:off x="3990975" y="5172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7" name="rev-line-3-44"/>
          <p:cNvSpPr/>
          <p:nvPr/>
        </p:nvSpPr>
        <p:spPr>
          <a:xfrm>
            <a:off x="4010025" y="5172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8" name="rev-line-3-46"/>
          <p:cNvSpPr/>
          <p:nvPr/>
        </p:nvSpPr>
        <p:spPr>
          <a:xfrm>
            <a:off x="4029075" y="5172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9" name="rev-line-3-48"/>
          <p:cNvSpPr/>
          <p:nvPr/>
        </p:nvSpPr>
        <p:spPr>
          <a:xfrm>
            <a:off x="4048125" y="5162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0" name="rev-line-3-50"/>
          <p:cNvSpPr/>
          <p:nvPr/>
        </p:nvSpPr>
        <p:spPr>
          <a:xfrm>
            <a:off x="4067175" y="5162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1" name="rev-line-3-52"/>
          <p:cNvSpPr/>
          <p:nvPr/>
        </p:nvSpPr>
        <p:spPr>
          <a:xfrm>
            <a:off x="4086225" y="5162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2" name="rev-line-3-54"/>
          <p:cNvSpPr/>
          <p:nvPr/>
        </p:nvSpPr>
        <p:spPr>
          <a:xfrm>
            <a:off x="4105275" y="5162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3" name="rev-line-3-56"/>
          <p:cNvSpPr/>
          <p:nvPr/>
        </p:nvSpPr>
        <p:spPr>
          <a:xfrm>
            <a:off x="4124325" y="5153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4" name="rev-line-3-58"/>
          <p:cNvSpPr/>
          <p:nvPr/>
        </p:nvSpPr>
        <p:spPr>
          <a:xfrm>
            <a:off x="4143375" y="5153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5" name="rev-line-3-60"/>
          <p:cNvSpPr/>
          <p:nvPr/>
        </p:nvSpPr>
        <p:spPr>
          <a:xfrm>
            <a:off x="4162425" y="5153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6" name="rev-line-3-62"/>
          <p:cNvSpPr/>
          <p:nvPr/>
        </p:nvSpPr>
        <p:spPr>
          <a:xfrm>
            <a:off x="4181475" y="5153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7" name="rev-line-3-64"/>
          <p:cNvSpPr/>
          <p:nvPr/>
        </p:nvSpPr>
        <p:spPr>
          <a:xfrm>
            <a:off x="4200525" y="5143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8" name="rev-line-3-66"/>
          <p:cNvSpPr/>
          <p:nvPr/>
        </p:nvSpPr>
        <p:spPr>
          <a:xfrm>
            <a:off x="4219575" y="5143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9" name="rev-line-3-68"/>
          <p:cNvSpPr/>
          <p:nvPr/>
        </p:nvSpPr>
        <p:spPr>
          <a:xfrm>
            <a:off x="4238625" y="5143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0" name="rev-line-3-70"/>
          <p:cNvSpPr/>
          <p:nvPr/>
        </p:nvSpPr>
        <p:spPr>
          <a:xfrm>
            <a:off x="4257675" y="5133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1" name="rev-line-3-72"/>
          <p:cNvSpPr/>
          <p:nvPr/>
        </p:nvSpPr>
        <p:spPr>
          <a:xfrm>
            <a:off x="4276725" y="5133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2" name="rev-line-3-74"/>
          <p:cNvSpPr/>
          <p:nvPr/>
        </p:nvSpPr>
        <p:spPr>
          <a:xfrm>
            <a:off x="4295775" y="5133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3" name="rev-line-3-76"/>
          <p:cNvSpPr/>
          <p:nvPr/>
        </p:nvSpPr>
        <p:spPr>
          <a:xfrm>
            <a:off x="4314825" y="5133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4" name="rev-line-3-78"/>
          <p:cNvSpPr/>
          <p:nvPr/>
        </p:nvSpPr>
        <p:spPr>
          <a:xfrm>
            <a:off x="4333875" y="5124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5" name="rev-line-3-80"/>
          <p:cNvSpPr/>
          <p:nvPr/>
        </p:nvSpPr>
        <p:spPr>
          <a:xfrm>
            <a:off x="4352925" y="5124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6" name="rev-line-3-82"/>
          <p:cNvSpPr/>
          <p:nvPr/>
        </p:nvSpPr>
        <p:spPr>
          <a:xfrm>
            <a:off x="4371975" y="5124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7" name="rev-line-3-84"/>
          <p:cNvSpPr/>
          <p:nvPr/>
        </p:nvSpPr>
        <p:spPr>
          <a:xfrm>
            <a:off x="4391025" y="5124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8" name="rev-line-3-86"/>
          <p:cNvSpPr/>
          <p:nvPr/>
        </p:nvSpPr>
        <p:spPr>
          <a:xfrm>
            <a:off x="4410075" y="5114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9" name="rev-line-3-88"/>
          <p:cNvSpPr/>
          <p:nvPr/>
        </p:nvSpPr>
        <p:spPr>
          <a:xfrm>
            <a:off x="4429125" y="5114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0" name="rev-line-3-90"/>
          <p:cNvSpPr/>
          <p:nvPr/>
        </p:nvSpPr>
        <p:spPr>
          <a:xfrm>
            <a:off x="4448175" y="5114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1" name="rev-line-3-92"/>
          <p:cNvSpPr/>
          <p:nvPr/>
        </p:nvSpPr>
        <p:spPr>
          <a:xfrm>
            <a:off x="4467225" y="5114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2" name="rev-line-3-94"/>
          <p:cNvSpPr/>
          <p:nvPr/>
        </p:nvSpPr>
        <p:spPr>
          <a:xfrm>
            <a:off x="4486275" y="5105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3" name="rev-line-3-96"/>
          <p:cNvSpPr/>
          <p:nvPr/>
        </p:nvSpPr>
        <p:spPr>
          <a:xfrm>
            <a:off x="4505325" y="5105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4" name="rev-line-3-98"/>
          <p:cNvSpPr/>
          <p:nvPr/>
        </p:nvSpPr>
        <p:spPr>
          <a:xfrm>
            <a:off x="4524375" y="5105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5" name="rev-line-3-100"/>
          <p:cNvSpPr/>
          <p:nvPr/>
        </p:nvSpPr>
        <p:spPr>
          <a:xfrm>
            <a:off x="4543425" y="5105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6" name="rev-line-4-0"/>
          <p:cNvSpPr/>
          <p:nvPr/>
        </p:nvSpPr>
        <p:spPr>
          <a:xfrm>
            <a:off x="4552950" y="5105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7" name="rev-line-4-2"/>
          <p:cNvSpPr/>
          <p:nvPr/>
        </p:nvSpPr>
        <p:spPr>
          <a:xfrm>
            <a:off x="4572000" y="5095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8" name="rev-line-4-4"/>
          <p:cNvSpPr/>
          <p:nvPr/>
        </p:nvSpPr>
        <p:spPr>
          <a:xfrm>
            <a:off x="4591050" y="5095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9" name="rev-line-4-6"/>
          <p:cNvSpPr/>
          <p:nvPr/>
        </p:nvSpPr>
        <p:spPr>
          <a:xfrm>
            <a:off x="4610100" y="5095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0" name="rev-line-4-8"/>
          <p:cNvSpPr/>
          <p:nvPr/>
        </p:nvSpPr>
        <p:spPr>
          <a:xfrm>
            <a:off x="4629150" y="5086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1" name="rev-line-4-10"/>
          <p:cNvSpPr/>
          <p:nvPr/>
        </p:nvSpPr>
        <p:spPr>
          <a:xfrm>
            <a:off x="4648200" y="5086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2" name="rev-line-4-12"/>
          <p:cNvSpPr/>
          <p:nvPr/>
        </p:nvSpPr>
        <p:spPr>
          <a:xfrm>
            <a:off x="4667250" y="5086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3" name="rev-line-4-14"/>
          <p:cNvSpPr/>
          <p:nvPr/>
        </p:nvSpPr>
        <p:spPr>
          <a:xfrm>
            <a:off x="4686300" y="5086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4" name="rev-line-4-16"/>
          <p:cNvSpPr/>
          <p:nvPr/>
        </p:nvSpPr>
        <p:spPr>
          <a:xfrm>
            <a:off x="4705350" y="5076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5" name="rev-line-4-18"/>
          <p:cNvSpPr/>
          <p:nvPr/>
        </p:nvSpPr>
        <p:spPr>
          <a:xfrm>
            <a:off x="4724400" y="5076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6" name="rev-line-4-20"/>
          <p:cNvSpPr/>
          <p:nvPr/>
        </p:nvSpPr>
        <p:spPr>
          <a:xfrm>
            <a:off x="4743450" y="5076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7" name="rev-line-4-22"/>
          <p:cNvSpPr/>
          <p:nvPr/>
        </p:nvSpPr>
        <p:spPr>
          <a:xfrm>
            <a:off x="4762500" y="5076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8" name="rev-line-4-24"/>
          <p:cNvSpPr/>
          <p:nvPr/>
        </p:nvSpPr>
        <p:spPr>
          <a:xfrm>
            <a:off x="4781550" y="5067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9" name="rev-line-4-26"/>
          <p:cNvSpPr/>
          <p:nvPr/>
        </p:nvSpPr>
        <p:spPr>
          <a:xfrm>
            <a:off x="4800600" y="5067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0" name="rev-line-4-28"/>
          <p:cNvSpPr/>
          <p:nvPr/>
        </p:nvSpPr>
        <p:spPr>
          <a:xfrm>
            <a:off x="4819650" y="5067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1" name="rev-line-4-30"/>
          <p:cNvSpPr/>
          <p:nvPr/>
        </p:nvSpPr>
        <p:spPr>
          <a:xfrm>
            <a:off x="4838700" y="5067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2" name="rev-line-4-32"/>
          <p:cNvSpPr/>
          <p:nvPr/>
        </p:nvSpPr>
        <p:spPr>
          <a:xfrm>
            <a:off x="4857750" y="5057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3" name="rev-line-4-34"/>
          <p:cNvSpPr/>
          <p:nvPr/>
        </p:nvSpPr>
        <p:spPr>
          <a:xfrm>
            <a:off x="4876800" y="5057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4" name="rev-line-4-36"/>
          <p:cNvSpPr/>
          <p:nvPr/>
        </p:nvSpPr>
        <p:spPr>
          <a:xfrm>
            <a:off x="4895850" y="5057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5" name="rev-line-4-38"/>
          <p:cNvSpPr/>
          <p:nvPr/>
        </p:nvSpPr>
        <p:spPr>
          <a:xfrm>
            <a:off x="4914900" y="5057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6" name="rev-line-4-40"/>
          <p:cNvSpPr/>
          <p:nvPr/>
        </p:nvSpPr>
        <p:spPr>
          <a:xfrm>
            <a:off x="4933950" y="5048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7" name="rev-line-4-42"/>
          <p:cNvSpPr/>
          <p:nvPr/>
        </p:nvSpPr>
        <p:spPr>
          <a:xfrm>
            <a:off x="4953000" y="5048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8" name="rev-line-4-44"/>
          <p:cNvSpPr/>
          <p:nvPr/>
        </p:nvSpPr>
        <p:spPr>
          <a:xfrm>
            <a:off x="4972050" y="5048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9" name="rev-line-4-46"/>
          <p:cNvSpPr/>
          <p:nvPr/>
        </p:nvSpPr>
        <p:spPr>
          <a:xfrm>
            <a:off x="4991100" y="5048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0" name="rev-line-4-48"/>
          <p:cNvSpPr/>
          <p:nvPr/>
        </p:nvSpPr>
        <p:spPr>
          <a:xfrm>
            <a:off x="5010150" y="5038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1" name="rev-line-4-50"/>
          <p:cNvSpPr/>
          <p:nvPr/>
        </p:nvSpPr>
        <p:spPr>
          <a:xfrm>
            <a:off x="5029200" y="5038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2" name="rev-line-4-52"/>
          <p:cNvSpPr/>
          <p:nvPr/>
        </p:nvSpPr>
        <p:spPr>
          <a:xfrm>
            <a:off x="5048250" y="5038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3" name="rev-line-4-54"/>
          <p:cNvSpPr/>
          <p:nvPr/>
        </p:nvSpPr>
        <p:spPr>
          <a:xfrm>
            <a:off x="5067300" y="5038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4" name="rev-line-4-56"/>
          <p:cNvSpPr/>
          <p:nvPr/>
        </p:nvSpPr>
        <p:spPr>
          <a:xfrm>
            <a:off x="5086350" y="5029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5" name="rev-line-4-58"/>
          <p:cNvSpPr/>
          <p:nvPr/>
        </p:nvSpPr>
        <p:spPr>
          <a:xfrm>
            <a:off x="5105400" y="5029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6" name="rev-line-4-60"/>
          <p:cNvSpPr/>
          <p:nvPr/>
        </p:nvSpPr>
        <p:spPr>
          <a:xfrm>
            <a:off x="5124450" y="5029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7" name="rev-line-4-62"/>
          <p:cNvSpPr/>
          <p:nvPr/>
        </p:nvSpPr>
        <p:spPr>
          <a:xfrm>
            <a:off x="5143500" y="5029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8" name="rev-line-4-64"/>
          <p:cNvSpPr/>
          <p:nvPr/>
        </p:nvSpPr>
        <p:spPr>
          <a:xfrm>
            <a:off x="5162550" y="5019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9" name="rev-line-4-66"/>
          <p:cNvSpPr/>
          <p:nvPr/>
        </p:nvSpPr>
        <p:spPr>
          <a:xfrm>
            <a:off x="5181600" y="5019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0" name="rev-line-4-68"/>
          <p:cNvSpPr/>
          <p:nvPr/>
        </p:nvSpPr>
        <p:spPr>
          <a:xfrm>
            <a:off x="5200650" y="5019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1" name="rev-line-4-70"/>
          <p:cNvSpPr/>
          <p:nvPr/>
        </p:nvSpPr>
        <p:spPr>
          <a:xfrm>
            <a:off x="5219700" y="5019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2" name="rev-line-4-72"/>
          <p:cNvSpPr/>
          <p:nvPr/>
        </p:nvSpPr>
        <p:spPr>
          <a:xfrm>
            <a:off x="5238750" y="5010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3" name="rev-line-4-74"/>
          <p:cNvSpPr/>
          <p:nvPr/>
        </p:nvSpPr>
        <p:spPr>
          <a:xfrm>
            <a:off x="5257800" y="5010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4" name="rev-line-4-76"/>
          <p:cNvSpPr/>
          <p:nvPr/>
        </p:nvSpPr>
        <p:spPr>
          <a:xfrm>
            <a:off x="5276850" y="5010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5" name="rev-line-4-78"/>
          <p:cNvSpPr/>
          <p:nvPr/>
        </p:nvSpPr>
        <p:spPr>
          <a:xfrm>
            <a:off x="5295900" y="5010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6" name="rev-line-4-80"/>
          <p:cNvSpPr/>
          <p:nvPr/>
        </p:nvSpPr>
        <p:spPr>
          <a:xfrm>
            <a:off x="5314950" y="5000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7" name="rev-line-4-82"/>
          <p:cNvSpPr/>
          <p:nvPr/>
        </p:nvSpPr>
        <p:spPr>
          <a:xfrm>
            <a:off x="5334000" y="5000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8" name="rev-line-4-84"/>
          <p:cNvSpPr/>
          <p:nvPr/>
        </p:nvSpPr>
        <p:spPr>
          <a:xfrm>
            <a:off x="5353050" y="5000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9" name="rev-line-4-86"/>
          <p:cNvSpPr/>
          <p:nvPr/>
        </p:nvSpPr>
        <p:spPr>
          <a:xfrm>
            <a:off x="5372100" y="5000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0" name="rev-line-4-88"/>
          <p:cNvSpPr/>
          <p:nvPr/>
        </p:nvSpPr>
        <p:spPr>
          <a:xfrm>
            <a:off x="5391150" y="4991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1" name="rev-line-4-90"/>
          <p:cNvSpPr/>
          <p:nvPr/>
        </p:nvSpPr>
        <p:spPr>
          <a:xfrm>
            <a:off x="5410200" y="4991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2" name="rev-line-4-92"/>
          <p:cNvSpPr/>
          <p:nvPr/>
        </p:nvSpPr>
        <p:spPr>
          <a:xfrm>
            <a:off x="5429250" y="4991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3" name="rev-line-4-94"/>
          <p:cNvSpPr/>
          <p:nvPr/>
        </p:nvSpPr>
        <p:spPr>
          <a:xfrm>
            <a:off x="5448300" y="4991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4" name="rev-line-4-96"/>
          <p:cNvSpPr/>
          <p:nvPr/>
        </p:nvSpPr>
        <p:spPr>
          <a:xfrm>
            <a:off x="5467350" y="4981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5" name="rev-line-4-98"/>
          <p:cNvSpPr/>
          <p:nvPr/>
        </p:nvSpPr>
        <p:spPr>
          <a:xfrm>
            <a:off x="5486400" y="4981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6" name="rev-line-4-100"/>
          <p:cNvSpPr/>
          <p:nvPr/>
        </p:nvSpPr>
        <p:spPr>
          <a:xfrm>
            <a:off x="5505450" y="4981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7" name="rev-line-5-0"/>
          <p:cNvSpPr/>
          <p:nvPr/>
        </p:nvSpPr>
        <p:spPr>
          <a:xfrm>
            <a:off x="5524500" y="4981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8" name="rev-line-5-2"/>
          <p:cNvSpPr/>
          <p:nvPr/>
        </p:nvSpPr>
        <p:spPr>
          <a:xfrm>
            <a:off x="5543550" y="4972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9" name="rev-line-5-4"/>
          <p:cNvSpPr/>
          <p:nvPr/>
        </p:nvSpPr>
        <p:spPr>
          <a:xfrm>
            <a:off x="5562600" y="4972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0" name="rev-line-5-6"/>
          <p:cNvSpPr/>
          <p:nvPr/>
        </p:nvSpPr>
        <p:spPr>
          <a:xfrm>
            <a:off x="5581650" y="49720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1" name="rev-line-5-8"/>
          <p:cNvSpPr/>
          <p:nvPr/>
        </p:nvSpPr>
        <p:spPr>
          <a:xfrm>
            <a:off x="5600700" y="4962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2" name="rev-line-5-10"/>
          <p:cNvSpPr/>
          <p:nvPr/>
        </p:nvSpPr>
        <p:spPr>
          <a:xfrm>
            <a:off x="5619750" y="4962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3" name="rev-line-5-12"/>
          <p:cNvSpPr/>
          <p:nvPr/>
        </p:nvSpPr>
        <p:spPr>
          <a:xfrm>
            <a:off x="5638800" y="49625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4" name="rev-line-5-14"/>
          <p:cNvSpPr/>
          <p:nvPr/>
        </p:nvSpPr>
        <p:spPr>
          <a:xfrm>
            <a:off x="5657850" y="4953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5" name="rev-line-5-16"/>
          <p:cNvSpPr/>
          <p:nvPr/>
        </p:nvSpPr>
        <p:spPr>
          <a:xfrm>
            <a:off x="5676900" y="4953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6" name="rev-line-5-18"/>
          <p:cNvSpPr/>
          <p:nvPr/>
        </p:nvSpPr>
        <p:spPr>
          <a:xfrm>
            <a:off x="5695950" y="49530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7" name="rev-line-5-20"/>
          <p:cNvSpPr/>
          <p:nvPr/>
        </p:nvSpPr>
        <p:spPr>
          <a:xfrm>
            <a:off x="5715000" y="4943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8" name="rev-line-5-22"/>
          <p:cNvSpPr/>
          <p:nvPr/>
        </p:nvSpPr>
        <p:spPr>
          <a:xfrm>
            <a:off x="5734050" y="4943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9" name="rev-line-5-24"/>
          <p:cNvSpPr/>
          <p:nvPr/>
        </p:nvSpPr>
        <p:spPr>
          <a:xfrm>
            <a:off x="5753100" y="49434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0" name="rev-line-5-26"/>
          <p:cNvSpPr/>
          <p:nvPr/>
        </p:nvSpPr>
        <p:spPr>
          <a:xfrm>
            <a:off x="5772150" y="4933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1" name="rev-line-5-28"/>
          <p:cNvSpPr/>
          <p:nvPr/>
        </p:nvSpPr>
        <p:spPr>
          <a:xfrm>
            <a:off x="5791200" y="4933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2" name="rev-line-5-30"/>
          <p:cNvSpPr/>
          <p:nvPr/>
        </p:nvSpPr>
        <p:spPr>
          <a:xfrm>
            <a:off x="5810250" y="49339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3" name="rev-line-5-32"/>
          <p:cNvSpPr/>
          <p:nvPr/>
        </p:nvSpPr>
        <p:spPr>
          <a:xfrm>
            <a:off x="5829300" y="4924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4" name="rev-line-5-34"/>
          <p:cNvSpPr/>
          <p:nvPr/>
        </p:nvSpPr>
        <p:spPr>
          <a:xfrm>
            <a:off x="5848350" y="4924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5" name="rev-line-5-36"/>
          <p:cNvSpPr/>
          <p:nvPr/>
        </p:nvSpPr>
        <p:spPr>
          <a:xfrm>
            <a:off x="5867400" y="49244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6" name="rev-line-5-38"/>
          <p:cNvSpPr/>
          <p:nvPr/>
        </p:nvSpPr>
        <p:spPr>
          <a:xfrm>
            <a:off x="5886450" y="4914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7" name="rev-line-5-40"/>
          <p:cNvSpPr/>
          <p:nvPr/>
        </p:nvSpPr>
        <p:spPr>
          <a:xfrm>
            <a:off x="5905500" y="4914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8" name="rev-line-5-42"/>
          <p:cNvSpPr/>
          <p:nvPr/>
        </p:nvSpPr>
        <p:spPr>
          <a:xfrm>
            <a:off x="5924550" y="49149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9" name="rev-line-5-44"/>
          <p:cNvSpPr/>
          <p:nvPr/>
        </p:nvSpPr>
        <p:spPr>
          <a:xfrm>
            <a:off x="5943600" y="4905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0" name="rev-line-5-46"/>
          <p:cNvSpPr/>
          <p:nvPr/>
        </p:nvSpPr>
        <p:spPr>
          <a:xfrm>
            <a:off x="5962650" y="4905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1" name="rev-line-5-48"/>
          <p:cNvSpPr/>
          <p:nvPr/>
        </p:nvSpPr>
        <p:spPr>
          <a:xfrm>
            <a:off x="5981700" y="49053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2" name="rev-line-5-50"/>
          <p:cNvSpPr/>
          <p:nvPr/>
        </p:nvSpPr>
        <p:spPr>
          <a:xfrm>
            <a:off x="6000750" y="4895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3" name="rev-line-5-52"/>
          <p:cNvSpPr/>
          <p:nvPr/>
        </p:nvSpPr>
        <p:spPr>
          <a:xfrm>
            <a:off x="6019800" y="4895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4" name="rev-line-5-54"/>
          <p:cNvSpPr/>
          <p:nvPr/>
        </p:nvSpPr>
        <p:spPr>
          <a:xfrm>
            <a:off x="6038850" y="48958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5" name="rev-line-5-56"/>
          <p:cNvSpPr/>
          <p:nvPr/>
        </p:nvSpPr>
        <p:spPr>
          <a:xfrm>
            <a:off x="6057900" y="4886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6" name="rev-line-5-58"/>
          <p:cNvSpPr/>
          <p:nvPr/>
        </p:nvSpPr>
        <p:spPr>
          <a:xfrm>
            <a:off x="6076950" y="4886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7" name="rev-line-5-60"/>
          <p:cNvSpPr/>
          <p:nvPr/>
        </p:nvSpPr>
        <p:spPr>
          <a:xfrm>
            <a:off x="6096000" y="48863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8" name="rev-line-5-62"/>
          <p:cNvSpPr/>
          <p:nvPr/>
        </p:nvSpPr>
        <p:spPr>
          <a:xfrm>
            <a:off x="6115050" y="4876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9" name="rev-line-5-64"/>
          <p:cNvSpPr/>
          <p:nvPr/>
        </p:nvSpPr>
        <p:spPr>
          <a:xfrm>
            <a:off x="6134100" y="4876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0" name="rev-line-5-66"/>
          <p:cNvSpPr/>
          <p:nvPr/>
        </p:nvSpPr>
        <p:spPr>
          <a:xfrm>
            <a:off x="6153150" y="48768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1" name="rev-line-5-68"/>
          <p:cNvSpPr/>
          <p:nvPr/>
        </p:nvSpPr>
        <p:spPr>
          <a:xfrm>
            <a:off x="6172200" y="4867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2" name="rev-line-5-70"/>
          <p:cNvSpPr/>
          <p:nvPr/>
        </p:nvSpPr>
        <p:spPr>
          <a:xfrm>
            <a:off x="6191250" y="4867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3" name="rev-line-5-72"/>
          <p:cNvSpPr/>
          <p:nvPr/>
        </p:nvSpPr>
        <p:spPr>
          <a:xfrm>
            <a:off x="6210300" y="48672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4" name="rev-line-5-74"/>
          <p:cNvSpPr/>
          <p:nvPr/>
        </p:nvSpPr>
        <p:spPr>
          <a:xfrm>
            <a:off x="6229350" y="4857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5" name="rev-line-5-76"/>
          <p:cNvSpPr/>
          <p:nvPr/>
        </p:nvSpPr>
        <p:spPr>
          <a:xfrm>
            <a:off x="6248400" y="4857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6" name="rev-line-5-78"/>
          <p:cNvSpPr/>
          <p:nvPr/>
        </p:nvSpPr>
        <p:spPr>
          <a:xfrm>
            <a:off x="6267450" y="48577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7" name="rev-line-5-80"/>
          <p:cNvSpPr/>
          <p:nvPr/>
        </p:nvSpPr>
        <p:spPr>
          <a:xfrm>
            <a:off x="6286500" y="4848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8" name="rev-line-5-82"/>
          <p:cNvSpPr/>
          <p:nvPr/>
        </p:nvSpPr>
        <p:spPr>
          <a:xfrm>
            <a:off x="6305550" y="4848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9" name="rev-line-5-84"/>
          <p:cNvSpPr/>
          <p:nvPr/>
        </p:nvSpPr>
        <p:spPr>
          <a:xfrm>
            <a:off x="6324600" y="48482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0" name="rev-line-5-86"/>
          <p:cNvSpPr/>
          <p:nvPr/>
        </p:nvSpPr>
        <p:spPr>
          <a:xfrm>
            <a:off x="6343650" y="4838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1" name="rev-line-5-88"/>
          <p:cNvSpPr/>
          <p:nvPr/>
        </p:nvSpPr>
        <p:spPr>
          <a:xfrm>
            <a:off x="6362700" y="4838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2" name="rev-line-5-90"/>
          <p:cNvSpPr/>
          <p:nvPr/>
        </p:nvSpPr>
        <p:spPr>
          <a:xfrm>
            <a:off x="6381750" y="48387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3" name="rev-line-5-92"/>
          <p:cNvSpPr/>
          <p:nvPr/>
        </p:nvSpPr>
        <p:spPr>
          <a:xfrm>
            <a:off x="6400800" y="4829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4" name="rev-line-5-94"/>
          <p:cNvSpPr/>
          <p:nvPr/>
        </p:nvSpPr>
        <p:spPr>
          <a:xfrm>
            <a:off x="6419850" y="4829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5" name="rev-line-5-96"/>
          <p:cNvSpPr/>
          <p:nvPr/>
        </p:nvSpPr>
        <p:spPr>
          <a:xfrm>
            <a:off x="6438900" y="48291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6" name="rev-line-5-98"/>
          <p:cNvSpPr/>
          <p:nvPr/>
        </p:nvSpPr>
        <p:spPr>
          <a:xfrm>
            <a:off x="6457950" y="4819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7" name="rev-line-5-100"/>
          <p:cNvSpPr/>
          <p:nvPr/>
        </p:nvSpPr>
        <p:spPr>
          <a:xfrm>
            <a:off x="6477000" y="4819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8" name="rev-line-6-0"/>
          <p:cNvSpPr/>
          <p:nvPr/>
        </p:nvSpPr>
        <p:spPr>
          <a:xfrm>
            <a:off x="6496050" y="48196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9" name="rev-line-6-2"/>
          <p:cNvSpPr/>
          <p:nvPr/>
        </p:nvSpPr>
        <p:spPr>
          <a:xfrm>
            <a:off x="6515100" y="4810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0" name="rev-line-6-4"/>
          <p:cNvSpPr/>
          <p:nvPr/>
        </p:nvSpPr>
        <p:spPr>
          <a:xfrm>
            <a:off x="6534150" y="48101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1" name="rev-line-6-6"/>
          <p:cNvSpPr/>
          <p:nvPr/>
        </p:nvSpPr>
        <p:spPr>
          <a:xfrm>
            <a:off x="6553200" y="4800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2" name="rev-line-6-8"/>
          <p:cNvSpPr/>
          <p:nvPr/>
        </p:nvSpPr>
        <p:spPr>
          <a:xfrm>
            <a:off x="6572250" y="48006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3" name="rev-line-6-10"/>
          <p:cNvSpPr/>
          <p:nvPr/>
        </p:nvSpPr>
        <p:spPr>
          <a:xfrm>
            <a:off x="6591300" y="4791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4" name="rev-line-6-12"/>
          <p:cNvSpPr/>
          <p:nvPr/>
        </p:nvSpPr>
        <p:spPr>
          <a:xfrm>
            <a:off x="6610350" y="47910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5" name="rev-line-6-14"/>
          <p:cNvSpPr/>
          <p:nvPr/>
        </p:nvSpPr>
        <p:spPr>
          <a:xfrm>
            <a:off x="6629400" y="4781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6" name="rev-line-6-16"/>
          <p:cNvSpPr/>
          <p:nvPr/>
        </p:nvSpPr>
        <p:spPr>
          <a:xfrm>
            <a:off x="6648450" y="47815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7" name="rev-line-6-18"/>
          <p:cNvSpPr/>
          <p:nvPr/>
        </p:nvSpPr>
        <p:spPr>
          <a:xfrm>
            <a:off x="6667500" y="4772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8" name="rev-line-6-20"/>
          <p:cNvSpPr/>
          <p:nvPr/>
        </p:nvSpPr>
        <p:spPr>
          <a:xfrm>
            <a:off x="6686550" y="4772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9" name="rev-line-6-22"/>
          <p:cNvSpPr/>
          <p:nvPr/>
        </p:nvSpPr>
        <p:spPr>
          <a:xfrm>
            <a:off x="6705600" y="47720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0" name="rev-line-6-24"/>
          <p:cNvSpPr/>
          <p:nvPr/>
        </p:nvSpPr>
        <p:spPr>
          <a:xfrm>
            <a:off x="6724650" y="4762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1" name="rev-line-6-26"/>
          <p:cNvSpPr/>
          <p:nvPr/>
        </p:nvSpPr>
        <p:spPr>
          <a:xfrm>
            <a:off x="6743700" y="47625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2" name="rev-line-6-28"/>
          <p:cNvSpPr/>
          <p:nvPr/>
        </p:nvSpPr>
        <p:spPr>
          <a:xfrm>
            <a:off x="6762750" y="4752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3" name="rev-line-6-30"/>
          <p:cNvSpPr/>
          <p:nvPr/>
        </p:nvSpPr>
        <p:spPr>
          <a:xfrm>
            <a:off x="6781800" y="47529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4" name="rev-line-6-32"/>
          <p:cNvSpPr/>
          <p:nvPr/>
        </p:nvSpPr>
        <p:spPr>
          <a:xfrm>
            <a:off x="6800850" y="4743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5" name="rev-line-6-34"/>
          <p:cNvSpPr/>
          <p:nvPr/>
        </p:nvSpPr>
        <p:spPr>
          <a:xfrm>
            <a:off x="6819900" y="47434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6" name="rev-line-6-36"/>
          <p:cNvSpPr/>
          <p:nvPr/>
        </p:nvSpPr>
        <p:spPr>
          <a:xfrm>
            <a:off x="6838950" y="4733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7" name="rev-line-6-38"/>
          <p:cNvSpPr/>
          <p:nvPr/>
        </p:nvSpPr>
        <p:spPr>
          <a:xfrm>
            <a:off x="6858000" y="47339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8" name="rev-line-6-40"/>
          <p:cNvSpPr/>
          <p:nvPr/>
        </p:nvSpPr>
        <p:spPr>
          <a:xfrm>
            <a:off x="6877050" y="4724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9" name="rev-line-6-42"/>
          <p:cNvSpPr/>
          <p:nvPr/>
        </p:nvSpPr>
        <p:spPr>
          <a:xfrm>
            <a:off x="6896100" y="4724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0" name="rev-line-6-44"/>
          <p:cNvSpPr/>
          <p:nvPr/>
        </p:nvSpPr>
        <p:spPr>
          <a:xfrm>
            <a:off x="6915150" y="47244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1" name="rev-line-6-46"/>
          <p:cNvSpPr/>
          <p:nvPr/>
        </p:nvSpPr>
        <p:spPr>
          <a:xfrm>
            <a:off x="6934200" y="4714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2" name="rev-line-6-48"/>
          <p:cNvSpPr/>
          <p:nvPr/>
        </p:nvSpPr>
        <p:spPr>
          <a:xfrm>
            <a:off x="6953250" y="47148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3" name="rev-line-6-50"/>
          <p:cNvSpPr/>
          <p:nvPr/>
        </p:nvSpPr>
        <p:spPr>
          <a:xfrm>
            <a:off x="6972300" y="4705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4" name="rev-line-6-52"/>
          <p:cNvSpPr/>
          <p:nvPr/>
        </p:nvSpPr>
        <p:spPr>
          <a:xfrm>
            <a:off x="6991350" y="47053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5" name="rev-line-6-54"/>
          <p:cNvSpPr/>
          <p:nvPr/>
        </p:nvSpPr>
        <p:spPr>
          <a:xfrm>
            <a:off x="7010400" y="4695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6" name="rev-line-6-56"/>
          <p:cNvSpPr/>
          <p:nvPr/>
        </p:nvSpPr>
        <p:spPr>
          <a:xfrm>
            <a:off x="7029450" y="46958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7" name="rev-line-6-58"/>
          <p:cNvSpPr/>
          <p:nvPr/>
        </p:nvSpPr>
        <p:spPr>
          <a:xfrm>
            <a:off x="7048500" y="4686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8" name="rev-line-6-60"/>
          <p:cNvSpPr/>
          <p:nvPr/>
        </p:nvSpPr>
        <p:spPr>
          <a:xfrm>
            <a:off x="7067550" y="4686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9" name="rev-line-6-62"/>
          <p:cNvSpPr/>
          <p:nvPr/>
        </p:nvSpPr>
        <p:spPr>
          <a:xfrm>
            <a:off x="7086600" y="46863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0" name="rev-line-6-64"/>
          <p:cNvSpPr/>
          <p:nvPr/>
        </p:nvSpPr>
        <p:spPr>
          <a:xfrm>
            <a:off x="7105650" y="4676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1" name="rev-line-6-66"/>
          <p:cNvSpPr/>
          <p:nvPr/>
        </p:nvSpPr>
        <p:spPr>
          <a:xfrm>
            <a:off x="7124700" y="46767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2" name="rev-line-6-68"/>
          <p:cNvSpPr/>
          <p:nvPr/>
        </p:nvSpPr>
        <p:spPr>
          <a:xfrm>
            <a:off x="7143750" y="4667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3" name="rev-line-6-70"/>
          <p:cNvSpPr/>
          <p:nvPr/>
        </p:nvSpPr>
        <p:spPr>
          <a:xfrm>
            <a:off x="7162800" y="46672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4" name="rev-line-6-72"/>
          <p:cNvSpPr/>
          <p:nvPr/>
        </p:nvSpPr>
        <p:spPr>
          <a:xfrm>
            <a:off x="7181850" y="4657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5" name="rev-line-6-74"/>
          <p:cNvSpPr/>
          <p:nvPr/>
        </p:nvSpPr>
        <p:spPr>
          <a:xfrm>
            <a:off x="7200900" y="46577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6" name="rev-line-6-76"/>
          <p:cNvSpPr/>
          <p:nvPr/>
        </p:nvSpPr>
        <p:spPr>
          <a:xfrm>
            <a:off x="7219950" y="4648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7" name="rev-line-6-78"/>
          <p:cNvSpPr/>
          <p:nvPr/>
        </p:nvSpPr>
        <p:spPr>
          <a:xfrm>
            <a:off x="7239000" y="46482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8" name="rev-line-6-80"/>
          <p:cNvSpPr/>
          <p:nvPr/>
        </p:nvSpPr>
        <p:spPr>
          <a:xfrm>
            <a:off x="7258050" y="4638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9" name="rev-line-6-82"/>
          <p:cNvSpPr/>
          <p:nvPr/>
        </p:nvSpPr>
        <p:spPr>
          <a:xfrm>
            <a:off x="7277100" y="4638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0" name="rev-line-6-84"/>
          <p:cNvSpPr/>
          <p:nvPr/>
        </p:nvSpPr>
        <p:spPr>
          <a:xfrm>
            <a:off x="7296150" y="46386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1" name="rev-line-6-86"/>
          <p:cNvSpPr/>
          <p:nvPr/>
        </p:nvSpPr>
        <p:spPr>
          <a:xfrm>
            <a:off x="7315200" y="4629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2" name="rev-line-6-88"/>
          <p:cNvSpPr/>
          <p:nvPr/>
        </p:nvSpPr>
        <p:spPr>
          <a:xfrm>
            <a:off x="7334250" y="462915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3" name="rev-line-6-90"/>
          <p:cNvSpPr/>
          <p:nvPr/>
        </p:nvSpPr>
        <p:spPr>
          <a:xfrm>
            <a:off x="7353300" y="4619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4" name="rev-line-6-92"/>
          <p:cNvSpPr/>
          <p:nvPr/>
        </p:nvSpPr>
        <p:spPr>
          <a:xfrm>
            <a:off x="7372350" y="461962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5" name="rev-line-6-94"/>
          <p:cNvSpPr/>
          <p:nvPr/>
        </p:nvSpPr>
        <p:spPr>
          <a:xfrm>
            <a:off x="7391400" y="4610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6" name="rev-line-6-96"/>
          <p:cNvSpPr/>
          <p:nvPr/>
        </p:nvSpPr>
        <p:spPr>
          <a:xfrm>
            <a:off x="7410450" y="4610100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7" name="rev-line-6-98"/>
          <p:cNvSpPr/>
          <p:nvPr/>
        </p:nvSpPr>
        <p:spPr>
          <a:xfrm>
            <a:off x="7429500" y="4600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8" name="rev-line-6-100"/>
          <p:cNvSpPr/>
          <p:nvPr/>
        </p:nvSpPr>
        <p:spPr>
          <a:xfrm>
            <a:off x="7448550" y="4600575"/>
            <a:ext cx="190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9" name="rev-dot-0"/>
          <p:cNvSpPr/>
          <p:nvPr/>
        </p:nvSpPr>
        <p:spPr>
          <a:xfrm>
            <a:off x="657225" y="550545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0" name="rev-dot-1"/>
          <p:cNvSpPr/>
          <p:nvPr/>
        </p:nvSpPr>
        <p:spPr>
          <a:xfrm>
            <a:off x="1619250" y="5381625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1" name="rev-dot-2"/>
          <p:cNvSpPr/>
          <p:nvPr/>
        </p:nvSpPr>
        <p:spPr>
          <a:xfrm>
            <a:off x="2590800" y="5324475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2" name="rev-dot-3"/>
          <p:cNvSpPr/>
          <p:nvPr/>
        </p:nvSpPr>
        <p:spPr>
          <a:xfrm>
            <a:off x="3562350" y="520065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3" name="rev-dot-4"/>
          <p:cNvSpPr/>
          <p:nvPr/>
        </p:nvSpPr>
        <p:spPr>
          <a:xfrm>
            <a:off x="4524375" y="5076825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4" name="rev-dot-5"/>
          <p:cNvSpPr/>
          <p:nvPr/>
        </p:nvSpPr>
        <p:spPr>
          <a:xfrm>
            <a:off x="5495925" y="49530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5" name="rev-dot-6"/>
          <p:cNvSpPr/>
          <p:nvPr/>
        </p:nvSpPr>
        <p:spPr>
          <a:xfrm>
            <a:off x="6467475" y="4791075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6" name="rev-dot-7"/>
          <p:cNvSpPr/>
          <p:nvPr/>
        </p:nvSpPr>
        <p:spPr>
          <a:xfrm>
            <a:off x="7439025" y="4572000"/>
            <a:ext cx="5715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7" name="ebt-line-0-0"/>
          <p:cNvSpPr/>
          <p:nvPr/>
        </p:nvSpPr>
        <p:spPr>
          <a:xfrm>
            <a:off x="685800" y="5724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8" name="ebt-line-0-2"/>
          <p:cNvSpPr/>
          <p:nvPr/>
        </p:nvSpPr>
        <p:spPr>
          <a:xfrm>
            <a:off x="70485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9" name="ebt-line-0-4"/>
          <p:cNvSpPr/>
          <p:nvPr/>
        </p:nvSpPr>
        <p:spPr>
          <a:xfrm>
            <a:off x="72390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0" name="ebt-line-0-6"/>
          <p:cNvSpPr/>
          <p:nvPr/>
        </p:nvSpPr>
        <p:spPr>
          <a:xfrm>
            <a:off x="74295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1" name="ebt-line-0-8"/>
          <p:cNvSpPr/>
          <p:nvPr/>
        </p:nvSpPr>
        <p:spPr>
          <a:xfrm>
            <a:off x="76200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2" name="ebt-line-0-10"/>
          <p:cNvSpPr/>
          <p:nvPr/>
        </p:nvSpPr>
        <p:spPr>
          <a:xfrm>
            <a:off x="78105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3" name="ebt-line-0-12"/>
          <p:cNvSpPr/>
          <p:nvPr/>
        </p:nvSpPr>
        <p:spPr>
          <a:xfrm>
            <a:off x="80010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4" name="ebt-line-0-14"/>
          <p:cNvSpPr/>
          <p:nvPr/>
        </p:nvSpPr>
        <p:spPr>
          <a:xfrm>
            <a:off x="819150" y="5715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5" name="ebt-line-0-16"/>
          <p:cNvSpPr/>
          <p:nvPr/>
        </p:nvSpPr>
        <p:spPr>
          <a:xfrm>
            <a:off x="83820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6" name="ebt-line-0-18"/>
          <p:cNvSpPr/>
          <p:nvPr/>
        </p:nvSpPr>
        <p:spPr>
          <a:xfrm>
            <a:off x="85725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7" name="ebt-line-0-20"/>
          <p:cNvSpPr/>
          <p:nvPr/>
        </p:nvSpPr>
        <p:spPr>
          <a:xfrm>
            <a:off x="87630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8" name="ebt-line-0-22"/>
          <p:cNvSpPr/>
          <p:nvPr/>
        </p:nvSpPr>
        <p:spPr>
          <a:xfrm>
            <a:off x="89535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9" name="ebt-line-0-24"/>
          <p:cNvSpPr/>
          <p:nvPr/>
        </p:nvSpPr>
        <p:spPr>
          <a:xfrm>
            <a:off x="91440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0" name="ebt-line-0-26"/>
          <p:cNvSpPr/>
          <p:nvPr/>
        </p:nvSpPr>
        <p:spPr>
          <a:xfrm>
            <a:off x="93345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1" name="ebt-line-0-28"/>
          <p:cNvSpPr/>
          <p:nvPr/>
        </p:nvSpPr>
        <p:spPr>
          <a:xfrm>
            <a:off x="952500" y="5705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2" name="ebt-line-0-30"/>
          <p:cNvSpPr/>
          <p:nvPr/>
        </p:nvSpPr>
        <p:spPr>
          <a:xfrm>
            <a:off x="97155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3" name="ebt-line-0-32"/>
          <p:cNvSpPr/>
          <p:nvPr/>
        </p:nvSpPr>
        <p:spPr>
          <a:xfrm>
            <a:off x="99060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4" name="ebt-line-0-34"/>
          <p:cNvSpPr/>
          <p:nvPr/>
        </p:nvSpPr>
        <p:spPr>
          <a:xfrm>
            <a:off x="100965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5" name="ebt-line-0-36"/>
          <p:cNvSpPr/>
          <p:nvPr/>
        </p:nvSpPr>
        <p:spPr>
          <a:xfrm>
            <a:off x="102870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6" name="ebt-line-0-38"/>
          <p:cNvSpPr/>
          <p:nvPr/>
        </p:nvSpPr>
        <p:spPr>
          <a:xfrm>
            <a:off x="104775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7" name="ebt-line-0-40"/>
          <p:cNvSpPr/>
          <p:nvPr/>
        </p:nvSpPr>
        <p:spPr>
          <a:xfrm>
            <a:off x="106680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8" name="ebt-line-0-42"/>
          <p:cNvSpPr/>
          <p:nvPr/>
        </p:nvSpPr>
        <p:spPr>
          <a:xfrm>
            <a:off x="1085850" y="5695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9" name="ebt-line-0-44"/>
          <p:cNvSpPr/>
          <p:nvPr/>
        </p:nvSpPr>
        <p:spPr>
          <a:xfrm>
            <a:off x="110490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0" name="ebt-line-0-46"/>
          <p:cNvSpPr/>
          <p:nvPr/>
        </p:nvSpPr>
        <p:spPr>
          <a:xfrm>
            <a:off x="112395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1" name="ebt-line-0-48"/>
          <p:cNvSpPr/>
          <p:nvPr/>
        </p:nvSpPr>
        <p:spPr>
          <a:xfrm>
            <a:off x="114300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2" name="ebt-line-0-50"/>
          <p:cNvSpPr/>
          <p:nvPr/>
        </p:nvSpPr>
        <p:spPr>
          <a:xfrm>
            <a:off x="116205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3" name="ebt-line-0-52"/>
          <p:cNvSpPr/>
          <p:nvPr/>
        </p:nvSpPr>
        <p:spPr>
          <a:xfrm>
            <a:off x="118110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4" name="ebt-line-0-54"/>
          <p:cNvSpPr/>
          <p:nvPr/>
        </p:nvSpPr>
        <p:spPr>
          <a:xfrm>
            <a:off x="120015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5" name="ebt-line-0-56"/>
          <p:cNvSpPr/>
          <p:nvPr/>
        </p:nvSpPr>
        <p:spPr>
          <a:xfrm>
            <a:off x="1219200" y="5686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6" name="ebt-line-0-58"/>
          <p:cNvSpPr/>
          <p:nvPr/>
        </p:nvSpPr>
        <p:spPr>
          <a:xfrm>
            <a:off x="123825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7" name="ebt-line-0-60"/>
          <p:cNvSpPr/>
          <p:nvPr/>
        </p:nvSpPr>
        <p:spPr>
          <a:xfrm>
            <a:off x="125730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8" name="ebt-line-0-62"/>
          <p:cNvSpPr/>
          <p:nvPr/>
        </p:nvSpPr>
        <p:spPr>
          <a:xfrm>
            <a:off x="127635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9" name="ebt-line-0-64"/>
          <p:cNvSpPr/>
          <p:nvPr/>
        </p:nvSpPr>
        <p:spPr>
          <a:xfrm>
            <a:off x="129540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0" name="ebt-line-0-66"/>
          <p:cNvSpPr/>
          <p:nvPr/>
        </p:nvSpPr>
        <p:spPr>
          <a:xfrm>
            <a:off x="131445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1" name="ebt-line-0-68"/>
          <p:cNvSpPr/>
          <p:nvPr/>
        </p:nvSpPr>
        <p:spPr>
          <a:xfrm>
            <a:off x="133350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2" name="ebt-line-0-70"/>
          <p:cNvSpPr/>
          <p:nvPr/>
        </p:nvSpPr>
        <p:spPr>
          <a:xfrm>
            <a:off x="135255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3" name="ebt-line-0-72"/>
          <p:cNvSpPr/>
          <p:nvPr/>
        </p:nvSpPr>
        <p:spPr>
          <a:xfrm>
            <a:off x="1371600" y="5676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4" name="ebt-line-0-74"/>
          <p:cNvSpPr/>
          <p:nvPr/>
        </p:nvSpPr>
        <p:spPr>
          <a:xfrm>
            <a:off x="139065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5" name="ebt-line-0-76"/>
          <p:cNvSpPr/>
          <p:nvPr/>
        </p:nvSpPr>
        <p:spPr>
          <a:xfrm>
            <a:off x="140970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6" name="ebt-line-0-78"/>
          <p:cNvSpPr/>
          <p:nvPr/>
        </p:nvSpPr>
        <p:spPr>
          <a:xfrm>
            <a:off x="142875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7" name="ebt-line-0-80"/>
          <p:cNvSpPr/>
          <p:nvPr/>
        </p:nvSpPr>
        <p:spPr>
          <a:xfrm>
            <a:off x="144780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8" name="ebt-line-0-82"/>
          <p:cNvSpPr/>
          <p:nvPr/>
        </p:nvSpPr>
        <p:spPr>
          <a:xfrm>
            <a:off x="146685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9" name="ebt-line-0-84"/>
          <p:cNvSpPr/>
          <p:nvPr/>
        </p:nvSpPr>
        <p:spPr>
          <a:xfrm>
            <a:off x="148590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0" name="ebt-line-0-86"/>
          <p:cNvSpPr/>
          <p:nvPr/>
        </p:nvSpPr>
        <p:spPr>
          <a:xfrm>
            <a:off x="1504950" y="5667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1" name="ebt-line-0-88"/>
          <p:cNvSpPr/>
          <p:nvPr/>
        </p:nvSpPr>
        <p:spPr>
          <a:xfrm>
            <a:off x="152400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2" name="ebt-line-0-90"/>
          <p:cNvSpPr/>
          <p:nvPr/>
        </p:nvSpPr>
        <p:spPr>
          <a:xfrm>
            <a:off x="154305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3" name="ebt-line-0-92"/>
          <p:cNvSpPr/>
          <p:nvPr/>
        </p:nvSpPr>
        <p:spPr>
          <a:xfrm>
            <a:off x="156210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4" name="ebt-line-0-94"/>
          <p:cNvSpPr/>
          <p:nvPr/>
        </p:nvSpPr>
        <p:spPr>
          <a:xfrm>
            <a:off x="158115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5" name="ebt-line-0-96"/>
          <p:cNvSpPr/>
          <p:nvPr/>
        </p:nvSpPr>
        <p:spPr>
          <a:xfrm>
            <a:off x="160020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6" name="ebt-line-0-98"/>
          <p:cNvSpPr/>
          <p:nvPr/>
        </p:nvSpPr>
        <p:spPr>
          <a:xfrm>
            <a:off x="161925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7" name="ebt-line-0-100"/>
          <p:cNvSpPr/>
          <p:nvPr/>
        </p:nvSpPr>
        <p:spPr>
          <a:xfrm>
            <a:off x="1638300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8" name="ebt-line-1-0"/>
          <p:cNvSpPr/>
          <p:nvPr/>
        </p:nvSpPr>
        <p:spPr>
          <a:xfrm>
            <a:off x="1647825" y="5657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9" name="ebt-line-1-2"/>
          <p:cNvSpPr/>
          <p:nvPr/>
        </p:nvSpPr>
        <p:spPr>
          <a:xfrm>
            <a:off x="166687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0" name="ebt-line-1-4"/>
          <p:cNvSpPr/>
          <p:nvPr/>
        </p:nvSpPr>
        <p:spPr>
          <a:xfrm>
            <a:off x="168592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1" name="ebt-line-1-6"/>
          <p:cNvSpPr/>
          <p:nvPr/>
        </p:nvSpPr>
        <p:spPr>
          <a:xfrm>
            <a:off x="170497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2" name="ebt-line-1-8"/>
          <p:cNvSpPr/>
          <p:nvPr/>
        </p:nvSpPr>
        <p:spPr>
          <a:xfrm>
            <a:off x="172402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3" name="ebt-line-1-10"/>
          <p:cNvSpPr/>
          <p:nvPr/>
        </p:nvSpPr>
        <p:spPr>
          <a:xfrm>
            <a:off x="174307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4" name="ebt-line-1-12"/>
          <p:cNvSpPr/>
          <p:nvPr/>
        </p:nvSpPr>
        <p:spPr>
          <a:xfrm>
            <a:off x="176212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5" name="ebt-line-1-14"/>
          <p:cNvSpPr/>
          <p:nvPr/>
        </p:nvSpPr>
        <p:spPr>
          <a:xfrm>
            <a:off x="178117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6" name="ebt-line-1-16"/>
          <p:cNvSpPr/>
          <p:nvPr/>
        </p:nvSpPr>
        <p:spPr>
          <a:xfrm>
            <a:off x="1800225" y="5648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7" name="ebt-line-1-18"/>
          <p:cNvSpPr/>
          <p:nvPr/>
        </p:nvSpPr>
        <p:spPr>
          <a:xfrm>
            <a:off x="181927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8" name="ebt-line-1-20"/>
          <p:cNvSpPr/>
          <p:nvPr/>
        </p:nvSpPr>
        <p:spPr>
          <a:xfrm>
            <a:off x="183832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9" name="ebt-line-1-22"/>
          <p:cNvSpPr/>
          <p:nvPr/>
        </p:nvSpPr>
        <p:spPr>
          <a:xfrm>
            <a:off x="185737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0" name="ebt-line-1-24"/>
          <p:cNvSpPr/>
          <p:nvPr/>
        </p:nvSpPr>
        <p:spPr>
          <a:xfrm>
            <a:off x="187642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1" name="ebt-line-1-26"/>
          <p:cNvSpPr/>
          <p:nvPr/>
        </p:nvSpPr>
        <p:spPr>
          <a:xfrm>
            <a:off x="189547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2" name="ebt-line-1-28"/>
          <p:cNvSpPr/>
          <p:nvPr/>
        </p:nvSpPr>
        <p:spPr>
          <a:xfrm>
            <a:off x="191452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3" name="ebt-line-1-30"/>
          <p:cNvSpPr/>
          <p:nvPr/>
        </p:nvSpPr>
        <p:spPr>
          <a:xfrm>
            <a:off x="193357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4" name="ebt-line-1-32"/>
          <p:cNvSpPr/>
          <p:nvPr/>
        </p:nvSpPr>
        <p:spPr>
          <a:xfrm>
            <a:off x="195262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5" name="ebt-line-1-34"/>
          <p:cNvSpPr/>
          <p:nvPr/>
        </p:nvSpPr>
        <p:spPr>
          <a:xfrm>
            <a:off x="1971675" y="5638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6" name="ebt-line-1-36"/>
          <p:cNvSpPr/>
          <p:nvPr/>
        </p:nvSpPr>
        <p:spPr>
          <a:xfrm>
            <a:off x="199072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7" name="ebt-line-1-38"/>
          <p:cNvSpPr/>
          <p:nvPr/>
        </p:nvSpPr>
        <p:spPr>
          <a:xfrm>
            <a:off x="200977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8" name="ebt-line-1-40"/>
          <p:cNvSpPr/>
          <p:nvPr/>
        </p:nvSpPr>
        <p:spPr>
          <a:xfrm>
            <a:off x="202882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9" name="ebt-line-1-42"/>
          <p:cNvSpPr/>
          <p:nvPr/>
        </p:nvSpPr>
        <p:spPr>
          <a:xfrm>
            <a:off x="204787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0" name="ebt-line-1-44"/>
          <p:cNvSpPr/>
          <p:nvPr/>
        </p:nvSpPr>
        <p:spPr>
          <a:xfrm>
            <a:off x="206692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1" name="ebt-line-1-46"/>
          <p:cNvSpPr/>
          <p:nvPr/>
        </p:nvSpPr>
        <p:spPr>
          <a:xfrm>
            <a:off x="208597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2" name="ebt-line-1-48"/>
          <p:cNvSpPr/>
          <p:nvPr/>
        </p:nvSpPr>
        <p:spPr>
          <a:xfrm>
            <a:off x="210502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3" name="ebt-line-1-50"/>
          <p:cNvSpPr/>
          <p:nvPr/>
        </p:nvSpPr>
        <p:spPr>
          <a:xfrm>
            <a:off x="2124075" y="5629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4" name="ebt-line-1-52"/>
          <p:cNvSpPr/>
          <p:nvPr/>
        </p:nvSpPr>
        <p:spPr>
          <a:xfrm>
            <a:off x="214312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5" name="ebt-line-1-54"/>
          <p:cNvSpPr/>
          <p:nvPr/>
        </p:nvSpPr>
        <p:spPr>
          <a:xfrm>
            <a:off x="216217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6" name="ebt-line-1-56"/>
          <p:cNvSpPr/>
          <p:nvPr/>
        </p:nvSpPr>
        <p:spPr>
          <a:xfrm>
            <a:off x="218122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7" name="ebt-line-1-58"/>
          <p:cNvSpPr/>
          <p:nvPr/>
        </p:nvSpPr>
        <p:spPr>
          <a:xfrm>
            <a:off x="220027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8" name="ebt-line-1-60"/>
          <p:cNvSpPr/>
          <p:nvPr/>
        </p:nvSpPr>
        <p:spPr>
          <a:xfrm>
            <a:off x="221932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9" name="ebt-line-1-62"/>
          <p:cNvSpPr/>
          <p:nvPr/>
        </p:nvSpPr>
        <p:spPr>
          <a:xfrm>
            <a:off x="223837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0" name="ebt-line-1-64"/>
          <p:cNvSpPr/>
          <p:nvPr/>
        </p:nvSpPr>
        <p:spPr>
          <a:xfrm>
            <a:off x="225742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1" name="ebt-line-1-66"/>
          <p:cNvSpPr/>
          <p:nvPr/>
        </p:nvSpPr>
        <p:spPr>
          <a:xfrm>
            <a:off x="227647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2" name="ebt-line-1-68"/>
          <p:cNvSpPr/>
          <p:nvPr/>
        </p:nvSpPr>
        <p:spPr>
          <a:xfrm>
            <a:off x="2295525" y="5619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3" name="ebt-line-1-70"/>
          <p:cNvSpPr/>
          <p:nvPr/>
        </p:nvSpPr>
        <p:spPr>
          <a:xfrm>
            <a:off x="231457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4" name="ebt-line-1-72"/>
          <p:cNvSpPr/>
          <p:nvPr/>
        </p:nvSpPr>
        <p:spPr>
          <a:xfrm>
            <a:off x="233362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5" name="ebt-line-1-74"/>
          <p:cNvSpPr/>
          <p:nvPr/>
        </p:nvSpPr>
        <p:spPr>
          <a:xfrm>
            <a:off x="235267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6" name="ebt-line-1-76"/>
          <p:cNvSpPr/>
          <p:nvPr/>
        </p:nvSpPr>
        <p:spPr>
          <a:xfrm>
            <a:off x="237172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7" name="ebt-line-1-78"/>
          <p:cNvSpPr/>
          <p:nvPr/>
        </p:nvSpPr>
        <p:spPr>
          <a:xfrm>
            <a:off x="239077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8" name="ebt-line-1-80"/>
          <p:cNvSpPr/>
          <p:nvPr/>
        </p:nvSpPr>
        <p:spPr>
          <a:xfrm>
            <a:off x="240982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9" name="ebt-line-1-82"/>
          <p:cNvSpPr/>
          <p:nvPr/>
        </p:nvSpPr>
        <p:spPr>
          <a:xfrm>
            <a:off x="242887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0" name="ebt-line-1-84"/>
          <p:cNvSpPr/>
          <p:nvPr/>
        </p:nvSpPr>
        <p:spPr>
          <a:xfrm>
            <a:off x="2447925" y="5610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1" name="ebt-line-1-86"/>
          <p:cNvSpPr/>
          <p:nvPr/>
        </p:nvSpPr>
        <p:spPr>
          <a:xfrm>
            <a:off x="246697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2" name="ebt-line-1-88"/>
          <p:cNvSpPr/>
          <p:nvPr/>
        </p:nvSpPr>
        <p:spPr>
          <a:xfrm>
            <a:off x="248602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3" name="ebt-line-1-90"/>
          <p:cNvSpPr/>
          <p:nvPr/>
        </p:nvSpPr>
        <p:spPr>
          <a:xfrm>
            <a:off x="250507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4" name="ebt-line-1-92"/>
          <p:cNvSpPr/>
          <p:nvPr/>
        </p:nvSpPr>
        <p:spPr>
          <a:xfrm>
            <a:off x="252412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5" name="ebt-line-1-94"/>
          <p:cNvSpPr/>
          <p:nvPr/>
        </p:nvSpPr>
        <p:spPr>
          <a:xfrm>
            <a:off x="254317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6" name="ebt-line-1-96"/>
          <p:cNvSpPr/>
          <p:nvPr/>
        </p:nvSpPr>
        <p:spPr>
          <a:xfrm>
            <a:off x="256222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7" name="ebt-line-1-98"/>
          <p:cNvSpPr/>
          <p:nvPr/>
        </p:nvSpPr>
        <p:spPr>
          <a:xfrm>
            <a:off x="258127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8" name="ebt-line-1-100"/>
          <p:cNvSpPr/>
          <p:nvPr/>
        </p:nvSpPr>
        <p:spPr>
          <a:xfrm>
            <a:off x="260032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9" name="ebt-line-2-0"/>
          <p:cNvSpPr/>
          <p:nvPr/>
        </p:nvSpPr>
        <p:spPr>
          <a:xfrm>
            <a:off x="2619375" y="5600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0" name="ebt-line-2-2"/>
          <p:cNvSpPr/>
          <p:nvPr/>
        </p:nvSpPr>
        <p:spPr>
          <a:xfrm>
            <a:off x="2638425" y="5591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1" name="ebt-line-2-4"/>
          <p:cNvSpPr/>
          <p:nvPr/>
        </p:nvSpPr>
        <p:spPr>
          <a:xfrm>
            <a:off x="2657475" y="5591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2" name="ebt-line-2-6"/>
          <p:cNvSpPr/>
          <p:nvPr/>
        </p:nvSpPr>
        <p:spPr>
          <a:xfrm>
            <a:off x="2676525" y="5591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3" name="ebt-line-2-8"/>
          <p:cNvSpPr/>
          <p:nvPr/>
        </p:nvSpPr>
        <p:spPr>
          <a:xfrm>
            <a:off x="2695575" y="5591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4" name="ebt-line-2-10"/>
          <p:cNvSpPr/>
          <p:nvPr/>
        </p:nvSpPr>
        <p:spPr>
          <a:xfrm>
            <a:off x="2714625" y="5591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5" name="ebt-line-2-12"/>
          <p:cNvSpPr/>
          <p:nvPr/>
        </p:nvSpPr>
        <p:spPr>
          <a:xfrm>
            <a:off x="273367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6" name="ebt-line-2-14"/>
          <p:cNvSpPr/>
          <p:nvPr/>
        </p:nvSpPr>
        <p:spPr>
          <a:xfrm>
            <a:off x="275272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7" name="ebt-line-2-16"/>
          <p:cNvSpPr/>
          <p:nvPr/>
        </p:nvSpPr>
        <p:spPr>
          <a:xfrm>
            <a:off x="277177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8" name="ebt-line-2-18"/>
          <p:cNvSpPr/>
          <p:nvPr/>
        </p:nvSpPr>
        <p:spPr>
          <a:xfrm>
            <a:off x="279082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9" name="ebt-line-2-20"/>
          <p:cNvSpPr/>
          <p:nvPr/>
        </p:nvSpPr>
        <p:spPr>
          <a:xfrm>
            <a:off x="280987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0" name="ebt-line-2-22"/>
          <p:cNvSpPr/>
          <p:nvPr/>
        </p:nvSpPr>
        <p:spPr>
          <a:xfrm>
            <a:off x="2828925" y="5581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1" name="ebt-line-2-24"/>
          <p:cNvSpPr/>
          <p:nvPr/>
        </p:nvSpPr>
        <p:spPr>
          <a:xfrm>
            <a:off x="284797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2" name="ebt-line-2-26"/>
          <p:cNvSpPr/>
          <p:nvPr/>
        </p:nvSpPr>
        <p:spPr>
          <a:xfrm>
            <a:off x="286702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3" name="ebt-line-2-28"/>
          <p:cNvSpPr/>
          <p:nvPr/>
        </p:nvSpPr>
        <p:spPr>
          <a:xfrm>
            <a:off x="288607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4" name="ebt-line-2-30"/>
          <p:cNvSpPr/>
          <p:nvPr/>
        </p:nvSpPr>
        <p:spPr>
          <a:xfrm>
            <a:off x="290512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5" name="ebt-line-2-32"/>
          <p:cNvSpPr/>
          <p:nvPr/>
        </p:nvSpPr>
        <p:spPr>
          <a:xfrm>
            <a:off x="292417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6" name="ebt-line-2-34"/>
          <p:cNvSpPr/>
          <p:nvPr/>
        </p:nvSpPr>
        <p:spPr>
          <a:xfrm>
            <a:off x="2943225" y="5572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7" name="ebt-line-2-36"/>
          <p:cNvSpPr/>
          <p:nvPr/>
        </p:nvSpPr>
        <p:spPr>
          <a:xfrm>
            <a:off x="2962275" y="5562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8" name="ebt-line-2-38"/>
          <p:cNvSpPr/>
          <p:nvPr/>
        </p:nvSpPr>
        <p:spPr>
          <a:xfrm>
            <a:off x="2981325" y="5562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9" name="ebt-line-2-40"/>
          <p:cNvSpPr/>
          <p:nvPr/>
        </p:nvSpPr>
        <p:spPr>
          <a:xfrm>
            <a:off x="3000375" y="5562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0" name="ebt-line-2-42"/>
          <p:cNvSpPr/>
          <p:nvPr/>
        </p:nvSpPr>
        <p:spPr>
          <a:xfrm>
            <a:off x="3019425" y="5562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1" name="ebt-line-2-44"/>
          <p:cNvSpPr/>
          <p:nvPr/>
        </p:nvSpPr>
        <p:spPr>
          <a:xfrm>
            <a:off x="3038475" y="5562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2" name="ebt-line-2-46"/>
          <p:cNvSpPr/>
          <p:nvPr/>
        </p:nvSpPr>
        <p:spPr>
          <a:xfrm>
            <a:off x="305752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3" name="ebt-line-2-48"/>
          <p:cNvSpPr/>
          <p:nvPr/>
        </p:nvSpPr>
        <p:spPr>
          <a:xfrm>
            <a:off x="307657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4" name="ebt-line-2-50"/>
          <p:cNvSpPr/>
          <p:nvPr/>
        </p:nvSpPr>
        <p:spPr>
          <a:xfrm>
            <a:off x="309562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5" name="ebt-line-2-52"/>
          <p:cNvSpPr/>
          <p:nvPr/>
        </p:nvSpPr>
        <p:spPr>
          <a:xfrm>
            <a:off x="311467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6" name="ebt-line-2-54"/>
          <p:cNvSpPr/>
          <p:nvPr/>
        </p:nvSpPr>
        <p:spPr>
          <a:xfrm>
            <a:off x="313372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7" name="ebt-line-2-56"/>
          <p:cNvSpPr/>
          <p:nvPr/>
        </p:nvSpPr>
        <p:spPr>
          <a:xfrm>
            <a:off x="3152775" y="5553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8" name="ebt-line-2-58"/>
          <p:cNvSpPr/>
          <p:nvPr/>
        </p:nvSpPr>
        <p:spPr>
          <a:xfrm>
            <a:off x="317182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9" name="ebt-line-2-60"/>
          <p:cNvSpPr/>
          <p:nvPr/>
        </p:nvSpPr>
        <p:spPr>
          <a:xfrm>
            <a:off x="319087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0" name="ebt-line-2-62"/>
          <p:cNvSpPr/>
          <p:nvPr/>
        </p:nvSpPr>
        <p:spPr>
          <a:xfrm>
            <a:off x="320992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1" name="ebt-line-2-64"/>
          <p:cNvSpPr/>
          <p:nvPr/>
        </p:nvSpPr>
        <p:spPr>
          <a:xfrm>
            <a:off x="322897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2" name="ebt-line-2-66"/>
          <p:cNvSpPr/>
          <p:nvPr/>
        </p:nvSpPr>
        <p:spPr>
          <a:xfrm>
            <a:off x="324802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3" name="ebt-line-2-68"/>
          <p:cNvSpPr/>
          <p:nvPr/>
        </p:nvSpPr>
        <p:spPr>
          <a:xfrm>
            <a:off x="3267075" y="5543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4" name="ebt-line-2-70"/>
          <p:cNvSpPr/>
          <p:nvPr/>
        </p:nvSpPr>
        <p:spPr>
          <a:xfrm>
            <a:off x="3286125" y="5534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5" name="ebt-line-2-72"/>
          <p:cNvSpPr/>
          <p:nvPr/>
        </p:nvSpPr>
        <p:spPr>
          <a:xfrm>
            <a:off x="3305175" y="5534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6" name="ebt-line-2-74"/>
          <p:cNvSpPr/>
          <p:nvPr/>
        </p:nvSpPr>
        <p:spPr>
          <a:xfrm>
            <a:off x="3324225" y="5534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7" name="ebt-line-2-76"/>
          <p:cNvSpPr/>
          <p:nvPr/>
        </p:nvSpPr>
        <p:spPr>
          <a:xfrm>
            <a:off x="3343275" y="5534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8" name="ebt-line-2-78"/>
          <p:cNvSpPr/>
          <p:nvPr/>
        </p:nvSpPr>
        <p:spPr>
          <a:xfrm>
            <a:off x="3362325" y="5534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9" name="ebt-line-2-80"/>
          <p:cNvSpPr/>
          <p:nvPr/>
        </p:nvSpPr>
        <p:spPr>
          <a:xfrm>
            <a:off x="338137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0" name="ebt-line-2-82"/>
          <p:cNvSpPr/>
          <p:nvPr/>
        </p:nvSpPr>
        <p:spPr>
          <a:xfrm>
            <a:off x="340042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1" name="ebt-line-2-84"/>
          <p:cNvSpPr/>
          <p:nvPr/>
        </p:nvSpPr>
        <p:spPr>
          <a:xfrm>
            <a:off x="341947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2" name="ebt-line-2-86"/>
          <p:cNvSpPr/>
          <p:nvPr/>
        </p:nvSpPr>
        <p:spPr>
          <a:xfrm>
            <a:off x="343852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3" name="ebt-line-2-88"/>
          <p:cNvSpPr/>
          <p:nvPr/>
        </p:nvSpPr>
        <p:spPr>
          <a:xfrm>
            <a:off x="345757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4" name="ebt-line-2-90"/>
          <p:cNvSpPr/>
          <p:nvPr/>
        </p:nvSpPr>
        <p:spPr>
          <a:xfrm>
            <a:off x="3476625" y="5524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5" name="ebt-line-2-92"/>
          <p:cNvSpPr/>
          <p:nvPr/>
        </p:nvSpPr>
        <p:spPr>
          <a:xfrm>
            <a:off x="349567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6" name="ebt-line-2-94"/>
          <p:cNvSpPr/>
          <p:nvPr/>
        </p:nvSpPr>
        <p:spPr>
          <a:xfrm>
            <a:off x="351472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7" name="ebt-line-2-96"/>
          <p:cNvSpPr/>
          <p:nvPr/>
        </p:nvSpPr>
        <p:spPr>
          <a:xfrm>
            <a:off x="353377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8" name="ebt-line-2-98"/>
          <p:cNvSpPr/>
          <p:nvPr/>
        </p:nvSpPr>
        <p:spPr>
          <a:xfrm>
            <a:off x="355282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9" name="ebt-line-2-100"/>
          <p:cNvSpPr/>
          <p:nvPr/>
        </p:nvSpPr>
        <p:spPr>
          <a:xfrm>
            <a:off x="357187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0" name="ebt-line-3-0"/>
          <p:cNvSpPr/>
          <p:nvPr/>
        </p:nvSpPr>
        <p:spPr>
          <a:xfrm>
            <a:off x="3590925" y="5514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1" name="ebt-line-3-2"/>
          <p:cNvSpPr/>
          <p:nvPr/>
        </p:nvSpPr>
        <p:spPr>
          <a:xfrm>
            <a:off x="3609975" y="5505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2" name="ebt-line-3-4"/>
          <p:cNvSpPr/>
          <p:nvPr/>
        </p:nvSpPr>
        <p:spPr>
          <a:xfrm>
            <a:off x="3629025" y="5505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3" name="ebt-line-3-6"/>
          <p:cNvSpPr/>
          <p:nvPr/>
        </p:nvSpPr>
        <p:spPr>
          <a:xfrm>
            <a:off x="3648075" y="5505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4" name="ebt-line-3-8"/>
          <p:cNvSpPr/>
          <p:nvPr/>
        </p:nvSpPr>
        <p:spPr>
          <a:xfrm>
            <a:off x="3667125" y="5495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5" name="ebt-line-3-10"/>
          <p:cNvSpPr/>
          <p:nvPr/>
        </p:nvSpPr>
        <p:spPr>
          <a:xfrm>
            <a:off x="3686175" y="5495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6" name="ebt-line-3-12"/>
          <p:cNvSpPr/>
          <p:nvPr/>
        </p:nvSpPr>
        <p:spPr>
          <a:xfrm>
            <a:off x="3705225" y="5495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7" name="ebt-line-3-14"/>
          <p:cNvSpPr/>
          <p:nvPr/>
        </p:nvSpPr>
        <p:spPr>
          <a:xfrm>
            <a:off x="3724275" y="5495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8" name="ebt-line-3-16"/>
          <p:cNvSpPr/>
          <p:nvPr/>
        </p:nvSpPr>
        <p:spPr>
          <a:xfrm>
            <a:off x="3743325" y="5486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9" name="ebt-line-3-18"/>
          <p:cNvSpPr/>
          <p:nvPr/>
        </p:nvSpPr>
        <p:spPr>
          <a:xfrm>
            <a:off x="3762375" y="5486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0" name="ebt-line-3-20"/>
          <p:cNvSpPr/>
          <p:nvPr/>
        </p:nvSpPr>
        <p:spPr>
          <a:xfrm>
            <a:off x="3781425" y="5486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1" name="ebt-line-3-22"/>
          <p:cNvSpPr/>
          <p:nvPr/>
        </p:nvSpPr>
        <p:spPr>
          <a:xfrm>
            <a:off x="3800475" y="5486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2" name="ebt-line-3-24"/>
          <p:cNvSpPr/>
          <p:nvPr/>
        </p:nvSpPr>
        <p:spPr>
          <a:xfrm>
            <a:off x="3819525" y="5476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3" name="ebt-line-3-26"/>
          <p:cNvSpPr/>
          <p:nvPr/>
        </p:nvSpPr>
        <p:spPr>
          <a:xfrm>
            <a:off x="3838575" y="5476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4" name="ebt-line-3-28"/>
          <p:cNvSpPr/>
          <p:nvPr/>
        </p:nvSpPr>
        <p:spPr>
          <a:xfrm>
            <a:off x="3857625" y="5476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5" name="ebt-line-3-30"/>
          <p:cNvSpPr/>
          <p:nvPr/>
        </p:nvSpPr>
        <p:spPr>
          <a:xfrm>
            <a:off x="3876675" y="5476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6" name="ebt-line-3-32"/>
          <p:cNvSpPr/>
          <p:nvPr/>
        </p:nvSpPr>
        <p:spPr>
          <a:xfrm>
            <a:off x="3895725" y="5467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7" name="ebt-line-3-34"/>
          <p:cNvSpPr/>
          <p:nvPr/>
        </p:nvSpPr>
        <p:spPr>
          <a:xfrm>
            <a:off x="3914775" y="5467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8" name="ebt-line-3-36"/>
          <p:cNvSpPr/>
          <p:nvPr/>
        </p:nvSpPr>
        <p:spPr>
          <a:xfrm>
            <a:off x="3933825" y="5467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9" name="ebt-line-3-38"/>
          <p:cNvSpPr/>
          <p:nvPr/>
        </p:nvSpPr>
        <p:spPr>
          <a:xfrm>
            <a:off x="3952875" y="5467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0" name="ebt-line-3-40"/>
          <p:cNvSpPr/>
          <p:nvPr/>
        </p:nvSpPr>
        <p:spPr>
          <a:xfrm>
            <a:off x="3971925" y="5457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1" name="ebt-line-3-42"/>
          <p:cNvSpPr/>
          <p:nvPr/>
        </p:nvSpPr>
        <p:spPr>
          <a:xfrm>
            <a:off x="3990975" y="5457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2" name="ebt-line-3-44"/>
          <p:cNvSpPr/>
          <p:nvPr/>
        </p:nvSpPr>
        <p:spPr>
          <a:xfrm>
            <a:off x="4010025" y="5457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3" name="ebt-line-3-46"/>
          <p:cNvSpPr/>
          <p:nvPr/>
        </p:nvSpPr>
        <p:spPr>
          <a:xfrm>
            <a:off x="4029075" y="5457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4" name="ebt-line-3-48"/>
          <p:cNvSpPr/>
          <p:nvPr/>
        </p:nvSpPr>
        <p:spPr>
          <a:xfrm>
            <a:off x="4048125" y="5448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5" name="ebt-line-3-50"/>
          <p:cNvSpPr/>
          <p:nvPr/>
        </p:nvSpPr>
        <p:spPr>
          <a:xfrm>
            <a:off x="4067175" y="5448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6" name="ebt-line-3-52"/>
          <p:cNvSpPr/>
          <p:nvPr/>
        </p:nvSpPr>
        <p:spPr>
          <a:xfrm>
            <a:off x="4086225" y="5448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7" name="ebt-line-3-54"/>
          <p:cNvSpPr/>
          <p:nvPr/>
        </p:nvSpPr>
        <p:spPr>
          <a:xfrm>
            <a:off x="4105275" y="5448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8" name="ebt-line-3-56"/>
          <p:cNvSpPr/>
          <p:nvPr/>
        </p:nvSpPr>
        <p:spPr>
          <a:xfrm>
            <a:off x="4124325" y="5438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9" name="ebt-line-3-58"/>
          <p:cNvSpPr/>
          <p:nvPr/>
        </p:nvSpPr>
        <p:spPr>
          <a:xfrm>
            <a:off x="4143375" y="5438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0" name="ebt-line-3-60"/>
          <p:cNvSpPr/>
          <p:nvPr/>
        </p:nvSpPr>
        <p:spPr>
          <a:xfrm>
            <a:off x="4162425" y="5438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1" name="ebt-line-3-62"/>
          <p:cNvSpPr/>
          <p:nvPr/>
        </p:nvSpPr>
        <p:spPr>
          <a:xfrm>
            <a:off x="4181475" y="5438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2" name="ebt-line-3-64"/>
          <p:cNvSpPr/>
          <p:nvPr/>
        </p:nvSpPr>
        <p:spPr>
          <a:xfrm>
            <a:off x="4200525" y="5429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3" name="ebt-line-3-66"/>
          <p:cNvSpPr/>
          <p:nvPr/>
        </p:nvSpPr>
        <p:spPr>
          <a:xfrm>
            <a:off x="4219575" y="5429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4" name="ebt-line-3-68"/>
          <p:cNvSpPr/>
          <p:nvPr/>
        </p:nvSpPr>
        <p:spPr>
          <a:xfrm>
            <a:off x="4238625" y="5429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5" name="ebt-line-3-70"/>
          <p:cNvSpPr/>
          <p:nvPr/>
        </p:nvSpPr>
        <p:spPr>
          <a:xfrm>
            <a:off x="4257675" y="5419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6" name="ebt-line-3-72"/>
          <p:cNvSpPr/>
          <p:nvPr/>
        </p:nvSpPr>
        <p:spPr>
          <a:xfrm>
            <a:off x="4276725" y="5419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7" name="ebt-line-3-74"/>
          <p:cNvSpPr/>
          <p:nvPr/>
        </p:nvSpPr>
        <p:spPr>
          <a:xfrm>
            <a:off x="4295775" y="5419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8" name="ebt-line-3-76"/>
          <p:cNvSpPr/>
          <p:nvPr/>
        </p:nvSpPr>
        <p:spPr>
          <a:xfrm>
            <a:off x="4314825" y="5419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9" name="ebt-line-3-78"/>
          <p:cNvSpPr/>
          <p:nvPr/>
        </p:nvSpPr>
        <p:spPr>
          <a:xfrm>
            <a:off x="4333875" y="5410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0" name="ebt-line-3-80"/>
          <p:cNvSpPr/>
          <p:nvPr/>
        </p:nvSpPr>
        <p:spPr>
          <a:xfrm>
            <a:off x="4352925" y="5410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1" name="ebt-line-3-82"/>
          <p:cNvSpPr/>
          <p:nvPr/>
        </p:nvSpPr>
        <p:spPr>
          <a:xfrm>
            <a:off x="4371975" y="5410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2" name="ebt-line-3-84"/>
          <p:cNvSpPr/>
          <p:nvPr/>
        </p:nvSpPr>
        <p:spPr>
          <a:xfrm>
            <a:off x="4391025" y="5410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3" name="ebt-line-3-86"/>
          <p:cNvSpPr/>
          <p:nvPr/>
        </p:nvSpPr>
        <p:spPr>
          <a:xfrm>
            <a:off x="4410075" y="5400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4" name="ebt-line-3-88"/>
          <p:cNvSpPr/>
          <p:nvPr/>
        </p:nvSpPr>
        <p:spPr>
          <a:xfrm>
            <a:off x="4429125" y="5400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5" name="ebt-line-3-90"/>
          <p:cNvSpPr/>
          <p:nvPr/>
        </p:nvSpPr>
        <p:spPr>
          <a:xfrm>
            <a:off x="4448175" y="5400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6" name="ebt-line-3-92"/>
          <p:cNvSpPr/>
          <p:nvPr/>
        </p:nvSpPr>
        <p:spPr>
          <a:xfrm>
            <a:off x="4467225" y="5400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7" name="ebt-line-3-94"/>
          <p:cNvSpPr/>
          <p:nvPr/>
        </p:nvSpPr>
        <p:spPr>
          <a:xfrm>
            <a:off x="4486275" y="5391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8" name="ebt-line-3-96"/>
          <p:cNvSpPr/>
          <p:nvPr/>
        </p:nvSpPr>
        <p:spPr>
          <a:xfrm>
            <a:off x="4505325" y="5391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9" name="ebt-line-3-98"/>
          <p:cNvSpPr/>
          <p:nvPr/>
        </p:nvSpPr>
        <p:spPr>
          <a:xfrm>
            <a:off x="4524375" y="5391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0" name="ebt-line-3-100"/>
          <p:cNvSpPr/>
          <p:nvPr/>
        </p:nvSpPr>
        <p:spPr>
          <a:xfrm>
            <a:off x="4543425" y="5391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1" name="ebt-line-4-0"/>
          <p:cNvSpPr/>
          <p:nvPr/>
        </p:nvSpPr>
        <p:spPr>
          <a:xfrm>
            <a:off x="4552950" y="5391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2" name="ebt-line-4-2"/>
          <p:cNvSpPr/>
          <p:nvPr/>
        </p:nvSpPr>
        <p:spPr>
          <a:xfrm>
            <a:off x="4572000" y="5381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3" name="ebt-line-4-4"/>
          <p:cNvSpPr/>
          <p:nvPr/>
        </p:nvSpPr>
        <p:spPr>
          <a:xfrm>
            <a:off x="4591050" y="5381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4" name="ebt-line-4-6"/>
          <p:cNvSpPr/>
          <p:nvPr/>
        </p:nvSpPr>
        <p:spPr>
          <a:xfrm>
            <a:off x="4610100" y="5381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5" name="ebt-line-4-8"/>
          <p:cNvSpPr/>
          <p:nvPr/>
        </p:nvSpPr>
        <p:spPr>
          <a:xfrm>
            <a:off x="4629150" y="5372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6" name="ebt-line-4-10"/>
          <p:cNvSpPr/>
          <p:nvPr/>
        </p:nvSpPr>
        <p:spPr>
          <a:xfrm>
            <a:off x="4648200" y="5372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7" name="ebt-line-4-12"/>
          <p:cNvSpPr/>
          <p:nvPr/>
        </p:nvSpPr>
        <p:spPr>
          <a:xfrm>
            <a:off x="4667250" y="5372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8" name="ebt-line-4-14"/>
          <p:cNvSpPr/>
          <p:nvPr/>
        </p:nvSpPr>
        <p:spPr>
          <a:xfrm>
            <a:off x="4686300" y="5372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9" name="ebt-line-4-16"/>
          <p:cNvSpPr/>
          <p:nvPr/>
        </p:nvSpPr>
        <p:spPr>
          <a:xfrm>
            <a:off x="4705350" y="5362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0" name="ebt-line-4-18"/>
          <p:cNvSpPr/>
          <p:nvPr/>
        </p:nvSpPr>
        <p:spPr>
          <a:xfrm>
            <a:off x="4724400" y="5362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1" name="ebt-line-4-20"/>
          <p:cNvSpPr/>
          <p:nvPr/>
        </p:nvSpPr>
        <p:spPr>
          <a:xfrm>
            <a:off x="4743450" y="5362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2" name="ebt-line-4-22"/>
          <p:cNvSpPr/>
          <p:nvPr/>
        </p:nvSpPr>
        <p:spPr>
          <a:xfrm>
            <a:off x="4762500" y="5362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3" name="ebt-line-4-24"/>
          <p:cNvSpPr/>
          <p:nvPr/>
        </p:nvSpPr>
        <p:spPr>
          <a:xfrm>
            <a:off x="4781550" y="5353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4" name="ebt-line-4-26"/>
          <p:cNvSpPr/>
          <p:nvPr/>
        </p:nvSpPr>
        <p:spPr>
          <a:xfrm>
            <a:off x="4800600" y="5353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5" name="ebt-line-4-28"/>
          <p:cNvSpPr/>
          <p:nvPr/>
        </p:nvSpPr>
        <p:spPr>
          <a:xfrm>
            <a:off x="4819650" y="5353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6" name="ebt-line-4-30"/>
          <p:cNvSpPr/>
          <p:nvPr/>
        </p:nvSpPr>
        <p:spPr>
          <a:xfrm>
            <a:off x="4838700" y="5353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7" name="ebt-line-4-32"/>
          <p:cNvSpPr/>
          <p:nvPr/>
        </p:nvSpPr>
        <p:spPr>
          <a:xfrm>
            <a:off x="4857750" y="5343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8" name="ebt-line-4-34"/>
          <p:cNvSpPr/>
          <p:nvPr/>
        </p:nvSpPr>
        <p:spPr>
          <a:xfrm>
            <a:off x="4876800" y="5343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9" name="ebt-line-4-36"/>
          <p:cNvSpPr/>
          <p:nvPr/>
        </p:nvSpPr>
        <p:spPr>
          <a:xfrm>
            <a:off x="4895850" y="5343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0" name="ebt-line-4-38"/>
          <p:cNvSpPr/>
          <p:nvPr/>
        </p:nvSpPr>
        <p:spPr>
          <a:xfrm>
            <a:off x="4914900" y="5343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1" name="ebt-line-4-40"/>
          <p:cNvSpPr/>
          <p:nvPr/>
        </p:nvSpPr>
        <p:spPr>
          <a:xfrm>
            <a:off x="4933950" y="5334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2" name="ebt-line-4-42"/>
          <p:cNvSpPr/>
          <p:nvPr/>
        </p:nvSpPr>
        <p:spPr>
          <a:xfrm>
            <a:off x="4953000" y="5334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3" name="ebt-line-4-44"/>
          <p:cNvSpPr/>
          <p:nvPr/>
        </p:nvSpPr>
        <p:spPr>
          <a:xfrm>
            <a:off x="4972050" y="5334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4" name="ebt-line-4-46"/>
          <p:cNvSpPr/>
          <p:nvPr/>
        </p:nvSpPr>
        <p:spPr>
          <a:xfrm>
            <a:off x="4991100" y="5334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5" name="ebt-line-4-48"/>
          <p:cNvSpPr/>
          <p:nvPr/>
        </p:nvSpPr>
        <p:spPr>
          <a:xfrm>
            <a:off x="5010150" y="5324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6" name="ebt-line-4-50"/>
          <p:cNvSpPr/>
          <p:nvPr/>
        </p:nvSpPr>
        <p:spPr>
          <a:xfrm>
            <a:off x="5029200" y="5324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7" name="ebt-line-4-52"/>
          <p:cNvSpPr/>
          <p:nvPr/>
        </p:nvSpPr>
        <p:spPr>
          <a:xfrm>
            <a:off x="5048250" y="5324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8" name="ebt-line-4-54"/>
          <p:cNvSpPr/>
          <p:nvPr/>
        </p:nvSpPr>
        <p:spPr>
          <a:xfrm>
            <a:off x="5067300" y="5324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9" name="ebt-line-4-56"/>
          <p:cNvSpPr/>
          <p:nvPr/>
        </p:nvSpPr>
        <p:spPr>
          <a:xfrm>
            <a:off x="5086350" y="5314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0" name="ebt-line-4-58"/>
          <p:cNvSpPr/>
          <p:nvPr/>
        </p:nvSpPr>
        <p:spPr>
          <a:xfrm>
            <a:off x="5105400" y="5314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1" name="ebt-line-4-60"/>
          <p:cNvSpPr/>
          <p:nvPr/>
        </p:nvSpPr>
        <p:spPr>
          <a:xfrm>
            <a:off x="5124450" y="5314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2" name="ebt-line-4-62"/>
          <p:cNvSpPr/>
          <p:nvPr/>
        </p:nvSpPr>
        <p:spPr>
          <a:xfrm>
            <a:off x="5143500" y="5314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3" name="ebt-line-4-64"/>
          <p:cNvSpPr/>
          <p:nvPr/>
        </p:nvSpPr>
        <p:spPr>
          <a:xfrm>
            <a:off x="5162550" y="5305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4" name="ebt-line-4-66"/>
          <p:cNvSpPr/>
          <p:nvPr/>
        </p:nvSpPr>
        <p:spPr>
          <a:xfrm>
            <a:off x="5181600" y="5305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5" name="ebt-line-4-68"/>
          <p:cNvSpPr/>
          <p:nvPr/>
        </p:nvSpPr>
        <p:spPr>
          <a:xfrm>
            <a:off x="5200650" y="5305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6" name="ebt-line-4-70"/>
          <p:cNvSpPr/>
          <p:nvPr/>
        </p:nvSpPr>
        <p:spPr>
          <a:xfrm>
            <a:off x="5219700" y="5305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7" name="ebt-line-4-72"/>
          <p:cNvSpPr/>
          <p:nvPr/>
        </p:nvSpPr>
        <p:spPr>
          <a:xfrm>
            <a:off x="5238750" y="5295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8" name="ebt-line-4-74"/>
          <p:cNvSpPr/>
          <p:nvPr/>
        </p:nvSpPr>
        <p:spPr>
          <a:xfrm>
            <a:off x="5257800" y="5295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9" name="ebt-line-4-76"/>
          <p:cNvSpPr/>
          <p:nvPr/>
        </p:nvSpPr>
        <p:spPr>
          <a:xfrm>
            <a:off x="5276850" y="5295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0" name="ebt-line-4-78"/>
          <p:cNvSpPr/>
          <p:nvPr/>
        </p:nvSpPr>
        <p:spPr>
          <a:xfrm>
            <a:off x="5295900" y="5295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1" name="ebt-line-4-80"/>
          <p:cNvSpPr/>
          <p:nvPr/>
        </p:nvSpPr>
        <p:spPr>
          <a:xfrm>
            <a:off x="5314950" y="5286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2" name="ebt-line-4-82"/>
          <p:cNvSpPr/>
          <p:nvPr/>
        </p:nvSpPr>
        <p:spPr>
          <a:xfrm>
            <a:off x="5334000" y="5286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3" name="ebt-line-4-84"/>
          <p:cNvSpPr/>
          <p:nvPr/>
        </p:nvSpPr>
        <p:spPr>
          <a:xfrm>
            <a:off x="5353050" y="5286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4" name="ebt-line-4-86"/>
          <p:cNvSpPr/>
          <p:nvPr/>
        </p:nvSpPr>
        <p:spPr>
          <a:xfrm>
            <a:off x="5372100" y="5286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5" name="ebt-line-4-88"/>
          <p:cNvSpPr/>
          <p:nvPr/>
        </p:nvSpPr>
        <p:spPr>
          <a:xfrm>
            <a:off x="5391150" y="5276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6" name="ebt-line-4-90"/>
          <p:cNvSpPr/>
          <p:nvPr/>
        </p:nvSpPr>
        <p:spPr>
          <a:xfrm>
            <a:off x="5410200" y="5276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7" name="ebt-line-4-92"/>
          <p:cNvSpPr/>
          <p:nvPr/>
        </p:nvSpPr>
        <p:spPr>
          <a:xfrm>
            <a:off x="5429250" y="5276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8" name="ebt-line-4-94"/>
          <p:cNvSpPr/>
          <p:nvPr/>
        </p:nvSpPr>
        <p:spPr>
          <a:xfrm>
            <a:off x="5448300" y="5276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9" name="ebt-line-4-96"/>
          <p:cNvSpPr/>
          <p:nvPr/>
        </p:nvSpPr>
        <p:spPr>
          <a:xfrm>
            <a:off x="5467350" y="5267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0" name="ebt-line-4-98"/>
          <p:cNvSpPr/>
          <p:nvPr/>
        </p:nvSpPr>
        <p:spPr>
          <a:xfrm>
            <a:off x="5486400" y="5267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1" name="ebt-line-4-100"/>
          <p:cNvSpPr/>
          <p:nvPr/>
        </p:nvSpPr>
        <p:spPr>
          <a:xfrm>
            <a:off x="5505450" y="5267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2" name="ebt-line-5-0"/>
          <p:cNvSpPr/>
          <p:nvPr/>
        </p:nvSpPr>
        <p:spPr>
          <a:xfrm>
            <a:off x="5524500" y="5267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3" name="ebt-line-5-2"/>
          <p:cNvSpPr/>
          <p:nvPr/>
        </p:nvSpPr>
        <p:spPr>
          <a:xfrm>
            <a:off x="5543550" y="5257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4" name="ebt-line-5-4"/>
          <p:cNvSpPr/>
          <p:nvPr/>
        </p:nvSpPr>
        <p:spPr>
          <a:xfrm>
            <a:off x="5562600" y="5257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5" name="ebt-line-5-6"/>
          <p:cNvSpPr/>
          <p:nvPr/>
        </p:nvSpPr>
        <p:spPr>
          <a:xfrm>
            <a:off x="5581650" y="5257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6" name="ebt-line-5-8"/>
          <p:cNvSpPr/>
          <p:nvPr/>
        </p:nvSpPr>
        <p:spPr>
          <a:xfrm>
            <a:off x="5600700" y="5248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7" name="ebt-line-5-10"/>
          <p:cNvSpPr/>
          <p:nvPr/>
        </p:nvSpPr>
        <p:spPr>
          <a:xfrm>
            <a:off x="5619750" y="5248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8" name="ebt-line-5-12"/>
          <p:cNvSpPr/>
          <p:nvPr/>
        </p:nvSpPr>
        <p:spPr>
          <a:xfrm>
            <a:off x="5638800" y="5248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9" name="ebt-line-5-14"/>
          <p:cNvSpPr/>
          <p:nvPr/>
        </p:nvSpPr>
        <p:spPr>
          <a:xfrm>
            <a:off x="5657850" y="5238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0" name="ebt-line-5-16"/>
          <p:cNvSpPr/>
          <p:nvPr/>
        </p:nvSpPr>
        <p:spPr>
          <a:xfrm>
            <a:off x="5676900" y="5238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1" name="ebt-line-5-18"/>
          <p:cNvSpPr/>
          <p:nvPr/>
        </p:nvSpPr>
        <p:spPr>
          <a:xfrm>
            <a:off x="5695950" y="5238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2" name="ebt-line-5-20"/>
          <p:cNvSpPr/>
          <p:nvPr/>
        </p:nvSpPr>
        <p:spPr>
          <a:xfrm>
            <a:off x="5715000" y="5229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3" name="ebt-line-5-22"/>
          <p:cNvSpPr/>
          <p:nvPr/>
        </p:nvSpPr>
        <p:spPr>
          <a:xfrm>
            <a:off x="5734050" y="5229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4" name="ebt-line-5-24"/>
          <p:cNvSpPr/>
          <p:nvPr/>
        </p:nvSpPr>
        <p:spPr>
          <a:xfrm>
            <a:off x="5753100" y="5229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5" name="ebt-line-5-26"/>
          <p:cNvSpPr/>
          <p:nvPr/>
        </p:nvSpPr>
        <p:spPr>
          <a:xfrm>
            <a:off x="5772150" y="5219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6" name="ebt-line-5-28"/>
          <p:cNvSpPr/>
          <p:nvPr/>
        </p:nvSpPr>
        <p:spPr>
          <a:xfrm>
            <a:off x="5791200" y="5219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7" name="ebt-line-5-30"/>
          <p:cNvSpPr/>
          <p:nvPr/>
        </p:nvSpPr>
        <p:spPr>
          <a:xfrm>
            <a:off x="5810250" y="5219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8" name="ebt-line-5-32"/>
          <p:cNvSpPr/>
          <p:nvPr/>
        </p:nvSpPr>
        <p:spPr>
          <a:xfrm>
            <a:off x="5829300" y="5210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9" name="ebt-line-5-34"/>
          <p:cNvSpPr/>
          <p:nvPr/>
        </p:nvSpPr>
        <p:spPr>
          <a:xfrm>
            <a:off x="5848350" y="5210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0" name="ebt-line-5-36"/>
          <p:cNvSpPr/>
          <p:nvPr/>
        </p:nvSpPr>
        <p:spPr>
          <a:xfrm>
            <a:off x="5867400" y="5210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1" name="ebt-line-5-38"/>
          <p:cNvSpPr/>
          <p:nvPr/>
        </p:nvSpPr>
        <p:spPr>
          <a:xfrm>
            <a:off x="5886450" y="5210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2" name="ebt-line-5-40"/>
          <p:cNvSpPr/>
          <p:nvPr/>
        </p:nvSpPr>
        <p:spPr>
          <a:xfrm>
            <a:off x="5905500" y="5200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3" name="ebt-line-5-42"/>
          <p:cNvSpPr/>
          <p:nvPr/>
        </p:nvSpPr>
        <p:spPr>
          <a:xfrm>
            <a:off x="5924550" y="5200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4" name="ebt-line-5-44"/>
          <p:cNvSpPr/>
          <p:nvPr/>
        </p:nvSpPr>
        <p:spPr>
          <a:xfrm>
            <a:off x="5943600" y="5200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5" name="ebt-line-5-46"/>
          <p:cNvSpPr/>
          <p:nvPr/>
        </p:nvSpPr>
        <p:spPr>
          <a:xfrm>
            <a:off x="5962650" y="5191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6" name="ebt-line-5-48"/>
          <p:cNvSpPr/>
          <p:nvPr/>
        </p:nvSpPr>
        <p:spPr>
          <a:xfrm>
            <a:off x="5981700" y="5191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7" name="ebt-line-5-50"/>
          <p:cNvSpPr/>
          <p:nvPr/>
        </p:nvSpPr>
        <p:spPr>
          <a:xfrm>
            <a:off x="6000750" y="5191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8" name="ebt-line-5-52"/>
          <p:cNvSpPr/>
          <p:nvPr/>
        </p:nvSpPr>
        <p:spPr>
          <a:xfrm>
            <a:off x="6019800" y="5181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9" name="ebt-line-5-54"/>
          <p:cNvSpPr/>
          <p:nvPr/>
        </p:nvSpPr>
        <p:spPr>
          <a:xfrm>
            <a:off x="6038850" y="5181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0" name="ebt-line-5-56"/>
          <p:cNvSpPr/>
          <p:nvPr/>
        </p:nvSpPr>
        <p:spPr>
          <a:xfrm>
            <a:off x="6057900" y="5181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1" name="ebt-line-5-58"/>
          <p:cNvSpPr/>
          <p:nvPr/>
        </p:nvSpPr>
        <p:spPr>
          <a:xfrm>
            <a:off x="6076950" y="5172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2" name="ebt-line-5-60"/>
          <p:cNvSpPr/>
          <p:nvPr/>
        </p:nvSpPr>
        <p:spPr>
          <a:xfrm>
            <a:off x="6096000" y="5172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3" name="ebt-line-5-62"/>
          <p:cNvSpPr/>
          <p:nvPr/>
        </p:nvSpPr>
        <p:spPr>
          <a:xfrm>
            <a:off x="6115050" y="5172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4" name="ebt-line-5-64"/>
          <p:cNvSpPr/>
          <p:nvPr/>
        </p:nvSpPr>
        <p:spPr>
          <a:xfrm>
            <a:off x="6134100" y="5162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5" name="ebt-line-5-66"/>
          <p:cNvSpPr/>
          <p:nvPr/>
        </p:nvSpPr>
        <p:spPr>
          <a:xfrm>
            <a:off x="6153150" y="5162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6" name="ebt-line-5-68"/>
          <p:cNvSpPr/>
          <p:nvPr/>
        </p:nvSpPr>
        <p:spPr>
          <a:xfrm>
            <a:off x="6172200" y="5162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7" name="ebt-line-5-70"/>
          <p:cNvSpPr/>
          <p:nvPr/>
        </p:nvSpPr>
        <p:spPr>
          <a:xfrm>
            <a:off x="6191250" y="5162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8" name="ebt-line-5-72"/>
          <p:cNvSpPr/>
          <p:nvPr/>
        </p:nvSpPr>
        <p:spPr>
          <a:xfrm>
            <a:off x="6210300" y="5153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9" name="ebt-line-5-74"/>
          <p:cNvSpPr/>
          <p:nvPr/>
        </p:nvSpPr>
        <p:spPr>
          <a:xfrm>
            <a:off x="6229350" y="5153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0" name="ebt-line-5-76"/>
          <p:cNvSpPr/>
          <p:nvPr/>
        </p:nvSpPr>
        <p:spPr>
          <a:xfrm>
            <a:off x="6248400" y="5153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1" name="ebt-line-5-78"/>
          <p:cNvSpPr/>
          <p:nvPr/>
        </p:nvSpPr>
        <p:spPr>
          <a:xfrm>
            <a:off x="6267450" y="5143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2" name="ebt-line-5-80"/>
          <p:cNvSpPr/>
          <p:nvPr/>
        </p:nvSpPr>
        <p:spPr>
          <a:xfrm>
            <a:off x="6286500" y="5143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3" name="ebt-line-5-82"/>
          <p:cNvSpPr/>
          <p:nvPr/>
        </p:nvSpPr>
        <p:spPr>
          <a:xfrm>
            <a:off x="6305550" y="5143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4" name="ebt-line-5-84"/>
          <p:cNvSpPr/>
          <p:nvPr/>
        </p:nvSpPr>
        <p:spPr>
          <a:xfrm>
            <a:off x="6324600" y="5133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5" name="ebt-line-5-86"/>
          <p:cNvSpPr/>
          <p:nvPr/>
        </p:nvSpPr>
        <p:spPr>
          <a:xfrm>
            <a:off x="6343650" y="5133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6" name="ebt-line-5-88"/>
          <p:cNvSpPr/>
          <p:nvPr/>
        </p:nvSpPr>
        <p:spPr>
          <a:xfrm>
            <a:off x="6362700" y="5133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7" name="ebt-line-5-90"/>
          <p:cNvSpPr/>
          <p:nvPr/>
        </p:nvSpPr>
        <p:spPr>
          <a:xfrm>
            <a:off x="6381750" y="5124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8" name="ebt-line-5-92"/>
          <p:cNvSpPr/>
          <p:nvPr/>
        </p:nvSpPr>
        <p:spPr>
          <a:xfrm>
            <a:off x="6400800" y="5124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9" name="ebt-line-5-94"/>
          <p:cNvSpPr/>
          <p:nvPr/>
        </p:nvSpPr>
        <p:spPr>
          <a:xfrm>
            <a:off x="6419850" y="5124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0" name="ebt-line-5-96"/>
          <p:cNvSpPr/>
          <p:nvPr/>
        </p:nvSpPr>
        <p:spPr>
          <a:xfrm>
            <a:off x="6438900" y="5114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1" name="ebt-line-5-98"/>
          <p:cNvSpPr/>
          <p:nvPr/>
        </p:nvSpPr>
        <p:spPr>
          <a:xfrm>
            <a:off x="6457950" y="5114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2" name="ebt-line-5-100"/>
          <p:cNvSpPr/>
          <p:nvPr/>
        </p:nvSpPr>
        <p:spPr>
          <a:xfrm>
            <a:off x="6477000" y="5114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3" name="ebt-line-6-0"/>
          <p:cNvSpPr/>
          <p:nvPr/>
        </p:nvSpPr>
        <p:spPr>
          <a:xfrm>
            <a:off x="6496050" y="5114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4" name="ebt-line-6-2"/>
          <p:cNvSpPr/>
          <p:nvPr/>
        </p:nvSpPr>
        <p:spPr>
          <a:xfrm>
            <a:off x="6515100" y="5105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5" name="ebt-line-6-4"/>
          <p:cNvSpPr/>
          <p:nvPr/>
        </p:nvSpPr>
        <p:spPr>
          <a:xfrm>
            <a:off x="6534150" y="5105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6" name="ebt-line-6-6"/>
          <p:cNvSpPr/>
          <p:nvPr/>
        </p:nvSpPr>
        <p:spPr>
          <a:xfrm>
            <a:off x="6553200" y="5095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7" name="ebt-line-6-8"/>
          <p:cNvSpPr/>
          <p:nvPr/>
        </p:nvSpPr>
        <p:spPr>
          <a:xfrm>
            <a:off x="6572250" y="5095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8" name="ebt-line-6-10"/>
          <p:cNvSpPr/>
          <p:nvPr/>
        </p:nvSpPr>
        <p:spPr>
          <a:xfrm>
            <a:off x="6591300" y="5086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9" name="ebt-line-6-12"/>
          <p:cNvSpPr/>
          <p:nvPr/>
        </p:nvSpPr>
        <p:spPr>
          <a:xfrm>
            <a:off x="6610350" y="5086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0" name="ebt-line-6-14"/>
          <p:cNvSpPr/>
          <p:nvPr/>
        </p:nvSpPr>
        <p:spPr>
          <a:xfrm>
            <a:off x="6629400" y="5076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1" name="ebt-line-6-16"/>
          <p:cNvSpPr/>
          <p:nvPr/>
        </p:nvSpPr>
        <p:spPr>
          <a:xfrm>
            <a:off x="6648450" y="5076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2" name="ebt-line-6-18"/>
          <p:cNvSpPr/>
          <p:nvPr/>
        </p:nvSpPr>
        <p:spPr>
          <a:xfrm>
            <a:off x="6667500" y="5067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3" name="ebt-line-6-20"/>
          <p:cNvSpPr/>
          <p:nvPr/>
        </p:nvSpPr>
        <p:spPr>
          <a:xfrm>
            <a:off x="6686550" y="5067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4" name="ebt-line-6-22"/>
          <p:cNvSpPr/>
          <p:nvPr/>
        </p:nvSpPr>
        <p:spPr>
          <a:xfrm>
            <a:off x="6705600" y="5057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5" name="ebt-line-6-24"/>
          <p:cNvSpPr/>
          <p:nvPr/>
        </p:nvSpPr>
        <p:spPr>
          <a:xfrm>
            <a:off x="6724650" y="5057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6" name="ebt-line-6-26"/>
          <p:cNvSpPr/>
          <p:nvPr/>
        </p:nvSpPr>
        <p:spPr>
          <a:xfrm>
            <a:off x="6743700" y="5048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7" name="ebt-line-6-28"/>
          <p:cNvSpPr/>
          <p:nvPr/>
        </p:nvSpPr>
        <p:spPr>
          <a:xfrm>
            <a:off x="6762750" y="5048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8" name="ebt-line-6-30"/>
          <p:cNvSpPr/>
          <p:nvPr/>
        </p:nvSpPr>
        <p:spPr>
          <a:xfrm>
            <a:off x="6781800" y="5038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9" name="ebt-line-6-32"/>
          <p:cNvSpPr/>
          <p:nvPr/>
        </p:nvSpPr>
        <p:spPr>
          <a:xfrm>
            <a:off x="6800850" y="5038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0" name="ebt-line-6-34"/>
          <p:cNvSpPr/>
          <p:nvPr/>
        </p:nvSpPr>
        <p:spPr>
          <a:xfrm>
            <a:off x="6819900" y="5038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1" name="ebt-line-6-36"/>
          <p:cNvSpPr/>
          <p:nvPr/>
        </p:nvSpPr>
        <p:spPr>
          <a:xfrm>
            <a:off x="6838950" y="5029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2" name="ebt-line-6-38"/>
          <p:cNvSpPr/>
          <p:nvPr/>
        </p:nvSpPr>
        <p:spPr>
          <a:xfrm>
            <a:off x="6858000" y="5029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3" name="ebt-line-6-40"/>
          <p:cNvSpPr/>
          <p:nvPr/>
        </p:nvSpPr>
        <p:spPr>
          <a:xfrm>
            <a:off x="6877050" y="5019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4" name="ebt-line-6-42"/>
          <p:cNvSpPr/>
          <p:nvPr/>
        </p:nvSpPr>
        <p:spPr>
          <a:xfrm>
            <a:off x="6896100" y="5019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5" name="ebt-line-6-44"/>
          <p:cNvSpPr/>
          <p:nvPr/>
        </p:nvSpPr>
        <p:spPr>
          <a:xfrm>
            <a:off x="6915150" y="5010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6" name="ebt-line-6-46"/>
          <p:cNvSpPr/>
          <p:nvPr/>
        </p:nvSpPr>
        <p:spPr>
          <a:xfrm>
            <a:off x="6934200" y="5010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7" name="ebt-line-6-48"/>
          <p:cNvSpPr/>
          <p:nvPr/>
        </p:nvSpPr>
        <p:spPr>
          <a:xfrm>
            <a:off x="6953250" y="5000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8" name="ebt-line-6-50"/>
          <p:cNvSpPr/>
          <p:nvPr/>
        </p:nvSpPr>
        <p:spPr>
          <a:xfrm>
            <a:off x="6972300" y="5000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9" name="ebt-line-6-52"/>
          <p:cNvSpPr/>
          <p:nvPr/>
        </p:nvSpPr>
        <p:spPr>
          <a:xfrm>
            <a:off x="6991350" y="4991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0" name="ebt-line-6-54"/>
          <p:cNvSpPr/>
          <p:nvPr/>
        </p:nvSpPr>
        <p:spPr>
          <a:xfrm>
            <a:off x="7010400" y="4991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1" name="ebt-line-6-56"/>
          <p:cNvSpPr/>
          <p:nvPr/>
        </p:nvSpPr>
        <p:spPr>
          <a:xfrm>
            <a:off x="7029450" y="4981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2" name="ebt-line-6-58"/>
          <p:cNvSpPr/>
          <p:nvPr/>
        </p:nvSpPr>
        <p:spPr>
          <a:xfrm>
            <a:off x="7048500" y="4981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3" name="ebt-line-6-60"/>
          <p:cNvSpPr/>
          <p:nvPr/>
        </p:nvSpPr>
        <p:spPr>
          <a:xfrm>
            <a:off x="7067550" y="4972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4" name="ebt-line-6-62"/>
          <p:cNvSpPr/>
          <p:nvPr/>
        </p:nvSpPr>
        <p:spPr>
          <a:xfrm>
            <a:off x="7086600" y="4972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5" name="ebt-line-6-64"/>
          <p:cNvSpPr/>
          <p:nvPr/>
        </p:nvSpPr>
        <p:spPr>
          <a:xfrm>
            <a:off x="710565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6" name="ebt-line-6-66"/>
          <p:cNvSpPr/>
          <p:nvPr/>
        </p:nvSpPr>
        <p:spPr>
          <a:xfrm>
            <a:off x="712470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7" name="ebt-line-6-68"/>
          <p:cNvSpPr/>
          <p:nvPr/>
        </p:nvSpPr>
        <p:spPr>
          <a:xfrm>
            <a:off x="714375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8" name="ebt-line-6-70"/>
          <p:cNvSpPr/>
          <p:nvPr/>
        </p:nvSpPr>
        <p:spPr>
          <a:xfrm>
            <a:off x="716280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9" name="ebt-line-6-72"/>
          <p:cNvSpPr/>
          <p:nvPr/>
        </p:nvSpPr>
        <p:spPr>
          <a:xfrm>
            <a:off x="718185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0" name="ebt-line-6-74"/>
          <p:cNvSpPr/>
          <p:nvPr/>
        </p:nvSpPr>
        <p:spPr>
          <a:xfrm>
            <a:off x="720090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1" name="ebt-line-6-76"/>
          <p:cNvSpPr/>
          <p:nvPr/>
        </p:nvSpPr>
        <p:spPr>
          <a:xfrm>
            <a:off x="721995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2" name="ebt-line-6-78"/>
          <p:cNvSpPr/>
          <p:nvPr/>
        </p:nvSpPr>
        <p:spPr>
          <a:xfrm>
            <a:off x="723900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3" name="ebt-line-6-80"/>
          <p:cNvSpPr/>
          <p:nvPr/>
        </p:nvSpPr>
        <p:spPr>
          <a:xfrm>
            <a:off x="725805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4" name="ebt-line-6-82"/>
          <p:cNvSpPr/>
          <p:nvPr/>
        </p:nvSpPr>
        <p:spPr>
          <a:xfrm>
            <a:off x="727710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5" name="ebt-line-6-84"/>
          <p:cNvSpPr/>
          <p:nvPr/>
        </p:nvSpPr>
        <p:spPr>
          <a:xfrm>
            <a:off x="729615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6" name="ebt-line-6-86"/>
          <p:cNvSpPr/>
          <p:nvPr/>
        </p:nvSpPr>
        <p:spPr>
          <a:xfrm>
            <a:off x="731520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7" name="ebt-line-6-88"/>
          <p:cNvSpPr/>
          <p:nvPr/>
        </p:nvSpPr>
        <p:spPr>
          <a:xfrm>
            <a:off x="733425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8" name="ebt-line-6-90"/>
          <p:cNvSpPr/>
          <p:nvPr/>
        </p:nvSpPr>
        <p:spPr>
          <a:xfrm>
            <a:off x="735330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9" name="ebt-line-6-92"/>
          <p:cNvSpPr/>
          <p:nvPr/>
        </p:nvSpPr>
        <p:spPr>
          <a:xfrm>
            <a:off x="737235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0" name="ebt-line-6-94"/>
          <p:cNvSpPr/>
          <p:nvPr/>
        </p:nvSpPr>
        <p:spPr>
          <a:xfrm>
            <a:off x="739140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1" name="ebt-line-6-96"/>
          <p:cNvSpPr/>
          <p:nvPr/>
        </p:nvSpPr>
        <p:spPr>
          <a:xfrm>
            <a:off x="741045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2" name="ebt-line-6-98"/>
          <p:cNvSpPr/>
          <p:nvPr/>
        </p:nvSpPr>
        <p:spPr>
          <a:xfrm>
            <a:off x="742950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3" name="ebt-line-6-100"/>
          <p:cNvSpPr/>
          <p:nvPr/>
        </p:nvSpPr>
        <p:spPr>
          <a:xfrm>
            <a:off x="744855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4" name="ebt-dot-0"/>
          <p:cNvSpPr/>
          <p:nvPr/>
        </p:nvSpPr>
        <p:spPr>
          <a:xfrm>
            <a:off x="657225" y="56959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5" name="ebt-dot-1"/>
          <p:cNvSpPr/>
          <p:nvPr/>
        </p:nvSpPr>
        <p:spPr>
          <a:xfrm>
            <a:off x="1619250" y="56292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6" name="ebt-dot-2"/>
          <p:cNvSpPr/>
          <p:nvPr/>
        </p:nvSpPr>
        <p:spPr>
          <a:xfrm>
            <a:off x="2590800" y="557212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7" name="ebt-dot-3"/>
          <p:cNvSpPr/>
          <p:nvPr/>
        </p:nvSpPr>
        <p:spPr>
          <a:xfrm>
            <a:off x="3562350" y="54864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8" name="ebt-dot-4"/>
          <p:cNvSpPr/>
          <p:nvPr/>
        </p:nvSpPr>
        <p:spPr>
          <a:xfrm>
            <a:off x="4524375" y="53625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9" name="ebt-dot-5"/>
          <p:cNvSpPr/>
          <p:nvPr/>
        </p:nvSpPr>
        <p:spPr>
          <a:xfrm>
            <a:off x="5495925" y="52387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0" name="ebt-dot-6"/>
          <p:cNvSpPr/>
          <p:nvPr/>
        </p:nvSpPr>
        <p:spPr>
          <a:xfrm>
            <a:off x="6467475" y="50863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1" name="ebt-dot-7"/>
          <p:cNvSpPr/>
          <p:nvPr/>
        </p:nvSpPr>
        <p:spPr>
          <a:xfrm>
            <a:off x="7439025" y="48577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2" name="nps-line-0-0"/>
          <p:cNvSpPr/>
          <p:nvPr/>
        </p:nvSpPr>
        <p:spPr>
          <a:xfrm>
            <a:off x="685800" y="58483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3" name="nps-line-0-6"/>
          <p:cNvSpPr/>
          <p:nvPr/>
        </p:nvSpPr>
        <p:spPr>
          <a:xfrm>
            <a:off x="742950" y="58388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4" name="nps-line-0-12"/>
          <p:cNvSpPr/>
          <p:nvPr/>
        </p:nvSpPr>
        <p:spPr>
          <a:xfrm>
            <a:off x="800100" y="58293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5" name="nps-line-0-18"/>
          <p:cNvSpPr/>
          <p:nvPr/>
        </p:nvSpPr>
        <p:spPr>
          <a:xfrm>
            <a:off x="857250" y="58293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6" name="nps-line-0-24"/>
          <p:cNvSpPr/>
          <p:nvPr/>
        </p:nvSpPr>
        <p:spPr>
          <a:xfrm>
            <a:off x="914400" y="58197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7" name="nps-line-0-30"/>
          <p:cNvSpPr/>
          <p:nvPr/>
        </p:nvSpPr>
        <p:spPr>
          <a:xfrm>
            <a:off x="971550" y="58197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8" name="nps-line-0-36"/>
          <p:cNvSpPr/>
          <p:nvPr/>
        </p:nvSpPr>
        <p:spPr>
          <a:xfrm>
            <a:off x="1028700" y="58102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9" name="nps-line-0-42"/>
          <p:cNvSpPr/>
          <p:nvPr/>
        </p:nvSpPr>
        <p:spPr>
          <a:xfrm>
            <a:off x="1085850" y="58102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0" name="nps-line-0-48"/>
          <p:cNvSpPr/>
          <p:nvPr/>
        </p:nvSpPr>
        <p:spPr>
          <a:xfrm>
            <a:off x="1143000" y="58007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1" name="nps-line-0-54"/>
          <p:cNvSpPr/>
          <p:nvPr/>
        </p:nvSpPr>
        <p:spPr>
          <a:xfrm>
            <a:off x="1200150" y="58007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2" name="nps-line-0-60"/>
          <p:cNvSpPr/>
          <p:nvPr/>
        </p:nvSpPr>
        <p:spPr>
          <a:xfrm>
            <a:off x="1257300" y="57912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3" name="nps-line-0-66"/>
          <p:cNvSpPr/>
          <p:nvPr/>
        </p:nvSpPr>
        <p:spPr>
          <a:xfrm>
            <a:off x="1314450" y="57912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4" name="nps-line-0-72"/>
          <p:cNvSpPr/>
          <p:nvPr/>
        </p:nvSpPr>
        <p:spPr>
          <a:xfrm>
            <a:off x="1371600" y="57816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5" name="nps-line-0-78"/>
          <p:cNvSpPr/>
          <p:nvPr/>
        </p:nvSpPr>
        <p:spPr>
          <a:xfrm>
            <a:off x="1428750" y="57816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6" name="nps-line-0-84"/>
          <p:cNvSpPr/>
          <p:nvPr/>
        </p:nvSpPr>
        <p:spPr>
          <a:xfrm>
            <a:off x="1485900" y="57721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7" name="nps-line-0-90"/>
          <p:cNvSpPr/>
          <p:nvPr/>
        </p:nvSpPr>
        <p:spPr>
          <a:xfrm>
            <a:off x="1543050" y="57626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8" name="nps-line-0-96"/>
          <p:cNvSpPr/>
          <p:nvPr/>
        </p:nvSpPr>
        <p:spPr>
          <a:xfrm>
            <a:off x="1600200" y="57626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9" name="nps-line-1-0"/>
          <p:cNvSpPr/>
          <p:nvPr/>
        </p:nvSpPr>
        <p:spPr>
          <a:xfrm>
            <a:off x="1647825" y="57626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0" name="nps-line-1-6"/>
          <p:cNvSpPr/>
          <p:nvPr/>
        </p:nvSpPr>
        <p:spPr>
          <a:xfrm>
            <a:off x="1704975" y="57531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1" name="nps-line-1-12"/>
          <p:cNvSpPr/>
          <p:nvPr/>
        </p:nvSpPr>
        <p:spPr>
          <a:xfrm>
            <a:off x="1762125" y="57531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2" name="nps-line-1-18"/>
          <p:cNvSpPr/>
          <p:nvPr/>
        </p:nvSpPr>
        <p:spPr>
          <a:xfrm>
            <a:off x="1819275" y="57435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3" name="nps-line-1-24"/>
          <p:cNvSpPr/>
          <p:nvPr/>
        </p:nvSpPr>
        <p:spPr>
          <a:xfrm>
            <a:off x="1876425" y="57435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4" name="nps-line-1-30"/>
          <p:cNvSpPr/>
          <p:nvPr/>
        </p:nvSpPr>
        <p:spPr>
          <a:xfrm>
            <a:off x="1933575" y="57340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5" name="nps-line-1-36"/>
          <p:cNvSpPr/>
          <p:nvPr/>
        </p:nvSpPr>
        <p:spPr>
          <a:xfrm>
            <a:off x="1990725" y="57340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6" name="nps-line-1-42"/>
          <p:cNvSpPr/>
          <p:nvPr/>
        </p:nvSpPr>
        <p:spPr>
          <a:xfrm>
            <a:off x="2047875" y="57245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7" name="nps-line-1-48"/>
          <p:cNvSpPr/>
          <p:nvPr/>
        </p:nvSpPr>
        <p:spPr>
          <a:xfrm>
            <a:off x="2105025" y="57245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8" name="nps-line-1-54"/>
          <p:cNvSpPr/>
          <p:nvPr/>
        </p:nvSpPr>
        <p:spPr>
          <a:xfrm>
            <a:off x="2162175" y="57150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9" name="nps-line-1-60"/>
          <p:cNvSpPr/>
          <p:nvPr/>
        </p:nvSpPr>
        <p:spPr>
          <a:xfrm>
            <a:off x="2219325" y="57150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0" name="nps-line-1-66"/>
          <p:cNvSpPr/>
          <p:nvPr/>
        </p:nvSpPr>
        <p:spPr>
          <a:xfrm>
            <a:off x="2276475" y="57054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1" name="nps-line-1-72"/>
          <p:cNvSpPr/>
          <p:nvPr/>
        </p:nvSpPr>
        <p:spPr>
          <a:xfrm>
            <a:off x="2333625" y="57054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2" name="nps-line-1-78"/>
          <p:cNvSpPr/>
          <p:nvPr/>
        </p:nvSpPr>
        <p:spPr>
          <a:xfrm>
            <a:off x="2390775" y="56959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3" name="nps-line-1-84"/>
          <p:cNvSpPr/>
          <p:nvPr/>
        </p:nvSpPr>
        <p:spPr>
          <a:xfrm>
            <a:off x="2447925" y="56959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4" name="nps-line-1-90"/>
          <p:cNvSpPr/>
          <p:nvPr/>
        </p:nvSpPr>
        <p:spPr>
          <a:xfrm>
            <a:off x="2505075" y="56864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5" name="nps-line-1-96"/>
          <p:cNvSpPr/>
          <p:nvPr/>
        </p:nvSpPr>
        <p:spPr>
          <a:xfrm>
            <a:off x="2562225" y="56864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6" name="nps-line-2-0"/>
          <p:cNvSpPr/>
          <p:nvPr/>
        </p:nvSpPr>
        <p:spPr>
          <a:xfrm>
            <a:off x="2619375" y="56864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7" name="nps-line-2-6"/>
          <p:cNvSpPr/>
          <p:nvPr/>
        </p:nvSpPr>
        <p:spPr>
          <a:xfrm>
            <a:off x="2676525" y="56769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8" name="nps-line-2-12"/>
          <p:cNvSpPr/>
          <p:nvPr/>
        </p:nvSpPr>
        <p:spPr>
          <a:xfrm>
            <a:off x="2733675" y="56769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9" name="nps-line-2-18"/>
          <p:cNvSpPr/>
          <p:nvPr/>
        </p:nvSpPr>
        <p:spPr>
          <a:xfrm>
            <a:off x="2790825" y="56769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0" name="nps-line-2-24"/>
          <p:cNvSpPr/>
          <p:nvPr/>
        </p:nvSpPr>
        <p:spPr>
          <a:xfrm>
            <a:off x="2847975" y="56673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1" name="nps-line-2-30"/>
          <p:cNvSpPr/>
          <p:nvPr/>
        </p:nvSpPr>
        <p:spPr>
          <a:xfrm>
            <a:off x="2905125" y="56673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2" name="nps-line-2-36"/>
          <p:cNvSpPr/>
          <p:nvPr/>
        </p:nvSpPr>
        <p:spPr>
          <a:xfrm>
            <a:off x="2962275" y="56673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3" name="nps-line-2-42"/>
          <p:cNvSpPr/>
          <p:nvPr/>
        </p:nvSpPr>
        <p:spPr>
          <a:xfrm>
            <a:off x="3019425" y="56578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4" name="nps-line-2-48"/>
          <p:cNvSpPr/>
          <p:nvPr/>
        </p:nvSpPr>
        <p:spPr>
          <a:xfrm>
            <a:off x="3076575" y="56578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5" name="nps-line-2-54"/>
          <p:cNvSpPr/>
          <p:nvPr/>
        </p:nvSpPr>
        <p:spPr>
          <a:xfrm>
            <a:off x="3133725" y="56578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6" name="nps-line-2-60"/>
          <p:cNvSpPr/>
          <p:nvPr/>
        </p:nvSpPr>
        <p:spPr>
          <a:xfrm>
            <a:off x="3190875" y="56578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7" name="nps-line-2-66"/>
          <p:cNvSpPr/>
          <p:nvPr/>
        </p:nvSpPr>
        <p:spPr>
          <a:xfrm>
            <a:off x="3248025" y="56483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8" name="nps-line-2-72"/>
          <p:cNvSpPr/>
          <p:nvPr/>
        </p:nvSpPr>
        <p:spPr>
          <a:xfrm>
            <a:off x="3305175" y="56483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9" name="nps-line-2-78"/>
          <p:cNvSpPr/>
          <p:nvPr/>
        </p:nvSpPr>
        <p:spPr>
          <a:xfrm>
            <a:off x="3362325" y="56483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0" name="nps-line-2-84"/>
          <p:cNvSpPr/>
          <p:nvPr/>
        </p:nvSpPr>
        <p:spPr>
          <a:xfrm>
            <a:off x="3419475" y="56388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1" name="nps-line-2-90"/>
          <p:cNvSpPr/>
          <p:nvPr/>
        </p:nvSpPr>
        <p:spPr>
          <a:xfrm>
            <a:off x="3476625" y="56388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2" name="nps-line-2-96"/>
          <p:cNvSpPr/>
          <p:nvPr/>
        </p:nvSpPr>
        <p:spPr>
          <a:xfrm>
            <a:off x="3533775" y="56388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3" name="nps-line-3-0"/>
          <p:cNvSpPr/>
          <p:nvPr/>
        </p:nvSpPr>
        <p:spPr>
          <a:xfrm>
            <a:off x="3590925" y="56388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4" name="nps-line-3-6"/>
          <p:cNvSpPr/>
          <p:nvPr/>
        </p:nvSpPr>
        <p:spPr>
          <a:xfrm>
            <a:off x="3648075" y="56292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5" name="nps-line-3-12"/>
          <p:cNvSpPr/>
          <p:nvPr/>
        </p:nvSpPr>
        <p:spPr>
          <a:xfrm>
            <a:off x="3705225" y="56197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6" name="nps-line-3-18"/>
          <p:cNvSpPr/>
          <p:nvPr/>
        </p:nvSpPr>
        <p:spPr>
          <a:xfrm>
            <a:off x="3762375" y="56197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7" name="nps-line-3-24"/>
          <p:cNvSpPr/>
          <p:nvPr/>
        </p:nvSpPr>
        <p:spPr>
          <a:xfrm>
            <a:off x="3819525" y="56102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8" name="nps-line-3-30"/>
          <p:cNvSpPr/>
          <p:nvPr/>
        </p:nvSpPr>
        <p:spPr>
          <a:xfrm>
            <a:off x="3876675" y="56007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9" name="nps-line-3-36"/>
          <p:cNvSpPr/>
          <p:nvPr/>
        </p:nvSpPr>
        <p:spPr>
          <a:xfrm>
            <a:off x="3933825" y="56007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0" name="nps-line-3-42"/>
          <p:cNvSpPr/>
          <p:nvPr/>
        </p:nvSpPr>
        <p:spPr>
          <a:xfrm>
            <a:off x="3990975" y="55911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1" name="nps-line-3-48"/>
          <p:cNvSpPr/>
          <p:nvPr/>
        </p:nvSpPr>
        <p:spPr>
          <a:xfrm>
            <a:off x="4048125" y="55816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2" name="nps-line-3-54"/>
          <p:cNvSpPr/>
          <p:nvPr/>
        </p:nvSpPr>
        <p:spPr>
          <a:xfrm>
            <a:off x="4105275" y="55816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3" name="nps-line-3-60"/>
          <p:cNvSpPr/>
          <p:nvPr/>
        </p:nvSpPr>
        <p:spPr>
          <a:xfrm>
            <a:off x="4162425" y="55721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4" name="nps-line-3-66"/>
          <p:cNvSpPr/>
          <p:nvPr/>
        </p:nvSpPr>
        <p:spPr>
          <a:xfrm>
            <a:off x="4219575" y="55626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5" name="nps-line-3-72"/>
          <p:cNvSpPr/>
          <p:nvPr/>
        </p:nvSpPr>
        <p:spPr>
          <a:xfrm>
            <a:off x="4276725" y="55626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6" name="nps-line-3-78"/>
          <p:cNvSpPr/>
          <p:nvPr/>
        </p:nvSpPr>
        <p:spPr>
          <a:xfrm>
            <a:off x="4333875" y="55530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7" name="nps-line-3-84"/>
          <p:cNvSpPr/>
          <p:nvPr/>
        </p:nvSpPr>
        <p:spPr>
          <a:xfrm>
            <a:off x="4391025" y="55435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8" name="nps-line-3-90"/>
          <p:cNvSpPr/>
          <p:nvPr/>
        </p:nvSpPr>
        <p:spPr>
          <a:xfrm>
            <a:off x="4448175" y="55435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9" name="nps-line-3-96"/>
          <p:cNvSpPr/>
          <p:nvPr/>
        </p:nvSpPr>
        <p:spPr>
          <a:xfrm>
            <a:off x="4505325" y="55340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0" name="nps-line-4-0"/>
          <p:cNvSpPr/>
          <p:nvPr/>
        </p:nvSpPr>
        <p:spPr>
          <a:xfrm>
            <a:off x="4552950" y="55340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1" name="nps-line-4-6"/>
          <p:cNvSpPr/>
          <p:nvPr/>
        </p:nvSpPr>
        <p:spPr>
          <a:xfrm>
            <a:off x="4610100" y="55245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2" name="nps-line-4-12"/>
          <p:cNvSpPr/>
          <p:nvPr/>
        </p:nvSpPr>
        <p:spPr>
          <a:xfrm>
            <a:off x="4667250" y="55149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3" name="nps-line-4-18"/>
          <p:cNvSpPr/>
          <p:nvPr/>
        </p:nvSpPr>
        <p:spPr>
          <a:xfrm>
            <a:off x="4724400" y="55149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4" name="nps-line-4-24"/>
          <p:cNvSpPr/>
          <p:nvPr/>
        </p:nvSpPr>
        <p:spPr>
          <a:xfrm>
            <a:off x="4781550" y="55054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5" name="nps-line-4-30"/>
          <p:cNvSpPr/>
          <p:nvPr/>
        </p:nvSpPr>
        <p:spPr>
          <a:xfrm>
            <a:off x="4838700" y="55054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6" name="nps-line-4-36"/>
          <p:cNvSpPr/>
          <p:nvPr/>
        </p:nvSpPr>
        <p:spPr>
          <a:xfrm>
            <a:off x="4895850" y="54959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7" name="nps-line-4-42"/>
          <p:cNvSpPr/>
          <p:nvPr/>
        </p:nvSpPr>
        <p:spPr>
          <a:xfrm>
            <a:off x="4953000" y="54864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8" name="nps-line-4-48"/>
          <p:cNvSpPr/>
          <p:nvPr/>
        </p:nvSpPr>
        <p:spPr>
          <a:xfrm>
            <a:off x="5010150" y="54864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9" name="nps-line-4-54"/>
          <p:cNvSpPr/>
          <p:nvPr/>
        </p:nvSpPr>
        <p:spPr>
          <a:xfrm>
            <a:off x="5067300" y="54768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0" name="nps-line-4-60"/>
          <p:cNvSpPr/>
          <p:nvPr/>
        </p:nvSpPr>
        <p:spPr>
          <a:xfrm>
            <a:off x="5124450" y="54768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1" name="nps-line-4-66"/>
          <p:cNvSpPr/>
          <p:nvPr/>
        </p:nvSpPr>
        <p:spPr>
          <a:xfrm>
            <a:off x="5181600" y="54673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2" name="nps-line-4-72"/>
          <p:cNvSpPr/>
          <p:nvPr/>
        </p:nvSpPr>
        <p:spPr>
          <a:xfrm>
            <a:off x="5238750" y="54578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3" name="nps-line-4-78"/>
          <p:cNvSpPr/>
          <p:nvPr/>
        </p:nvSpPr>
        <p:spPr>
          <a:xfrm>
            <a:off x="5295900" y="54578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4" name="nps-line-4-84"/>
          <p:cNvSpPr/>
          <p:nvPr/>
        </p:nvSpPr>
        <p:spPr>
          <a:xfrm>
            <a:off x="5353050" y="54483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5" name="nps-line-4-90"/>
          <p:cNvSpPr/>
          <p:nvPr/>
        </p:nvSpPr>
        <p:spPr>
          <a:xfrm>
            <a:off x="5410200" y="54483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6" name="nps-line-4-96"/>
          <p:cNvSpPr/>
          <p:nvPr/>
        </p:nvSpPr>
        <p:spPr>
          <a:xfrm>
            <a:off x="5467350" y="54387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7" name="nps-line-5-0"/>
          <p:cNvSpPr/>
          <p:nvPr/>
        </p:nvSpPr>
        <p:spPr>
          <a:xfrm>
            <a:off x="5524500" y="54387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8" name="nps-line-5-6"/>
          <p:cNvSpPr/>
          <p:nvPr/>
        </p:nvSpPr>
        <p:spPr>
          <a:xfrm>
            <a:off x="5581650" y="54292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9" name="nps-line-5-12"/>
          <p:cNvSpPr/>
          <p:nvPr/>
        </p:nvSpPr>
        <p:spPr>
          <a:xfrm>
            <a:off x="5638800" y="54197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0" name="nps-line-5-18"/>
          <p:cNvSpPr/>
          <p:nvPr/>
        </p:nvSpPr>
        <p:spPr>
          <a:xfrm>
            <a:off x="5695950" y="54102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1" name="nps-line-5-24"/>
          <p:cNvSpPr/>
          <p:nvPr/>
        </p:nvSpPr>
        <p:spPr>
          <a:xfrm>
            <a:off x="5753100" y="54006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2" name="nps-line-5-30"/>
          <p:cNvSpPr/>
          <p:nvPr/>
        </p:nvSpPr>
        <p:spPr>
          <a:xfrm>
            <a:off x="5810250" y="54006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3" name="nps-line-5-36"/>
          <p:cNvSpPr/>
          <p:nvPr/>
        </p:nvSpPr>
        <p:spPr>
          <a:xfrm>
            <a:off x="5867400" y="53911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4" name="nps-line-5-42"/>
          <p:cNvSpPr/>
          <p:nvPr/>
        </p:nvSpPr>
        <p:spPr>
          <a:xfrm>
            <a:off x="5924550" y="53816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5" name="nps-line-5-48"/>
          <p:cNvSpPr/>
          <p:nvPr/>
        </p:nvSpPr>
        <p:spPr>
          <a:xfrm>
            <a:off x="5981700" y="53721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6" name="nps-line-5-54"/>
          <p:cNvSpPr/>
          <p:nvPr/>
        </p:nvSpPr>
        <p:spPr>
          <a:xfrm>
            <a:off x="6038850" y="53721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7" name="nps-line-5-60"/>
          <p:cNvSpPr/>
          <p:nvPr/>
        </p:nvSpPr>
        <p:spPr>
          <a:xfrm>
            <a:off x="6096000" y="53625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8" name="nps-line-5-66"/>
          <p:cNvSpPr/>
          <p:nvPr/>
        </p:nvSpPr>
        <p:spPr>
          <a:xfrm>
            <a:off x="6153150" y="53530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9" name="nps-line-5-72"/>
          <p:cNvSpPr/>
          <p:nvPr/>
        </p:nvSpPr>
        <p:spPr>
          <a:xfrm>
            <a:off x="6210300" y="53435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0" name="nps-line-5-78"/>
          <p:cNvSpPr/>
          <p:nvPr/>
        </p:nvSpPr>
        <p:spPr>
          <a:xfrm>
            <a:off x="6267450" y="53435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1" name="nps-line-5-84"/>
          <p:cNvSpPr/>
          <p:nvPr/>
        </p:nvSpPr>
        <p:spPr>
          <a:xfrm>
            <a:off x="6324600" y="53340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2" name="nps-line-5-90"/>
          <p:cNvSpPr/>
          <p:nvPr/>
        </p:nvSpPr>
        <p:spPr>
          <a:xfrm>
            <a:off x="6381750" y="53244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3" name="nps-line-5-96"/>
          <p:cNvSpPr/>
          <p:nvPr/>
        </p:nvSpPr>
        <p:spPr>
          <a:xfrm>
            <a:off x="6438900" y="53149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4" name="nps-line-6-0"/>
          <p:cNvSpPr/>
          <p:nvPr/>
        </p:nvSpPr>
        <p:spPr>
          <a:xfrm>
            <a:off x="6496050" y="53149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5" name="nps-line-6-6"/>
          <p:cNvSpPr/>
          <p:nvPr/>
        </p:nvSpPr>
        <p:spPr>
          <a:xfrm>
            <a:off x="6553200" y="52959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6" name="nps-line-6-12"/>
          <p:cNvSpPr/>
          <p:nvPr/>
        </p:nvSpPr>
        <p:spPr>
          <a:xfrm>
            <a:off x="6610350" y="52863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7" name="nps-line-6-18"/>
          <p:cNvSpPr/>
          <p:nvPr/>
        </p:nvSpPr>
        <p:spPr>
          <a:xfrm>
            <a:off x="6667500" y="52768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8" name="nps-line-6-24"/>
          <p:cNvSpPr/>
          <p:nvPr/>
        </p:nvSpPr>
        <p:spPr>
          <a:xfrm>
            <a:off x="6724650" y="52578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9" name="nps-line-6-30"/>
          <p:cNvSpPr/>
          <p:nvPr/>
        </p:nvSpPr>
        <p:spPr>
          <a:xfrm>
            <a:off x="6781800" y="52482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0" name="nps-line-6-36"/>
          <p:cNvSpPr/>
          <p:nvPr/>
        </p:nvSpPr>
        <p:spPr>
          <a:xfrm>
            <a:off x="6838950" y="52387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1" name="nps-line-6-42"/>
          <p:cNvSpPr/>
          <p:nvPr/>
        </p:nvSpPr>
        <p:spPr>
          <a:xfrm>
            <a:off x="6896100" y="521970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2" name="nps-line-6-48"/>
          <p:cNvSpPr/>
          <p:nvPr/>
        </p:nvSpPr>
        <p:spPr>
          <a:xfrm>
            <a:off x="6953250" y="52101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3" name="nps-line-6-54"/>
          <p:cNvSpPr/>
          <p:nvPr/>
        </p:nvSpPr>
        <p:spPr>
          <a:xfrm>
            <a:off x="7010400" y="52006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4" name="nps-line-6-60"/>
          <p:cNvSpPr/>
          <p:nvPr/>
        </p:nvSpPr>
        <p:spPr>
          <a:xfrm>
            <a:off x="7067550" y="51911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5" name="nps-line-6-66"/>
          <p:cNvSpPr/>
          <p:nvPr/>
        </p:nvSpPr>
        <p:spPr>
          <a:xfrm>
            <a:off x="7124700" y="51720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6" name="nps-line-6-72"/>
          <p:cNvSpPr/>
          <p:nvPr/>
        </p:nvSpPr>
        <p:spPr>
          <a:xfrm>
            <a:off x="7181850" y="51625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7" name="nps-line-6-78"/>
          <p:cNvSpPr/>
          <p:nvPr/>
        </p:nvSpPr>
        <p:spPr>
          <a:xfrm>
            <a:off x="7239000" y="51530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8" name="nps-line-6-84"/>
          <p:cNvSpPr/>
          <p:nvPr/>
        </p:nvSpPr>
        <p:spPr>
          <a:xfrm>
            <a:off x="7296150" y="513397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9" name="nps-line-6-90"/>
          <p:cNvSpPr/>
          <p:nvPr/>
        </p:nvSpPr>
        <p:spPr>
          <a:xfrm>
            <a:off x="7353300" y="5124450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0" name="nps-line-6-96"/>
          <p:cNvSpPr/>
          <p:nvPr/>
        </p:nvSpPr>
        <p:spPr>
          <a:xfrm>
            <a:off x="7410450" y="5114925"/>
            <a:ext cx="2857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1" name="nps-dot-0"/>
          <p:cNvSpPr/>
          <p:nvPr/>
        </p:nvSpPr>
        <p:spPr>
          <a:xfrm>
            <a:off x="666750" y="58293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2" name="nps-dot-1"/>
          <p:cNvSpPr/>
          <p:nvPr/>
        </p:nvSpPr>
        <p:spPr>
          <a:xfrm>
            <a:off x="1628775" y="57435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3" name="nps-dot-2"/>
          <p:cNvSpPr/>
          <p:nvPr/>
        </p:nvSpPr>
        <p:spPr>
          <a:xfrm>
            <a:off x="2600325" y="56673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4" name="nps-dot-3"/>
          <p:cNvSpPr/>
          <p:nvPr/>
        </p:nvSpPr>
        <p:spPr>
          <a:xfrm>
            <a:off x="3571875" y="56197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5" name="nps-dot-4"/>
          <p:cNvSpPr/>
          <p:nvPr/>
        </p:nvSpPr>
        <p:spPr>
          <a:xfrm>
            <a:off x="4533900" y="55149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6" name="nps-dot-5"/>
          <p:cNvSpPr/>
          <p:nvPr/>
        </p:nvSpPr>
        <p:spPr>
          <a:xfrm>
            <a:off x="5505450" y="54197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7" name="nps-dot-6"/>
          <p:cNvSpPr/>
          <p:nvPr/>
        </p:nvSpPr>
        <p:spPr>
          <a:xfrm>
            <a:off x="6477000" y="52959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8" name="nps-dot-7"/>
          <p:cNvSpPr/>
          <p:nvPr/>
        </p:nvSpPr>
        <p:spPr>
          <a:xfrm>
            <a:off x="7448550" y="50863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9" name="alerts-bg"/>
          <p:cNvSpPr/>
          <p:nvPr/>
        </p:nvSpPr>
        <p:spPr>
          <a:xfrm>
            <a:off x="7829550" y="3581400"/>
            <a:ext cx="3905250" cy="28003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0" name="alerts-title"/>
          <p:cNvSpPr txBox="1"/>
          <p:nvPr/>
        </p:nvSpPr>
        <p:spPr>
          <a:xfrm>
            <a:off x="8001000" y="3695700"/>
            <a:ext cx="3562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ALERTS &amp; FLAGS</a:t>
            </a:r>
          </a:p>
        </p:txBody>
      </p:sp>
      <p:sp>
        <p:nvSpPr>
          <p:cNvPr id="901" name="alert-1-bg"/>
          <p:cNvSpPr/>
          <p:nvPr/>
        </p:nvSpPr>
        <p:spPr>
          <a:xfrm>
            <a:off x="7943850" y="3962400"/>
            <a:ext cx="3676650" cy="69532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2" name="alert-1-bar"/>
          <p:cNvSpPr/>
          <p:nvPr/>
        </p:nvSpPr>
        <p:spPr>
          <a:xfrm>
            <a:off x="7943850" y="3962400"/>
            <a:ext cx="38100" cy="69532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3" name="alert-1-text"/>
          <p:cNvSpPr txBox="1"/>
          <p:nvPr/>
        </p:nvSpPr>
        <p:spPr>
          <a:xfrm>
            <a:off x="8058150" y="4057650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APAC delivery milestone at risk — resource shortfall flagged by PMO</a:t>
            </a:r>
          </a:p>
        </p:txBody>
      </p:sp>
      <p:sp>
        <p:nvSpPr>
          <p:cNvPr id="904" name="alert-1-date"/>
          <p:cNvSpPr txBox="1"/>
          <p:nvPr/>
        </p:nvSpPr>
        <p:spPr>
          <a:xfrm>
            <a:off x="8058150" y="4486275"/>
            <a:ext cx="3562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Raised 14 May 2026</a:t>
            </a:r>
          </a:p>
        </p:txBody>
      </p:sp>
      <p:sp>
        <p:nvSpPr>
          <p:cNvPr id="905" name="alert-2-bg"/>
          <p:cNvSpPr/>
          <p:nvPr/>
        </p:nvSpPr>
        <p:spPr>
          <a:xfrm>
            <a:off x="7943850" y="4733925"/>
            <a:ext cx="3676650" cy="69532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6" name="alert-2-bar"/>
          <p:cNvSpPr/>
          <p:nvPr/>
        </p:nvSpPr>
        <p:spPr>
          <a:xfrm>
            <a:off x="7943850" y="4733925"/>
            <a:ext cx="38100" cy="6953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7" name="alert-2-text"/>
          <p:cNvSpPr txBox="1"/>
          <p:nvPr/>
        </p:nvSpPr>
        <p:spPr>
          <a:xfrm>
            <a:off x="8058150" y="4829175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NA cost run-rate trending 4% above budget; variance review scheduled</a:t>
            </a:r>
          </a:p>
        </p:txBody>
      </p:sp>
      <p:sp>
        <p:nvSpPr>
          <p:cNvPr id="908" name="alert-2-date"/>
          <p:cNvSpPr txBox="1"/>
          <p:nvPr/>
        </p:nvSpPr>
        <p:spPr>
          <a:xfrm>
            <a:off x="8058150" y="5257800"/>
            <a:ext cx="3562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Updated 16 May 2026</a:t>
            </a:r>
          </a:p>
        </p:txBody>
      </p:sp>
      <p:sp>
        <p:nvSpPr>
          <p:cNvPr id="909" name="alert-3-bg"/>
          <p:cNvSpPr/>
          <p:nvPr/>
        </p:nvSpPr>
        <p:spPr>
          <a:xfrm>
            <a:off x="7943850" y="5505450"/>
            <a:ext cx="3676650" cy="69532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0" name="alert-3-bar"/>
          <p:cNvSpPr/>
          <p:nvPr/>
        </p:nvSpPr>
        <p:spPr>
          <a:xfrm>
            <a:off x="7943850" y="5505450"/>
            <a:ext cx="38100" cy="6953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1" name="alert-3-text"/>
          <p:cNvSpPr txBox="1"/>
          <p:nvPr/>
        </p:nvSpPr>
        <p:spPr>
          <a:xfrm>
            <a:off x="8058150" y="5600700"/>
            <a:ext cx="3562350" cy="4286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EMEA client NPS recovered to 74 following Q1 remediation actions</a:t>
            </a:r>
          </a:p>
        </p:txBody>
      </p:sp>
      <p:sp>
        <p:nvSpPr>
          <p:cNvPr id="912" name="alert-3-date"/>
          <p:cNvSpPr txBox="1"/>
          <p:nvPr/>
        </p:nvSpPr>
        <p:spPr>
          <a:xfrm>
            <a:off x="8058150" y="6029325"/>
            <a:ext cx="3562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Confirmed 19 May 2026</a:t>
            </a:r>
          </a:p>
        </p:txBody>
      </p:sp>
      <p:sp>
        <p:nvSpPr>
          <p:cNvPr id="91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1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1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