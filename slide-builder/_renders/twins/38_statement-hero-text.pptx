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1143000" y="1381125"/>
            <a:ext cx="9906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IT COMES DOWN TO</a:t>
            </a:r>
          </a:p>
        </p:txBody>
      </p:sp>
      <p:sp>
        <p:nvSpPr>
          <p:cNvPr id="3" name="hero-statement"/>
          <p:cNvSpPr txBox="1"/>
          <p:nvPr/>
        </p:nvSpPr>
        <p:spPr>
          <a:xfrm>
            <a:off x="1143000" y="2009775"/>
            <a:ext cx="9906000" cy="1619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4200" b="0" i="1">
                <a:solidFill>
                  <a:srgbClr val="FFFFFF"/>
                </a:solidFill>
                <a:latin typeface="Inter"/>
              </a:rPr>
              <a:t>“The deck doesn’t need to be longer. It needs to be sharper.”</a:t>
            </a:r>
          </a:p>
        </p:txBody>
      </p:sp>
      <p:sp>
        <p:nvSpPr>
          <p:cNvPr id="4" name="hero-rule"/>
          <p:cNvSpPr/>
          <p:nvPr/>
        </p:nvSpPr>
        <p:spPr>
          <a:xfrm>
            <a:off x="5524500" y="4162425"/>
            <a:ext cx="11430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hero-attribution"/>
          <p:cNvSpPr txBox="1"/>
          <p:nvPr/>
        </p:nvSpPr>
        <p:spPr>
          <a:xfrm>
            <a:off x="1143000" y="4495800"/>
            <a:ext cx="9906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B8A5D9"/>
                </a:solidFill>
                <a:latin typeface="Inter"/>
              </a:rPr>
              <a:t>Mario Peralta · After 12 pilot decks · May 2026</a:t>
            </a:r>
          </a:p>
        </p:txBody>
      </p:sp>
      <p:sp>
        <p:nvSpPr>
          <p:cNvPr id="6" name="hero-context"/>
          <p:cNvSpPr txBox="1"/>
          <p:nvPr/>
        </p:nvSpPr>
        <p:spPr>
          <a:xfrm>
            <a:off x="2667000" y="493395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If you remember nothing else from the next 30 minutes, remember this.</a:t>
            </a:r>
          </a:p>
        </p:txBody>
      </p:sp>
      <p:sp>
        <p:nvSpPr>
          <p:cNvPr id="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B8A5D9"/>
                </a:solidFill>
                <a:latin typeface="Inter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