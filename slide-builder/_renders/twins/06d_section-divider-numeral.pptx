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vider-top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divider-section-label"/>
          <p:cNvSpPr txBox="1"/>
          <p:nvPr/>
        </p:nvSpPr>
        <p:spPr>
          <a:xfrm>
            <a:off x="762000" y="209550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SECTION · 03</a:t>
            </a:r>
          </a:p>
        </p:txBody>
      </p:sp>
      <p:sp>
        <p:nvSpPr>
          <p:cNvPr id="4" name="divider-title"/>
          <p:cNvSpPr txBox="1"/>
          <p:nvPr/>
        </p:nvSpPr>
        <p:spPr>
          <a:xfrm>
            <a:off x="762000" y="2343150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FFFFFF"/>
                </a:solidFill>
                <a:latin typeface="Inter"/>
              </a:rPr>
              <a:t>What Slide Lab actually is</a:t>
            </a:r>
          </a:p>
        </p:txBody>
      </p:sp>
      <p:sp>
        <p:nvSpPr>
          <p:cNvPr id="5" name="divider-rule"/>
          <p:cNvSpPr/>
          <p:nvPr/>
        </p:nvSpPr>
        <p:spPr>
          <a:xfrm>
            <a:off x="762000" y="381000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divider-subtitle"/>
          <p:cNvSpPr txBox="1"/>
          <p:nvPr/>
        </p:nvSpPr>
        <p:spPr>
          <a:xfrm>
            <a:off x="762000" y="40767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C780FF"/>
                </a:solidFill>
                <a:latin typeface="Inter"/>
              </a:rPr>
              <a:t>The mechanics behind the thought partner — how it sharpens the thesis before it builds anything.</a:t>
            </a:r>
          </a:p>
        </p:txBody>
      </p:sp>
      <p:sp>
        <p:nvSpPr>
          <p:cNvPr id="7" name="divider-numeral"/>
          <p:cNvSpPr txBox="1"/>
          <p:nvPr/>
        </p:nvSpPr>
        <p:spPr>
          <a:xfrm>
            <a:off x="6096000" y="1333500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2700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8" name="divider-bottom-rule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