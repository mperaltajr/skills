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Organizational Structure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Flat / Wide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Single layer of direct reports beneath the executive lead — clarity at a glance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457200" y="1314450"/>
            <a:ext cx="11277600" cy="4953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57200" y="367665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[ Org chart: 1 root + 6 direct reports + 4 L2 nodes — rendered at twin-gen time ]</a:t>
            </a:r>
          </a:p>
        </p:txBody>
      </p:sp>
      <p:sp>
        <p:nvSpPr>
          <p:cNvPr id="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