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-question"/>
          <p:cNvSpPr txBox="1"/>
          <p:nvPr/>
        </p:nvSpPr>
        <p:spPr>
          <a:xfrm>
            <a:off x="8572500" y="571500"/>
            <a:ext cx="304800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5000" b="1" i="0">
                <a:solidFill>
                  <a:srgbClr val="F0E8F5"/>
                </a:solidFill>
                <a:latin typeface="Inter"/>
              </a:rPr>
              <a:t>?</a:t>
            </a:r>
          </a:p>
        </p:txBody>
      </p:sp>
      <p:sp>
        <p:nvSpPr>
          <p:cNvPr id="3" name="headline-thankyou"/>
          <p:cNvSpPr txBox="1"/>
          <p:nvPr/>
        </p:nvSpPr>
        <p:spPr>
          <a:xfrm>
            <a:off x="2286000" y="161925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4350" b="1" i="0">
                <a:solidFill>
                  <a:srgbClr val="2D0A4E"/>
                </a:solidFill>
                <a:latin typeface="Inter"/>
              </a:rPr>
              <a:t>Thank You </a:t>
            </a:r>
            <a:r>
              <a:rPr sz="4350" b="1" i="0">
                <a:solidFill>
                  <a:srgbClr val="A100FF"/>
                </a:solidFill>
                <a:latin typeface="Inter"/>
              </a:rPr>
              <a:t>&amp;</a:t>
            </a:r>
          </a:p>
        </p:txBody>
      </p:sp>
      <p:sp>
        <p:nvSpPr>
          <p:cNvPr id="4" name="headline-sub"/>
          <p:cNvSpPr txBox="1"/>
          <p:nvPr/>
        </p:nvSpPr>
        <p:spPr>
          <a:xfrm>
            <a:off x="2286000" y="24574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800" b="0" i="1">
                <a:solidFill>
                  <a:srgbClr val="64748B"/>
                </a:solidFill>
                <a:latin typeface="Inter"/>
              </a:rPr>
              <a:t>Questions &amp; Discussion</a:t>
            </a:r>
          </a:p>
        </p:txBody>
      </p:sp>
      <p:sp>
        <p:nvSpPr>
          <p:cNvPr id="5" name="accent-rule"/>
          <p:cNvSpPr/>
          <p:nvPr/>
        </p:nvSpPr>
        <p:spPr>
          <a:xfrm>
            <a:off x="5715000" y="3048000"/>
            <a:ext cx="76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ontact-1-name"/>
          <p:cNvSpPr txBox="1"/>
          <p:nvPr/>
        </p:nvSpPr>
        <p:spPr>
          <a:xfrm>
            <a:off x="3048000" y="361950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Sarah Mitchell</a:t>
            </a:r>
          </a:p>
        </p:txBody>
      </p:sp>
      <p:sp>
        <p:nvSpPr>
          <p:cNvPr id="7" name="contact-1-role"/>
          <p:cNvSpPr txBox="1"/>
          <p:nvPr/>
        </p:nvSpPr>
        <p:spPr>
          <a:xfrm>
            <a:off x="3048000" y="382905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Lead Partner, Strategy &amp; Consulting</a:t>
            </a:r>
          </a:p>
        </p:txBody>
      </p:sp>
      <p:sp>
        <p:nvSpPr>
          <p:cNvPr id="8" name="contact-1-email"/>
          <p:cNvSpPr txBox="1"/>
          <p:nvPr/>
        </p:nvSpPr>
        <p:spPr>
          <a:xfrm>
            <a:off x="3048000" y="403860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sarah.mitchell@accenture.com</a:t>
            </a:r>
          </a:p>
        </p:txBody>
      </p:sp>
      <p:sp>
        <p:nvSpPr>
          <p:cNvPr id="9" name="contact-1-phone"/>
          <p:cNvSpPr txBox="1"/>
          <p:nvPr/>
        </p:nvSpPr>
        <p:spPr>
          <a:xfrm>
            <a:off x="3048000" y="422910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+1 (212) 555 0142</a:t>
            </a:r>
          </a:p>
        </p:txBody>
      </p:sp>
      <p:sp>
        <p:nvSpPr>
          <p:cNvPr id="10" name="contact-divider"/>
          <p:cNvSpPr/>
          <p:nvPr/>
        </p:nvSpPr>
        <p:spPr>
          <a:xfrm>
            <a:off x="6076950" y="3657600"/>
            <a:ext cx="9525" cy="7620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ntact-2-name"/>
          <p:cNvSpPr txBox="1"/>
          <p:nvPr/>
        </p:nvSpPr>
        <p:spPr>
          <a:xfrm>
            <a:off x="6553200" y="361950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David Okafor</a:t>
            </a:r>
          </a:p>
        </p:txBody>
      </p:sp>
      <p:sp>
        <p:nvSpPr>
          <p:cNvPr id="12" name="contact-2-role"/>
          <p:cNvSpPr txBox="1"/>
          <p:nvPr/>
        </p:nvSpPr>
        <p:spPr>
          <a:xfrm>
            <a:off x="6553200" y="382905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Managing Director, Technology</a:t>
            </a:r>
          </a:p>
        </p:txBody>
      </p:sp>
      <p:sp>
        <p:nvSpPr>
          <p:cNvPr id="13" name="contact-2-email"/>
          <p:cNvSpPr txBox="1"/>
          <p:nvPr/>
        </p:nvSpPr>
        <p:spPr>
          <a:xfrm>
            <a:off x="6553200" y="403860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david.okafor@accenture.com</a:t>
            </a:r>
          </a:p>
        </p:txBody>
      </p:sp>
      <p:sp>
        <p:nvSpPr>
          <p:cNvPr id="14" name="contact-2-phone"/>
          <p:cNvSpPr txBox="1"/>
          <p:nvPr/>
        </p:nvSpPr>
        <p:spPr>
          <a:xfrm>
            <a:off x="6553200" y="4229100"/>
            <a:ext cx="2571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+1 (312) 555 0387</a:t>
            </a:r>
          </a:p>
        </p:txBody>
      </p:sp>
      <p:sp>
        <p:nvSpPr>
          <p:cNvPr id="15" name="appendix-strip"/>
          <p:cNvSpPr/>
          <p:nvPr/>
        </p:nvSpPr>
        <p:spPr>
          <a:xfrm>
            <a:off x="4381500" y="5143500"/>
            <a:ext cx="3429000" cy="400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appendix-arrow"/>
          <p:cNvSpPr txBox="1"/>
          <p:nvPr/>
        </p:nvSpPr>
        <p:spPr>
          <a:xfrm>
            <a:off x="4533900" y="5143500"/>
            <a:ext cx="2095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→</a:t>
            </a:r>
          </a:p>
        </p:txBody>
      </p:sp>
      <p:sp>
        <p:nvSpPr>
          <p:cNvPr id="17" name="appendix-text"/>
          <p:cNvSpPr txBox="1"/>
          <p:nvPr/>
        </p:nvSpPr>
        <p:spPr>
          <a:xfrm>
            <a:off x="4800600" y="5143500"/>
            <a:ext cx="28956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APPENDIX AVAILABLE UPON REQUEST</a:t>
            </a:r>
          </a:p>
        </p:txBody>
      </p:sp>
      <p:sp>
        <p:nvSpPr>
          <p:cNvPr id="1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