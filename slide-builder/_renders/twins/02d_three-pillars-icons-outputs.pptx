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0A4E"/>
        </a:solidFill>
        <a:effectLst/>
      </p:bgPr>
    </p:bg>
    <p:spTree>
      <p:nvGrpSpPr>
        <p:cNvPr id="1" name=""/>
        <p:cNvGrpSpPr/>
        <p:nvPr/>
      </p:nvGrpSpPr>
      <p:grpSpPr/>
      <p:sp>
        <p:nvSpPr>
          <p:cNvPr id="2" name="title"/>
          <p:cNvSpPr txBox="1"/>
          <p:nvPr/>
        </p:nvSpPr>
        <p:spPr>
          <a:xfrm>
            <a:off x="609600" y="190500"/>
            <a:ext cx="9525000" cy="762000"/>
          </a:xfrm>
          <a:prstGeom prst="rect">
            <a:avLst/>
          </a:prstGeom>
          <a:noFill/>
          <a:ln>
            <a:noFill/>
          </a:ln>
        </p:spPr>
        <p:txBody>
          <a:bodyPr wrap="square" tIns="0" rIns="0" bIns="0" lIns="0" anchor="b">
            <a:spAutoFit/>
          </a:bodyPr>
          <a:lstStyle/>
          <a:p>
            <a:pPr algn="l">
              <a:defRPr/>
            </a:pPr>
            <a:r>
              <a:rPr sz="2400" b="1" i="0">
                <a:solidFill>
                  <a:srgbClr val="FFFFFF"/>
                </a:solidFill>
                <a:latin typeface="Inter"/>
              </a:rPr>
              <a:t>Three skill domains — connected, not stacked.</a:t>
            </a:r>
          </a:p>
        </p:txBody>
      </p:sp>
      <p:sp>
        <p:nvSpPr>
          <p:cNvPr id="3" name="subtitle"/>
          <p:cNvSpPr txBox="1"/>
          <p:nvPr/>
        </p:nvSpPr>
        <p:spPr>
          <a:xfrm>
            <a:off x="609600" y="1028700"/>
            <a:ext cx="8382000" cy="209550"/>
          </a:xfrm>
          <a:prstGeom prst="rect">
            <a:avLst/>
          </a:prstGeom>
          <a:noFill/>
          <a:ln>
            <a:noFill/>
          </a:ln>
        </p:spPr>
        <p:txBody>
          <a:bodyPr wrap="square" tIns="0" rIns="0" bIns="0" lIns="0" anchor="t">
            <a:spAutoFit/>
          </a:bodyPr>
          <a:lstStyle/>
          <a:p>
            <a:pPr algn="l">
              <a:defRPr/>
            </a:pPr>
            <a:r>
              <a:rPr sz="1050" b="0" i="1">
                <a:solidFill>
                  <a:srgbClr val="C7B8DD"/>
                </a:solidFill>
                <a:latin typeface="Inter"/>
              </a:rPr>
              <a:t>Strategy work requires all three. Weakness in one cascades to the others — and the deck pays the price.</a:t>
            </a:r>
          </a:p>
        </p:txBody>
      </p:sp>
      <p:sp>
        <p:nvSpPr>
          <p:cNvPr id="4" name="brand-rule"/>
          <p:cNvSpPr/>
          <p:nvPr/>
        </p:nvSpPr>
        <p:spPr>
          <a:xfrm>
            <a:off x="609600" y="1254825"/>
            <a:ext cx="533400" cy="28575"/>
          </a:xfrm>
          <a:prstGeom prst="rect">
            <a:avLst/>
          </a:prstGeom>
          <a:solidFill>
            <a:srgbClr val="C7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pillar-1-header"/>
          <p:cNvSpPr/>
          <p:nvPr/>
        </p:nvSpPr>
        <p:spPr>
          <a:xfrm>
            <a:off x="533400" y="2209800"/>
            <a:ext cx="3562350" cy="495300"/>
          </a:xfrm>
          <a:prstGeom prst="rect">
            <a:avLst/>
          </a:prstGeom>
          <a:solidFill>
            <a:srgbClr val="140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pillar-1-icon"/>
          <p:cNvSpPr txBox="1"/>
          <p:nvPr/>
        </p:nvSpPr>
        <p:spPr>
          <a:xfrm>
            <a:off x="723900" y="2286000"/>
            <a:ext cx="304800" cy="304800"/>
          </a:xfrm>
          <a:prstGeom prst="rect">
            <a:avLst/>
          </a:prstGeom>
          <a:noFill/>
          <a:ln>
            <a:noFill/>
          </a:ln>
        </p:spPr>
        <p:txBody>
          <a:bodyPr wrap="none" tIns="0" bIns="0" lIns="0" rIns="0" anchor="ctr">
            <a:spAutoFit/>
          </a:bodyPr>
          <a:lstStyle/>
          <a:p>
            <a:pPr algn="ctr">
              <a:defRPr/>
            </a:pPr>
            <a:r>
              <a:rPr sz="2025">
                <a:solidFill>
                  <a:srgbClr val="C780FF"/>
                </a:solidFill>
                <a:latin typeface="Segoe UI Symbol"/>
              </a:rPr>
              <a:t>◇</a:t>
            </a:r>
          </a:p>
        </p:txBody>
      </p:sp>
      <p:sp>
        <p:nvSpPr>
          <p:cNvPr id="7" name="pillar-1-name"/>
          <p:cNvSpPr txBox="1"/>
          <p:nvPr/>
        </p:nvSpPr>
        <p:spPr>
          <a:xfrm>
            <a:off x="1104900" y="2343150"/>
            <a:ext cx="2800350" cy="266700"/>
          </a:xfrm>
          <a:prstGeom prst="rect">
            <a:avLst/>
          </a:prstGeom>
          <a:noFill/>
          <a:ln>
            <a:noFill/>
          </a:ln>
        </p:spPr>
        <p:txBody>
          <a:bodyPr wrap="square" tIns="0" rIns="0" bIns="0" lIns="0" anchor="t">
            <a:spAutoFit/>
          </a:bodyPr>
          <a:lstStyle/>
          <a:p>
            <a:pPr algn="l">
              <a:defRPr/>
            </a:pPr>
            <a:r>
              <a:rPr sz="1350" b="1" i="0">
                <a:solidFill>
                  <a:srgbClr val="FFFFFF"/>
                </a:solidFill>
                <a:latin typeface="Inter"/>
              </a:rPr>
              <a:t>Think</a:t>
            </a:r>
          </a:p>
        </p:txBody>
      </p:sp>
      <p:sp>
        <p:nvSpPr>
          <p:cNvPr id="8" name="pillar-1-body-bg"/>
          <p:cNvSpPr/>
          <p:nvPr/>
        </p:nvSpPr>
        <p:spPr>
          <a:xfrm>
            <a:off x="533400" y="2705100"/>
            <a:ext cx="3562350" cy="19050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pillar-1-body"/>
          <p:cNvSpPr txBox="1"/>
          <p:nvPr/>
        </p:nvSpPr>
        <p:spPr>
          <a:xfrm>
            <a:off x="723900" y="2857500"/>
            <a:ext cx="3219450" cy="1676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Frame the problem before reaching for the slide
Govern the argument with a single thought
Apply MECE structure — not just bullet points
Test the so what before drafting
Identify decisions vs context</a:t>
            </a:r>
          </a:p>
        </p:txBody>
      </p:sp>
      <p:sp>
        <p:nvSpPr>
          <p:cNvPr id="10" name="pillar-2-header"/>
          <p:cNvSpPr/>
          <p:nvPr/>
        </p:nvSpPr>
        <p:spPr>
          <a:xfrm>
            <a:off x="4305300" y="2209800"/>
            <a:ext cx="3562350" cy="495300"/>
          </a:xfrm>
          <a:prstGeom prst="rect">
            <a:avLst/>
          </a:prstGeom>
          <a:solidFill>
            <a:srgbClr val="140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pillar-2-icon"/>
          <p:cNvSpPr txBox="1"/>
          <p:nvPr/>
        </p:nvSpPr>
        <p:spPr>
          <a:xfrm>
            <a:off x="4495800" y="2286000"/>
            <a:ext cx="304800" cy="304800"/>
          </a:xfrm>
          <a:prstGeom prst="rect">
            <a:avLst/>
          </a:prstGeom>
          <a:noFill/>
          <a:ln>
            <a:noFill/>
          </a:ln>
        </p:spPr>
        <p:txBody>
          <a:bodyPr wrap="none" tIns="0" bIns="0" lIns="0" rIns="0" anchor="ctr">
            <a:spAutoFit/>
          </a:bodyPr>
          <a:lstStyle/>
          <a:p>
            <a:pPr algn="ctr">
              <a:defRPr/>
            </a:pPr>
            <a:r>
              <a:rPr sz="2025">
                <a:solidFill>
                  <a:srgbClr val="C780FF"/>
                </a:solidFill>
                <a:latin typeface="Segoe UI Symbol"/>
              </a:rPr>
              <a:t>⊕</a:t>
            </a:r>
          </a:p>
        </p:txBody>
      </p:sp>
      <p:sp>
        <p:nvSpPr>
          <p:cNvPr id="12" name="pillar-2-name"/>
          <p:cNvSpPr txBox="1"/>
          <p:nvPr/>
        </p:nvSpPr>
        <p:spPr>
          <a:xfrm>
            <a:off x="4876800" y="2343150"/>
            <a:ext cx="2800350" cy="266700"/>
          </a:xfrm>
          <a:prstGeom prst="rect">
            <a:avLst/>
          </a:prstGeom>
          <a:noFill/>
          <a:ln>
            <a:noFill/>
          </a:ln>
        </p:spPr>
        <p:txBody>
          <a:bodyPr wrap="square" tIns="0" rIns="0" bIns="0" lIns="0" anchor="t">
            <a:spAutoFit/>
          </a:bodyPr>
          <a:lstStyle/>
          <a:p>
            <a:pPr algn="l">
              <a:defRPr/>
            </a:pPr>
            <a:r>
              <a:rPr sz="1350" b="1" i="0">
                <a:solidFill>
                  <a:srgbClr val="FFFFFF"/>
                </a:solidFill>
                <a:latin typeface="Inter"/>
              </a:rPr>
              <a:t>Argue</a:t>
            </a:r>
          </a:p>
        </p:txBody>
      </p:sp>
      <p:sp>
        <p:nvSpPr>
          <p:cNvPr id="13" name="pillar-2-body-bg"/>
          <p:cNvSpPr/>
          <p:nvPr/>
        </p:nvSpPr>
        <p:spPr>
          <a:xfrm>
            <a:off x="4305300" y="2705100"/>
            <a:ext cx="3562350" cy="19050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pillar-2-body"/>
          <p:cNvSpPr txBox="1"/>
          <p:nvPr/>
        </p:nvSpPr>
        <p:spPr>
          <a:xfrm>
            <a:off x="4495800" y="2857500"/>
            <a:ext cx="3219450" cy="1676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Build the logic chain before the visuals
Pressure-test claims against counterexamples
Sharpen the headline until it stands alone
Anticipate the senior partner's first question
Distinguish evidence from assertion</a:t>
            </a:r>
          </a:p>
        </p:txBody>
      </p:sp>
      <p:sp>
        <p:nvSpPr>
          <p:cNvPr id="15" name="pillar-3-header"/>
          <p:cNvSpPr/>
          <p:nvPr/>
        </p:nvSpPr>
        <p:spPr>
          <a:xfrm>
            <a:off x="8077200" y="2209800"/>
            <a:ext cx="3562350" cy="495300"/>
          </a:xfrm>
          <a:prstGeom prst="rect">
            <a:avLst/>
          </a:prstGeom>
          <a:solidFill>
            <a:srgbClr val="140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pillar-3-icon"/>
          <p:cNvSpPr txBox="1"/>
          <p:nvPr/>
        </p:nvSpPr>
        <p:spPr>
          <a:xfrm>
            <a:off x="8267700" y="2286000"/>
            <a:ext cx="304800" cy="304800"/>
          </a:xfrm>
          <a:prstGeom prst="rect">
            <a:avLst/>
          </a:prstGeom>
          <a:noFill/>
          <a:ln>
            <a:noFill/>
          </a:ln>
        </p:spPr>
        <p:txBody>
          <a:bodyPr wrap="none" tIns="0" bIns="0" lIns="0" rIns="0" anchor="ctr">
            <a:spAutoFit/>
          </a:bodyPr>
          <a:lstStyle/>
          <a:p>
            <a:pPr algn="ctr">
              <a:defRPr/>
            </a:pPr>
            <a:r>
              <a:rPr sz="2025">
                <a:solidFill>
                  <a:srgbClr val="C780FF"/>
                </a:solidFill>
                <a:latin typeface="Segoe UI Symbol"/>
              </a:rPr>
              <a:t>⊞</a:t>
            </a:r>
          </a:p>
        </p:txBody>
      </p:sp>
      <p:sp>
        <p:nvSpPr>
          <p:cNvPr id="17" name="pillar-3-name"/>
          <p:cNvSpPr txBox="1"/>
          <p:nvPr/>
        </p:nvSpPr>
        <p:spPr>
          <a:xfrm>
            <a:off x="8648700" y="2343150"/>
            <a:ext cx="2800350" cy="266700"/>
          </a:xfrm>
          <a:prstGeom prst="rect">
            <a:avLst/>
          </a:prstGeom>
          <a:noFill/>
          <a:ln>
            <a:noFill/>
          </a:ln>
        </p:spPr>
        <p:txBody>
          <a:bodyPr wrap="square" tIns="0" rIns="0" bIns="0" lIns="0" anchor="t">
            <a:spAutoFit/>
          </a:bodyPr>
          <a:lstStyle/>
          <a:p>
            <a:pPr algn="l">
              <a:defRPr/>
            </a:pPr>
            <a:r>
              <a:rPr sz="1350" b="1" i="0">
                <a:solidFill>
                  <a:srgbClr val="FFFFFF"/>
                </a:solidFill>
                <a:latin typeface="Inter"/>
              </a:rPr>
              <a:t>Build</a:t>
            </a:r>
          </a:p>
        </p:txBody>
      </p:sp>
      <p:sp>
        <p:nvSpPr>
          <p:cNvPr id="18" name="pillar-3-body-bg"/>
          <p:cNvSpPr/>
          <p:nvPr/>
        </p:nvSpPr>
        <p:spPr>
          <a:xfrm>
            <a:off x="8077200" y="2705100"/>
            <a:ext cx="3562350" cy="19050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pillar-3-body"/>
          <p:cNvSpPr txBox="1"/>
          <p:nvPr/>
        </p:nvSpPr>
        <p:spPr>
          <a:xfrm>
            <a:off x="8267700" y="2857500"/>
            <a:ext cx="3219450" cy="1676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Match the right page type to the argument
Keep the action title doing the work
Use chart only when chart adds signal
Respect the invariant footer zone
Render in PowerPoint, not Word</a:t>
            </a:r>
          </a:p>
        </p:txBody>
      </p:sp>
      <p:sp>
        <p:nvSpPr>
          <p:cNvPr id="20" name="output-1-bg"/>
          <p:cNvSpPr/>
          <p:nvPr/>
        </p:nvSpPr>
        <p:spPr>
          <a:xfrm>
            <a:off x="533400" y="4819650"/>
            <a:ext cx="3562350" cy="5715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output-1-accent"/>
          <p:cNvSpPr/>
          <p:nvPr/>
        </p:nvSpPr>
        <p:spPr>
          <a:xfrm>
            <a:off x="533400" y="4819650"/>
            <a:ext cx="3562350" cy="19050"/>
          </a:xfrm>
          <a:prstGeom prst="rect">
            <a:avLst/>
          </a:prstGeom>
          <a:solidFill>
            <a:srgbClr val="C7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output-1-label"/>
          <p:cNvSpPr txBox="1"/>
          <p:nvPr/>
        </p:nvSpPr>
        <p:spPr>
          <a:xfrm>
            <a:off x="704850" y="4914900"/>
            <a:ext cx="3219450" cy="133350"/>
          </a:xfrm>
          <a:prstGeom prst="rect">
            <a:avLst/>
          </a:prstGeom>
          <a:noFill/>
          <a:ln>
            <a:noFill/>
          </a:ln>
        </p:spPr>
        <p:txBody>
          <a:bodyPr wrap="square" tIns="0" rIns="0" bIns="0" lIns="0" anchor="t">
            <a:spAutoFit/>
          </a:bodyPr>
          <a:lstStyle/>
          <a:p>
            <a:pPr algn="l">
              <a:defRPr/>
            </a:pPr>
            <a:r>
              <a:rPr sz="1050" b="1" i="0">
                <a:solidFill>
                  <a:srgbClr val="9C88B8"/>
                </a:solidFill>
                <a:latin typeface="Inter"/>
              </a:rPr>
              <a:t>PRODUCES</a:t>
            </a:r>
          </a:p>
        </p:txBody>
      </p:sp>
      <p:sp>
        <p:nvSpPr>
          <p:cNvPr id="23" name="output-1-text"/>
          <p:cNvSpPr txBox="1"/>
          <p:nvPr/>
        </p:nvSpPr>
        <p:spPr>
          <a:xfrm>
            <a:off x="704850" y="5067300"/>
            <a:ext cx="3219450" cy="266700"/>
          </a:xfrm>
          <a:prstGeom prst="rect">
            <a:avLst/>
          </a:prstGeom>
          <a:noFill/>
          <a:ln>
            <a:noFill/>
          </a:ln>
        </p:spPr>
        <p:txBody>
          <a:bodyPr wrap="square" tIns="0" rIns="0" bIns="0" lIns="0" anchor="t">
            <a:spAutoFit/>
          </a:bodyPr>
          <a:lstStyle/>
          <a:p>
            <a:pPr algn="l">
              <a:defRPr/>
            </a:pPr>
            <a:r>
              <a:rPr sz="1050" b="1" i="0">
                <a:solidFill>
                  <a:srgbClr val="FFFFFF"/>
                </a:solidFill>
                <a:latin typeface="Inter"/>
              </a:rPr>
              <a:t>A governing thought + structured argument</a:t>
            </a:r>
          </a:p>
        </p:txBody>
      </p:sp>
      <p:sp>
        <p:nvSpPr>
          <p:cNvPr id="24" name="output-2-bg"/>
          <p:cNvSpPr/>
          <p:nvPr/>
        </p:nvSpPr>
        <p:spPr>
          <a:xfrm>
            <a:off x="4305300" y="4819650"/>
            <a:ext cx="3562350" cy="5715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output-2-accent"/>
          <p:cNvSpPr/>
          <p:nvPr/>
        </p:nvSpPr>
        <p:spPr>
          <a:xfrm>
            <a:off x="4305300" y="4819650"/>
            <a:ext cx="3562350" cy="19050"/>
          </a:xfrm>
          <a:prstGeom prst="rect">
            <a:avLst/>
          </a:prstGeom>
          <a:solidFill>
            <a:srgbClr val="C7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6" name="output-2-label"/>
          <p:cNvSpPr txBox="1"/>
          <p:nvPr/>
        </p:nvSpPr>
        <p:spPr>
          <a:xfrm>
            <a:off x="4476750" y="4914900"/>
            <a:ext cx="3219450" cy="133350"/>
          </a:xfrm>
          <a:prstGeom prst="rect">
            <a:avLst/>
          </a:prstGeom>
          <a:noFill/>
          <a:ln>
            <a:noFill/>
          </a:ln>
        </p:spPr>
        <p:txBody>
          <a:bodyPr wrap="square" tIns="0" rIns="0" bIns="0" lIns="0" anchor="t">
            <a:spAutoFit/>
          </a:bodyPr>
          <a:lstStyle/>
          <a:p>
            <a:pPr algn="l">
              <a:defRPr/>
            </a:pPr>
            <a:r>
              <a:rPr sz="1050" b="1" i="0">
                <a:solidFill>
                  <a:srgbClr val="9C88B8"/>
                </a:solidFill>
                <a:latin typeface="Inter"/>
              </a:rPr>
              <a:t>PRODUCES</a:t>
            </a:r>
          </a:p>
        </p:txBody>
      </p:sp>
      <p:sp>
        <p:nvSpPr>
          <p:cNvPr id="27" name="output-2-text"/>
          <p:cNvSpPr txBox="1"/>
          <p:nvPr/>
        </p:nvSpPr>
        <p:spPr>
          <a:xfrm>
            <a:off x="4476750" y="5067300"/>
            <a:ext cx="3219450" cy="266700"/>
          </a:xfrm>
          <a:prstGeom prst="rect">
            <a:avLst/>
          </a:prstGeom>
          <a:noFill/>
          <a:ln>
            <a:noFill/>
          </a:ln>
        </p:spPr>
        <p:txBody>
          <a:bodyPr wrap="square" tIns="0" rIns="0" bIns="0" lIns="0" anchor="t">
            <a:spAutoFit/>
          </a:bodyPr>
          <a:lstStyle/>
          <a:p>
            <a:pPr algn="l">
              <a:defRPr/>
            </a:pPr>
            <a:r>
              <a:rPr sz="1050" b="1" i="0">
                <a:solidFill>
                  <a:srgbClr val="FFFFFF"/>
                </a:solidFill>
                <a:latin typeface="Inter"/>
              </a:rPr>
              <a:t>A defensible logic chain, claim by claim</a:t>
            </a:r>
          </a:p>
        </p:txBody>
      </p:sp>
      <p:sp>
        <p:nvSpPr>
          <p:cNvPr id="28" name="output-3-bg"/>
          <p:cNvSpPr/>
          <p:nvPr/>
        </p:nvSpPr>
        <p:spPr>
          <a:xfrm>
            <a:off x="8077200" y="4819650"/>
            <a:ext cx="3562350" cy="5715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9" name="output-3-accent"/>
          <p:cNvSpPr/>
          <p:nvPr/>
        </p:nvSpPr>
        <p:spPr>
          <a:xfrm>
            <a:off x="8077200" y="4819650"/>
            <a:ext cx="3562350" cy="19050"/>
          </a:xfrm>
          <a:prstGeom prst="rect">
            <a:avLst/>
          </a:prstGeom>
          <a:solidFill>
            <a:srgbClr val="C7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0" name="output-3-label"/>
          <p:cNvSpPr txBox="1"/>
          <p:nvPr/>
        </p:nvSpPr>
        <p:spPr>
          <a:xfrm>
            <a:off x="8248650" y="4914900"/>
            <a:ext cx="3219450" cy="133350"/>
          </a:xfrm>
          <a:prstGeom prst="rect">
            <a:avLst/>
          </a:prstGeom>
          <a:noFill/>
          <a:ln>
            <a:noFill/>
          </a:ln>
        </p:spPr>
        <p:txBody>
          <a:bodyPr wrap="square" tIns="0" rIns="0" bIns="0" lIns="0" anchor="t">
            <a:spAutoFit/>
          </a:bodyPr>
          <a:lstStyle/>
          <a:p>
            <a:pPr algn="l">
              <a:defRPr/>
            </a:pPr>
            <a:r>
              <a:rPr sz="1050" b="1" i="0">
                <a:solidFill>
                  <a:srgbClr val="9C88B8"/>
                </a:solidFill>
                <a:latin typeface="Inter"/>
              </a:rPr>
              <a:t>PRODUCES</a:t>
            </a:r>
          </a:p>
        </p:txBody>
      </p:sp>
      <p:sp>
        <p:nvSpPr>
          <p:cNvPr id="31" name="output-3-text"/>
          <p:cNvSpPr txBox="1"/>
          <p:nvPr/>
        </p:nvSpPr>
        <p:spPr>
          <a:xfrm>
            <a:off x="8248650" y="5067300"/>
            <a:ext cx="3219450" cy="266700"/>
          </a:xfrm>
          <a:prstGeom prst="rect">
            <a:avLst/>
          </a:prstGeom>
          <a:noFill/>
          <a:ln>
            <a:noFill/>
          </a:ln>
        </p:spPr>
        <p:txBody>
          <a:bodyPr wrap="square" tIns="0" rIns="0" bIns="0" lIns="0" anchor="t">
            <a:spAutoFit/>
          </a:bodyPr>
          <a:lstStyle/>
          <a:p>
            <a:pPr algn="l">
              <a:defRPr/>
            </a:pPr>
            <a:r>
              <a:rPr sz="1050" b="1" i="0">
                <a:solidFill>
                  <a:srgbClr val="FFFFFF"/>
                </a:solidFill>
                <a:latin typeface="Inter"/>
              </a:rPr>
              <a:t>A real PPTX, not a wall of text in a box</a:t>
            </a:r>
          </a:p>
        </p:txBody>
      </p:sp>
      <p:sp>
        <p:nvSpPr>
          <p:cNvPr id="32" name="footnote-1"/>
          <p:cNvSpPr txBox="1"/>
          <p:nvPr/>
        </p:nvSpPr>
        <p:spPr>
          <a:xfrm>
            <a:off x="552450" y="6400800"/>
            <a:ext cx="11087100" cy="152400"/>
          </a:xfrm>
          <a:prstGeom prst="rect">
            <a:avLst/>
          </a:prstGeom>
          <a:noFill/>
          <a:ln>
            <a:noFill/>
          </a:ln>
        </p:spPr>
        <p:txBody>
          <a:bodyPr wrap="square" tIns="0" rIns="0" bIns="0" lIns="0" anchor="t">
            <a:spAutoFit/>
          </a:bodyPr>
          <a:lstStyle/>
          <a:p>
            <a:pPr algn="l">
              <a:defRPr/>
            </a:pPr>
            <a:r>
              <a:rPr sz="1050" b="0" i="0">
                <a:solidFill>
                  <a:srgbClr val="9C88B8"/>
                </a:solidFill>
                <a:latin typeface="Inter"/>
              </a:rPr>
              <a:t>1. [add footnote here or delete]</a:t>
            </a:r>
          </a:p>
        </p:txBody>
      </p:sp>
      <p:sp>
        <p:nvSpPr>
          <p:cNvPr id="33" name="source"/>
          <p:cNvSpPr txBox="1"/>
          <p:nvPr/>
        </p:nvSpPr>
        <p:spPr>
          <a:xfrm>
            <a:off x="552450" y="6553200"/>
            <a:ext cx="10477500" cy="152400"/>
          </a:xfrm>
          <a:prstGeom prst="rect">
            <a:avLst/>
          </a:prstGeom>
          <a:noFill/>
          <a:ln>
            <a:noFill/>
          </a:ln>
        </p:spPr>
        <p:txBody>
          <a:bodyPr wrap="square" tIns="0" rIns="0" bIns="0" lIns="0" anchor="t">
            <a:spAutoFit/>
          </a:bodyPr>
          <a:lstStyle/>
          <a:p>
            <a:pPr algn="l"/>
            <a:r>
              <a:rPr sz="750" b="0" i="1">
                <a:solidFill>
                  <a:srgbClr val="9C88B8"/>
                </a:solidFill>
                <a:latin typeface="Inter"/>
              </a:rPr>
              <a:t>Source: [add source here or delete]</a:t>
            </a:r>
          </a:p>
        </p:txBody>
      </p:sp>
      <p:sp>
        <p:nvSpPr>
          <p:cNvPr id="34" name="page-number"/>
          <p:cNvSpPr txBox="1"/>
          <p:nvPr/>
        </p:nvSpPr>
        <p:spPr>
          <a:xfrm>
            <a:off x="11144250" y="6553200"/>
            <a:ext cx="495300" cy="152400"/>
          </a:xfrm>
          <a:prstGeom prst="rect">
            <a:avLst/>
          </a:prstGeom>
          <a:noFill/>
          <a:ln>
            <a:noFill/>
          </a:ln>
        </p:spPr>
        <p:txBody>
          <a:bodyPr wrap="square" tIns="0" rIns="0" bIns="0" lIns="0" anchor="t">
            <a:spAutoFit/>
          </a:bodyPr>
          <a:lstStyle/>
          <a:p>
            <a:pPr algn="r"/>
            <a:r>
              <a:rPr sz="825" b="0" i="0">
                <a:solidFill>
                  <a:srgbClr val="9C88B8"/>
                </a:solidFill>
                <a:latin typeface="Inter"/>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