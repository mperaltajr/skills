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The routing decision — when to draft, when to coach first.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One question at the top of every deck. Four outcomes at the bottom. No ambiguity in between.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hart-canvas"/>
          <p:cNvSpPr/>
          <p:nvPr/>
        </p:nvSpPr>
        <p:spPr>
          <a:xfrm>
            <a:off x="609600" y="1905000"/>
            <a:ext cx="10972800" cy="3810000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canvas-label"/>
          <p:cNvSpPr txBox="1"/>
          <p:nvPr/>
        </p:nvSpPr>
        <p:spPr>
          <a:xfrm>
            <a:off x="4953000" y="3714750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[ Decision tree ]</a:t>
            </a:r>
          </a:p>
        </p:txBody>
      </p:sp>
      <p:sp>
        <p:nvSpPr>
          <p:cNvPr id="7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Every deck starts with the same question. Most of them don't.</a:t>
            </a:r>
          </a:p>
        </p:txBody>
      </p:sp>
      <p:sp>
        <p:nvSpPr>
          <p:cNvPr id="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