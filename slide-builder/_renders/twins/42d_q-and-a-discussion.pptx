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Open for discussion — five questions worth your sixty seconds each.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572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No slides after this one. Pick the question that lands hardest for you and we'll start there.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estion-1-num"/>
          <p:cNvSpPr txBox="1"/>
          <p:nvPr/>
        </p:nvSpPr>
        <p:spPr>
          <a:xfrm>
            <a:off x="609600" y="18288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C780FF"/>
                </a:solidFill>
                <a:latin typeface="Inter"/>
              </a:rPr>
              <a:t>Q1</a:t>
            </a:r>
          </a:p>
        </p:txBody>
      </p:sp>
      <p:sp>
        <p:nvSpPr>
          <p:cNvPr id="6" name="question-1-text"/>
          <p:cNvSpPr txBox="1"/>
          <p:nvPr/>
        </p:nvSpPr>
        <p:spPr>
          <a:xfrm>
            <a:off x="1409700" y="17335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Where do YOUR decks degrade most — early structure, mid-review pile-ons, or late-stage rework?</a:t>
            </a:r>
          </a:p>
        </p:txBody>
      </p:sp>
      <p:sp>
        <p:nvSpPr>
          <p:cNvPr id="7" name="question-1-context"/>
          <p:cNvSpPr txBox="1"/>
          <p:nvPr/>
        </p:nvSpPr>
        <p:spPr>
          <a:xfrm>
            <a:off x="1409700" y="21336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→  Helps us calibrate the pilot focus area.</a:t>
            </a:r>
          </a:p>
        </p:txBody>
      </p:sp>
      <p:sp>
        <p:nvSpPr>
          <p:cNvPr id="8" name="question-1-rule"/>
          <p:cNvSpPr/>
          <p:nvPr/>
        </p:nvSpPr>
        <p:spPr>
          <a:xfrm>
            <a:off x="609600" y="2390775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estion-2-num"/>
          <p:cNvSpPr txBox="1"/>
          <p:nvPr/>
        </p:nvSpPr>
        <p:spPr>
          <a:xfrm>
            <a:off x="609600" y="26289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C780FF"/>
                </a:solidFill>
                <a:latin typeface="Inter"/>
              </a:rPr>
              <a:t>Q2</a:t>
            </a:r>
          </a:p>
        </p:txBody>
      </p:sp>
      <p:sp>
        <p:nvSpPr>
          <p:cNvPr id="10" name="question-2-text"/>
          <p:cNvSpPr txBox="1"/>
          <p:nvPr/>
        </p:nvSpPr>
        <p:spPr>
          <a:xfrm>
            <a:off x="1409700" y="25336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What would make a four-week pilot land vs. fade — clarity of measurement or visibility to leadership?</a:t>
            </a:r>
          </a:p>
        </p:txBody>
      </p:sp>
      <p:sp>
        <p:nvSpPr>
          <p:cNvPr id="11" name="question-2-context"/>
          <p:cNvSpPr txBox="1"/>
          <p:nvPr/>
        </p:nvSpPr>
        <p:spPr>
          <a:xfrm>
            <a:off x="1409700" y="29337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→  Tells us where to invest the program manager hours.</a:t>
            </a:r>
          </a:p>
        </p:txBody>
      </p:sp>
      <p:sp>
        <p:nvSpPr>
          <p:cNvPr id="12" name="question-2-rule"/>
          <p:cNvSpPr/>
          <p:nvPr/>
        </p:nvSpPr>
        <p:spPr>
          <a:xfrm>
            <a:off x="609600" y="3190875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question-3-num"/>
          <p:cNvSpPr txBox="1"/>
          <p:nvPr/>
        </p:nvSpPr>
        <p:spPr>
          <a:xfrm>
            <a:off x="609600" y="34290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C780FF"/>
                </a:solidFill>
                <a:latin typeface="Inter"/>
              </a:rPr>
              <a:t>Q3</a:t>
            </a:r>
          </a:p>
        </p:txBody>
      </p:sp>
      <p:sp>
        <p:nvSpPr>
          <p:cNvPr id="14" name="question-3-text"/>
          <p:cNvSpPr txBox="1"/>
          <p:nvPr/>
        </p:nvSpPr>
        <p:spPr>
          <a:xfrm>
            <a:off x="1409700" y="33337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Who in the practice would be the best skeptic for this pilot — someone who'd push back fairly?</a:t>
            </a:r>
          </a:p>
        </p:txBody>
      </p:sp>
      <p:sp>
        <p:nvSpPr>
          <p:cNvPr id="15" name="question-3-context"/>
          <p:cNvSpPr txBox="1"/>
          <p:nvPr/>
        </p:nvSpPr>
        <p:spPr>
          <a:xfrm>
            <a:off x="1409700" y="37338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→  We need a critic, not a champion, for the week-3 review.</a:t>
            </a:r>
          </a:p>
        </p:txBody>
      </p:sp>
      <p:sp>
        <p:nvSpPr>
          <p:cNvPr id="16" name="question-3-rule"/>
          <p:cNvSpPr/>
          <p:nvPr/>
        </p:nvSpPr>
        <p:spPr>
          <a:xfrm>
            <a:off x="609600" y="3990975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question-4-num"/>
          <p:cNvSpPr txBox="1"/>
          <p:nvPr/>
        </p:nvSpPr>
        <p:spPr>
          <a:xfrm>
            <a:off x="609600" y="42291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C780FF"/>
                </a:solidFill>
                <a:latin typeface="Inter"/>
              </a:rPr>
              <a:t>Q4</a:t>
            </a:r>
          </a:p>
        </p:txBody>
      </p:sp>
      <p:sp>
        <p:nvSpPr>
          <p:cNvPr id="18" name="question-4-text"/>
          <p:cNvSpPr txBox="1"/>
          <p:nvPr/>
        </p:nvSpPr>
        <p:spPr>
          <a:xfrm>
            <a:off x="1409700" y="41338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What's the smallest measurable win that would convince you to go to wave 2?</a:t>
            </a:r>
          </a:p>
        </p:txBody>
      </p:sp>
      <p:sp>
        <p:nvSpPr>
          <p:cNvPr id="19" name="question-4-context"/>
          <p:cNvSpPr txBox="1"/>
          <p:nvPr/>
        </p:nvSpPr>
        <p:spPr>
          <a:xfrm>
            <a:off x="1409700" y="45339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→  Lets us define success up front, not in retrospect.</a:t>
            </a:r>
          </a:p>
        </p:txBody>
      </p:sp>
      <p:sp>
        <p:nvSpPr>
          <p:cNvPr id="20" name="question-4-rule"/>
          <p:cNvSpPr/>
          <p:nvPr/>
        </p:nvSpPr>
        <p:spPr>
          <a:xfrm>
            <a:off x="609600" y="4791075"/>
            <a:ext cx="109728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estion-5-num"/>
          <p:cNvSpPr txBox="1"/>
          <p:nvPr/>
        </p:nvSpPr>
        <p:spPr>
          <a:xfrm>
            <a:off x="609600" y="50292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C780FF"/>
                </a:solidFill>
                <a:latin typeface="Inter"/>
              </a:rPr>
              <a:t>Q5</a:t>
            </a:r>
          </a:p>
        </p:txBody>
      </p:sp>
      <p:sp>
        <p:nvSpPr>
          <p:cNvPr id="22" name="question-5-text"/>
          <p:cNvSpPr txBox="1"/>
          <p:nvPr/>
        </p:nvSpPr>
        <p:spPr>
          <a:xfrm>
            <a:off x="1409700" y="4933950"/>
            <a:ext cx="101727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What's the BIGGEST risk we haven't named yet?</a:t>
            </a:r>
          </a:p>
        </p:txBody>
      </p:sp>
      <p:sp>
        <p:nvSpPr>
          <p:cNvPr id="23" name="question-5-context"/>
          <p:cNvSpPr txBox="1"/>
          <p:nvPr/>
        </p:nvSpPr>
        <p:spPr>
          <a:xfrm>
            <a:off x="1409700" y="5334000"/>
            <a:ext cx="101727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→  Any risk we name today, we can mitigate.</a:t>
            </a:r>
          </a:p>
        </p:txBody>
      </p:sp>
      <p:sp>
        <p:nvSpPr>
          <p:cNvPr id="24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No wrong answers — pick the one that matters most to you and start there.</a:t>
            </a:r>
          </a:p>
        </p:txBody>
      </p:sp>
      <p:sp>
        <p:nvSpPr>
          <p:cNvPr id="2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