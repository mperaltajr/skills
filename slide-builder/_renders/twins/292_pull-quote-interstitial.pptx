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-mark"/>
          <p:cNvSpPr txBox="1"/>
          <p:nvPr/>
        </p:nvSpPr>
        <p:spPr>
          <a:xfrm>
            <a:off x="5334000" y="1143000"/>
            <a:ext cx="15240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0" b="1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3" name="quote-text"/>
          <p:cNvSpPr txBox="1"/>
          <p:nvPr/>
        </p:nvSpPr>
        <p:spPr>
          <a:xfrm>
            <a:off x="2190750" y="2762250"/>
            <a:ext cx="78105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0" i="1">
                <a:solidFill>
                  <a:srgbClr val="2D0A4E"/>
                </a:solidFill>
                <a:latin typeface="Inter"/>
              </a:rPr>
              <a:t>The organizations that will lead the next decade are not the ones with the most data — they are the ones that act on it faster than anyone else.</a:t>
            </a:r>
          </a:p>
        </p:txBody>
      </p:sp>
      <p:sp>
        <p:nvSpPr>
          <p:cNvPr id="4" name="quote-rule"/>
          <p:cNvSpPr/>
          <p:nvPr/>
        </p:nvSpPr>
        <p:spPr>
          <a:xfrm>
            <a:off x="5715000" y="45720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ote-attribution"/>
          <p:cNvSpPr txBox="1"/>
          <p:nvPr/>
        </p:nvSpPr>
        <p:spPr>
          <a:xfrm>
            <a:off x="2286000" y="485775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— Jane Smith, Chief Strategy Officer, Accenture</a:t>
            </a:r>
          </a:p>
        </p:txBody>
      </p:sp>
      <p:sp>
        <p:nvSpPr>
          <p:cNvPr id="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