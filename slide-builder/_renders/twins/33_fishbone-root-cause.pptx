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Why decks degrade — six categories of root cause.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categories of root causes. The one we own is the structural process — that's where we can act.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05000"/>
            <a:ext cx="10972800" cy="36195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953000" y="361950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Fishbone diagram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Six categories of root causes. The one we own is the structural process — that's where we can act.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