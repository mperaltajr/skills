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/>
          <p:nvPr/>
        </p:nvSpPr>
        <p:spPr>
          <a:xfrm>
            <a:off x="0" y="419100"/>
            <a:ext cx="1219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photo-zone"/>
          <p:cNvSpPr/>
          <p:nvPr/>
        </p:nvSpPr>
        <p:spPr>
          <a:xfrm>
            <a:off x="381000" y="838200"/>
            <a:ext cx="6686550" cy="5410200"/>
          </a:xfrm>
          <a:prstGeom prst="rect">
            <a:avLst/>
          </a:prstGeom>
          <a:solidFill>
            <a:srgbClr val="2D0A4E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photo-corner-tag"/>
          <p:cNvSpPr txBox="1"/>
          <p:nvPr/>
        </p:nvSpPr>
        <p:spPr>
          <a:xfrm>
            <a:off x="533400" y="990600"/>
            <a:ext cx="1714500" cy="20955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txBody>
          <a:bodyPr wrap="square" tIns="38100" rIns="95250" bIns="38100" lIns="952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PHOTO PLACEHOLDER</a:t>
            </a:r>
          </a:p>
        </p:txBody>
      </p:sp>
      <p:sp>
        <p:nvSpPr>
          <p:cNvPr id="5" name="photo-meta"/>
          <p:cNvSpPr txBox="1"/>
          <p:nvPr/>
        </p:nvSpPr>
        <p:spPr>
          <a:xfrm>
            <a:off x="609600" y="5715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SCENARIO IMAGE</a:t>
            </a:r>
          </a:p>
        </p:txBody>
      </p:sp>
      <p:sp>
        <p:nvSpPr>
          <p:cNvPr id="6" name="photo-meta-filename"/>
          <p:cNvSpPr txBox="1"/>
          <p:nvPr/>
        </p:nvSpPr>
        <p:spPr>
          <a:xfrm>
            <a:off x="609600" y="59055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80FF"/>
                </a:solidFill>
                <a:latin typeface="Consolas"/>
              </a:rPr>
              <a:t>replace · scene-01_review-cycle.jpg</a:t>
            </a:r>
          </a:p>
        </p:txBody>
      </p:sp>
      <p:sp>
        <p:nvSpPr>
          <p:cNvPr id="7" name="eyebrow"/>
          <p:cNvSpPr txBox="1"/>
          <p:nvPr/>
        </p:nvSpPr>
        <p:spPr>
          <a:xfrm>
            <a:off x="7486650" y="1066800"/>
            <a:ext cx="4171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SCENE 1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7486650" y="1390650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2D0A4E"/>
                </a:solidFill>
                <a:latin typeface="Inter"/>
              </a:rPr>
              <a:t>The deck got 40% longer in the last review cycle.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7486650" y="2628900"/>
            <a:ext cx="41719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Every reviewer added something. Nobody removed anything.</a:t>
            </a:r>
          </a:p>
        </p:txBody>
      </p:sp>
      <p:sp>
        <p:nvSpPr>
          <p:cNvPr id="10" name="brand-rule"/>
          <p:cNvSpPr/>
          <p:nvPr/>
        </p:nvSpPr>
        <p:spPr>
          <a:xfrm>
            <a:off x="7486650" y="31432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ption-list-label"/>
          <p:cNvSpPr txBox="1"/>
          <p:nvPr/>
        </p:nvSpPr>
        <p:spPr>
          <a:xfrm>
            <a:off x="7486650" y="3352800"/>
            <a:ext cx="4171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WHAT THIS LOOKS LIKE</a:t>
            </a:r>
          </a:p>
        </p:txBody>
      </p:sp>
      <p:sp>
        <p:nvSpPr>
          <p:cNvPr id="12" name="photo-caption"/>
          <p:cNvSpPr txBox="1"/>
          <p:nvPr/>
        </p:nvSpPr>
        <p:spPr>
          <a:xfrm>
            <a:off x="7486650" y="3581400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Slide 6 spawned a backup appendix, then the appendix spawned its own backup.
• Three logos got bigger; the argument did not.
• The exec read the first page and the last page — same as always.</a:t>
            </a:r>
          </a:p>
        </p:txBody>
      </p:sp>
      <p:sp>
        <p:nvSpPr>
          <p:cNvPr id="13" name="attribution-rule"/>
          <p:cNvSpPr/>
          <p:nvPr/>
        </p:nvSpPr>
        <p:spPr>
          <a:xfrm>
            <a:off x="7486650" y="4876800"/>
            <a:ext cx="4171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hoto-attribution"/>
          <p:cNvSpPr txBox="1"/>
          <p:nvPr/>
        </p:nvSpPr>
        <p:spPr>
          <a:xfrm>
            <a:off x="7486650" y="5010150"/>
            <a:ext cx="4171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Composite scenario · based on 12 pilot conversations</a:t>
            </a:r>
          </a:p>
        </p:txBody>
      </p:sp>
      <p:sp>
        <p:nvSpPr>
          <p:cNvPr id="1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