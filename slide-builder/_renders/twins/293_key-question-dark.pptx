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Key Question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Framing the central strategic tension for this session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kq-question"/>
          <p:cNvSpPr txBox="1"/>
          <p:nvPr/>
        </p:nvSpPr>
        <p:spPr>
          <a:xfrm>
            <a:off x="2000250" y="2190750"/>
            <a:ext cx="81915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How do we accelerate growth while managing risk across an increasingly fragmented market?</a:t>
            </a:r>
          </a:p>
        </p:txBody>
      </p:sp>
      <p:sp>
        <p:nvSpPr>
          <p:cNvPr id="6" name="kq-rule"/>
          <p:cNvSpPr/>
          <p:nvPr/>
        </p:nvSpPr>
        <p:spPr>
          <a:xfrm>
            <a:off x="5715000" y="352425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kq-context"/>
          <p:cNvSpPr txBox="1"/>
          <p:nvPr/>
        </p:nvSpPr>
        <p:spPr>
          <a:xfrm>
            <a:off x="2857500" y="3810000"/>
            <a:ext cx="64770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As competitive pressure intensifies and customer expectations shift, leadership must align on a clear strategic direction. This session examines the core tensions shaping our path forward and frames the choices that will define the next chapter.</a:t>
            </a:r>
          </a:p>
        </p:txBody>
      </p:sp>
      <p:sp>
        <p:nvSpPr>
          <p:cNvPr id="8" name="pill-1-bg"/>
          <p:cNvSpPr/>
          <p:nvPr/>
        </p:nvSpPr>
        <p:spPr>
          <a:xfrm>
            <a:off x="2247900" y="5048250"/>
            <a:ext cx="2476500" cy="7239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-1-prefix"/>
          <p:cNvSpPr txBox="1"/>
          <p:nvPr/>
        </p:nvSpPr>
        <p:spPr>
          <a:xfrm>
            <a:off x="2400300" y="5181600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1.</a:t>
            </a:r>
          </a:p>
        </p:txBody>
      </p:sp>
      <p:sp>
        <p:nvSpPr>
          <p:cNvPr id="10" name="pill-1-text"/>
          <p:cNvSpPr txBox="1"/>
          <p:nvPr/>
        </p:nvSpPr>
        <p:spPr>
          <a:xfrm>
            <a:off x="2628900" y="5181600"/>
            <a:ext cx="19431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Where are we winning today, and why does it matter?</a:t>
            </a:r>
          </a:p>
        </p:txBody>
      </p:sp>
      <p:sp>
        <p:nvSpPr>
          <p:cNvPr id="11" name="pill-2-bg"/>
          <p:cNvSpPr/>
          <p:nvPr/>
        </p:nvSpPr>
        <p:spPr>
          <a:xfrm>
            <a:off x="4857750" y="5048250"/>
            <a:ext cx="2476500" cy="7239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-2-prefix"/>
          <p:cNvSpPr txBox="1"/>
          <p:nvPr/>
        </p:nvSpPr>
        <p:spPr>
          <a:xfrm>
            <a:off x="5010150" y="5181600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2.</a:t>
            </a:r>
          </a:p>
        </p:txBody>
      </p:sp>
      <p:sp>
        <p:nvSpPr>
          <p:cNvPr id="13" name="pill-2-text"/>
          <p:cNvSpPr txBox="1"/>
          <p:nvPr/>
        </p:nvSpPr>
        <p:spPr>
          <a:xfrm>
            <a:off x="5238750" y="5181600"/>
            <a:ext cx="19431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capabilities do we need to build or acquire?</a:t>
            </a:r>
          </a:p>
        </p:txBody>
      </p:sp>
      <p:sp>
        <p:nvSpPr>
          <p:cNvPr id="14" name="pill-3-bg"/>
          <p:cNvSpPr/>
          <p:nvPr/>
        </p:nvSpPr>
        <p:spPr>
          <a:xfrm>
            <a:off x="7467600" y="5048250"/>
            <a:ext cx="2476500" cy="7239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-3-prefix"/>
          <p:cNvSpPr txBox="1"/>
          <p:nvPr/>
        </p:nvSpPr>
        <p:spPr>
          <a:xfrm>
            <a:off x="7620000" y="5181600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3.</a:t>
            </a:r>
          </a:p>
        </p:txBody>
      </p:sp>
      <p:sp>
        <p:nvSpPr>
          <p:cNvPr id="16" name="pill-3-text"/>
          <p:cNvSpPr txBox="1"/>
          <p:nvPr/>
        </p:nvSpPr>
        <p:spPr>
          <a:xfrm>
            <a:off x="7848600" y="5181600"/>
            <a:ext cx="19431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Which trade-offs are we prepared to make to move fast?</a:t>
            </a:r>
          </a:p>
        </p:txBody>
      </p:sp>
      <p:sp>
        <p:nvSpPr>
          <p:cNvPr id="1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