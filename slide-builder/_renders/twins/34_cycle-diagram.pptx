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The Slide Lab loop — four phases, repeating with every deck.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Think, argue, build, review — then start the next loop. The deck improves loop by loop, not page by page.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953000" y="3667125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[ Cycle diagram ]</a:t>
            </a:r>
          </a:p>
        </p:txBody>
      </p:sp>
      <p:sp>
        <p:nvSpPr>
          <p:cNvPr id="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Every deck is one loop. The fastest improvement comes from completing more loops, not making longer ones.</a:t>
            </a:r>
          </a:p>
        </p:txBody>
      </p:sp>
      <p:sp>
        <p:nvSpPr>
          <p:cNvPr id="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