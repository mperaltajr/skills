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Pilot governance — three leads, eight contributors.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One sponsor sets direction. Three workstream leads own delivery. Contributors execute against a single rail.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2190750"/>
            <a:ext cx="10972800" cy="3429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placeholder"/>
          <p:cNvSpPr txBox="1"/>
          <p:nvPr/>
        </p:nvSpPr>
        <p:spPr>
          <a:xfrm>
            <a:off x="609600" y="2190750"/>
            <a:ext cx="10972800" cy="3429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[ Org chart — picture-asset; SVG renders here ]</a:t>
            </a:r>
          </a:p>
        </p:txBody>
      </p:sp>
      <p:sp>
        <p:nvSpPr>
          <p:cNvPr id="7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Decisions escalate up the rail; signoffs come back the same way — no side channels.</a:t>
            </a:r>
          </a:p>
        </p:txBody>
      </p:sp>
      <p:sp>
        <p:nvSpPr>
          <p:cNvPr id="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