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The routing decision — when to draft, when to coach first.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One question at the top of every deck. Four outcomes at the bottom. No ambiguity in between.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05000"/>
            <a:ext cx="10972800" cy="3810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953000" y="371475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[ Decision tree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deck starts with the same question. Most of them don't.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