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Case study — a 30-person practice cut deck cycle time from 14 to 5 days (-64%).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Same pattern we apply everywhere: storyline first, structured measurement, no bespoke heroics.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header-bg"/>
          <p:cNvSpPr/>
          <p:nvPr/>
        </p:nvSpPr>
        <p:spPr>
          <a:xfrm>
            <a:off x="533400" y="2095500"/>
            <a:ext cx="35623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heading"/>
          <p:cNvSpPr txBox="1"/>
          <p:nvPr/>
        </p:nvSpPr>
        <p:spPr>
          <a:xfrm>
            <a:off x="7239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SITUATION</a:t>
            </a:r>
          </a:p>
        </p:txBody>
      </p:sp>
      <p:sp>
        <p:nvSpPr>
          <p:cNvPr id="7" name="card-1-body-bg"/>
          <p:cNvSpPr/>
          <p:nvPr/>
        </p:nvSpPr>
        <p:spPr>
          <a:xfrm>
            <a:off x="533400" y="2571750"/>
            <a:ext cx="3562350" cy="2476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body"/>
          <p:cNvSpPr txBox="1"/>
          <p:nvPr/>
        </p:nvSpPr>
        <p:spPr>
          <a:xfrm>
            <a:off x="7429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 30-person strategy practice was producing decks in 12–14 days median, with 8 rounds of partner edits per deck. The bottleneck wasn't talent — it was the assembly process.</a:t>
            </a:r>
          </a:p>
        </p:txBody>
      </p:sp>
      <p:sp>
        <p:nvSpPr>
          <p:cNvPr id="9" name="card-1-footer-label"/>
          <p:cNvSpPr txBox="1"/>
          <p:nvPr/>
        </p:nvSpPr>
        <p:spPr>
          <a:xfrm>
            <a:off x="7429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BASELINE</a:t>
            </a:r>
          </a:p>
        </p:txBody>
      </p:sp>
      <p:sp>
        <p:nvSpPr>
          <p:cNvPr id="10" name="card-1-footer-value"/>
          <p:cNvSpPr txBox="1"/>
          <p:nvPr/>
        </p:nvSpPr>
        <p:spPr>
          <a:xfrm>
            <a:off x="7429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14 days median · 8 partner edits</a:t>
            </a:r>
          </a:p>
        </p:txBody>
      </p:sp>
      <p:sp>
        <p:nvSpPr>
          <p:cNvPr id="11" name="card-2-header-bg"/>
          <p:cNvSpPr/>
          <p:nvPr/>
        </p:nvSpPr>
        <p:spPr>
          <a:xfrm>
            <a:off x="4305300" y="2095500"/>
            <a:ext cx="35623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heading"/>
          <p:cNvSpPr txBox="1"/>
          <p:nvPr/>
        </p:nvSpPr>
        <p:spPr>
          <a:xfrm>
            <a:off x="44958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13" name="card-2-body-bg"/>
          <p:cNvSpPr/>
          <p:nvPr/>
        </p:nvSpPr>
        <p:spPr>
          <a:xfrm>
            <a:off x="4305300" y="2571750"/>
            <a:ext cx="3562350" cy="2476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body"/>
          <p:cNvSpPr txBox="1"/>
          <p:nvPr/>
        </p:nvSpPr>
        <p:spPr>
          <a:xfrm>
            <a:off x="45148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Ran a four-week pilot with Slide Lab on one priority workstream. Replaced the partner pre-read meeting with a coached storyline session. Measured every deck against the baseline.</a:t>
            </a:r>
          </a:p>
        </p:txBody>
      </p:sp>
      <p:sp>
        <p:nvSpPr>
          <p:cNvPr id="15" name="card-2-footer-label"/>
          <p:cNvSpPr txBox="1"/>
          <p:nvPr/>
        </p:nvSpPr>
        <p:spPr>
          <a:xfrm>
            <a:off x="45148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APPROACH</a:t>
            </a:r>
          </a:p>
        </p:txBody>
      </p:sp>
      <p:sp>
        <p:nvSpPr>
          <p:cNvPr id="16" name="card-2-footer-value"/>
          <p:cNvSpPr txBox="1"/>
          <p:nvPr/>
        </p:nvSpPr>
        <p:spPr>
          <a:xfrm>
            <a:off x="45148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weeks · 12 decks measured</a:t>
            </a:r>
          </a:p>
        </p:txBody>
      </p:sp>
      <p:sp>
        <p:nvSpPr>
          <p:cNvPr id="17" name="card-3-header-bg"/>
          <p:cNvSpPr/>
          <p:nvPr/>
        </p:nvSpPr>
        <p:spPr>
          <a:xfrm>
            <a:off x="8077200" y="2095500"/>
            <a:ext cx="3562350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3-heading"/>
          <p:cNvSpPr txBox="1"/>
          <p:nvPr/>
        </p:nvSpPr>
        <p:spPr>
          <a:xfrm>
            <a:off x="82677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RESULT</a:t>
            </a:r>
          </a:p>
        </p:txBody>
      </p:sp>
      <p:sp>
        <p:nvSpPr>
          <p:cNvPr id="19" name="card-3-body-bg"/>
          <p:cNvSpPr/>
          <p:nvPr/>
        </p:nvSpPr>
        <p:spPr>
          <a:xfrm>
            <a:off x="8077200" y="2571750"/>
            <a:ext cx="3562350" cy="2476500"/>
          </a:xfrm>
          <a:prstGeom prst="rect">
            <a:avLst/>
          </a:prstGeom>
          <a:solidFill>
            <a:srgbClr val="3C1F5C"/>
          </a:solidFill>
          <a:ln w="2540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body"/>
          <p:cNvSpPr txBox="1"/>
          <p:nvPr/>
        </p:nvSpPr>
        <p:spPr>
          <a:xfrm>
            <a:off x="82867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Cycle time dropped from 14 to 5 days — a 64% reduction. Partner edits fell from 8 to 3 per deck, and 94% of decks earned stakeholder sign-off on first review.</a:t>
            </a:r>
          </a:p>
        </p:txBody>
      </p:sp>
      <p:sp>
        <p:nvSpPr>
          <p:cNvPr id="21" name="card-3-footer-label"/>
          <p:cNvSpPr txBox="1"/>
          <p:nvPr/>
        </p:nvSpPr>
        <p:spPr>
          <a:xfrm>
            <a:off x="82867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AFTER</a:t>
            </a:r>
          </a:p>
        </p:txBody>
      </p:sp>
      <p:sp>
        <p:nvSpPr>
          <p:cNvPr id="22" name="card-3-footer-value"/>
          <p:cNvSpPr txBox="1"/>
          <p:nvPr/>
        </p:nvSpPr>
        <p:spPr>
          <a:xfrm>
            <a:off x="82867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days median · 3 edits · 94% sign-off</a:t>
            </a:r>
          </a:p>
        </p:txBody>
      </p:sp>
      <p:sp>
        <p:nvSpPr>
          <p:cNvPr id="23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Same pattern, different client. Repeatable, not bespoke.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