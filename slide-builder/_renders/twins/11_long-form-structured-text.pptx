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Three structural failures, one root cause.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How consulting decks get worse over the engagement, not better.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1"/>
          <p:cNvSpPr txBox="1"/>
          <p:nvPr/>
        </p:nvSpPr>
        <p:spPr>
          <a:xfrm>
            <a:off x="609600" y="20955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#</a:t>
            </a:r>
          </a:p>
        </p:txBody>
      </p:sp>
      <p:sp>
        <p:nvSpPr>
          <p:cNvPr id="6" name="table-head-2"/>
          <p:cNvSpPr txBox="1"/>
          <p:nvPr/>
        </p:nvSpPr>
        <p:spPr>
          <a:xfrm>
            <a:off x="1409700" y="20955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STAGE</a:t>
            </a:r>
          </a:p>
        </p:txBody>
      </p:sp>
      <p:sp>
        <p:nvSpPr>
          <p:cNvPr id="7" name="table-head-3"/>
          <p:cNvSpPr txBox="1"/>
          <p:nvPr/>
        </p:nvSpPr>
        <p:spPr>
          <a:xfrm>
            <a:off x="3581400" y="2095500"/>
            <a:ext cx="8001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WHAT'S HAPPENING</a:t>
            </a:r>
          </a:p>
        </p:txBody>
      </p:sp>
      <p:sp>
        <p:nvSpPr>
          <p:cNvPr id="8" name="table-header-rule"/>
          <p:cNvSpPr/>
          <p:nvPr/>
        </p:nvSpPr>
        <p:spPr>
          <a:xfrm>
            <a:off x="609600" y="2324100"/>
            <a:ext cx="109728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section-1-num"/>
          <p:cNvSpPr txBox="1"/>
          <p:nvPr/>
        </p:nvSpPr>
        <p:spPr>
          <a:xfrm>
            <a:off x="609600" y="24765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10" name="section-1-name"/>
          <p:cNvSpPr txBox="1"/>
          <p:nvPr/>
        </p:nvSpPr>
        <p:spPr>
          <a:xfrm>
            <a:off x="1409700" y="25146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SITUATION</a:t>
            </a:r>
          </a:p>
        </p:txBody>
      </p:sp>
      <p:sp>
        <p:nvSpPr>
          <p:cNvPr id="11" name="section-1-body"/>
          <p:cNvSpPr txBox="1"/>
          <p:nvPr/>
        </p:nvSpPr>
        <p:spPr>
          <a:xfrm>
            <a:off x="3581400" y="2476500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Most consulting work starts strong — clear brief, fresh thinking, a partner who's bought in. The first week's deck reflects that clarity: a tight thesis, a single governing thought, and just enough evidence to carry it. Everyone leaves the kickoff aligned.</a:t>
            </a:r>
          </a:p>
        </p:txBody>
      </p:sp>
      <p:sp>
        <p:nvSpPr>
          <p:cNvPr id="12" name="section-1-sep"/>
          <p:cNvSpPr/>
          <p:nvPr/>
        </p:nvSpPr>
        <p:spPr>
          <a:xfrm>
            <a:off x="609600" y="3267075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ection-2-num"/>
          <p:cNvSpPr txBox="1"/>
          <p:nvPr/>
        </p:nvSpPr>
        <p:spPr>
          <a:xfrm>
            <a:off x="609600" y="33147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4" name="section-2-name"/>
          <p:cNvSpPr txBox="1"/>
          <p:nvPr/>
        </p:nvSpPr>
        <p:spPr>
          <a:xfrm>
            <a:off x="1409700" y="33528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COMPLICATION</a:t>
            </a:r>
          </a:p>
        </p:txBody>
      </p:sp>
      <p:sp>
        <p:nvSpPr>
          <p:cNvPr id="15" name="section-2-body"/>
          <p:cNvSpPr txBox="1"/>
          <p:nvPr/>
        </p:nvSpPr>
        <p:spPr>
          <a:xfrm>
            <a:off x="3581400" y="3314700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By week three, every stakeholder has touched a slide. The deck has tripled in length, lost its through-line, and added a new section called "Appendix C: Detailed analysis." What started as an argument has become an archive.</a:t>
            </a:r>
          </a:p>
        </p:txBody>
      </p:sp>
      <p:sp>
        <p:nvSpPr>
          <p:cNvPr id="16" name="section-2-sep"/>
          <p:cNvSpPr/>
          <p:nvPr/>
        </p:nvSpPr>
        <p:spPr>
          <a:xfrm>
            <a:off x="609600" y="4105275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ection-3-num"/>
          <p:cNvSpPr txBox="1"/>
          <p:nvPr/>
        </p:nvSpPr>
        <p:spPr>
          <a:xfrm>
            <a:off x="609600" y="41529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18" name="section-3-name"/>
          <p:cNvSpPr txBox="1"/>
          <p:nvPr/>
        </p:nvSpPr>
        <p:spPr>
          <a:xfrm>
            <a:off x="1409700" y="4191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QUESTION</a:t>
            </a:r>
          </a:p>
        </p:txBody>
      </p:sp>
      <p:sp>
        <p:nvSpPr>
          <p:cNvPr id="19" name="section-3-body"/>
          <p:cNvSpPr txBox="1"/>
          <p:nvPr/>
        </p:nvSpPr>
        <p:spPr>
          <a:xfrm>
            <a:off x="3581400" y="4152900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Why do decks degrade as the team learns more, instead of getting sharper? Every additional insight should make the thesis cleaner — yet the opposite happens, on every engagement, regardless of seniority or sector.</a:t>
            </a:r>
          </a:p>
        </p:txBody>
      </p:sp>
      <p:sp>
        <p:nvSpPr>
          <p:cNvPr id="20" name="section-3-sep"/>
          <p:cNvSpPr/>
          <p:nvPr/>
        </p:nvSpPr>
        <p:spPr>
          <a:xfrm>
            <a:off x="609600" y="4943475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ection-4-num"/>
          <p:cNvSpPr txBox="1"/>
          <p:nvPr/>
        </p:nvSpPr>
        <p:spPr>
          <a:xfrm>
            <a:off x="609600" y="49911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22" name="section-4-name"/>
          <p:cNvSpPr txBox="1"/>
          <p:nvPr/>
        </p:nvSpPr>
        <p:spPr>
          <a:xfrm>
            <a:off x="1409700" y="5029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ANSWER</a:t>
            </a:r>
          </a:p>
        </p:txBody>
      </p:sp>
      <p:sp>
        <p:nvSpPr>
          <p:cNvPr id="23" name="section-4-body"/>
          <p:cNvSpPr txBox="1"/>
          <p:nvPr/>
        </p:nvSpPr>
        <p:spPr>
          <a:xfrm>
            <a:off x="3581400" y="4991100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Because adding is faster than choosing. Every workstream contributes findings; nobody is paid to delete them. Reviewers ask "what about X?" and X gets added; nobody asks "what should we cut?" The deck becomes sediment, not synthesis.</a:t>
            </a:r>
          </a:p>
        </p:txBody>
      </p:sp>
      <p:sp>
        <p:nvSpPr>
          <p:cNvPr id="24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Slide Lab's job isn't to add ideas. It's to make subtraction faster than addition.</a:t>
            </a:r>
          </a:p>
        </p:txBody>
      </p:sp>
      <p:sp>
        <p:nvSpPr>
          <p:cNvPr id="2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