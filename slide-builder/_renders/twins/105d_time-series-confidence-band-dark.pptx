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C780FF"/>
                </a:solidFill>
                <a:latin typeface="Inter"/>
              </a:rPr>
              <a:t>ARR on track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— forecast band narrows as pipeline converts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Projected ARR, Q1 2024 - Q4 2025 - $M - Central trend, 80% confidence band, actuals vs. forecast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7635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8382000" y="2343150"/>
            <a:ext cx="1524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8591550" y="22860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Actuals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9525000" y="2343150"/>
            <a:ext cx="1524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9734550" y="22860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Forecast</a:t>
            </a:r>
          </a:p>
        </p:txBody>
      </p:sp>
      <p:sp>
        <p:nvSpPr>
          <p:cNvPr id="9" name="legend-3-swatch"/>
          <p:cNvSpPr/>
          <p:nvPr/>
        </p:nvSpPr>
        <p:spPr>
          <a:xfrm>
            <a:off x="10668000" y="2343150"/>
            <a:ext cx="1524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10877550" y="22860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80% confidence band</a:t>
            </a:r>
          </a:p>
        </p:txBody>
      </p:sp>
      <p:sp>
        <p:nvSpPr>
          <p:cNvPr id="11" name="chart-canvas"/>
          <p:cNvSpPr/>
          <p:nvPr/>
        </p:nvSpPr>
        <p:spPr>
          <a:xfrm>
            <a:off x="762000" y="2552700"/>
            <a:ext cx="10972800" cy="3352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hart-grid-0"/>
          <p:cNvSpPr/>
          <p:nvPr/>
        </p:nvSpPr>
        <p:spPr>
          <a:xfrm>
            <a:off x="1295400" y="2743200"/>
            <a:ext cx="10210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hart-y-0"/>
          <p:cNvSpPr txBox="1"/>
          <p:nvPr/>
        </p:nvSpPr>
        <p:spPr>
          <a:xfrm>
            <a:off x="838200" y="26670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$120M</a:t>
            </a:r>
          </a:p>
        </p:txBody>
      </p:sp>
      <p:sp>
        <p:nvSpPr>
          <p:cNvPr id="14" name="chart-grid-1"/>
          <p:cNvSpPr/>
          <p:nvPr/>
        </p:nvSpPr>
        <p:spPr>
          <a:xfrm>
            <a:off x="1295400" y="3467100"/>
            <a:ext cx="10210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hart-y-1"/>
          <p:cNvSpPr txBox="1"/>
          <p:nvPr/>
        </p:nvSpPr>
        <p:spPr>
          <a:xfrm>
            <a:off x="838200" y="33909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$100M</a:t>
            </a:r>
          </a:p>
        </p:txBody>
      </p:sp>
      <p:sp>
        <p:nvSpPr>
          <p:cNvPr id="16" name="chart-grid-2"/>
          <p:cNvSpPr/>
          <p:nvPr/>
        </p:nvSpPr>
        <p:spPr>
          <a:xfrm>
            <a:off x="1295400" y="4191000"/>
            <a:ext cx="10210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hart-y-2"/>
          <p:cNvSpPr txBox="1"/>
          <p:nvPr/>
        </p:nvSpPr>
        <p:spPr>
          <a:xfrm>
            <a:off x="838200" y="41148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$80M</a:t>
            </a:r>
          </a:p>
        </p:txBody>
      </p:sp>
      <p:sp>
        <p:nvSpPr>
          <p:cNvPr id="18" name="chart-grid-3"/>
          <p:cNvSpPr/>
          <p:nvPr/>
        </p:nvSpPr>
        <p:spPr>
          <a:xfrm>
            <a:off x="1295400" y="4914900"/>
            <a:ext cx="10210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hart-y-3"/>
          <p:cNvSpPr txBox="1"/>
          <p:nvPr/>
        </p:nvSpPr>
        <p:spPr>
          <a:xfrm>
            <a:off x="838200" y="48387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$60M</a:t>
            </a:r>
          </a:p>
        </p:txBody>
      </p:sp>
      <p:sp>
        <p:nvSpPr>
          <p:cNvPr id="21" name="chart-y-4"/>
          <p:cNvSpPr txBox="1"/>
          <p:nvPr/>
        </p:nvSpPr>
        <p:spPr>
          <a:xfrm>
            <a:off x="838200" y="55626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$40M</a:t>
            </a:r>
          </a:p>
        </p:txBody>
      </p:sp>
      <p:sp>
        <p:nvSpPr>
          <p:cNvPr id="22" name="chart-band-0-136"/>
          <p:cNvSpPr/>
          <p:nvPr/>
        </p:nvSpPr>
        <p:spPr>
          <a:xfrm>
            <a:off x="1295400" y="4762500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hart-band-0-139"/>
          <p:cNvSpPr/>
          <p:nvPr/>
        </p:nvSpPr>
        <p:spPr>
          <a:xfrm>
            <a:off x="1323975" y="4762500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hart-band-0-142"/>
          <p:cNvSpPr/>
          <p:nvPr/>
        </p:nvSpPr>
        <p:spPr>
          <a:xfrm>
            <a:off x="1352550" y="4762500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hart-band-0-145"/>
          <p:cNvSpPr/>
          <p:nvPr/>
        </p:nvSpPr>
        <p:spPr>
          <a:xfrm>
            <a:off x="1381125" y="4752975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hart-band-0-148"/>
          <p:cNvSpPr/>
          <p:nvPr/>
        </p:nvSpPr>
        <p:spPr>
          <a:xfrm>
            <a:off x="1409700" y="4752975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hart-band-0-151"/>
          <p:cNvSpPr/>
          <p:nvPr/>
        </p:nvSpPr>
        <p:spPr>
          <a:xfrm>
            <a:off x="1438275" y="4752975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hart-band-0-154"/>
          <p:cNvSpPr/>
          <p:nvPr/>
        </p:nvSpPr>
        <p:spPr>
          <a:xfrm>
            <a:off x="1466850" y="4752975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hart-band-0-157"/>
          <p:cNvSpPr/>
          <p:nvPr/>
        </p:nvSpPr>
        <p:spPr>
          <a:xfrm>
            <a:off x="1495425" y="4743450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hart-band-0-160"/>
          <p:cNvSpPr/>
          <p:nvPr/>
        </p:nvSpPr>
        <p:spPr>
          <a:xfrm>
            <a:off x="1524000" y="4743450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hart-band-0-163"/>
          <p:cNvSpPr/>
          <p:nvPr/>
        </p:nvSpPr>
        <p:spPr>
          <a:xfrm>
            <a:off x="1552575" y="4743450"/>
            <a:ext cx="28575" cy="438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hart-band-0-166"/>
          <p:cNvSpPr/>
          <p:nvPr/>
        </p:nvSpPr>
        <p:spPr>
          <a:xfrm>
            <a:off x="1581150" y="4733925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hart-band-0-169"/>
          <p:cNvSpPr/>
          <p:nvPr/>
        </p:nvSpPr>
        <p:spPr>
          <a:xfrm>
            <a:off x="1609725" y="4733925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hart-band-0-172"/>
          <p:cNvSpPr/>
          <p:nvPr/>
        </p:nvSpPr>
        <p:spPr>
          <a:xfrm>
            <a:off x="1638300" y="4733925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hart-band-0-175"/>
          <p:cNvSpPr/>
          <p:nvPr/>
        </p:nvSpPr>
        <p:spPr>
          <a:xfrm>
            <a:off x="1666875" y="472440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hart-band-0-178"/>
          <p:cNvSpPr/>
          <p:nvPr/>
        </p:nvSpPr>
        <p:spPr>
          <a:xfrm>
            <a:off x="1695450" y="4724400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hart-band-0-181"/>
          <p:cNvSpPr/>
          <p:nvPr/>
        </p:nvSpPr>
        <p:spPr>
          <a:xfrm>
            <a:off x="1724025" y="4724400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hart-band-0-184"/>
          <p:cNvSpPr/>
          <p:nvPr/>
        </p:nvSpPr>
        <p:spPr>
          <a:xfrm>
            <a:off x="1752600" y="4724400"/>
            <a:ext cx="28575" cy="4476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hart-band-0-187"/>
          <p:cNvSpPr/>
          <p:nvPr/>
        </p:nvSpPr>
        <p:spPr>
          <a:xfrm>
            <a:off x="1781175" y="4714875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hart-band-0-190"/>
          <p:cNvSpPr/>
          <p:nvPr/>
        </p:nvSpPr>
        <p:spPr>
          <a:xfrm>
            <a:off x="1809750" y="4714875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hart-band-0-193"/>
          <p:cNvSpPr/>
          <p:nvPr/>
        </p:nvSpPr>
        <p:spPr>
          <a:xfrm>
            <a:off x="1838325" y="4714875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hart-band-0-196"/>
          <p:cNvSpPr/>
          <p:nvPr/>
        </p:nvSpPr>
        <p:spPr>
          <a:xfrm>
            <a:off x="1866900" y="470535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hart-band-0-199"/>
          <p:cNvSpPr/>
          <p:nvPr/>
        </p:nvSpPr>
        <p:spPr>
          <a:xfrm>
            <a:off x="1895475" y="470535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hart-band-0-202"/>
          <p:cNvSpPr/>
          <p:nvPr/>
        </p:nvSpPr>
        <p:spPr>
          <a:xfrm>
            <a:off x="1924050" y="4705350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hart-band-0-205"/>
          <p:cNvSpPr/>
          <p:nvPr/>
        </p:nvSpPr>
        <p:spPr>
          <a:xfrm>
            <a:off x="1952625" y="4695825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hart-band-0-208"/>
          <p:cNvSpPr/>
          <p:nvPr/>
        </p:nvSpPr>
        <p:spPr>
          <a:xfrm>
            <a:off x="1981200" y="4695825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hart-band-0-211"/>
          <p:cNvSpPr/>
          <p:nvPr/>
        </p:nvSpPr>
        <p:spPr>
          <a:xfrm>
            <a:off x="2009775" y="4695825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hart-band-0-214"/>
          <p:cNvSpPr/>
          <p:nvPr/>
        </p:nvSpPr>
        <p:spPr>
          <a:xfrm>
            <a:off x="2038350" y="4695825"/>
            <a:ext cx="28575" cy="457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hart-band-0-217"/>
          <p:cNvSpPr/>
          <p:nvPr/>
        </p:nvSpPr>
        <p:spPr>
          <a:xfrm>
            <a:off x="2066925" y="4686300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hart-band-0-220"/>
          <p:cNvSpPr/>
          <p:nvPr/>
        </p:nvSpPr>
        <p:spPr>
          <a:xfrm>
            <a:off x="2095500" y="4686300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hart-band-0-223"/>
          <p:cNvSpPr/>
          <p:nvPr/>
        </p:nvSpPr>
        <p:spPr>
          <a:xfrm>
            <a:off x="2124075" y="4686300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hart-band-0-226"/>
          <p:cNvSpPr/>
          <p:nvPr/>
        </p:nvSpPr>
        <p:spPr>
          <a:xfrm>
            <a:off x="2152650" y="4676775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hart-band-0-229"/>
          <p:cNvSpPr/>
          <p:nvPr/>
        </p:nvSpPr>
        <p:spPr>
          <a:xfrm>
            <a:off x="2181225" y="4676775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hart-band-0-232"/>
          <p:cNvSpPr/>
          <p:nvPr/>
        </p:nvSpPr>
        <p:spPr>
          <a:xfrm>
            <a:off x="2209800" y="4676775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hart-band-0-235"/>
          <p:cNvSpPr/>
          <p:nvPr/>
        </p:nvSpPr>
        <p:spPr>
          <a:xfrm>
            <a:off x="2238375" y="4667250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hart-band-0-238"/>
          <p:cNvSpPr/>
          <p:nvPr/>
        </p:nvSpPr>
        <p:spPr>
          <a:xfrm>
            <a:off x="2266950" y="4667250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hart-band-0-241"/>
          <p:cNvSpPr/>
          <p:nvPr/>
        </p:nvSpPr>
        <p:spPr>
          <a:xfrm>
            <a:off x="2295525" y="4667250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hart-band-0-244"/>
          <p:cNvSpPr/>
          <p:nvPr/>
        </p:nvSpPr>
        <p:spPr>
          <a:xfrm>
            <a:off x="2324100" y="4667250"/>
            <a:ext cx="28575" cy="4667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hart-band-0-247"/>
          <p:cNvSpPr/>
          <p:nvPr/>
        </p:nvSpPr>
        <p:spPr>
          <a:xfrm>
            <a:off x="2352675" y="4657725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hart-band-0-250"/>
          <p:cNvSpPr/>
          <p:nvPr/>
        </p:nvSpPr>
        <p:spPr>
          <a:xfrm>
            <a:off x="2381250" y="4657725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hart-band-0-253"/>
          <p:cNvSpPr/>
          <p:nvPr/>
        </p:nvSpPr>
        <p:spPr>
          <a:xfrm>
            <a:off x="2409825" y="4657725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hart-band-0-256"/>
          <p:cNvSpPr/>
          <p:nvPr/>
        </p:nvSpPr>
        <p:spPr>
          <a:xfrm>
            <a:off x="2438400" y="4648200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hart-band-0-259"/>
          <p:cNvSpPr/>
          <p:nvPr/>
        </p:nvSpPr>
        <p:spPr>
          <a:xfrm>
            <a:off x="2466975" y="4648200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hart-band-0-262"/>
          <p:cNvSpPr/>
          <p:nvPr/>
        </p:nvSpPr>
        <p:spPr>
          <a:xfrm>
            <a:off x="2495550" y="4648200"/>
            <a:ext cx="28575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hart-band-0-265"/>
          <p:cNvSpPr/>
          <p:nvPr/>
        </p:nvSpPr>
        <p:spPr>
          <a:xfrm>
            <a:off x="2524125" y="4638675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hart-band-0-268"/>
          <p:cNvSpPr/>
          <p:nvPr/>
        </p:nvSpPr>
        <p:spPr>
          <a:xfrm>
            <a:off x="2552700" y="4638675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hart-band-0-271"/>
          <p:cNvSpPr/>
          <p:nvPr/>
        </p:nvSpPr>
        <p:spPr>
          <a:xfrm>
            <a:off x="2581275" y="4638675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hart-band-0-274"/>
          <p:cNvSpPr/>
          <p:nvPr/>
        </p:nvSpPr>
        <p:spPr>
          <a:xfrm>
            <a:off x="2609850" y="4638675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chart-band-0-277"/>
          <p:cNvSpPr/>
          <p:nvPr/>
        </p:nvSpPr>
        <p:spPr>
          <a:xfrm>
            <a:off x="2638425" y="4629150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hart-band-0-280"/>
          <p:cNvSpPr/>
          <p:nvPr/>
        </p:nvSpPr>
        <p:spPr>
          <a:xfrm>
            <a:off x="2667000" y="4629150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chart-band-0-283"/>
          <p:cNvSpPr/>
          <p:nvPr/>
        </p:nvSpPr>
        <p:spPr>
          <a:xfrm>
            <a:off x="2695575" y="4629150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hart-band-0-286"/>
          <p:cNvSpPr/>
          <p:nvPr/>
        </p:nvSpPr>
        <p:spPr>
          <a:xfrm>
            <a:off x="2724150" y="461962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chart-band-1-289"/>
          <p:cNvSpPr/>
          <p:nvPr/>
        </p:nvSpPr>
        <p:spPr>
          <a:xfrm>
            <a:off x="2752725" y="461962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chart-band-1-292"/>
          <p:cNvSpPr/>
          <p:nvPr/>
        </p:nvSpPr>
        <p:spPr>
          <a:xfrm>
            <a:off x="2781300" y="461962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hart-band-1-295"/>
          <p:cNvSpPr/>
          <p:nvPr/>
        </p:nvSpPr>
        <p:spPr>
          <a:xfrm>
            <a:off x="2809875" y="4619625"/>
            <a:ext cx="28575" cy="4857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chart-band-1-298"/>
          <p:cNvSpPr/>
          <p:nvPr/>
        </p:nvSpPr>
        <p:spPr>
          <a:xfrm>
            <a:off x="2838450" y="461010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hart-band-1-301"/>
          <p:cNvSpPr/>
          <p:nvPr/>
        </p:nvSpPr>
        <p:spPr>
          <a:xfrm>
            <a:off x="2867025" y="461010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chart-band-1-304"/>
          <p:cNvSpPr/>
          <p:nvPr/>
        </p:nvSpPr>
        <p:spPr>
          <a:xfrm>
            <a:off x="2895600" y="461010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chart-band-1-307"/>
          <p:cNvSpPr/>
          <p:nvPr/>
        </p:nvSpPr>
        <p:spPr>
          <a:xfrm>
            <a:off x="2924175" y="460057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chart-band-1-310"/>
          <p:cNvSpPr/>
          <p:nvPr/>
        </p:nvSpPr>
        <p:spPr>
          <a:xfrm>
            <a:off x="2952750" y="460057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chart-band-1-313"/>
          <p:cNvSpPr/>
          <p:nvPr/>
        </p:nvSpPr>
        <p:spPr>
          <a:xfrm>
            <a:off x="2981325" y="460057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chart-band-1-316"/>
          <p:cNvSpPr/>
          <p:nvPr/>
        </p:nvSpPr>
        <p:spPr>
          <a:xfrm>
            <a:off x="3009900" y="459105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chart-band-1-319"/>
          <p:cNvSpPr/>
          <p:nvPr/>
        </p:nvSpPr>
        <p:spPr>
          <a:xfrm>
            <a:off x="3038475" y="459105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chart-band-1-322"/>
          <p:cNvSpPr/>
          <p:nvPr/>
        </p:nvSpPr>
        <p:spPr>
          <a:xfrm>
            <a:off x="3067050" y="459105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chart-band-1-325"/>
          <p:cNvSpPr/>
          <p:nvPr/>
        </p:nvSpPr>
        <p:spPr>
          <a:xfrm>
            <a:off x="3095625" y="459105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chart-band-1-328"/>
          <p:cNvSpPr/>
          <p:nvPr/>
        </p:nvSpPr>
        <p:spPr>
          <a:xfrm>
            <a:off x="3124200" y="458152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chart-band-1-331"/>
          <p:cNvSpPr/>
          <p:nvPr/>
        </p:nvSpPr>
        <p:spPr>
          <a:xfrm>
            <a:off x="3152775" y="458152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chart-band-1-334"/>
          <p:cNvSpPr/>
          <p:nvPr/>
        </p:nvSpPr>
        <p:spPr>
          <a:xfrm>
            <a:off x="3181350" y="4581525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chart-band-1-337"/>
          <p:cNvSpPr/>
          <p:nvPr/>
        </p:nvSpPr>
        <p:spPr>
          <a:xfrm>
            <a:off x="3209925" y="457200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chart-band-1-340"/>
          <p:cNvSpPr/>
          <p:nvPr/>
        </p:nvSpPr>
        <p:spPr>
          <a:xfrm>
            <a:off x="3238500" y="457200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chart-band-1-343"/>
          <p:cNvSpPr/>
          <p:nvPr/>
        </p:nvSpPr>
        <p:spPr>
          <a:xfrm>
            <a:off x="3267075" y="4572000"/>
            <a:ext cx="28575" cy="4953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chart-band-1-346"/>
          <p:cNvSpPr/>
          <p:nvPr/>
        </p:nvSpPr>
        <p:spPr>
          <a:xfrm>
            <a:off x="3295650" y="456247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chart-band-1-349"/>
          <p:cNvSpPr/>
          <p:nvPr/>
        </p:nvSpPr>
        <p:spPr>
          <a:xfrm>
            <a:off x="3324225" y="456247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chart-band-1-352"/>
          <p:cNvSpPr/>
          <p:nvPr/>
        </p:nvSpPr>
        <p:spPr>
          <a:xfrm>
            <a:off x="3352800" y="456247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chart-band-1-355"/>
          <p:cNvSpPr/>
          <p:nvPr/>
        </p:nvSpPr>
        <p:spPr>
          <a:xfrm>
            <a:off x="3381375" y="456247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chart-band-1-358"/>
          <p:cNvSpPr/>
          <p:nvPr/>
        </p:nvSpPr>
        <p:spPr>
          <a:xfrm>
            <a:off x="3409950" y="455295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chart-band-1-361"/>
          <p:cNvSpPr/>
          <p:nvPr/>
        </p:nvSpPr>
        <p:spPr>
          <a:xfrm>
            <a:off x="3438525" y="455295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8" name="chart-band-1-364"/>
          <p:cNvSpPr/>
          <p:nvPr/>
        </p:nvSpPr>
        <p:spPr>
          <a:xfrm>
            <a:off x="3467100" y="455295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chart-band-1-367"/>
          <p:cNvSpPr/>
          <p:nvPr/>
        </p:nvSpPr>
        <p:spPr>
          <a:xfrm>
            <a:off x="3495675" y="45434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chart-band-1-370"/>
          <p:cNvSpPr/>
          <p:nvPr/>
        </p:nvSpPr>
        <p:spPr>
          <a:xfrm>
            <a:off x="3524250" y="454342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chart-band-1-373"/>
          <p:cNvSpPr/>
          <p:nvPr/>
        </p:nvSpPr>
        <p:spPr>
          <a:xfrm>
            <a:off x="3552825" y="454342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chart-band-1-376"/>
          <p:cNvSpPr/>
          <p:nvPr/>
        </p:nvSpPr>
        <p:spPr>
          <a:xfrm>
            <a:off x="3581400" y="45339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chart-band-1-379"/>
          <p:cNvSpPr/>
          <p:nvPr/>
        </p:nvSpPr>
        <p:spPr>
          <a:xfrm>
            <a:off x="3609975" y="45339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chart-band-1-382"/>
          <p:cNvSpPr/>
          <p:nvPr/>
        </p:nvSpPr>
        <p:spPr>
          <a:xfrm>
            <a:off x="3638550" y="453390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chart-band-1-385"/>
          <p:cNvSpPr/>
          <p:nvPr/>
        </p:nvSpPr>
        <p:spPr>
          <a:xfrm>
            <a:off x="3667125" y="4533900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chart-band-1-388"/>
          <p:cNvSpPr/>
          <p:nvPr/>
        </p:nvSpPr>
        <p:spPr>
          <a:xfrm>
            <a:off x="3695700" y="45243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chart-band-1-391"/>
          <p:cNvSpPr/>
          <p:nvPr/>
        </p:nvSpPr>
        <p:spPr>
          <a:xfrm>
            <a:off x="3724275" y="45243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8" name="chart-band-1-394"/>
          <p:cNvSpPr/>
          <p:nvPr/>
        </p:nvSpPr>
        <p:spPr>
          <a:xfrm>
            <a:off x="3752850" y="4524375"/>
            <a:ext cx="28575" cy="5048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9" name="chart-band-1-397"/>
          <p:cNvSpPr/>
          <p:nvPr/>
        </p:nvSpPr>
        <p:spPr>
          <a:xfrm>
            <a:off x="3781425" y="45148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chart-band-1-400"/>
          <p:cNvSpPr/>
          <p:nvPr/>
        </p:nvSpPr>
        <p:spPr>
          <a:xfrm>
            <a:off x="3810000" y="45148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chart-band-1-403"/>
          <p:cNvSpPr/>
          <p:nvPr/>
        </p:nvSpPr>
        <p:spPr>
          <a:xfrm>
            <a:off x="3838575" y="45148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2" name="chart-band-1-406"/>
          <p:cNvSpPr/>
          <p:nvPr/>
        </p:nvSpPr>
        <p:spPr>
          <a:xfrm>
            <a:off x="3867150" y="45053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chart-band-1-409"/>
          <p:cNvSpPr/>
          <p:nvPr/>
        </p:nvSpPr>
        <p:spPr>
          <a:xfrm>
            <a:off x="3895725" y="45053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chart-band-1-412"/>
          <p:cNvSpPr/>
          <p:nvPr/>
        </p:nvSpPr>
        <p:spPr>
          <a:xfrm>
            <a:off x="3924300" y="45053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chart-band-1-415"/>
          <p:cNvSpPr/>
          <p:nvPr/>
        </p:nvSpPr>
        <p:spPr>
          <a:xfrm>
            <a:off x="3952875" y="45053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chart-band-1-418"/>
          <p:cNvSpPr/>
          <p:nvPr/>
        </p:nvSpPr>
        <p:spPr>
          <a:xfrm>
            <a:off x="3981450" y="44958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chart-band-1-421"/>
          <p:cNvSpPr/>
          <p:nvPr/>
        </p:nvSpPr>
        <p:spPr>
          <a:xfrm>
            <a:off x="4010025" y="44958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chart-band-1-424"/>
          <p:cNvSpPr/>
          <p:nvPr/>
        </p:nvSpPr>
        <p:spPr>
          <a:xfrm>
            <a:off x="4038600" y="44958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9" name="chart-band-1-427"/>
          <p:cNvSpPr/>
          <p:nvPr/>
        </p:nvSpPr>
        <p:spPr>
          <a:xfrm>
            <a:off x="4067175" y="44862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chart-band-1-430"/>
          <p:cNvSpPr/>
          <p:nvPr/>
        </p:nvSpPr>
        <p:spPr>
          <a:xfrm>
            <a:off x="4095750" y="44862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chart-band-1-433"/>
          <p:cNvSpPr/>
          <p:nvPr/>
        </p:nvSpPr>
        <p:spPr>
          <a:xfrm>
            <a:off x="4124325" y="44862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chart-band-1-436"/>
          <p:cNvSpPr/>
          <p:nvPr/>
        </p:nvSpPr>
        <p:spPr>
          <a:xfrm>
            <a:off x="4152900" y="44767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chart-band-1-439"/>
          <p:cNvSpPr/>
          <p:nvPr/>
        </p:nvSpPr>
        <p:spPr>
          <a:xfrm>
            <a:off x="4181475" y="44767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chart-band-2-442"/>
          <p:cNvSpPr/>
          <p:nvPr/>
        </p:nvSpPr>
        <p:spPr>
          <a:xfrm>
            <a:off x="4210050" y="44767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5" name="chart-band-2-445"/>
          <p:cNvSpPr/>
          <p:nvPr/>
        </p:nvSpPr>
        <p:spPr>
          <a:xfrm>
            <a:off x="4238625" y="44767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chart-band-2-448"/>
          <p:cNvSpPr/>
          <p:nvPr/>
        </p:nvSpPr>
        <p:spPr>
          <a:xfrm>
            <a:off x="4267200" y="44672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7" name="chart-band-2-451"/>
          <p:cNvSpPr/>
          <p:nvPr/>
        </p:nvSpPr>
        <p:spPr>
          <a:xfrm>
            <a:off x="4295775" y="44672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chart-band-2-454"/>
          <p:cNvSpPr/>
          <p:nvPr/>
        </p:nvSpPr>
        <p:spPr>
          <a:xfrm>
            <a:off x="4324350" y="44672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chart-band-2-457"/>
          <p:cNvSpPr/>
          <p:nvPr/>
        </p:nvSpPr>
        <p:spPr>
          <a:xfrm>
            <a:off x="4352925" y="44577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chart-band-2-460"/>
          <p:cNvSpPr/>
          <p:nvPr/>
        </p:nvSpPr>
        <p:spPr>
          <a:xfrm>
            <a:off x="4381500" y="44577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chart-band-2-463"/>
          <p:cNvSpPr/>
          <p:nvPr/>
        </p:nvSpPr>
        <p:spPr>
          <a:xfrm>
            <a:off x="4410075" y="44577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chart-band-2-466"/>
          <p:cNvSpPr/>
          <p:nvPr/>
        </p:nvSpPr>
        <p:spPr>
          <a:xfrm>
            <a:off x="4438650" y="44577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chart-band-2-469"/>
          <p:cNvSpPr/>
          <p:nvPr/>
        </p:nvSpPr>
        <p:spPr>
          <a:xfrm>
            <a:off x="4467225" y="44481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4" name="chart-band-2-472"/>
          <p:cNvSpPr/>
          <p:nvPr/>
        </p:nvSpPr>
        <p:spPr>
          <a:xfrm>
            <a:off x="4495800" y="44481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5" name="chart-band-2-475"/>
          <p:cNvSpPr/>
          <p:nvPr/>
        </p:nvSpPr>
        <p:spPr>
          <a:xfrm>
            <a:off x="4524375" y="44481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chart-band-2-478"/>
          <p:cNvSpPr/>
          <p:nvPr/>
        </p:nvSpPr>
        <p:spPr>
          <a:xfrm>
            <a:off x="4552950" y="44386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7" name="chart-band-2-481"/>
          <p:cNvSpPr/>
          <p:nvPr/>
        </p:nvSpPr>
        <p:spPr>
          <a:xfrm>
            <a:off x="4581525" y="44386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chart-band-2-484"/>
          <p:cNvSpPr/>
          <p:nvPr/>
        </p:nvSpPr>
        <p:spPr>
          <a:xfrm>
            <a:off x="4610100" y="44386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9" name="chart-band-2-487"/>
          <p:cNvSpPr/>
          <p:nvPr/>
        </p:nvSpPr>
        <p:spPr>
          <a:xfrm>
            <a:off x="4638675" y="44291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chart-band-2-490"/>
          <p:cNvSpPr/>
          <p:nvPr/>
        </p:nvSpPr>
        <p:spPr>
          <a:xfrm>
            <a:off x="4667250" y="44291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chart-band-2-493"/>
          <p:cNvSpPr/>
          <p:nvPr/>
        </p:nvSpPr>
        <p:spPr>
          <a:xfrm>
            <a:off x="4695825" y="44291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2" name="chart-band-2-496"/>
          <p:cNvSpPr/>
          <p:nvPr/>
        </p:nvSpPr>
        <p:spPr>
          <a:xfrm>
            <a:off x="4724400" y="44291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chart-band-2-499"/>
          <p:cNvSpPr/>
          <p:nvPr/>
        </p:nvSpPr>
        <p:spPr>
          <a:xfrm>
            <a:off x="4752975" y="44196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4" name="chart-band-2-502"/>
          <p:cNvSpPr/>
          <p:nvPr/>
        </p:nvSpPr>
        <p:spPr>
          <a:xfrm>
            <a:off x="4781550" y="44196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5" name="chart-band-2-505"/>
          <p:cNvSpPr/>
          <p:nvPr/>
        </p:nvSpPr>
        <p:spPr>
          <a:xfrm>
            <a:off x="4810125" y="44196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chart-band-2-508"/>
          <p:cNvSpPr/>
          <p:nvPr/>
        </p:nvSpPr>
        <p:spPr>
          <a:xfrm>
            <a:off x="4838700" y="44100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7" name="chart-band-2-511"/>
          <p:cNvSpPr/>
          <p:nvPr/>
        </p:nvSpPr>
        <p:spPr>
          <a:xfrm>
            <a:off x="4867275" y="44100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8" name="chart-band-2-514"/>
          <p:cNvSpPr/>
          <p:nvPr/>
        </p:nvSpPr>
        <p:spPr>
          <a:xfrm>
            <a:off x="4895850" y="44100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9" name="chart-band-2-517"/>
          <p:cNvSpPr/>
          <p:nvPr/>
        </p:nvSpPr>
        <p:spPr>
          <a:xfrm>
            <a:off x="4924425" y="44005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0" name="chart-band-2-520"/>
          <p:cNvSpPr/>
          <p:nvPr/>
        </p:nvSpPr>
        <p:spPr>
          <a:xfrm>
            <a:off x="4953000" y="44005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1" name="chart-band-2-523"/>
          <p:cNvSpPr/>
          <p:nvPr/>
        </p:nvSpPr>
        <p:spPr>
          <a:xfrm>
            <a:off x="4981575" y="44005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2" name="chart-band-2-526"/>
          <p:cNvSpPr/>
          <p:nvPr/>
        </p:nvSpPr>
        <p:spPr>
          <a:xfrm>
            <a:off x="5010150" y="44005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3" name="chart-band-2-529"/>
          <p:cNvSpPr/>
          <p:nvPr/>
        </p:nvSpPr>
        <p:spPr>
          <a:xfrm>
            <a:off x="5038725" y="43910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4" name="chart-band-2-532"/>
          <p:cNvSpPr/>
          <p:nvPr/>
        </p:nvSpPr>
        <p:spPr>
          <a:xfrm>
            <a:off x="5067300" y="43910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5" name="chart-band-2-535"/>
          <p:cNvSpPr/>
          <p:nvPr/>
        </p:nvSpPr>
        <p:spPr>
          <a:xfrm>
            <a:off x="5095875" y="439102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6" name="chart-band-2-538"/>
          <p:cNvSpPr/>
          <p:nvPr/>
        </p:nvSpPr>
        <p:spPr>
          <a:xfrm>
            <a:off x="5124450" y="43815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7" name="chart-band-2-541"/>
          <p:cNvSpPr/>
          <p:nvPr/>
        </p:nvSpPr>
        <p:spPr>
          <a:xfrm>
            <a:off x="5153025" y="43815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8" name="chart-band-2-544"/>
          <p:cNvSpPr/>
          <p:nvPr/>
        </p:nvSpPr>
        <p:spPr>
          <a:xfrm>
            <a:off x="5181600" y="43815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9" name="chart-band-2-547"/>
          <p:cNvSpPr/>
          <p:nvPr/>
        </p:nvSpPr>
        <p:spPr>
          <a:xfrm>
            <a:off x="5210175" y="43719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0" name="chart-band-2-550"/>
          <p:cNvSpPr/>
          <p:nvPr/>
        </p:nvSpPr>
        <p:spPr>
          <a:xfrm>
            <a:off x="5238750" y="43719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1" name="chart-band-2-553"/>
          <p:cNvSpPr/>
          <p:nvPr/>
        </p:nvSpPr>
        <p:spPr>
          <a:xfrm>
            <a:off x="5267325" y="43719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2" name="chart-band-2-556"/>
          <p:cNvSpPr/>
          <p:nvPr/>
        </p:nvSpPr>
        <p:spPr>
          <a:xfrm>
            <a:off x="5295900" y="43719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3" name="chart-band-2-559"/>
          <p:cNvSpPr/>
          <p:nvPr/>
        </p:nvSpPr>
        <p:spPr>
          <a:xfrm>
            <a:off x="5324475" y="43624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4" name="chart-band-2-562"/>
          <p:cNvSpPr/>
          <p:nvPr/>
        </p:nvSpPr>
        <p:spPr>
          <a:xfrm>
            <a:off x="5353050" y="43624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5" name="chart-band-2-565"/>
          <p:cNvSpPr/>
          <p:nvPr/>
        </p:nvSpPr>
        <p:spPr>
          <a:xfrm>
            <a:off x="5381625" y="436245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6" name="chart-band-2-568"/>
          <p:cNvSpPr/>
          <p:nvPr/>
        </p:nvSpPr>
        <p:spPr>
          <a:xfrm>
            <a:off x="5410200" y="43529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7" name="chart-band-2-571"/>
          <p:cNvSpPr/>
          <p:nvPr/>
        </p:nvSpPr>
        <p:spPr>
          <a:xfrm>
            <a:off x="5438775" y="43529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8" name="chart-band-2-574"/>
          <p:cNvSpPr/>
          <p:nvPr/>
        </p:nvSpPr>
        <p:spPr>
          <a:xfrm>
            <a:off x="5467350" y="43529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9" name="chart-band-2-577"/>
          <p:cNvSpPr/>
          <p:nvPr/>
        </p:nvSpPr>
        <p:spPr>
          <a:xfrm>
            <a:off x="5495925" y="43434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0" name="chart-band-2-580"/>
          <p:cNvSpPr/>
          <p:nvPr/>
        </p:nvSpPr>
        <p:spPr>
          <a:xfrm>
            <a:off x="5524500" y="43434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1" name="chart-band-2-583"/>
          <p:cNvSpPr/>
          <p:nvPr/>
        </p:nvSpPr>
        <p:spPr>
          <a:xfrm>
            <a:off x="5553075" y="43434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2" name="chart-band-2-586"/>
          <p:cNvSpPr/>
          <p:nvPr/>
        </p:nvSpPr>
        <p:spPr>
          <a:xfrm>
            <a:off x="5581650" y="4343400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3" name="chart-band-2-589"/>
          <p:cNvSpPr/>
          <p:nvPr/>
        </p:nvSpPr>
        <p:spPr>
          <a:xfrm>
            <a:off x="5610225" y="43338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4" name="chart-band-2-592"/>
          <p:cNvSpPr/>
          <p:nvPr/>
        </p:nvSpPr>
        <p:spPr>
          <a:xfrm>
            <a:off x="5638800" y="43338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5" name="chart-band-3-595"/>
          <p:cNvSpPr/>
          <p:nvPr/>
        </p:nvSpPr>
        <p:spPr>
          <a:xfrm>
            <a:off x="5667375" y="4333875"/>
            <a:ext cx="28575" cy="514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6" name="chart-band-3-598"/>
          <p:cNvSpPr/>
          <p:nvPr/>
        </p:nvSpPr>
        <p:spPr>
          <a:xfrm>
            <a:off x="5695950" y="43243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7" name="chart-band-3-601"/>
          <p:cNvSpPr/>
          <p:nvPr/>
        </p:nvSpPr>
        <p:spPr>
          <a:xfrm>
            <a:off x="5724525" y="432435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8" name="chart-band-3-604"/>
          <p:cNvSpPr/>
          <p:nvPr/>
        </p:nvSpPr>
        <p:spPr>
          <a:xfrm>
            <a:off x="5753100" y="4314825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9" name="chart-band-3-607"/>
          <p:cNvSpPr/>
          <p:nvPr/>
        </p:nvSpPr>
        <p:spPr>
          <a:xfrm>
            <a:off x="5781675" y="43148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0" name="chart-band-3-610"/>
          <p:cNvSpPr/>
          <p:nvPr/>
        </p:nvSpPr>
        <p:spPr>
          <a:xfrm>
            <a:off x="5810250" y="431482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1" name="chart-band-3-613"/>
          <p:cNvSpPr/>
          <p:nvPr/>
        </p:nvSpPr>
        <p:spPr>
          <a:xfrm>
            <a:off x="5838825" y="4305300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2" name="chart-band-3-616"/>
          <p:cNvSpPr/>
          <p:nvPr/>
        </p:nvSpPr>
        <p:spPr>
          <a:xfrm>
            <a:off x="5867400" y="4305300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3" name="chart-band-3-619"/>
          <p:cNvSpPr/>
          <p:nvPr/>
        </p:nvSpPr>
        <p:spPr>
          <a:xfrm>
            <a:off x="5895975" y="4295775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4" name="chart-band-3-622"/>
          <p:cNvSpPr/>
          <p:nvPr/>
        </p:nvSpPr>
        <p:spPr>
          <a:xfrm>
            <a:off x="5924550" y="4295775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5" name="chart-band-3-625"/>
          <p:cNvSpPr/>
          <p:nvPr/>
        </p:nvSpPr>
        <p:spPr>
          <a:xfrm>
            <a:off x="5953125" y="4295775"/>
            <a:ext cx="28575" cy="5238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6" name="chart-band-3-628"/>
          <p:cNvSpPr/>
          <p:nvPr/>
        </p:nvSpPr>
        <p:spPr>
          <a:xfrm>
            <a:off x="5981700" y="4286250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7" name="chart-band-3-631"/>
          <p:cNvSpPr/>
          <p:nvPr/>
        </p:nvSpPr>
        <p:spPr>
          <a:xfrm>
            <a:off x="6010275" y="4286250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8" name="chart-band-3-634"/>
          <p:cNvSpPr/>
          <p:nvPr/>
        </p:nvSpPr>
        <p:spPr>
          <a:xfrm>
            <a:off x="6038850" y="4276725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9" name="chart-band-3-637"/>
          <p:cNvSpPr/>
          <p:nvPr/>
        </p:nvSpPr>
        <p:spPr>
          <a:xfrm>
            <a:off x="6067425" y="4276725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0" name="chart-band-3-640"/>
          <p:cNvSpPr/>
          <p:nvPr/>
        </p:nvSpPr>
        <p:spPr>
          <a:xfrm>
            <a:off x="6096000" y="4267200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1" name="chart-band-3-643"/>
          <p:cNvSpPr/>
          <p:nvPr/>
        </p:nvSpPr>
        <p:spPr>
          <a:xfrm>
            <a:off x="6124575" y="4267200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2" name="chart-band-3-646"/>
          <p:cNvSpPr/>
          <p:nvPr/>
        </p:nvSpPr>
        <p:spPr>
          <a:xfrm>
            <a:off x="6153150" y="4267200"/>
            <a:ext cx="28575" cy="533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3" name="chart-band-3-649"/>
          <p:cNvSpPr/>
          <p:nvPr/>
        </p:nvSpPr>
        <p:spPr>
          <a:xfrm>
            <a:off x="6181725" y="4257675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4" name="chart-band-3-652"/>
          <p:cNvSpPr/>
          <p:nvPr/>
        </p:nvSpPr>
        <p:spPr>
          <a:xfrm>
            <a:off x="6210300" y="4257675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5" name="chart-band-3-655"/>
          <p:cNvSpPr/>
          <p:nvPr/>
        </p:nvSpPr>
        <p:spPr>
          <a:xfrm>
            <a:off x="6238875" y="4248150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6" name="chart-band-3-658"/>
          <p:cNvSpPr/>
          <p:nvPr/>
        </p:nvSpPr>
        <p:spPr>
          <a:xfrm>
            <a:off x="6267450" y="4248150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7" name="chart-band-3-661"/>
          <p:cNvSpPr/>
          <p:nvPr/>
        </p:nvSpPr>
        <p:spPr>
          <a:xfrm>
            <a:off x="6296025" y="4248150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8" name="chart-band-3-664"/>
          <p:cNvSpPr/>
          <p:nvPr/>
        </p:nvSpPr>
        <p:spPr>
          <a:xfrm>
            <a:off x="6324600" y="4238625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9" name="chart-band-3-667"/>
          <p:cNvSpPr/>
          <p:nvPr/>
        </p:nvSpPr>
        <p:spPr>
          <a:xfrm>
            <a:off x="6353175" y="4238625"/>
            <a:ext cx="28575" cy="5429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0" name="chart-band-3-670"/>
          <p:cNvSpPr/>
          <p:nvPr/>
        </p:nvSpPr>
        <p:spPr>
          <a:xfrm>
            <a:off x="6381750" y="4229100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1" name="chart-band-3-673"/>
          <p:cNvSpPr/>
          <p:nvPr/>
        </p:nvSpPr>
        <p:spPr>
          <a:xfrm>
            <a:off x="6410325" y="4229100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2" name="chart-band-3-676"/>
          <p:cNvSpPr/>
          <p:nvPr/>
        </p:nvSpPr>
        <p:spPr>
          <a:xfrm>
            <a:off x="6438900" y="4219575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3" name="chart-band-3-679"/>
          <p:cNvSpPr/>
          <p:nvPr/>
        </p:nvSpPr>
        <p:spPr>
          <a:xfrm>
            <a:off x="6467475" y="4219575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4" name="chart-band-3-682"/>
          <p:cNvSpPr/>
          <p:nvPr/>
        </p:nvSpPr>
        <p:spPr>
          <a:xfrm>
            <a:off x="6496050" y="4219575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5" name="chart-band-3-685"/>
          <p:cNvSpPr/>
          <p:nvPr/>
        </p:nvSpPr>
        <p:spPr>
          <a:xfrm>
            <a:off x="6524625" y="4210050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6" name="chart-band-3-688"/>
          <p:cNvSpPr/>
          <p:nvPr/>
        </p:nvSpPr>
        <p:spPr>
          <a:xfrm>
            <a:off x="6553200" y="4210050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7" name="chart-band-3-691"/>
          <p:cNvSpPr/>
          <p:nvPr/>
        </p:nvSpPr>
        <p:spPr>
          <a:xfrm>
            <a:off x="6581775" y="4200525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8" name="chart-band-3-694"/>
          <p:cNvSpPr/>
          <p:nvPr/>
        </p:nvSpPr>
        <p:spPr>
          <a:xfrm>
            <a:off x="6610350" y="4200525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9" name="chart-band-3-697"/>
          <p:cNvSpPr/>
          <p:nvPr/>
        </p:nvSpPr>
        <p:spPr>
          <a:xfrm>
            <a:off x="6638925" y="4200525"/>
            <a:ext cx="28575" cy="552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0" name="chart-band-3-700"/>
          <p:cNvSpPr/>
          <p:nvPr/>
        </p:nvSpPr>
        <p:spPr>
          <a:xfrm>
            <a:off x="6667500" y="4191000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1" name="chart-band-3-703"/>
          <p:cNvSpPr/>
          <p:nvPr/>
        </p:nvSpPr>
        <p:spPr>
          <a:xfrm>
            <a:off x="6696075" y="4191000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2" name="chart-band-3-706"/>
          <p:cNvSpPr/>
          <p:nvPr/>
        </p:nvSpPr>
        <p:spPr>
          <a:xfrm>
            <a:off x="6724650" y="4181475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3" name="chart-band-3-709"/>
          <p:cNvSpPr/>
          <p:nvPr/>
        </p:nvSpPr>
        <p:spPr>
          <a:xfrm>
            <a:off x="6753225" y="4181475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4" name="chart-band-3-712"/>
          <p:cNvSpPr/>
          <p:nvPr/>
        </p:nvSpPr>
        <p:spPr>
          <a:xfrm>
            <a:off x="6781800" y="4171950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5" name="chart-band-3-715"/>
          <p:cNvSpPr/>
          <p:nvPr/>
        </p:nvSpPr>
        <p:spPr>
          <a:xfrm>
            <a:off x="6810375" y="4171950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6" name="chart-band-3-718"/>
          <p:cNvSpPr/>
          <p:nvPr/>
        </p:nvSpPr>
        <p:spPr>
          <a:xfrm>
            <a:off x="6838950" y="4171950"/>
            <a:ext cx="28575" cy="5619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7" name="chart-band-3-721"/>
          <p:cNvSpPr/>
          <p:nvPr/>
        </p:nvSpPr>
        <p:spPr>
          <a:xfrm>
            <a:off x="6867525" y="4162425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8" name="chart-band-3-724"/>
          <p:cNvSpPr/>
          <p:nvPr/>
        </p:nvSpPr>
        <p:spPr>
          <a:xfrm>
            <a:off x="6896100" y="4162425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9" name="chart-band-3-727"/>
          <p:cNvSpPr/>
          <p:nvPr/>
        </p:nvSpPr>
        <p:spPr>
          <a:xfrm>
            <a:off x="6924675" y="4152900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0" name="chart-band-3-730"/>
          <p:cNvSpPr/>
          <p:nvPr/>
        </p:nvSpPr>
        <p:spPr>
          <a:xfrm>
            <a:off x="6953250" y="4152900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1" name="chart-band-3-733"/>
          <p:cNvSpPr/>
          <p:nvPr/>
        </p:nvSpPr>
        <p:spPr>
          <a:xfrm>
            <a:off x="6981825" y="4152900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2" name="chart-band-3-736"/>
          <p:cNvSpPr/>
          <p:nvPr/>
        </p:nvSpPr>
        <p:spPr>
          <a:xfrm>
            <a:off x="7010400" y="4143375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3" name="chart-band-3-739"/>
          <p:cNvSpPr/>
          <p:nvPr/>
        </p:nvSpPr>
        <p:spPr>
          <a:xfrm>
            <a:off x="7038975" y="4143375"/>
            <a:ext cx="28575" cy="5715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4" name="chart-band-3-742"/>
          <p:cNvSpPr/>
          <p:nvPr/>
        </p:nvSpPr>
        <p:spPr>
          <a:xfrm>
            <a:off x="7067550" y="4133850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5" name="chart-band-3-745"/>
          <p:cNvSpPr/>
          <p:nvPr/>
        </p:nvSpPr>
        <p:spPr>
          <a:xfrm>
            <a:off x="7096125" y="4133850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6" name="chart-band-4-748"/>
          <p:cNvSpPr/>
          <p:nvPr/>
        </p:nvSpPr>
        <p:spPr>
          <a:xfrm>
            <a:off x="7124700" y="4124325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7" name="chart-band-4-751"/>
          <p:cNvSpPr/>
          <p:nvPr/>
        </p:nvSpPr>
        <p:spPr>
          <a:xfrm>
            <a:off x="7153275" y="4124325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8" name="chart-band-4-754"/>
          <p:cNvSpPr/>
          <p:nvPr/>
        </p:nvSpPr>
        <p:spPr>
          <a:xfrm>
            <a:off x="7181850" y="4114800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9" name="chart-band-4-757"/>
          <p:cNvSpPr/>
          <p:nvPr/>
        </p:nvSpPr>
        <p:spPr>
          <a:xfrm>
            <a:off x="7210425" y="4114800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0" name="chart-band-4-760"/>
          <p:cNvSpPr/>
          <p:nvPr/>
        </p:nvSpPr>
        <p:spPr>
          <a:xfrm>
            <a:off x="7239000" y="4114800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1" name="chart-band-4-763"/>
          <p:cNvSpPr/>
          <p:nvPr/>
        </p:nvSpPr>
        <p:spPr>
          <a:xfrm>
            <a:off x="7267575" y="4105275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2" name="chart-band-4-766"/>
          <p:cNvSpPr/>
          <p:nvPr/>
        </p:nvSpPr>
        <p:spPr>
          <a:xfrm>
            <a:off x="7296150" y="4105275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3" name="chart-band-4-769"/>
          <p:cNvSpPr/>
          <p:nvPr/>
        </p:nvSpPr>
        <p:spPr>
          <a:xfrm>
            <a:off x="7324725" y="4095750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4" name="chart-band-4-772"/>
          <p:cNvSpPr/>
          <p:nvPr/>
        </p:nvSpPr>
        <p:spPr>
          <a:xfrm>
            <a:off x="7353300" y="4095750"/>
            <a:ext cx="28575" cy="5810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5" name="chart-band-4-775"/>
          <p:cNvSpPr/>
          <p:nvPr/>
        </p:nvSpPr>
        <p:spPr>
          <a:xfrm>
            <a:off x="7381875" y="4086225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6" name="chart-band-4-778"/>
          <p:cNvSpPr/>
          <p:nvPr/>
        </p:nvSpPr>
        <p:spPr>
          <a:xfrm>
            <a:off x="7410450" y="4086225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7" name="chart-band-4-781"/>
          <p:cNvSpPr/>
          <p:nvPr/>
        </p:nvSpPr>
        <p:spPr>
          <a:xfrm>
            <a:off x="7439025" y="4076700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8" name="chart-band-4-784"/>
          <p:cNvSpPr/>
          <p:nvPr/>
        </p:nvSpPr>
        <p:spPr>
          <a:xfrm>
            <a:off x="7467600" y="4076700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9" name="chart-band-4-787"/>
          <p:cNvSpPr/>
          <p:nvPr/>
        </p:nvSpPr>
        <p:spPr>
          <a:xfrm>
            <a:off x="7496175" y="4067175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0" name="chart-band-4-790"/>
          <p:cNvSpPr/>
          <p:nvPr/>
        </p:nvSpPr>
        <p:spPr>
          <a:xfrm>
            <a:off x="7524750" y="4067175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1" name="chart-band-4-793"/>
          <p:cNvSpPr/>
          <p:nvPr/>
        </p:nvSpPr>
        <p:spPr>
          <a:xfrm>
            <a:off x="7553325" y="4057650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2" name="chart-band-4-796"/>
          <p:cNvSpPr/>
          <p:nvPr/>
        </p:nvSpPr>
        <p:spPr>
          <a:xfrm>
            <a:off x="7581900" y="4057650"/>
            <a:ext cx="28575" cy="590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3" name="chart-band-4-799"/>
          <p:cNvSpPr/>
          <p:nvPr/>
        </p:nvSpPr>
        <p:spPr>
          <a:xfrm>
            <a:off x="7610475" y="4048125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4" name="chart-band-4-802"/>
          <p:cNvSpPr/>
          <p:nvPr/>
        </p:nvSpPr>
        <p:spPr>
          <a:xfrm>
            <a:off x="7639050" y="4048125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5" name="chart-band-4-805"/>
          <p:cNvSpPr/>
          <p:nvPr/>
        </p:nvSpPr>
        <p:spPr>
          <a:xfrm>
            <a:off x="7667625" y="4038600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6" name="chart-band-4-808"/>
          <p:cNvSpPr/>
          <p:nvPr/>
        </p:nvSpPr>
        <p:spPr>
          <a:xfrm>
            <a:off x="7696200" y="4038600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7" name="chart-band-4-811"/>
          <p:cNvSpPr/>
          <p:nvPr/>
        </p:nvSpPr>
        <p:spPr>
          <a:xfrm>
            <a:off x="7724775" y="4029075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8" name="chart-band-4-814"/>
          <p:cNvSpPr/>
          <p:nvPr/>
        </p:nvSpPr>
        <p:spPr>
          <a:xfrm>
            <a:off x="7753350" y="4029075"/>
            <a:ext cx="28575" cy="6000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9" name="chart-band-4-817"/>
          <p:cNvSpPr/>
          <p:nvPr/>
        </p:nvSpPr>
        <p:spPr>
          <a:xfrm>
            <a:off x="7781925" y="4019550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0" name="chart-band-4-820"/>
          <p:cNvSpPr/>
          <p:nvPr/>
        </p:nvSpPr>
        <p:spPr>
          <a:xfrm>
            <a:off x="7810500" y="4019550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1" name="chart-band-4-823"/>
          <p:cNvSpPr/>
          <p:nvPr/>
        </p:nvSpPr>
        <p:spPr>
          <a:xfrm>
            <a:off x="7839075" y="4010025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2" name="chart-band-4-826"/>
          <p:cNvSpPr/>
          <p:nvPr/>
        </p:nvSpPr>
        <p:spPr>
          <a:xfrm>
            <a:off x="7867650" y="4010025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3" name="chart-band-4-829"/>
          <p:cNvSpPr/>
          <p:nvPr/>
        </p:nvSpPr>
        <p:spPr>
          <a:xfrm>
            <a:off x="7896225" y="4010025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4" name="chart-band-4-832"/>
          <p:cNvSpPr/>
          <p:nvPr/>
        </p:nvSpPr>
        <p:spPr>
          <a:xfrm>
            <a:off x="7924800" y="4000500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5" name="chart-band-4-835"/>
          <p:cNvSpPr/>
          <p:nvPr/>
        </p:nvSpPr>
        <p:spPr>
          <a:xfrm>
            <a:off x="7953375" y="4000500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6" name="chart-band-4-838"/>
          <p:cNvSpPr/>
          <p:nvPr/>
        </p:nvSpPr>
        <p:spPr>
          <a:xfrm>
            <a:off x="7981950" y="3990975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7" name="chart-band-4-841"/>
          <p:cNvSpPr/>
          <p:nvPr/>
        </p:nvSpPr>
        <p:spPr>
          <a:xfrm>
            <a:off x="8010525" y="3990975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8" name="chart-band-4-844"/>
          <p:cNvSpPr/>
          <p:nvPr/>
        </p:nvSpPr>
        <p:spPr>
          <a:xfrm>
            <a:off x="8039100" y="3981450"/>
            <a:ext cx="28575" cy="6191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9" name="chart-band-4-847"/>
          <p:cNvSpPr/>
          <p:nvPr/>
        </p:nvSpPr>
        <p:spPr>
          <a:xfrm>
            <a:off x="8067675" y="3981450"/>
            <a:ext cx="28575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0" name="chart-band-4-850"/>
          <p:cNvSpPr/>
          <p:nvPr/>
        </p:nvSpPr>
        <p:spPr>
          <a:xfrm>
            <a:off x="8096250" y="3971925"/>
            <a:ext cx="28575" cy="6191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1" name="chart-band-4-853"/>
          <p:cNvSpPr/>
          <p:nvPr/>
        </p:nvSpPr>
        <p:spPr>
          <a:xfrm>
            <a:off x="8124825" y="3971925"/>
            <a:ext cx="28575" cy="6191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2" name="chart-band-4-856"/>
          <p:cNvSpPr/>
          <p:nvPr/>
        </p:nvSpPr>
        <p:spPr>
          <a:xfrm>
            <a:off x="8153400" y="3962400"/>
            <a:ext cx="28575" cy="6191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3" name="chart-band-4-859"/>
          <p:cNvSpPr/>
          <p:nvPr/>
        </p:nvSpPr>
        <p:spPr>
          <a:xfrm>
            <a:off x="8181975" y="3962400"/>
            <a:ext cx="28575" cy="6191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4" name="chart-band-4-862"/>
          <p:cNvSpPr/>
          <p:nvPr/>
        </p:nvSpPr>
        <p:spPr>
          <a:xfrm>
            <a:off x="8210550" y="3952875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5" name="chart-band-4-865"/>
          <p:cNvSpPr/>
          <p:nvPr/>
        </p:nvSpPr>
        <p:spPr>
          <a:xfrm>
            <a:off x="8239125" y="3952875"/>
            <a:ext cx="28575" cy="6191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6" name="chart-band-4-868"/>
          <p:cNvSpPr/>
          <p:nvPr/>
        </p:nvSpPr>
        <p:spPr>
          <a:xfrm>
            <a:off x="8267700" y="3943350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7" name="chart-band-4-871"/>
          <p:cNvSpPr/>
          <p:nvPr/>
        </p:nvSpPr>
        <p:spPr>
          <a:xfrm>
            <a:off x="8296275" y="3943350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8" name="chart-band-4-874"/>
          <p:cNvSpPr/>
          <p:nvPr/>
        </p:nvSpPr>
        <p:spPr>
          <a:xfrm>
            <a:off x="8324850" y="3933825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9" name="chart-band-4-877"/>
          <p:cNvSpPr/>
          <p:nvPr/>
        </p:nvSpPr>
        <p:spPr>
          <a:xfrm>
            <a:off x="8353425" y="3933825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0" name="chart-band-4-880"/>
          <p:cNvSpPr/>
          <p:nvPr/>
        </p:nvSpPr>
        <p:spPr>
          <a:xfrm>
            <a:off x="8382000" y="3924300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1" name="chart-band-4-883"/>
          <p:cNvSpPr/>
          <p:nvPr/>
        </p:nvSpPr>
        <p:spPr>
          <a:xfrm>
            <a:off x="8410575" y="3924300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2" name="chart-band-4-886"/>
          <p:cNvSpPr/>
          <p:nvPr/>
        </p:nvSpPr>
        <p:spPr>
          <a:xfrm>
            <a:off x="8439150" y="391477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3" name="chart-band-4-889"/>
          <p:cNvSpPr/>
          <p:nvPr/>
        </p:nvSpPr>
        <p:spPr>
          <a:xfrm>
            <a:off x="8467725" y="3914775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4" name="chart-band-4-892"/>
          <p:cNvSpPr/>
          <p:nvPr/>
        </p:nvSpPr>
        <p:spPr>
          <a:xfrm>
            <a:off x="8496300" y="3914775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5" name="chart-band-4-895"/>
          <p:cNvSpPr/>
          <p:nvPr/>
        </p:nvSpPr>
        <p:spPr>
          <a:xfrm>
            <a:off x="8524875" y="3905250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6" name="chart-band-4-898"/>
          <p:cNvSpPr/>
          <p:nvPr/>
        </p:nvSpPr>
        <p:spPr>
          <a:xfrm>
            <a:off x="8553450" y="3905250"/>
            <a:ext cx="28575" cy="6286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7" name="chart-band-5-901"/>
          <p:cNvSpPr/>
          <p:nvPr/>
        </p:nvSpPr>
        <p:spPr>
          <a:xfrm>
            <a:off x="8582025" y="389572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8" name="chart-band-5-904"/>
          <p:cNvSpPr/>
          <p:nvPr/>
        </p:nvSpPr>
        <p:spPr>
          <a:xfrm>
            <a:off x="8610600" y="389572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9" name="chart-band-5-907"/>
          <p:cNvSpPr/>
          <p:nvPr/>
        </p:nvSpPr>
        <p:spPr>
          <a:xfrm>
            <a:off x="8639175" y="3886200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0" name="chart-band-5-910"/>
          <p:cNvSpPr/>
          <p:nvPr/>
        </p:nvSpPr>
        <p:spPr>
          <a:xfrm>
            <a:off x="8667750" y="3886200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1" name="chart-band-5-913"/>
          <p:cNvSpPr/>
          <p:nvPr/>
        </p:nvSpPr>
        <p:spPr>
          <a:xfrm>
            <a:off x="8696325" y="387667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2" name="chart-band-5-916"/>
          <p:cNvSpPr/>
          <p:nvPr/>
        </p:nvSpPr>
        <p:spPr>
          <a:xfrm>
            <a:off x="8724900" y="387667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3" name="chart-band-5-919"/>
          <p:cNvSpPr/>
          <p:nvPr/>
        </p:nvSpPr>
        <p:spPr>
          <a:xfrm>
            <a:off x="8753475" y="3867150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4" name="chart-band-5-922"/>
          <p:cNvSpPr/>
          <p:nvPr/>
        </p:nvSpPr>
        <p:spPr>
          <a:xfrm>
            <a:off x="8782050" y="3867150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5" name="chart-band-5-925"/>
          <p:cNvSpPr/>
          <p:nvPr/>
        </p:nvSpPr>
        <p:spPr>
          <a:xfrm>
            <a:off x="8810625" y="385762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6" name="chart-band-5-928"/>
          <p:cNvSpPr/>
          <p:nvPr/>
        </p:nvSpPr>
        <p:spPr>
          <a:xfrm>
            <a:off x="8839200" y="385762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7" name="chart-band-5-931"/>
          <p:cNvSpPr/>
          <p:nvPr/>
        </p:nvSpPr>
        <p:spPr>
          <a:xfrm>
            <a:off x="8867775" y="384810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8" name="chart-band-5-934"/>
          <p:cNvSpPr/>
          <p:nvPr/>
        </p:nvSpPr>
        <p:spPr>
          <a:xfrm>
            <a:off x="8896350" y="3848100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9" name="chart-band-5-937"/>
          <p:cNvSpPr/>
          <p:nvPr/>
        </p:nvSpPr>
        <p:spPr>
          <a:xfrm>
            <a:off x="8924925" y="383857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0" name="chart-band-5-940"/>
          <p:cNvSpPr/>
          <p:nvPr/>
        </p:nvSpPr>
        <p:spPr>
          <a:xfrm>
            <a:off x="8953500" y="383857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1" name="chart-band-5-943"/>
          <p:cNvSpPr/>
          <p:nvPr/>
        </p:nvSpPr>
        <p:spPr>
          <a:xfrm>
            <a:off x="8982075" y="382905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2" name="chart-band-5-946"/>
          <p:cNvSpPr/>
          <p:nvPr/>
        </p:nvSpPr>
        <p:spPr>
          <a:xfrm>
            <a:off x="9010650" y="382905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3" name="chart-band-5-949"/>
          <p:cNvSpPr/>
          <p:nvPr/>
        </p:nvSpPr>
        <p:spPr>
          <a:xfrm>
            <a:off x="9039225" y="381952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4" name="chart-band-5-952"/>
          <p:cNvSpPr/>
          <p:nvPr/>
        </p:nvSpPr>
        <p:spPr>
          <a:xfrm>
            <a:off x="9067800" y="381952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5" name="chart-band-5-955"/>
          <p:cNvSpPr/>
          <p:nvPr/>
        </p:nvSpPr>
        <p:spPr>
          <a:xfrm>
            <a:off x="9096375" y="3819525"/>
            <a:ext cx="28575" cy="6381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6" name="chart-band-5-958"/>
          <p:cNvSpPr/>
          <p:nvPr/>
        </p:nvSpPr>
        <p:spPr>
          <a:xfrm>
            <a:off x="9124950" y="381000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7" name="chart-band-5-961"/>
          <p:cNvSpPr/>
          <p:nvPr/>
        </p:nvSpPr>
        <p:spPr>
          <a:xfrm>
            <a:off x="9153525" y="381000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8" name="chart-band-5-964"/>
          <p:cNvSpPr/>
          <p:nvPr/>
        </p:nvSpPr>
        <p:spPr>
          <a:xfrm>
            <a:off x="9182100" y="380047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9" name="chart-band-5-967"/>
          <p:cNvSpPr/>
          <p:nvPr/>
        </p:nvSpPr>
        <p:spPr>
          <a:xfrm>
            <a:off x="9210675" y="380047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0" name="chart-band-5-970"/>
          <p:cNvSpPr/>
          <p:nvPr/>
        </p:nvSpPr>
        <p:spPr>
          <a:xfrm>
            <a:off x="9239250" y="379095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1" name="chart-band-5-973"/>
          <p:cNvSpPr/>
          <p:nvPr/>
        </p:nvSpPr>
        <p:spPr>
          <a:xfrm>
            <a:off x="9267825" y="379095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2" name="chart-band-5-976"/>
          <p:cNvSpPr/>
          <p:nvPr/>
        </p:nvSpPr>
        <p:spPr>
          <a:xfrm>
            <a:off x="9296400" y="378142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3" name="chart-band-5-979"/>
          <p:cNvSpPr/>
          <p:nvPr/>
        </p:nvSpPr>
        <p:spPr>
          <a:xfrm>
            <a:off x="9324975" y="378142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4" name="chart-band-5-982"/>
          <p:cNvSpPr/>
          <p:nvPr/>
        </p:nvSpPr>
        <p:spPr>
          <a:xfrm>
            <a:off x="9353550" y="377190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5" name="chart-band-5-985"/>
          <p:cNvSpPr/>
          <p:nvPr/>
        </p:nvSpPr>
        <p:spPr>
          <a:xfrm>
            <a:off x="9382125" y="3771900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6" name="chart-band-5-988"/>
          <p:cNvSpPr/>
          <p:nvPr/>
        </p:nvSpPr>
        <p:spPr>
          <a:xfrm>
            <a:off x="9410700" y="376237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7" name="chart-band-5-991"/>
          <p:cNvSpPr/>
          <p:nvPr/>
        </p:nvSpPr>
        <p:spPr>
          <a:xfrm>
            <a:off x="9439275" y="3762375"/>
            <a:ext cx="28575" cy="6477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8" name="chart-band-5-994"/>
          <p:cNvSpPr/>
          <p:nvPr/>
        </p:nvSpPr>
        <p:spPr>
          <a:xfrm>
            <a:off x="9467850" y="375285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9" name="chart-band-5-997"/>
          <p:cNvSpPr/>
          <p:nvPr/>
        </p:nvSpPr>
        <p:spPr>
          <a:xfrm>
            <a:off x="9496425" y="375285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0" name="chart-band-5-1000"/>
          <p:cNvSpPr/>
          <p:nvPr/>
        </p:nvSpPr>
        <p:spPr>
          <a:xfrm>
            <a:off x="9525000" y="374332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1" name="chart-band-5-1003"/>
          <p:cNvSpPr/>
          <p:nvPr/>
        </p:nvSpPr>
        <p:spPr>
          <a:xfrm>
            <a:off x="9553575" y="374332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2" name="chart-band-5-1006"/>
          <p:cNvSpPr/>
          <p:nvPr/>
        </p:nvSpPr>
        <p:spPr>
          <a:xfrm>
            <a:off x="9582150" y="373380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3" name="chart-band-5-1009"/>
          <p:cNvSpPr/>
          <p:nvPr/>
        </p:nvSpPr>
        <p:spPr>
          <a:xfrm>
            <a:off x="9610725" y="373380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4" name="chart-band-5-1012"/>
          <p:cNvSpPr/>
          <p:nvPr/>
        </p:nvSpPr>
        <p:spPr>
          <a:xfrm>
            <a:off x="9639300" y="3724275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5" name="chart-band-5-1015"/>
          <p:cNvSpPr/>
          <p:nvPr/>
        </p:nvSpPr>
        <p:spPr>
          <a:xfrm>
            <a:off x="9667875" y="372427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6" name="chart-band-5-1018"/>
          <p:cNvSpPr/>
          <p:nvPr/>
        </p:nvSpPr>
        <p:spPr>
          <a:xfrm>
            <a:off x="9696450" y="372427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7" name="chart-band-5-1021"/>
          <p:cNvSpPr/>
          <p:nvPr/>
        </p:nvSpPr>
        <p:spPr>
          <a:xfrm>
            <a:off x="9725025" y="371475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8" name="chart-band-5-1024"/>
          <p:cNvSpPr/>
          <p:nvPr/>
        </p:nvSpPr>
        <p:spPr>
          <a:xfrm>
            <a:off x="9753600" y="371475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9" name="chart-band-5-1027"/>
          <p:cNvSpPr/>
          <p:nvPr/>
        </p:nvSpPr>
        <p:spPr>
          <a:xfrm>
            <a:off x="9782175" y="370522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0" name="chart-band-5-1030"/>
          <p:cNvSpPr/>
          <p:nvPr/>
        </p:nvSpPr>
        <p:spPr>
          <a:xfrm>
            <a:off x="9810750" y="370522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1" name="chart-band-5-1033"/>
          <p:cNvSpPr/>
          <p:nvPr/>
        </p:nvSpPr>
        <p:spPr>
          <a:xfrm>
            <a:off x="9839325" y="3695700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2" name="chart-band-5-1036"/>
          <p:cNvSpPr/>
          <p:nvPr/>
        </p:nvSpPr>
        <p:spPr>
          <a:xfrm>
            <a:off x="9867900" y="3695700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3" name="chart-band-5-1039"/>
          <p:cNvSpPr/>
          <p:nvPr/>
        </p:nvSpPr>
        <p:spPr>
          <a:xfrm>
            <a:off x="9896475" y="3686175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4" name="chart-band-5-1042"/>
          <p:cNvSpPr/>
          <p:nvPr/>
        </p:nvSpPr>
        <p:spPr>
          <a:xfrm>
            <a:off x="9925050" y="3686175"/>
            <a:ext cx="28575" cy="6572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5" name="chart-band-5-1045"/>
          <p:cNvSpPr/>
          <p:nvPr/>
        </p:nvSpPr>
        <p:spPr>
          <a:xfrm>
            <a:off x="9953625" y="3676650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6" name="chart-band-5-1048"/>
          <p:cNvSpPr/>
          <p:nvPr/>
        </p:nvSpPr>
        <p:spPr>
          <a:xfrm>
            <a:off x="9982200" y="3676650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7" name="chart-band-5-1051"/>
          <p:cNvSpPr/>
          <p:nvPr/>
        </p:nvSpPr>
        <p:spPr>
          <a:xfrm>
            <a:off x="10010775" y="3667125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8" name="chart-band-6-1054"/>
          <p:cNvSpPr/>
          <p:nvPr/>
        </p:nvSpPr>
        <p:spPr>
          <a:xfrm>
            <a:off x="10039350" y="3667125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9" name="chart-band-6-1057"/>
          <p:cNvSpPr/>
          <p:nvPr/>
        </p:nvSpPr>
        <p:spPr>
          <a:xfrm>
            <a:off x="10067925" y="3657600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0" name="chart-band-6-1060"/>
          <p:cNvSpPr/>
          <p:nvPr/>
        </p:nvSpPr>
        <p:spPr>
          <a:xfrm>
            <a:off x="10096500" y="3657600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1" name="chart-band-6-1063"/>
          <p:cNvSpPr/>
          <p:nvPr/>
        </p:nvSpPr>
        <p:spPr>
          <a:xfrm>
            <a:off x="10125075" y="3648075"/>
            <a:ext cx="28575" cy="666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2" name="chart-band-6-1066"/>
          <p:cNvSpPr/>
          <p:nvPr/>
        </p:nvSpPr>
        <p:spPr>
          <a:xfrm>
            <a:off x="10153650" y="3638550"/>
            <a:ext cx="28575" cy="676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3" name="chart-band-6-1069"/>
          <p:cNvSpPr/>
          <p:nvPr/>
        </p:nvSpPr>
        <p:spPr>
          <a:xfrm>
            <a:off x="10182225" y="3638550"/>
            <a:ext cx="28575" cy="676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4" name="chart-band-6-1072"/>
          <p:cNvSpPr/>
          <p:nvPr/>
        </p:nvSpPr>
        <p:spPr>
          <a:xfrm>
            <a:off x="10210800" y="3629025"/>
            <a:ext cx="28575" cy="676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5" name="chart-band-6-1075"/>
          <p:cNvSpPr/>
          <p:nvPr/>
        </p:nvSpPr>
        <p:spPr>
          <a:xfrm>
            <a:off x="10239375" y="3629025"/>
            <a:ext cx="28575" cy="676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6" name="chart-band-6-1078"/>
          <p:cNvSpPr/>
          <p:nvPr/>
        </p:nvSpPr>
        <p:spPr>
          <a:xfrm>
            <a:off x="10267950" y="3619500"/>
            <a:ext cx="28575" cy="6762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7" name="chart-band-6-1081"/>
          <p:cNvSpPr/>
          <p:nvPr/>
        </p:nvSpPr>
        <p:spPr>
          <a:xfrm>
            <a:off x="10296525" y="3609975"/>
            <a:ext cx="28575" cy="685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8" name="chart-band-6-1084"/>
          <p:cNvSpPr/>
          <p:nvPr/>
        </p:nvSpPr>
        <p:spPr>
          <a:xfrm>
            <a:off x="10325100" y="3609975"/>
            <a:ext cx="28575" cy="685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9" name="chart-band-6-1087"/>
          <p:cNvSpPr/>
          <p:nvPr/>
        </p:nvSpPr>
        <p:spPr>
          <a:xfrm>
            <a:off x="10353675" y="3600450"/>
            <a:ext cx="28575" cy="685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0" name="chart-band-6-1090"/>
          <p:cNvSpPr/>
          <p:nvPr/>
        </p:nvSpPr>
        <p:spPr>
          <a:xfrm>
            <a:off x="10382250" y="3600450"/>
            <a:ext cx="28575" cy="685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1" name="chart-band-6-1093"/>
          <p:cNvSpPr/>
          <p:nvPr/>
        </p:nvSpPr>
        <p:spPr>
          <a:xfrm>
            <a:off x="10410825" y="3590925"/>
            <a:ext cx="28575" cy="685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2" name="chart-band-6-1096"/>
          <p:cNvSpPr/>
          <p:nvPr/>
        </p:nvSpPr>
        <p:spPr>
          <a:xfrm>
            <a:off x="10439400" y="3581400"/>
            <a:ext cx="28575" cy="6953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3" name="chart-band-6-1099"/>
          <p:cNvSpPr/>
          <p:nvPr/>
        </p:nvSpPr>
        <p:spPr>
          <a:xfrm>
            <a:off x="10467975" y="3581400"/>
            <a:ext cx="28575" cy="6858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4" name="chart-band-6-1102"/>
          <p:cNvSpPr/>
          <p:nvPr/>
        </p:nvSpPr>
        <p:spPr>
          <a:xfrm>
            <a:off x="10496550" y="3571875"/>
            <a:ext cx="28575" cy="6953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5" name="chart-band-6-1105"/>
          <p:cNvSpPr/>
          <p:nvPr/>
        </p:nvSpPr>
        <p:spPr>
          <a:xfrm>
            <a:off x="10525125" y="3571875"/>
            <a:ext cx="28575" cy="6953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6" name="chart-band-6-1108"/>
          <p:cNvSpPr/>
          <p:nvPr/>
        </p:nvSpPr>
        <p:spPr>
          <a:xfrm>
            <a:off x="10553700" y="3562350"/>
            <a:ext cx="28575" cy="6953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7" name="chart-band-6-1111"/>
          <p:cNvSpPr/>
          <p:nvPr/>
        </p:nvSpPr>
        <p:spPr>
          <a:xfrm>
            <a:off x="10582275" y="3562350"/>
            <a:ext cx="28575" cy="6953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8" name="chart-band-6-1114"/>
          <p:cNvSpPr/>
          <p:nvPr/>
        </p:nvSpPr>
        <p:spPr>
          <a:xfrm>
            <a:off x="10610850" y="3552825"/>
            <a:ext cx="28575" cy="6953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9" name="chart-band-6-1117"/>
          <p:cNvSpPr/>
          <p:nvPr/>
        </p:nvSpPr>
        <p:spPr>
          <a:xfrm>
            <a:off x="10639425" y="3543300"/>
            <a:ext cx="28575" cy="704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0" name="chart-band-6-1120"/>
          <p:cNvSpPr/>
          <p:nvPr/>
        </p:nvSpPr>
        <p:spPr>
          <a:xfrm>
            <a:off x="10668000" y="3543300"/>
            <a:ext cx="28575" cy="704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1" name="chart-band-6-1123"/>
          <p:cNvSpPr/>
          <p:nvPr/>
        </p:nvSpPr>
        <p:spPr>
          <a:xfrm>
            <a:off x="10696575" y="3533775"/>
            <a:ext cx="28575" cy="704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2" name="chart-band-6-1126"/>
          <p:cNvSpPr/>
          <p:nvPr/>
        </p:nvSpPr>
        <p:spPr>
          <a:xfrm>
            <a:off x="10725150" y="3533775"/>
            <a:ext cx="28575" cy="704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3" name="chart-band-6-1129"/>
          <p:cNvSpPr/>
          <p:nvPr/>
        </p:nvSpPr>
        <p:spPr>
          <a:xfrm>
            <a:off x="10753725" y="3524250"/>
            <a:ext cx="28575" cy="704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4" name="chart-band-6-1132"/>
          <p:cNvSpPr/>
          <p:nvPr/>
        </p:nvSpPr>
        <p:spPr>
          <a:xfrm>
            <a:off x="10782300" y="3514725"/>
            <a:ext cx="28575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5" name="chart-band-6-1135"/>
          <p:cNvSpPr/>
          <p:nvPr/>
        </p:nvSpPr>
        <p:spPr>
          <a:xfrm>
            <a:off x="10810875" y="3514725"/>
            <a:ext cx="28575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6" name="chart-band-6-1138"/>
          <p:cNvSpPr/>
          <p:nvPr/>
        </p:nvSpPr>
        <p:spPr>
          <a:xfrm>
            <a:off x="10839450" y="3505200"/>
            <a:ext cx="28575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7" name="chart-band-6-1141"/>
          <p:cNvSpPr/>
          <p:nvPr/>
        </p:nvSpPr>
        <p:spPr>
          <a:xfrm>
            <a:off x="10868025" y="3505200"/>
            <a:ext cx="28575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8" name="chart-band-6-1144"/>
          <p:cNvSpPr/>
          <p:nvPr/>
        </p:nvSpPr>
        <p:spPr>
          <a:xfrm>
            <a:off x="10896600" y="3495675"/>
            <a:ext cx="28575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9" name="chart-band-6-1147"/>
          <p:cNvSpPr/>
          <p:nvPr/>
        </p:nvSpPr>
        <p:spPr>
          <a:xfrm>
            <a:off x="10925175" y="3486150"/>
            <a:ext cx="28575" cy="723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0" name="chart-band-6-1150"/>
          <p:cNvSpPr/>
          <p:nvPr/>
        </p:nvSpPr>
        <p:spPr>
          <a:xfrm>
            <a:off x="10953750" y="3486150"/>
            <a:ext cx="28575" cy="7143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1" name="chart-band-6-1153"/>
          <p:cNvSpPr/>
          <p:nvPr/>
        </p:nvSpPr>
        <p:spPr>
          <a:xfrm>
            <a:off x="10982325" y="3476625"/>
            <a:ext cx="28575" cy="723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2" name="chart-band-6-1156"/>
          <p:cNvSpPr/>
          <p:nvPr/>
        </p:nvSpPr>
        <p:spPr>
          <a:xfrm>
            <a:off x="11010900" y="3476625"/>
            <a:ext cx="28575" cy="723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3" name="chart-band-6-1159"/>
          <p:cNvSpPr/>
          <p:nvPr/>
        </p:nvSpPr>
        <p:spPr>
          <a:xfrm>
            <a:off x="11039475" y="3467100"/>
            <a:ext cx="28575" cy="723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4" name="chart-band-6-1162"/>
          <p:cNvSpPr/>
          <p:nvPr/>
        </p:nvSpPr>
        <p:spPr>
          <a:xfrm>
            <a:off x="11068050" y="3457575"/>
            <a:ext cx="28575" cy="733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5" name="chart-band-6-1165"/>
          <p:cNvSpPr/>
          <p:nvPr/>
        </p:nvSpPr>
        <p:spPr>
          <a:xfrm>
            <a:off x="11096625" y="3457575"/>
            <a:ext cx="28575" cy="7239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6" name="chart-band-6-1168"/>
          <p:cNvSpPr/>
          <p:nvPr/>
        </p:nvSpPr>
        <p:spPr>
          <a:xfrm>
            <a:off x="11125200" y="3448050"/>
            <a:ext cx="28575" cy="733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7" name="chart-band-6-1171"/>
          <p:cNvSpPr/>
          <p:nvPr/>
        </p:nvSpPr>
        <p:spPr>
          <a:xfrm>
            <a:off x="11153775" y="3448050"/>
            <a:ext cx="28575" cy="733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8" name="chart-band-6-1174"/>
          <p:cNvSpPr/>
          <p:nvPr/>
        </p:nvSpPr>
        <p:spPr>
          <a:xfrm>
            <a:off x="11182350" y="3438525"/>
            <a:ext cx="28575" cy="733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9" name="chart-band-6-1177"/>
          <p:cNvSpPr/>
          <p:nvPr/>
        </p:nvSpPr>
        <p:spPr>
          <a:xfrm>
            <a:off x="11210925" y="3429000"/>
            <a:ext cx="28575" cy="742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0" name="chart-band-6-1180"/>
          <p:cNvSpPr/>
          <p:nvPr/>
        </p:nvSpPr>
        <p:spPr>
          <a:xfrm>
            <a:off x="11239500" y="3429000"/>
            <a:ext cx="28575" cy="733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1" name="chart-band-6-1183"/>
          <p:cNvSpPr/>
          <p:nvPr/>
        </p:nvSpPr>
        <p:spPr>
          <a:xfrm>
            <a:off x="11268075" y="3419475"/>
            <a:ext cx="28575" cy="742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2" name="chart-band-6-1186"/>
          <p:cNvSpPr/>
          <p:nvPr/>
        </p:nvSpPr>
        <p:spPr>
          <a:xfrm>
            <a:off x="11296650" y="3419475"/>
            <a:ext cx="28575" cy="733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3" name="chart-band-6-1189"/>
          <p:cNvSpPr/>
          <p:nvPr/>
        </p:nvSpPr>
        <p:spPr>
          <a:xfrm>
            <a:off x="11325225" y="3409950"/>
            <a:ext cx="28575" cy="742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4" name="chart-band-6-1192"/>
          <p:cNvSpPr/>
          <p:nvPr/>
        </p:nvSpPr>
        <p:spPr>
          <a:xfrm>
            <a:off x="11353800" y="3409950"/>
            <a:ext cx="28575" cy="742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5" name="chart-band-6-1195"/>
          <p:cNvSpPr/>
          <p:nvPr/>
        </p:nvSpPr>
        <p:spPr>
          <a:xfrm>
            <a:off x="11382375" y="3400425"/>
            <a:ext cx="28575" cy="742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6" name="chart-band-6-1198"/>
          <p:cNvSpPr/>
          <p:nvPr/>
        </p:nvSpPr>
        <p:spPr>
          <a:xfrm>
            <a:off x="11410950" y="3390900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7" name="chart-band-6-1201"/>
          <p:cNvSpPr/>
          <p:nvPr/>
        </p:nvSpPr>
        <p:spPr>
          <a:xfrm>
            <a:off x="11439525" y="3390900"/>
            <a:ext cx="28575" cy="742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8" name="chart-band-6-1204"/>
          <p:cNvSpPr/>
          <p:nvPr/>
        </p:nvSpPr>
        <p:spPr>
          <a:xfrm>
            <a:off x="11468100" y="3381375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9" name="chart-band-6-1207"/>
          <p:cNvSpPr/>
          <p:nvPr/>
        </p:nvSpPr>
        <p:spPr>
          <a:xfrm>
            <a:off x="11496675" y="3381375"/>
            <a:ext cx="28575" cy="752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0" name="chart-line-0-0"/>
          <p:cNvSpPr/>
          <p:nvPr/>
        </p:nvSpPr>
        <p:spPr>
          <a:xfrm>
            <a:off x="1295400" y="4972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1" name="chart-line-0-2"/>
          <p:cNvSpPr/>
          <p:nvPr/>
        </p:nvSpPr>
        <p:spPr>
          <a:xfrm>
            <a:off x="131445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2" name="chart-line-0-4"/>
          <p:cNvSpPr/>
          <p:nvPr/>
        </p:nvSpPr>
        <p:spPr>
          <a:xfrm>
            <a:off x="133350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3" name="chart-line-0-6"/>
          <p:cNvSpPr/>
          <p:nvPr/>
        </p:nvSpPr>
        <p:spPr>
          <a:xfrm>
            <a:off x="135255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4" name="chart-line-0-8"/>
          <p:cNvSpPr/>
          <p:nvPr/>
        </p:nvSpPr>
        <p:spPr>
          <a:xfrm>
            <a:off x="137160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5" name="chart-line-0-10"/>
          <p:cNvSpPr/>
          <p:nvPr/>
        </p:nvSpPr>
        <p:spPr>
          <a:xfrm>
            <a:off x="1390650" y="4962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6" name="chart-line-0-12"/>
          <p:cNvSpPr/>
          <p:nvPr/>
        </p:nvSpPr>
        <p:spPr>
          <a:xfrm>
            <a:off x="140970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7" name="chart-line-0-14"/>
          <p:cNvSpPr/>
          <p:nvPr/>
        </p:nvSpPr>
        <p:spPr>
          <a:xfrm>
            <a:off x="142875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8" name="chart-line-0-16"/>
          <p:cNvSpPr/>
          <p:nvPr/>
        </p:nvSpPr>
        <p:spPr>
          <a:xfrm>
            <a:off x="144780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9" name="chart-line-0-18"/>
          <p:cNvSpPr/>
          <p:nvPr/>
        </p:nvSpPr>
        <p:spPr>
          <a:xfrm>
            <a:off x="146685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0" name="chart-line-0-20"/>
          <p:cNvSpPr/>
          <p:nvPr/>
        </p:nvSpPr>
        <p:spPr>
          <a:xfrm>
            <a:off x="148590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1" name="chart-line-0-22"/>
          <p:cNvSpPr/>
          <p:nvPr/>
        </p:nvSpPr>
        <p:spPr>
          <a:xfrm>
            <a:off x="1504950" y="4953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2" name="chart-line-0-24"/>
          <p:cNvSpPr/>
          <p:nvPr/>
        </p:nvSpPr>
        <p:spPr>
          <a:xfrm>
            <a:off x="152400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3" name="chart-line-0-26"/>
          <p:cNvSpPr/>
          <p:nvPr/>
        </p:nvSpPr>
        <p:spPr>
          <a:xfrm>
            <a:off x="154305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4" name="chart-line-0-28"/>
          <p:cNvSpPr/>
          <p:nvPr/>
        </p:nvSpPr>
        <p:spPr>
          <a:xfrm>
            <a:off x="156210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5" name="chart-line-0-30"/>
          <p:cNvSpPr/>
          <p:nvPr/>
        </p:nvSpPr>
        <p:spPr>
          <a:xfrm>
            <a:off x="158115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6" name="chart-line-0-32"/>
          <p:cNvSpPr/>
          <p:nvPr/>
        </p:nvSpPr>
        <p:spPr>
          <a:xfrm>
            <a:off x="160020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7" name="chart-line-0-34"/>
          <p:cNvSpPr/>
          <p:nvPr/>
        </p:nvSpPr>
        <p:spPr>
          <a:xfrm>
            <a:off x="1619250" y="4943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8" name="chart-line-0-36"/>
          <p:cNvSpPr/>
          <p:nvPr/>
        </p:nvSpPr>
        <p:spPr>
          <a:xfrm>
            <a:off x="163830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9" name="chart-line-0-38"/>
          <p:cNvSpPr/>
          <p:nvPr/>
        </p:nvSpPr>
        <p:spPr>
          <a:xfrm>
            <a:off x="165735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0" name="chart-line-0-40"/>
          <p:cNvSpPr/>
          <p:nvPr/>
        </p:nvSpPr>
        <p:spPr>
          <a:xfrm>
            <a:off x="167640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1" name="chart-line-0-42"/>
          <p:cNvSpPr/>
          <p:nvPr/>
        </p:nvSpPr>
        <p:spPr>
          <a:xfrm>
            <a:off x="169545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2" name="chart-line-0-44"/>
          <p:cNvSpPr/>
          <p:nvPr/>
        </p:nvSpPr>
        <p:spPr>
          <a:xfrm>
            <a:off x="171450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3" name="chart-line-0-46"/>
          <p:cNvSpPr/>
          <p:nvPr/>
        </p:nvSpPr>
        <p:spPr>
          <a:xfrm>
            <a:off x="1733550" y="4933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4" name="chart-line-0-48"/>
          <p:cNvSpPr/>
          <p:nvPr/>
        </p:nvSpPr>
        <p:spPr>
          <a:xfrm>
            <a:off x="175260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5" name="chart-line-0-50"/>
          <p:cNvSpPr/>
          <p:nvPr/>
        </p:nvSpPr>
        <p:spPr>
          <a:xfrm>
            <a:off x="177165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6" name="chart-line-0-52"/>
          <p:cNvSpPr/>
          <p:nvPr/>
        </p:nvSpPr>
        <p:spPr>
          <a:xfrm>
            <a:off x="179070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7" name="chart-line-0-54"/>
          <p:cNvSpPr/>
          <p:nvPr/>
        </p:nvSpPr>
        <p:spPr>
          <a:xfrm>
            <a:off x="180975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8" name="chart-line-0-56"/>
          <p:cNvSpPr/>
          <p:nvPr/>
        </p:nvSpPr>
        <p:spPr>
          <a:xfrm>
            <a:off x="182880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9" name="chart-line-0-58"/>
          <p:cNvSpPr/>
          <p:nvPr/>
        </p:nvSpPr>
        <p:spPr>
          <a:xfrm>
            <a:off x="1847850" y="4924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0" name="chart-line-0-60"/>
          <p:cNvSpPr/>
          <p:nvPr/>
        </p:nvSpPr>
        <p:spPr>
          <a:xfrm>
            <a:off x="186690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1" name="chart-line-0-62"/>
          <p:cNvSpPr/>
          <p:nvPr/>
        </p:nvSpPr>
        <p:spPr>
          <a:xfrm>
            <a:off x="188595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2" name="chart-line-0-64"/>
          <p:cNvSpPr/>
          <p:nvPr/>
        </p:nvSpPr>
        <p:spPr>
          <a:xfrm>
            <a:off x="190500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3" name="chart-line-0-66"/>
          <p:cNvSpPr/>
          <p:nvPr/>
        </p:nvSpPr>
        <p:spPr>
          <a:xfrm>
            <a:off x="192405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4" name="chart-line-0-68"/>
          <p:cNvSpPr/>
          <p:nvPr/>
        </p:nvSpPr>
        <p:spPr>
          <a:xfrm>
            <a:off x="194310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5" name="chart-line-0-70"/>
          <p:cNvSpPr/>
          <p:nvPr/>
        </p:nvSpPr>
        <p:spPr>
          <a:xfrm>
            <a:off x="1962150" y="4914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6" name="chart-line-0-72"/>
          <p:cNvSpPr/>
          <p:nvPr/>
        </p:nvSpPr>
        <p:spPr>
          <a:xfrm>
            <a:off x="198120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7" name="chart-line-0-74"/>
          <p:cNvSpPr/>
          <p:nvPr/>
        </p:nvSpPr>
        <p:spPr>
          <a:xfrm>
            <a:off x="200025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8" name="chart-line-0-76"/>
          <p:cNvSpPr/>
          <p:nvPr/>
        </p:nvSpPr>
        <p:spPr>
          <a:xfrm>
            <a:off x="201930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9" name="chart-line-0-78"/>
          <p:cNvSpPr/>
          <p:nvPr/>
        </p:nvSpPr>
        <p:spPr>
          <a:xfrm>
            <a:off x="203835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0" name="chart-line-0-80"/>
          <p:cNvSpPr/>
          <p:nvPr/>
        </p:nvSpPr>
        <p:spPr>
          <a:xfrm>
            <a:off x="205740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1" name="chart-line-0-82"/>
          <p:cNvSpPr/>
          <p:nvPr/>
        </p:nvSpPr>
        <p:spPr>
          <a:xfrm>
            <a:off x="2076450" y="4905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2" name="chart-line-0-84"/>
          <p:cNvSpPr/>
          <p:nvPr/>
        </p:nvSpPr>
        <p:spPr>
          <a:xfrm>
            <a:off x="209550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3" name="chart-line-0-86"/>
          <p:cNvSpPr/>
          <p:nvPr/>
        </p:nvSpPr>
        <p:spPr>
          <a:xfrm>
            <a:off x="211455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4" name="chart-line-0-88"/>
          <p:cNvSpPr/>
          <p:nvPr/>
        </p:nvSpPr>
        <p:spPr>
          <a:xfrm>
            <a:off x="213360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5" name="chart-line-0-90"/>
          <p:cNvSpPr/>
          <p:nvPr/>
        </p:nvSpPr>
        <p:spPr>
          <a:xfrm>
            <a:off x="215265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6" name="chart-line-0-92"/>
          <p:cNvSpPr/>
          <p:nvPr/>
        </p:nvSpPr>
        <p:spPr>
          <a:xfrm>
            <a:off x="217170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7" name="chart-line-0-94"/>
          <p:cNvSpPr/>
          <p:nvPr/>
        </p:nvSpPr>
        <p:spPr>
          <a:xfrm>
            <a:off x="2190750" y="4895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8" name="chart-line-0-96"/>
          <p:cNvSpPr/>
          <p:nvPr/>
        </p:nvSpPr>
        <p:spPr>
          <a:xfrm>
            <a:off x="220980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9" name="chart-line-0-98"/>
          <p:cNvSpPr/>
          <p:nvPr/>
        </p:nvSpPr>
        <p:spPr>
          <a:xfrm>
            <a:off x="222885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0" name="chart-line-0-100"/>
          <p:cNvSpPr/>
          <p:nvPr/>
        </p:nvSpPr>
        <p:spPr>
          <a:xfrm>
            <a:off x="224790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1" name="chart-line-0-102"/>
          <p:cNvSpPr/>
          <p:nvPr/>
        </p:nvSpPr>
        <p:spPr>
          <a:xfrm>
            <a:off x="226695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2" name="chart-line-0-104"/>
          <p:cNvSpPr/>
          <p:nvPr/>
        </p:nvSpPr>
        <p:spPr>
          <a:xfrm>
            <a:off x="2286000" y="4886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3" name="chart-line-0-106"/>
          <p:cNvSpPr/>
          <p:nvPr/>
        </p:nvSpPr>
        <p:spPr>
          <a:xfrm>
            <a:off x="2305050" y="4876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4" name="chart-line-0-108"/>
          <p:cNvSpPr/>
          <p:nvPr/>
        </p:nvSpPr>
        <p:spPr>
          <a:xfrm>
            <a:off x="2324100" y="4876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5" name="chart-line-0-110"/>
          <p:cNvSpPr/>
          <p:nvPr/>
        </p:nvSpPr>
        <p:spPr>
          <a:xfrm>
            <a:off x="2343150" y="4876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6" name="chart-line-0-112"/>
          <p:cNvSpPr/>
          <p:nvPr/>
        </p:nvSpPr>
        <p:spPr>
          <a:xfrm>
            <a:off x="2362200" y="4876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7" name="chart-line-0-114"/>
          <p:cNvSpPr/>
          <p:nvPr/>
        </p:nvSpPr>
        <p:spPr>
          <a:xfrm>
            <a:off x="2381250" y="4876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8" name="chart-line-0-116"/>
          <p:cNvSpPr/>
          <p:nvPr/>
        </p:nvSpPr>
        <p:spPr>
          <a:xfrm>
            <a:off x="2400300" y="4876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9" name="chart-line-0-118"/>
          <p:cNvSpPr/>
          <p:nvPr/>
        </p:nvSpPr>
        <p:spPr>
          <a:xfrm>
            <a:off x="2419350" y="4867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0" name="chart-line-0-120"/>
          <p:cNvSpPr/>
          <p:nvPr/>
        </p:nvSpPr>
        <p:spPr>
          <a:xfrm>
            <a:off x="2438400" y="4867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1" name="chart-line-0-122"/>
          <p:cNvSpPr/>
          <p:nvPr/>
        </p:nvSpPr>
        <p:spPr>
          <a:xfrm>
            <a:off x="2457450" y="4867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2" name="chart-line-0-124"/>
          <p:cNvSpPr/>
          <p:nvPr/>
        </p:nvSpPr>
        <p:spPr>
          <a:xfrm>
            <a:off x="2476500" y="4867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3" name="chart-line-0-126"/>
          <p:cNvSpPr/>
          <p:nvPr/>
        </p:nvSpPr>
        <p:spPr>
          <a:xfrm>
            <a:off x="2495550" y="4867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4" name="chart-line-0-128"/>
          <p:cNvSpPr/>
          <p:nvPr/>
        </p:nvSpPr>
        <p:spPr>
          <a:xfrm>
            <a:off x="2514600" y="4867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5" name="chart-line-0-130"/>
          <p:cNvSpPr/>
          <p:nvPr/>
        </p:nvSpPr>
        <p:spPr>
          <a:xfrm>
            <a:off x="2533650" y="4857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6" name="chart-line-0-132"/>
          <p:cNvSpPr/>
          <p:nvPr/>
        </p:nvSpPr>
        <p:spPr>
          <a:xfrm>
            <a:off x="2552700" y="4857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7" name="chart-line-0-134"/>
          <p:cNvSpPr/>
          <p:nvPr/>
        </p:nvSpPr>
        <p:spPr>
          <a:xfrm>
            <a:off x="2571750" y="4857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8" name="chart-line-0-136"/>
          <p:cNvSpPr/>
          <p:nvPr/>
        </p:nvSpPr>
        <p:spPr>
          <a:xfrm>
            <a:off x="2590800" y="4857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9" name="chart-line-0-138"/>
          <p:cNvSpPr/>
          <p:nvPr/>
        </p:nvSpPr>
        <p:spPr>
          <a:xfrm>
            <a:off x="2609850" y="4857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0" name="chart-line-0-140"/>
          <p:cNvSpPr/>
          <p:nvPr/>
        </p:nvSpPr>
        <p:spPr>
          <a:xfrm>
            <a:off x="2628900" y="4857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1" name="chart-line-0-142"/>
          <p:cNvSpPr/>
          <p:nvPr/>
        </p:nvSpPr>
        <p:spPr>
          <a:xfrm>
            <a:off x="2647950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2" name="chart-line-0-144"/>
          <p:cNvSpPr/>
          <p:nvPr/>
        </p:nvSpPr>
        <p:spPr>
          <a:xfrm>
            <a:off x="2667000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3" name="chart-line-0-146"/>
          <p:cNvSpPr/>
          <p:nvPr/>
        </p:nvSpPr>
        <p:spPr>
          <a:xfrm>
            <a:off x="2686050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4" name="chart-line-0-148"/>
          <p:cNvSpPr/>
          <p:nvPr/>
        </p:nvSpPr>
        <p:spPr>
          <a:xfrm>
            <a:off x="2705100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5" name="chart-line-0-150"/>
          <p:cNvSpPr/>
          <p:nvPr/>
        </p:nvSpPr>
        <p:spPr>
          <a:xfrm>
            <a:off x="2724150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6" name="chart-line-0-152"/>
          <p:cNvSpPr/>
          <p:nvPr/>
        </p:nvSpPr>
        <p:spPr>
          <a:xfrm>
            <a:off x="2743200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7" name="chart-line-1-0"/>
          <p:cNvSpPr/>
          <p:nvPr/>
        </p:nvSpPr>
        <p:spPr>
          <a:xfrm>
            <a:off x="2752725" y="4848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8" name="chart-line-1-2"/>
          <p:cNvSpPr/>
          <p:nvPr/>
        </p:nvSpPr>
        <p:spPr>
          <a:xfrm>
            <a:off x="2771775" y="4838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9" name="chart-line-1-4"/>
          <p:cNvSpPr/>
          <p:nvPr/>
        </p:nvSpPr>
        <p:spPr>
          <a:xfrm>
            <a:off x="2790825" y="4838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0" name="chart-line-1-6"/>
          <p:cNvSpPr/>
          <p:nvPr/>
        </p:nvSpPr>
        <p:spPr>
          <a:xfrm>
            <a:off x="2809875" y="4838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1" name="chart-line-1-8"/>
          <p:cNvSpPr/>
          <p:nvPr/>
        </p:nvSpPr>
        <p:spPr>
          <a:xfrm>
            <a:off x="2828925" y="4838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2" name="chart-line-1-10"/>
          <p:cNvSpPr/>
          <p:nvPr/>
        </p:nvSpPr>
        <p:spPr>
          <a:xfrm>
            <a:off x="2847975" y="4838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3" name="chart-line-1-12"/>
          <p:cNvSpPr/>
          <p:nvPr/>
        </p:nvSpPr>
        <p:spPr>
          <a:xfrm>
            <a:off x="2867025" y="4838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4" name="chart-line-1-14"/>
          <p:cNvSpPr/>
          <p:nvPr/>
        </p:nvSpPr>
        <p:spPr>
          <a:xfrm>
            <a:off x="2886075" y="4829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5" name="chart-line-1-16"/>
          <p:cNvSpPr/>
          <p:nvPr/>
        </p:nvSpPr>
        <p:spPr>
          <a:xfrm>
            <a:off x="2905125" y="4829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6" name="chart-line-1-18"/>
          <p:cNvSpPr/>
          <p:nvPr/>
        </p:nvSpPr>
        <p:spPr>
          <a:xfrm>
            <a:off x="2924175" y="4829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7" name="chart-line-1-20"/>
          <p:cNvSpPr/>
          <p:nvPr/>
        </p:nvSpPr>
        <p:spPr>
          <a:xfrm>
            <a:off x="2943225" y="4829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8" name="chart-line-1-22"/>
          <p:cNvSpPr/>
          <p:nvPr/>
        </p:nvSpPr>
        <p:spPr>
          <a:xfrm>
            <a:off x="2962275" y="4829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9" name="chart-line-1-24"/>
          <p:cNvSpPr/>
          <p:nvPr/>
        </p:nvSpPr>
        <p:spPr>
          <a:xfrm>
            <a:off x="2981325" y="4829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0" name="chart-line-1-26"/>
          <p:cNvSpPr/>
          <p:nvPr/>
        </p:nvSpPr>
        <p:spPr>
          <a:xfrm>
            <a:off x="300037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1" name="chart-line-1-28"/>
          <p:cNvSpPr/>
          <p:nvPr/>
        </p:nvSpPr>
        <p:spPr>
          <a:xfrm>
            <a:off x="301942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2" name="chart-line-1-30"/>
          <p:cNvSpPr/>
          <p:nvPr/>
        </p:nvSpPr>
        <p:spPr>
          <a:xfrm>
            <a:off x="303847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3" name="chart-line-1-32"/>
          <p:cNvSpPr/>
          <p:nvPr/>
        </p:nvSpPr>
        <p:spPr>
          <a:xfrm>
            <a:off x="305752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4" name="chart-line-1-34"/>
          <p:cNvSpPr/>
          <p:nvPr/>
        </p:nvSpPr>
        <p:spPr>
          <a:xfrm>
            <a:off x="307657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5" name="chart-line-1-36"/>
          <p:cNvSpPr/>
          <p:nvPr/>
        </p:nvSpPr>
        <p:spPr>
          <a:xfrm>
            <a:off x="309562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6" name="chart-line-1-38"/>
          <p:cNvSpPr/>
          <p:nvPr/>
        </p:nvSpPr>
        <p:spPr>
          <a:xfrm>
            <a:off x="3114675" y="4819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7" name="chart-line-1-40"/>
          <p:cNvSpPr/>
          <p:nvPr/>
        </p:nvSpPr>
        <p:spPr>
          <a:xfrm>
            <a:off x="3133725" y="4810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8" name="chart-line-1-42"/>
          <p:cNvSpPr/>
          <p:nvPr/>
        </p:nvSpPr>
        <p:spPr>
          <a:xfrm>
            <a:off x="3152775" y="4810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9" name="chart-line-1-44"/>
          <p:cNvSpPr/>
          <p:nvPr/>
        </p:nvSpPr>
        <p:spPr>
          <a:xfrm>
            <a:off x="3171825" y="4810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0" name="chart-line-1-46"/>
          <p:cNvSpPr/>
          <p:nvPr/>
        </p:nvSpPr>
        <p:spPr>
          <a:xfrm>
            <a:off x="3190875" y="4810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1" name="chart-line-1-48"/>
          <p:cNvSpPr/>
          <p:nvPr/>
        </p:nvSpPr>
        <p:spPr>
          <a:xfrm>
            <a:off x="3209925" y="4810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2" name="chart-line-1-50"/>
          <p:cNvSpPr/>
          <p:nvPr/>
        </p:nvSpPr>
        <p:spPr>
          <a:xfrm>
            <a:off x="3228975" y="4810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3" name="chart-line-1-52"/>
          <p:cNvSpPr/>
          <p:nvPr/>
        </p:nvSpPr>
        <p:spPr>
          <a:xfrm>
            <a:off x="3248025" y="4800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4" name="chart-line-1-54"/>
          <p:cNvSpPr/>
          <p:nvPr/>
        </p:nvSpPr>
        <p:spPr>
          <a:xfrm>
            <a:off x="3267075" y="4800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5" name="chart-line-1-56"/>
          <p:cNvSpPr/>
          <p:nvPr/>
        </p:nvSpPr>
        <p:spPr>
          <a:xfrm>
            <a:off x="3286125" y="4800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6" name="chart-line-1-58"/>
          <p:cNvSpPr/>
          <p:nvPr/>
        </p:nvSpPr>
        <p:spPr>
          <a:xfrm>
            <a:off x="3305175" y="4800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7" name="chart-line-1-60"/>
          <p:cNvSpPr/>
          <p:nvPr/>
        </p:nvSpPr>
        <p:spPr>
          <a:xfrm>
            <a:off x="3324225" y="4800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8" name="chart-line-1-62"/>
          <p:cNvSpPr/>
          <p:nvPr/>
        </p:nvSpPr>
        <p:spPr>
          <a:xfrm>
            <a:off x="3343275" y="4800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9" name="chart-line-1-64"/>
          <p:cNvSpPr/>
          <p:nvPr/>
        </p:nvSpPr>
        <p:spPr>
          <a:xfrm>
            <a:off x="336232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0" name="chart-line-1-66"/>
          <p:cNvSpPr/>
          <p:nvPr/>
        </p:nvSpPr>
        <p:spPr>
          <a:xfrm>
            <a:off x="338137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1" name="chart-line-1-68"/>
          <p:cNvSpPr/>
          <p:nvPr/>
        </p:nvSpPr>
        <p:spPr>
          <a:xfrm>
            <a:off x="340042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2" name="chart-line-1-70"/>
          <p:cNvSpPr/>
          <p:nvPr/>
        </p:nvSpPr>
        <p:spPr>
          <a:xfrm>
            <a:off x="341947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3" name="chart-line-1-72"/>
          <p:cNvSpPr/>
          <p:nvPr/>
        </p:nvSpPr>
        <p:spPr>
          <a:xfrm>
            <a:off x="343852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4" name="chart-line-1-74"/>
          <p:cNvSpPr/>
          <p:nvPr/>
        </p:nvSpPr>
        <p:spPr>
          <a:xfrm>
            <a:off x="345757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5" name="chart-line-1-76"/>
          <p:cNvSpPr/>
          <p:nvPr/>
        </p:nvSpPr>
        <p:spPr>
          <a:xfrm>
            <a:off x="3476625" y="4791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6" name="chart-line-1-78"/>
          <p:cNvSpPr/>
          <p:nvPr/>
        </p:nvSpPr>
        <p:spPr>
          <a:xfrm>
            <a:off x="3495675" y="4781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7" name="chart-line-1-80"/>
          <p:cNvSpPr/>
          <p:nvPr/>
        </p:nvSpPr>
        <p:spPr>
          <a:xfrm>
            <a:off x="3514725" y="4781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8" name="chart-line-1-82"/>
          <p:cNvSpPr/>
          <p:nvPr/>
        </p:nvSpPr>
        <p:spPr>
          <a:xfrm>
            <a:off x="3533775" y="4781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9" name="chart-line-1-84"/>
          <p:cNvSpPr/>
          <p:nvPr/>
        </p:nvSpPr>
        <p:spPr>
          <a:xfrm>
            <a:off x="3552825" y="4781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0" name="chart-line-1-86"/>
          <p:cNvSpPr/>
          <p:nvPr/>
        </p:nvSpPr>
        <p:spPr>
          <a:xfrm>
            <a:off x="3571875" y="4781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1" name="chart-line-1-88"/>
          <p:cNvSpPr/>
          <p:nvPr/>
        </p:nvSpPr>
        <p:spPr>
          <a:xfrm>
            <a:off x="3590925" y="4781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2" name="chart-line-1-90"/>
          <p:cNvSpPr/>
          <p:nvPr/>
        </p:nvSpPr>
        <p:spPr>
          <a:xfrm>
            <a:off x="360997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3" name="chart-line-1-92"/>
          <p:cNvSpPr/>
          <p:nvPr/>
        </p:nvSpPr>
        <p:spPr>
          <a:xfrm>
            <a:off x="362902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4" name="chart-line-1-94"/>
          <p:cNvSpPr/>
          <p:nvPr/>
        </p:nvSpPr>
        <p:spPr>
          <a:xfrm>
            <a:off x="364807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5" name="chart-line-1-96"/>
          <p:cNvSpPr/>
          <p:nvPr/>
        </p:nvSpPr>
        <p:spPr>
          <a:xfrm>
            <a:off x="366712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6" name="chart-line-1-98"/>
          <p:cNvSpPr/>
          <p:nvPr/>
        </p:nvSpPr>
        <p:spPr>
          <a:xfrm>
            <a:off x="368617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7" name="chart-line-1-100"/>
          <p:cNvSpPr/>
          <p:nvPr/>
        </p:nvSpPr>
        <p:spPr>
          <a:xfrm>
            <a:off x="370522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8" name="chart-line-1-102"/>
          <p:cNvSpPr/>
          <p:nvPr/>
        </p:nvSpPr>
        <p:spPr>
          <a:xfrm>
            <a:off x="3724275" y="4772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9" name="chart-line-1-104"/>
          <p:cNvSpPr/>
          <p:nvPr/>
        </p:nvSpPr>
        <p:spPr>
          <a:xfrm>
            <a:off x="3743325" y="4762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0" name="chart-line-1-106"/>
          <p:cNvSpPr/>
          <p:nvPr/>
        </p:nvSpPr>
        <p:spPr>
          <a:xfrm>
            <a:off x="3762375" y="4762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1" name="chart-line-1-108"/>
          <p:cNvSpPr/>
          <p:nvPr/>
        </p:nvSpPr>
        <p:spPr>
          <a:xfrm>
            <a:off x="3781425" y="4762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2" name="chart-line-1-110"/>
          <p:cNvSpPr/>
          <p:nvPr/>
        </p:nvSpPr>
        <p:spPr>
          <a:xfrm>
            <a:off x="3800475" y="4762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3" name="chart-line-1-112"/>
          <p:cNvSpPr/>
          <p:nvPr/>
        </p:nvSpPr>
        <p:spPr>
          <a:xfrm>
            <a:off x="3819525" y="4762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4" name="chart-line-1-114"/>
          <p:cNvSpPr/>
          <p:nvPr/>
        </p:nvSpPr>
        <p:spPr>
          <a:xfrm>
            <a:off x="3838575" y="4762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5" name="chart-line-1-116"/>
          <p:cNvSpPr/>
          <p:nvPr/>
        </p:nvSpPr>
        <p:spPr>
          <a:xfrm>
            <a:off x="3857625" y="4752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6" name="chart-line-1-118"/>
          <p:cNvSpPr/>
          <p:nvPr/>
        </p:nvSpPr>
        <p:spPr>
          <a:xfrm>
            <a:off x="3876675" y="4752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7" name="chart-line-1-120"/>
          <p:cNvSpPr/>
          <p:nvPr/>
        </p:nvSpPr>
        <p:spPr>
          <a:xfrm>
            <a:off x="3895725" y="4752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8" name="chart-line-1-122"/>
          <p:cNvSpPr/>
          <p:nvPr/>
        </p:nvSpPr>
        <p:spPr>
          <a:xfrm>
            <a:off x="3914775" y="4752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9" name="chart-line-1-124"/>
          <p:cNvSpPr/>
          <p:nvPr/>
        </p:nvSpPr>
        <p:spPr>
          <a:xfrm>
            <a:off x="3933825" y="4752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0" name="chart-line-1-126"/>
          <p:cNvSpPr/>
          <p:nvPr/>
        </p:nvSpPr>
        <p:spPr>
          <a:xfrm>
            <a:off x="3952875" y="4752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1" name="chart-line-1-128"/>
          <p:cNvSpPr/>
          <p:nvPr/>
        </p:nvSpPr>
        <p:spPr>
          <a:xfrm>
            <a:off x="397192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2" name="chart-line-1-130"/>
          <p:cNvSpPr/>
          <p:nvPr/>
        </p:nvSpPr>
        <p:spPr>
          <a:xfrm>
            <a:off x="399097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3" name="chart-line-1-132"/>
          <p:cNvSpPr/>
          <p:nvPr/>
        </p:nvSpPr>
        <p:spPr>
          <a:xfrm>
            <a:off x="401002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4" name="chart-line-1-134"/>
          <p:cNvSpPr/>
          <p:nvPr/>
        </p:nvSpPr>
        <p:spPr>
          <a:xfrm>
            <a:off x="402907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5" name="chart-line-1-136"/>
          <p:cNvSpPr/>
          <p:nvPr/>
        </p:nvSpPr>
        <p:spPr>
          <a:xfrm>
            <a:off x="404812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6" name="chart-line-1-138"/>
          <p:cNvSpPr/>
          <p:nvPr/>
        </p:nvSpPr>
        <p:spPr>
          <a:xfrm>
            <a:off x="406717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7" name="chart-line-1-140"/>
          <p:cNvSpPr/>
          <p:nvPr/>
        </p:nvSpPr>
        <p:spPr>
          <a:xfrm>
            <a:off x="4086225" y="4743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8" name="chart-line-1-142"/>
          <p:cNvSpPr/>
          <p:nvPr/>
        </p:nvSpPr>
        <p:spPr>
          <a:xfrm>
            <a:off x="4105275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9" name="chart-line-1-144"/>
          <p:cNvSpPr/>
          <p:nvPr/>
        </p:nvSpPr>
        <p:spPr>
          <a:xfrm>
            <a:off x="4124325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0" name="chart-line-1-146"/>
          <p:cNvSpPr/>
          <p:nvPr/>
        </p:nvSpPr>
        <p:spPr>
          <a:xfrm>
            <a:off x="4143375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1" name="chart-line-1-148"/>
          <p:cNvSpPr/>
          <p:nvPr/>
        </p:nvSpPr>
        <p:spPr>
          <a:xfrm>
            <a:off x="4162425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2" name="chart-line-1-150"/>
          <p:cNvSpPr/>
          <p:nvPr/>
        </p:nvSpPr>
        <p:spPr>
          <a:xfrm>
            <a:off x="4181475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3" name="chart-line-1-152"/>
          <p:cNvSpPr/>
          <p:nvPr/>
        </p:nvSpPr>
        <p:spPr>
          <a:xfrm>
            <a:off x="4200525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4" name="chart-line-2-0"/>
          <p:cNvSpPr/>
          <p:nvPr/>
        </p:nvSpPr>
        <p:spPr>
          <a:xfrm>
            <a:off x="4210050" y="4733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5" name="chart-line-2-2"/>
          <p:cNvSpPr/>
          <p:nvPr/>
        </p:nvSpPr>
        <p:spPr>
          <a:xfrm>
            <a:off x="4229100" y="4724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6" name="chart-line-2-4"/>
          <p:cNvSpPr/>
          <p:nvPr/>
        </p:nvSpPr>
        <p:spPr>
          <a:xfrm>
            <a:off x="4248150" y="4724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7" name="chart-line-2-6"/>
          <p:cNvSpPr/>
          <p:nvPr/>
        </p:nvSpPr>
        <p:spPr>
          <a:xfrm>
            <a:off x="4267200" y="4724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8" name="chart-line-2-8"/>
          <p:cNvSpPr/>
          <p:nvPr/>
        </p:nvSpPr>
        <p:spPr>
          <a:xfrm>
            <a:off x="4286250" y="4724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9" name="chart-line-2-10"/>
          <p:cNvSpPr/>
          <p:nvPr/>
        </p:nvSpPr>
        <p:spPr>
          <a:xfrm>
            <a:off x="4305300" y="4724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0" name="chart-line-2-12"/>
          <p:cNvSpPr/>
          <p:nvPr/>
        </p:nvSpPr>
        <p:spPr>
          <a:xfrm>
            <a:off x="4324350" y="4714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1" name="chart-line-2-14"/>
          <p:cNvSpPr/>
          <p:nvPr/>
        </p:nvSpPr>
        <p:spPr>
          <a:xfrm>
            <a:off x="4343400" y="4714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2" name="chart-line-2-16"/>
          <p:cNvSpPr/>
          <p:nvPr/>
        </p:nvSpPr>
        <p:spPr>
          <a:xfrm>
            <a:off x="4362450" y="4714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3" name="chart-line-2-18"/>
          <p:cNvSpPr/>
          <p:nvPr/>
        </p:nvSpPr>
        <p:spPr>
          <a:xfrm>
            <a:off x="4381500" y="4714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4" name="chart-line-2-20"/>
          <p:cNvSpPr/>
          <p:nvPr/>
        </p:nvSpPr>
        <p:spPr>
          <a:xfrm>
            <a:off x="4400550" y="4714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5" name="chart-line-2-22"/>
          <p:cNvSpPr/>
          <p:nvPr/>
        </p:nvSpPr>
        <p:spPr>
          <a:xfrm>
            <a:off x="4419600" y="4705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6" name="chart-line-2-24"/>
          <p:cNvSpPr/>
          <p:nvPr/>
        </p:nvSpPr>
        <p:spPr>
          <a:xfrm>
            <a:off x="4438650" y="4705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7" name="chart-line-2-26"/>
          <p:cNvSpPr/>
          <p:nvPr/>
        </p:nvSpPr>
        <p:spPr>
          <a:xfrm>
            <a:off x="4457700" y="4705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8" name="chart-line-2-28"/>
          <p:cNvSpPr/>
          <p:nvPr/>
        </p:nvSpPr>
        <p:spPr>
          <a:xfrm>
            <a:off x="4476750" y="4705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9" name="chart-line-2-30"/>
          <p:cNvSpPr/>
          <p:nvPr/>
        </p:nvSpPr>
        <p:spPr>
          <a:xfrm>
            <a:off x="4495800" y="4705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0" name="chart-line-2-32"/>
          <p:cNvSpPr/>
          <p:nvPr/>
        </p:nvSpPr>
        <p:spPr>
          <a:xfrm>
            <a:off x="4514850" y="4695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1" name="chart-line-2-34"/>
          <p:cNvSpPr/>
          <p:nvPr/>
        </p:nvSpPr>
        <p:spPr>
          <a:xfrm>
            <a:off x="4533900" y="4695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2" name="chart-line-2-36"/>
          <p:cNvSpPr/>
          <p:nvPr/>
        </p:nvSpPr>
        <p:spPr>
          <a:xfrm>
            <a:off x="4552950" y="4695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3" name="chart-line-2-38"/>
          <p:cNvSpPr/>
          <p:nvPr/>
        </p:nvSpPr>
        <p:spPr>
          <a:xfrm>
            <a:off x="4572000" y="4695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4" name="chart-line-2-40"/>
          <p:cNvSpPr/>
          <p:nvPr/>
        </p:nvSpPr>
        <p:spPr>
          <a:xfrm>
            <a:off x="4591050" y="4695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5" name="chart-line-2-42"/>
          <p:cNvSpPr/>
          <p:nvPr/>
        </p:nvSpPr>
        <p:spPr>
          <a:xfrm>
            <a:off x="4610100" y="4686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6" name="chart-line-2-44"/>
          <p:cNvSpPr/>
          <p:nvPr/>
        </p:nvSpPr>
        <p:spPr>
          <a:xfrm>
            <a:off x="4629150" y="4686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7" name="chart-line-2-46"/>
          <p:cNvSpPr/>
          <p:nvPr/>
        </p:nvSpPr>
        <p:spPr>
          <a:xfrm>
            <a:off x="4648200" y="4686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8" name="chart-line-2-48"/>
          <p:cNvSpPr/>
          <p:nvPr/>
        </p:nvSpPr>
        <p:spPr>
          <a:xfrm>
            <a:off x="4667250" y="4686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9" name="chart-line-2-50"/>
          <p:cNvSpPr/>
          <p:nvPr/>
        </p:nvSpPr>
        <p:spPr>
          <a:xfrm>
            <a:off x="4686300" y="4686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0" name="chart-line-2-52"/>
          <p:cNvSpPr/>
          <p:nvPr/>
        </p:nvSpPr>
        <p:spPr>
          <a:xfrm>
            <a:off x="4705350" y="4676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1" name="chart-line-2-54"/>
          <p:cNvSpPr/>
          <p:nvPr/>
        </p:nvSpPr>
        <p:spPr>
          <a:xfrm>
            <a:off x="4724400" y="4676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2" name="chart-line-2-56"/>
          <p:cNvSpPr/>
          <p:nvPr/>
        </p:nvSpPr>
        <p:spPr>
          <a:xfrm>
            <a:off x="4743450" y="4676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3" name="chart-line-2-58"/>
          <p:cNvSpPr/>
          <p:nvPr/>
        </p:nvSpPr>
        <p:spPr>
          <a:xfrm>
            <a:off x="4762500" y="4676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4" name="chart-line-2-60"/>
          <p:cNvSpPr/>
          <p:nvPr/>
        </p:nvSpPr>
        <p:spPr>
          <a:xfrm>
            <a:off x="4781550" y="4676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5" name="chart-line-2-62"/>
          <p:cNvSpPr/>
          <p:nvPr/>
        </p:nvSpPr>
        <p:spPr>
          <a:xfrm>
            <a:off x="4800600" y="4667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6" name="chart-line-2-64"/>
          <p:cNvSpPr/>
          <p:nvPr/>
        </p:nvSpPr>
        <p:spPr>
          <a:xfrm>
            <a:off x="4819650" y="4667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7" name="chart-line-2-66"/>
          <p:cNvSpPr/>
          <p:nvPr/>
        </p:nvSpPr>
        <p:spPr>
          <a:xfrm>
            <a:off x="4838700" y="4667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8" name="chart-line-2-68"/>
          <p:cNvSpPr/>
          <p:nvPr/>
        </p:nvSpPr>
        <p:spPr>
          <a:xfrm>
            <a:off x="4857750" y="4667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9" name="chart-line-2-70"/>
          <p:cNvSpPr/>
          <p:nvPr/>
        </p:nvSpPr>
        <p:spPr>
          <a:xfrm>
            <a:off x="4876800" y="4667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0" name="chart-line-2-72"/>
          <p:cNvSpPr/>
          <p:nvPr/>
        </p:nvSpPr>
        <p:spPr>
          <a:xfrm>
            <a:off x="4895850" y="4657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1" name="chart-line-2-74"/>
          <p:cNvSpPr/>
          <p:nvPr/>
        </p:nvSpPr>
        <p:spPr>
          <a:xfrm>
            <a:off x="4914900" y="4657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2" name="chart-line-2-76"/>
          <p:cNvSpPr/>
          <p:nvPr/>
        </p:nvSpPr>
        <p:spPr>
          <a:xfrm>
            <a:off x="4933950" y="4657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3" name="chart-line-2-78"/>
          <p:cNvSpPr/>
          <p:nvPr/>
        </p:nvSpPr>
        <p:spPr>
          <a:xfrm>
            <a:off x="4953000" y="4657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4" name="chart-line-2-80"/>
          <p:cNvSpPr/>
          <p:nvPr/>
        </p:nvSpPr>
        <p:spPr>
          <a:xfrm>
            <a:off x="4972050" y="4657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5" name="chart-line-2-82"/>
          <p:cNvSpPr/>
          <p:nvPr/>
        </p:nvSpPr>
        <p:spPr>
          <a:xfrm>
            <a:off x="4991100" y="4648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6" name="chart-line-2-84"/>
          <p:cNvSpPr/>
          <p:nvPr/>
        </p:nvSpPr>
        <p:spPr>
          <a:xfrm>
            <a:off x="5010150" y="4648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7" name="chart-line-2-86"/>
          <p:cNvSpPr/>
          <p:nvPr/>
        </p:nvSpPr>
        <p:spPr>
          <a:xfrm>
            <a:off x="5029200" y="4648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8" name="chart-line-2-88"/>
          <p:cNvSpPr/>
          <p:nvPr/>
        </p:nvSpPr>
        <p:spPr>
          <a:xfrm>
            <a:off x="5048250" y="4648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9" name="chart-line-2-90"/>
          <p:cNvSpPr/>
          <p:nvPr/>
        </p:nvSpPr>
        <p:spPr>
          <a:xfrm>
            <a:off x="5067300" y="4648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0" name="chart-line-2-92"/>
          <p:cNvSpPr/>
          <p:nvPr/>
        </p:nvSpPr>
        <p:spPr>
          <a:xfrm>
            <a:off x="5086350" y="4638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1" name="chart-line-2-94"/>
          <p:cNvSpPr/>
          <p:nvPr/>
        </p:nvSpPr>
        <p:spPr>
          <a:xfrm>
            <a:off x="5105400" y="4638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2" name="chart-line-2-96"/>
          <p:cNvSpPr/>
          <p:nvPr/>
        </p:nvSpPr>
        <p:spPr>
          <a:xfrm>
            <a:off x="5124450" y="4638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3" name="chart-line-2-98"/>
          <p:cNvSpPr/>
          <p:nvPr/>
        </p:nvSpPr>
        <p:spPr>
          <a:xfrm>
            <a:off x="5143500" y="4638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4" name="chart-line-2-100"/>
          <p:cNvSpPr/>
          <p:nvPr/>
        </p:nvSpPr>
        <p:spPr>
          <a:xfrm>
            <a:off x="5162550" y="4638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5" name="chart-line-2-102"/>
          <p:cNvSpPr/>
          <p:nvPr/>
        </p:nvSpPr>
        <p:spPr>
          <a:xfrm>
            <a:off x="5181600" y="4638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6" name="chart-line-2-104"/>
          <p:cNvSpPr/>
          <p:nvPr/>
        </p:nvSpPr>
        <p:spPr>
          <a:xfrm>
            <a:off x="5200650" y="4629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7" name="chart-line-2-106"/>
          <p:cNvSpPr/>
          <p:nvPr/>
        </p:nvSpPr>
        <p:spPr>
          <a:xfrm>
            <a:off x="5219700" y="4629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8" name="chart-line-2-108"/>
          <p:cNvSpPr/>
          <p:nvPr/>
        </p:nvSpPr>
        <p:spPr>
          <a:xfrm>
            <a:off x="5238750" y="4629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9" name="chart-line-2-110"/>
          <p:cNvSpPr/>
          <p:nvPr/>
        </p:nvSpPr>
        <p:spPr>
          <a:xfrm>
            <a:off x="5257800" y="4629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0" name="chart-line-2-112"/>
          <p:cNvSpPr/>
          <p:nvPr/>
        </p:nvSpPr>
        <p:spPr>
          <a:xfrm>
            <a:off x="5276850" y="4629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1" name="chart-line-2-114"/>
          <p:cNvSpPr/>
          <p:nvPr/>
        </p:nvSpPr>
        <p:spPr>
          <a:xfrm>
            <a:off x="5295900" y="4619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2" name="chart-line-2-116"/>
          <p:cNvSpPr/>
          <p:nvPr/>
        </p:nvSpPr>
        <p:spPr>
          <a:xfrm>
            <a:off x="5314950" y="4619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3" name="chart-line-2-118"/>
          <p:cNvSpPr/>
          <p:nvPr/>
        </p:nvSpPr>
        <p:spPr>
          <a:xfrm>
            <a:off x="5334000" y="4619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4" name="chart-line-2-120"/>
          <p:cNvSpPr/>
          <p:nvPr/>
        </p:nvSpPr>
        <p:spPr>
          <a:xfrm>
            <a:off x="5353050" y="4619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5" name="chart-line-2-122"/>
          <p:cNvSpPr/>
          <p:nvPr/>
        </p:nvSpPr>
        <p:spPr>
          <a:xfrm>
            <a:off x="5372100" y="4619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6" name="chart-line-2-124"/>
          <p:cNvSpPr/>
          <p:nvPr/>
        </p:nvSpPr>
        <p:spPr>
          <a:xfrm>
            <a:off x="5391150" y="4610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7" name="chart-line-2-126"/>
          <p:cNvSpPr/>
          <p:nvPr/>
        </p:nvSpPr>
        <p:spPr>
          <a:xfrm>
            <a:off x="5410200" y="4610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8" name="chart-line-2-128"/>
          <p:cNvSpPr/>
          <p:nvPr/>
        </p:nvSpPr>
        <p:spPr>
          <a:xfrm>
            <a:off x="5429250" y="4610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9" name="chart-line-2-130"/>
          <p:cNvSpPr/>
          <p:nvPr/>
        </p:nvSpPr>
        <p:spPr>
          <a:xfrm>
            <a:off x="5448300" y="4610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0" name="chart-line-2-132"/>
          <p:cNvSpPr/>
          <p:nvPr/>
        </p:nvSpPr>
        <p:spPr>
          <a:xfrm>
            <a:off x="5467350" y="4610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1" name="chart-line-2-134"/>
          <p:cNvSpPr/>
          <p:nvPr/>
        </p:nvSpPr>
        <p:spPr>
          <a:xfrm>
            <a:off x="5486400" y="4600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2" name="chart-line-2-136"/>
          <p:cNvSpPr/>
          <p:nvPr/>
        </p:nvSpPr>
        <p:spPr>
          <a:xfrm>
            <a:off x="5505450" y="4600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3" name="chart-line-2-138"/>
          <p:cNvSpPr/>
          <p:nvPr/>
        </p:nvSpPr>
        <p:spPr>
          <a:xfrm>
            <a:off x="5524500" y="4600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4" name="chart-line-2-140"/>
          <p:cNvSpPr/>
          <p:nvPr/>
        </p:nvSpPr>
        <p:spPr>
          <a:xfrm>
            <a:off x="5543550" y="4600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5" name="chart-line-2-142"/>
          <p:cNvSpPr/>
          <p:nvPr/>
        </p:nvSpPr>
        <p:spPr>
          <a:xfrm>
            <a:off x="5562600" y="4600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6" name="chart-line-2-144"/>
          <p:cNvSpPr/>
          <p:nvPr/>
        </p:nvSpPr>
        <p:spPr>
          <a:xfrm>
            <a:off x="5581650" y="4591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7" name="chart-line-2-146"/>
          <p:cNvSpPr/>
          <p:nvPr/>
        </p:nvSpPr>
        <p:spPr>
          <a:xfrm>
            <a:off x="5600700" y="4591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8" name="chart-line-2-148"/>
          <p:cNvSpPr/>
          <p:nvPr/>
        </p:nvSpPr>
        <p:spPr>
          <a:xfrm>
            <a:off x="5619750" y="4591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9" name="chart-line-2-150"/>
          <p:cNvSpPr/>
          <p:nvPr/>
        </p:nvSpPr>
        <p:spPr>
          <a:xfrm>
            <a:off x="5638800" y="4591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0" name="chart-line-2-152"/>
          <p:cNvSpPr/>
          <p:nvPr/>
        </p:nvSpPr>
        <p:spPr>
          <a:xfrm>
            <a:off x="5657850" y="4591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1" name="chart-line-3-0"/>
          <p:cNvSpPr/>
          <p:nvPr/>
        </p:nvSpPr>
        <p:spPr>
          <a:xfrm>
            <a:off x="5667375" y="4591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2" name="chart-line-3-2"/>
          <p:cNvSpPr/>
          <p:nvPr/>
        </p:nvSpPr>
        <p:spPr>
          <a:xfrm>
            <a:off x="5686425" y="4581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3" name="chart-line-3-4"/>
          <p:cNvSpPr/>
          <p:nvPr/>
        </p:nvSpPr>
        <p:spPr>
          <a:xfrm>
            <a:off x="5705475" y="4581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4" name="chart-line-3-6"/>
          <p:cNvSpPr/>
          <p:nvPr/>
        </p:nvSpPr>
        <p:spPr>
          <a:xfrm>
            <a:off x="5724525" y="4581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5" name="chart-line-3-8"/>
          <p:cNvSpPr/>
          <p:nvPr/>
        </p:nvSpPr>
        <p:spPr>
          <a:xfrm>
            <a:off x="5743575" y="4581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6" name="chart-line-3-10"/>
          <p:cNvSpPr/>
          <p:nvPr/>
        </p:nvSpPr>
        <p:spPr>
          <a:xfrm>
            <a:off x="5762625" y="4572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7" name="chart-line-3-12"/>
          <p:cNvSpPr/>
          <p:nvPr/>
        </p:nvSpPr>
        <p:spPr>
          <a:xfrm>
            <a:off x="5781675" y="4572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8" name="chart-line-3-14"/>
          <p:cNvSpPr/>
          <p:nvPr/>
        </p:nvSpPr>
        <p:spPr>
          <a:xfrm>
            <a:off x="5800725" y="4572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9" name="chart-line-3-16"/>
          <p:cNvSpPr/>
          <p:nvPr/>
        </p:nvSpPr>
        <p:spPr>
          <a:xfrm>
            <a:off x="5819775" y="4572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0" name="chart-line-3-18"/>
          <p:cNvSpPr/>
          <p:nvPr/>
        </p:nvSpPr>
        <p:spPr>
          <a:xfrm>
            <a:off x="5838825" y="4562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1" name="chart-line-3-20"/>
          <p:cNvSpPr/>
          <p:nvPr/>
        </p:nvSpPr>
        <p:spPr>
          <a:xfrm>
            <a:off x="5857875" y="4562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2" name="chart-line-3-22"/>
          <p:cNvSpPr/>
          <p:nvPr/>
        </p:nvSpPr>
        <p:spPr>
          <a:xfrm>
            <a:off x="5876925" y="4562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3" name="chart-line-3-24"/>
          <p:cNvSpPr/>
          <p:nvPr/>
        </p:nvSpPr>
        <p:spPr>
          <a:xfrm>
            <a:off x="5895975" y="4562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4" name="chart-line-3-26"/>
          <p:cNvSpPr/>
          <p:nvPr/>
        </p:nvSpPr>
        <p:spPr>
          <a:xfrm>
            <a:off x="5915025" y="4552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5" name="chart-line-3-28"/>
          <p:cNvSpPr/>
          <p:nvPr/>
        </p:nvSpPr>
        <p:spPr>
          <a:xfrm>
            <a:off x="5934075" y="4552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6" name="chart-line-3-30"/>
          <p:cNvSpPr/>
          <p:nvPr/>
        </p:nvSpPr>
        <p:spPr>
          <a:xfrm>
            <a:off x="5953125" y="4552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7" name="chart-line-3-32"/>
          <p:cNvSpPr/>
          <p:nvPr/>
        </p:nvSpPr>
        <p:spPr>
          <a:xfrm>
            <a:off x="5972175" y="4552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8" name="chart-line-3-34"/>
          <p:cNvSpPr/>
          <p:nvPr/>
        </p:nvSpPr>
        <p:spPr>
          <a:xfrm>
            <a:off x="5991225" y="4552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9" name="chart-line-3-36"/>
          <p:cNvSpPr/>
          <p:nvPr/>
        </p:nvSpPr>
        <p:spPr>
          <a:xfrm>
            <a:off x="6010275" y="4543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0" name="chart-line-3-38"/>
          <p:cNvSpPr/>
          <p:nvPr/>
        </p:nvSpPr>
        <p:spPr>
          <a:xfrm>
            <a:off x="6029325" y="4543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1" name="chart-line-3-40"/>
          <p:cNvSpPr/>
          <p:nvPr/>
        </p:nvSpPr>
        <p:spPr>
          <a:xfrm>
            <a:off x="6048375" y="4543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2" name="chart-line-3-42"/>
          <p:cNvSpPr/>
          <p:nvPr/>
        </p:nvSpPr>
        <p:spPr>
          <a:xfrm>
            <a:off x="6067425" y="4543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3" name="chart-line-3-44"/>
          <p:cNvSpPr/>
          <p:nvPr/>
        </p:nvSpPr>
        <p:spPr>
          <a:xfrm>
            <a:off x="6086475" y="4533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4" name="chart-line-3-46"/>
          <p:cNvSpPr/>
          <p:nvPr/>
        </p:nvSpPr>
        <p:spPr>
          <a:xfrm>
            <a:off x="6105525" y="4533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5" name="chart-line-3-48"/>
          <p:cNvSpPr/>
          <p:nvPr/>
        </p:nvSpPr>
        <p:spPr>
          <a:xfrm>
            <a:off x="6124575" y="4533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6" name="chart-line-3-50"/>
          <p:cNvSpPr/>
          <p:nvPr/>
        </p:nvSpPr>
        <p:spPr>
          <a:xfrm>
            <a:off x="6143625" y="4533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7" name="chart-line-3-52"/>
          <p:cNvSpPr/>
          <p:nvPr/>
        </p:nvSpPr>
        <p:spPr>
          <a:xfrm>
            <a:off x="6162675" y="4524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8" name="chart-line-3-54"/>
          <p:cNvSpPr/>
          <p:nvPr/>
        </p:nvSpPr>
        <p:spPr>
          <a:xfrm>
            <a:off x="6181725" y="4524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9" name="chart-line-3-56"/>
          <p:cNvSpPr/>
          <p:nvPr/>
        </p:nvSpPr>
        <p:spPr>
          <a:xfrm>
            <a:off x="6200775" y="4524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0" name="chart-line-3-58"/>
          <p:cNvSpPr/>
          <p:nvPr/>
        </p:nvSpPr>
        <p:spPr>
          <a:xfrm>
            <a:off x="6219825" y="4524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1" name="chart-line-3-60"/>
          <p:cNvSpPr/>
          <p:nvPr/>
        </p:nvSpPr>
        <p:spPr>
          <a:xfrm>
            <a:off x="6238875" y="4514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2" name="chart-line-3-62"/>
          <p:cNvSpPr/>
          <p:nvPr/>
        </p:nvSpPr>
        <p:spPr>
          <a:xfrm>
            <a:off x="6257925" y="4514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3" name="chart-line-3-64"/>
          <p:cNvSpPr/>
          <p:nvPr/>
        </p:nvSpPr>
        <p:spPr>
          <a:xfrm>
            <a:off x="6276975" y="4514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4" name="chart-line-3-66"/>
          <p:cNvSpPr/>
          <p:nvPr/>
        </p:nvSpPr>
        <p:spPr>
          <a:xfrm>
            <a:off x="6296025" y="4514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5" name="chart-line-3-68"/>
          <p:cNvSpPr/>
          <p:nvPr/>
        </p:nvSpPr>
        <p:spPr>
          <a:xfrm>
            <a:off x="6315075" y="4514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6" name="chart-line-3-70"/>
          <p:cNvSpPr/>
          <p:nvPr/>
        </p:nvSpPr>
        <p:spPr>
          <a:xfrm>
            <a:off x="6334125" y="4505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7" name="chart-line-3-72"/>
          <p:cNvSpPr/>
          <p:nvPr/>
        </p:nvSpPr>
        <p:spPr>
          <a:xfrm>
            <a:off x="6353175" y="4505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8" name="chart-line-3-74"/>
          <p:cNvSpPr/>
          <p:nvPr/>
        </p:nvSpPr>
        <p:spPr>
          <a:xfrm>
            <a:off x="6372225" y="4505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9" name="chart-line-3-76"/>
          <p:cNvSpPr/>
          <p:nvPr/>
        </p:nvSpPr>
        <p:spPr>
          <a:xfrm>
            <a:off x="6391275" y="4505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0" name="chart-line-3-78"/>
          <p:cNvSpPr/>
          <p:nvPr/>
        </p:nvSpPr>
        <p:spPr>
          <a:xfrm>
            <a:off x="6410325" y="4495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1" name="chart-line-3-80"/>
          <p:cNvSpPr/>
          <p:nvPr/>
        </p:nvSpPr>
        <p:spPr>
          <a:xfrm>
            <a:off x="6429375" y="4495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2" name="chart-line-3-82"/>
          <p:cNvSpPr/>
          <p:nvPr/>
        </p:nvSpPr>
        <p:spPr>
          <a:xfrm>
            <a:off x="6448425" y="4495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3" name="chart-line-3-84"/>
          <p:cNvSpPr/>
          <p:nvPr/>
        </p:nvSpPr>
        <p:spPr>
          <a:xfrm>
            <a:off x="6467475" y="4495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4" name="chart-line-3-86"/>
          <p:cNvSpPr/>
          <p:nvPr/>
        </p:nvSpPr>
        <p:spPr>
          <a:xfrm>
            <a:off x="6486525" y="4486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5" name="chart-line-3-88"/>
          <p:cNvSpPr/>
          <p:nvPr/>
        </p:nvSpPr>
        <p:spPr>
          <a:xfrm>
            <a:off x="6505575" y="4486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6" name="chart-line-3-90"/>
          <p:cNvSpPr/>
          <p:nvPr/>
        </p:nvSpPr>
        <p:spPr>
          <a:xfrm>
            <a:off x="6524625" y="4486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7" name="chart-line-3-92"/>
          <p:cNvSpPr/>
          <p:nvPr/>
        </p:nvSpPr>
        <p:spPr>
          <a:xfrm>
            <a:off x="6543675" y="4486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8" name="chart-line-3-94"/>
          <p:cNvSpPr/>
          <p:nvPr/>
        </p:nvSpPr>
        <p:spPr>
          <a:xfrm>
            <a:off x="6562725" y="4476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9" name="chart-line-3-96"/>
          <p:cNvSpPr/>
          <p:nvPr/>
        </p:nvSpPr>
        <p:spPr>
          <a:xfrm>
            <a:off x="6581775" y="4476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0" name="chart-line-3-98"/>
          <p:cNvSpPr/>
          <p:nvPr/>
        </p:nvSpPr>
        <p:spPr>
          <a:xfrm>
            <a:off x="6600825" y="4476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1" name="chart-line-3-100"/>
          <p:cNvSpPr/>
          <p:nvPr/>
        </p:nvSpPr>
        <p:spPr>
          <a:xfrm>
            <a:off x="6619875" y="4476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2" name="chart-line-3-102"/>
          <p:cNvSpPr/>
          <p:nvPr/>
        </p:nvSpPr>
        <p:spPr>
          <a:xfrm>
            <a:off x="6638925" y="4476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3" name="chart-line-3-104"/>
          <p:cNvSpPr/>
          <p:nvPr/>
        </p:nvSpPr>
        <p:spPr>
          <a:xfrm>
            <a:off x="6657975" y="4467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4" name="chart-line-3-106"/>
          <p:cNvSpPr/>
          <p:nvPr/>
        </p:nvSpPr>
        <p:spPr>
          <a:xfrm>
            <a:off x="6677025" y="4467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5" name="chart-line-3-108"/>
          <p:cNvSpPr/>
          <p:nvPr/>
        </p:nvSpPr>
        <p:spPr>
          <a:xfrm>
            <a:off x="6696075" y="4467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6" name="chart-line-3-110"/>
          <p:cNvSpPr/>
          <p:nvPr/>
        </p:nvSpPr>
        <p:spPr>
          <a:xfrm>
            <a:off x="6715125" y="4467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7" name="chart-line-3-112"/>
          <p:cNvSpPr/>
          <p:nvPr/>
        </p:nvSpPr>
        <p:spPr>
          <a:xfrm>
            <a:off x="6734175" y="4457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8" name="chart-line-3-114"/>
          <p:cNvSpPr/>
          <p:nvPr/>
        </p:nvSpPr>
        <p:spPr>
          <a:xfrm>
            <a:off x="6753225" y="4457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9" name="chart-line-3-116"/>
          <p:cNvSpPr/>
          <p:nvPr/>
        </p:nvSpPr>
        <p:spPr>
          <a:xfrm>
            <a:off x="6772275" y="4457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0" name="chart-line-3-118"/>
          <p:cNvSpPr/>
          <p:nvPr/>
        </p:nvSpPr>
        <p:spPr>
          <a:xfrm>
            <a:off x="6791325" y="4457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1" name="chart-line-3-120"/>
          <p:cNvSpPr/>
          <p:nvPr/>
        </p:nvSpPr>
        <p:spPr>
          <a:xfrm>
            <a:off x="6810375" y="4448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2" name="chart-line-3-122"/>
          <p:cNvSpPr/>
          <p:nvPr/>
        </p:nvSpPr>
        <p:spPr>
          <a:xfrm>
            <a:off x="6829425" y="4448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3" name="chart-line-3-124"/>
          <p:cNvSpPr/>
          <p:nvPr/>
        </p:nvSpPr>
        <p:spPr>
          <a:xfrm>
            <a:off x="6848475" y="4448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4" name="chart-line-3-126"/>
          <p:cNvSpPr/>
          <p:nvPr/>
        </p:nvSpPr>
        <p:spPr>
          <a:xfrm>
            <a:off x="6867525" y="4448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5" name="chart-line-3-128"/>
          <p:cNvSpPr/>
          <p:nvPr/>
        </p:nvSpPr>
        <p:spPr>
          <a:xfrm>
            <a:off x="6886575" y="4438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6" name="chart-line-3-130"/>
          <p:cNvSpPr/>
          <p:nvPr/>
        </p:nvSpPr>
        <p:spPr>
          <a:xfrm>
            <a:off x="6905625" y="4438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7" name="chart-line-3-132"/>
          <p:cNvSpPr/>
          <p:nvPr/>
        </p:nvSpPr>
        <p:spPr>
          <a:xfrm>
            <a:off x="6924675" y="4438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8" name="chart-line-3-134"/>
          <p:cNvSpPr/>
          <p:nvPr/>
        </p:nvSpPr>
        <p:spPr>
          <a:xfrm>
            <a:off x="6943725" y="4438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9" name="chart-line-3-136"/>
          <p:cNvSpPr/>
          <p:nvPr/>
        </p:nvSpPr>
        <p:spPr>
          <a:xfrm>
            <a:off x="6962775" y="4438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0" name="chart-line-3-138"/>
          <p:cNvSpPr/>
          <p:nvPr/>
        </p:nvSpPr>
        <p:spPr>
          <a:xfrm>
            <a:off x="6981825" y="4429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1" name="chart-line-3-140"/>
          <p:cNvSpPr/>
          <p:nvPr/>
        </p:nvSpPr>
        <p:spPr>
          <a:xfrm>
            <a:off x="7000875" y="4429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2" name="chart-line-3-142"/>
          <p:cNvSpPr/>
          <p:nvPr/>
        </p:nvSpPr>
        <p:spPr>
          <a:xfrm>
            <a:off x="7019925" y="4429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3" name="chart-line-3-144"/>
          <p:cNvSpPr/>
          <p:nvPr/>
        </p:nvSpPr>
        <p:spPr>
          <a:xfrm>
            <a:off x="7038975" y="4429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4" name="chart-line-3-146"/>
          <p:cNvSpPr/>
          <p:nvPr/>
        </p:nvSpPr>
        <p:spPr>
          <a:xfrm>
            <a:off x="7058025" y="4419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5" name="chart-line-3-148"/>
          <p:cNvSpPr/>
          <p:nvPr/>
        </p:nvSpPr>
        <p:spPr>
          <a:xfrm>
            <a:off x="7077075" y="4419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6" name="chart-line-3-150"/>
          <p:cNvSpPr/>
          <p:nvPr/>
        </p:nvSpPr>
        <p:spPr>
          <a:xfrm>
            <a:off x="7096125" y="4419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7" name="chart-line-3-152"/>
          <p:cNvSpPr/>
          <p:nvPr/>
        </p:nvSpPr>
        <p:spPr>
          <a:xfrm>
            <a:off x="7115175" y="4419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8" name="chart-line-4-0"/>
          <p:cNvSpPr/>
          <p:nvPr/>
        </p:nvSpPr>
        <p:spPr>
          <a:xfrm>
            <a:off x="7124700" y="4419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9" name="chart-line-4-2"/>
          <p:cNvSpPr/>
          <p:nvPr/>
        </p:nvSpPr>
        <p:spPr>
          <a:xfrm>
            <a:off x="7143750" y="4410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0" name="chart-line-4-4"/>
          <p:cNvSpPr/>
          <p:nvPr/>
        </p:nvSpPr>
        <p:spPr>
          <a:xfrm>
            <a:off x="7162800" y="4410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1" name="chart-line-4-6"/>
          <p:cNvSpPr/>
          <p:nvPr/>
        </p:nvSpPr>
        <p:spPr>
          <a:xfrm>
            <a:off x="7181850" y="4410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2" name="chart-line-4-8"/>
          <p:cNvSpPr/>
          <p:nvPr/>
        </p:nvSpPr>
        <p:spPr>
          <a:xfrm>
            <a:off x="7200900" y="4400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3" name="chart-line-4-10"/>
          <p:cNvSpPr/>
          <p:nvPr/>
        </p:nvSpPr>
        <p:spPr>
          <a:xfrm>
            <a:off x="7219950" y="4400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4" name="chart-line-4-12"/>
          <p:cNvSpPr/>
          <p:nvPr/>
        </p:nvSpPr>
        <p:spPr>
          <a:xfrm>
            <a:off x="7239000" y="4400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5" name="chart-line-4-14"/>
          <p:cNvSpPr/>
          <p:nvPr/>
        </p:nvSpPr>
        <p:spPr>
          <a:xfrm>
            <a:off x="7258050" y="4400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6" name="chart-line-4-16"/>
          <p:cNvSpPr/>
          <p:nvPr/>
        </p:nvSpPr>
        <p:spPr>
          <a:xfrm>
            <a:off x="7277100" y="4391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7" name="chart-line-4-18"/>
          <p:cNvSpPr/>
          <p:nvPr/>
        </p:nvSpPr>
        <p:spPr>
          <a:xfrm>
            <a:off x="7296150" y="4391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8" name="chart-line-4-20"/>
          <p:cNvSpPr/>
          <p:nvPr/>
        </p:nvSpPr>
        <p:spPr>
          <a:xfrm>
            <a:off x="7315200" y="4391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9" name="chart-line-4-22"/>
          <p:cNvSpPr/>
          <p:nvPr/>
        </p:nvSpPr>
        <p:spPr>
          <a:xfrm>
            <a:off x="7334250" y="4381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0" name="chart-line-4-24"/>
          <p:cNvSpPr/>
          <p:nvPr/>
        </p:nvSpPr>
        <p:spPr>
          <a:xfrm>
            <a:off x="7353300" y="4381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1" name="chart-line-4-26"/>
          <p:cNvSpPr/>
          <p:nvPr/>
        </p:nvSpPr>
        <p:spPr>
          <a:xfrm>
            <a:off x="7372350" y="4381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2" name="chart-line-4-28"/>
          <p:cNvSpPr/>
          <p:nvPr/>
        </p:nvSpPr>
        <p:spPr>
          <a:xfrm>
            <a:off x="7391400" y="4381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3" name="chart-line-4-30"/>
          <p:cNvSpPr/>
          <p:nvPr/>
        </p:nvSpPr>
        <p:spPr>
          <a:xfrm>
            <a:off x="7410450" y="4371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4" name="chart-line-4-32"/>
          <p:cNvSpPr/>
          <p:nvPr/>
        </p:nvSpPr>
        <p:spPr>
          <a:xfrm>
            <a:off x="7429500" y="4371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5" name="chart-line-4-34"/>
          <p:cNvSpPr/>
          <p:nvPr/>
        </p:nvSpPr>
        <p:spPr>
          <a:xfrm>
            <a:off x="7448550" y="4371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6" name="chart-line-4-36"/>
          <p:cNvSpPr/>
          <p:nvPr/>
        </p:nvSpPr>
        <p:spPr>
          <a:xfrm>
            <a:off x="7467600" y="4371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7" name="chart-line-4-38"/>
          <p:cNvSpPr/>
          <p:nvPr/>
        </p:nvSpPr>
        <p:spPr>
          <a:xfrm>
            <a:off x="7486650" y="4362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8" name="chart-line-4-40"/>
          <p:cNvSpPr/>
          <p:nvPr/>
        </p:nvSpPr>
        <p:spPr>
          <a:xfrm>
            <a:off x="7505700" y="4362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9" name="chart-line-4-42"/>
          <p:cNvSpPr/>
          <p:nvPr/>
        </p:nvSpPr>
        <p:spPr>
          <a:xfrm>
            <a:off x="7524750" y="4362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0" name="chart-line-4-44"/>
          <p:cNvSpPr/>
          <p:nvPr/>
        </p:nvSpPr>
        <p:spPr>
          <a:xfrm>
            <a:off x="7543800" y="4352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1" name="chart-line-4-46"/>
          <p:cNvSpPr/>
          <p:nvPr/>
        </p:nvSpPr>
        <p:spPr>
          <a:xfrm>
            <a:off x="7562850" y="4352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2" name="chart-line-4-48"/>
          <p:cNvSpPr/>
          <p:nvPr/>
        </p:nvSpPr>
        <p:spPr>
          <a:xfrm>
            <a:off x="7581900" y="4352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3" name="chart-line-4-50"/>
          <p:cNvSpPr/>
          <p:nvPr/>
        </p:nvSpPr>
        <p:spPr>
          <a:xfrm>
            <a:off x="7600950" y="4352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4" name="chart-line-4-52"/>
          <p:cNvSpPr/>
          <p:nvPr/>
        </p:nvSpPr>
        <p:spPr>
          <a:xfrm>
            <a:off x="7620000" y="4343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5" name="chart-line-4-54"/>
          <p:cNvSpPr/>
          <p:nvPr/>
        </p:nvSpPr>
        <p:spPr>
          <a:xfrm>
            <a:off x="7639050" y="4343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6" name="chart-line-4-56"/>
          <p:cNvSpPr/>
          <p:nvPr/>
        </p:nvSpPr>
        <p:spPr>
          <a:xfrm>
            <a:off x="7658100" y="4343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7" name="chart-line-4-58"/>
          <p:cNvSpPr/>
          <p:nvPr/>
        </p:nvSpPr>
        <p:spPr>
          <a:xfrm>
            <a:off x="7677150" y="4343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8" name="chart-line-4-60"/>
          <p:cNvSpPr/>
          <p:nvPr/>
        </p:nvSpPr>
        <p:spPr>
          <a:xfrm>
            <a:off x="7696200" y="4333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9" name="chart-line-4-62"/>
          <p:cNvSpPr/>
          <p:nvPr/>
        </p:nvSpPr>
        <p:spPr>
          <a:xfrm>
            <a:off x="7715250" y="4333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0" name="chart-line-4-64"/>
          <p:cNvSpPr/>
          <p:nvPr/>
        </p:nvSpPr>
        <p:spPr>
          <a:xfrm>
            <a:off x="7734300" y="4333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1" name="chart-line-4-66"/>
          <p:cNvSpPr/>
          <p:nvPr/>
        </p:nvSpPr>
        <p:spPr>
          <a:xfrm>
            <a:off x="7753350" y="4324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2" name="chart-line-4-68"/>
          <p:cNvSpPr/>
          <p:nvPr/>
        </p:nvSpPr>
        <p:spPr>
          <a:xfrm>
            <a:off x="7772400" y="4324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3" name="chart-line-4-70"/>
          <p:cNvSpPr/>
          <p:nvPr/>
        </p:nvSpPr>
        <p:spPr>
          <a:xfrm>
            <a:off x="7791450" y="4324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4" name="chart-line-4-72"/>
          <p:cNvSpPr/>
          <p:nvPr/>
        </p:nvSpPr>
        <p:spPr>
          <a:xfrm>
            <a:off x="7810500" y="4324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5" name="chart-line-4-74"/>
          <p:cNvSpPr/>
          <p:nvPr/>
        </p:nvSpPr>
        <p:spPr>
          <a:xfrm>
            <a:off x="7829550" y="4314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6" name="chart-line-4-76"/>
          <p:cNvSpPr/>
          <p:nvPr/>
        </p:nvSpPr>
        <p:spPr>
          <a:xfrm>
            <a:off x="7848600" y="4314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7" name="chart-line-4-78"/>
          <p:cNvSpPr/>
          <p:nvPr/>
        </p:nvSpPr>
        <p:spPr>
          <a:xfrm>
            <a:off x="7867650" y="4314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8" name="chart-line-4-80"/>
          <p:cNvSpPr/>
          <p:nvPr/>
        </p:nvSpPr>
        <p:spPr>
          <a:xfrm>
            <a:off x="7886700" y="4314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9" name="chart-line-4-82"/>
          <p:cNvSpPr/>
          <p:nvPr/>
        </p:nvSpPr>
        <p:spPr>
          <a:xfrm>
            <a:off x="7905750" y="4305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0" name="chart-line-4-84"/>
          <p:cNvSpPr/>
          <p:nvPr/>
        </p:nvSpPr>
        <p:spPr>
          <a:xfrm>
            <a:off x="7924800" y="4305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1" name="chart-line-4-86"/>
          <p:cNvSpPr/>
          <p:nvPr/>
        </p:nvSpPr>
        <p:spPr>
          <a:xfrm>
            <a:off x="7943850" y="4305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2" name="chart-line-4-88"/>
          <p:cNvSpPr/>
          <p:nvPr/>
        </p:nvSpPr>
        <p:spPr>
          <a:xfrm>
            <a:off x="7962900" y="4295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3" name="chart-line-4-90"/>
          <p:cNvSpPr/>
          <p:nvPr/>
        </p:nvSpPr>
        <p:spPr>
          <a:xfrm>
            <a:off x="7981950" y="4295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4" name="chart-line-4-92"/>
          <p:cNvSpPr/>
          <p:nvPr/>
        </p:nvSpPr>
        <p:spPr>
          <a:xfrm>
            <a:off x="8001000" y="4295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5" name="chart-line-4-94"/>
          <p:cNvSpPr/>
          <p:nvPr/>
        </p:nvSpPr>
        <p:spPr>
          <a:xfrm>
            <a:off x="8020050" y="4295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6" name="chart-line-4-96"/>
          <p:cNvSpPr/>
          <p:nvPr/>
        </p:nvSpPr>
        <p:spPr>
          <a:xfrm>
            <a:off x="8039100" y="4286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7" name="chart-line-4-98"/>
          <p:cNvSpPr/>
          <p:nvPr/>
        </p:nvSpPr>
        <p:spPr>
          <a:xfrm>
            <a:off x="8058150" y="4286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8" name="chart-line-4-100"/>
          <p:cNvSpPr/>
          <p:nvPr/>
        </p:nvSpPr>
        <p:spPr>
          <a:xfrm>
            <a:off x="8077200" y="4286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9" name="chart-line-4-102"/>
          <p:cNvSpPr/>
          <p:nvPr/>
        </p:nvSpPr>
        <p:spPr>
          <a:xfrm>
            <a:off x="8096250" y="4286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0" name="chart-line-4-104"/>
          <p:cNvSpPr/>
          <p:nvPr/>
        </p:nvSpPr>
        <p:spPr>
          <a:xfrm>
            <a:off x="8115300" y="4276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1" name="chart-line-4-106"/>
          <p:cNvSpPr/>
          <p:nvPr/>
        </p:nvSpPr>
        <p:spPr>
          <a:xfrm>
            <a:off x="8134350" y="4276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2" name="chart-line-4-108"/>
          <p:cNvSpPr/>
          <p:nvPr/>
        </p:nvSpPr>
        <p:spPr>
          <a:xfrm>
            <a:off x="8153400" y="4276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3" name="chart-line-4-110"/>
          <p:cNvSpPr/>
          <p:nvPr/>
        </p:nvSpPr>
        <p:spPr>
          <a:xfrm>
            <a:off x="8172450" y="4267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4" name="chart-line-4-112"/>
          <p:cNvSpPr/>
          <p:nvPr/>
        </p:nvSpPr>
        <p:spPr>
          <a:xfrm>
            <a:off x="8191500" y="4267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5" name="chart-line-4-114"/>
          <p:cNvSpPr/>
          <p:nvPr/>
        </p:nvSpPr>
        <p:spPr>
          <a:xfrm>
            <a:off x="8210550" y="4267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6" name="chart-line-4-116"/>
          <p:cNvSpPr/>
          <p:nvPr/>
        </p:nvSpPr>
        <p:spPr>
          <a:xfrm>
            <a:off x="8229600" y="4267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7" name="chart-line-4-118"/>
          <p:cNvSpPr/>
          <p:nvPr/>
        </p:nvSpPr>
        <p:spPr>
          <a:xfrm>
            <a:off x="8248650" y="4257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8" name="chart-line-4-120"/>
          <p:cNvSpPr/>
          <p:nvPr/>
        </p:nvSpPr>
        <p:spPr>
          <a:xfrm>
            <a:off x="8267700" y="4257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9" name="chart-line-4-122"/>
          <p:cNvSpPr/>
          <p:nvPr/>
        </p:nvSpPr>
        <p:spPr>
          <a:xfrm>
            <a:off x="8286750" y="4257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0" name="chart-line-4-124"/>
          <p:cNvSpPr/>
          <p:nvPr/>
        </p:nvSpPr>
        <p:spPr>
          <a:xfrm>
            <a:off x="8305800" y="4248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1" name="chart-line-4-126"/>
          <p:cNvSpPr/>
          <p:nvPr/>
        </p:nvSpPr>
        <p:spPr>
          <a:xfrm>
            <a:off x="8324850" y="4248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2" name="chart-line-4-128"/>
          <p:cNvSpPr/>
          <p:nvPr/>
        </p:nvSpPr>
        <p:spPr>
          <a:xfrm>
            <a:off x="8343900" y="4248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3" name="chart-line-4-130"/>
          <p:cNvSpPr/>
          <p:nvPr/>
        </p:nvSpPr>
        <p:spPr>
          <a:xfrm>
            <a:off x="8362950" y="4248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4" name="chart-line-4-132"/>
          <p:cNvSpPr/>
          <p:nvPr/>
        </p:nvSpPr>
        <p:spPr>
          <a:xfrm>
            <a:off x="8382000" y="4238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5" name="chart-line-4-134"/>
          <p:cNvSpPr/>
          <p:nvPr/>
        </p:nvSpPr>
        <p:spPr>
          <a:xfrm>
            <a:off x="8401050" y="4238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6" name="chart-line-4-136"/>
          <p:cNvSpPr/>
          <p:nvPr/>
        </p:nvSpPr>
        <p:spPr>
          <a:xfrm>
            <a:off x="8420100" y="4238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7" name="chart-line-4-138"/>
          <p:cNvSpPr/>
          <p:nvPr/>
        </p:nvSpPr>
        <p:spPr>
          <a:xfrm>
            <a:off x="8439150" y="4238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8" name="chart-line-4-140"/>
          <p:cNvSpPr/>
          <p:nvPr/>
        </p:nvSpPr>
        <p:spPr>
          <a:xfrm>
            <a:off x="8458200" y="4229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9" name="chart-line-4-142"/>
          <p:cNvSpPr/>
          <p:nvPr/>
        </p:nvSpPr>
        <p:spPr>
          <a:xfrm>
            <a:off x="8477250" y="4229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0" name="chart-line-4-144"/>
          <p:cNvSpPr/>
          <p:nvPr/>
        </p:nvSpPr>
        <p:spPr>
          <a:xfrm>
            <a:off x="8496300" y="4229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1" name="chart-line-4-146"/>
          <p:cNvSpPr/>
          <p:nvPr/>
        </p:nvSpPr>
        <p:spPr>
          <a:xfrm>
            <a:off x="8515350" y="4219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2" name="chart-line-4-148"/>
          <p:cNvSpPr/>
          <p:nvPr/>
        </p:nvSpPr>
        <p:spPr>
          <a:xfrm>
            <a:off x="8534400" y="4219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3" name="chart-line-4-150"/>
          <p:cNvSpPr/>
          <p:nvPr/>
        </p:nvSpPr>
        <p:spPr>
          <a:xfrm>
            <a:off x="8553450" y="4219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4" name="chart-line-4-152"/>
          <p:cNvSpPr/>
          <p:nvPr/>
        </p:nvSpPr>
        <p:spPr>
          <a:xfrm>
            <a:off x="8572500" y="4219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5" name="chart-line-5-0"/>
          <p:cNvSpPr/>
          <p:nvPr/>
        </p:nvSpPr>
        <p:spPr>
          <a:xfrm>
            <a:off x="8582025" y="4219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6" name="chart-line-5-2"/>
          <p:cNvSpPr/>
          <p:nvPr/>
        </p:nvSpPr>
        <p:spPr>
          <a:xfrm>
            <a:off x="8601075" y="4210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7" name="chart-line-5-4"/>
          <p:cNvSpPr/>
          <p:nvPr/>
        </p:nvSpPr>
        <p:spPr>
          <a:xfrm>
            <a:off x="8620125" y="4210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8" name="chart-line-5-6"/>
          <p:cNvSpPr/>
          <p:nvPr/>
        </p:nvSpPr>
        <p:spPr>
          <a:xfrm>
            <a:off x="8639175" y="4210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9" name="chart-line-5-8"/>
          <p:cNvSpPr/>
          <p:nvPr/>
        </p:nvSpPr>
        <p:spPr>
          <a:xfrm>
            <a:off x="8658225" y="4200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0" name="chart-line-5-10"/>
          <p:cNvSpPr/>
          <p:nvPr/>
        </p:nvSpPr>
        <p:spPr>
          <a:xfrm>
            <a:off x="8677275" y="4200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1" name="chart-line-5-12"/>
          <p:cNvSpPr/>
          <p:nvPr/>
        </p:nvSpPr>
        <p:spPr>
          <a:xfrm>
            <a:off x="8696325" y="4200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2" name="chart-line-5-14"/>
          <p:cNvSpPr/>
          <p:nvPr/>
        </p:nvSpPr>
        <p:spPr>
          <a:xfrm>
            <a:off x="8715375" y="4191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3" name="chart-line-5-16"/>
          <p:cNvSpPr/>
          <p:nvPr/>
        </p:nvSpPr>
        <p:spPr>
          <a:xfrm>
            <a:off x="8734425" y="4191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4" name="chart-line-5-18"/>
          <p:cNvSpPr/>
          <p:nvPr/>
        </p:nvSpPr>
        <p:spPr>
          <a:xfrm>
            <a:off x="8753475" y="4191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5" name="chart-line-5-20"/>
          <p:cNvSpPr/>
          <p:nvPr/>
        </p:nvSpPr>
        <p:spPr>
          <a:xfrm>
            <a:off x="8772525" y="4181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6" name="chart-line-5-22"/>
          <p:cNvSpPr/>
          <p:nvPr/>
        </p:nvSpPr>
        <p:spPr>
          <a:xfrm>
            <a:off x="8791575" y="4181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7" name="chart-line-5-24"/>
          <p:cNvSpPr/>
          <p:nvPr/>
        </p:nvSpPr>
        <p:spPr>
          <a:xfrm>
            <a:off x="8810625" y="4181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8" name="chart-line-5-26"/>
          <p:cNvSpPr/>
          <p:nvPr/>
        </p:nvSpPr>
        <p:spPr>
          <a:xfrm>
            <a:off x="8829675" y="4171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9" name="chart-line-5-28"/>
          <p:cNvSpPr/>
          <p:nvPr/>
        </p:nvSpPr>
        <p:spPr>
          <a:xfrm>
            <a:off x="8848725" y="4171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0" name="chart-line-5-30"/>
          <p:cNvSpPr/>
          <p:nvPr/>
        </p:nvSpPr>
        <p:spPr>
          <a:xfrm>
            <a:off x="8867775" y="4171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1" name="chart-line-5-32"/>
          <p:cNvSpPr/>
          <p:nvPr/>
        </p:nvSpPr>
        <p:spPr>
          <a:xfrm>
            <a:off x="8886825" y="4162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2" name="chart-line-5-34"/>
          <p:cNvSpPr/>
          <p:nvPr/>
        </p:nvSpPr>
        <p:spPr>
          <a:xfrm>
            <a:off x="8905875" y="4162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3" name="chart-line-5-36"/>
          <p:cNvSpPr/>
          <p:nvPr/>
        </p:nvSpPr>
        <p:spPr>
          <a:xfrm>
            <a:off x="8924925" y="4162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4" name="chart-line-5-38"/>
          <p:cNvSpPr/>
          <p:nvPr/>
        </p:nvSpPr>
        <p:spPr>
          <a:xfrm>
            <a:off x="8943975" y="4152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5" name="chart-line-5-40"/>
          <p:cNvSpPr/>
          <p:nvPr/>
        </p:nvSpPr>
        <p:spPr>
          <a:xfrm>
            <a:off x="8963025" y="4152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6" name="chart-line-5-42"/>
          <p:cNvSpPr/>
          <p:nvPr/>
        </p:nvSpPr>
        <p:spPr>
          <a:xfrm>
            <a:off x="8982075" y="4152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7" name="chart-line-5-44"/>
          <p:cNvSpPr/>
          <p:nvPr/>
        </p:nvSpPr>
        <p:spPr>
          <a:xfrm>
            <a:off x="9001125" y="4143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8" name="chart-line-5-46"/>
          <p:cNvSpPr/>
          <p:nvPr/>
        </p:nvSpPr>
        <p:spPr>
          <a:xfrm>
            <a:off x="9020175" y="4143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9" name="chart-line-5-48"/>
          <p:cNvSpPr/>
          <p:nvPr/>
        </p:nvSpPr>
        <p:spPr>
          <a:xfrm>
            <a:off x="9039225" y="4143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0" name="chart-line-5-50"/>
          <p:cNvSpPr/>
          <p:nvPr/>
        </p:nvSpPr>
        <p:spPr>
          <a:xfrm>
            <a:off x="9058275" y="4133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1" name="chart-line-5-52"/>
          <p:cNvSpPr/>
          <p:nvPr/>
        </p:nvSpPr>
        <p:spPr>
          <a:xfrm>
            <a:off x="9077325" y="4133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2" name="chart-line-5-54"/>
          <p:cNvSpPr/>
          <p:nvPr/>
        </p:nvSpPr>
        <p:spPr>
          <a:xfrm>
            <a:off x="9096375" y="4133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3" name="chart-line-5-56"/>
          <p:cNvSpPr/>
          <p:nvPr/>
        </p:nvSpPr>
        <p:spPr>
          <a:xfrm>
            <a:off x="9115425" y="4124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4" name="chart-line-5-58"/>
          <p:cNvSpPr/>
          <p:nvPr/>
        </p:nvSpPr>
        <p:spPr>
          <a:xfrm>
            <a:off x="9134475" y="4124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5" name="chart-line-5-60"/>
          <p:cNvSpPr/>
          <p:nvPr/>
        </p:nvSpPr>
        <p:spPr>
          <a:xfrm>
            <a:off x="9153525" y="41243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6" name="chart-line-5-62"/>
          <p:cNvSpPr/>
          <p:nvPr/>
        </p:nvSpPr>
        <p:spPr>
          <a:xfrm>
            <a:off x="9172575" y="4114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7" name="chart-line-5-64"/>
          <p:cNvSpPr/>
          <p:nvPr/>
        </p:nvSpPr>
        <p:spPr>
          <a:xfrm>
            <a:off x="9191625" y="4114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8" name="chart-line-5-66"/>
          <p:cNvSpPr/>
          <p:nvPr/>
        </p:nvSpPr>
        <p:spPr>
          <a:xfrm>
            <a:off x="9210675" y="41148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9" name="chart-line-5-68"/>
          <p:cNvSpPr/>
          <p:nvPr/>
        </p:nvSpPr>
        <p:spPr>
          <a:xfrm>
            <a:off x="9229725" y="4105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0" name="chart-line-5-70"/>
          <p:cNvSpPr/>
          <p:nvPr/>
        </p:nvSpPr>
        <p:spPr>
          <a:xfrm>
            <a:off x="9248775" y="4105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1" name="chart-line-5-72"/>
          <p:cNvSpPr/>
          <p:nvPr/>
        </p:nvSpPr>
        <p:spPr>
          <a:xfrm>
            <a:off x="9267825" y="41052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2" name="chart-line-5-74"/>
          <p:cNvSpPr/>
          <p:nvPr/>
        </p:nvSpPr>
        <p:spPr>
          <a:xfrm>
            <a:off x="9286875" y="4095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3" name="chart-line-5-76"/>
          <p:cNvSpPr/>
          <p:nvPr/>
        </p:nvSpPr>
        <p:spPr>
          <a:xfrm>
            <a:off x="9305925" y="4095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4" name="chart-line-5-78"/>
          <p:cNvSpPr/>
          <p:nvPr/>
        </p:nvSpPr>
        <p:spPr>
          <a:xfrm>
            <a:off x="9324975" y="40957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5" name="chart-line-5-80"/>
          <p:cNvSpPr/>
          <p:nvPr/>
        </p:nvSpPr>
        <p:spPr>
          <a:xfrm>
            <a:off x="9344025" y="4086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6" name="chart-line-5-82"/>
          <p:cNvSpPr/>
          <p:nvPr/>
        </p:nvSpPr>
        <p:spPr>
          <a:xfrm>
            <a:off x="9363075" y="4086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7" name="chart-line-5-84"/>
          <p:cNvSpPr/>
          <p:nvPr/>
        </p:nvSpPr>
        <p:spPr>
          <a:xfrm>
            <a:off x="9382125" y="40862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8" name="chart-line-5-86"/>
          <p:cNvSpPr/>
          <p:nvPr/>
        </p:nvSpPr>
        <p:spPr>
          <a:xfrm>
            <a:off x="9401175" y="4076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9" name="chart-line-5-88"/>
          <p:cNvSpPr/>
          <p:nvPr/>
        </p:nvSpPr>
        <p:spPr>
          <a:xfrm>
            <a:off x="9420225" y="4076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0" name="chart-line-5-90"/>
          <p:cNvSpPr/>
          <p:nvPr/>
        </p:nvSpPr>
        <p:spPr>
          <a:xfrm>
            <a:off x="9439275" y="40767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1" name="chart-line-5-92"/>
          <p:cNvSpPr/>
          <p:nvPr/>
        </p:nvSpPr>
        <p:spPr>
          <a:xfrm>
            <a:off x="9458325" y="4067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2" name="chart-line-5-94"/>
          <p:cNvSpPr/>
          <p:nvPr/>
        </p:nvSpPr>
        <p:spPr>
          <a:xfrm>
            <a:off x="9477375" y="4067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3" name="chart-line-5-96"/>
          <p:cNvSpPr/>
          <p:nvPr/>
        </p:nvSpPr>
        <p:spPr>
          <a:xfrm>
            <a:off x="9496425" y="40671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4" name="chart-line-5-98"/>
          <p:cNvSpPr/>
          <p:nvPr/>
        </p:nvSpPr>
        <p:spPr>
          <a:xfrm>
            <a:off x="9515475" y="4057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5" name="chart-line-5-100"/>
          <p:cNvSpPr/>
          <p:nvPr/>
        </p:nvSpPr>
        <p:spPr>
          <a:xfrm>
            <a:off x="9534525" y="4057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6" name="chart-line-5-102"/>
          <p:cNvSpPr/>
          <p:nvPr/>
        </p:nvSpPr>
        <p:spPr>
          <a:xfrm>
            <a:off x="9553575" y="4057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7" name="chart-line-5-104"/>
          <p:cNvSpPr/>
          <p:nvPr/>
        </p:nvSpPr>
        <p:spPr>
          <a:xfrm>
            <a:off x="9572625" y="40576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8" name="chart-line-5-106"/>
          <p:cNvSpPr/>
          <p:nvPr/>
        </p:nvSpPr>
        <p:spPr>
          <a:xfrm>
            <a:off x="9591675" y="4048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9" name="chart-line-5-108"/>
          <p:cNvSpPr/>
          <p:nvPr/>
        </p:nvSpPr>
        <p:spPr>
          <a:xfrm>
            <a:off x="9610725" y="4048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0" name="chart-line-5-110"/>
          <p:cNvSpPr/>
          <p:nvPr/>
        </p:nvSpPr>
        <p:spPr>
          <a:xfrm>
            <a:off x="9629775" y="40481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1" name="chart-line-5-112"/>
          <p:cNvSpPr/>
          <p:nvPr/>
        </p:nvSpPr>
        <p:spPr>
          <a:xfrm>
            <a:off x="9648825" y="4038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2" name="chart-line-5-114"/>
          <p:cNvSpPr/>
          <p:nvPr/>
        </p:nvSpPr>
        <p:spPr>
          <a:xfrm>
            <a:off x="9667875" y="4038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3" name="chart-line-5-116"/>
          <p:cNvSpPr/>
          <p:nvPr/>
        </p:nvSpPr>
        <p:spPr>
          <a:xfrm>
            <a:off x="9686925" y="40386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4" name="chart-line-5-118"/>
          <p:cNvSpPr/>
          <p:nvPr/>
        </p:nvSpPr>
        <p:spPr>
          <a:xfrm>
            <a:off x="9705975" y="4029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5" name="chart-line-5-120"/>
          <p:cNvSpPr/>
          <p:nvPr/>
        </p:nvSpPr>
        <p:spPr>
          <a:xfrm>
            <a:off x="9725025" y="4029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6" name="chart-line-5-122"/>
          <p:cNvSpPr/>
          <p:nvPr/>
        </p:nvSpPr>
        <p:spPr>
          <a:xfrm>
            <a:off x="9744075" y="40290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7" name="chart-line-5-124"/>
          <p:cNvSpPr/>
          <p:nvPr/>
        </p:nvSpPr>
        <p:spPr>
          <a:xfrm>
            <a:off x="9763125" y="4019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8" name="chart-line-5-126"/>
          <p:cNvSpPr/>
          <p:nvPr/>
        </p:nvSpPr>
        <p:spPr>
          <a:xfrm>
            <a:off x="9782175" y="4019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9" name="chart-line-5-128"/>
          <p:cNvSpPr/>
          <p:nvPr/>
        </p:nvSpPr>
        <p:spPr>
          <a:xfrm>
            <a:off x="9801225" y="40195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0" name="chart-line-5-130"/>
          <p:cNvSpPr/>
          <p:nvPr/>
        </p:nvSpPr>
        <p:spPr>
          <a:xfrm>
            <a:off x="9820275" y="4010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1" name="chart-line-5-132"/>
          <p:cNvSpPr/>
          <p:nvPr/>
        </p:nvSpPr>
        <p:spPr>
          <a:xfrm>
            <a:off x="9839325" y="4010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2" name="chart-line-5-134"/>
          <p:cNvSpPr/>
          <p:nvPr/>
        </p:nvSpPr>
        <p:spPr>
          <a:xfrm>
            <a:off x="9858375" y="40100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3" name="chart-line-5-136"/>
          <p:cNvSpPr/>
          <p:nvPr/>
        </p:nvSpPr>
        <p:spPr>
          <a:xfrm>
            <a:off x="9877425" y="4000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4" name="chart-line-5-138"/>
          <p:cNvSpPr/>
          <p:nvPr/>
        </p:nvSpPr>
        <p:spPr>
          <a:xfrm>
            <a:off x="9896475" y="4000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5" name="chart-line-5-140"/>
          <p:cNvSpPr/>
          <p:nvPr/>
        </p:nvSpPr>
        <p:spPr>
          <a:xfrm>
            <a:off x="9915525" y="40005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6" name="chart-line-5-142"/>
          <p:cNvSpPr/>
          <p:nvPr/>
        </p:nvSpPr>
        <p:spPr>
          <a:xfrm>
            <a:off x="9934575" y="3990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7" name="chart-line-5-144"/>
          <p:cNvSpPr/>
          <p:nvPr/>
        </p:nvSpPr>
        <p:spPr>
          <a:xfrm>
            <a:off x="9953625" y="3990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8" name="chart-line-5-146"/>
          <p:cNvSpPr/>
          <p:nvPr/>
        </p:nvSpPr>
        <p:spPr>
          <a:xfrm>
            <a:off x="9972675" y="39909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9" name="chart-line-5-148"/>
          <p:cNvSpPr/>
          <p:nvPr/>
        </p:nvSpPr>
        <p:spPr>
          <a:xfrm>
            <a:off x="9991725" y="3981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0" name="chart-line-5-150"/>
          <p:cNvSpPr/>
          <p:nvPr/>
        </p:nvSpPr>
        <p:spPr>
          <a:xfrm>
            <a:off x="10010775" y="3981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1" name="chart-line-5-152"/>
          <p:cNvSpPr/>
          <p:nvPr/>
        </p:nvSpPr>
        <p:spPr>
          <a:xfrm>
            <a:off x="10029825" y="3981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2" name="chart-line-6-0"/>
          <p:cNvSpPr/>
          <p:nvPr/>
        </p:nvSpPr>
        <p:spPr>
          <a:xfrm>
            <a:off x="10039350" y="39814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3" name="chart-line-6-2"/>
          <p:cNvSpPr/>
          <p:nvPr/>
        </p:nvSpPr>
        <p:spPr>
          <a:xfrm>
            <a:off x="10058400" y="3971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4" name="chart-line-6-4"/>
          <p:cNvSpPr/>
          <p:nvPr/>
        </p:nvSpPr>
        <p:spPr>
          <a:xfrm>
            <a:off x="10077450" y="3971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5" name="chart-line-6-6"/>
          <p:cNvSpPr/>
          <p:nvPr/>
        </p:nvSpPr>
        <p:spPr>
          <a:xfrm>
            <a:off x="10096500" y="39719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6" name="chart-line-6-8"/>
          <p:cNvSpPr/>
          <p:nvPr/>
        </p:nvSpPr>
        <p:spPr>
          <a:xfrm>
            <a:off x="10115550" y="3962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7" name="chart-line-6-10"/>
          <p:cNvSpPr/>
          <p:nvPr/>
        </p:nvSpPr>
        <p:spPr>
          <a:xfrm>
            <a:off x="10134600" y="3962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8" name="chart-line-6-12"/>
          <p:cNvSpPr/>
          <p:nvPr/>
        </p:nvSpPr>
        <p:spPr>
          <a:xfrm>
            <a:off x="10153650" y="39624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9" name="chart-line-6-14"/>
          <p:cNvSpPr/>
          <p:nvPr/>
        </p:nvSpPr>
        <p:spPr>
          <a:xfrm>
            <a:off x="10172700" y="3952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0" name="chart-line-6-16"/>
          <p:cNvSpPr/>
          <p:nvPr/>
        </p:nvSpPr>
        <p:spPr>
          <a:xfrm>
            <a:off x="10191750" y="3952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1" name="chart-line-6-18"/>
          <p:cNvSpPr/>
          <p:nvPr/>
        </p:nvSpPr>
        <p:spPr>
          <a:xfrm>
            <a:off x="10210800" y="39528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2" name="chart-line-6-20"/>
          <p:cNvSpPr/>
          <p:nvPr/>
        </p:nvSpPr>
        <p:spPr>
          <a:xfrm>
            <a:off x="10229850" y="3943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3" name="chart-line-6-22"/>
          <p:cNvSpPr/>
          <p:nvPr/>
        </p:nvSpPr>
        <p:spPr>
          <a:xfrm>
            <a:off x="10248900" y="3943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4" name="chart-line-6-24"/>
          <p:cNvSpPr/>
          <p:nvPr/>
        </p:nvSpPr>
        <p:spPr>
          <a:xfrm>
            <a:off x="10267950" y="39433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5" name="chart-line-6-26"/>
          <p:cNvSpPr/>
          <p:nvPr/>
        </p:nvSpPr>
        <p:spPr>
          <a:xfrm>
            <a:off x="10287000" y="3933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6" name="chart-line-6-28"/>
          <p:cNvSpPr/>
          <p:nvPr/>
        </p:nvSpPr>
        <p:spPr>
          <a:xfrm>
            <a:off x="10306050" y="3933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7" name="chart-line-6-30"/>
          <p:cNvSpPr/>
          <p:nvPr/>
        </p:nvSpPr>
        <p:spPr>
          <a:xfrm>
            <a:off x="10325100" y="3933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8" name="chart-line-6-32"/>
          <p:cNvSpPr/>
          <p:nvPr/>
        </p:nvSpPr>
        <p:spPr>
          <a:xfrm>
            <a:off x="10344150" y="39338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9" name="chart-line-6-34"/>
          <p:cNvSpPr/>
          <p:nvPr/>
        </p:nvSpPr>
        <p:spPr>
          <a:xfrm>
            <a:off x="10363200" y="3924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0" name="chart-line-6-36"/>
          <p:cNvSpPr/>
          <p:nvPr/>
        </p:nvSpPr>
        <p:spPr>
          <a:xfrm>
            <a:off x="10382250" y="3924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1" name="chart-line-6-38"/>
          <p:cNvSpPr/>
          <p:nvPr/>
        </p:nvSpPr>
        <p:spPr>
          <a:xfrm>
            <a:off x="10401300" y="39243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2" name="chart-line-6-40"/>
          <p:cNvSpPr/>
          <p:nvPr/>
        </p:nvSpPr>
        <p:spPr>
          <a:xfrm>
            <a:off x="10420350" y="3914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3" name="chart-line-6-42"/>
          <p:cNvSpPr/>
          <p:nvPr/>
        </p:nvSpPr>
        <p:spPr>
          <a:xfrm>
            <a:off x="10439400" y="3914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4" name="chart-line-6-44"/>
          <p:cNvSpPr/>
          <p:nvPr/>
        </p:nvSpPr>
        <p:spPr>
          <a:xfrm>
            <a:off x="10458450" y="39147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5" name="chart-line-6-46"/>
          <p:cNvSpPr/>
          <p:nvPr/>
        </p:nvSpPr>
        <p:spPr>
          <a:xfrm>
            <a:off x="10477500" y="3905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6" name="chart-line-6-48"/>
          <p:cNvSpPr/>
          <p:nvPr/>
        </p:nvSpPr>
        <p:spPr>
          <a:xfrm>
            <a:off x="10496550" y="3905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7" name="chart-line-6-50"/>
          <p:cNvSpPr/>
          <p:nvPr/>
        </p:nvSpPr>
        <p:spPr>
          <a:xfrm>
            <a:off x="10515600" y="39052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8" name="chart-line-6-52"/>
          <p:cNvSpPr/>
          <p:nvPr/>
        </p:nvSpPr>
        <p:spPr>
          <a:xfrm>
            <a:off x="10534650" y="3895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9" name="chart-line-6-54"/>
          <p:cNvSpPr/>
          <p:nvPr/>
        </p:nvSpPr>
        <p:spPr>
          <a:xfrm>
            <a:off x="10553700" y="3895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0" name="chart-line-6-56"/>
          <p:cNvSpPr/>
          <p:nvPr/>
        </p:nvSpPr>
        <p:spPr>
          <a:xfrm>
            <a:off x="10572750" y="38957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1" name="chart-line-6-58"/>
          <p:cNvSpPr/>
          <p:nvPr/>
        </p:nvSpPr>
        <p:spPr>
          <a:xfrm>
            <a:off x="10591800" y="3886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2" name="chart-line-6-60"/>
          <p:cNvSpPr/>
          <p:nvPr/>
        </p:nvSpPr>
        <p:spPr>
          <a:xfrm>
            <a:off x="10610850" y="3886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3" name="chart-line-6-62"/>
          <p:cNvSpPr/>
          <p:nvPr/>
        </p:nvSpPr>
        <p:spPr>
          <a:xfrm>
            <a:off x="10629900" y="3886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4" name="chart-line-6-64"/>
          <p:cNvSpPr/>
          <p:nvPr/>
        </p:nvSpPr>
        <p:spPr>
          <a:xfrm>
            <a:off x="10648950" y="38862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5" name="chart-line-6-66"/>
          <p:cNvSpPr/>
          <p:nvPr/>
        </p:nvSpPr>
        <p:spPr>
          <a:xfrm>
            <a:off x="10668000" y="3876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6" name="chart-line-6-68"/>
          <p:cNvSpPr/>
          <p:nvPr/>
        </p:nvSpPr>
        <p:spPr>
          <a:xfrm>
            <a:off x="10687050" y="3876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7" name="chart-line-6-70"/>
          <p:cNvSpPr/>
          <p:nvPr/>
        </p:nvSpPr>
        <p:spPr>
          <a:xfrm>
            <a:off x="10706100" y="38766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8" name="chart-line-6-72"/>
          <p:cNvSpPr/>
          <p:nvPr/>
        </p:nvSpPr>
        <p:spPr>
          <a:xfrm>
            <a:off x="10725150" y="3867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9" name="chart-line-6-74"/>
          <p:cNvSpPr/>
          <p:nvPr/>
        </p:nvSpPr>
        <p:spPr>
          <a:xfrm>
            <a:off x="10744200" y="3867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0" name="chart-line-6-76"/>
          <p:cNvSpPr/>
          <p:nvPr/>
        </p:nvSpPr>
        <p:spPr>
          <a:xfrm>
            <a:off x="10763250" y="38671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1" name="chart-line-6-78"/>
          <p:cNvSpPr/>
          <p:nvPr/>
        </p:nvSpPr>
        <p:spPr>
          <a:xfrm>
            <a:off x="10782300" y="3857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2" name="chart-line-6-80"/>
          <p:cNvSpPr/>
          <p:nvPr/>
        </p:nvSpPr>
        <p:spPr>
          <a:xfrm>
            <a:off x="10801350" y="3857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3" name="chart-line-6-82"/>
          <p:cNvSpPr/>
          <p:nvPr/>
        </p:nvSpPr>
        <p:spPr>
          <a:xfrm>
            <a:off x="10820400" y="38576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4" name="chart-line-6-84"/>
          <p:cNvSpPr/>
          <p:nvPr/>
        </p:nvSpPr>
        <p:spPr>
          <a:xfrm>
            <a:off x="10839450" y="3848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5" name="chart-line-6-86"/>
          <p:cNvSpPr/>
          <p:nvPr/>
        </p:nvSpPr>
        <p:spPr>
          <a:xfrm>
            <a:off x="10858500" y="3848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6" name="chart-line-6-88"/>
          <p:cNvSpPr/>
          <p:nvPr/>
        </p:nvSpPr>
        <p:spPr>
          <a:xfrm>
            <a:off x="10877550" y="38481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7" name="chart-line-6-90"/>
          <p:cNvSpPr/>
          <p:nvPr/>
        </p:nvSpPr>
        <p:spPr>
          <a:xfrm>
            <a:off x="10896600" y="3838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8" name="chart-line-6-92"/>
          <p:cNvSpPr/>
          <p:nvPr/>
        </p:nvSpPr>
        <p:spPr>
          <a:xfrm>
            <a:off x="10915650" y="3838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9" name="chart-line-6-94"/>
          <p:cNvSpPr/>
          <p:nvPr/>
        </p:nvSpPr>
        <p:spPr>
          <a:xfrm>
            <a:off x="10934700" y="3838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0" name="chart-line-6-96"/>
          <p:cNvSpPr/>
          <p:nvPr/>
        </p:nvSpPr>
        <p:spPr>
          <a:xfrm>
            <a:off x="10953750" y="38385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1" name="chart-line-6-98"/>
          <p:cNvSpPr/>
          <p:nvPr/>
        </p:nvSpPr>
        <p:spPr>
          <a:xfrm>
            <a:off x="10972800" y="3829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2" name="chart-line-6-100"/>
          <p:cNvSpPr/>
          <p:nvPr/>
        </p:nvSpPr>
        <p:spPr>
          <a:xfrm>
            <a:off x="10991850" y="3829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3" name="chart-line-6-102"/>
          <p:cNvSpPr/>
          <p:nvPr/>
        </p:nvSpPr>
        <p:spPr>
          <a:xfrm>
            <a:off x="11010900" y="38290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4" name="chart-line-6-104"/>
          <p:cNvSpPr/>
          <p:nvPr/>
        </p:nvSpPr>
        <p:spPr>
          <a:xfrm>
            <a:off x="11029950" y="3819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5" name="chart-line-6-106"/>
          <p:cNvSpPr/>
          <p:nvPr/>
        </p:nvSpPr>
        <p:spPr>
          <a:xfrm>
            <a:off x="11049000" y="3819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6" name="chart-line-6-108"/>
          <p:cNvSpPr/>
          <p:nvPr/>
        </p:nvSpPr>
        <p:spPr>
          <a:xfrm>
            <a:off x="11068050" y="38195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7" name="chart-line-6-110"/>
          <p:cNvSpPr/>
          <p:nvPr/>
        </p:nvSpPr>
        <p:spPr>
          <a:xfrm>
            <a:off x="11087100" y="3810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8" name="chart-line-6-112"/>
          <p:cNvSpPr/>
          <p:nvPr/>
        </p:nvSpPr>
        <p:spPr>
          <a:xfrm>
            <a:off x="11106150" y="3810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9" name="chart-line-6-114"/>
          <p:cNvSpPr/>
          <p:nvPr/>
        </p:nvSpPr>
        <p:spPr>
          <a:xfrm>
            <a:off x="11125200" y="38100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0" name="chart-line-6-116"/>
          <p:cNvSpPr/>
          <p:nvPr/>
        </p:nvSpPr>
        <p:spPr>
          <a:xfrm>
            <a:off x="11144250" y="3800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1" name="chart-line-6-118"/>
          <p:cNvSpPr/>
          <p:nvPr/>
        </p:nvSpPr>
        <p:spPr>
          <a:xfrm>
            <a:off x="11163300" y="3800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2" name="chart-line-6-120"/>
          <p:cNvSpPr/>
          <p:nvPr/>
        </p:nvSpPr>
        <p:spPr>
          <a:xfrm>
            <a:off x="11182350" y="38004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3" name="chart-line-6-122"/>
          <p:cNvSpPr/>
          <p:nvPr/>
        </p:nvSpPr>
        <p:spPr>
          <a:xfrm>
            <a:off x="11201400" y="3790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4" name="chart-line-6-124"/>
          <p:cNvSpPr/>
          <p:nvPr/>
        </p:nvSpPr>
        <p:spPr>
          <a:xfrm>
            <a:off x="11220450" y="3790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5" name="chart-line-6-126"/>
          <p:cNvSpPr/>
          <p:nvPr/>
        </p:nvSpPr>
        <p:spPr>
          <a:xfrm>
            <a:off x="11239500" y="3790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6" name="chart-line-6-128"/>
          <p:cNvSpPr/>
          <p:nvPr/>
        </p:nvSpPr>
        <p:spPr>
          <a:xfrm>
            <a:off x="11258550" y="37909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7" name="chart-line-6-130"/>
          <p:cNvSpPr/>
          <p:nvPr/>
        </p:nvSpPr>
        <p:spPr>
          <a:xfrm>
            <a:off x="11277600" y="3781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8" name="chart-line-6-132"/>
          <p:cNvSpPr/>
          <p:nvPr/>
        </p:nvSpPr>
        <p:spPr>
          <a:xfrm>
            <a:off x="11296650" y="3781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9" name="chart-line-6-134"/>
          <p:cNvSpPr/>
          <p:nvPr/>
        </p:nvSpPr>
        <p:spPr>
          <a:xfrm>
            <a:off x="11315700" y="378142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0" name="chart-line-6-136"/>
          <p:cNvSpPr/>
          <p:nvPr/>
        </p:nvSpPr>
        <p:spPr>
          <a:xfrm>
            <a:off x="11334750" y="3771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1" name="chart-line-6-138"/>
          <p:cNvSpPr/>
          <p:nvPr/>
        </p:nvSpPr>
        <p:spPr>
          <a:xfrm>
            <a:off x="11353800" y="3771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2" name="chart-line-6-140"/>
          <p:cNvSpPr/>
          <p:nvPr/>
        </p:nvSpPr>
        <p:spPr>
          <a:xfrm>
            <a:off x="11372850" y="377190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3" name="chart-line-6-142"/>
          <p:cNvSpPr/>
          <p:nvPr/>
        </p:nvSpPr>
        <p:spPr>
          <a:xfrm>
            <a:off x="11391900" y="3762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4" name="chart-line-6-144"/>
          <p:cNvSpPr/>
          <p:nvPr/>
        </p:nvSpPr>
        <p:spPr>
          <a:xfrm>
            <a:off x="11410950" y="3762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5" name="chart-line-6-146"/>
          <p:cNvSpPr/>
          <p:nvPr/>
        </p:nvSpPr>
        <p:spPr>
          <a:xfrm>
            <a:off x="11430000" y="3762375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6" name="chart-line-6-148"/>
          <p:cNvSpPr/>
          <p:nvPr/>
        </p:nvSpPr>
        <p:spPr>
          <a:xfrm>
            <a:off x="11449050" y="3752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7" name="chart-line-6-150"/>
          <p:cNvSpPr/>
          <p:nvPr/>
        </p:nvSpPr>
        <p:spPr>
          <a:xfrm>
            <a:off x="11468100" y="3752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8" name="chart-line-6-152"/>
          <p:cNvSpPr/>
          <p:nvPr/>
        </p:nvSpPr>
        <p:spPr>
          <a:xfrm>
            <a:off x="11487150" y="3752850"/>
            <a:ext cx="190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9" name="chart-actual-0"/>
          <p:cNvSpPr/>
          <p:nvPr/>
        </p:nvSpPr>
        <p:spPr>
          <a:xfrm>
            <a:off x="1266825" y="5057775"/>
            <a:ext cx="66675" cy="6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0" name="chart-actual-1"/>
          <p:cNvSpPr/>
          <p:nvPr/>
        </p:nvSpPr>
        <p:spPr>
          <a:xfrm>
            <a:off x="2724150" y="4943475"/>
            <a:ext cx="66675" cy="6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1" name="chart-actual-2"/>
          <p:cNvSpPr/>
          <p:nvPr/>
        </p:nvSpPr>
        <p:spPr>
          <a:xfrm>
            <a:off x="4181475" y="4819650"/>
            <a:ext cx="66675" cy="6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2" name="chart-actual-3"/>
          <p:cNvSpPr/>
          <p:nvPr/>
        </p:nvSpPr>
        <p:spPr>
          <a:xfrm>
            <a:off x="5638800" y="4676775"/>
            <a:ext cx="66675" cy="66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3" name="chart-x-0"/>
          <p:cNvSpPr txBox="1"/>
          <p:nvPr/>
        </p:nvSpPr>
        <p:spPr>
          <a:xfrm>
            <a:off x="1066800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Q1'24</a:t>
            </a:r>
          </a:p>
        </p:txBody>
      </p:sp>
      <p:sp>
        <p:nvSpPr>
          <p:cNvPr id="924" name="chart-x-1"/>
          <p:cNvSpPr txBox="1"/>
          <p:nvPr/>
        </p:nvSpPr>
        <p:spPr>
          <a:xfrm>
            <a:off x="2524125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Q2'24</a:t>
            </a:r>
          </a:p>
        </p:txBody>
      </p:sp>
      <p:sp>
        <p:nvSpPr>
          <p:cNvPr id="925" name="chart-x-2"/>
          <p:cNvSpPr txBox="1"/>
          <p:nvPr/>
        </p:nvSpPr>
        <p:spPr>
          <a:xfrm>
            <a:off x="3981450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Q3'24</a:t>
            </a:r>
          </a:p>
        </p:txBody>
      </p:sp>
      <p:sp>
        <p:nvSpPr>
          <p:cNvPr id="926" name="chart-x-3"/>
          <p:cNvSpPr txBox="1"/>
          <p:nvPr/>
        </p:nvSpPr>
        <p:spPr>
          <a:xfrm>
            <a:off x="5438775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Q4'24</a:t>
            </a:r>
          </a:p>
        </p:txBody>
      </p:sp>
      <p:sp>
        <p:nvSpPr>
          <p:cNvPr id="927" name="chart-x-4"/>
          <p:cNvSpPr txBox="1"/>
          <p:nvPr/>
        </p:nvSpPr>
        <p:spPr>
          <a:xfrm>
            <a:off x="6896100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Q1'25</a:t>
            </a:r>
          </a:p>
        </p:txBody>
      </p:sp>
      <p:sp>
        <p:nvSpPr>
          <p:cNvPr id="928" name="chart-x-5"/>
          <p:cNvSpPr txBox="1"/>
          <p:nvPr/>
        </p:nvSpPr>
        <p:spPr>
          <a:xfrm>
            <a:off x="8353425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Q2'25</a:t>
            </a:r>
          </a:p>
        </p:txBody>
      </p:sp>
      <p:sp>
        <p:nvSpPr>
          <p:cNvPr id="929" name="chart-x-6"/>
          <p:cNvSpPr txBox="1"/>
          <p:nvPr/>
        </p:nvSpPr>
        <p:spPr>
          <a:xfrm>
            <a:off x="9810750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Q3'25</a:t>
            </a:r>
          </a:p>
        </p:txBody>
      </p:sp>
      <p:sp>
        <p:nvSpPr>
          <p:cNvPr id="930" name="chart-x-7"/>
          <p:cNvSpPr txBox="1"/>
          <p:nvPr/>
        </p:nvSpPr>
        <p:spPr>
          <a:xfrm>
            <a:off x="11277600" y="5695950"/>
            <a:ext cx="457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Q4'25</a:t>
            </a:r>
          </a:p>
        </p:txBody>
      </p:sp>
      <p:sp>
        <p:nvSpPr>
          <p:cNvPr id="931" name="convergence-bg"/>
          <p:cNvSpPr/>
          <p:nvPr/>
        </p:nvSpPr>
        <p:spPr>
          <a:xfrm>
            <a:off x="609600" y="5905500"/>
            <a:ext cx="10972800" cy="419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2" name="convergence"/>
          <p:cNvSpPr txBox="1"/>
          <p:nvPr/>
        </p:nvSpPr>
        <p:spPr>
          <a:xfrm>
            <a:off x="609600" y="590550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Band narrows from +/-$16M today to +/-$12M by Q4 2025 as late-stage deals convert — Q3 forecast range is tight enough to commit to board guidance.</a:t>
            </a:r>
          </a:p>
        </p:txBody>
      </p:sp>
      <p:sp>
        <p:nvSpPr>
          <p:cNvPr id="93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3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3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