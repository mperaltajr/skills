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571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DEMO · THINK &amp; ARGUE IN ACTION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A 30-second sequence — from governing thought to argued structure.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Captured from a recent build session. Real input, real output, no scripted demo.</a:t>
            </a:r>
          </a:p>
        </p:txBody>
      </p:sp>
      <p:sp>
        <p:nvSpPr>
          <p:cNvPr id="5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zone"/>
          <p:cNvSpPr/>
          <p:nvPr/>
        </p:nvSpPr>
        <p:spPr>
          <a:xfrm>
            <a:off x="609600" y="1905000"/>
            <a:ext cx="10972800" cy="2667000"/>
          </a:xfrm>
          <a:prstGeom prst="rect">
            <a:avLst/>
          </a:prstGeom>
          <a:solidFill>
            <a:srgbClr val="3C1F5C"/>
          </a:solidFill>
          <a:ln w="190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hoto-corner-tag"/>
          <p:cNvSpPr txBox="1"/>
          <p:nvPr/>
        </p:nvSpPr>
        <p:spPr>
          <a:xfrm>
            <a:off x="742950" y="2019300"/>
            <a:ext cx="1047750" cy="17145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SCREENSHOT</a:t>
            </a:r>
          </a:p>
        </p:txBody>
      </p:sp>
      <p:sp>
        <p:nvSpPr>
          <p:cNvPr id="8" name="photo-label"/>
          <p:cNvSpPr txBox="1"/>
          <p:nvPr/>
        </p:nvSpPr>
        <p:spPr>
          <a:xfrm>
            <a:off x="609600" y="1905000"/>
            <a:ext cx="10972800" cy="2667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[ Demo capture — Slide Lab Think &amp; Argue panel ]</a:t>
            </a:r>
          </a:p>
        </p:txBody>
      </p:sp>
      <p:sp>
        <p:nvSpPr>
          <p:cNvPr id="9" name="step-1-num-bg"/>
          <p:cNvSpPr/>
          <p:nvPr/>
        </p:nvSpPr>
        <p:spPr>
          <a:xfrm>
            <a:off x="609600" y="4781550"/>
            <a:ext cx="285750" cy="2857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tep-1-num"/>
          <p:cNvSpPr txBox="1"/>
          <p:nvPr/>
        </p:nvSpPr>
        <p:spPr>
          <a:xfrm>
            <a:off x="609600" y="47815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step-1-heading"/>
          <p:cNvSpPr txBox="1"/>
          <p:nvPr/>
        </p:nvSpPr>
        <p:spPr>
          <a:xfrm>
            <a:off x="1009650" y="47815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Governing thought entered</a:t>
            </a:r>
          </a:p>
        </p:txBody>
      </p:sp>
      <p:sp>
        <p:nvSpPr>
          <p:cNvPr id="12" name="step-1-body"/>
          <p:cNvSpPr txBox="1"/>
          <p:nvPr/>
        </p:nvSpPr>
        <p:spPr>
          <a:xfrm>
            <a:off x="1009650" y="4972050"/>
            <a:ext cx="3076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The user states the one sentence the whole deck has to prove.</a:t>
            </a:r>
          </a:p>
        </p:txBody>
      </p:sp>
      <p:sp>
        <p:nvSpPr>
          <p:cNvPr id="13" name="step-2-num-bg"/>
          <p:cNvSpPr/>
          <p:nvPr/>
        </p:nvSpPr>
        <p:spPr>
          <a:xfrm>
            <a:off x="4352925" y="4781550"/>
            <a:ext cx="285750" cy="2857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2-num"/>
          <p:cNvSpPr txBox="1"/>
          <p:nvPr/>
        </p:nvSpPr>
        <p:spPr>
          <a:xfrm>
            <a:off x="4352925" y="47815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step-2-heading"/>
          <p:cNvSpPr txBox="1"/>
          <p:nvPr/>
        </p:nvSpPr>
        <p:spPr>
          <a:xfrm>
            <a:off x="4752975" y="47815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Structure proposed</a:t>
            </a:r>
          </a:p>
        </p:txBody>
      </p:sp>
      <p:sp>
        <p:nvSpPr>
          <p:cNvPr id="16" name="step-2-body"/>
          <p:cNvSpPr txBox="1"/>
          <p:nvPr/>
        </p:nvSpPr>
        <p:spPr>
          <a:xfrm>
            <a:off x="4752975" y="4972050"/>
            <a:ext cx="3076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Slide Lab returns a 6-slide outline with a so-what per slide.</a:t>
            </a:r>
          </a:p>
        </p:txBody>
      </p:sp>
      <p:sp>
        <p:nvSpPr>
          <p:cNvPr id="17" name="step-3-num-bg"/>
          <p:cNvSpPr/>
          <p:nvPr/>
        </p:nvSpPr>
        <p:spPr>
          <a:xfrm>
            <a:off x="8096250" y="4781550"/>
            <a:ext cx="285750" cy="2857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3-num"/>
          <p:cNvSpPr txBox="1"/>
          <p:nvPr/>
        </p:nvSpPr>
        <p:spPr>
          <a:xfrm>
            <a:off x="8096250" y="47815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step-3-heading"/>
          <p:cNvSpPr txBox="1"/>
          <p:nvPr/>
        </p:nvSpPr>
        <p:spPr>
          <a:xfrm>
            <a:off x="8496300" y="47815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Argument tested</a:t>
            </a:r>
          </a:p>
        </p:txBody>
      </p:sp>
      <p:sp>
        <p:nvSpPr>
          <p:cNvPr id="20" name="step-3-body"/>
          <p:cNvSpPr txBox="1"/>
          <p:nvPr/>
        </p:nvSpPr>
        <p:spPr>
          <a:xfrm>
            <a:off x="8496300" y="4972050"/>
            <a:ext cx="3076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The model surfaces three counterexamples and asks how to respond.</a:t>
            </a:r>
          </a:p>
        </p:txBody>
      </p:sp>
      <p:sp>
        <p:nvSpPr>
          <p:cNvPr id="21" name="convergence-bg"/>
          <p:cNvSpPr/>
          <p:nvPr/>
        </p:nvSpPr>
        <p:spPr>
          <a:xfrm>
            <a:off x="609600" y="5772150"/>
            <a:ext cx="10972800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vergence"/>
          <p:cNvSpPr txBox="1"/>
          <p:nvPr/>
        </p:nvSpPr>
        <p:spPr>
          <a:xfrm>
            <a:off x="609600" y="57721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Twelve minutes from problem statement to a defensible structure — start of the deck, not the end.</a:t>
            </a:r>
          </a:p>
        </p:txBody>
      </p:sp>
      <p:sp>
        <p:nvSpPr>
          <p:cNvPr id="2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