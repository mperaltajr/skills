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Prioritize initiatives by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impact vs. effort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Quadrant analysis reveals quick wins and strategic investments across the portfolio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457200" y="1352550"/>
            <a:ext cx="11277600" cy="48196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canvas-label"/>
          <p:cNvSpPr txBox="1"/>
          <p:nvPr/>
        </p:nvSpPr>
        <p:spPr>
          <a:xfrm>
            <a:off x="457200" y="3648075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[ SVG scatter plot with quadrant zones — rendered at twin-gen time ]</a:t>
            </a:r>
          </a:p>
        </p:txBody>
      </p:sp>
      <p:sp>
        <p:nvSpPr>
          <p:cNvPr id="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