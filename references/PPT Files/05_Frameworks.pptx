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2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3.xml" ContentType="application/vnd.openxmlformats-officedocument.theme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theme/theme4.xml" ContentType="application/vnd.openxmlformats-officedocument.them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52.xml" ContentType="application/vnd.openxmlformats-officedocument.presentationml.tags+xml"/>
  <Override PartName="/ppt/notesSlides/notesSlide5.xml" ContentType="application/vnd.openxmlformats-officedocument.presentationml.notesSlide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notesSlides/notesSlide6.xml" ContentType="application/vnd.openxmlformats-officedocument.presentationml.notesSlide+xml"/>
  <Override PartName="/ppt/tags/tag655.xml" ContentType="application/vnd.openxmlformats-officedocument.presentationml.tags+xml"/>
  <Override PartName="/ppt/notesSlides/notesSlide7.xml" ContentType="application/vnd.openxmlformats-officedocument.presentationml.notesSlide+xml"/>
  <Override PartName="/ppt/tags/tag656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  <p:sldMasterId id="2147484244" r:id="rId2"/>
    <p:sldMasterId id="2147484308" r:id="rId3"/>
    <p:sldMasterId id="2147484361" r:id="rId4"/>
  </p:sldMasterIdLst>
  <p:notesMasterIdLst>
    <p:notesMasterId r:id="rId16"/>
  </p:notesMasterIdLst>
  <p:handoutMasterIdLst>
    <p:handoutMasterId r:id="rId17"/>
  </p:handoutMasterIdLst>
  <p:sldIdLst>
    <p:sldId id="2147471492" r:id="rId5"/>
    <p:sldId id="272" r:id="rId6"/>
    <p:sldId id="2147483641" r:id="rId7"/>
    <p:sldId id="2147471517" r:id="rId8"/>
    <p:sldId id="2147375331" r:id="rId9"/>
    <p:sldId id="2147375395" r:id="rId10"/>
    <p:sldId id="271" r:id="rId11"/>
    <p:sldId id="28325" r:id="rId12"/>
    <p:sldId id="277" r:id="rId13"/>
    <p:sldId id="300" r:id="rId14"/>
    <p:sldId id="482" r:id="rId15"/>
  </p:sldIdLst>
  <p:sldSz cx="12192000" cy="6858000"/>
  <p:notesSz cx="6858000" cy="9144000"/>
  <p:custDataLst>
    <p:tags r:id="rId18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3"/>
    <p:restoredTop sz="93574"/>
  </p:normalViewPr>
  <p:slideViewPr>
    <p:cSldViewPr snapToGrid="0" showGuides="1">
      <p:cViewPr varScale="1">
        <p:scale>
          <a:sx n="92" d="100"/>
          <a:sy n="92" d="100"/>
        </p:scale>
        <p:origin x="618" y="30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04/20/2026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04/20/2026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727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5634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029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460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399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028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900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7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png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9.emf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8.pn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tags" Target="../tags/tag371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375.xml"/><Relationship Id="rId4" Type="http://schemas.openxmlformats.org/officeDocument/2006/relationships/tags" Target="../tags/tag374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" Type="http://schemas.openxmlformats.org/officeDocument/2006/relationships/tags" Target="../tags/tag376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380.xml"/><Relationship Id="rId4" Type="http://schemas.openxmlformats.org/officeDocument/2006/relationships/tags" Target="../tags/tag379.xml"/></Relationships>
</file>

<file path=ppt/slideLayouts/_rels/slideLayout1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383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82.xml"/><Relationship Id="rId1" Type="http://schemas.openxmlformats.org/officeDocument/2006/relationships/tags" Target="../tags/tag381.xml"/><Relationship Id="rId6" Type="http://schemas.openxmlformats.org/officeDocument/2006/relationships/tags" Target="../tags/tag386.xml"/><Relationship Id="rId5" Type="http://schemas.openxmlformats.org/officeDocument/2006/relationships/tags" Target="../tags/tag385.xml"/><Relationship Id="rId10" Type="http://schemas.openxmlformats.org/officeDocument/2006/relationships/oleObject" Target="../embeddings/oleObject3.bin"/><Relationship Id="rId4" Type="http://schemas.openxmlformats.org/officeDocument/2006/relationships/tags" Target="../tags/tag384.xml"/><Relationship Id="rId9" Type="http://schemas.openxmlformats.org/officeDocument/2006/relationships/image" Target="../media/image44.emf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tags" Target="../tags/tag387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390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" Type="http://schemas.openxmlformats.org/officeDocument/2006/relationships/tags" Target="../tags/tag391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394.xml"/></Relationships>
</file>

<file path=ppt/slideLayouts/_rels/slideLayout148.xml.rels><?xml version="1.0" encoding="UTF-8" standalone="yes"?>
<Relationships xmlns="http://schemas.openxmlformats.org/package/2006/relationships"><Relationship Id="rId8" Type="http://schemas.openxmlformats.org/officeDocument/2006/relationships/tags" Target="../tags/tag402.xml"/><Relationship Id="rId13" Type="http://schemas.openxmlformats.org/officeDocument/2006/relationships/tags" Target="../tags/tag407.xml"/><Relationship Id="rId3" Type="http://schemas.openxmlformats.org/officeDocument/2006/relationships/tags" Target="../tags/tag397.xml"/><Relationship Id="rId7" Type="http://schemas.openxmlformats.org/officeDocument/2006/relationships/tags" Target="../tags/tag401.xml"/><Relationship Id="rId12" Type="http://schemas.openxmlformats.org/officeDocument/2006/relationships/tags" Target="../tags/tag406.xml"/><Relationship Id="rId17" Type="http://schemas.openxmlformats.org/officeDocument/2006/relationships/slideMaster" Target="../slideMasters/slideMaster4.xml"/><Relationship Id="rId2" Type="http://schemas.openxmlformats.org/officeDocument/2006/relationships/tags" Target="../tags/tag396.xml"/><Relationship Id="rId16" Type="http://schemas.openxmlformats.org/officeDocument/2006/relationships/tags" Target="../tags/tag410.xml"/><Relationship Id="rId1" Type="http://schemas.openxmlformats.org/officeDocument/2006/relationships/tags" Target="../tags/tag395.xml"/><Relationship Id="rId6" Type="http://schemas.openxmlformats.org/officeDocument/2006/relationships/tags" Target="../tags/tag400.xml"/><Relationship Id="rId11" Type="http://schemas.openxmlformats.org/officeDocument/2006/relationships/tags" Target="../tags/tag405.xml"/><Relationship Id="rId5" Type="http://schemas.openxmlformats.org/officeDocument/2006/relationships/tags" Target="../tags/tag399.xml"/><Relationship Id="rId15" Type="http://schemas.openxmlformats.org/officeDocument/2006/relationships/tags" Target="../tags/tag409.xml"/><Relationship Id="rId10" Type="http://schemas.openxmlformats.org/officeDocument/2006/relationships/tags" Target="../tags/tag404.xml"/><Relationship Id="rId4" Type="http://schemas.openxmlformats.org/officeDocument/2006/relationships/tags" Target="../tags/tag398.xml"/><Relationship Id="rId9" Type="http://schemas.openxmlformats.org/officeDocument/2006/relationships/tags" Target="../tags/tag403.xml"/><Relationship Id="rId14" Type="http://schemas.openxmlformats.org/officeDocument/2006/relationships/tags" Target="../tags/tag408.xml"/></Relationships>
</file>

<file path=ppt/slideLayouts/_rels/slideLayout149.xml.rels><?xml version="1.0" encoding="UTF-8" standalone="yes"?>
<Relationships xmlns="http://schemas.openxmlformats.org/package/2006/relationships"><Relationship Id="rId8" Type="http://schemas.openxmlformats.org/officeDocument/2006/relationships/tags" Target="../tags/tag418.xml"/><Relationship Id="rId13" Type="http://schemas.openxmlformats.org/officeDocument/2006/relationships/tags" Target="../tags/tag423.xml"/><Relationship Id="rId3" Type="http://schemas.openxmlformats.org/officeDocument/2006/relationships/tags" Target="../tags/tag413.xml"/><Relationship Id="rId7" Type="http://schemas.openxmlformats.org/officeDocument/2006/relationships/tags" Target="../tags/tag417.xml"/><Relationship Id="rId12" Type="http://schemas.openxmlformats.org/officeDocument/2006/relationships/tags" Target="../tags/tag422.xml"/><Relationship Id="rId17" Type="http://schemas.openxmlformats.org/officeDocument/2006/relationships/slideMaster" Target="../slideMasters/slideMaster4.xml"/><Relationship Id="rId2" Type="http://schemas.openxmlformats.org/officeDocument/2006/relationships/tags" Target="../tags/tag412.xml"/><Relationship Id="rId16" Type="http://schemas.openxmlformats.org/officeDocument/2006/relationships/tags" Target="../tags/tag426.xml"/><Relationship Id="rId1" Type="http://schemas.openxmlformats.org/officeDocument/2006/relationships/tags" Target="../tags/tag411.xml"/><Relationship Id="rId6" Type="http://schemas.openxmlformats.org/officeDocument/2006/relationships/tags" Target="../tags/tag416.xml"/><Relationship Id="rId11" Type="http://schemas.openxmlformats.org/officeDocument/2006/relationships/tags" Target="../tags/tag421.xml"/><Relationship Id="rId5" Type="http://schemas.openxmlformats.org/officeDocument/2006/relationships/tags" Target="../tags/tag415.xml"/><Relationship Id="rId15" Type="http://schemas.openxmlformats.org/officeDocument/2006/relationships/tags" Target="../tags/tag425.xml"/><Relationship Id="rId10" Type="http://schemas.openxmlformats.org/officeDocument/2006/relationships/tags" Target="../tags/tag420.xml"/><Relationship Id="rId4" Type="http://schemas.openxmlformats.org/officeDocument/2006/relationships/tags" Target="../tags/tag414.xml"/><Relationship Id="rId9" Type="http://schemas.openxmlformats.org/officeDocument/2006/relationships/tags" Target="../tags/tag419.xml"/><Relationship Id="rId14" Type="http://schemas.openxmlformats.org/officeDocument/2006/relationships/tags" Target="../tags/tag424.xml"/></Relationships>
</file>

<file path=ppt/slideLayouts/_rels/slideLayout150.xml.rels><?xml version="1.0" encoding="UTF-8" standalone="yes"?>
<Relationships xmlns="http://schemas.openxmlformats.org/package/2006/relationships"><Relationship Id="rId8" Type="http://schemas.openxmlformats.org/officeDocument/2006/relationships/tags" Target="../tags/tag434.xml"/><Relationship Id="rId13" Type="http://schemas.openxmlformats.org/officeDocument/2006/relationships/tags" Target="../tags/tag439.xml"/><Relationship Id="rId18" Type="http://schemas.openxmlformats.org/officeDocument/2006/relationships/tags" Target="../tags/tag444.xml"/><Relationship Id="rId3" Type="http://schemas.openxmlformats.org/officeDocument/2006/relationships/tags" Target="../tags/tag429.xml"/><Relationship Id="rId7" Type="http://schemas.openxmlformats.org/officeDocument/2006/relationships/tags" Target="../tags/tag433.xml"/><Relationship Id="rId12" Type="http://schemas.openxmlformats.org/officeDocument/2006/relationships/tags" Target="../tags/tag438.xml"/><Relationship Id="rId17" Type="http://schemas.openxmlformats.org/officeDocument/2006/relationships/tags" Target="../tags/tag443.xml"/><Relationship Id="rId2" Type="http://schemas.openxmlformats.org/officeDocument/2006/relationships/tags" Target="../tags/tag428.xml"/><Relationship Id="rId16" Type="http://schemas.openxmlformats.org/officeDocument/2006/relationships/tags" Target="../tags/tag442.xml"/><Relationship Id="rId1" Type="http://schemas.openxmlformats.org/officeDocument/2006/relationships/tags" Target="../tags/tag427.xml"/><Relationship Id="rId6" Type="http://schemas.openxmlformats.org/officeDocument/2006/relationships/tags" Target="../tags/tag432.xml"/><Relationship Id="rId11" Type="http://schemas.openxmlformats.org/officeDocument/2006/relationships/tags" Target="../tags/tag437.xml"/><Relationship Id="rId5" Type="http://schemas.openxmlformats.org/officeDocument/2006/relationships/tags" Target="../tags/tag431.xml"/><Relationship Id="rId15" Type="http://schemas.openxmlformats.org/officeDocument/2006/relationships/tags" Target="../tags/tag441.xml"/><Relationship Id="rId10" Type="http://schemas.openxmlformats.org/officeDocument/2006/relationships/tags" Target="../tags/tag436.xml"/><Relationship Id="rId19" Type="http://schemas.openxmlformats.org/officeDocument/2006/relationships/slideMaster" Target="../slideMasters/slideMaster4.xml"/><Relationship Id="rId4" Type="http://schemas.openxmlformats.org/officeDocument/2006/relationships/tags" Target="../tags/tag430.xml"/><Relationship Id="rId9" Type="http://schemas.openxmlformats.org/officeDocument/2006/relationships/tags" Target="../tags/tag435.xml"/><Relationship Id="rId14" Type="http://schemas.openxmlformats.org/officeDocument/2006/relationships/tags" Target="../tags/tag440.xml"/></Relationships>
</file>

<file path=ppt/slideLayouts/_rels/slideLayout151.xml.rels><?xml version="1.0" encoding="UTF-8" standalone="yes"?>
<Relationships xmlns="http://schemas.openxmlformats.org/package/2006/relationships"><Relationship Id="rId8" Type="http://schemas.openxmlformats.org/officeDocument/2006/relationships/tags" Target="../tags/tag452.xml"/><Relationship Id="rId13" Type="http://schemas.openxmlformats.org/officeDocument/2006/relationships/tags" Target="../tags/tag457.xml"/><Relationship Id="rId18" Type="http://schemas.openxmlformats.org/officeDocument/2006/relationships/tags" Target="../tags/tag462.xml"/><Relationship Id="rId3" Type="http://schemas.openxmlformats.org/officeDocument/2006/relationships/tags" Target="../tags/tag447.xml"/><Relationship Id="rId7" Type="http://schemas.openxmlformats.org/officeDocument/2006/relationships/tags" Target="../tags/tag451.xml"/><Relationship Id="rId12" Type="http://schemas.openxmlformats.org/officeDocument/2006/relationships/tags" Target="../tags/tag456.xml"/><Relationship Id="rId17" Type="http://schemas.openxmlformats.org/officeDocument/2006/relationships/tags" Target="../tags/tag461.xml"/><Relationship Id="rId2" Type="http://schemas.openxmlformats.org/officeDocument/2006/relationships/tags" Target="../tags/tag446.xml"/><Relationship Id="rId16" Type="http://schemas.openxmlformats.org/officeDocument/2006/relationships/tags" Target="../tags/tag460.xml"/><Relationship Id="rId1" Type="http://schemas.openxmlformats.org/officeDocument/2006/relationships/tags" Target="../tags/tag445.xml"/><Relationship Id="rId6" Type="http://schemas.openxmlformats.org/officeDocument/2006/relationships/tags" Target="../tags/tag450.xml"/><Relationship Id="rId11" Type="http://schemas.openxmlformats.org/officeDocument/2006/relationships/tags" Target="../tags/tag455.xml"/><Relationship Id="rId5" Type="http://schemas.openxmlformats.org/officeDocument/2006/relationships/tags" Target="../tags/tag449.xml"/><Relationship Id="rId15" Type="http://schemas.openxmlformats.org/officeDocument/2006/relationships/tags" Target="../tags/tag459.xml"/><Relationship Id="rId10" Type="http://schemas.openxmlformats.org/officeDocument/2006/relationships/tags" Target="../tags/tag454.xml"/><Relationship Id="rId19" Type="http://schemas.openxmlformats.org/officeDocument/2006/relationships/slideMaster" Target="../slideMasters/slideMaster4.xml"/><Relationship Id="rId4" Type="http://schemas.openxmlformats.org/officeDocument/2006/relationships/tags" Target="../tags/tag448.xml"/><Relationship Id="rId9" Type="http://schemas.openxmlformats.org/officeDocument/2006/relationships/tags" Target="../tags/tag453.xml"/><Relationship Id="rId14" Type="http://schemas.openxmlformats.org/officeDocument/2006/relationships/tags" Target="../tags/tag458.xml"/></Relationships>
</file>

<file path=ppt/slideLayouts/_rels/slideLayout152.xml.rels><?xml version="1.0" encoding="UTF-8" standalone="yes"?>
<Relationships xmlns="http://schemas.openxmlformats.org/package/2006/relationships"><Relationship Id="rId8" Type="http://schemas.openxmlformats.org/officeDocument/2006/relationships/tags" Target="../tags/tag470.xml"/><Relationship Id="rId13" Type="http://schemas.openxmlformats.org/officeDocument/2006/relationships/tags" Target="../tags/tag475.xml"/><Relationship Id="rId18" Type="http://schemas.openxmlformats.org/officeDocument/2006/relationships/tags" Target="../tags/tag480.xml"/><Relationship Id="rId3" Type="http://schemas.openxmlformats.org/officeDocument/2006/relationships/tags" Target="../tags/tag465.xml"/><Relationship Id="rId7" Type="http://schemas.openxmlformats.org/officeDocument/2006/relationships/tags" Target="../tags/tag469.xml"/><Relationship Id="rId12" Type="http://schemas.openxmlformats.org/officeDocument/2006/relationships/tags" Target="../tags/tag474.xml"/><Relationship Id="rId17" Type="http://schemas.openxmlformats.org/officeDocument/2006/relationships/tags" Target="../tags/tag479.xml"/><Relationship Id="rId2" Type="http://schemas.openxmlformats.org/officeDocument/2006/relationships/tags" Target="../tags/tag464.xml"/><Relationship Id="rId16" Type="http://schemas.openxmlformats.org/officeDocument/2006/relationships/tags" Target="../tags/tag478.xml"/><Relationship Id="rId1" Type="http://schemas.openxmlformats.org/officeDocument/2006/relationships/tags" Target="../tags/tag463.xml"/><Relationship Id="rId6" Type="http://schemas.openxmlformats.org/officeDocument/2006/relationships/tags" Target="../tags/tag468.xml"/><Relationship Id="rId11" Type="http://schemas.openxmlformats.org/officeDocument/2006/relationships/tags" Target="../tags/tag473.xml"/><Relationship Id="rId5" Type="http://schemas.openxmlformats.org/officeDocument/2006/relationships/tags" Target="../tags/tag467.xml"/><Relationship Id="rId15" Type="http://schemas.openxmlformats.org/officeDocument/2006/relationships/tags" Target="../tags/tag477.xml"/><Relationship Id="rId10" Type="http://schemas.openxmlformats.org/officeDocument/2006/relationships/tags" Target="../tags/tag472.xml"/><Relationship Id="rId19" Type="http://schemas.openxmlformats.org/officeDocument/2006/relationships/slideMaster" Target="../slideMasters/slideMaster4.xml"/><Relationship Id="rId4" Type="http://schemas.openxmlformats.org/officeDocument/2006/relationships/tags" Target="../tags/tag466.xml"/><Relationship Id="rId9" Type="http://schemas.openxmlformats.org/officeDocument/2006/relationships/tags" Target="../tags/tag471.xml"/><Relationship Id="rId14" Type="http://schemas.openxmlformats.org/officeDocument/2006/relationships/tags" Target="../tags/tag476.xml"/></Relationships>
</file>

<file path=ppt/slideLayouts/_rels/slideLayout153.xml.rels><?xml version="1.0" encoding="UTF-8" standalone="yes"?>
<Relationships xmlns="http://schemas.openxmlformats.org/package/2006/relationships"><Relationship Id="rId8" Type="http://schemas.openxmlformats.org/officeDocument/2006/relationships/tags" Target="../tags/tag488.xml"/><Relationship Id="rId13" Type="http://schemas.openxmlformats.org/officeDocument/2006/relationships/tags" Target="../tags/tag493.xml"/><Relationship Id="rId3" Type="http://schemas.openxmlformats.org/officeDocument/2006/relationships/tags" Target="../tags/tag483.xml"/><Relationship Id="rId7" Type="http://schemas.openxmlformats.org/officeDocument/2006/relationships/tags" Target="../tags/tag487.xml"/><Relationship Id="rId12" Type="http://schemas.openxmlformats.org/officeDocument/2006/relationships/tags" Target="../tags/tag492.xml"/><Relationship Id="rId2" Type="http://schemas.openxmlformats.org/officeDocument/2006/relationships/tags" Target="../tags/tag482.xml"/><Relationship Id="rId1" Type="http://schemas.openxmlformats.org/officeDocument/2006/relationships/tags" Target="../tags/tag481.xml"/><Relationship Id="rId6" Type="http://schemas.openxmlformats.org/officeDocument/2006/relationships/tags" Target="../tags/tag486.xml"/><Relationship Id="rId11" Type="http://schemas.openxmlformats.org/officeDocument/2006/relationships/tags" Target="../tags/tag491.xml"/><Relationship Id="rId5" Type="http://schemas.openxmlformats.org/officeDocument/2006/relationships/tags" Target="../tags/tag485.xml"/><Relationship Id="rId15" Type="http://schemas.openxmlformats.org/officeDocument/2006/relationships/slideMaster" Target="../slideMasters/slideMaster4.xml"/><Relationship Id="rId10" Type="http://schemas.openxmlformats.org/officeDocument/2006/relationships/tags" Target="../tags/tag490.xml"/><Relationship Id="rId4" Type="http://schemas.openxmlformats.org/officeDocument/2006/relationships/tags" Target="../tags/tag484.xml"/><Relationship Id="rId9" Type="http://schemas.openxmlformats.org/officeDocument/2006/relationships/tags" Target="../tags/tag489.xml"/><Relationship Id="rId14" Type="http://schemas.openxmlformats.org/officeDocument/2006/relationships/tags" Target="../tags/tag494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tags" Target="../tags/tag497.xml"/><Relationship Id="rId2" Type="http://schemas.openxmlformats.org/officeDocument/2006/relationships/tags" Target="../tags/tag496.xml"/><Relationship Id="rId1" Type="http://schemas.openxmlformats.org/officeDocument/2006/relationships/tags" Target="../tags/tag495.xml"/><Relationship Id="rId4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" Type="http://schemas.openxmlformats.org/officeDocument/2006/relationships/tags" Target="../tags/tag498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501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tags" Target="../tags/tag504.xml"/><Relationship Id="rId2" Type="http://schemas.openxmlformats.org/officeDocument/2006/relationships/tags" Target="../tags/tag503.xml"/><Relationship Id="rId1" Type="http://schemas.openxmlformats.org/officeDocument/2006/relationships/tags" Target="../tags/tag502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506.xml"/><Relationship Id="rId4" Type="http://schemas.openxmlformats.org/officeDocument/2006/relationships/tags" Target="../tags/tag505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tags" Target="../tags/tag509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508.xml"/><Relationship Id="rId1" Type="http://schemas.openxmlformats.org/officeDocument/2006/relationships/tags" Target="../tags/tag507.xml"/><Relationship Id="rId6" Type="http://schemas.openxmlformats.org/officeDocument/2006/relationships/tags" Target="../tags/tag512.xml"/><Relationship Id="rId5" Type="http://schemas.openxmlformats.org/officeDocument/2006/relationships/tags" Target="../tags/tag511.xml"/><Relationship Id="rId4" Type="http://schemas.openxmlformats.org/officeDocument/2006/relationships/tags" Target="../tags/tag510.xml"/></Relationships>
</file>

<file path=ppt/slideLayouts/_rels/slideLayout158.xml.rels><?xml version="1.0" encoding="UTF-8" standalone="yes"?>
<Relationships xmlns="http://schemas.openxmlformats.org/package/2006/relationships"><Relationship Id="rId8" Type="http://schemas.openxmlformats.org/officeDocument/2006/relationships/tags" Target="../tags/tag520.xml"/><Relationship Id="rId3" Type="http://schemas.openxmlformats.org/officeDocument/2006/relationships/tags" Target="../tags/tag515.xml"/><Relationship Id="rId7" Type="http://schemas.openxmlformats.org/officeDocument/2006/relationships/tags" Target="../tags/tag519.xml"/><Relationship Id="rId2" Type="http://schemas.openxmlformats.org/officeDocument/2006/relationships/tags" Target="../tags/tag514.xml"/><Relationship Id="rId1" Type="http://schemas.openxmlformats.org/officeDocument/2006/relationships/tags" Target="../tags/tag513.xml"/><Relationship Id="rId6" Type="http://schemas.openxmlformats.org/officeDocument/2006/relationships/tags" Target="../tags/tag518.xml"/><Relationship Id="rId5" Type="http://schemas.openxmlformats.org/officeDocument/2006/relationships/tags" Target="../tags/tag517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16.xml"/><Relationship Id="rId9" Type="http://schemas.openxmlformats.org/officeDocument/2006/relationships/tags" Target="../tags/tag521.xml"/></Relationships>
</file>

<file path=ppt/slideLayouts/_rels/slideLayout15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524.xml"/><Relationship Id="rId7" Type="http://schemas.openxmlformats.org/officeDocument/2006/relationships/tags" Target="../tags/tag528.xml"/><Relationship Id="rId2" Type="http://schemas.openxmlformats.org/officeDocument/2006/relationships/tags" Target="../tags/tag523.xml"/><Relationship Id="rId1" Type="http://schemas.openxmlformats.org/officeDocument/2006/relationships/tags" Target="../tags/tag522.xml"/><Relationship Id="rId6" Type="http://schemas.openxmlformats.org/officeDocument/2006/relationships/tags" Target="../tags/tag527.xml"/><Relationship Id="rId5" Type="http://schemas.openxmlformats.org/officeDocument/2006/relationships/tags" Target="../tags/tag526.xml"/><Relationship Id="rId4" Type="http://schemas.openxmlformats.org/officeDocument/2006/relationships/tags" Target="../tags/tag525.xml"/></Relationships>
</file>

<file path=ppt/slideLayouts/_rels/slideLayout16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531.xml"/><Relationship Id="rId7" Type="http://schemas.openxmlformats.org/officeDocument/2006/relationships/tags" Target="../tags/tag535.xml"/><Relationship Id="rId2" Type="http://schemas.openxmlformats.org/officeDocument/2006/relationships/tags" Target="../tags/tag530.xml"/><Relationship Id="rId1" Type="http://schemas.openxmlformats.org/officeDocument/2006/relationships/tags" Target="../tags/tag529.xml"/><Relationship Id="rId6" Type="http://schemas.openxmlformats.org/officeDocument/2006/relationships/tags" Target="../tags/tag534.xml"/><Relationship Id="rId5" Type="http://schemas.openxmlformats.org/officeDocument/2006/relationships/tags" Target="../tags/tag533.xml"/><Relationship Id="rId4" Type="http://schemas.openxmlformats.org/officeDocument/2006/relationships/tags" Target="../tags/tag532.xml"/></Relationships>
</file>

<file path=ppt/slideLayouts/_rels/slideLayout161.xml.rels><?xml version="1.0" encoding="UTF-8" standalone="yes"?>
<Relationships xmlns="http://schemas.openxmlformats.org/package/2006/relationships"><Relationship Id="rId8" Type="http://schemas.openxmlformats.org/officeDocument/2006/relationships/tags" Target="../tags/tag543.xml"/><Relationship Id="rId13" Type="http://schemas.openxmlformats.org/officeDocument/2006/relationships/tags" Target="../tags/tag548.xml"/><Relationship Id="rId18" Type="http://schemas.openxmlformats.org/officeDocument/2006/relationships/slideMaster" Target="../slideMasters/slideMaster4.xml"/><Relationship Id="rId3" Type="http://schemas.openxmlformats.org/officeDocument/2006/relationships/tags" Target="../tags/tag538.xml"/><Relationship Id="rId7" Type="http://schemas.openxmlformats.org/officeDocument/2006/relationships/tags" Target="../tags/tag542.xml"/><Relationship Id="rId12" Type="http://schemas.openxmlformats.org/officeDocument/2006/relationships/tags" Target="../tags/tag547.xml"/><Relationship Id="rId17" Type="http://schemas.openxmlformats.org/officeDocument/2006/relationships/tags" Target="../tags/tag552.xml"/><Relationship Id="rId2" Type="http://schemas.openxmlformats.org/officeDocument/2006/relationships/tags" Target="../tags/tag537.xml"/><Relationship Id="rId16" Type="http://schemas.openxmlformats.org/officeDocument/2006/relationships/tags" Target="../tags/tag551.xml"/><Relationship Id="rId1" Type="http://schemas.openxmlformats.org/officeDocument/2006/relationships/tags" Target="../tags/tag536.xml"/><Relationship Id="rId6" Type="http://schemas.openxmlformats.org/officeDocument/2006/relationships/tags" Target="../tags/tag541.xml"/><Relationship Id="rId11" Type="http://schemas.openxmlformats.org/officeDocument/2006/relationships/tags" Target="../tags/tag546.xml"/><Relationship Id="rId5" Type="http://schemas.openxmlformats.org/officeDocument/2006/relationships/tags" Target="../tags/tag540.xml"/><Relationship Id="rId15" Type="http://schemas.openxmlformats.org/officeDocument/2006/relationships/tags" Target="../tags/tag550.xml"/><Relationship Id="rId10" Type="http://schemas.openxmlformats.org/officeDocument/2006/relationships/tags" Target="../tags/tag545.xml"/><Relationship Id="rId4" Type="http://schemas.openxmlformats.org/officeDocument/2006/relationships/tags" Target="../tags/tag539.xml"/><Relationship Id="rId9" Type="http://schemas.openxmlformats.org/officeDocument/2006/relationships/tags" Target="../tags/tag544.xml"/><Relationship Id="rId14" Type="http://schemas.openxmlformats.org/officeDocument/2006/relationships/tags" Target="../tags/tag549.xml"/></Relationships>
</file>

<file path=ppt/slideLayouts/_rels/slideLayout162.xml.rels><?xml version="1.0" encoding="UTF-8" standalone="yes"?>
<Relationships xmlns="http://schemas.openxmlformats.org/package/2006/relationships"><Relationship Id="rId8" Type="http://schemas.openxmlformats.org/officeDocument/2006/relationships/tags" Target="../tags/tag560.xml"/><Relationship Id="rId13" Type="http://schemas.openxmlformats.org/officeDocument/2006/relationships/tags" Target="../tags/tag565.xml"/><Relationship Id="rId3" Type="http://schemas.openxmlformats.org/officeDocument/2006/relationships/tags" Target="../tags/tag555.xml"/><Relationship Id="rId7" Type="http://schemas.openxmlformats.org/officeDocument/2006/relationships/tags" Target="../tags/tag559.xml"/><Relationship Id="rId12" Type="http://schemas.openxmlformats.org/officeDocument/2006/relationships/tags" Target="../tags/tag564.xml"/><Relationship Id="rId2" Type="http://schemas.openxmlformats.org/officeDocument/2006/relationships/tags" Target="../tags/tag554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553.xml"/><Relationship Id="rId6" Type="http://schemas.openxmlformats.org/officeDocument/2006/relationships/tags" Target="../tags/tag558.xml"/><Relationship Id="rId11" Type="http://schemas.openxmlformats.org/officeDocument/2006/relationships/tags" Target="../tags/tag563.xml"/><Relationship Id="rId5" Type="http://schemas.openxmlformats.org/officeDocument/2006/relationships/tags" Target="../tags/tag557.xml"/><Relationship Id="rId15" Type="http://schemas.openxmlformats.org/officeDocument/2006/relationships/tags" Target="../tags/tag567.xml"/><Relationship Id="rId10" Type="http://schemas.openxmlformats.org/officeDocument/2006/relationships/tags" Target="../tags/tag562.xml"/><Relationship Id="rId4" Type="http://schemas.openxmlformats.org/officeDocument/2006/relationships/tags" Target="../tags/tag556.xml"/><Relationship Id="rId9" Type="http://schemas.openxmlformats.org/officeDocument/2006/relationships/tags" Target="../tags/tag561.xml"/><Relationship Id="rId14" Type="http://schemas.openxmlformats.org/officeDocument/2006/relationships/tags" Target="../tags/tag566.xml"/></Relationships>
</file>

<file path=ppt/slideLayouts/_rels/slideLayout163.xml.rels><?xml version="1.0" encoding="UTF-8" standalone="yes"?>
<Relationships xmlns="http://schemas.openxmlformats.org/package/2006/relationships"><Relationship Id="rId8" Type="http://schemas.openxmlformats.org/officeDocument/2006/relationships/tags" Target="../tags/tag575.xml"/><Relationship Id="rId13" Type="http://schemas.openxmlformats.org/officeDocument/2006/relationships/tags" Target="../tags/tag580.xml"/><Relationship Id="rId18" Type="http://schemas.openxmlformats.org/officeDocument/2006/relationships/slideMaster" Target="../slideMasters/slideMaster4.xml"/><Relationship Id="rId3" Type="http://schemas.openxmlformats.org/officeDocument/2006/relationships/tags" Target="../tags/tag570.xml"/><Relationship Id="rId7" Type="http://schemas.openxmlformats.org/officeDocument/2006/relationships/tags" Target="../tags/tag574.xml"/><Relationship Id="rId12" Type="http://schemas.openxmlformats.org/officeDocument/2006/relationships/tags" Target="../tags/tag579.xml"/><Relationship Id="rId17" Type="http://schemas.openxmlformats.org/officeDocument/2006/relationships/tags" Target="../tags/tag584.xml"/><Relationship Id="rId2" Type="http://schemas.openxmlformats.org/officeDocument/2006/relationships/tags" Target="../tags/tag569.xml"/><Relationship Id="rId16" Type="http://schemas.openxmlformats.org/officeDocument/2006/relationships/tags" Target="../tags/tag583.xml"/><Relationship Id="rId1" Type="http://schemas.openxmlformats.org/officeDocument/2006/relationships/tags" Target="../tags/tag568.xml"/><Relationship Id="rId6" Type="http://schemas.openxmlformats.org/officeDocument/2006/relationships/tags" Target="../tags/tag573.xml"/><Relationship Id="rId11" Type="http://schemas.openxmlformats.org/officeDocument/2006/relationships/tags" Target="../tags/tag578.xml"/><Relationship Id="rId5" Type="http://schemas.openxmlformats.org/officeDocument/2006/relationships/tags" Target="../tags/tag572.xml"/><Relationship Id="rId15" Type="http://schemas.openxmlformats.org/officeDocument/2006/relationships/tags" Target="../tags/tag582.xml"/><Relationship Id="rId10" Type="http://schemas.openxmlformats.org/officeDocument/2006/relationships/tags" Target="../tags/tag577.xml"/><Relationship Id="rId4" Type="http://schemas.openxmlformats.org/officeDocument/2006/relationships/tags" Target="../tags/tag571.xml"/><Relationship Id="rId9" Type="http://schemas.openxmlformats.org/officeDocument/2006/relationships/tags" Target="../tags/tag576.xml"/><Relationship Id="rId14" Type="http://schemas.openxmlformats.org/officeDocument/2006/relationships/tags" Target="../tags/tag581.xml"/></Relationships>
</file>

<file path=ppt/slideLayouts/_rels/slideLayout164.xml.rels><?xml version="1.0" encoding="UTF-8" standalone="yes"?>
<Relationships xmlns="http://schemas.openxmlformats.org/package/2006/relationships"><Relationship Id="rId8" Type="http://schemas.openxmlformats.org/officeDocument/2006/relationships/tags" Target="../tags/tag592.xml"/><Relationship Id="rId13" Type="http://schemas.openxmlformats.org/officeDocument/2006/relationships/tags" Target="../tags/tag597.xml"/><Relationship Id="rId18" Type="http://schemas.openxmlformats.org/officeDocument/2006/relationships/tags" Target="../tags/tag602.xml"/><Relationship Id="rId3" Type="http://schemas.openxmlformats.org/officeDocument/2006/relationships/tags" Target="../tags/tag587.xml"/><Relationship Id="rId7" Type="http://schemas.openxmlformats.org/officeDocument/2006/relationships/tags" Target="../tags/tag591.xml"/><Relationship Id="rId12" Type="http://schemas.openxmlformats.org/officeDocument/2006/relationships/tags" Target="../tags/tag596.xml"/><Relationship Id="rId17" Type="http://schemas.openxmlformats.org/officeDocument/2006/relationships/tags" Target="../tags/tag601.xml"/><Relationship Id="rId2" Type="http://schemas.openxmlformats.org/officeDocument/2006/relationships/tags" Target="../tags/tag586.xml"/><Relationship Id="rId16" Type="http://schemas.openxmlformats.org/officeDocument/2006/relationships/tags" Target="../tags/tag600.xml"/><Relationship Id="rId1" Type="http://schemas.openxmlformats.org/officeDocument/2006/relationships/tags" Target="../tags/tag585.xml"/><Relationship Id="rId6" Type="http://schemas.openxmlformats.org/officeDocument/2006/relationships/tags" Target="../tags/tag590.xml"/><Relationship Id="rId11" Type="http://schemas.openxmlformats.org/officeDocument/2006/relationships/tags" Target="../tags/tag595.xml"/><Relationship Id="rId5" Type="http://schemas.openxmlformats.org/officeDocument/2006/relationships/tags" Target="../tags/tag589.xml"/><Relationship Id="rId15" Type="http://schemas.openxmlformats.org/officeDocument/2006/relationships/tags" Target="../tags/tag599.xml"/><Relationship Id="rId10" Type="http://schemas.openxmlformats.org/officeDocument/2006/relationships/tags" Target="../tags/tag594.xml"/><Relationship Id="rId19" Type="http://schemas.openxmlformats.org/officeDocument/2006/relationships/slideMaster" Target="../slideMasters/slideMaster4.xml"/><Relationship Id="rId4" Type="http://schemas.openxmlformats.org/officeDocument/2006/relationships/tags" Target="../tags/tag588.xml"/><Relationship Id="rId9" Type="http://schemas.openxmlformats.org/officeDocument/2006/relationships/tags" Target="../tags/tag593.xml"/><Relationship Id="rId14" Type="http://schemas.openxmlformats.org/officeDocument/2006/relationships/tags" Target="../tags/tag598.xml"/></Relationships>
</file>

<file path=ppt/slideLayouts/_rels/slideLayout165.xml.rels><?xml version="1.0" encoding="UTF-8" standalone="yes"?>
<Relationships xmlns="http://schemas.openxmlformats.org/package/2006/relationships"><Relationship Id="rId8" Type="http://schemas.openxmlformats.org/officeDocument/2006/relationships/tags" Target="../tags/tag610.xml"/><Relationship Id="rId13" Type="http://schemas.openxmlformats.org/officeDocument/2006/relationships/tags" Target="../tags/tag615.xml"/><Relationship Id="rId18" Type="http://schemas.openxmlformats.org/officeDocument/2006/relationships/slideMaster" Target="../slideMasters/slideMaster4.xml"/><Relationship Id="rId3" Type="http://schemas.openxmlformats.org/officeDocument/2006/relationships/tags" Target="../tags/tag605.xml"/><Relationship Id="rId7" Type="http://schemas.openxmlformats.org/officeDocument/2006/relationships/tags" Target="../tags/tag609.xml"/><Relationship Id="rId12" Type="http://schemas.openxmlformats.org/officeDocument/2006/relationships/tags" Target="../tags/tag614.xml"/><Relationship Id="rId17" Type="http://schemas.openxmlformats.org/officeDocument/2006/relationships/tags" Target="../tags/tag619.xml"/><Relationship Id="rId2" Type="http://schemas.openxmlformats.org/officeDocument/2006/relationships/tags" Target="../tags/tag604.xml"/><Relationship Id="rId16" Type="http://schemas.openxmlformats.org/officeDocument/2006/relationships/tags" Target="../tags/tag618.xml"/><Relationship Id="rId1" Type="http://schemas.openxmlformats.org/officeDocument/2006/relationships/tags" Target="../tags/tag603.xml"/><Relationship Id="rId6" Type="http://schemas.openxmlformats.org/officeDocument/2006/relationships/tags" Target="../tags/tag608.xml"/><Relationship Id="rId11" Type="http://schemas.openxmlformats.org/officeDocument/2006/relationships/tags" Target="../tags/tag613.xml"/><Relationship Id="rId5" Type="http://schemas.openxmlformats.org/officeDocument/2006/relationships/tags" Target="../tags/tag607.xml"/><Relationship Id="rId15" Type="http://schemas.openxmlformats.org/officeDocument/2006/relationships/tags" Target="../tags/tag617.xml"/><Relationship Id="rId10" Type="http://schemas.openxmlformats.org/officeDocument/2006/relationships/tags" Target="../tags/tag612.xml"/><Relationship Id="rId4" Type="http://schemas.openxmlformats.org/officeDocument/2006/relationships/tags" Target="../tags/tag606.xml"/><Relationship Id="rId9" Type="http://schemas.openxmlformats.org/officeDocument/2006/relationships/tags" Target="../tags/tag611.xml"/><Relationship Id="rId14" Type="http://schemas.openxmlformats.org/officeDocument/2006/relationships/tags" Target="../tags/tag616.xml"/></Relationships>
</file>

<file path=ppt/slideLayouts/_rels/slideLayout166.xml.rels><?xml version="1.0" encoding="UTF-8" standalone="yes"?>
<Relationships xmlns="http://schemas.openxmlformats.org/package/2006/relationships"><Relationship Id="rId8" Type="http://schemas.openxmlformats.org/officeDocument/2006/relationships/tags" Target="../tags/tag627.xml"/><Relationship Id="rId13" Type="http://schemas.openxmlformats.org/officeDocument/2006/relationships/tags" Target="../tags/tag632.xml"/><Relationship Id="rId3" Type="http://schemas.openxmlformats.org/officeDocument/2006/relationships/tags" Target="../tags/tag622.xml"/><Relationship Id="rId7" Type="http://schemas.openxmlformats.org/officeDocument/2006/relationships/tags" Target="../tags/tag626.xml"/><Relationship Id="rId12" Type="http://schemas.openxmlformats.org/officeDocument/2006/relationships/tags" Target="../tags/tag631.xml"/><Relationship Id="rId2" Type="http://schemas.openxmlformats.org/officeDocument/2006/relationships/tags" Target="../tags/tag621.xml"/><Relationship Id="rId1" Type="http://schemas.openxmlformats.org/officeDocument/2006/relationships/tags" Target="../tags/tag620.xml"/><Relationship Id="rId6" Type="http://schemas.openxmlformats.org/officeDocument/2006/relationships/tags" Target="../tags/tag625.xml"/><Relationship Id="rId11" Type="http://schemas.openxmlformats.org/officeDocument/2006/relationships/tags" Target="../tags/tag630.xml"/><Relationship Id="rId5" Type="http://schemas.openxmlformats.org/officeDocument/2006/relationships/tags" Target="../tags/tag624.xml"/><Relationship Id="rId10" Type="http://schemas.openxmlformats.org/officeDocument/2006/relationships/tags" Target="../tags/tag629.xml"/><Relationship Id="rId4" Type="http://schemas.openxmlformats.org/officeDocument/2006/relationships/tags" Target="../tags/tag623.xml"/><Relationship Id="rId9" Type="http://schemas.openxmlformats.org/officeDocument/2006/relationships/tags" Target="../tags/tag628.xml"/><Relationship Id="rId14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tags" Target="../tags/tag635.xml"/><Relationship Id="rId7" Type="http://schemas.openxmlformats.org/officeDocument/2006/relationships/oleObject" Target="../embeddings/oleObject4.bin"/><Relationship Id="rId2" Type="http://schemas.openxmlformats.org/officeDocument/2006/relationships/tags" Target="../tags/tag634.xml"/><Relationship Id="rId1" Type="http://schemas.openxmlformats.org/officeDocument/2006/relationships/tags" Target="../tags/tag63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637.xml"/><Relationship Id="rId4" Type="http://schemas.openxmlformats.org/officeDocument/2006/relationships/tags" Target="../tags/tag636.xml"/><Relationship Id="rId9" Type="http://schemas.openxmlformats.org/officeDocument/2006/relationships/oleObject" Target="../embeddings/oleObject5.bin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tags" Target="../tags/tag640.xml"/><Relationship Id="rId2" Type="http://schemas.openxmlformats.org/officeDocument/2006/relationships/tags" Target="../tags/tag639.xml"/><Relationship Id="rId1" Type="http://schemas.openxmlformats.org/officeDocument/2006/relationships/tags" Target="../tags/tag638.xml"/><Relationship Id="rId4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tags" Target="../tags/tag643.xml"/><Relationship Id="rId2" Type="http://schemas.openxmlformats.org/officeDocument/2006/relationships/tags" Target="../tags/tag642.xml"/><Relationship Id="rId1" Type="http://schemas.openxmlformats.org/officeDocument/2006/relationships/tags" Target="../tags/tag641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644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646.xml"/><Relationship Id="rId1" Type="http://schemas.openxmlformats.org/officeDocument/2006/relationships/tags" Target="../tags/tag645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6.bin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648.xml"/><Relationship Id="rId1" Type="http://schemas.openxmlformats.org/officeDocument/2006/relationships/tags" Target="../tags/tag647.xml"/><Relationship Id="rId5" Type="http://schemas.openxmlformats.org/officeDocument/2006/relationships/image" Target="../media/image47.emf"/><Relationship Id="rId4" Type="http://schemas.openxmlformats.org/officeDocument/2006/relationships/oleObject" Target="../embeddings/oleObject7.bin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64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C13C12-7FF7-4420-BB4A-B9EE4A84C9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Footnote">
            <a:extLst>
              <a:ext uri="{FF2B5EF4-FFF2-40B4-BE49-F238E27FC236}">
                <a16:creationId xmlns:a16="http://schemas.microsoft.com/office/drawing/2014/main" id="{23F57C04-AB71-4EE8-9954-90D3E79865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58786" y="6080178"/>
            <a:ext cx="9265981" cy="148680"/>
          </a:xfrm>
        </p:spPr>
        <p:txBody>
          <a:bodyPr anchor="ctr">
            <a:no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000"/>
            </a:lvl1pPr>
            <a:lvl2pPr marL="176213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GB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505186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79">
          <p15:clr>
            <a:srgbClr val="E1F4F8"/>
          </p15:clr>
        </p15:guide>
        <p15:guide id="3" pos="7401">
          <p15:clr>
            <a:srgbClr val="E1F4F8"/>
          </p15:clr>
        </p15:guide>
        <p15:guide id="4" orient="horz" pos="824">
          <p15:clr>
            <a:srgbClr val="E1F4F8"/>
          </p15:clr>
        </p15:guide>
        <p15:guide id="5" orient="horz" pos="3830">
          <p15:clr>
            <a:srgbClr val="E1F4F8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89528D09-D9F4-47CA-BBA9-7AF13078DF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29529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69843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07932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202F806-53EB-4AFB-B0F7-2A7BC4E5136F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3585462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074C878-35E6-4631-95D1-AE66D6398682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32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EF6557B-1FAD-4B21-979D-AF32AE2ABE3A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678804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Dark, White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140DB58-C382-4D4A-B4C9-306C0CDE029A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5C777F7-C185-0145-A86B-3A8769FF5A97}"/>
              </a:ext>
            </a:extLst>
          </p:cNvPr>
          <p:cNvSpPr txBox="1"/>
          <p:nvPr userDrawn="1"/>
        </p:nvSpPr>
        <p:spPr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/>
                </a:solidFill>
              </a:rPr>
            </a:br>
            <a:r>
              <a:rPr lang="en-GB" sz="800">
                <a:solidFill>
                  <a:schemeClr val="tx1"/>
                </a:solidFill>
              </a:rPr>
              <a:t>Accenture and its logo are registered trademarks of Accenture.</a:t>
            </a: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A456-2D38-40C1-B831-1BBEA124254A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 or Mid Purple (Accent 2)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04466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Light, Black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59C2A9-CAAD-4437-A35B-5F02FAD0D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75A16-A4B2-4AE5-AFA0-950C115C747E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246FF-2C3D-9D46-B1DB-1D6FABA657CD}"/>
              </a:ext>
            </a:extLst>
          </p:cNvPr>
          <p:cNvSpPr txBox="1"/>
          <p:nvPr userDrawn="1"/>
        </p:nvSpPr>
        <p:spPr>
          <a:xfrm>
            <a:off x="1149093" y="5970728"/>
            <a:ext cx="3102015" cy="2361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/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/>
                </a:solidFill>
              </a:rPr>
            </a:br>
            <a:r>
              <a:rPr lang="en-GB" sz="800">
                <a:solidFill>
                  <a:schemeClr val="tx2"/>
                </a:solidFill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593257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8" name="Date Placeholder 10">
            <a:extLst>
              <a:ext uri="{FF2B5EF4-FFF2-40B4-BE49-F238E27FC236}">
                <a16:creationId xmlns:a16="http://schemas.microsoft.com/office/drawing/2014/main" id="{44B6DFC5-6A54-A441-B4A1-5FB1E57A2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88091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77406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51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02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341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994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1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6533C5-6F53-46C1-904B-4A15BC734E7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81000" y="5874026"/>
            <a:ext cx="5524500" cy="437873"/>
          </a:xfrm>
        </p:spPr>
        <p:txBody>
          <a:bodyPr anchor="t"/>
          <a:lstStyle>
            <a:lvl1pPr marL="0" indent="0" defTabSz="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42901BF-D744-42DD-805A-32CB37B9D8B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499" y="5874026"/>
            <a:ext cx="5524500" cy="437873"/>
          </a:xfrm>
        </p:spPr>
        <p:txBody>
          <a:bodyPr vert="horz" lIns="0" tIns="0" rIns="0" bIns="0" rtlCol="0" anchor="t">
            <a:noAutofit/>
          </a:bodyPr>
          <a:lstStyle>
            <a:lvl1pPr marL="0" indent="0" defTabSz="228600">
              <a:buNone/>
              <a:defRPr lang="en-US" sz="1200" dirty="0"/>
            </a:lvl1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775791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59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38698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8" name="Date Placeholder 10">
            <a:extLst>
              <a:ext uri="{FF2B5EF4-FFF2-40B4-BE49-F238E27FC236}">
                <a16:creationId xmlns:a16="http://schemas.microsoft.com/office/drawing/2014/main" id="{E3730EFD-23A6-7A4C-8044-54C1542D7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91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- 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/>
                </a:solidFill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874540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711026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>
          <a:xfrm>
            <a:off x="377415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>
          <a:xfrm>
            <a:off x="2353236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>
          <a:xfrm>
            <a:off x="4329057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>
          <a:xfrm>
            <a:off x="6304878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>
          <a:xfrm>
            <a:off x="8280699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>
          <a:xfrm>
            <a:off x="10256520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CD3D7-329E-47BB-94A7-43044FF6B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9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/>
          <a:p>
            <a:pPr lvl="0"/>
            <a:r>
              <a:rPr lang="en-GB"/>
              <a:t>Place text here, use indent to access other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2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3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5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4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1646E1-19C3-4B9B-B997-D1E684346A58}"/>
              </a:ext>
            </a:extLst>
          </p:cNvPr>
          <p:cNvCxnSpPr>
            <a:cxnSpLocks/>
          </p:cNvCxnSpPr>
          <p:nvPr userDrawn="1"/>
        </p:nvCxnSpPr>
        <p:spPr>
          <a:xfrm>
            <a:off x="4325822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73D48A-A495-4050-90E3-75258FCF3377}"/>
              </a:ext>
            </a:extLst>
          </p:cNvPr>
          <p:cNvCxnSpPr>
            <a:cxnSpLocks/>
          </p:cNvCxnSpPr>
          <p:nvPr userDrawn="1"/>
        </p:nvCxnSpPr>
        <p:spPr>
          <a:xfrm>
            <a:off x="6298233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3483C0-79C0-4141-9CB1-0BA663E254D0}"/>
              </a:ext>
            </a:extLst>
          </p:cNvPr>
          <p:cNvCxnSpPr>
            <a:cxnSpLocks/>
          </p:cNvCxnSpPr>
          <p:nvPr userDrawn="1"/>
        </p:nvCxnSpPr>
        <p:spPr>
          <a:xfrm>
            <a:off x="8270644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17C9C-D115-468F-86DD-CDE522721719}"/>
              </a:ext>
            </a:extLst>
          </p:cNvPr>
          <p:cNvCxnSpPr>
            <a:cxnSpLocks/>
          </p:cNvCxnSpPr>
          <p:nvPr userDrawn="1"/>
        </p:nvCxnSpPr>
        <p:spPr>
          <a:xfrm>
            <a:off x="10243055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5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EBC920-4A06-1844-A297-04C9B4995EA2}"/>
              </a:ext>
            </a:extLst>
          </p:cNvPr>
          <p:cNvCxnSpPr>
            <a:cxnSpLocks/>
          </p:cNvCxnSpPr>
          <p:nvPr userDrawn="1"/>
        </p:nvCxnSpPr>
        <p:spPr>
          <a:xfrm>
            <a:off x="4325822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D916B0-6C7A-FE46-ADE6-48744F6FD90A}"/>
              </a:ext>
            </a:extLst>
          </p:cNvPr>
          <p:cNvCxnSpPr>
            <a:cxnSpLocks/>
          </p:cNvCxnSpPr>
          <p:nvPr userDrawn="1"/>
        </p:nvCxnSpPr>
        <p:spPr>
          <a:xfrm>
            <a:off x="6298233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86475A-7CFD-8340-A566-4FB21E689F0A}"/>
              </a:ext>
            </a:extLst>
          </p:cNvPr>
          <p:cNvCxnSpPr>
            <a:cxnSpLocks/>
          </p:cNvCxnSpPr>
          <p:nvPr userDrawn="1"/>
        </p:nvCxnSpPr>
        <p:spPr>
          <a:xfrm>
            <a:off x="8270644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9DFD2D-5360-2342-829B-32DDEB7EBEB1}"/>
              </a:ext>
            </a:extLst>
          </p:cNvPr>
          <p:cNvCxnSpPr>
            <a:cxnSpLocks/>
          </p:cNvCxnSpPr>
          <p:nvPr userDrawn="1"/>
        </p:nvCxnSpPr>
        <p:spPr>
          <a:xfrm>
            <a:off x="10243055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7A6A-0DE7-4742-9FEC-F4CAACF6BD01}"/>
              </a:ext>
            </a:extLst>
          </p:cNvPr>
          <p:cNvSpPr txBox="1"/>
          <p:nvPr userDrawn="1"/>
        </p:nvSpPr>
        <p:spPr>
          <a:xfrm>
            <a:off x="9363919" y="66207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37153-4580-BB48-AD3A-E289DF242EE6}"/>
              </a:ext>
            </a:extLst>
          </p:cNvPr>
          <p:cNvSpPr txBox="1"/>
          <p:nvPr userDrawn="1"/>
        </p:nvSpPr>
        <p:spPr>
          <a:xfrm>
            <a:off x="9734309" y="65396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869D1-469A-5B41-97BC-C47919F46F86}"/>
              </a:ext>
            </a:extLst>
          </p:cNvPr>
          <p:cNvSpPr txBox="1"/>
          <p:nvPr userDrawn="1"/>
        </p:nvSpPr>
        <p:spPr>
          <a:xfrm>
            <a:off x="10131552" y="652881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45046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7BE519-6A5B-4320-BE53-57885A779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96769"/>
            <a:ext cx="6096000" cy="6857999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ECD14-894C-4210-BC23-98D893AA2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C499DC-456D-AD4E-B8A4-E55217F992E7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7590807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noFill/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56D06-A8CE-4A1F-9876-6AFBEE60C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A17E02-A31F-4B3C-922A-197462C89A0D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195CB-D424-4B71-9300-2867217A049D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B7BC02-64C6-5A42-A5C4-F0D83DB511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6999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>
              <a:buFont typeface="System Font"/>
              <a:buChar char="–"/>
              <a:defRPr sz="1600">
                <a:solidFill>
                  <a:schemeClr val="tx1"/>
                </a:solidFill>
              </a:defRPr>
            </a:lvl4pPr>
            <a:lvl5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</p:spTree>
    <p:extLst>
      <p:ext uri="{BB962C8B-B14F-4D97-AF65-F5344CB8AC3E}">
        <p14:creationId xmlns:p14="http://schemas.microsoft.com/office/powerpoint/2010/main" val="491486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20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ortra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1" y="744434"/>
            <a:ext cx="4190998" cy="4976446"/>
          </a:xfr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4716112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92" y="0"/>
            <a:ext cx="6096008" cy="63119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B5857967-07ED-4F5E-A053-B5E7B0047997}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F127-9F53-4673-A2A8-7956E1AE99D5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4D4EC-5AC3-4E83-91F6-146FE9DE044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99378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>
          <a:xfrm>
            <a:off x="9144056" y="3155948"/>
            <a:ext cx="3047944" cy="3155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76" y="-1"/>
            <a:ext cx="3048024" cy="3151189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2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3155942"/>
            <a:ext cx="3048000" cy="3155958"/>
          </a:xfrm>
          <a:solidFill>
            <a:schemeClr val="bg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Add image here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1" name="Graphic 4">
            <a:extLst>
              <a:ext uri="{FF2B5EF4-FFF2-40B4-BE49-F238E27FC236}">
                <a16:creationId xmlns:a16="http://schemas.microsoft.com/office/drawing/2014/main" id="{2823ABF6-DA1C-4C36-B01C-57A2B31166E8}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52323-3645-4D54-A333-3E2D3D1E3ED3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17CEB-6634-4DFE-841E-12DDA90C7C5D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873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4863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7B63E-E6E1-481B-936E-CE344FE52C2F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A5CD6-870E-4AEB-ABEE-5BC1AF19C661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49307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302C3C0-FF67-42ED-97D5-60E1344FC3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8ACB7EA-E7A1-452B-89CA-4FA566F7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3713323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196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66765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ED3EA544-28C0-C842-B923-07BCAA8E1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84C2CB2-4FB2-4965-A2E7-4A3640116F06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8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14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2073601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223759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rgbClr val="750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55739" y="2762278"/>
            <a:ext cx="11474082" cy="1333454"/>
          </a:xfrm>
        </p:spPr>
        <p:txBody>
          <a:bodyPr anchor="ctr">
            <a:spAutoFit/>
          </a:bodyPr>
          <a:lstStyle>
            <a:lvl1pPr algn="ctr">
              <a:lnSpc>
                <a:spcPct val="70000"/>
              </a:lnSpc>
              <a:spcBef>
                <a:spcPts val="0"/>
              </a:spcBef>
              <a:defRPr sz="5999" b="1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algn="ctr">
              <a:defRPr sz="4399" b="1">
                <a:latin typeface="Arial Black" panose="020B0A04020102020204" pitchFamily="34" charset="0"/>
              </a:defRPr>
            </a:lvl2pPr>
            <a:lvl3pPr algn="ctr">
              <a:defRPr sz="4399" b="1">
                <a:latin typeface="Arial Black" panose="020B0A04020102020204" pitchFamily="34" charset="0"/>
              </a:defRPr>
            </a:lvl3pPr>
            <a:lvl4pPr algn="ctr">
              <a:defRPr sz="4399" b="1">
                <a:latin typeface="Arial Black" panose="020B0A04020102020204" pitchFamily="34" charset="0"/>
              </a:defRPr>
            </a:lvl4pPr>
            <a:lvl5pPr algn="ctr">
              <a:defRPr sz="4399" b="1">
                <a:latin typeface="Arial Black" panose="020B0A04020102020204" pitchFamily="34" charset="0"/>
              </a:defRPr>
            </a:lvl5pPr>
          </a:lstStyle>
          <a:p>
            <a:r>
              <a:rPr lang="en-US"/>
              <a:t>INSERT MAIN TITLE 60PT MIN 36PT MAX 3 LINES</a:t>
            </a:r>
          </a:p>
        </p:txBody>
      </p:sp>
    </p:spTree>
    <p:extLst>
      <p:ext uri="{BB962C8B-B14F-4D97-AF65-F5344CB8AC3E}">
        <p14:creationId xmlns:p14="http://schemas.microsoft.com/office/powerpoint/2010/main" val="29718270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9805"/>
            <a:ext cx="8500668" cy="426965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 marL="182870">
              <a:defRPr lang="en-US" dirty="0" smtClean="0"/>
            </a:lvl2pPr>
            <a:lvl3pPr marL="365742">
              <a:defRPr lang="en-US" dirty="0" smtClean="0"/>
            </a:lvl3pPr>
            <a:lvl4pPr>
              <a:defRPr lang="en-US" b="0" dirty="0" smtClean="0"/>
            </a:lvl4pPr>
            <a:lvl5pPr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318483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973137"/>
            <a:ext cx="6426200" cy="969963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6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81D7988-71CF-428B-BB8C-370DA3034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913" y="2400464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D052618-531B-4841-A43B-6710A5FB01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5086" y="2553314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F89B5AE-E188-4353-9738-00A6F4ADF3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913" y="3451045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ECA69700-84AA-4333-96E5-1B7E35ACB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5088" y="3622945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59530B2-E30E-446D-885E-7ADC021BD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913" y="4549387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4CB8CA3-C5FC-4CA5-979B-052A64B68E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5086" y="4692576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9E5A7F7-8F19-4595-95BD-C0DABF6A81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9" y="2400464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2899181F-B8CA-4B36-AF7C-D1354DF84B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60174" y="2553314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656F190-2BE8-4368-ADED-FC85D9A03C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5999" y="3451045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355D8271-4249-49A3-9E31-CA7401B121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60174" y="3622945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97D1950-FBE7-4AAE-A7F3-DE7C26FAB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99" y="4549387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543BA188-7B35-4438-90B1-F701495D62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60174" y="4692576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7E25AE54-DB22-44B2-A18F-3ECCFA3A1C7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2021 Accenture. All rights reserved. </a:t>
            </a:r>
            <a:br>
              <a:rPr lang="en-US"/>
            </a:br>
            <a:r>
              <a:rPr lang="en-US"/>
              <a:t>Accenture and its logo are registered trademarks of Accenture.</a:t>
            </a:r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D9EB6A56-5461-4FFF-8573-F2A2015AD76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544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5A8-049B-7B46-A047-99A52F226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65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5F9ED-4FE3-4544-9EEC-C232208DA26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892265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08989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7369389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8906869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0C3738-E9FA-DF4A-B61E-029226EE08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7933243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543125A-75C6-FE47-9B9F-BF3997E8E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527248-23C0-CC4B-B7EA-1F747CA5248A}"/>
              </a:ext>
            </a:extLst>
          </p:cNvPr>
          <p:cNvSpPr/>
          <p:nvPr userDrawn="1"/>
        </p:nvSpPr>
        <p:spPr>
          <a:xfrm>
            <a:off x="121874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234927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543125A-75C6-FE47-9B9F-BF3997E8E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527248-23C0-CC4B-B7EA-1F747CA5248A}"/>
              </a:ext>
            </a:extLst>
          </p:cNvPr>
          <p:cNvSpPr/>
          <p:nvPr userDrawn="1"/>
        </p:nvSpPr>
        <p:spPr>
          <a:xfrm>
            <a:off x="121874" y="100073"/>
            <a:ext cx="11948251" cy="66578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2870948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rgbClr val="E6D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0920258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A5049898-6E70-6648-9315-D02A0EA6C1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bg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bg1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alpha val="75000"/>
                </a:schemeClr>
              </a:solidFill>
              <a:effectLst/>
              <a:uLnTx/>
              <a:uFillTx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94CC9F-28F8-B349-8571-012F21810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3666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olid_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C5182E-51A4-DD47-97F7-EA28D6B9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6D1E8-F542-5649-BF5E-0DEDC5BDA2E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47476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olid_Purple_Vid">
    <p:bg>
      <p:bgPr>
        <a:solidFill>
          <a:srgbClr val="5000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C5182E-51A4-DD47-97F7-EA28D6B9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6D1E8-F542-5649-BF5E-0DEDC5BDA2E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5962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67071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5A8-049B-7B46-A047-99A52F226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70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  <a:prstGeom prst="rect">
            <a:avLst/>
          </a:prstGeo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11795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905" y="1016000"/>
            <a:ext cx="10552188" cy="636337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9905" y="2006601"/>
            <a:ext cx="10552188" cy="4305299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9E42FB6A-C74C-8E44-BE0A-B582A64731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03929EDB-AA6F-0A49-A81E-1DA6238E5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1649646-84E4-E14D-A511-479FDD5ED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42100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1BF87807-4AE3-E443-AB07-91F1DB139B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03361" cy="4054968"/>
          </a:xfrm>
          <a:custGeom>
            <a:avLst/>
            <a:gdLst>
              <a:gd name="connsiteX0" fmla="*/ 0 w 12203361"/>
              <a:gd name="connsiteY0" fmla="*/ 0 h 4054968"/>
              <a:gd name="connsiteX1" fmla="*/ 12203361 w 12203361"/>
              <a:gd name="connsiteY1" fmla="*/ 0 h 4054968"/>
              <a:gd name="connsiteX2" fmla="*/ 12203361 w 12203361"/>
              <a:gd name="connsiteY2" fmla="*/ 4054968 h 4054968"/>
              <a:gd name="connsiteX3" fmla="*/ 11938378 w 12203361"/>
              <a:gd name="connsiteY3" fmla="*/ 3914262 h 4054968"/>
              <a:gd name="connsiteX4" fmla="*/ 6096001 w 12203361"/>
              <a:gd name="connsiteY4" fmla="*/ 3024797 h 4054968"/>
              <a:gd name="connsiteX5" fmla="*/ 253624 w 12203361"/>
              <a:gd name="connsiteY5" fmla="*/ 3914262 h 4054968"/>
              <a:gd name="connsiteX6" fmla="*/ 0 w 12203361"/>
              <a:gd name="connsiteY6" fmla="*/ 4048937 h 405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3361" h="4054968">
                <a:moveTo>
                  <a:pt x="0" y="0"/>
                </a:moveTo>
                <a:lnTo>
                  <a:pt x="12203361" y="0"/>
                </a:lnTo>
                <a:lnTo>
                  <a:pt x="12203361" y="4054968"/>
                </a:lnTo>
                <a:lnTo>
                  <a:pt x="11938378" y="3914262"/>
                </a:lnTo>
                <a:cubicBezTo>
                  <a:pt x="10813235" y="3384457"/>
                  <a:pt x="8618817" y="3024797"/>
                  <a:pt x="6096001" y="3024797"/>
                </a:cubicBezTo>
                <a:cubicBezTo>
                  <a:pt x="3573185" y="3024797"/>
                  <a:pt x="1378767" y="3384457"/>
                  <a:pt x="253624" y="3914262"/>
                </a:cubicBezTo>
                <a:lnTo>
                  <a:pt x="0" y="404893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5" y="1036882"/>
            <a:ext cx="11429999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7" name="Picture 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CFDA6100-2735-F642-9E80-175D1A03BA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ECBD0FD-BBD6-5F48-BD56-DD8A5C38E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8036BAF-80BD-134A-B85B-1BA4338F6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4078920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A91D88-CB20-B143-9217-B87E556DF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"/>
            <a:ext cx="6673823" cy="6857999"/>
          </a:xfrm>
          <a:custGeom>
            <a:avLst/>
            <a:gdLst>
              <a:gd name="connsiteX0" fmla="*/ 6673823 w 6673823"/>
              <a:gd name="connsiteY0" fmla="*/ 0 h 6857999"/>
              <a:gd name="connsiteX1" fmla="*/ 0 w 6673823"/>
              <a:gd name="connsiteY1" fmla="*/ 0 h 6857999"/>
              <a:gd name="connsiteX2" fmla="*/ 164686 w 6673823"/>
              <a:gd name="connsiteY2" fmla="*/ 190119 h 6857999"/>
              <a:gd name="connsiteX3" fmla="*/ 2198522 w 6673823"/>
              <a:gd name="connsiteY3" fmla="*/ 5855550 h 6857999"/>
              <a:gd name="connsiteX4" fmla="*/ 2152539 w 6673823"/>
              <a:gd name="connsiteY4" fmla="*/ 6766200 h 6857999"/>
              <a:gd name="connsiteX5" fmla="*/ 2140874 w 6673823"/>
              <a:gd name="connsiteY5" fmla="*/ 6857999 h 6857999"/>
              <a:gd name="connsiteX6" fmla="*/ 6673823 w 6673823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73823" h="6857999">
                <a:moveTo>
                  <a:pt x="6673823" y="0"/>
                </a:moveTo>
                <a:lnTo>
                  <a:pt x="0" y="0"/>
                </a:lnTo>
                <a:lnTo>
                  <a:pt x="164686" y="190119"/>
                </a:lnTo>
                <a:cubicBezTo>
                  <a:pt x="1435266" y="1729706"/>
                  <a:pt x="2198522" y="3703494"/>
                  <a:pt x="2198522" y="5855550"/>
                </a:cubicBezTo>
                <a:cubicBezTo>
                  <a:pt x="2198522" y="6162987"/>
                  <a:pt x="2182946" y="6466785"/>
                  <a:pt x="2152539" y="6766200"/>
                </a:cubicBezTo>
                <a:lnTo>
                  <a:pt x="2140874" y="6857999"/>
                </a:lnTo>
                <a:lnTo>
                  <a:pt x="6673823" y="6857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036882"/>
            <a:ext cx="4249988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E31C7C-E01B-4B42-8B79-9B908222DD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275" y="2535238"/>
            <a:ext cx="3175000" cy="32400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2pPr>
            <a:lvl3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3pPr>
            <a:lvl4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4pPr>
            <a:lvl5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CR" sz="1600" b="0" kern="1200" dirty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DE9C69-55B5-4A4A-BDA2-AD7DF7844F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89A8D19-F078-D745-93AB-D53117D74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7D3BEC8D-1DA5-7048-9169-6135F6E1E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77776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ck Dow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1B12F-4BF4-4143-AF44-9AF094E1F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 flipH="1"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6A0B6B2-A185-BE44-BA52-2C6963D1A233}"/>
              </a:ext>
            </a:extLst>
          </p:cNvPr>
          <p:cNvSpPr/>
          <p:nvPr userDrawn="1"/>
        </p:nvSpPr>
        <p:spPr>
          <a:xfrm>
            <a:off x="7815367" y="525517"/>
            <a:ext cx="5806966" cy="58069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09522-93B9-CD4A-A0A3-83DAC027112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3275" y="635000"/>
            <a:ext cx="6345349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D44168F-612A-0C49-99F2-C6DE82C261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43250" y="656197"/>
            <a:ext cx="5551200" cy="555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C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09B9D4-9C43-7B40-B9A9-C16688AF14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C0C15C70-5943-4A4B-98C1-4D7ECA728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FA74C56-F2CE-C54D-AAD5-76A371A76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US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3341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ck Dow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1B12F-4BF4-4143-AF44-9AF094E1F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 flipH="1"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6A0B6B2-A185-BE44-BA52-2C6963D1A233}"/>
              </a:ext>
            </a:extLst>
          </p:cNvPr>
          <p:cNvSpPr/>
          <p:nvPr/>
        </p:nvSpPr>
        <p:spPr>
          <a:xfrm>
            <a:off x="-1466845" y="525517"/>
            <a:ext cx="5806966" cy="58069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09522-93B9-CD4A-A0A3-83DAC027112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24875" y="635000"/>
            <a:ext cx="6345349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D44168F-612A-0C49-99F2-C6DE82C261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338962" y="656197"/>
            <a:ext cx="5551200" cy="555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C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E6614A-86BA-F54D-9488-E1FCF4B39B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F237CDE-C4B1-2D43-B4B8-64C7CF6AA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B0F4F984-6562-7F4D-93CC-B8F905FFA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US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4868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FAFD2572-434D-0E45-9D75-891BAF45CC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6646773" cy="6858001"/>
          </a:xfrm>
          <a:custGeom>
            <a:avLst/>
            <a:gdLst>
              <a:gd name="connsiteX0" fmla="*/ 0 w 6646773"/>
              <a:gd name="connsiteY0" fmla="*/ 0 h 6858001"/>
              <a:gd name="connsiteX1" fmla="*/ 6338744 w 6646773"/>
              <a:gd name="connsiteY1" fmla="*/ 0 h 6858001"/>
              <a:gd name="connsiteX2" fmla="*/ 6257094 w 6646773"/>
              <a:gd name="connsiteY2" fmla="*/ 77845 h 6858001"/>
              <a:gd name="connsiteX3" fmla="*/ 4924531 w 6646773"/>
              <a:gd name="connsiteY3" fmla="*/ 3294937 h 6858001"/>
              <a:gd name="connsiteX4" fmla="*/ 6580183 w 6646773"/>
              <a:gd name="connsiteY4" fmla="*/ 6805672 h 6858001"/>
              <a:gd name="connsiteX5" fmla="*/ 6646773 w 6646773"/>
              <a:gd name="connsiteY5" fmla="*/ 6858001 h 6858001"/>
              <a:gd name="connsiteX6" fmla="*/ 0 w 6646773"/>
              <a:gd name="connsiteY6" fmla="*/ 6858001 h 6858001"/>
              <a:gd name="connsiteX7" fmla="*/ 0 w 6646773"/>
              <a:gd name="connsiteY7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6773" h="6858001">
                <a:moveTo>
                  <a:pt x="0" y="0"/>
                </a:moveTo>
                <a:lnTo>
                  <a:pt x="6338744" y="0"/>
                </a:lnTo>
                <a:lnTo>
                  <a:pt x="6257094" y="77845"/>
                </a:lnTo>
                <a:cubicBezTo>
                  <a:pt x="5433769" y="901171"/>
                  <a:pt x="4924531" y="2038585"/>
                  <a:pt x="4924531" y="3294937"/>
                </a:cubicBezTo>
                <a:cubicBezTo>
                  <a:pt x="4924531" y="4708334"/>
                  <a:pt x="5569035" y="5971199"/>
                  <a:pt x="6580183" y="6805672"/>
                </a:cubicBezTo>
                <a:lnTo>
                  <a:pt x="6646773" y="6858001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036882"/>
            <a:ext cx="4249988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E31C7C-E01B-4B42-8B79-9B908222DD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275" y="2535238"/>
            <a:ext cx="3175000" cy="32400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2pPr>
            <a:lvl3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3pPr>
            <a:lvl4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4pPr>
            <a:lvl5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CR" sz="1600" b="0" kern="1200" dirty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FDD2E3-9505-7147-96B4-197B04BA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8AF3380-511E-884E-A7C6-50E4CE83B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57266D8-6A9E-0E47-8A1D-0622CE3FD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308541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6B2601-2942-1546-A874-9544D4B94A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D5A398F-92FD-444B-AAAB-912D9ACAA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  <a:endParaRPr lang="en-US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B78C9F-865A-A44B-8B54-79F0E020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 sz="80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193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Dark 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22C143E8-DD15-4271-878B-9FB6C450F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342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0F8F8-753A-F244-B3A2-AA2024AE9A2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800" kern="1200" dirty="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  <a:endParaRPr lang="en-US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47B16F-E113-C248-BAD6-B79BBEC0EF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CR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81CC5D8-3129-4346-B748-8DB6ECB259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8"/>
            <a:ext cx="2993573" cy="21944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0CBF80-07F4-B54A-9D3E-4BA0D63A22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194485"/>
          </a:xfrm>
          <a:prstGeom prst="rect">
            <a:avLst/>
          </a:prstGeo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18EA3B9-4828-6442-8B2B-9ECE1175BA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911542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microphone&#10;&#10;Description automatically generated with medium confidence">
            <a:extLst>
              <a:ext uri="{FF2B5EF4-FFF2-40B4-BE49-F238E27FC236}">
                <a16:creationId xmlns:a16="http://schemas.microsoft.com/office/drawing/2014/main" id="{CF267FB5-4FD2-F74D-B9FB-1B0FF2C786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6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EE1578-6C5A-8143-1ED7-E512D0BE1C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59756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looking, wearing, posing&#10;&#10;Description automatically generated">
            <a:extLst>
              <a:ext uri="{FF2B5EF4-FFF2-40B4-BE49-F238E27FC236}">
                <a16:creationId xmlns:a16="http://schemas.microsoft.com/office/drawing/2014/main" id="{D93AB678-4AD4-E74A-A92D-AA6AE8587C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207721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6706273-499D-C646-BF8D-F3C8C88350A9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alpha val="30000"/>
                </a:schemeClr>
              </a:gs>
              <a:gs pos="33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527A7F-CB14-286F-A622-E334CD37B40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41492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922A79-808B-8D68-A25E-212712A938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312046-917F-1F62-A0ED-0FB980502074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3561B-F219-E545-3E4D-D25A012F63B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97076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erson, male&#10;&#10;Description automatically generated">
            <a:extLst>
              <a:ext uri="{FF2B5EF4-FFF2-40B4-BE49-F238E27FC236}">
                <a16:creationId xmlns:a16="http://schemas.microsoft.com/office/drawing/2014/main" id="{13CBC0EB-0BC6-F842-B099-663EE3FC2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" y="0"/>
            <a:ext cx="121920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16D440A-E0E9-CB41-B7B1-00FEDE56B02D}"/>
              </a:ext>
            </a:extLst>
          </p:cNvPr>
          <p:cNvSpPr/>
          <p:nvPr userDrawn="1"/>
        </p:nvSpPr>
        <p:spPr>
          <a:xfrm>
            <a:off x="-4" y="0"/>
            <a:ext cx="12192003" cy="6858000"/>
          </a:xfrm>
          <a:prstGeom prst="rect">
            <a:avLst/>
          </a:prstGeom>
          <a:gradFill>
            <a:gsLst>
              <a:gs pos="100000">
                <a:schemeClr val="tx1">
                  <a:lumMod val="45000"/>
                  <a:alpha val="20000"/>
                </a:schemeClr>
              </a:gs>
              <a:gs pos="15000">
                <a:schemeClr val="bg1">
                  <a:lumMod val="17859"/>
                  <a:alpha val="34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85AD8-51F9-EDAC-F597-7DE69BA8BE1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45575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ool ball&#10;&#10;Description automatically generated">
            <a:extLst>
              <a:ext uri="{FF2B5EF4-FFF2-40B4-BE49-F238E27FC236}">
                <a16:creationId xmlns:a16="http://schemas.microsoft.com/office/drawing/2014/main" id="{F82A3BE7-326F-4630-B03C-58D42C3755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1223" cy="68673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80590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sehr hoher, schneebedeckter Berg mit einem Himmelshintergrund">
            <a:extLst>
              <a:ext uri="{FF2B5EF4-FFF2-40B4-BE49-F238E27FC236}">
                <a16:creationId xmlns:a16="http://schemas.microsoft.com/office/drawing/2014/main" id="{11402B72-65A0-0E51-201E-684CF0FEA8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56" t="1068" r="-1" b="19417"/>
          <a:stretch/>
        </p:blipFill>
        <p:spPr bwMode="auto">
          <a:xfrm>
            <a:off x="2" y="0"/>
            <a:ext cx="1219199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9057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person's face&#10;&#10;Description automatically generated">
            <a:extLst>
              <a:ext uri="{FF2B5EF4-FFF2-40B4-BE49-F238E27FC236}">
                <a16:creationId xmlns:a16="http://schemas.microsoft.com/office/drawing/2014/main" id="{0E608888-9A8B-D849-BD96-02ADDA257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819712" y="0"/>
            <a:ext cx="740373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4D03DBC-2506-064A-8162-F54C9AF96D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8000">
                <a:schemeClr val="tx1">
                  <a:alpha val="0"/>
                </a:schemeClr>
              </a:gs>
              <a:gs pos="45000">
                <a:schemeClr val="tx1">
                  <a:alpha val="9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E840A-1182-1D83-15E7-53893562B261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46062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nset over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B14FC67E-89D6-4E07-8F8A-4D80CCD3F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20772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3FE061-4B75-7D4B-B1F8-EBA0F949C9E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008EFF">
                  <a:lumMod val="46195"/>
                  <a:alpha val="60000"/>
                </a:srgbClr>
              </a:gs>
              <a:gs pos="5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919F5C-229E-4C77-BDF4-EAD8A13CF890}"/>
              </a:ext>
            </a:extLst>
          </p:cNvPr>
          <p:cNvSpPr/>
          <p:nvPr userDrawn="1"/>
        </p:nvSpPr>
        <p:spPr>
          <a:xfrm>
            <a:off x="7861" y="-16676"/>
            <a:ext cx="12207720" cy="6858000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28848D7-9D2F-8A44-A7C2-39E32673D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10960443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CD73C-606A-875D-0624-49C4C83197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51825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at, wall, indoor&#10;&#10;Description automatically generated">
            <a:extLst>
              <a:ext uri="{FF2B5EF4-FFF2-40B4-BE49-F238E27FC236}">
                <a16:creationId xmlns:a16="http://schemas.microsoft.com/office/drawing/2014/main" id="{16F84C7C-2CB8-456C-83AE-A3F9F0BFD6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699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1" y="0"/>
            <a:ext cx="12207722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pic>
        <p:nvPicPr>
          <p:cNvPr id="10" name="Picture 9" descr="A picture containing text, tableware, clipart, dishware&#10;&#10;Description automatically generated">
            <a:extLst>
              <a:ext uri="{FF2B5EF4-FFF2-40B4-BE49-F238E27FC236}">
                <a16:creationId xmlns:a16="http://schemas.microsoft.com/office/drawing/2014/main" id="{188DC479-9264-324C-8690-D0FF168B8F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5305" y="6008713"/>
            <a:ext cx="3207094" cy="275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6C87C1-E017-89F2-D479-580279663B6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36549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 descr="A picture containing text, person, indoor&#10;&#10;Description automatically generated">
            <a:extLst>
              <a:ext uri="{FF2B5EF4-FFF2-40B4-BE49-F238E27FC236}">
                <a16:creationId xmlns:a16="http://schemas.microsoft.com/office/drawing/2014/main" id="{60DE002C-1B23-43E1-96A5-7FCE0D4BA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15AECF-8258-4764-8518-7FE9BB0B9F6B}"/>
              </a:ext>
            </a:extLst>
          </p:cNvPr>
          <p:cNvSpPr/>
          <p:nvPr userDrawn="1"/>
        </p:nvSpPr>
        <p:spPr>
          <a:xfrm>
            <a:off x="-1" y="-16676"/>
            <a:ext cx="12192000" cy="6874676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B11314-6545-2C43-B575-51E4084401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71B5EE1-B456-8540-87E6-1E7E9A34C0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E2D6D-92FF-164F-812F-1401066C43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38C0B5F-3738-9B46-8C3E-19F68C22B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1A21F-2003-6DEA-BD64-BE17AC416FA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2355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 descr="A person looking at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9376E1AB-E0BF-47DC-82C5-F63615876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5F828D-6C56-2545-9BE5-1809273CC22C}"/>
              </a:ext>
            </a:extLst>
          </p:cNvPr>
          <p:cNvSpPr/>
          <p:nvPr userDrawn="1"/>
        </p:nvSpPr>
        <p:spPr>
          <a:xfrm>
            <a:off x="4787" y="0"/>
            <a:ext cx="12192000" cy="6858000"/>
          </a:xfrm>
          <a:prstGeom prst="rect">
            <a:avLst/>
          </a:prstGeom>
          <a:gradFill flip="none" rotWithShape="1">
            <a:gsLst>
              <a:gs pos="4300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7747E5A-EB4A-DD42-AECD-0591E32BE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60323-D690-BF09-3B2E-DC744B0C0AC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81009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52622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E96B644F-A9C2-401B-8562-DC3B10FB5CF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E1C4528C-35CA-41C7-B25C-A600CD41B68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51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926898" y="381000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D858ADC7-4C7C-4404-9E70-D87FF1DC656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4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2DBCDDF3-9F8E-44B5-9E3F-2223C14CC4C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13" name="Logo_WH" descr="Accenture logo in white">
            <a:extLst>
              <a:ext uri="{FF2B5EF4-FFF2-40B4-BE49-F238E27FC236}">
                <a16:creationId xmlns:a16="http://schemas.microsoft.com/office/drawing/2014/main" id="{6E8422F7-B85B-4755-B6A1-FFEA87624FF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0" y="381000"/>
            <a:ext cx="1883664" cy="496247"/>
            <a:chOff x="1561" y="187"/>
            <a:chExt cx="4536" cy="1195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4597228-D9AB-44B8-B1CD-B17ABE7714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5BFA133-9FE4-4FB4-968A-A369A9EF6A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77A704DC-31A8-4495-8AF1-E7E89DF738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79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26898" y="381000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black">
            <a:extLst>
              <a:ext uri="{FF2B5EF4-FFF2-40B4-BE49-F238E27FC236}">
                <a16:creationId xmlns:a16="http://schemas.microsoft.com/office/drawing/2014/main" id="{C6585ED9-32B3-49DC-BF0B-CD6F5EFC293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04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9F19D48A-46F6-4BAE-97F3-DFACD8E22B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2636" y="382725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48F740B-2A73-4970-A31A-4A0E685E6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A90C93-9B70-4203-9499-12D2A090A8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Acc_Tech_Logo_WH" descr="Accenture Technology wordmark in black">
            <a:extLst>
              <a:ext uri="{FF2B5EF4-FFF2-40B4-BE49-F238E27FC236}">
                <a16:creationId xmlns:a16="http://schemas.microsoft.com/office/drawing/2014/main" id="{E96F42A4-2317-4355-8825-25B7BD82F6B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53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1073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0" name="Acc_Tech_Logo_WH" descr="Accenture Technology wordmark in black">
            <a:extLst>
              <a:ext uri="{FF2B5EF4-FFF2-40B4-BE49-F238E27FC236}">
                <a16:creationId xmlns:a16="http://schemas.microsoft.com/office/drawing/2014/main" id="{054458DC-FCF6-48B1-82BA-13CDEA023B1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78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566C-53C2-495B-AB09-FB963677FBC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27EE6-F7FE-45B9-AE64-447923B752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F831CF1-4D94-409F-82CE-22B21A5E6E2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0300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138DC-2E91-497C-AA8C-AB2731576A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29E12-82E6-4A7B-A4EA-B7EBB886FDA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CB18A7F-13E9-4220-9450-D65CC24C3D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27487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1E867-226F-488A-A8C5-1FA9BFED95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8F0E0-252D-49C1-B228-814B72EC1B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56EA0650-802C-4FDD-B5A4-6C182345E0D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87852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69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59C898-565C-3242-FA11-F381C9FB7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143E4C-DBC5-A30E-857B-CFBBF6DB2EB1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2304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59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4A41-AE1D-4ED0-AEF0-A7196671391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BA0FB-750F-41F2-A36F-F10D631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95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5A837B-28FB-46DA-A9E1-BBD52F8F500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814393-A477-4161-9DFD-00CCDF9D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78C572D-D458-4A76-90DF-0E44EED2893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70501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6ABE35-6A9F-4EFF-A45E-6FBDF564DF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FCF4C-BF6B-4DD2-AD05-1E27B9CAC8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40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E481-807E-4A42-B3B9-E7CC3CAB46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FD7E5F-AF3A-4FA5-9F37-A1A07B14A8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98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055B0-6CCC-412F-B2AB-95EE559FA9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5E2E-B58E-47DE-99A6-C28BFE3B8D6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683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357AF-6031-4E46-92DB-3BF352FFDD4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D135-77B2-4CBD-8873-E996A6018B4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51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A4AE36-551D-47A6-9ED4-90DAB2CE5EC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6CA7D-7F0B-41E6-8974-77DD6EFDE0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5FE2F-EA43-4D55-AD7B-6D2BE532877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C2A080-C529-4EE2-8C9B-66DE4979711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9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7A206-6C55-484E-AF32-1E74F136687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F61A-F918-432B-B0D2-A3DA25E887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17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2A893A-4FC2-4BA5-BD11-65DA030F847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5E893-1B46-478C-82DE-373CE5E96C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Alt) 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6FB760-AEF8-46F8-B73E-B0A537402A7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14156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B9165B01-6544-4059-9AE2-42F4426A038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50358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2E96CC-0F77-4F5D-A96C-5243BDB51C0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86560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D003B29-C8CB-4629-BF53-F5AEBE6FAE2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2762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9BB6C55-F8C8-4B99-843F-9A6047B7A3E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570872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5B4D7-8923-4103-941B-9DB281917809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E1F10-2744-46D6-9860-2213E0F322D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1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3E9F-9185-457C-AF55-43D1692644E3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B548-1FC6-4BEE-85E0-F39502BAE5C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28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849C-95A8-476C-B86E-8FADE9EDEF8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2844-40EF-4283-B20C-E51DF85DE8D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54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B37BA-76DF-41D7-97E2-6799C05FB045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2263A-F6D1-4212-95F4-A97D0AE0FD8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E1440906-C2CB-48C3-B0F0-9372D82C37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8615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0599F3-5A4D-4FBE-AAE6-3CADF5732E7D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636D8-D9C8-4061-966A-40D5A7E0D3DE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9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05082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white">
            <a:extLst>
              <a:ext uri="{FF2B5EF4-FFF2-40B4-BE49-F238E27FC236}">
                <a16:creationId xmlns:a16="http://schemas.microsoft.com/office/drawing/2014/main" id="{8C4A6146-1E4E-44A0-BBBB-ACDCAA9D7F2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8E7D-513C-4E47-9B34-D9704218DC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20E87-44DC-45B8-BBEC-944BF19139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ED8EF41-C8D4-472A-94FA-1EECD819C456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29283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C080C0-D198-40BF-822E-6333F0D85D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3DB136-9367-4F71-BB12-00E767B8BD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24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FF0C6-094C-4FEF-9DE0-E0F01A8659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87ABC-802F-4347-9119-8F1A3E59CC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001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F365B-6E6B-42D0-A788-DC291B18D38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FC246-178A-4E59-B0DB-2113C4E2C28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69732029-D892-4E9C-B651-A09B118D5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42167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4A8D3-6058-41A2-8F04-78E76A485F4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9078F-A59C-436D-84D4-8FAB180FE56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477001B-4C2C-4282-B6EE-0D4B7017E47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36262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6AE46-0FE8-4DAD-A388-14C49AA3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CF10E-CDE8-468B-A64E-68FFDBFED8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5ECF0F6-A697-4552-8206-D23F12C34FA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9786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EB2E7-0785-45A4-8430-CC38AACA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8A0C7-A599-44BD-BEAF-471E292866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6B77894-8DA1-4830-AE7C-61E323D7C3B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24642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DB6FD-908B-48B9-BD48-646C8677A0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E2F3-EB7C-4364-AD0E-3830F234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72DFBB2-51AA-4D40-BFE2-0053D472B9F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75096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458B6-3034-43C2-AB7C-A09935ED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4913F-768B-49A5-BA02-72CED2D46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469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B439C2-A664-4428-9625-B6371A5FC0D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EF03CC-8DC0-420F-B0FE-3B42860532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8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5882D-D1BF-4DE0-8753-4109C2A3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59FDF-87FF-4486-9033-65EA82B69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06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DA04B2-BD1D-D9C4-0561-40622A65F8FE}"/>
              </a:ext>
            </a:extLst>
          </p:cNvPr>
          <p:cNvSpPr/>
          <p:nvPr userDrawn="1"/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78289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66217944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57083681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6692196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32533122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5862556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5030808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7281714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48145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33339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42986972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335900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69593742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46323190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385038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291790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49504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49179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35396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54150846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500951998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33054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20772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8618273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1449984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0549455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06461540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586B688-2A9E-8C10-C217-4395E19B092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4245536660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50668909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675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165003239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051200778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069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5.xml"/><Relationship Id="rId47" Type="http://schemas.openxmlformats.org/officeDocument/2006/relationships/tags" Target="../tags/tag20.xml"/><Relationship Id="rId63" Type="http://schemas.openxmlformats.org/officeDocument/2006/relationships/tags" Target="../tags/tag36.xml"/><Relationship Id="rId68" Type="http://schemas.openxmlformats.org/officeDocument/2006/relationships/tags" Target="../tags/tag41.xml"/><Relationship Id="rId7" Type="http://schemas.openxmlformats.org/officeDocument/2006/relationships/slideLayout" Target="../slideLayouts/slideLayout7.xml"/><Relationship Id="rId7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2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5.xml"/><Relationship Id="rId37" Type="http://schemas.openxmlformats.org/officeDocument/2006/relationships/tags" Target="../tags/tag10.xml"/><Relationship Id="rId40" Type="http://schemas.openxmlformats.org/officeDocument/2006/relationships/tags" Target="../tags/tag13.xml"/><Relationship Id="rId45" Type="http://schemas.openxmlformats.org/officeDocument/2006/relationships/tags" Target="../tags/tag18.xml"/><Relationship Id="rId53" Type="http://schemas.openxmlformats.org/officeDocument/2006/relationships/tags" Target="../tags/tag26.xml"/><Relationship Id="rId58" Type="http://schemas.openxmlformats.org/officeDocument/2006/relationships/tags" Target="../tags/tag31.xml"/><Relationship Id="rId66" Type="http://schemas.openxmlformats.org/officeDocument/2006/relationships/tags" Target="../tags/tag39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4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3.xml"/><Relationship Id="rId35" Type="http://schemas.openxmlformats.org/officeDocument/2006/relationships/tags" Target="../tags/tag8.xml"/><Relationship Id="rId43" Type="http://schemas.openxmlformats.org/officeDocument/2006/relationships/tags" Target="../tags/tag16.xml"/><Relationship Id="rId48" Type="http://schemas.openxmlformats.org/officeDocument/2006/relationships/tags" Target="../tags/tag21.xml"/><Relationship Id="rId56" Type="http://schemas.openxmlformats.org/officeDocument/2006/relationships/tags" Target="../tags/tag29.xml"/><Relationship Id="rId64" Type="http://schemas.openxmlformats.org/officeDocument/2006/relationships/tags" Target="../tags/tag37.xml"/><Relationship Id="rId69" Type="http://schemas.openxmlformats.org/officeDocument/2006/relationships/tags" Target="../tags/tag42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4.xml"/><Relationship Id="rId72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6.xml"/><Relationship Id="rId38" Type="http://schemas.openxmlformats.org/officeDocument/2006/relationships/tags" Target="../tags/tag11.xml"/><Relationship Id="rId46" Type="http://schemas.openxmlformats.org/officeDocument/2006/relationships/tags" Target="../tags/tag19.xml"/><Relationship Id="rId59" Type="http://schemas.openxmlformats.org/officeDocument/2006/relationships/tags" Target="../tags/tag32.xml"/><Relationship Id="rId67" Type="http://schemas.openxmlformats.org/officeDocument/2006/relationships/tags" Target="../tags/tag40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4.xml"/><Relationship Id="rId54" Type="http://schemas.openxmlformats.org/officeDocument/2006/relationships/tags" Target="../tags/tag27.xml"/><Relationship Id="rId62" Type="http://schemas.openxmlformats.org/officeDocument/2006/relationships/tags" Target="../tags/tag35.xml"/><Relationship Id="rId70" Type="http://schemas.openxmlformats.org/officeDocument/2006/relationships/tags" Target="../tags/tag4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36" Type="http://schemas.openxmlformats.org/officeDocument/2006/relationships/tags" Target="../tags/tag9.xml"/><Relationship Id="rId49" Type="http://schemas.openxmlformats.org/officeDocument/2006/relationships/tags" Target="../tags/tag22.xml"/><Relationship Id="rId57" Type="http://schemas.openxmlformats.org/officeDocument/2006/relationships/tags" Target="../tags/tag30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4.xml"/><Relationship Id="rId44" Type="http://schemas.openxmlformats.org/officeDocument/2006/relationships/tags" Target="../tags/tag17.xml"/><Relationship Id="rId52" Type="http://schemas.openxmlformats.org/officeDocument/2006/relationships/tags" Target="../tags/tag25.xml"/><Relationship Id="rId60" Type="http://schemas.openxmlformats.org/officeDocument/2006/relationships/tags" Target="../tags/tag33.xml"/><Relationship Id="rId65" Type="http://schemas.openxmlformats.org/officeDocument/2006/relationships/tags" Target="../tags/tag3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2.xml"/><Relationship Id="rId34" Type="http://schemas.openxmlformats.org/officeDocument/2006/relationships/tags" Target="../tags/tag7.xml"/><Relationship Id="rId50" Type="http://schemas.openxmlformats.org/officeDocument/2006/relationships/tags" Target="../tags/tag23.xml"/><Relationship Id="rId55" Type="http://schemas.openxmlformats.org/officeDocument/2006/relationships/tags" Target="../tags/tag28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61.xml"/><Relationship Id="rId42" Type="http://schemas.openxmlformats.org/officeDocument/2006/relationships/slideLayout" Target="../slideLayouts/slideLayout69.xml"/><Relationship Id="rId47" Type="http://schemas.openxmlformats.org/officeDocument/2006/relationships/slideLayout" Target="../slideLayouts/slideLayout74.xml"/><Relationship Id="rId50" Type="http://schemas.openxmlformats.org/officeDocument/2006/relationships/slideLayout" Target="../slideLayouts/slideLayout77.xml"/><Relationship Id="rId55" Type="http://schemas.openxmlformats.org/officeDocument/2006/relationships/slideLayout" Target="../slideLayouts/slideLayout82.xml"/><Relationship Id="rId6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32" Type="http://schemas.openxmlformats.org/officeDocument/2006/relationships/slideLayout" Target="../slideLayouts/slideLayout59.xml"/><Relationship Id="rId37" Type="http://schemas.openxmlformats.org/officeDocument/2006/relationships/slideLayout" Target="../slideLayouts/slideLayout64.xml"/><Relationship Id="rId40" Type="http://schemas.openxmlformats.org/officeDocument/2006/relationships/slideLayout" Target="../slideLayouts/slideLayout67.xml"/><Relationship Id="rId45" Type="http://schemas.openxmlformats.org/officeDocument/2006/relationships/slideLayout" Target="../slideLayouts/slideLayout72.xml"/><Relationship Id="rId53" Type="http://schemas.openxmlformats.org/officeDocument/2006/relationships/slideLayout" Target="../slideLayouts/slideLayout80.xml"/><Relationship Id="rId58" Type="http://schemas.openxmlformats.org/officeDocument/2006/relationships/slideLayout" Target="../slideLayouts/slideLayout85.xml"/><Relationship Id="rId5" Type="http://schemas.openxmlformats.org/officeDocument/2006/relationships/slideLayout" Target="../slideLayouts/slideLayout32.xml"/><Relationship Id="rId61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Relationship Id="rId30" Type="http://schemas.openxmlformats.org/officeDocument/2006/relationships/slideLayout" Target="../slideLayouts/slideLayout57.xml"/><Relationship Id="rId35" Type="http://schemas.openxmlformats.org/officeDocument/2006/relationships/slideLayout" Target="../slideLayouts/slideLayout62.xml"/><Relationship Id="rId43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75.xml"/><Relationship Id="rId56" Type="http://schemas.openxmlformats.org/officeDocument/2006/relationships/slideLayout" Target="../slideLayouts/slideLayout83.xml"/><Relationship Id="rId64" Type="http://schemas.openxmlformats.org/officeDocument/2006/relationships/theme" Target="../theme/theme2.xml"/><Relationship Id="rId8" Type="http://schemas.openxmlformats.org/officeDocument/2006/relationships/slideLayout" Target="../slideLayouts/slideLayout35.xml"/><Relationship Id="rId51" Type="http://schemas.openxmlformats.org/officeDocument/2006/relationships/slideLayout" Target="../slideLayouts/slideLayout78.xml"/><Relationship Id="rId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60.xml"/><Relationship Id="rId38" Type="http://schemas.openxmlformats.org/officeDocument/2006/relationships/slideLayout" Target="../slideLayouts/slideLayout65.xml"/><Relationship Id="rId46" Type="http://schemas.openxmlformats.org/officeDocument/2006/relationships/slideLayout" Target="../slideLayouts/slideLayout73.xml"/><Relationship Id="rId59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68.xml"/><Relationship Id="rId54" Type="http://schemas.openxmlformats.org/officeDocument/2006/relationships/slideLayout" Target="../slideLayouts/slideLayout81.xml"/><Relationship Id="rId6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55.xml"/><Relationship Id="rId36" Type="http://schemas.openxmlformats.org/officeDocument/2006/relationships/slideLayout" Target="../slideLayouts/slideLayout63.xml"/><Relationship Id="rId49" Type="http://schemas.openxmlformats.org/officeDocument/2006/relationships/slideLayout" Target="../slideLayouts/slideLayout76.xml"/><Relationship Id="rId57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58.xml"/><Relationship Id="rId44" Type="http://schemas.openxmlformats.org/officeDocument/2006/relationships/slideLayout" Target="../slideLayouts/slideLayout71.xml"/><Relationship Id="rId52" Type="http://schemas.openxmlformats.org/officeDocument/2006/relationships/slideLayout" Target="../slideLayouts/slideLayout79.xml"/><Relationship Id="rId60" Type="http://schemas.openxmlformats.org/officeDocument/2006/relationships/slideLayout" Target="../slideLayouts/slideLayout87.xml"/><Relationship Id="rId65" Type="http://schemas.openxmlformats.org/officeDocument/2006/relationships/image" Target="../media/image2.png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6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8.xml"/><Relationship Id="rId26" Type="http://schemas.openxmlformats.org/officeDocument/2006/relationships/slideLayout" Target="../slideLayouts/slideLayout116.xml"/><Relationship Id="rId39" Type="http://schemas.openxmlformats.org/officeDocument/2006/relationships/slideLayout" Target="../slideLayouts/slideLayout129.xml"/><Relationship Id="rId21" Type="http://schemas.openxmlformats.org/officeDocument/2006/relationships/slideLayout" Target="../slideLayouts/slideLayout111.xml"/><Relationship Id="rId34" Type="http://schemas.openxmlformats.org/officeDocument/2006/relationships/slideLayout" Target="../slideLayouts/slideLayout124.xml"/><Relationship Id="rId42" Type="http://schemas.openxmlformats.org/officeDocument/2006/relationships/slideLayout" Target="../slideLayouts/slideLayout132.xml"/><Relationship Id="rId47" Type="http://schemas.openxmlformats.org/officeDocument/2006/relationships/slideLayout" Target="../slideLayouts/slideLayout137.xml"/><Relationship Id="rId50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2.xml"/><Relationship Id="rId16" Type="http://schemas.openxmlformats.org/officeDocument/2006/relationships/slideLayout" Target="../slideLayouts/slideLayout106.xml"/><Relationship Id="rId29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01.xml"/><Relationship Id="rId24" Type="http://schemas.openxmlformats.org/officeDocument/2006/relationships/slideLayout" Target="../slideLayouts/slideLayout114.xml"/><Relationship Id="rId32" Type="http://schemas.openxmlformats.org/officeDocument/2006/relationships/slideLayout" Target="../slideLayouts/slideLayout122.xml"/><Relationship Id="rId37" Type="http://schemas.openxmlformats.org/officeDocument/2006/relationships/slideLayout" Target="../slideLayouts/slideLayout127.xml"/><Relationship Id="rId40" Type="http://schemas.openxmlformats.org/officeDocument/2006/relationships/slideLayout" Target="../slideLayouts/slideLayout130.xml"/><Relationship Id="rId45" Type="http://schemas.openxmlformats.org/officeDocument/2006/relationships/slideLayout" Target="../slideLayouts/slideLayout135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19" Type="http://schemas.openxmlformats.org/officeDocument/2006/relationships/slideLayout" Target="../slideLayouts/slideLayout109.xml"/><Relationship Id="rId31" Type="http://schemas.openxmlformats.org/officeDocument/2006/relationships/slideLayout" Target="../slideLayouts/slideLayout121.xml"/><Relationship Id="rId44" Type="http://schemas.openxmlformats.org/officeDocument/2006/relationships/slideLayout" Target="../slideLayouts/slideLayout134.xml"/><Relationship Id="rId52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Relationship Id="rId22" Type="http://schemas.openxmlformats.org/officeDocument/2006/relationships/slideLayout" Target="../slideLayouts/slideLayout112.xml"/><Relationship Id="rId27" Type="http://schemas.openxmlformats.org/officeDocument/2006/relationships/slideLayout" Target="../slideLayouts/slideLayout117.xml"/><Relationship Id="rId30" Type="http://schemas.openxmlformats.org/officeDocument/2006/relationships/slideLayout" Target="../slideLayouts/slideLayout120.xml"/><Relationship Id="rId35" Type="http://schemas.openxmlformats.org/officeDocument/2006/relationships/slideLayout" Target="../slideLayouts/slideLayout125.xml"/><Relationship Id="rId43" Type="http://schemas.openxmlformats.org/officeDocument/2006/relationships/slideLayout" Target="../slideLayouts/slideLayout133.xml"/><Relationship Id="rId48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98.xml"/><Relationship Id="rId51" Type="http://schemas.openxmlformats.org/officeDocument/2006/relationships/slideLayout" Target="../slideLayouts/slideLayout141.xml"/><Relationship Id="rId3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7.xml"/><Relationship Id="rId25" Type="http://schemas.openxmlformats.org/officeDocument/2006/relationships/slideLayout" Target="../slideLayouts/slideLayout115.xml"/><Relationship Id="rId33" Type="http://schemas.openxmlformats.org/officeDocument/2006/relationships/slideLayout" Target="../slideLayouts/slideLayout123.xml"/><Relationship Id="rId38" Type="http://schemas.openxmlformats.org/officeDocument/2006/relationships/slideLayout" Target="../slideLayouts/slideLayout128.xml"/><Relationship Id="rId46" Type="http://schemas.openxmlformats.org/officeDocument/2006/relationships/slideLayout" Target="../slideLayouts/slideLayout136.xml"/><Relationship Id="rId20" Type="http://schemas.openxmlformats.org/officeDocument/2006/relationships/slideLayout" Target="../slideLayouts/slideLayout110.xml"/><Relationship Id="rId41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5" Type="http://schemas.openxmlformats.org/officeDocument/2006/relationships/slideLayout" Target="../slideLayouts/slideLayout105.xml"/><Relationship Id="rId23" Type="http://schemas.openxmlformats.org/officeDocument/2006/relationships/slideLayout" Target="../slideLayouts/slideLayout113.xml"/><Relationship Id="rId28" Type="http://schemas.openxmlformats.org/officeDocument/2006/relationships/slideLayout" Target="../slideLayouts/slideLayout118.xml"/><Relationship Id="rId36" Type="http://schemas.openxmlformats.org/officeDocument/2006/relationships/slideLayout" Target="../slideLayouts/slideLayout126.xml"/><Relationship Id="rId49" Type="http://schemas.openxmlformats.org/officeDocument/2006/relationships/slideLayout" Target="../slideLayouts/slideLayout139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68.xml"/><Relationship Id="rId21" Type="http://schemas.openxmlformats.org/officeDocument/2006/relationships/slideLayout" Target="../slideLayouts/slideLayout163.xml"/><Relationship Id="rId42" Type="http://schemas.openxmlformats.org/officeDocument/2006/relationships/tags" Target="../tags/tag339.xml"/><Relationship Id="rId47" Type="http://schemas.openxmlformats.org/officeDocument/2006/relationships/tags" Target="../tags/tag344.xml"/><Relationship Id="rId63" Type="http://schemas.openxmlformats.org/officeDocument/2006/relationships/tags" Target="../tags/tag360.xml"/><Relationship Id="rId68" Type="http://schemas.openxmlformats.org/officeDocument/2006/relationships/tags" Target="../tags/tag365.xml"/><Relationship Id="rId2" Type="http://schemas.openxmlformats.org/officeDocument/2006/relationships/slideLayout" Target="../slideLayouts/slideLayout144.xml"/><Relationship Id="rId16" Type="http://schemas.openxmlformats.org/officeDocument/2006/relationships/slideLayout" Target="../slideLayouts/slideLayout158.xml"/><Relationship Id="rId29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53.xml"/><Relationship Id="rId24" Type="http://schemas.openxmlformats.org/officeDocument/2006/relationships/slideLayout" Target="../slideLayouts/slideLayout166.xml"/><Relationship Id="rId32" Type="http://schemas.openxmlformats.org/officeDocument/2006/relationships/theme" Target="../theme/theme4.xml"/><Relationship Id="rId37" Type="http://schemas.openxmlformats.org/officeDocument/2006/relationships/tags" Target="../tags/tag334.xml"/><Relationship Id="rId40" Type="http://schemas.openxmlformats.org/officeDocument/2006/relationships/tags" Target="../tags/tag337.xml"/><Relationship Id="rId45" Type="http://schemas.openxmlformats.org/officeDocument/2006/relationships/tags" Target="../tags/tag342.xml"/><Relationship Id="rId53" Type="http://schemas.openxmlformats.org/officeDocument/2006/relationships/tags" Target="../tags/tag350.xml"/><Relationship Id="rId58" Type="http://schemas.openxmlformats.org/officeDocument/2006/relationships/tags" Target="../tags/tag355.xml"/><Relationship Id="rId66" Type="http://schemas.openxmlformats.org/officeDocument/2006/relationships/tags" Target="../tags/tag363.xml"/><Relationship Id="rId5" Type="http://schemas.openxmlformats.org/officeDocument/2006/relationships/slideLayout" Target="../slideLayouts/slideLayout147.xml"/><Relationship Id="rId61" Type="http://schemas.openxmlformats.org/officeDocument/2006/relationships/tags" Target="../tags/tag358.xml"/><Relationship Id="rId19" Type="http://schemas.openxmlformats.org/officeDocument/2006/relationships/slideLayout" Target="../slideLayouts/slideLayout161.xml"/><Relationship Id="rId14" Type="http://schemas.openxmlformats.org/officeDocument/2006/relationships/slideLayout" Target="../slideLayouts/slideLayout156.xml"/><Relationship Id="rId22" Type="http://schemas.openxmlformats.org/officeDocument/2006/relationships/slideLayout" Target="../slideLayouts/slideLayout164.xml"/><Relationship Id="rId27" Type="http://schemas.openxmlformats.org/officeDocument/2006/relationships/slideLayout" Target="../slideLayouts/slideLayout169.xml"/><Relationship Id="rId30" Type="http://schemas.openxmlformats.org/officeDocument/2006/relationships/slideLayout" Target="../slideLayouts/slideLayout172.xml"/><Relationship Id="rId35" Type="http://schemas.openxmlformats.org/officeDocument/2006/relationships/tags" Target="../tags/tag332.xml"/><Relationship Id="rId43" Type="http://schemas.openxmlformats.org/officeDocument/2006/relationships/tags" Target="../tags/tag340.xml"/><Relationship Id="rId48" Type="http://schemas.openxmlformats.org/officeDocument/2006/relationships/tags" Target="../tags/tag345.xml"/><Relationship Id="rId56" Type="http://schemas.openxmlformats.org/officeDocument/2006/relationships/tags" Target="../tags/tag353.xml"/><Relationship Id="rId64" Type="http://schemas.openxmlformats.org/officeDocument/2006/relationships/tags" Target="../tags/tag361.xml"/><Relationship Id="rId69" Type="http://schemas.openxmlformats.org/officeDocument/2006/relationships/tags" Target="../tags/tag366.xml"/><Relationship Id="rId8" Type="http://schemas.openxmlformats.org/officeDocument/2006/relationships/slideLayout" Target="../slideLayouts/slideLayout150.xml"/><Relationship Id="rId51" Type="http://schemas.openxmlformats.org/officeDocument/2006/relationships/tags" Target="../tags/tag348.xml"/><Relationship Id="rId72" Type="http://schemas.openxmlformats.org/officeDocument/2006/relationships/tags" Target="../tags/tag369.xml"/><Relationship Id="rId3" Type="http://schemas.openxmlformats.org/officeDocument/2006/relationships/slideLayout" Target="../slideLayouts/slideLayout145.xml"/><Relationship Id="rId12" Type="http://schemas.openxmlformats.org/officeDocument/2006/relationships/slideLayout" Target="../slideLayouts/slideLayout154.xml"/><Relationship Id="rId17" Type="http://schemas.openxmlformats.org/officeDocument/2006/relationships/slideLayout" Target="../slideLayouts/slideLayout159.xml"/><Relationship Id="rId25" Type="http://schemas.openxmlformats.org/officeDocument/2006/relationships/slideLayout" Target="../slideLayouts/slideLayout167.xml"/><Relationship Id="rId33" Type="http://schemas.openxmlformats.org/officeDocument/2006/relationships/tags" Target="../tags/tag330.xml"/><Relationship Id="rId38" Type="http://schemas.openxmlformats.org/officeDocument/2006/relationships/tags" Target="../tags/tag335.xml"/><Relationship Id="rId46" Type="http://schemas.openxmlformats.org/officeDocument/2006/relationships/tags" Target="../tags/tag343.xml"/><Relationship Id="rId59" Type="http://schemas.openxmlformats.org/officeDocument/2006/relationships/tags" Target="../tags/tag356.xml"/><Relationship Id="rId67" Type="http://schemas.openxmlformats.org/officeDocument/2006/relationships/tags" Target="../tags/tag364.xml"/><Relationship Id="rId20" Type="http://schemas.openxmlformats.org/officeDocument/2006/relationships/slideLayout" Target="../slideLayouts/slideLayout162.xml"/><Relationship Id="rId41" Type="http://schemas.openxmlformats.org/officeDocument/2006/relationships/tags" Target="../tags/tag338.xml"/><Relationship Id="rId54" Type="http://schemas.openxmlformats.org/officeDocument/2006/relationships/tags" Target="../tags/tag351.xml"/><Relationship Id="rId62" Type="http://schemas.openxmlformats.org/officeDocument/2006/relationships/tags" Target="../tags/tag359.xml"/><Relationship Id="rId70" Type="http://schemas.openxmlformats.org/officeDocument/2006/relationships/tags" Target="../tags/tag367.xml"/><Relationship Id="rId1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8.xml"/><Relationship Id="rId15" Type="http://schemas.openxmlformats.org/officeDocument/2006/relationships/slideLayout" Target="../slideLayouts/slideLayout157.xml"/><Relationship Id="rId23" Type="http://schemas.openxmlformats.org/officeDocument/2006/relationships/slideLayout" Target="../slideLayouts/slideLayout165.xml"/><Relationship Id="rId28" Type="http://schemas.openxmlformats.org/officeDocument/2006/relationships/slideLayout" Target="../slideLayouts/slideLayout170.xml"/><Relationship Id="rId36" Type="http://schemas.openxmlformats.org/officeDocument/2006/relationships/tags" Target="../tags/tag333.xml"/><Relationship Id="rId49" Type="http://schemas.openxmlformats.org/officeDocument/2006/relationships/tags" Target="../tags/tag346.xml"/><Relationship Id="rId57" Type="http://schemas.openxmlformats.org/officeDocument/2006/relationships/tags" Target="../tags/tag354.xml"/><Relationship Id="rId10" Type="http://schemas.openxmlformats.org/officeDocument/2006/relationships/slideLayout" Target="../slideLayouts/slideLayout152.xml"/><Relationship Id="rId31" Type="http://schemas.openxmlformats.org/officeDocument/2006/relationships/slideLayout" Target="../slideLayouts/slideLayout173.xml"/><Relationship Id="rId44" Type="http://schemas.openxmlformats.org/officeDocument/2006/relationships/tags" Target="../tags/tag341.xml"/><Relationship Id="rId52" Type="http://schemas.openxmlformats.org/officeDocument/2006/relationships/tags" Target="../tags/tag349.xml"/><Relationship Id="rId60" Type="http://schemas.openxmlformats.org/officeDocument/2006/relationships/tags" Target="../tags/tag357.xml"/><Relationship Id="rId65" Type="http://schemas.openxmlformats.org/officeDocument/2006/relationships/tags" Target="../tags/tag362.xml"/><Relationship Id="rId73" Type="http://schemas.openxmlformats.org/officeDocument/2006/relationships/tags" Target="../tags/tag370.xml"/><Relationship Id="rId4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55.xml"/><Relationship Id="rId18" Type="http://schemas.openxmlformats.org/officeDocument/2006/relationships/slideLayout" Target="../slideLayouts/slideLayout160.xml"/><Relationship Id="rId39" Type="http://schemas.openxmlformats.org/officeDocument/2006/relationships/tags" Target="../tags/tag336.xml"/><Relationship Id="rId34" Type="http://schemas.openxmlformats.org/officeDocument/2006/relationships/tags" Target="../tags/tag331.xml"/><Relationship Id="rId50" Type="http://schemas.openxmlformats.org/officeDocument/2006/relationships/tags" Target="../tags/tag347.xml"/><Relationship Id="rId55" Type="http://schemas.openxmlformats.org/officeDocument/2006/relationships/tags" Target="../tags/tag352.xml"/><Relationship Id="rId7" Type="http://schemas.openxmlformats.org/officeDocument/2006/relationships/slideLayout" Target="../slideLayouts/slideLayout149.xml"/><Relationship Id="rId71" Type="http://schemas.openxmlformats.org/officeDocument/2006/relationships/tags" Target="../tags/tag3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FC086D-550C-0391-52E6-60372882047E}"/>
              </a:ext>
            </a:extLst>
          </p:cNvPr>
          <p:cNvGraphicFramePr>
            <a:graphicFrameLocks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4203103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1" imgW="347" imgH="348" progId="TCLayout.ActiveDocument.1">
                  <p:embed/>
                </p:oleObj>
              </mc:Choice>
              <mc:Fallback>
                <p:oleObj name="think-cell Slide" r:id="rId71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5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7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8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9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0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  <p:sldLayoutId id="2147484243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E64BB5-293E-D74C-96B6-4768814626F5}"/>
              </a:ext>
            </a:extLst>
          </p:cNvPr>
          <p:cNvPicPr>
            <a:picLocks noChangeAspect="1"/>
          </p:cNvPicPr>
          <p:nvPr userDrawn="1"/>
        </p:nvPicPr>
        <p:blipFill>
          <a:blip r:embed="rId6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840" y="6482516"/>
            <a:ext cx="184343" cy="2023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606719-3FB5-224D-8C01-ABD74F283F45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t>Copyright © 2022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7F41D-28E5-574C-BC33-F53458649F22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4367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5" r:id="rId1"/>
    <p:sldLayoutId id="2147484246" r:id="rId2"/>
    <p:sldLayoutId id="2147484247" r:id="rId3"/>
    <p:sldLayoutId id="2147484248" r:id="rId4"/>
    <p:sldLayoutId id="2147484249" r:id="rId5"/>
    <p:sldLayoutId id="2147484250" r:id="rId6"/>
    <p:sldLayoutId id="2147484251" r:id="rId7"/>
    <p:sldLayoutId id="2147484252" r:id="rId8"/>
    <p:sldLayoutId id="2147484253" r:id="rId9"/>
    <p:sldLayoutId id="2147484254" r:id="rId10"/>
    <p:sldLayoutId id="2147484255" r:id="rId11"/>
    <p:sldLayoutId id="2147484256" r:id="rId12"/>
    <p:sldLayoutId id="2147484257" r:id="rId13"/>
    <p:sldLayoutId id="2147484258" r:id="rId14"/>
    <p:sldLayoutId id="2147484259" r:id="rId15"/>
    <p:sldLayoutId id="2147484260" r:id="rId16"/>
    <p:sldLayoutId id="2147484261" r:id="rId17"/>
    <p:sldLayoutId id="2147484262" r:id="rId18"/>
    <p:sldLayoutId id="2147484263" r:id="rId19"/>
    <p:sldLayoutId id="2147484264" r:id="rId20"/>
    <p:sldLayoutId id="2147484265" r:id="rId21"/>
    <p:sldLayoutId id="2147484266" r:id="rId22"/>
    <p:sldLayoutId id="2147484267" r:id="rId23"/>
    <p:sldLayoutId id="2147484268" r:id="rId24"/>
    <p:sldLayoutId id="2147484269" r:id="rId25"/>
    <p:sldLayoutId id="2147484270" r:id="rId26"/>
    <p:sldLayoutId id="2147484271" r:id="rId27"/>
    <p:sldLayoutId id="2147484272" r:id="rId28"/>
    <p:sldLayoutId id="2147484273" r:id="rId29"/>
    <p:sldLayoutId id="2147484274" r:id="rId30"/>
    <p:sldLayoutId id="2147484275" r:id="rId31"/>
    <p:sldLayoutId id="2147484276" r:id="rId32"/>
    <p:sldLayoutId id="2147484277" r:id="rId33"/>
    <p:sldLayoutId id="2147484278" r:id="rId34"/>
    <p:sldLayoutId id="2147484279" r:id="rId35"/>
    <p:sldLayoutId id="2147484280" r:id="rId36"/>
    <p:sldLayoutId id="2147484281" r:id="rId37"/>
    <p:sldLayoutId id="2147484282" r:id="rId38"/>
    <p:sldLayoutId id="2147484283" r:id="rId39"/>
    <p:sldLayoutId id="2147484284" r:id="rId40"/>
    <p:sldLayoutId id="2147484285" r:id="rId41"/>
    <p:sldLayoutId id="2147484286" r:id="rId42"/>
    <p:sldLayoutId id="2147484287" r:id="rId43"/>
    <p:sldLayoutId id="2147484288" r:id="rId44"/>
    <p:sldLayoutId id="2147484289" r:id="rId45"/>
    <p:sldLayoutId id="2147484290" r:id="rId46"/>
    <p:sldLayoutId id="2147484291" r:id="rId47"/>
    <p:sldLayoutId id="2147484292" r:id="rId48"/>
    <p:sldLayoutId id="2147484293" r:id="rId49"/>
    <p:sldLayoutId id="2147484294" r:id="rId50"/>
    <p:sldLayoutId id="2147484295" r:id="rId51"/>
    <p:sldLayoutId id="2147484296" r:id="rId52"/>
    <p:sldLayoutId id="2147484297" r:id="rId53"/>
    <p:sldLayoutId id="2147484298" r:id="rId54"/>
    <p:sldLayoutId id="2147484299" r:id="rId55"/>
    <p:sldLayoutId id="2147484300" r:id="rId56"/>
    <p:sldLayoutId id="2147484301" r:id="rId57"/>
    <p:sldLayoutId id="2147484302" r:id="rId58"/>
    <p:sldLayoutId id="2147484303" r:id="rId59"/>
    <p:sldLayoutId id="2147484304" r:id="rId60"/>
    <p:sldLayoutId id="2147484305" r:id="rId61"/>
    <p:sldLayoutId id="2147484306" r:id="rId62"/>
    <p:sldLayoutId id="2147484307" r:id="rId63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5AB957F-03D6-48C8-8F91-1AE64BEA36C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4101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  <p:sldLayoutId id="2147484320" r:id="rId12"/>
    <p:sldLayoutId id="2147484321" r:id="rId13"/>
    <p:sldLayoutId id="2147484322" r:id="rId14"/>
    <p:sldLayoutId id="2147484323" r:id="rId15"/>
    <p:sldLayoutId id="2147484324" r:id="rId16"/>
    <p:sldLayoutId id="2147484325" r:id="rId17"/>
    <p:sldLayoutId id="2147484326" r:id="rId18"/>
    <p:sldLayoutId id="2147484327" r:id="rId19"/>
    <p:sldLayoutId id="2147484328" r:id="rId20"/>
    <p:sldLayoutId id="2147484329" r:id="rId21"/>
    <p:sldLayoutId id="2147484330" r:id="rId22"/>
    <p:sldLayoutId id="2147484331" r:id="rId23"/>
    <p:sldLayoutId id="2147484332" r:id="rId24"/>
    <p:sldLayoutId id="2147484333" r:id="rId25"/>
    <p:sldLayoutId id="2147484334" r:id="rId26"/>
    <p:sldLayoutId id="2147484335" r:id="rId27"/>
    <p:sldLayoutId id="2147484336" r:id="rId28"/>
    <p:sldLayoutId id="2147484337" r:id="rId29"/>
    <p:sldLayoutId id="2147484338" r:id="rId30"/>
    <p:sldLayoutId id="2147484339" r:id="rId31"/>
    <p:sldLayoutId id="2147484340" r:id="rId32"/>
    <p:sldLayoutId id="2147484341" r:id="rId33"/>
    <p:sldLayoutId id="2147484342" r:id="rId34"/>
    <p:sldLayoutId id="2147484343" r:id="rId35"/>
    <p:sldLayoutId id="2147484344" r:id="rId36"/>
    <p:sldLayoutId id="2147484345" r:id="rId37"/>
    <p:sldLayoutId id="2147484346" r:id="rId38"/>
    <p:sldLayoutId id="2147484347" r:id="rId39"/>
    <p:sldLayoutId id="2147484348" r:id="rId40"/>
    <p:sldLayoutId id="2147484349" r:id="rId41"/>
    <p:sldLayoutId id="2147484350" r:id="rId42"/>
    <p:sldLayoutId id="2147484351" r:id="rId43"/>
    <p:sldLayoutId id="2147484352" r:id="rId44"/>
    <p:sldLayoutId id="2147484353" r:id="rId45"/>
    <p:sldLayoutId id="2147484354" r:id="rId46"/>
    <p:sldLayoutId id="2147484355" r:id="rId47"/>
    <p:sldLayoutId id="2147484356" r:id="rId48"/>
    <p:sldLayoutId id="2147484357" r:id="rId49"/>
    <p:sldLayoutId id="2147484358" r:id="rId50"/>
    <p:sldLayoutId id="2147484359" r:id="rId51"/>
    <p:sldLayoutId id="2147484360" r:id="rId52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7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40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1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2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32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2" r:id="rId1"/>
    <p:sldLayoutId id="2147484363" r:id="rId2"/>
    <p:sldLayoutId id="2147484364" r:id="rId3"/>
    <p:sldLayoutId id="2147484365" r:id="rId4"/>
    <p:sldLayoutId id="2147484366" r:id="rId5"/>
    <p:sldLayoutId id="2147484367" r:id="rId6"/>
    <p:sldLayoutId id="2147484368" r:id="rId7"/>
    <p:sldLayoutId id="2147484369" r:id="rId8"/>
    <p:sldLayoutId id="2147484370" r:id="rId9"/>
    <p:sldLayoutId id="2147484371" r:id="rId10"/>
    <p:sldLayoutId id="2147484372" r:id="rId11"/>
    <p:sldLayoutId id="2147484373" r:id="rId12"/>
    <p:sldLayoutId id="2147484374" r:id="rId13"/>
    <p:sldLayoutId id="2147484375" r:id="rId14"/>
    <p:sldLayoutId id="2147484376" r:id="rId15"/>
    <p:sldLayoutId id="2147484377" r:id="rId16"/>
    <p:sldLayoutId id="2147484378" r:id="rId17"/>
    <p:sldLayoutId id="2147484379" r:id="rId18"/>
    <p:sldLayoutId id="2147484380" r:id="rId19"/>
    <p:sldLayoutId id="2147484381" r:id="rId20"/>
    <p:sldLayoutId id="2147484382" r:id="rId21"/>
    <p:sldLayoutId id="2147484383" r:id="rId22"/>
    <p:sldLayoutId id="2147484384" r:id="rId23"/>
    <p:sldLayoutId id="2147484385" r:id="rId24"/>
    <p:sldLayoutId id="2147484386" r:id="rId25"/>
    <p:sldLayoutId id="2147484387" r:id="rId26"/>
    <p:sldLayoutId id="2147484388" r:id="rId27"/>
    <p:sldLayoutId id="2147484389" r:id="rId28"/>
    <p:sldLayoutId id="2147484390" r:id="rId29"/>
    <p:sldLayoutId id="2147484391" r:id="rId30"/>
    <p:sldLayoutId id="2147484392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50.xml"/><Relationship Id="rId4" Type="http://schemas.openxmlformats.org/officeDocument/2006/relationships/image" Target="../media/image4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65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65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654.xml"/><Relationship Id="rId1" Type="http://schemas.openxmlformats.org/officeDocument/2006/relationships/tags" Target="../tags/tag65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1.bin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65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65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45133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 rIns="0"/>
          <a:lstStyle/>
          <a:p>
            <a:r>
              <a:rPr lang="en-US" sz="4800" dirty="0"/>
              <a:t>Frameworks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209B6B-FEE1-B219-980E-42B7A0DA528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93369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BC9B07-EF9E-70CB-B120-18B1DD78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Cause and effect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4D43FC-C4EA-15D3-9598-C84A8EF6E7C5}"/>
              </a:ext>
            </a:extLst>
          </p:cNvPr>
          <p:cNvSpPr txBox="1"/>
          <p:nvPr/>
        </p:nvSpPr>
        <p:spPr>
          <a:xfrm>
            <a:off x="1831033" y="1641575"/>
            <a:ext cx="1164678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Measurement</a:t>
            </a:r>
            <a:endParaRPr lang="en-US" sz="1100" b="1" dirty="0">
              <a:sym typeface="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2E2B05-45D9-1858-95D7-1A4625AF714C}"/>
              </a:ext>
            </a:extLst>
          </p:cNvPr>
          <p:cNvSpPr txBox="1"/>
          <p:nvPr/>
        </p:nvSpPr>
        <p:spPr>
          <a:xfrm>
            <a:off x="1761164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E6BE25-862F-7EFD-28AC-45AA9D673CB7}"/>
              </a:ext>
            </a:extLst>
          </p:cNvPr>
          <p:cNvSpPr txBox="1"/>
          <p:nvPr/>
        </p:nvSpPr>
        <p:spPr>
          <a:xfrm>
            <a:off x="2112579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CE0808-FB98-1A1E-092A-2C1905A88C28}"/>
              </a:ext>
            </a:extLst>
          </p:cNvPr>
          <p:cNvSpPr txBox="1"/>
          <p:nvPr/>
        </p:nvSpPr>
        <p:spPr>
          <a:xfrm>
            <a:off x="2463995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8772B-5643-4C53-D5CD-F9EEC2E282C8}"/>
              </a:ext>
            </a:extLst>
          </p:cNvPr>
          <p:cNvSpPr txBox="1"/>
          <p:nvPr/>
        </p:nvSpPr>
        <p:spPr>
          <a:xfrm>
            <a:off x="3026706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25204C-147A-F4C5-A202-0F87D4DE6C2E}"/>
              </a:ext>
            </a:extLst>
          </p:cNvPr>
          <p:cNvSpPr txBox="1"/>
          <p:nvPr/>
        </p:nvSpPr>
        <p:spPr>
          <a:xfrm>
            <a:off x="3378121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4CB85-5510-2FE3-1419-445AB2085A67}"/>
              </a:ext>
            </a:extLst>
          </p:cNvPr>
          <p:cNvSpPr txBox="1"/>
          <p:nvPr/>
        </p:nvSpPr>
        <p:spPr>
          <a:xfrm>
            <a:off x="3729537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B82C0D-AECB-4D05-96C1-15DC24886863}"/>
              </a:ext>
            </a:extLst>
          </p:cNvPr>
          <p:cNvSpPr txBox="1"/>
          <p:nvPr/>
        </p:nvSpPr>
        <p:spPr>
          <a:xfrm>
            <a:off x="4729145" y="1641575"/>
            <a:ext cx="785471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Materials</a:t>
            </a:r>
            <a:endParaRPr lang="en-US" sz="1100" b="1" dirty="0">
              <a:sym typeface="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B92EE7-8985-7CA7-B6A4-EDB449E73A46}"/>
              </a:ext>
            </a:extLst>
          </p:cNvPr>
          <p:cNvSpPr txBox="1"/>
          <p:nvPr/>
        </p:nvSpPr>
        <p:spPr>
          <a:xfrm>
            <a:off x="4552714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BF4FE3-71E1-5DAF-BDAB-20B877FA51AC}"/>
              </a:ext>
            </a:extLst>
          </p:cNvPr>
          <p:cNvSpPr txBox="1"/>
          <p:nvPr/>
        </p:nvSpPr>
        <p:spPr>
          <a:xfrm>
            <a:off x="4904129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B20D13-317D-48EA-38A0-403F50D26AB6}"/>
              </a:ext>
            </a:extLst>
          </p:cNvPr>
          <p:cNvSpPr txBox="1"/>
          <p:nvPr/>
        </p:nvSpPr>
        <p:spPr>
          <a:xfrm>
            <a:off x="5255545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D75900-DE47-82BF-E89E-70F4CA463405}"/>
              </a:ext>
            </a:extLst>
          </p:cNvPr>
          <p:cNvSpPr txBox="1"/>
          <p:nvPr/>
        </p:nvSpPr>
        <p:spPr>
          <a:xfrm>
            <a:off x="5818256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A19241-7D13-FD70-1B4A-8FD61839A1A1}"/>
              </a:ext>
            </a:extLst>
          </p:cNvPr>
          <p:cNvSpPr txBox="1"/>
          <p:nvPr/>
        </p:nvSpPr>
        <p:spPr>
          <a:xfrm>
            <a:off x="6169671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70BCF1-A84E-FEA5-D00B-60971DDC31C2}"/>
              </a:ext>
            </a:extLst>
          </p:cNvPr>
          <p:cNvSpPr txBox="1"/>
          <p:nvPr/>
        </p:nvSpPr>
        <p:spPr>
          <a:xfrm>
            <a:off x="6521087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76824A-8E06-0B9E-15A9-3C07899F45C5}"/>
              </a:ext>
            </a:extLst>
          </p:cNvPr>
          <p:cNvSpPr txBox="1"/>
          <p:nvPr/>
        </p:nvSpPr>
        <p:spPr>
          <a:xfrm>
            <a:off x="7712464" y="1641575"/>
            <a:ext cx="865622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Personnel</a:t>
            </a:r>
            <a:endParaRPr lang="en-US" sz="1100" b="1" dirty="0">
              <a:sym typeface="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D0D88A-5917-7061-35DD-4B08580AF04F}"/>
              </a:ext>
            </a:extLst>
          </p:cNvPr>
          <p:cNvSpPr txBox="1"/>
          <p:nvPr/>
        </p:nvSpPr>
        <p:spPr>
          <a:xfrm>
            <a:off x="7536033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9FAC11-179A-D6B2-1FC9-1F5D33B02DBC}"/>
              </a:ext>
            </a:extLst>
          </p:cNvPr>
          <p:cNvSpPr txBox="1"/>
          <p:nvPr/>
        </p:nvSpPr>
        <p:spPr>
          <a:xfrm>
            <a:off x="7887448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AB31A2-3909-7E63-C6D2-27AB04527C45}"/>
              </a:ext>
            </a:extLst>
          </p:cNvPr>
          <p:cNvSpPr txBox="1"/>
          <p:nvPr/>
        </p:nvSpPr>
        <p:spPr>
          <a:xfrm>
            <a:off x="8238864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EC8C50-CD8D-4263-2DB9-FAC017A07301}"/>
              </a:ext>
            </a:extLst>
          </p:cNvPr>
          <p:cNvSpPr txBox="1"/>
          <p:nvPr/>
        </p:nvSpPr>
        <p:spPr>
          <a:xfrm>
            <a:off x="8801575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5A1297-88C5-B817-CCF9-ED0B2A3B110C}"/>
              </a:ext>
            </a:extLst>
          </p:cNvPr>
          <p:cNvSpPr txBox="1"/>
          <p:nvPr/>
        </p:nvSpPr>
        <p:spPr>
          <a:xfrm>
            <a:off x="9152990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484D1-6282-526E-9C77-02A213013710}"/>
              </a:ext>
            </a:extLst>
          </p:cNvPr>
          <p:cNvSpPr txBox="1"/>
          <p:nvPr/>
        </p:nvSpPr>
        <p:spPr>
          <a:xfrm>
            <a:off x="9504406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CA8045-922F-281A-7BF5-D8A2A3716C60}"/>
              </a:ext>
            </a:extLst>
          </p:cNvPr>
          <p:cNvSpPr txBox="1"/>
          <p:nvPr/>
        </p:nvSpPr>
        <p:spPr>
          <a:xfrm>
            <a:off x="8238864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73044E-368B-456A-78EE-E6780325188B}"/>
              </a:ext>
            </a:extLst>
          </p:cNvPr>
          <p:cNvSpPr txBox="1"/>
          <p:nvPr/>
        </p:nvSpPr>
        <p:spPr>
          <a:xfrm>
            <a:off x="7887448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97E539-4C1D-C799-EC36-55E17956DF34}"/>
              </a:ext>
            </a:extLst>
          </p:cNvPr>
          <p:cNvSpPr txBox="1"/>
          <p:nvPr/>
        </p:nvSpPr>
        <p:spPr>
          <a:xfrm>
            <a:off x="7536033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862812-F37E-FFB7-8610-236FBEEC3E86}"/>
              </a:ext>
            </a:extLst>
          </p:cNvPr>
          <p:cNvSpPr txBox="1"/>
          <p:nvPr/>
        </p:nvSpPr>
        <p:spPr>
          <a:xfrm>
            <a:off x="9504406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4503C4-A7DA-7E81-1B4E-546EDF0B63E4}"/>
              </a:ext>
            </a:extLst>
          </p:cNvPr>
          <p:cNvSpPr txBox="1"/>
          <p:nvPr/>
        </p:nvSpPr>
        <p:spPr>
          <a:xfrm>
            <a:off x="9152990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B5E400-FB99-EF33-74DB-2525CBAA2D7C}"/>
              </a:ext>
            </a:extLst>
          </p:cNvPr>
          <p:cNvSpPr txBox="1"/>
          <p:nvPr/>
        </p:nvSpPr>
        <p:spPr>
          <a:xfrm>
            <a:off x="8801575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423C04-D061-C6D5-FF56-B668DC991037}"/>
              </a:ext>
            </a:extLst>
          </p:cNvPr>
          <p:cNvSpPr txBox="1"/>
          <p:nvPr/>
        </p:nvSpPr>
        <p:spPr>
          <a:xfrm>
            <a:off x="7777899" y="5074795"/>
            <a:ext cx="81432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Machines</a:t>
            </a:r>
            <a:endParaRPr lang="en-US" sz="1100" b="1" dirty="0">
              <a:sym typeface="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1A93C9-1210-D257-6EC9-058DD6994561}"/>
              </a:ext>
            </a:extLst>
          </p:cNvPr>
          <p:cNvSpPr txBox="1"/>
          <p:nvPr/>
        </p:nvSpPr>
        <p:spPr>
          <a:xfrm>
            <a:off x="5268720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287DA6-A3F5-F86D-5507-6CAED00B7FCC}"/>
              </a:ext>
            </a:extLst>
          </p:cNvPr>
          <p:cNvSpPr txBox="1"/>
          <p:nvPr/>
        </p:nvSpPr>
        <p:spPr>
          <a:xfrm>
            <a:off x="4917304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1C4D80-F80D-C273-4978-BA473192AF46}"/>
              </a:ext>
            </a:extLst>
          </p:cNvPr>
          <p:cNvSpPr txBox="1"/>
          <p:nvPr/>
        </p:nvSpPr>
        <p:spPr>
          <a:xfrm>
            <a:off x="4565889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9B97FD-031D-8C1A-51F0-38768452E84E}"/>
              </a:ext>
            </a:extLst>
          </p:cNvPr>
          <p:cNvSpPr txBox="1"/>
          <p:nvPr/>
        </p:nvSpPr>
        <p:spPr>
          <a:xfrm>
            <a:off x="6534262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EF13F1-C6B1-F06E-FF5A-353B10888B12}"/>
              </a:ext>
            </a:extLst>
          </p:cNvPr>
          <p:cNvSpPr txBox="1"/>
          <p:nvPr/>
        </p:nvSpPr>
        <p:spPr>
          <a:xfrm>
            <a:off x="6182846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781FBD-CE89-6A5F-405A-87FA28FF86D4}"/>
              </a:ext>
            </a:extLst>
          </p:cNvPr>
          <p:cNvSpPr txBox="1"/>
          <p:nvPr/>
        </p:nvSpPr>
        <p:spPr>
          <a:xfrm>
            <a:off x="5831431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A436CD-D1C5-5070-B452-38CD3F30E0C8}"/>
              </a:ext>
            </a:extLst>
          </p:cNvPr>
          <p:cNvSpPr txBox="1"/>
          <p:nvPr/>
        </p:nvSpPr>
        <p:spPr>
          <a:xfrm>
            <a:off x="4821029" y="5074795"/>
            <a:ext cx="745397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Methods</a:t>
            </a:r>
            <a:endParaRPr lang="en-US" sz="1100" b="1" dirty="0">
              <a:sym typeface="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79538C1-4C9D-8EDB-CC44-35BBB81BBA05}"/>
              </a:ext>
            </a:extLst>
          </p:cNvPr>
          <p:cNvGrpSpPr/>
          <p:nvPr/>
        </p:nvGrpSpPr>
        <p:grpSpPr>
          <a:xfrm>
            <a:off x="458787" y="1882543"/>
            <a:ext cx="11290302" cy="3250902"/>
            <a:chOff x="458787" y="1882543"/>
            <a:chExt cx="11290302" cy="325090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EC3A6E3-66BC-232A-3ADB-9BA96005F77A}"/>
                </a:ext>
              </a:extLst>
            </p:cNvPr>
            <p:cNvGrpSpPr/>
            <p:nvPr/>
          </p:nvGrpSpPr>
          <p:grpSpPr>
            <a:xfrm>
              <a:off x="458787" y="1882543"/>
              <a:ext cx="11290302" cy="3250902"/>
              <a:chOff x="4495146" y="5574711"/>
              <a:chExt cx="15279781" cy="5145739"/>
            </a:xfrm>
          </p:grpSpPr>
          <p:sp>
            <p:nvSpPr>
              <p:cNvPr id="4" name="Line 10">
                <a:extLst>
                  <a:ext uri="{FF2B5EF4-FFF2-40B4-BE49-F238E27FC236}">
                    <a16:creationId xmlns:a16="http://schemas.microsoft.com/office/drawing/2014/main" id="{4A734665-B4FE-14FD-D5D6-C26644F21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57099" y="8147579"/>
                <a:ext cx="12321602" cy="4144"/>
              </a:xfrm>
              <a:prstGeom prst="line">
                <a:avLst/>
              </a:prstGeom>
              <a:solidFill>
                <a:schemeClr val="accent1"/>
              </a:solidFill>
              <a:ln w="76200">
                <a:solidFill>
                  <a:schemeClr val="accent1"/>
                </a:solidFill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 dirty="0"/>
              </a:p>
            </p:txBody>
          </p:sp>
          <p:sp>
            <p:nvSpPr>
              <p:cNvPr id="5" name="Freeform 163">
                <a:extLst>
                  <a:ext uri="{FF2B5EF4-FFF2-40B4-BE49-F238E27FC236}">
                    <a16:creationId xmlns:a16="http://schemas.microsoft.com/office/drawing/2014/main" id="{5B669CCC-AD3B-9209-BB3E-32A367C9D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92825" y="5574711"/>
                <a:ext cx="1682102" cy="5145739"/>
              </a:xfrm>
              <a:custGeom>
                <a:avLst/>
                <a:gdLst>
                  <a:gd name="T0" fmla="*/ 0 w 1792"/>
                  <a:gd name="T1" fmla="*/ 0 h 5475"/>
                  <a:gd name="T2" fmla="*/ 0 w 1792"/>
                  <a:gd name="T3" fmla="*/ 1971315 h 5475"/>
                  <a:gd name="T4" fmla="*/ 644165 w 1792"/>
                  <a:gd name="T5" fmla="*/ 986018 h 5475"/>
                  <a:gd name="T6" fmla="*/ 0 w 1792"/>
                  <a:gd name="T7" fmla="*/ 0 h 547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92" h="5475">
                    <a:moveTo>
                      <a:pt x="0" y="0"/>
                    </a:moveTo>
                    <a:lnTo>
                      <a:pt x="0" y="5474"/>
                    </a:lnTo>
                    <a:lnTo>
                      <a:pt x="1791" y="273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700" dirty="0"/>
              </a:p>
            </p:txBody>
          </p:sp>
          <p:sp>
            <p:nvSpPr>
              <p:cNvPr id="6" name="Freeform 164">
                <a:extLst>
                  <a:ext uri="{FF2B5EF4-FFF2-40B4-BE49-F238E27FC236}">
                    <a16:creationId xmlns:a16="http://schemas.microsoft.com/office/drawing/2014/main" id="{B37D3DA5-5DEF-06BB-ED76-AFF085A70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5146" y="5574711"/>
                <a:ext cx="1682102" cy="5145739"/>
              </a:xfrm>
              <a:custGeom>
                <a:avLst/>
                <a:gdLst>
                  <a:gd name="T0" fmla="*/ 0 w 1792"/>
                  <a:gd name="T1" fmla="*/ 0 h 5475"/>
                  <a:gd name="T2" fmla="*/ 292770 w 1792"/>
                  <a:gd name="T3" fmla="*/ 985297 h 5475"/>
                  <a:gd name="T4" fmla="*/ 0 w 1792"/>
                  <a:gd name="T5" fmla="*/ 1971315 h 5475"/>
                  <a:gd name="T6" fmla="*/ 644165 w 1792"/>
                  <a:gd name="T7" fmla="*/ 986018 h 5475"/>
                  <a:gd name="T8" fmla="*/ 0 w 1792"/>
                  <a:gd name="T9" fmla="*/ 0 h 54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92" h="5475">
                    <a:moveTo>
                      <a:pt x="0" y="0"/>
                    </a:moveTo>
                    <a:lnTo>
                      <a:pt x="814" y="2736"/>
                    </a:lnTo>
                    <a:lnTo>
                      <a:pt x="0" y="5474"/>
                    </a:lnTo>
                    <a:lnTo>
                      <a:pt x="1791" y="273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700" dirty="0"/>
              </a:p>
            </p:txBody>
          </p:sp>
        </p:grpSp>
        <p:sp>
          <p:nvSpPr>
            <p:cNvPr id="9" name="Line 3">
              <a:extLst>
                <a:ext uri="{FF2B5EF4-FFF2-40B4-BE49-F238E27FC236}">
                  <a16:creationId xmlns:a16="http://schemas.microsoft.com/office/drawing/2014/main" id="{D39EF0CD-748B-0845-86F1-17AF5EB90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02178" y="1943174"/>
              <a:ext cx="1075347" cy="1573464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  <p:sp>
          <p:nvSpPr>
            <p:cNvPr id="17" name="Line 3">
              <a:extLst>
                <a:ext uri="{FF2B5EF4-FFF2-40B4-BE49-F238E27FC236}">
                  <a16:creationId xmlns:a16="http://schemas.microsoft.com/office/drawing/2014/main" id="{C80D4A7C-A1A0-8BA0-7758-DBBEE9127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93728" y="1943174"/>
              <a:ext cx="1075347" cy="1573464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  <p:sp>
          <p:nvSpPr>
            <p:cNvPr id="25" name="Line 3">
              <a:extLst>
                <a:ext uri="{FF2B5EF4-FFF2-40B4-BE49-F238E27FC236}">
                  <a16:creationId xmlns:a16="http://schemas.microsoft.com/office/drawing/2014/main" id="{FE6C8A86-8955-461E-8299-B1D88A3315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77047" y="1943174"/>
              <a:ext cx="1075347" cy="1573464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  <p:sp>
          <p:nvSpPr>
            <p:cNvPr id="41" name="Line 3">
              <a:extLst>
                <a:ext uri="{FF2B5EF4-FFF2-40B4-BE49-F238E27FC236}">
                  <a16:creationId xmlns:a16="http://schemas.microsoft.com/office/drawing/2014/main" id="{268079C3-19CC-1A9C-A82C-F52EB92B90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8177047" y="3510610"/>
              <a:ext cx="1075347" cy="1507225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  <p:sp>
          <p:nvSpPr>
            <p:cNvPr id="50" name="Line 3">
              <a:extLst>
                <a:ext uri="{FF2B5EF4-FFF2-40B4-BE49-F238E27FC236}">
                  <a16:creationId xmlns:a16="http://schemas.microsoft.com/office/drawing/2014/main" id="{34C7C9D8-6FED-3729-6CDF-73E11F94F5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5206903" y="3510610"/>
              <a:ext cx="1075347" cy="1507225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  <p:sp>
          <p:nvSpPr>
            <p:cNvPr id="58" name="Line 3">
              <a:extLst>
                <a:ext uri="{FF2B5EF4-FFF2-40B4-BE49-F238E27FC236}">
                  <a16:creationId xmlns:a16="http://schemas.microsoft.com/office/drawing/2014/main" id="{3EE6FAC8-54F8-41CC-F219-0DBB609472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389615" y="3510610"/>
              <a:ext cx="1075347" cy="1507225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E842139-BDFD-59E6-68B9-47F8DD4CF11C}"/>
              </a:ext>
            </a:extLst>
          </p:cNvPr>
          <p:cNvSpPr txBox="1"/>
          <p:nvPr/>
        </p:nvSpPr>
        <p:spPr>
          <a:xfrm>
            <a:off x="2451432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A41B70-F826-F5EA-2CE5-74667176D60D}"/>
              </a:ext>
            </a:extLst>
          </p:cNvPr>
          <p:cNvSpPr txBox="1"/>
          <p:nvPr/>
        </p:nvSpPr>
        <p:spPr>
          <a:xfrm>
            <a:off x="2100016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126489-3023-FA92-F857-EF1497BF4D58}"/>
              </a:ext>
            </a:extLst>
          </p:cNvPr>
          <p:cNvSpPr txBox="1"/>
          <p:nvPr/>
        </p:nvSpPr>
        <p:spPr>
          <a:xfrm>
            <a:off x="1748601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426690-A167-2A1C-232D-A361C520922A}"/>
              </a:ext>
            </a:extLst>
          </p:cNvPr>
          <p:cNvSpPr txBox="1"/>
          <p:nvPr/>
        </p:nvSpPr>
        <p:spPr>
          <a:xfrm>
            <a:off x="3716974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8F6593-F8F4-0D27-593B-B160BFD4127E}"/>
              </a:ext>
            </a:extLst>
          </p:cNvPr>
          <p:cNvSpPr txBox="1"/>
          <p:nvPr/>
        </p:nvSpPr>
        <p:spPr>
          <a:xfrm>
            <a:off x="3365558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12AB5F-3969-0701-904B-1D504E2EE82E}"/>
              </a:ext>
            </a:extLst>
          </p:cNvPr>
          <p:cNvSpPr txBox="1"/>
          <p:nvPr/>
        </p:nvSpPr>
        <p:spPr>
          <a:xfrm>
            <a:off x="3014143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78C2E2-E29B-BB8C-4682-BF59FB7CF2D7}"/>
              </a:ext>
            </a:extLst>
          </p:cNvPr>
          <p:cNvSpPr txBox="1"/>
          <p:nvPr/>
        </p:nvSpPr>
        <p:spPr>
          <a:xfrm>
            <a:off x="1859112" y="5074795"/>
            <a:ext cx="1086131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Environment</a:t>
            </a:r>
            <a:endParaRPr lang="en-US" sz="1100" b="1" dirty="0">
              <a:sym typeface="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82706-9812-F74C-334D-28DF8FB318FA}"/>
              </a:ext>
            </a:extLst>
          </p:cNvPr>
          <p:cNvSpPr txBox="1"/>
          <p:nvPr/>
        </p:nvSpPr>
        <p:spPr bwMode="hidden">
          <a:xfrm>
            <a:off x="0" y="0"/>
            <a:ext cx="12700" cy="12700"/>
          </a:xfrm>
          <a:prstGeom prst="rect">
            <a:avLst/>
          </a:prstGeom>
          <a:solidFill>
            <a:srgbClr val="FFFFFF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8834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B5E0623-9CBF-B64A-AA4E-9088C48C54F9}"/>
              </a:ext>
            </a:extLst>
          </p:cNvPr>
          <p:cNvGrpSpPr/>
          <p:nvPr/>
        </p:nvGrpSpPr>
        <p:grpSpPr>
          <a:xfrm>
            <a:off x="6828242" y="1756877"/>
            <a:ext cx="4835797" cy="4019949"/>
            <a:chOff x="6914606" y="1787369"/>
            <a:chExt cx="4934654" cy="4019949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2761310-F34B-901F-ABD5-D6D382AC1F06}"/>
                </a:ext>
              </a:extLst>
            </p:cNvPr>
            <p:cNvCxnSpPr>
              <a:cxnSpLocks/>
            </p:cNvCxnSpPr>
            <p:nvPr/>
          </p:nvCxnSpPr>
          <p:spPr>
            <a:xfrm>
              <a:off x="7414324" y="5583001"/>
              <a:ext cx="4434936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DE79D7F-5531-01D4-A2FE-1E76D94CCC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0069" y="1787369"/>
              <a:ext cx="0" cy="37817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Single Corner Rounded 12">
              <a:extLst>
                <a:ext uri="{FF2B5EF4-FFF2-40B4-BE49-F238E27FC236}">
                  <a16:creationId xmlns:a16="http://schemas.microsoft.com/office/drawing/2014/main" id="{2B4BD037-8F7C-1FD9-87DE-549A3BD084B6}"/>
                </a:ext>
              </a:extLst>
            </p:cNvPr>
            <p:cNvSpPr/>
            <p:nvPr/>
          </p:nvSpPr>
          <p:spPr>
            <a:xfrm flipH="1">
              <a:off x="8408163" y="2444394"/>
              <a:ext cx="3441097" cy="3138606"/>
            </a:xfrm>
            <a:prstGeom prst="round1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314" bIns="90314" rtlCol="0" anchor="ctr"/>
            <a:lstStyle/>
            <a:p>
              <a:pPr marL="0" marR="0" lvl="0" indent="0" algn="ct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82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Rectangle: Single Corner Rounded 13">
              <a:extLst>
                <a:ext uri="{FF2B5EF4-FFF2-40B4-BE49-F238E27FC236}">
                  <a16:creationId xmlns:a16="http://schemas.microsoft.com/office/drawing/2014/main" id="{C7F37196-45B9-F1B9-C0D8-08147B0A8D22}"/>
                </a:ext>
              </a:extLst>
            </p:cNvPr>
            <p:cNvSpPr/>
            <p:nvPr/>
          </p:nvSpPr>
          <p:spPr>
            <a:xfrm flipH="1">
              <a:off x="9268437" y="3141863"/>
              <a:ext cx="2580823" cy="2441138"/>
            </a:xfrm>
            <a:prstGeom prst="round1Rect">
              <a:avLst/>
            </a:prstGeom>
            <a:solidFill>
              <a:schemeClr val="bg1">
                <a:lumMod val="8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314" bIns="90314" rtlCol="0" anchor="ctr"/>
            <a:lstStyle/>
            <a:p>
              <a:pPr marL="0" marR="0" lvl="0" indent="0" algn="ct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82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id="{47B1C5B3-C22E-A56E-899B-AF5D49F12237}"/>
                </a:ext>
              </a:extLst>
            </p:cNvPr>
            <p:cNvSpPr/>
            <p:nvPr/>
          </p:nvSpPr>
          <p:spPr>
            <a:xfrm flipH="1">
              <a:off x="10128712" y="4099985"/>
              <a:ext cx="1720548" cy="1483016"/>
            </a:xfrm>
            <a:prstGeom prst="round1Rect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314" bIns="90314" rtlCol="0" anchor="ctr"/>
            <a:lstStyle/>
            <a:p>
              <a:pPr marL="0" marR="0" lvl="0" indent="0" algn="ct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8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313E5D5-700F-DFB4-AA2A-F8593A4680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1792" y="1801268"/>
              <a:ext cx="0" cy="3781733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6AF1E3-47B4-9F13-1F83-A88A017FEB87}"/>
                </a:ext>
              </a:extLst>
            </p:cNvPr>
            <p:cNvCxnSpPr>
              <a:cxnSpLocks/>
            </p:cNvCxnSpPr>
            <p:nvPr/>
          </p:nvCxnSpPr>
          <p:spPr>
            <a:xfrm>
              <a:off x="7414324" y="3692134"/>
              <a:ext cx="4434936" cy="0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A2C4E4-0B21-35E5-99E6-A7E67C049FC2}"/>
                </a:ext>
              </a:extLst>
            </p:cNvPr>
            <p:cNvSpPr txBox="1"/>
            <p:nvPr/>
          </p:nvSpPr>
          <p:spPr>
            <a:xfrm rot="16200000">
              <a:off x="6783107" y="3608987"/>
              <a:ext cx="84372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Feasibility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AE23D8-42C3-D44E-B7F3-0D2508DE5F7A}"/>
                </a:ext>
              </a:extLst>
            </p:cNvPr>
            <p:cNvSpPr txBox="1"/>
            <p:nvPr/>
          </p:nvSpPr>
          <p:spPr>
            <a:xfrm>
              <a:off x="9111454" y="5662271"/>
              <a:ext cx="1040677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Impact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6FA040F-90A2-B000-1CBD-A4F1BC7A568D}"/>
                </a:ext>
              </a:extLst>
            </p:cNvPr>
            <p:cNvSpPr txBox="1"/>
            <p:nvPr/>
          </p:nvSpPr>
          <p:spPr>
            <a:xfrm>
              <a:off x="7441684" y="5668819"/>
              <a:ext cx="1040677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Long-term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F78511B-2EB4-05E1-1C05-09DBFFD16B1A}"/>
                </a:ext>
              </a:extLst>
            </p:cNvPr>
            <p:cNvSpPr txBox="1"/>
            <p:nvPr/>
          </p:nvSpPr>
          <p:spPr>
            <a:xfrm>
              <a:off x="6914606" y="5445047"/>
              <a:ext cx="49971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Easy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74148F1-ACE3-96C0-4867-E677BE055B2D}"/>
                </a:ext>
              </a:extLst>
            </p:cNvPr>
            <p:cNvSpPr txBox="1"/>
            <p:nvPr/>
          </p:nvSpPr>
          <p:spPr>
            <a:xfrm>
              <a:off x="6914606" y="1801268"/>
              <a:ext cx="47676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Hard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058FA37-97F1-7AFC-4C43-2D66C55625F8}"/>
                </a:ext>
              </a:extLst>
            </p:cNvPr>
            <p:cNvSpPr txBox="1"/>
            <p:nvPr/>
          </p:nvSpPr>
          <p:spPr>
            <a:xfrm>
              <a:off x="10744782" y="5656469"/>
              <a:ext cx="1040677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Short-term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6DD5B23-4BFC-A1F3-1686-0BEC08C3D859}"/>
              </a:ext>
            </a:extLst>
          </p:cNvPr>
          <p:cNvGrpSpPr/>
          <p:nvPr/>
        </p:nvGrpSpPr>
        <p:grpSpPr>
          <a:xfrm>
            <a:off x="8482332" y="5842168"/>
            <a:ext cx="2014629" cy="179216"/>
            <a:chOff x="8482332" y="5842168"/>
            <a:chExt cx="2014629" cy="17921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7EF7D47-A0BA-DFC8-90FC-3485AE32DD5E}"/>
                </a:ext>
              </a:extLst>
            </p:cNvPr>
            <p:cNvSpPr/>
            <p:nvPr/>
          </p:nvSpPr>
          <p:spPr>
            <a:xfrm>
              <a:off x="8482332" y="5842168"/>
              <a:ext cx="648000" cy="179216"/>
            </a:xfrm>
            <a:prstGeom prst="rect">
              <a:avLst/>
            </a:prstGeom>
            <a:solidFill>
              <a:srgbClr val="C5C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686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Short-term</a:t>
              </a:r>
              <a:endParaRPr kumimoji="0" lang="en-US" sz="68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E228D7A-A5C5-8264-2386-7C11E273B7AD}"/>
                </a:ext>
              </a:extLst>
            </p:cNvPr>
            <p:cNvSpPr/>
            <p:nvPr/>
          </p:nvSpPr>
          <p:spPr>
            <a:xfrm>
              <a:off x="9153929" y="5842168"/>
              <a:ext cx="648000" cy="179216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686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Mid-term</a:t>
              </a:r>
              <a:endParaRPr kumimoji="0" lang="en-US" sz="68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0A646D-C9B1-ACCC-85F8-AB24E7C70E0F}"/>
                </a:ext>
              </a:extLst>
            </p:cNvPr>
            <p:cNvSpPr/>
            <p:nvPr/>
          </p:nvSpPr>
          <p:spPr>
            <a:xfrm>
              <a:off x="9848961" y="5842168"/>
              <a:ext cx="648000" cy="17921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686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Long-term</a:t>
              </a:r>
              <a:endParaRPr kumimoji="0" lang="en-US" sz="68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380FA5-000B-40D4-B9F1-5F725F64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Impact-feasibility matrix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F4D8A-C251-5368-B8E0-7F2559E7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3D9A2A-3524-A40D-C7C2-CEE612BC8761}"/>
              </a:ext>
            </a:extLst>
          </p:cNvPr>
          <p:cNvSpPr txBox="1"/>
          <p:nvPr/>
        </p:nvSpPr>
        <p:spPr>
          <a:xfrm>
            <a:off x="8376513" y="1371600"/>
            <a:ext cx="1747273" cy="205629"/>
          </a:xfrm>
          <a:prstGeom prst="rect">
            <a:avLst/>
          </a:prstGeom>
          <a:noFill/>
        </p:spPr>
        <p:txBody>
          <a:bodyPr wrap="none" lIns="0" tIns="0" rIns="0" bIns="36000" rtlCol="0">
            <a:spAutoFit/>
          </a:bodyPr>
          <a:lstStyle/>
          <a:p>
            <a:pPr marL="0" marR="0" lvl="0" indent="0" algn="l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Impact-feasibility matrix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92E24AD-5214-055B-1760-C3A2F901D315}"/>
              </a:ext>
            </a:extLst>
          </p:cNvPr>
          <p:cNvCxnSpPr>
            <a:cxnSpLocks/>
          </p:cNvCxnSpPr>
          <p:nvPr/>
        </p:nvCxnSpPr>
        <p:spPr>
          <a:xfrm>
            <a:off x="6671913" y="1605485"/>
            <a:ext cx="51484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1F8BB18A-9D71-4FD9-6983-966B204C3F83}"/>
              </a:ext>
            </a:extLst>
          </p:cNvPr>
          <p:cNvSpPr>
            <a:spLocks noChangeAspect="1"/>
          </p:cNvSpPr>
          <p:nvPr/>
        </p:nvSpPr>
        <p:spPr>
          <a:xfrm>
            <a:off x="10470500" y="2606876"/>
            <a:ext cx="179216" cy="17921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92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784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5</a:t>
            </a:r>
            <a:endParaRPr kumimoji="0" lang="en-US" sz="784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4FA799-4B2A-8778-89A7-B3C02E03A34A}"/>
              </a:ext>
            </a:extLst>
          </p:cNvPr>
          <p:cNvSpPr txBox="1"/>
          <p:nvPr/>
        </p:nvSpPr>
        <p:spPr>
          <a:xfrm>
            <a:off x="2625935" y="1371600"/>
            <a:ext cx="1526059" cy="205629"/>
          </a:xfrm>
          <a:prstGeom prst="rect">
            <a:avLst/>
          </a:prstGeom>
          <a:noFill/>
        </p:spPr>
        <p:txBody>
          <a:bodyPr wrap="none" lIns="0" tIns="0" rIns="0" bIns="36000" rtlCol="0">
            <a:spAutoFit/>
          </a:bodyPr>
          <a:lstStyle/>
          <a:p>
            <a:pPr marL="0" marR="0" lvl="0" indent="0" algn="l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Improvement</a:t>
            </a:r>
            <a:r>
              <a:rPr kumimoji="0" lang="de-CH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Actions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78F572B-0374-0D8C-1495-A6960BF58FB7}"/>
              </a:ext>
            </a:extLst>
          </p:cNvPr>
          <p:cNvCxnSpPr>
            <a:cxnSpLocks/>
          </p:cNvCxnSpPr>
          <p:nvPr/>
        </p:nvCxnSpPr>
        <p:spPr>
          <a:xfrm>
            <a:off x="382964" y="1605485"/>
            <a:ext cx="601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44D3AF62-DCFE-9C63-5BA9-CC4AB84965DF}"/>
              </a:ext>
            </a:extLst>
          </p:cNvPr>
          <p:cNvGraphicFramePr>
            <a:graphicFrameLocks noGrp="1"/>
          </p:cNvGraphicFramePr>
          <p:nvPr/>
        </p:nvGraphicFramePr>
        <p:xfrm>
          <a:off x="382965" y="1627061"/>
          <a:ext cx="5975837" cy="4536000"/>
        </p:xfrm>
        <a:graphic>
          <a:graphicData uri="http://schemas.openxmlformats.org/drawingml/2006/table">
            <a:tbl>
              <a:tblPr firstRow="1" bandRow="1"/>
              <a:tblGrid>
                <a:gridCol w="432000">
                  <a:extLst>
                    <a:ext uri="{9D8B030D-6E8A-4147-A177-3AD203B41FA5}">
                      <a16:colId xmlns:a16="http://schemas.microsoft.com/office/drawing/2014/main" val="3910091314"/>
                    </a:ext>
                  </a:extLst>
                </a:gridCol>
                <a:gridCol w="5543837">
                  <a:extLst>
                    <a:ext uri="{9D8B030D-6E8A-4147-A177-3AD203B41FA5}">
                      <a16:colId xmlns:a16="http://schemas.microsoft.com/office/drawing/2014/main" val="1187999677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l"/>
                      <a:r>
                        <a:rPr lang="de-CH" sz="1200" b="1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en-US" sz="1200" b="1">
                        <a:solidFill>
                          <a:schemeClr val="accent6"/>
                        </a:solidFill>
                      </a:endParaRPr>
                    </a:p>
                  </a:txBody>
                  <a:tcPr marL="72000" marR="72000" marT="36000" marB="36000" anchor="ctr">
                    <a:lnL w="6350" cmpd="sng">
                      <a:noFill/>
                    </a:lnL>
                    <a:lnR w="6350" cmpd="sng">
                      <a:noFill/>
                    </a:lnR>
                    <a:lnT w="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de-CH" sz="1100" b="1" noProof="0">
                          <a:solidFill>
                            <a:schemeClr val="tx1"/>
                          </a:solidFill>
                        </a:rPr>
                        <a:t>Action</a:t>
                      </a:r>
                      <a:r>
                        <a:rPr lang="en-US" sz="1100" b="1" noProof="0">
                          <a:solidFill>
                            <a:schemeClr val="tx1"/>
                          </a:solidFill>
                        </a:rPr>
                        <a:t> Title</a:t>
                      </a:r>
                    </a:p>
                    <a:p>
                      <a:r>
                        <a:rPr lang="en-US" sz="1100" b="0" noProof="0">
                          <a:solidFill>
                            <a:schemeClr val="tx1"/>
                          </a:solidFill>
                        </a:rPr>
                        <a:t>Action Description</a:t>
                      </a:r>
                    </a:p>
                  </a:txBody>
                  <a:tcPr marL="72000" marR="72000" marT="36000" marB="36000">
                    <a:lnL w="635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6461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/>
                      <a:r>
                        <a:rPr lang="de-CH" sz="1200" b="1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en-US" sz="1200" b="1">
                        <a:solidFill>
                          <a:schemeClr val="accent6"/>
                        </a:solidFill>
                      </a:endParaRPr>
                    </a:p>
                  </a:txBody>
                  <a:tcPr marL="72000" marR="72000" marT="36000" marB="3600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 Title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 Description</a:t>
                      </a:r>
                    </a:p>
                  </a:txBody>
                  <a:tcPr marL="72000" marR="72000" marT="36000" marB="36000">
                    <a:lnL w="6350" cmpd="sng">
                      <a:noFill/>
                    </a:lnL>
                    <a:lnR w="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36599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/>
                      <a:r>
                        <a:rPr lang="de-CH" sz="1200" b="1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en-US" sz="1200" b="1">
                        <a:solidFill>
                          <a:schemeClr val="accent6"/>
                        </a:solidFill>
                      </a:endParaRPr>
                    </a:p>
                  </a:txBody>
                  <a:tcPr marL="72000" marR="72000" marT="36000" marB="3600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 Title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 Description</a:t>
                      </a:r>
                    </a:p>
                  </a:txBody>
                  <a:tcPr marL="72000" marR="72000" marT="36000" marB="36000">
                    <a:lnL w="6350" cmpd="sng">
                      <a:noFill/>
                    </a:lnL>
                    <a:lnR w="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6511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/>
                      <a:r>
                        <a:rPr lang="de-CH" sz="1200" b="1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en-US" sz="1200" b="1">
                        <a:solidFill>
                          <a:schemeClr val="accent6"/>
                        </a:solidFill>
                      </a:endParaRPr>
                    </a:p>
                  </a:txBody>
                  <a:tcPr marL="72000" marR="72000" marT="36000" marB="3600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 Title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 Description</a:t>
                      </a:r>
                    </a:p>
                  </a:txBody>
                  <a:tcPr marL="72000" marR="72000" marT="36000" marB="36000">
                    <a:lnL w="6350" cmpd="sng">
                      <a:noFill/>
                    </a:lnL>
                    <a:lnR w="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92615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/>
                      <a:r>
                        <a:rPr lang="de-CH" sz="1200" b="1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en-US" sz="1200" b="1">
                        <a:solidFill>
                          <a:schemeClr val="accent6"/>
                        </a:solidFill>
                      </a:endParaRPr>
                    </a:p>
                  </a:txBody>
                  <a:tcPr marL="72000" marR="72000" marT="36000" marB="3600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 Title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 Description</a:t>
                      </a:r>
                    </a:p>
                  </a:txBody>
                  <a:tcPr marL="72000" marR="72000" marT="36000" marB="36000">
                    <a:lnL w="6350" cmpd="sng">
                      <a:noFill/>
                    </a:lnL>
                    <a:lnR w="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1563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/>
                      <a:r>
                        <a:rPr lang="de-CH" sz="1200" b="1">
                          <a:solidFill>
                            <a:schemeClr val="accent6"/>
                          </a:solidFill>
                        </a:rPr>
                        <a:t>6</a:t>
                      </a:r>
                      <a:endParaRPr lang="en-US" sz="1200" b="1">
                        <a:solidFill>
                          <a:schemeClr val="accent6"/>
                        </a:solidFill>
                      </a:endParaRPr>
                    </a:p>
                  </a:txBody>
                  <a:tcPr marL="72000" marR="72000" marT="36000" marB="3600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 Title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 Description</a:t>
                      </a:r>
                    </a:p>
                  </a:txBody>
                  <a:tcPr marL="72000" marR="72000" marT="36000" marB="36000">
                    <a:lnL w="6350" cmpd="sng">
                      <a:noFill/>
                    </a:lnL>
                    <a:lnR w="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62424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/>
                      <a:r>
                        <a:rPr lang="de-CH" sz="1200" b="1">
                          <a:solidFill>
                            <a:schemeClr val="accent6"/>
                          </a:solidFill>
                        </a:rPr>
                        <a:t>7</a:t>
                      </a:r>
                      <a:endParaRPr lang="en-US" sz="1200" b="1">
                        <a:solidFill>
                          <a:schemeClr val="accent6"/>
                        </a:solidFill>
                      </a:endParaRPr>
                    </a:p>
                  </a:txBody>
                  <a:tcPr marL="72000" marR="72000" marT="36000" marB="3600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 Title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Action Description</a:t>
                      </a:r>
                    </a:p>
                  </a:txBody>
                  <a:tcPr marL="72000" marR="72000" marT="36000" marB="36000">
                    <a:lnL w="6350" cmpd="sng">
                      <a:noFill/>
                    </a:lnL>
                    <a:lnR w="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187393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E315FF9F-2E79-CE4F-47C8-91B48E7159FC}"/>
              </a:ext>
            </a:extLst>
          </p:cNvPr>
          <p:cNvGrpSpPr/>
          <p:nvPr/>
        </p:nvGrpSpPr>
        <p:grpSpPr>
          <a:xfrm>
            <a:off x="6828242" y="1756877"/>
            <a:ext cx="4835797" cy="4019949"/>
            <a:chOff x="6914606" y="1787369"/>
            <a:chExt cx="4934654" cy="4019949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7231367-C9A5-7492-9E3C-A626885F750B}"/>
                </a:ext>
              </a:extLst>
            </p:cNvPr>
            <p:cNvCxnSpPr>
              <a:cxnSpLocks/>
            </p:cNvCxnSpPr>
            <p:nvPr/>
          </p:nvCxnSpPr>
          <p:spPr>
            <a:xfrm>
              <a:off x="7414324" y="5583001"/>
              <a:ext cx="4434936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56ADE64-6902-F5F8-277F-7A162E67E2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0069" y="1787369"/>
              <a:ext cx="0" cy="37817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: Single Corner Rounded 31">
              <a:extLst>
                <a:ext uri="{FF2B5EF4-FFF2-40B4-BE49-F238E27FC236}">
                  <a16:creationId xmlns:a16="http://schemas.microsoft.com/office/drawing/2014/main" id="{27AF19B7-0E87-0E84-F981-D13077B85719}"/>
                </a:ext>
              </a:extLst>
            </p:cNvPr>
            <p:cNvSpPr/>
            <p:nvPr/>
          </p:nvSpPr>
          <p:spPr>
            <a:xfrm flipH="1">
              <a:off x="8408163" y="2444394"/>
              <a:ext cx="3441097" cy="3138606"/>
            </a:xfrm>
            <a:prstGeom prst="round1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314" bIns="90314" rtlCol="0" anchor="ctr"/>
            <a:lstStyle/>
            <a:p>
              <a:pPr marL="0" marR="0" lvl="0" indent="0" algn="ct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82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3" name="Rectangle: Single Corner Rounded 32">
              <a:extLst>
                <a:ext uri="{FF2B5EF4-FFF2-40B4-BE49-F238E27FC236}">
                  <a16:creationId xmlns:a16="http://schemas.microsoft.com/office/drawing/2014/main" id="{9ABF132B-9215-0653-6F43-B70D5575C3F2}"/>
                </a:ext>
              </a:extLst>
            </p:cNvPr>
            <p:cNvSpPr/>
            <p:nvPr/>
          </p:nvSpPr>
          <p:spPr>
            <a:xfrm flipH="1">
              <a:off x="9268437" y="3141863"/>
              <a:ext cx="2580823" cy="2441138"/>
            </a:xfrm>
            <a:prstGeom prst="round1Rect">
              <a:avLst/>
            </a:prstGeom>
            <a:solidFill>
              <a:schemeClr val="bg1">
                <a:lumMod val="8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314" bIns="90314" rtlCol="0" anchor="ctr"/>
            <a:lstStyle/>
            <a:p>
              <a:pPr marL="0" marR="0" lvl="0" indent="0" algn="ct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82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" name="Rectangle: Single Corner Rounded 33">
              <a:extLst>
                <a:ext uri="{FF2B5EF4-FFF2-40B4-BE49-F238E27FC236}">
                  <a16:creationId xmlns:a16="http://schemas.microsoft.com/office/drawing/2014/main" id="{05AC6DD6-8E49-EB53-220A-55971AE55F95}"/>
                </a:ext>
              </a:extLst>
            </p:cNvPr>
            <p:cNvSpPr/>
            <p:nvPr/>
          </p:nvSpPr>
          <p:spPr>
            <a:xfrm flipH="1">
              <a:off x="10128712" y="4099985"/>
              <a:ext cx="1720548" cy="1483016"/>
            </a:xfrm>
            <a:prstGeom prst="round1Rect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314" bIns="90314" rtlCol="0" anchor="ctr"/>
            <a:lstStyle/>
            <a:p>
              <a:pPr marL="0" marR="0" lvl="0" indent="0" algn="ct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8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5FE7AD-B3F0-8C85-7A38-8E78EB889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1792" y="1801268"/>
              <a:ext cx="0" cy="3781733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2ED0955-4398-F086-EE45-3ECE2AF060B1}"/>
                </a:ext>
              </a:extLst>
            </p:cNvPr>
            <p:cNvCxnSpPr>
              <a:cxnSpLocks/>
            </p:cNvCxnSpPr>
            <p:nvPr/>
          </p:nvCxnSpPr>
          <p:spPr>
            <a:xfrm>
              <a:off x="7414324" y="3692134"/>
              <a:ext cx="4434936" cy="0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213FBEC-09F2-503E-2695-3A8664A20D6B}"/>
                </a:ext>
              </a:extLst>
            </p:cNvPr>
            <p:cNvSpPr txBox="1"/>
            <p:nvPr/>
          </p:nvSpPr>
          <p:spPr>
            <a:xfrm rot="16200000">
              <a:off x="6783107" y="3608987"/>
              <a:ext cx="84372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Feasibility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2D59AD0-1B14-8921-B7A5-50177DBEEA30}"/>
                </a:ext>
              </a:extLst>
            </p:cNvPr>
            <p:cNvSpPr txBox="1"/>
            <p:nvPr/>
          </p:nvSpPr>
          <p:spPr>
            <a:xfrm>
              <a:off x="9111454" y="5662271"/>
              <a:ext cx="1040677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Impact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8CC57B9-03F0-8C0C-6218-B9184A3DCAA9}"/>
                </a:ext>
              </a:extLst>
            </p:cNvPr>
            <p:cNvSpPr txBox="1"/>
            <p:nvPr/>
          </p:nvSpPr>
          <p:spPr>
            <a:xfrm>
              <a:off x="7441684" y="5668819"/>
              <a:ext cx="1040677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Long-term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E90ADFE-B262-EC5D-B725-868335C84C0D}"/>
                </a:ext>
              </a:extLst>
            </p:cNvPr>
            <p:cNvSpPr txBox="1"/>
            <p:nvPr/>
          </p:nvSpPr>
          <p:spPr>
            <a:xfrm>
              <a:off x="6914606" y="5445047"/>
              <a:ext cx="49971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Easy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6D9E2E2-FD16-879C-897E-4148CC72803A}"/>
                </a:ext>
              </a:extLst>
            </p:cNvPr>
            <p:cNvSpPr txBox="1"/>
            <p:nvPr/>
          </p:nvSpPr>
          <p:spPr>
            <a:xfrm>
              <a:off x="6914606" y="1801268"/>
              <a:ext cx="47676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Hard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80466AD-4A0B-1962-1161-D57735612F14}"/>
                </a:ext>
              </a:extLst>
            </p:cNvPr>
            <p:cNvSpPr txBox="1"/>
            <p:nvPr/>
          </p:nvSpPr>
          <p:spPr>
            <a:xfrm>
              <a:off x="10744782" y="5656469"/>
              <a:ext cx="1040677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2257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8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82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Short-term</a:t>
              </a:r>
            </a:p>
          </p:txBody>
        </p:sp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9A186988-BB5D-6BAE-82F0-720824154CB1}"/>
              </a:ext>
            </a:extLst>
          </p:cNvPr>
          <p:cNvSpPr>
            <a:spLocks noChangeAspect="1"/>
          </p:cNvSpPr>
          <p:nvPr/>
        </p:nvSpPr>
        <p:spPr>
          <a:xfrm>
            <a:off x="9404347" y="4415765"/>
            <a:ext cx="179216" cy="17921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92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784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1</a:t>
            </a:r>
            <a:endParaRPr kumimoji="0" lang="en-US" sz="784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850689E-2695-D7C1-57AC-50A18B540138}"/>
              </a:ext>
            </a:extLst>
          </p:cNvPr>
          <p:cNvSpPr>
            <a:spLocks noChangeAspect="1"/>
          </p:cNvSpPr>
          <p:nvPr/>
        </p:nvSpPr>
        <p:spPr>
          <a:xfrm>
            <a:off x="9757464" y="4653767"/>
            <a:ext cx="179216" cy="17921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92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784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2</a:t>
            </a:r>
            <a:endParaRPr kumimoji="0" lang="en-US" sz="784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B875249-ED3A-225A-6CD5-317494AEF8F2}"/>
              </a:ext>
            </a:extLst>
          </p:cNvPr>
          <p:cNvSpPr>
            <a:spLocks noChangeAspect="1"/>
          </p:cNvSpPr>
          <p:nvPr/>
        </p:nvSpPr>
        <p:spPr>
          <a:xfrm>
            <a:off x="9882257" y="3986321"/>
            <a:ext cx="179216" cy="17921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92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784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3</a:t>
            </a:r>
            <a:endParaRPr kumimoji="0" lang="en-US" sz="784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21B9B8E-6269-2512-61C1-B612169EB860}"/>
              </a:ext>
            </a:extLst>
          </p:cNvPr>
          <p:cNvSpPr>
            <a:spLocks noChangeAspect="1"/>
          </p:cNvSpPr>
          <p:nvPr/>
        </p:nvSpPr>
        <p:spPr>
          <a:xfrm>
            <a:off x="9245413" y="3865663"/>
            <a:ext cx="179216" cy="17921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92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784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4</a:t>
            </a:r>
            <a:endParaRPr kumimoji="0" lang="en-US" sz="784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9088781-DBE6-51AF-3FC3-1B26838F6676}"/>
              </a:ext>
            </a:extLst>
          </p:cNvPr>
          <p:cNvSpPr>
            <a:spLocks noChangeAspect="1"/>
          </p:cNvSpPr>
          <p:nvPr/>
        </p:nvSpPr>
        <p:spPr>
          <a:xfrm>
            <a:off x="10470499" y="2606876"/>
            <a:ext cx="179216" cy="17921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92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784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5</a:t>
            </a:r>
            <a:endParaRPr kumimoji="0" lang="en-US" sz="784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FD02AAB-0223-B1ED-2F29-D956F2445AC9}"/>
              </a:ext>
            </a:extLst>
          </p:cNvPr>
          <p:cNvSpPr>
            <a:spLocks noChangeAspect="1"/>
          </p:cNvSpPr>
          <p:nvPr/>
        </p:nvSpPr>
        <p:spPr>
          <a:xfrm>
            <a:off x="10166477" y="4519538"/>
            <a:ext cx="179216" cy="17921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92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784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6</a:t>
            </a:r>
            <a:endParaRPr kumimoji="0" lang="en-US" sz="784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119C409-1E3D-EA72-19AE-F6C470CF62CE}"/>
              </a:ext>
            </a:extLst>
          </p:cNvPr>
          <p:cNvSpPr>
            <a:spLocks noChangeAspect="1"/>
          </p:cNvSpPr>
          <p:nvPr/>
        </p:nvSpPr>
        <p:spPr>
          <a:xfrm>
            <a:off x="10166477" y="4122156"/>
            <a:ext cx="179216" cy="17921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92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784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7</a:t>
            </a:r>
            <a:endParaRPr kumimoji="0" lang="en-US" sz="784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451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820D41-4F1E-1748-AF4D-1A4B4856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House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8B3719-6ACA-3E59-2376-1AE1EB2745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30160" y="100540"/>
            <a:ext cx="4007104" cy="123111"/>
          </a:xfrm>
        </p:spPr>
        <p:txBody>
          <a:bodyPr/>
          <a:lstStyle/>
          <a:p>
            <a:r>
              <a:rPr lang="en-US" dirty="0"/>
              <a:t>Appendix A: Frameworks</a:t>
            </a:r>
          </a:p>
        </p:txBody>
      </p:sp>
      <p:sp>
        <p:nvSpPr>
          <p:cNvPr id="9" name="Google Shape;309;p6">
            <a:extLst>
              <a:ext uri="{FF2B5EF4-FFF2-40B4-BE49-F238E27FC236}">
                <a16:creationId xmlns:a16="http://schemas.microsoft.com/office/drawing/2014/main" id="{6C710809-E71E-4F41-BC1E-211CE36B540B}"/>
              </a:ext>
            </a:extLst>
          </p:cNvPr>
          <p:cNvSpPr/>
          <p:nvPr/>
        </p:nvSpPr>
        <p:spPr>
          <a:xfrm>
            <a:off x="985571" y="1390551"/>
            <a:ext cx="10137781" cy="8112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180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[Insert purpose and/or vision]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Google Shape;310;p6">
            <a:extLst>
              <a:ext uri="{FF2B5EF4-FFF2-40B4-BE49-F238E27FC236}">
                <a16:creationId xmlns:a16="http://schemas.microsoft.com/office/drawing/2014/main" id="{D441FF6D-61CD-6947-BDF1-886884436844}"/>
              </a:ext>
            </a:extLst>
          </p:cNvPr>
          <p:cNvSpPr/>
          <p:nvPr/>
        </p:nvSpPr>
        <p:spPr>
          <a:xfrm>
            <a:off x="985571" y="2329188"/>
            <a:ext cx="3312000" cy="73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[Insert strategic objective #1]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Google Shape;313;p6">
            <a:extLst>
              <a:ext uri="{FF2B5EF4-FFF2-40B4-BE49-F238E27FC236}">
                <a16:creationId xmlns:a16="http://schemas.microsoft.com/office/drawing/2014/main" id="{7B0B4401-BB1C-F448-8369-934ADC05C474}"/>
              </a:ext>
            </a:extLst>
          </p:cNvPr>
          <p:cNvSpPr/>
          <p:nvPr/>
        </p:nvSpPr>
        <p:spPr>
          <a:xfrm>
            <a:off x="985571" y="3193946"/>
            <a:ext cx="1003479" cy="12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[Insert strategic initiative]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Google Shape;314;p6">
            <a:extLst>
              <a:ext uri="{FF2B5EF4-FFF2-40B4-BE49-F238E27FC236}">
                <a16:creationId xmlns:a16="http://schemas.microsoft.com/office/drawing/2014/main" id="{E99CACA7-8133-464C-BC9B-2D102817BC3D}"/>
              </a:ext>
            </a:extLst>
          </p:cNvPr>
          <p:cNvSpPr/>
          <p:nvPr/>
        </p:nvSpPr>
        <p:spPr>
          <a:xfrm>
            <a:off x="2139832" y="3193946"/>
            <a:ext cx="1003479" cy="12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[Insert strategic initiative]</a:t>
            </a:r>
          </a:p>
        </p:txBody>
      </p:sp>
      <p:sp>
        <p:nvSpPr>
          <p:cNvPr id="15" name="Google Shape;315;p6">
            <a:extLst>
              <a:ext uri="{FF2B5EF4-FFF2-40B4-BE49-F238E27FC236}">
                <a16:creationId xmlns:a16="http://schemas.microsoft.com/office/drawing/2014/main" id="{AE6A5490-55E6-2144-86C1-903F8B9A89ED}"/>
              </a:ext>
            </a:extLst>
          </p:cNvPr>
          <p:cNvSpPr/>
          <p:nvPr/>
        </p:nvSpPr>
        <p:spPr>
          <a:xfrm>
            <a:off x="3294092" y="3193946"/>
            <a:ext cx="1003479" cy="12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[Insert strategic initiative]</a:t>
            </a:r>
          </a:p>
        </p:txBody>
      </p:sp>
      <p:sp>
        <p:nvSpPr>
          <p:cNvPr id="17" name="Google Shape;317;p6">
            <a:extLst>
              <a:ext uri="{FF2B5EF4-FFF2-40B4-BE49-F238E27FC236}">
                <a16:creationId xmlns:a16="http://schemas.microsoft.com/office/drawing/2014/main" id="{665F0712-BC21-B44C-89FF-AC1BB028856D}"/>
              </a:ext>
            </a:extLst>
          </p:cNvPr>
          <p:cNvSpPr/>
          <p:nvPr/>
        </p:nvSpPr>
        <p:spPr>
          <a:xfrm>
            <a:off x="985581" y="4581122"/>
            <a:ext cx="10137781" cy="392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[Insert key enabler(s)]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Google Shape;318;p6">
            <a:extLst>
              <a:ext uri="{FF2B5EF4-FFF2-40B4-BE49-F238E27FC236}">
                <a16:creationId xmlns:a16="http://schemas.microsoft.com/office/drawing/2014/main" id="{8BF3D183-A5A6-E640-B197-AE626EA5FE2D}"/>
              </a:ext>
            </a:extLst>
          </p:cNvPr>
          <p:cNvSpPr/>
          <p:nvPr/>
        </p:nvSpPr>
        <p:spPr>
          <a:xfrm>
            <a:off x="985581" y="5036754"/>
            <a:ext cx="10137781" cy="392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[Insert key enabler(s)]</a:t>
            </a:r>
          </a:p>
        </p:txBody>
      </p:sp>
      <p:sp>
        <p:nvSpPr>
          <p:cNvPr id="19" name="Google Shape;319;p6">
            <a:extLst>
              <a:ext uri="{FF2B5EF4-FFF2-40B4-BE49-F238E27FC236}">
                <a16:creationId xmlns:a16="http://schemas.microsoft.com/office/drawing/2014/main" id="{EAE31164-0C65-8143-A790-6386E55CD844}"/>
              </a:ext>
            </a:extLst>
          </p:cNvPr>
          <p:cNvSpPr/>
          <p:nvPr/>
        </p:nvSpPr>
        <p:spPr>
          <a:xfrm>
            <a:off x="985581" y="5555931"/>
            <a:ext cx="10137781" cy="738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[Insert description of other foundational elements, e.g., culture or people]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Google Shape;310;p6">
            <a:extLst>
              <a:ext uri="{FF2B5EF4-FFF2-40B4-BE49-F238E27FC236}">
                <a16:creationId xmlns:a16="http://schemas.microsoft.com/office/drawing/2014/main" id="{C806A550-0D25-6B4D-A70A-AB622A325A85}"/>
              </a:ext>
            </a:extLst>
          </p:cNvPr>
          <p:cNvSpPr/>
          <p:nvPr/>
        </p:nvSpPr>
        <p:spPr>
          <a:xfrm>
            <a:off x="4398471" y="2329188"/>
            <a:ext cx="3312000" cy="73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[Insert strategic objective #2]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Google Shape;310;p6">
            <a:extLst>
              <a:ext uri="{FF2B5EF4-FFF2-40B4-BE49-F238E27FC236}">
                <a16:creationId xmlns:a16="http://schemas.microsoft.com/office/drawing/2014/main" id="{7763431B-435D-9E46-9272-7721175CBD98}"/>
              </a:ext>
            </a:extLst>
          </p:cNvPr>
          <p:cNvSpPr/>
          <p:nvPr/>
        </p:nvSpPr>
        <p:spPr>
          <a:xfrm>
            <a:off x="7811371" y="2329188"/>
            <a:ext cx="3312000" cy="73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[Insert strategic objective #3]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Google Shape;313;p6">
            <a:extLst>
              <a:ext uri="{FF2B5EF4-FFF2-40B4-BE49-F238E27FC236}">
                <a16:creationId xmlns:a16="http://schemas.microsoft.com/office/drawing/2014/main" id="{62D41472-1E99-EC4D-AE1E-684C214C69D8}"/>
              </a:ext>
            </a:extLst>
          </p:cNvPr>
          <p:cNvSpPr/>
          <p:nvPr/>
        </p:nvSpPr>
        <p:spPr>
          <a:xfrm>
            <a:off x="4403738" y="3193946"/>
            <a:ext cx="1003479" cy="12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[Insert strategic initiative]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Google Shape;314;p6">
            <a:extLst>
              <a:ext uri="{FF2B5EF4-FFF2-40B4-BE49-F238E27FC236}">
                <a16:creationId xmlns:a16="http://schemas.microsoft.com/office/drawing/2014/main" id="{85FA4EFE-B86C-F443-99DF-F75AB093DEC7}"/>
              </a:ext>
            </a:extLst>
          </p:cNvPr>
          <p:cNvSpPr/>
          <p:nvPr/>
        </p:nvSpPr>
        <p:spPr>
          <a:xfrm>
            <a:off x="5557999" y="3193946"/>
            <a:ext cx="1003479" cy="12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[Insert strategic initiative]</a:t>
            </a:r>
          </a:p>
        </p:txBody>
      </p:sp>
      <p:sp>
        <p:nvSpPr>
          <p:cNvPr id="31" name="Google Shape;315;p6">
            <a:extLst>
              <a:ext uri="{FF2B5EF4-FFF2-40B4-BE49-F238E27FC236}">
                <a16:creationId xmlns:a16="http://schemas.microsoft.com/office/drawing/2014/main" id="{CC508E07-B2EF-014B-A8C0-418BCC20656F}"/>
              </a:ext>
            </a:extLst>
          </p:cNvPr>
          <p:cNvSpPr/>
          <p:nvPr/>
        </p:nvSpPr>
        <p:spPr>
          <a:xfrm>
            <a:off x="6712259" y="3193946"/>
            <a:ext cx="1003479" cy="12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[Insert strategic initiative]</a:t>
            </a:r>
          </a:p>
        </p:txBody>
      </p:sp>
      <p:sp>
        <p:nvSpPr>
          <p:cNvPr id="32" name="Google Shape;313;p6">
            <a:extLst>
              <a:ext uri="{FF2B5EF4-FFF2-40B4-BE49-F238E27FC236}">
                <a16:creationId xmlns:a16="http://schemas.microsoft.com/office/drawing/2014/main" id="{803D2D3B-2B66-8849-B46A-A785935AD93E}"/>
              </a:ext>
            </a:extLst>
          </p:cNvPr>
          <p:cNvSpPr/>
          <p:nvPr/>
        </p:nvSpPr>
        <p:spPr>
          <a:xfrm>
            <a:off x="7811362" y="3193946"/>
            <a:ext cx="1003479" cy="12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[Insert strategic initiative]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Google Shape;314;p6">
            <a:extLst>
              <a:ext uri="{FF2B5EF4-FFF2-40B4-BE49-F238E27FC236}">
                <a16:creationId xmlns:a16="http://schemas.microsoft.com/office/drawing/2014/main" id="{9F829AD6-AEF0-0D4B-806F-049036D9E34C}"/>
              </a:ext>
            </a:extLst>
          </p:cNvPr>
          <p:cNvSpPr/>
          <p:nvPr/>
        </p:nvSpPr>
        <p:spPr>
          <a:xfrm>
            <a:off x="8965623" y="3193946"/>
            <a:ext cx="1003479" cy="12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[Insert strategic initiative]</a:t>
            </a:r>
          </a:p>
        </p:txBody>
      </p:sp>
      <p:sp>
        <p:nvSpPr>
          <p:cNvPr id="34" name="Google Shape;315;p6">
            <a:extLst>
              <a:ext uri="{FF2B5EF4-FFF2-40B4-BE49-F238E27FC236}">
                <a16:creationId xmlns:a16="http://schemas.microsoft.com/office/drawing/2014/main" id="{FDB96FD8-A5FF-EF45-8098-DB46BA1E0144}"/>
              </a:ext>
            </a:extLst>
          </p:cNvPr>
          <p:cNvSpPr/>
          <p:nvPr/>
        </p:nvSpPr>
        <p:spPr>
          <a:xfrm>
            <a:off x="10119883" y="3193946"/>
            <a:ext cx="1003479" cy="12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[Insert strategic initiative]</a:t>
            </a:r>
          </a:p>
        </p:txBody>
      </p:sp>
    </p:spTree>
    <p:extLst>
      <p:ext uri="{BB962C8B-B14F-4D97-AF65-F5344CB8AC3E}">
        <p14:creationId xmlns:p14="http://schemas.microsoft.com/office/powerpoint/2010/main" val="371168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0481F90E-4203-2D44-BCEE-6DE3576872AE}"/>
              </a:ext>
            </a:extLst>
          </p:cNvPr>
          <p:cNvSpPr txBox="1">
            <a:spLocks/>
          </p:cNvSpPr>
          <p:nvPr/>
        </p:nvSpPr>
        <p:spPr>
          <a:xfrm>
            <a:off x="412586" y="339365"/>
            <a:ext cx="10905239" cy="775451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 – 2 lines text. Kanye, Adam Neumann, Elizabeth Holmes all walk into a Lower East Side bar and …</a:t>
            </a:r>
          </a:p>
        </p:txBody>
      </p:sp>
      <p:sp>
        <p:nvSpPr>
          <p:cNvPr id="29" name="Freeform 80">
            <a:extLst>
              <a:ext uri="{FF2B5EF4-FFF2-40B4-BE49-F238E27FC236}">
                <a16:creationId xmlns:a16="http://schemas.microsoft.com/office/drawing/2014/main" id="{AE5520D4-0ECF-4441-A4E3-DB8782B47026}"/>
              </a:ext>
            </a:extLst>
          </p:cNvPr>
          <p:cNvSpPr>
            <a:spLocks/>
          </p:cNvSpPr>
          <p:nvPr/>
        </p:nvSpPr>
        <p:spPr bwMode="auto">
          <a:xfrm>
            <a:off x="3964916" y="2118933"/>
            <a:ext cx="1646649" cy="2541327"/>
          </a:xfrm>
          <a:custGeom>
            <a:avLst/>
            <a:gdLst>
              <a:gd name="T0" fmla="*/ 725 w 739"/>
              <a:gd name="T1" fmla="*/ 1 h 1142"/>
              <a:gd name="T2" fmla="*/ 429 w 739"/>
              <a:gd name="T3" fmla="*/ 40 h 1142"/>
              <a:gd name="T4" fmla="*/ 426 w 739"/>
              <a:gd name="T5" fmla="*/ 49 h 1142"/>
              <a:gd name="T6" fmla="*/ 463 w 739"/>
              <a:gd name="T7" fmla="*/ 85 h 1142"/>
              <a:gd name="T8" fmla="*/ 153 w 739"/>
              <a:gd name="T9" fmla="*/ 395 h 1142"/>
              <a:gd name="T10" fmla="*/ 154 w 739"/>
              <a:gd name="T11" fmla="*/ 395 h 1142"/>
              <a:gd name="T12" fmla="*/ 154 w 739"/>
              <a:gd name="T13" fmla="*/ 953 h 1142"/>
              <a:gd name="T14" fmla="*/ 693 w 739"/>
              <a:gd name="T15" fmla="*/ 973 h 1142"/>
              <a:gd name="T16" fmla="*/ 387 w 739"/>
              <a:gd name="T17" fmla="*/ 1005 h 1142"/>
              <a:gd name="T18" fmla="*/ 334 w 739"/>
              <a:gd name="T19" fmla="*/ 597 h 1142"/>
              <a:gd name="T20" fmla="*/ 654 w 739"/>
              <a:gd name="T21" fmla="*/ 277 h 1142"/>
              <a:gd name="T22" fmla="*/ 691 w 739"/>
              <a:gd name="T23" fmla="*/ 313 h 1142"/>
              <a:gd name="T24" fmla="*/ 699 w 739"/>
              <a:gd name="T25" fmla="*/ 310 h 1142"/>
              <a:gd name="T26" fmla="*/ 738 w 739"/>
              <a:gd name="T27" fmla="*/ 14 h 1142"/>
              <a:gd name="T28" fmla="*/ 725 w 739"/>
              <a:gd name="T29" fmla="*/ 1 h 1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39" h="1142">
                <a:moveTo>
                  <a:pt x="725" y="1"/>
                </a:moveTo>
                <a:cubicBezTo>
                  <a:pt x="429" y="40"/>
                  <a:pt x="429" y="40"/>
                  <a:pt x="429" y="40"/>
                </a:cubicBezTo>
                <a:cubicBezTo>
                  <a:pt x="425" y="41"/>
                  <a:pt x="424" y="46"/>
                  <a:pt x="426" y="49"/>
                </a:cubicBezTo>
                <a:cubicBezTo>
                  <a:pt x="463" y="85"/>
                  <a:pt x="463" y="85"/>
                  <a:pt x="463" y="85"/>
                </a:cubicBezTo>
                <a:cubicBezTo>
                  <a:pt x="153" y="395"/>
                  <a:pt x="153" y="395"/>
                  <a:pt x="153" y="395"/>
                </a:cubicBezTo>
                <a:cubicBezTo>
                  <a:pt x="154" y="395"/>
                  <a:pt x="154" y="395"/>
                  <a:pt x="154" y="395"/>
                </a:cubicBezTo>
                <a:cubicBezTo>
                  <a:pt x="0" y="549"/>
                  <a:pt x="0" y="799"/>
                  <a:pt x="154" y="953"/>
                </a:cubicBezTo>
                <a:cubicBezTo>
                  <a:pt x="288" y="1087"/>
                  <a:pt x="524" y="1142"/>
                  <a:pt x="693" y="973"/>
                </a:cubicBezTo>
                <a:cubicBezTo>
                  <a:pt x="593" y="1031"/>
                  <a:pt x="502" y="1078"/>
                  <a:pt x="387" y="1005"/>
                </a:cubicBezTo>
                <a:cubicBezTo>
                  <a:pt x="224" y="902"/>
                  <a:pt x="232" y="699"/>
                  <a:pt x="334" y="597"/>
                </a:cubicBezTo>
                <a:cubicBezTo>
                  <a:pt x="654" y="277"/>
                  <a:pt x="654" y="277"/>
                  <a:pt x="654" y="277"/>
                </a:cubicBezTo>
                <a:cubicBezTo>
                  <a:pt x="691" y="313"/>
                  <a:pt x="691" y="313"/>
                  <a:pt x="691" y="313"/>
                </a:cubicBezTo>
                <a:cubicBezTo>
                  <a:pt x="694" y="316"/>
                  <a:pt x="698" y="314"/>
                  <a:pt x="699" y="310"/>
                </a:cubicBezTo>
                <a:cubicBezTo>
                  <a:pt x="738" y="14"/>
                  <a:pt x="738" y="14"/>
                  <a:pt x="738" y="14"/>
                </a:cubicBezTo>
                <a:cubicBezTo>
                  <a:pt x="739" y="7"/>
                  <a:pt x="733" y="0"/>
                  <a:pt x="725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0" name="Freeform 81">
            <a:extLst>
              <a:ext uri="{FF2B5EF4-FFF2-40B4-BE49-F238E27FC236}">
                <a16:creationId xmlns:a16="http://schemas.microsoft.com/office/drawing/2014/main" id="{B1BE5DBE-8DDE-45C5-85E1-869B75B8D213}"/>
              </a:ext>
            </a:extLst>
          </p:cNvPr>
          <p:cNvSpPr>
            <a:spLocks/>
          </p:cNvSpPr>
          <p:nvPr/>
        </p:nvSpPr>
        <p:spPr bwMode="auto">
          <a:xfrm>
            <a:off x="4908994" y="2118933"/>
            <a:ext cx="697080" cy="118925"/>
          </a:xfrm>
          <a:custGeom>
            <a:avLst/>
            <a:gdLst>
              <a:gd name="T0" fmla="*/ 11 w 313"/>
              <a:gd name="T1" fmla="*/ 46 h 54"/>
              <a:gd name="T2" fmla="*/ 306 w 313"/>
              <a:gd name="T3" fmla="*/ 7 h 54"/>
              <a:gd name="T4" fmla="*/ 313 w 313"/>
              <a:gd name="T5" fmla="*/ 8 h 54"/>
              <a:gd name="T6" fmla="*/ 301 w 313"/>
              <a:gd name="T7" fmla="*/ 1 h 54"/>
              <a:gd name="T8" fmla="*/ 5 w 313"/>
              <a:gd name="T9" fmla="*/ 40 h 54"/>
              <a:gd name="T10" fmla="*/ 2 w 313"/>
              <a:gd name="T11" fmla="*/ 49 h 54"/>
              <a:gd name="T12" fmla="*/ 8 w 313"/>
              <a:gd name="T13" fmla="*/ 54 h 54"/>
              <a:gd name="T14" fmla="*/ 11 w 313"/>
              <a:gd name="T15" fmla="*/ 46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3" h="54">
                <a:moveTo>
                  <a:pt x="11" y="46"/>
                </a:moveTo>
                <a:cubicBezTo>
                  <a:pt x="306" y="7"/>
                  <a:pt x="306" y="7"/>
                  <a:pt x="306" y="7"/>
                </a:cubicBezTo>
                <a:cubicBezTo>
                  <a:pt x="309" y="6"/>
                  <a:pt x="311" y="7"/>
                  <a:pt x="313" y="8"/>
                </a:cubicBezTo>
                <a:cubicBezTo>
                  <a:pt x="311" y="3"/>
                  <a:pt x="306" y="0"/>
                  <a:pt x="301" y="1"/>
                </a:cubicBezTo>
                <a:cubicBezTo>
                  <a:pt x="5" y="40"/>
                  <a:pt x="5" y="40"/>
                  <a:pt x="5" y="40"/>
                </a:cubicBezTo>
                <a:cubicBezTo>
                  <a:pt x="1" y="41"/>
                  <a:pt x="0" y="46"/>
                  <a:pt x="2" y="49"/>
                </a:cubicBezTo>
                <a:cubicBezTo>
                  <a:pt x="8" y="54"/>
                  <a:pt x="8" y="54"/>
                  <a:pt x="8" y="54"/>
                </a:cubicBezTo>
                <a:cubicBezTo>
                  <a:pt x="5" y="51"/>
                  <a:pt x="7" y="46"/>
                  <a:pt x="11" y="46"/>
                </a:cubicBezTo>
                <a:close/>
              </a:path>
            </a:pathLst>
          </a:custGeom>
          <a:solidFill>
            <a:srgbClr val="385D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1" name="Freeform 82">
            <a:extLst>
              <a:ext uri="{FF2B5EF4-FFF2-40B4-BE49-F238E27FC236}">
                <a16:creationId xmlns:a16="http://schemas.microsoft.com/office/drawing/2014/main" id="{B22585EA-A0F6-4C64-8052-13EBA7B3FE00}"/>
              </a:ext>
            </a:extLst>
          </p:cNvPr>
          <p:cNvSpPr>
            <a:spLocks/>
          </p:cNvSpPr>
          <p:nvPr/>
        </p:nvSpPr>
        <p:spPr bwMode="auto">
          <a:xfrm>
            <a:off x="3964916" y="2307382"/>
            <a:ext cx="1042878" cy="1937556"/>
          </a:xfrm>
          <a:custGeom>
            <a:avLst/>
            <a:gdLst>
              <a:gd name="T0" fmla="*/ 160 w 468"/>
              <a:gd name="T1" fmla="*/ 315 h 871"/>
              <a:gd name="T2" fmla="*/ 158 w 468"/>
              <a:gd name="T3" fmla="*/ 315 h 871"/>
              <a:gd name="T4" fmla="*/ 468 w 468"/>
              <a:gd name="T5" fmla="*/ 5 h 871"/>
              <a:gd name="T6" fmla="*/ 463 w 468"/>
              <a:gd name="T7" fmla="*/ 0 h 871"/>
              <a:gd name="T8" fmla="*/ 153 w 468"/>
              <a:gd name="T9" fmla="*/ 310 h 871"/>
              <a:gd name="T10" fmla="*/ 154 w 468"/>
              <a:gd name="T11" fmla="*/ 310 h 871"/>
              <a:gd name="T12" fmla="*/ 154 w 468"/>
              <a:gd name="T13" fmla="*/ 868 h 871"/>
              <a:gd name="T14" fmla="*/ 157 w 468"/>
              <a:gd name="T15" fmla="*/ 871 h 871"/>
              <a:gd name="T16" fmla="*/ 160 w 468"/>
              <a:gd name="T17" fmla="*/ 315 h 8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8" h="871">
                <a:moveTo>
                  <a:pt x="160" y="315"/>
                </a:moveTo>
                <a:cubicBezTo>
                  <a:pt x="158" y="315"/>
                  <a:pt x="158" y="315"/>
                  <a:pt x="158" y="315"/>
                </a:cubicBezTo>
                <a:cubicBezTo>
                  <a:pt x="468" y="5"/>
                  <a:pt x="468" y="5"/>
                  <a:pt x="468" y="5"/>
                </a:cubicBezTo>
                <a:cubicBezTo>
                  <a:pt x="463" y="0"/>
                  <a:pt x="463" y="0"/>
                  <a:pt x="463" y="0"/>
                </a:cubicBezTo>
                <a:cubicBezTo>
                  <a:pt x="153" y="310"/>
                  <a:pt x="153" y="310"/>
                  <a:pt x="153" y="310"/>
                </a:cubicBezTo>
                <a:cubicBezTo>
                  <a:pt x="154" y="310"/>
                  <a:pt x="154" y="310"/>
                  <a:pt x="154" y="310"/>
                </a:cubicBezTo>
                <a:cubicBezTo>
                  <a:pt x="0" y="464"/>
                  <a:pt x="0" y="714"/>
                  <a:pt x="154" y="868"/>
                </a:cubicBezTo>
                <a:cubicBezTo>
                  <a:pt x="155" y="869"/>
                  <a:pt x="156" y="870"/>
                  <a:pt x="157" y="871"/>
                </a:cubicBezTo>
                <a:cubicBezTo>
                  <a:pt x="5" y="717"/>
                  <a:pt x="6" y="468"/>
                  <a:pt x="160" y="315"/>
                </a:cubicBezTo>
                <a:close/>
              </a:path>
            </a:pathLst>
          </a:custGeom>
          <a:solidFill>
            <a:srgbClr val="385D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2" name="Freeform 83">
            <a:extLst>
              <a:ext uri="{FF2B5EF4-FFF2-40B4-BE49-F238E27FC236}">
                <a16:creationId xmlns:a16="http://schemas.microsoft.com/office/drawing/2014/main" id="{FFEC9809-B37B-4028-BFC3-F25C2BB79F48}"/>
              </a:ext>
            </a:extLst>
          </p:cNvPr>
          <p:cNvSpPr>
            <a:spLocks/>
          </p:cNvSpPr>
          <p:nvPr/>
        </p:nvSpPr>
        <p:spPr bwMode="auto">
          <a:xfrm>
            <a:off x="4586983" y="3326475"/>
            <a:ext cx="1145336" cy="1148994"/>
          </a:xfrm>
          <a:custGeom>
            <a:avLst/>
            <a:gdLst>
              <a:gd name="T0" fmla="*/ 91 w 515"/>
              <a:gd name="T1" fmla="*/ 424 h 516"/>
              <a:gd name="T2" fmla="*/ 424 w 515"/>
              <a:gd name="T3" fmla="*/ 424 h 516"/>
              <a:gd name="T4" fmla="*/ 424 w 515"/>
              <a:gd name="T5" fmla="*/ 92 h 516"/>
              <a:gd name="T6" fmla="*/ 91 w 515"/>
              <a:gd name="T7" fmla="*/ 92 h 516"/>
              <a:gd name="T8" fmla="*/ 91 w 515"/>
              <a:gd name="T9" fmla="*/ 424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5" h="516">
                <a:moveTo>
                  <a:pt x="91" y="424"/>
                </a:moveTo>
                <a:cubicBezTo>
                  <a:pt x="183" y="516"/>
                  <a:pt x="332" y="516"/>
                  <a:pt x="424" y="424"/>
                </a:cubicBezTo>
                <a:cubicBezTo>
                  <a:pt x="515" y="332"/>
                  <a:pt x="515" y="184"/>
                  <a:pt x="424" y="92"/>
                </a:cubicBezTo>
                <a:cubicBezTo>
                  <a:pt x="332" y="0"/>
                  <a:pt x="183" y="0"/>
                  <a:pt x="91" y="92"/>
                </a:cubicBezTo>
                <a:cubicBezTo>
                  <a:pt x="0" y="184"/>
                  <a:pt x="0" y="332"/>
                  <a:pt x="91" y="42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3" name="Freeform 84">
            <a:extLst>
              <a:ext uri="{FF2B5EF4-FFF2-40B4-BE49-F238E27FC236}">
                <a16:creationId xmlns:a16="http://schemas.microsoft.com/office/drawing/2014/main" id="{936B0283-7FF8-4BD5-A947-B7BF05F9E703}"/>
              </a:ext>
            </a:extLst>
          </p:cNvPr>
          <p:cNvSpPr>
            <a:spLocks/>
          </p:cNvSpPr>
          <p:nvPr/>
        </p:nvSpPr>
        <p:spPr bwMode="auto">
          <a:xfrm>
            <a:off x="5351759" y="1754840"/>
            <a:ext cx="2543157" cy="1648478"/>
          </a:xfrm>
          <a:custGeom>
            <a:avLst/>
            <a:gdLst>
              <a:gd name="T0" fmla="*/ 1141 w 1142"/>
              <a:gd name="T1" fmla="*/ 725 h 740"/>
              <a:gd name="T2" fmla="*/ 1102 w 1142"/>
              <a:gd name="T3" fmla="*/ 430 h 740"/>
              <a:gd name="T4" fmla="*/ 1094 w 1142"/>
              <a:gd name="T5" fmla="*/ 427 h 740"/>
              <a:gd name="T6" fmla="*/ 1057 w 1142"/>
              <a:gd name="T7" fmla="*/ 463 h 740"/>
              <a:gd name="T8" fmla="*/ 747 w 1142"/>
              <a:gd name="T9" fmla="*/ 153 h 740"/>
              <a:gd name="T10" fmla="*/ 748 w 1142"/>
              <a:gd name="T11" fmla="*/ 155 h 740"/>
              <a:gd name="T12" fmla="*/ 189 w 1142"/>
              <a:gd name="T13" fmla="*/ 155 h 740"/>
              <a:gd name="T14" fmla="*/ 169 w 1142"/>
              <a:gd name="T15" fmla="*/ 693 h 740"/>
              <a:gd name="T16" fmla="*/ 137 w 1142"/>
              <a:gd name="T17" fmla="*/ 387 h 740"/>
              <a:gd name="T18" fmla="*/ 545 w 1142"/>
              <a:gd name="T19" fmla="*/ 334 h 740"/>
              <a:gd name="T20" fmla="*/ 866 w 1142"/>
              <a:gd name="T21" fmla="*/ 655 h 740"/>
              <a:gd name="T22" fmla="*/ 829 w 1142"/>
              <a:gd name="T23" fmla="*/ 691 h 740"/>
              <a:gd name="T24" fmla="*/ 832 w 1142"/>
              <a:gd name="T25" fmla="*/ 700 h 740"/>
              <a:gd name="T26" fmla="*/ 1128 w 1142"/>
              <a:gd name="T27" fmla="*/ 739 h 740"/>
              <a:gd name="T28" fmla="*/ 1141 w 1142"/>
              <a:gd name="T29" fmla="*/ 725 h 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42" h="740">
                <a:moveTo>
                  <a:pt x="1141" y="725"/>
                </a:moveTo>
                <a:cubicBezTo>
                  <a:pt x="1102" y="430"/>
                  <a:pt x="1102" y="430"/>
                  <a:pt x="1102" y="430"/>
                </a:cubicBezTo>
                <a:cubicBezTo>
                  <a:pt x="1101" y="426"/>
                  <a:pt x="1096" y="424"/>
                  <a:pt x="1094" y="427"/>
                </a:cubicBezTo>
                <a:cubicBezTo>
                  <a:pt x="1057" y="463"/>
                  <a:pt x="1057" y="463"/>
                  <a:pt x="1057" y="463"/>
                </a:cubicBezTo>
                <a:cubicBezTo>
                  <a:pt x="747" y="153"/>
                  <a:pt x="747" y="153"/>
                  <a:pt x="747" y="153"/>
                </a:cubicBezTo>
                <a:cubicBezTo>
                  <a:pt x="748" y="155"/>
                  <a:pt x="748" y="155"/>
                  <a:pt x="748" y="155"/>
                </a:cubicBezTo>
                <a:cubicBezTo>
                  <a:pt x="593" y="0"/>
                  <a:pt x="343" y="0"/>
                  <a:pt x="189" y="155"/>
                </a:cubicBezTo>
                <a:cubicBezTo>
                  <a:pt x="55" y="289"/>
                  <a:pt x="0" y="524"/>
                  <a:pt x="169" y="693"/>
                </a:cubicBezTo>
                <a:cubicBezTo>
                  <a:pt x="111" y="594"/>
                  <a:pt x="64" y="502"/>
                  <a:pt x="137" y="387"/>
                </a:cubicBezTo>
                <a:cubicBezTo>
                  <a:pt x="240" y="224"/>
                  <a:pt x="444" y="233"/>
                  <a:pt x="545" y="334"/>
                </a:cubicBezTo>
                <a:cubicBezTo>
                  <a:pt x="866" y="655"/>
                  <a:pt x="866" y="655"/>
                  <a:pt x="866" y="655"/>
                </a:cubicBezTo>
                <a:cubicBezTo>
                  <a:pt x="829" y="691"/>
                  <a:pt x="829" y="691"/>
                  <a:pt x="829" y="691"/>
                </a:cubicBezTo>
                <a:cubicBezTo>
                  <a:pt x="826" y="694"/>
                  <a:pt x="828" y="699"/>
                  <a:pt x="832" y="700"/>
                </a:cubicBezTo>
                <a:cubicBezTo>
                  <a:pt x="1128" y="739"/>
                  <a:pt x="1128" y="739"/>
                  <a:pt x="1128" y="739"/>
                </a:cubicBezTo>
                <a:cubicBezTo>
                  <a:pt x="1135" y="740"/>
                  <a:pt x="1142" y="733"/>
                  <a:pt x="1141" y="72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4" name="Freeform 85">
            <a:extLst>
              <a:ext uri="{FF2B5EF4-FFF2-40B4-BE49-F238E27FC236}">
                <a16:creationId xmlns:a16="http://schemas.microsoft.com/office/drawing/2014/main" id="{C9597630-5181-4F63-994D-9E8D4E7A3CF2}"/>
              </a:ext>
            </a:extLst>
          </p:cNvPr>
          <p:cNvSpPr>
            <a:spLocks/>
          </p:cNvSpPr>
          <p:nvPr/>
        </p:nvSpPr>
        <p:spPr bwMode="auto">
          <a:xfrm>
            <a:off x="7774162" y="2698918"/>
            <a:ext cx="120755" cy="698910"/>
          </a:xfrm>
          <a:custGeom>
            <a:avLst/>
            <a:gdLst>
              <a:gd name="T0" fmla="*/ 8 w 54"/>
              <a:gd name="T1" fmla="*/ 11 h 314"/>
              <a:gd name="T2" fmla="*/ 48 w 54"/>
              <a:gd name="T3" fmla="*/ 307 h 314"/>
              <a:gd name="T4" fmla="*/ 46 w 54"/>
              <a:gd name="T5" fmla="*/ 314 h 314"/>
              <a:gd name="T6" fmla="*/ 53 w 54"/>
              <a:gd name="T7" fmla="*/ 301 h 314"/>
              <a:gd name="T8" fmla="*/ 14 w 54"/>
              <a:gd name="T9" fmla="*/ 6 h 314"/>
              <a:gd name="T10" fmla="*/ 6 w 54"/>
              <a:gd name="T11" fmla="*/ 3 h 314"/>
              <a:gd name="T12" fmla="*/ 0 w 54"/>
              <a:gd name="T13" fmla="*/ 8 h 314"/>
              <a:gd name="T14" fmla="*/ 8 w 54"/>
              <a:gd name="T15" fmla="*/ 11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4" h="314">
                <a:moveTo>
                  <a:pt x="8" y="11"/>
                </a:moveTo>
                <a:cubicBezTo>
                  <a:pt x="48" y="307"/>
                  <a:pt x="48" y="307"/>
                  <a:pt x="48" y="307"/>
                </a:cubicBezTo>
                <a:cubicBezTo>
                  <a:pt x="48" y="309"/>
                  <a:pt x="47" y="312"/>
                  <a:pt x="46" y="314"/>
                </a:cubicBezTo>
                <a:cubicBezTo>
                  <a:pt x="51" y="311"/>
                  <a:pt x="54" y="307"/>
                  <a:pt x="53" y="301"/>
                </a:cubicBezTo>
                <a:cubicBezTo>
                  <a:pt x="14" y="6"/>
                  <a:pt x="14" y="6"/>
                  <a:pt x="14" y="6"/>
                </a:cubicBezTo>
                <a:cubicBezTo>
                  <a:pt x="13" y="2"/>
                  <a:pt x="8" y="0"/>
                  <a:pt x="6" y="3"/>
                </a:cubicBezTo>
                <a:cubicBezTo>
                  <a:pt x="0" y="8"/>
                  <a:pt x="0" y="8"/>
                  <a:pt x="0" y="8"/>
                </a:cubicBezTo>
                <a:cubicBezTo>
                  <a:pt x="3" y="5"/>
                  <a:pt x="8" y="7"/>
                  <a:pt x="8" y="11"/>
                </a:cubicBezTo>
                <a:close/>
              </a:path>
            </a:pathLst>
          </a:custGeom>
          <a:solidFill>
            <a:srgbClr val="010F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5" name="Freeform 86">
            <a:extLst>
              <a:ext uri="{FF2B5EF4-FFF2-40B4-BE49-F238E27FC236}">
                <a16:creationId xmlns:a16="http://schemas.microsoft.com/office/drawing/2014/main" id="{8350011E-8389-40C7-AD9D-25A60B5E4A15}"/>
              </a:ext>
            </a:extLst>
          </p:cNvPr>
          <p:cNvSpPr>
            <a:spLocks/>
          </p:cNvSpPr>
          <p:nvPr/>
        </p:nvSpPr>
        <p:spPr bwMode="auto">
          <a:xfrm>
            <a:off x="5767081" y="1754840"/>
            <a:ext cx="1937556" cy="1044706"/>
          </a:xfrm>
          <a:custGeom>
            <a:avLst/>
            <a:gdLst>
              <a:gd name="T0" fmla="*/ 556 w 871"/>
              <a:gd name="T1" fmla="*/ 160 h 469"/>
              <a:gd name="T2" fmla="*/ 556 w 871"/>
              <a:gd name="T3" fmla="*/ 159 h 469"/>
              <a:gd name="T4" fmla="*/ 866 w 871"/>
              <a:gd name="T5" fmla="*/ 469 h 469"/>
              <a:gd name="T6" fmla="*/ 871 w 871"/>
              <a:gd name="T7" fmla="*/ 463 h 469"/>
              <a:gd name="T8" fmla="*/ 561 w 871"/>
              <a:gd name="T9" fmla="*/ 153 h 469"/>
              <a:gd name="T10" fmla="*/ 562 w 871"/>
              <a:gd name="T11" fmla="*/ 155 h 469"/>
              <a:gd name="T12" fmla="*/ 3 w 871"/>
              <a:gd name="T13" fmla="*/ 155 h 469"/>
              <a:gd name="T14" fmla="*/ 0 w 871"/>
              <a:gd name="T15" fmla="*/ 158 h 469"/>
              <a:gd name="T16" fmla="*/ 556 w 871"/>
              <a:gd name="T17" fmla="*/ 160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71" h="469">
                <a:moveTo>
                  <a:pt x="556" y="160"/>
                </a:moveTo>
                <a:cubicBezTo>
                  <a:pt x="556" y="159"/>
                  <a:pt x="556" y="159"/>
                  <a:pt x="556" y="159"/>
                </a:cubicBezTo>
                <a:cubicBezTo>
                  <a:pt x="866" y="469"/>
                  <a:pt x="866" y="469"/>
                  <a:pt x="866" y="469"/>
                </a:cubicBezTo>
                <a:cubicBezTo>
                  <a:pt x="871" y="463"/>
                  <a:pt x="871" y="463"/>
                  <a:pt x="871" y="463"/>
                </a:cubicBezTo>
                <a:cubicBezTo>
                  <a:pt x="561" y="153"/>
                  <a:pt x="561" y="153"/>
                  <a:pt x="561" y="153"/>
                </a:cubicBezTo>
                <a:cubicBezTo>
                  <a:pt x="562" y="155"/>
                  <a:pt x="562" y="155"/>
                  <a:pt x="562" y="155"/>
                </a:cubicBezTo>
                <a:cubicBezTo>
                  <a:pt x="407" y="0"/>
                  <a:pt x="157" y="0"/>
                  <a:pt x="3" y="155"/>
                </a:cubicBezTo>
                <a:cubicBezTo>
                  <a:pt x="2" y="156"/>
                  <a:pt x="1" y="157"/>
                  <a:pt x="0" y="158"/>
                </a:cubicBezTo>
                <a:cubicBezTo>
                  <a:pt x="154" y="6"/>
                  <a:pt x="403" y="7"/>
                  <a:pt x="556" y="160"/>
                </a:cubicBezTo>
                <a:close/>
              </a:path>
            </a:pathLst>
          </a:custGeom>
          <a:solidFill>
            <a:srgbClr val="010F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6" name="Freeform 87">
            <a:extLst>
              <a:ext uri="{FF2B5EF4-FFF2-40B4-BE49-F238E27FC236}">
                <a16:creationId xmlns:a16="http://schemas.microsoft.com/office/drawing/2014/main" id="{D5138C46-487D-4533-8E82-ABD5326D3678}"/>
              </a:ext>
            </a:extLst>
          </p:cNvPr>
          <p:cNvSpPr>
            <a:spLocks/>
          </p:cNvSpPr>
          <p:nvPr/>
        </p:nvSpPr>
        <p:spPr bwMode="auto">
          <a:xfrm>
            <a:off x="5536550" y="2376907"/>
            <a:ext cx="1148995" cy="1147165"/>
          </a:xfrm>
          <a:custGeom>
            <a:avLst/>
            <a:gdLst>
              <a:gd name="T0" fmla="*/ 92 w 516"/>
              <a:gd name="T1" fmla="*/ 92 h 516"/>
              <a:gd name="T2" fmla="*/ 92 w 516"/>
              <a:gd name="T3" fmla="*/ 424 h 516"/>
              <a:gd name="T4" fmla="*/ 424 w 516"/>
              <a:gd name="T5" fmla="*/ 424 h 516"/>
              <a:gd name="T6" fmla="*/ 424 w 516"/>
              <a:gd name="T7" fmla="*/ 92 h 516"/>
              <a:gd name="T8" fmla="*/ 92 w 516"/>
              <a:gd name="T9" fmla="*/ 92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6" h="516">
                <a:moveTo>
                  <a:pt x="92" y="92"/>
                </a:moveTo>
                <a:cubicBezTo>
                  <a:pt x="0" y="184"/>
                  <a:pt x="0" y="332"/>
                  <a:pt x="92" y="424"/>
                </a:cubicBezTo>
                <a:cubicBezTo>
                  <a:pt x="184" y="516"/>
                  <a:pt x="333" y="516"/>
                  <a:pt x="424" y="424"/>
                </a:cubicBezTo>
                <a:cubicBezTo>
                  <a:pt x="516" y="332"/>
                  <a:pt x="516" y="184"/>
                  <a:pt x="424" y="92"/>
                </a:cubicBezTo>
                <a:cubicBezTo>
                  <a:pt x="333" y="0"/>
                  <a:pt x="184" y="0"/>
                  <a:pt x="92" y="9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7" name="Freeform 88">
            <a:extLst>
              <a:ext uri="{FF2B5EF4-FFF2-40B4-BE49-F238E27FC236}">
                <a16:creationId xmlns:a16="http://schemas.microsoft.com/office/drawing/2014/main" id="{B41C5E89-588F-4E57-A0CC-858E715E59DB}"/>
              </a:ext>
            </a:extLst>
          </p:cNvPr>
          <p:cNvSpPr>
            <a:spLocks/>
          </p:cNvSpPr>
          <p:nvPr/>
        </p:nvSpPr>
        <p:spPr bwMode="auto">
          <a:xfrm>
            <a:off x="6592234" y="3138026"/>
            <a:ext cx="1648479" cy="2541327"/>
          </a:xfrm>
          <a:custGeom>
            <a:avLst/>
            <a:gdLst>
              <a:gd name="T0" fmla="*/ 15 w 740"/>
              <a:gd name="T1" fmla="*/ 1141 h 1142"/>
              <a:gd name="T2" fmla="*/ 310 w 740"/>
              <a:gd name="T3" fmla="*/ 1102 h 1142"/>
              <a:gd name="T4" fmla="*/ 313 w 740"/>
              <a:gd name="T5" fmla="*/ 1094 h 1142"/>
              <a:gd name="T6" fmla="*/ 277 w 740"/>
              <a:gd name="T7" fmla="*/ 1057 h 1142"/>
              <a:gd name="T8" fmla="*/ 587 w 740"/>
              <a:gd name="T9" fmla="*/ 747 h 1142"/>
              <a:gd name="T10" fmla="*/ 585 w 740"/>
              <a:gd name="T11" fmla="*/ 748 h 1142"/>
              <a:gd name="T12" fmla="*/ 585 w 740"/>
              <a:gd name="T13" fmla="*/ 189 h 1142"/>
              <a:gd name="T14" fmla="*/ 47 w 740"/>
              <a:gd name="T15" fmla="*/ 169 h 1142"/>
              <a:gd name="T16" fmla="*/ 353 w 740"/>
              <a:gd name="T17" fmla="*/ 137 h 1142"/>
              <a:gd name="T18" fmla="*/ 406 w 740"/>
              <a:gd name="T19" fmla="*/ 545 h 1142"/>
              <a:gd name="T20" fmla="*/ 85 w 740"/>
              <a:gd name="T21" fmla="*/ 866 h 1142"/>
              <a:gd name="T22" fmla="*/ 49 w 740"/>
              <a:gd name="T23" fmla="*/ 829 h 1142"/>
              <a:gd name="T24" fmla="*/ 41 w 740"/>
              <a:gd name="T25" fmla="*/ 832 h 1142"/>
              <a:gd name="T26" fmla="*/ 1 w 740"/>
              <a:gd name="T27" fmla="*/ 1128 h 1142"/>
              <a:gd name="T28" fmla="*/ 15 w 740"/>
              <a:gd name="T29" fmla="*/ 1141 h 1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40" h="1142">
                <a:moveTo>
                  <a:pt x="15" y="1141"/>
                </a:moveTo>
                <a:cubicBezTo>
                  <a:pt x="310" y="1102"/>
                  <a:pt x="310" y="1102"/>
                  <a:pt x="310" y="1102"/>
                </a:cubicBezTo>
                <a:cubicBezTo>
                  <a:pt x="314" y="1101"/>
                  <a:pt x="316" y="1096"/>
                  <a:pt x="313" y="1094"/>
                </a:cubicBezTo>
                <a:cubicBezTo>
                  <a:pt x="277" y="1057"/>
                  <a:pt x="277" y="1057"/>
                  <a:pt x="277" y="1057"/>
                </a:cubicBezTo>
                <a:cubicBezTo>
                  <a:pt x="587" y="747"/>
                  <a:pt x="587" y="747"/>
                  <a:pt x="587" y="747"/>
                </a:cubicBezTo>
                <a:cubicBezTo>
                  <a:pt x="585" y="748"/>
                  <a:pt x="585" y="748"/>
                  <a:pt x="585" y="748"/>
                </a:cubicBezTo>
                <a:cubicBezTo>
                  <a:pt x="740" y="593"/>
                  <a:pt x="740" y="343"/>
                  <a:pt x="585" y="189"/>
                </a:cubicBezTo>
                <a:cubicBezTo>
                  <a:pt x="451" y="55"/>
                  <a:pt x="216" y="0"/>
                  <a:pt x="47" y="169"/>
                </a:cubicBezTo>
                <a:cubicBezTo>
                  <a:pt x="146" y="111"/>
                  <a:pt x="238" y="64"/>
                  <a:pt x="353" y="137"/>
                </a:cubicBezTo>
                <a:cubicBezTo>
                  <a:pt x="516" y="240"/>
                  <a:pt x="507" y="444"/>
                  <a:pt x="406" y="545"/>
                </a:cubicBezTo>
                <a:cubicBezTo>
                  <a:pt x="85" y="866"/>
                  <a:pt x="85" y="866"/>
                  <a:pt x="85" y="866"/>
                </a:cubicBezTo>
                <a:cubicBezTo>
                  <a:pt x="49" y="829"/>
                  <a:pt x="49" y="829"/>
                  <a:pt x="49" y="829"/>
                </a:cubicBezTo>
                <a:cubicBezTo>
                  <a:pt x="46" y="826"/>
                  <a:pt x="41" y="828"/>
                  <a:pt x="41" y="832"/>
                </a:cubicBezTo>
                <a:cubicBezTo>
                  <a:pt x="1" y="1128"/>
                  <a:pt x="1" y="1128"/>
                  <a:pt x="1" y="1128"/>
                </a:cubicBezTo>
                <a:cubicBezTo>
                  <a:pt x="0" y="1135"/>
                  <a:pt x="7" y="1142"/>
                  <a:pt x="15" y="114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8" name="Freeform 89">
            <a:extLst>
              <a:ext uri="{FF2B5EF4-FFF2-40B4-BE49-F238E27FC236}">
                <a16:creationId xmlns:a16="http://schemas.microsoft.com/office/drawing/2014/main" id="{5E7AFE61-4D1F-4793-A6A6-031EFDAC868F}"/>
              </a:ext>
            </a:extLst>
          </p:cNvPr>
          <p:cNvSpPr>
            <a:spLocks/>
          </p:cNvSpPr>
          <p:nvPr/>
        </p:nvSpPr>
        <p:spPr bwMode="auto">
          <a:xfrm>
            <a:off x="6597723" y="5558598"/>
            <a:ext cx="698910" cy="120755"/>
          </a:xfrm>
          <a:custGeom>
            <a:avLst/>
            <a:gdLst>
              <a:gd name="T0" fmla="*/ 303 w 314"/>
              <a:gd name="T1" fmla="*/ 8 h 54"/>
              <a:gd name="T2" fmla="*/ 7 w 314"/>
              <a:gd name="T3" fmla="*/ 48 h 54"/>
              <a:gd name="T4" fmla="*/ 0 w 314"/>
              <a:gd name="T5" fmla="*/ 46 h 54"/>
              <a:gd name="T6" fmla="*/ 13 w 314"/>
              <a:gd name="T7" fmla="*/ 53 h 54"/>
              <a:gd name="T8" fmla="*/ 308 w 314"/>
              <a:gd name="T9" fmla="*/ 14 h 54"/>
              <a:gd name="T10" fmla="*/ 311 w 314"/>
              <a:gd name="T11" fmla="*/ 6 h 54"/>
              <a:gd name="T12" fmla="*/ 306 w 314"/>
              <a:gd name="T13" fmla="*/ 0 h 54"/>
              <a:gd name="T14" fmla="*/ 303 w 314"/>
              <a:gd name="T15" fmla="*/ 8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4" h="54">
                <a:moveTo>
                  <a:pt x="303" y="8"/>
                </a:moveTo>
                <a:cubicBezTo>
                  <a:pt x="7" y="48"/>
                  <a:pt x="7" y="48"/>
                  <a:pt x="7" y="48"/>
                </a:cubicBezTo>
                <a:cubicBezTo>
                  <a:pt x="5" y="48"/>
                  <a:pt x="2" y="47"/>
                  <a:pt x="0" y="46"/>
                </a:cubicBezTo>
                <a:cubicBezTo>
                  <a:pt x="3" y="51"/>
                  <a:pt x="7" y="54"/>
                  <a:pt x="13" y="53"/>
                </a:cubicBezTo>
                <a:cubicBezTo>
                  <a:pt x="308" y="14"/>
                  <a:pt x="308" y="14"/>
                  <a:pt x="308" y="14"/>
                </a:cubicBezTo>
                <a:cubicBezTo>
                  <a:pt x="312" y="13"/>
                  <a:pt x="314" y="8"/>
                  <a:pt x="311" y="6"/>
                </a:cubicBezTo>
                <a:cubicBezTo>
                  <a:pt x="306" y="0"/>
                  <a:pt x="306" y="0"/>
                  <a:pt x="306" y="0"/>
                </a:cubicBezTo>
                <a:cubicBezTo>
                  <a:pt x="309" y="3"/>
                  <a:pt x="307" y="8"/>
                  <a:pt x="303" y="8"/>
                </a:cubicBezTo>
                <a:close/>
              </a:path>
            </a:pathLst>
          </a:custGeom>
          <a:solidFill>
            <a:srgbClr val="0221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9" name="Freeform 90">
            <a:extLst>
              <a:ext uri="{FF2B5EF4-FFF2-40B4-BE49-F238E27FC236}">
                <a16:creationId xmlns:a16="http://schemas.microsoft.com/office/drawing/2014/main" id="{CFCC28AE-8502-4302-847F-960F40D4B07A}"/>
              </a:ext>
            </a:extLst>
          </p:cNvPr>
          <p:cNvSpPr>
            <a:spLocks/>
          </p:cNvSpPr>
          <p:nvPr/>
        </p:nvSpPr>
        <p:spPr bwMode="auto">
          <a:xfrm>
            <a:off x="7196005" y="3551517"/>
            <a:ext cx="1044706" cy="1937556"/>
          </a:xfrm>
          <a:custGeom>
            <a:avLst/>
            <a:gdLst>
              <a:gd name="T0" fmla="*/ 309 w 469"/>
              <a:gd name="T1" fmla="*/ 556 h 871"/>
              <a:gd name="T2" fmla="*/ 310 w 469"/>
              <a:gd name="T3" fmla="*/ 556 h 871"/>
              <a:gd name="T4" fmla="*/ 0 w 469"/>
              <a:gd name="T5" fmla="*/ 866 h 871"/>
              <a:gd name="T6" fmla="*/ 6 w 469"/>
              <a:gd name="T7" fmla="*/ 871 h 871"/>
              <a:gd name="T8" fmla="*/ 316 w 469"/>
              <a:gd name="T9" fmla="*/ 561 h 871"/>
              <a:gd name="T10" fmla="*/ 314 w 469"/>
              <a:gd name="T11" fmla="*/ 562 h 871"/>
              <a:gd name="T12" fmla="*/ 314 w 469"/>
              <a:gd name="T13" fmla="*/ 3 h 871"/>
              <a:gd name="T14" fmla="*/ 311 w 469"/>
              <a:gd name="T15" fmla="*/ 0 h 871"/>
              <a:gd name="T16" fmla="*/ 309 w 469"/>
              <a:gd name="T17" fmla="*/ 556 h 8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9" h="871">
                <a:moveTo>
                  <a:pt x="309" y="556"/>
                </a:moveTo>
                <a:cubicBezTo>
                  <a:pt x="310" y="556"/>
                  <a:pt x="310" y="556"/>
                  <a:pt x="310" y="556"/>
                </a:cubicBezTo>
                <a:cubicBezTo>
                  <a:pt x="0" y="866"/>
                  <a:pt x="0" y="866"/>
                  <a:pt x="0" y="866"/>
                </a:cubicBezTo>
                <a:cubicBezTo>
                  <a:pt x="6" y="871"/>
                  <a:pt x="6" y="871"/>
                  <a:pt x="6" y="871"/>
                </a:cubicBezTo>
                <a:cubicBezTo>
                  <a:pt x="316" y="561"/>
                  <a:pt x="316" y="561"/>
                  <a:pt x="316" y="561"/>
                </a:cubicBezTo>
                <a:cubicBezTo>
                  <a:pt x="314" y="562"/>
                  <a:pt x="314" y="562"/>
                  <a:pt x="314" y="562"/>
                </a:cubicBezTo>
                <a:cubicBezTo>
                  <a:pt x="469" y="407"/>
                  <a:pt x="469" y="157"/>
                  <a:pt x="314" y="3"/>
                </a:cubicBezTo>
                <a:cubicBezTo>
                  <a:pt x="313" y="2"/>
                  <a:pt x="312" y="1"/>
                  <a:pt x="311" y="0"/>
                </a:cubicBezTo>
                <a:cubicBezTo>
                  <a:pt x="463" y="154"/>
                  <a:pt x="462" y="403"/>
                  <a:pt x="309" y="556"/>
                </a:cubicBezTo>
                <a:close/>
              </a:path>
            </a:pathLst>
          </a:custGeom>
          <a:solidFill>
            <a:srgbClr val="0221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0" name="Freeform 91">
            <a:extLst>
              <a:ext uri="{FF2B5EF4-FFF2-40B4-BE49-F238E27FC236}">
                <a16:creationId xmlns:a16="http://schemas.microsoft.com/office/drawing/2014/main" id="{29157332-5CD1-44EE-8119-43212545F38F}"/>
              </a:ext>
            </a:extLst>
          </p:cNvPr>
          <p:cNvSpPr>
            <a:spLocks/>
          </p:cNvSpPr>
          <p:nvPr/>
        </p:nvSpPr>
        <p:spPr bwMode="auto">
          <a:xfrm>
            <a:off x="6469651" y="3322815"/>
            <a:ext cx="1148995" cy="1147165"/>
          </a:xfrm>
          <a:custGeom>
            <a:avLst/>
            <a:gdLst>
              <a:gd name="T0" fmla="*/ 424 w 516"/>
              <a:gd name="T1" fmla="*/ 92 h 516"/>
              <a:gd name="T2" fmla="*/ 92 w 516"/>
              <a:gd name="T3" fmla="*/ 92 h 516"/>
              <a:gd name="T4" fmla="*/ 92 w 516"/>
              <a:gd name="T5" fmla="*/ 424 h 516"/>
              <a:gd name="T6" fmla="*/ 424 w 516"/>
              <a:gd name="T7" fmla="*/ 424 h 516"/>
              <a:gd name="T8" fmla="*/ 424 w 516"/>
              <a:gd name="T9" fmla="*/ 92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6" h="516">
                <a:moveTo>
                  <a:pt x="424" y="92"/>
                </a:moveTo>
                <a:cubicBezTo>
                  <a:pt x="332" y="0"/>
                  <a:pt x="184" y="0"/>
                  <a:pt x="92" y="92"/>
                </a:cubicBezTo>
                <a:cubicBezTo>
                  <a:pt x="0" y="184"/>
                  <a:pt x="0" y="333"/>
                  <a:pt x="92" y="424"/>
                </a:cubicBezTo>
                <a:cubicBezTo>
                  <a:pt x="184" y="516"/>
                  <a:pt x="332" y="516"/>
                  <a:pt x="424" y="424"/>
                </a:cubicBezTo>
                <a:cubicBezTo>
                  <a:pt x="516" y="333"/>
                  <a:pt x="516" y="184"/>
                  <a:pt x="424" y="9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7" name="Freeform 92">
            <a:extLst>
              <a:ext uri="{FF2B5EF4-FFF2-40B4-BE49-F238E27FC236}">
                <a16:creationId xmlns:a16="http://schemas.microsoft.com/office/drawing/2014/main" id="{0E7EF255-7761-4F1C-A259-FBC7C81EA0D8}"/>
              </a:ext>
            </a:extLst>
          </p:cNvPr>
          <p:cNvSpPr>
            <a:spLocks/>
          </p:cNvSpPr>
          <p:nvPr/>
        </p:nvSpPr>
        <p:spPr bwMode="auto">
          <a:xfrm>
            <a:off x="4308882" y="4394967"/>
            <a:ext cx="2543157" cy="1646648"/>
          </a:xfrm>
          <a:custGeom>
            <a:avLst/>
            <a:gdLst>
              <a:gd name="T0" fmla="*/ 1 w 1143"/>
              <a:gd name="T1" fmla="*/ 15 h 740"/>
              <a:gd name="T2" fmla="*/ 41 w 1143"/>
              <a:gd name="T3" fmla="*/ 311 h 740"/>
              <a:gd name="T4" fmla="*/ 49 w 1143"/>
              <a:gd name="T5" fmla="*/ 313 h 740"/>
              <a:gd name="T6" fmla="*/ 85 w 1143"/>
              <a:gd name="T7" fmla="*/ 277 h 740"/>
              <a:gd name="T8" fmla="*/ 395 w 1143"/>
              <a:gd name="T9" fmla="*/ 587 h 740"/>
              <a:gd name="T10" fmla="*/ 395 w 1143"/>
              <a:gd name="T11" fmla="*/ 586 h 740"/>
              <a:gd name="T12" fmla="*/ 954 w 1143"/>
              <a:gd name="T13" fmla="*/ 586 h 740"/>
              <a:gd name="T14" fmla="*/ 973 w 1143"/>
              <a:gd name="T15" fmla="*/ 47 h 740"/>
              <a:gd name="T16" fmla="*/ 1006 w 1143"/>
              <a:gd name="T17" fmla="*/ 353 h 740"/>
              <a:gd name="T18" fmla="*/ 597 w 1143"/>
              <a:gd name="T19" fmla="*/ 406 h 740"/>
              <a:gd name="T20" fmla="*/ 277 w 1143"/>
              <a:gd name="T21" fmla="*/ 85 h 740"/>
              <a:gd name="T22" fmla="*/ 313 w 1143"/>
              <a:gd name="T23" fmla="*/ 49 h 740"/>
              <a:gd name="T24" fmla="*/ 311 w 1143"/>
              <a:gd name="T25" fmla="*/ 41 h 740"/>
              <a:gd name="T26" fmla="*/ 15 w 1143"/>
              <a:gd name="T27" fmla="*/ 1 h 740"/>
              <a:gd name="T28" fmla="*/ 1 w 1143"/>
              <a:gd name="T29" fmla="*/ 15 h 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43" h="740">
                <a:moveTo>
                  <a:pt x="1" y="15"/>
                </a:moveTo>
                <a:cubicBezTo>
                  <a:pt x="41" y="311"/>
                  <a:pt x="41" y="311"/>
                  <a:pt x="41" y="311"/>
                </a:cubicBezTo>
                <a:cubicBezTo>
                  <a:pt x="41" y="315"/>
                  <a:pt x="46" y="316"/>
                  <a:pt x="49" y="313"/>
                </a:cubicBezTo>
                <a:cubicBezTo>
                  <a:pt x="85" y="277"/>
                  <a:pt x="85" y="277"/>
                  <a:pt x="85" y="277"/>
                </a:cubicBezTo>
                <a:cubicBezTo>
                  <a:pt x="395" y="587"/>
                  <a:pt x="395" y="587"/>
                  <a:pt x="395" y="587"/>
                </a:cubicBezTo>
                <a:cubicBezTo>
                  <a:pt x="395" y="586"/>
                  <a:pt x="395" y="586"/>
                  <a:pt x="395" y="586"/>
                </a:cubicBezTo>
                <a:cubicBezTo>
                  <a:pt x="549" y="740"/>
                  <a:pt x="799" y="740"/>
                  <a:pt x="954" y="586"/>
                </a:cubicBezTo>
                <a:cubicBezTo>
                  <a:pt x="1088" y="451"/>
                  <a:pt x="1143" y="216"/>
                  <a:pt x="973" y="47"/>
                </a:cubicBezTo>
                <a:cubicBezTo>
                  <a:pt x="1031" y="146"/>
                  <a:pt x="1079" y="238"/>
                  <a:pt x="1006" y="353"/>
                </a:cubicBezTo>
                <a:cubicBezTo>
                  <a:pt x="902" y="516"/>
                  <a:pt x="699" y="507"/>
                  <a:pt x="597" y="406"/>
                </a:cubicBezTo>
                <a:cubicBezTo>
                  <a:pt x="277" y="85"/>
                  <a:pt x="277" y="85"/>
                  <a:pt x="277" y="85"/>
                </a:cubicBezTo>
                <a:cubicBezTo>
                  <a:pt x="313" y="49"/>
                  <a:pt x="313" y="49"/>
                  <a:pt x="313" y="49"/>
                </a:cubicBezTo>
                <a:cubicBezTo>
                  <a:pt x="316" y="46"/>
                  <a:pt x="314" y="41"/>
                  <a:pt x="311" y="41"/>
                </a:cubicBezTo>
                <a:cubicBezTo>
                  <a:pt x="15" y="1"/>
                  <a:pt x="15" y="1"/>
                  <a:pt x="15" y="1"/>
                </a:cubicBezTo>
                <a:cubicBezTo>
                  <a:pt x="7" y="0"/>
                  <a:pt x="0" y="7"/>
                  <a:pt x="1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8" name="Freeform 93">
            <a:extLst>
              <a:ext uri="{FF2B5EF4-FFF2-40B4-BE49-F238E27FC236}">
                <a16:creationId xmlns:a16="http://schemas.microsoft.com/office/drawing/2014/main" id="{A3F3EC90-2F52-4AB5-A273-56105A9D29AE}"/>
              </a:ext>
            </a:extLst>
          </p:cNvPr>
          <p:cNvSpPr>
            <a:spLocks/>
          </p:cNvSpPr>
          <p:nvPr/>
        </p:nvSpPr>
        <p:spPr bwMode="auto">
          <a:xfrm>
            <a:off x="4310712" y="4402285"/>
            <a:ext cx="117095" cy="695252"/>
          </a:xfrm>
          <a:custGeom>
            <a:avLst/>
            <a:gdLst>
              <a:gd name="T0" fmla="*/ 45 w 53"/>
              <a:gd name="T1" fmla="*/ 302 h 313"/>
              <a:gd name="T2" fmla="*/ 6 w 53"/>
              <a:gd name="T3" fmla="*/ 6 h 313"/>
              <a:gd name="T4" fmla="*/ 7 w 53"/>
              <a:gd name="T5" fmla="*/ 0 h 313"/>
              <a:gd name="T6" fmla="*/ 0 w 53"/>
              <a:gd name="T7" fmla="*/ 12 h 313"/>
              <a:gd name="T8" fmla="*/ 40 w 53"/>
              <a:gd name="T9" fmla="*/ 308 h 313"/>
              <a:gd name="T10" fmla="*/ 48 w 53"/>
              <a:gd name="T11" fmla="*/ 310 h 313"/>
              <a:gd name="T12" fmla="*/ 53 w 53"/>
              <a:gd name="T13" fmla="*/ 305 h 313"/>
              <a:gd name="T14" fmla="*/ 45 w 53"/>
              <a:gd name="T15" fmla="*/ 302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" h="313">
                <a:moveTo>
                  <a:pt x="45" y="302"/>
                </a:moveTo>
                <a:cubicBezTo>
                  <a:pt x="6" y="6"/>
                  <a:pt x="6" y="6"/>
                  <a:pt x="6" y="6"/>
                </a:cubicBezTo>
                <a:cubicBezTo>
                  <a:pt x="6" y="4"/>
                  <a:pt x="6" y="2"/>
                  <a:pt x="7" y="0"/>
                </a:cubicBezTo>
                <a:cubicBezTo>
                  <a:pt x="3" y="2"/>
                  <a:pt x="0" y="6"/>
                  <a:pt x="0" y="12"/>
                </a:cubicBezTo>
                <a:cubicBezTo>
                  <a:pt x="40" y="308"/>
                  <a:pt x="40" y="308"/>
                  <a:pt x="40" y="308"/>
                </a:cubicBezTo>
                <a:cubicBezTo>
                  <a:pt x="40" y="312"/>
                  <a:pt x="45" y="313"/>
                  <a:pt x="48" y="310"/>
                </a:cubicBezTo>
                <a:cubicBezTo>
                  <a:pt x="53" y="305"/>
                  <a:pt x="53" y="305"/>
                  <a:pt x="53" y="305"/>
                </a:cubicBezTo>
                <a:cubicBezTo>
                  <a:pt x="50" y="308"/>
                  <a:pt x="46" y="306"/>
                  <a:pt x="45" y="302"/>
                </a:cubicBezTo>
                <a:close/>
              </a:path>
            </a:pathLst>
          </a:custGeom>
          <a:solidFill>
            <a:srgbClr val="02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9" name="Freeform 94">
            <a:extLst>
              <a:ext uri="{FF2B5EF4-FFF2-40B4-BE49-F238E27FC236}">
                <a16:creationId xmlns:a16="http://schemas.microsoft.com/office/drawing/2014/main" id="{DA565D0E-A3CC-4892-8E90-E46D910FF31B}"/>
              </a:ext>
            </a:extLst>
          </p:cNvPr>
          <p:cNvSpPr>
            <a:spLocks/>
          </p:cNvSpPr>
          <p:nvPr/>
        </p:nvSpPr>
        <p:spPr bwMode="auto">
          <a:xfrm>
            <a:off x="4497332" y="4998737"/>
            <a:ext cx="1941216" cy="1042878"/>
          </a:xfrm>
          <a:custGeom>
            <a:avLst/>
            <a:gdLst>
              <a:gd name="T0" fmla="*/ 315 w 872"/>
              <a:gd name="T1" fmla="*/ 309 h 469"/>
              <a:gd name="T2" fmla="*/ 316 w 872"/>
              <a:gd name="T3" fmla="*/ 310 h 469"/>
              <a:gd name="T4" fmla="*/ 6 w 872"/>
              <a:gd name="T5" fmla="*/ 0 h 469"/>
              <a:gd name="T6" fmla="*/ 0 w 872"/>
              <a:gd name="T7" fmla="*/ 6 h 469"/>
              <a:gd name="T8" fmla="*/ 310 w 872"/>
              <a:gd name="T9" fmla="*/ 316 h 469"/>
              <a:gd name="T10" fmla="*/ 310 w 872"/>
              <a:gd name="T11" fmla="*/ 315 h 469"/>
              <a:gd name="T12" fmla="*/ 869 w 872"/>
              <a:gd name="T13" fmla="*/ 315 h 469"/>
              <a:gd name="T14" fmla="*/ 872 w 872"/>
              <a:gd name="T15" fmla="*/ 312 h 469"/>
              <a:gd name="T16" fmla="*/ 315 w 872"/>
              <a:gd name="T17" fmla="*/ 309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72" h="469">
                <a:moveTo>
                  <a:pt x="315" y="309"/>
                </a:moveTo>
                <a:cubicBezTo>
                  <a:pt x="316" y="310"/>
                  <a:pt x="316" y="310"/>
                  <a:pt x="316" y="310"/>
                </a:cubicBezTo>
                <a:cubicBezTo>
                  <a:pt x="6" y="0"/>
                  <a:pt x="6" y="0"/>
                  <a:pt x="6" y="0"/>
                </a:cubicBezTo>
                <a:cubicBezTo>
                  <a:pt x="0" y="6"/>
                  <a:pt x="0" y="6"/>
                  <a:pt x="0" y="6"/>
                </a:cubicBezTo>
                <a:cubicBezTo>
                  <a:pt x="310" y="316"/>
                  <a:pt x="310" y="316"/>
                  <a:pt x="310" y="316"/>
                </a:cubicBezTo>
                <a:cubicBezTo>
                  <a:pt x="310" y="315"/>
                  <a:pt x="310" y="315"/>
                  <a:pt x="310" y="315"/>
                </a:cubicBezTo>
                <a:cubicBezTo>
                  <a:pt x="464" y="469"/>
                  <a:pt x="714" y="469"/>
                  <a:pt x="869" y="315"/>
                </a:cubicBezTo>
                <a:cubicBezTo>
                  <a:pt x="870" y="314"/>
                  <a:pt x="871" y="313"/>
                  <a:pt x="872" y="312"/>
                </a:cubicBezTo>
                <a:cubicBezTo>
                  <a:pt x="717" y="463"/>
                  <a:pt x="469" y="463"/>
                  <a:pt x="315" y="309"/>
                </a:cubicBezTo>
                <a:close/>
              </a:path>
            </a:pathLst>
          </a:custGeom>
          <a:solidFill>
            <a:srgbClr val="02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0" name="Freeform 95">
            <a:extLst>
              <a:ext uri="{FF2B5EF4-FFF2-40B4-BE49-F238E27FC236}">
                <a16:creationId xmlns:a16="http://schemas.microsoft.com/office/drawing/2014/main" id="{A35B3EDB-3DC4-44F0-9C12-8A2157799512}"/>
              </a:ext>
            </a:extLst>
          </p:cNvPr>
          <p:cNvSpPr>
            <a:spLocks/>
          </p:cNvSpPr>
          <p:nvPr/>
        </p:nvSpPr>
        <p:spPr bwMode="auto">
          <a:xfrm>
            <a:off x="5516425" y="4272383"/>
            <a:ext cx="1148995" cy="1148994"/>
          </a:xfrm>
          <a:custGeom>
            <a:avLst/>
            <a:gdLst>
              <a:gd name="T0" fmla="*/ 424 w 516"/>
              <a:gd name="T1" fmla="*/ 424 h 516"/>
              <a:gd name="T2" fmla="*/ 424 w 516"/>
              <a:gd name="T3" fmla="*/ 92 h 516"/>
              <a:gd name="T4" fmla="*/ 92 w 516"/>
              <a:gd name="T5" fmla="*/ 92 h 516"/>
              <a:gd name="T6" fmla="*/ 92 w 516"/>
              <a:gd name="T7" fmla="*/ 424 h 516"/>
              <a:gd name="T8" fmla="*/ 424 w 516"/>
              <a:gd name="T9" fmla="*/ 424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6" h="516">
                <a:moveTo>
                  <a:pt x="424" y="424"/>
                </a:moveTo>
                <a:cubicBezTo>
                  <a:pt x="516" y="333"/>
                  <a:pt x="516" y="184"/>
                  <a:pt x="424" y="92"/>
                </a:cubicBezTo>
                <a:cubicBezTo>
                  <a:pt x="333" y="0"/>
                  <a:pt x="184" y="0"/>
                  <a:pt x="92" y="92"/>
                </a:cubicBezTo>
                <a:cubicBezTo>
                  <a:pt x="0" y="184"/>
                  <a:pt x="0" y="333"/>
                  <a:pt x="92" y="424"/>
                </a:cubicBezTo>
                <a:cubicBezTo>
                  <a:pt x="184" y="516"/>
                  <a:pt x="333" y="516"/>
                  <a:pt x="424" y="42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1" name="Freeform 102">
            <a:extLst>
              <a:ext uri="{FF2B5EF4-FFF2-40B4-BE49-F238E27FC236}">
                <a16:creationId xmlns:a16="http://schemas.microsoft.com/office/drawing/2014/main" id="{7C2CF9F9-3DF7-4F00-A848-238E1D58B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029" y="2781956"/>
            <a:ext cx="373085" cy="333464"/>
          </a:xfrm>
          <a:custGeom>
            <a:avLst/>
            <a:gdLst>
              <a:gd name="T0" fmla="*/ 80 w 498"/>
              <a:gd name="T1" fmla="*/ 151 h 445"/>
              <a:gd name="T2" fmla="*/ 80 w 498"/>
              <a:gd name="T3" fmla="*/ 151 h 445"/>
              <a:gd name="T4" fmla="*/ 142 w 498"/>
              <a:gd name="T5" fmla="*/ 169 h 445"/>
              <a:gd name="T6" fmla="*/ 151 w 498"/>
              <a:gd name="T7" fmla="*/ 169 h 445"/>
              <a:gd name="T8" fmla="*/ 195 w 498"/>
              <a:gd name="T9" fmla="*/ 134 h 445"/>
              <a:gd name="T10" fmla="*/ 195 w 498"/>
              <a:gd name="T11" fmla="*/ 125 h 445"/>
              <a:gd name="T12" fmla="*/ 178 w 498"/>
              <a:gd name="T13" fmla="*/ 107 h 445"/>
              <a:gd name="T14" fmla="*/ 275 w 498"/>
              <a:gd name="T15" fmla="*/ 10 h 445"/>
              <a:gd name="T16" fmla="*/ 195 w 498"/>
              <a:gd name="T17" fmla="*/ 0 h 445"/>
              <a:gd name="T18" fmla="*/ 107 w 498"/>
              <a:gd name="T19" fmla="*/ 54 h 445"/>
              <a:gd name="T20" fmla="*/ 72 w 498"/>
              <a:gd name="T21" fmla="*/ 81 h 445"/>
              <a:gd name="T22" fmla="*/ 53 w 498"/>
              <a:gd name="T23" fmla="*/ 116 h 445"/>
              <a:gd name="T24" fmla="*/ 18 w 498"/>
              <a:gd name="T25" fmla="*/ 125 h 445"/>
              <a:gd name="T26" fmla="*/ 0 w 498"/>
              <a:gd name="T27" fmla="*/ 143 h 445"/>
              <a:gd name="T28" fmla="*/ 0 w 498"/>
              <a:gd name="T29" fmla="*/ 151 h 445"/>
              <a:gd name="T30" fmla="*/ 36 w 498"/>
              <a:gd name="T31" fmla="*/ 187 h 445"/>
              <a:gd name="T32" fmla="*/ 53 w 498"/>
              <a:gd name="T33" fmla="*/ 196 h 445"/>
              <a:gd name="T34" fmla="*/ 72 w 498"/>
              <a:gd name="T35" fmla="*/ 178 h 445"/>
              <a:gd name="T36" fmla="*/ 80 w 498"/>
              <a:gd name="T37" fmla="*/ 151 h 445"/>
              <a:gd name="T38" fmla="*/ 222 w 498"/>
              <a:gd name="T39" fmla="*/ 160 h 445"/>
              <a:gd name="T40" fmla="*/ 222 w 498"/>
              <a:gd name="T41" fmla="*/ 160 h 445"/>
              <a:gd name="T42" fmla="*/ 213 w 498"/>
              <a:gd name="T43" fmla="*/ 160 h 445"/>
              <a:gd name="T44" fmla="*/ 178 w 498"/>
              <a:gd name="T45" fmla="*/ 187 h 445"/>
              <a:gd name="T46" fmla="*/ 169 w 498"/>
              <a:gd name="T47" fmla="*/ 204 h 445"/>
              <a:gd name="T48" fmla="*/ 381 w 498"/>
              <a:gd name="T49" fmla="*/ 435 h 445"/>
              <a:gd name="T50" fmla="*/ 399 w 498"/>
              <a:gd name="T51" fmla="*/ 435 h 445"/>
              <a:gd name="T52" fmla="*/ 426 w 498"/>
              <a:gd name="T53" fmla="*/ 417 h 445"/>
              <a:gd name="T54" fmla="*/ 426 w 498"/>
              <a:gd name="T55" fmla="*/ 400 h 445"/>
              <a:gd name="T56" fmla="*/ 222 w 498"/>
              <a:gd name="T57" fmla="*/ 160 h 445"/>
              <a:gd name="T58" fmla="*/ 497 w 498"/>
              <a:gd name="T59" fmla="*/ 63 h 445"/>
              <a:gd name="T60" fmla="*/ 497 w 498"/>
              <a:gd name="T61" fmla="*/ 63 h 445"/>
              <a:gd name="T62" fmla="*/ 479 w 498"/>
              <a:gd name="T63" fmla="*/ 54 h 445"/>
              <a:gd name="T64" fmla="*/ 461 w 498"/>
              <a:gd name="T65" fmla="*/ 89 h 445"/>
              <a:gd name="T66" fmla="*/ 408 w 498"/>
              <a:gd name="T67" fmla="*/ 107 h 445"/>
              <a:gd name="T68" fmla="*/ 399 w 498"/>
              <a:gd name="T69" fmla="*/ 63 h 445"/>
              <a:gd name="T70" fmla="*/ 417 w 498"/>
              <a:gd name="T71" fmla="*/ 19 h 445"/>
              <a:gd name="T72" fmla="*/ 408 w 498"/>
              <a:gd name="T73" fmla="*/ 10 h 445"/>
              <a:gd name="T74" fmla="*/ 337 w 498"/>
              <a:gd name="T75" fmla="*/ 72 h 445"/>
              <a:gd name="T76" fmla="*/ 319 w 498"/>
              <a:gd name="T77" fmla="*/ 151 h 445"/>
              <a:gd name="T78" fmla="*/ 284 w 498"/>
              <a:gd name="T79" fmla="*/ 187 h 445"/>
              <a:gd name="T80" fmla="*/ 319 w 498"/>
              <a:gd name="T81" fmla="*/ 231 h 445"/>
              <a:gd name="T82" fmla="*/ 364 w 498"/>
              <a:gd name="T83" fmla="*/ 187 h 445"/>
              <a:gd name="T84" fmla="*/ 408 w 498"/>
              <a:gd name="T85" fmla="*/ 178 h 445"/>
              <a:gd name="T86" fmla="*/ 488 w 498"/>
              <a:gd name="T87" fmla="*/ 143 h 445"/>
              <a:gd name="T88" fmla="*/ 497 w 498"/>
              <a:gd name="T89" fmla="*/ 63 h 445"/>
              <a:gd name="T90" fmla="*/ 72 w 498"/>
              <a:gd name="T91" fmla="*/ 400 h 445"/>
              <a:gd name="T92" fmla="*/ 72 w 498"/>
              <a:gd name="T93" fmla="*/ 400 h 445"/>
              <a:gd name="T94" fmla="*/ 72 w 498"/>
              <a:gd name="T95" fmla="*/ 417 h 445"/>
              <a:gd name="T96" fmla="*/ 89 w 498"/>
              <a:gd name="T97" fmla="*/ 444 h 445"/>
              <a:gd name="T98" fmla="*/ 107 w 498"/>
              <a:gd name="T99" fmla="*/ 435 h 445"/>
              <a:gd name="T100" fmla="*/ 231 w 498"/>
              <a:gd name="T101" fmla="*/ 320 h 445"/>
              <a:gd name="T102" fmla="*/ 195 w 498"/>
              <a:gd name="T103" fmla="*/ 275 h 445"/>
              <a:gd name="T104" fmla="*/ 72 w 498"/>
              <a:gd name="T105" fmla="*/ 400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98" h="445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2" name="Freeform 75">
            <a:extLst>
              <a:ext uri="{FF2B5EF4-FFF2-40B4-BE49-F238E27FC236}">
                <a16:creationId xmlns:a16="http://schemas.microsoft.com/office/drawing/2014/main" id="{6E5296DD-E7AA-4215-8AA8-E64186E9A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7" y="3744922"/>
            <a:ext cx="362302" cy="291764"/>
          </a:xfrm>
          <a:custGeom>
            <a:avLst/>
            <a:gdLst>
              <a:gd name="T0" fmla="*/ 443 w 497"/>
              <a:gd name="T1" fmla="*/ 0 h 400"/>
              <a:gd name="T2" fmla="*/ 443 w 497"/>
              <a:gd name="T3" fmla="*/ 0 h 400"/>
              <a:gd name="T4" fmla="*/ 53 w 497"/>
              <a:gd name="T5" fmla="*/ 0 h 400"/>
              <a:gd name="T6" fmla="*/ 0 w 497"/>
              <a:gd name="T7" fmla="*/ 44 h 400"/>
              <a:gd name="T8" fmla="*/ 0 w 497"/>
              <a:gd name="T9" fmla="*/ 346 h 400"/>
              <a:gd name="T10" fmla="*/ 53 w 497"/>
              <a:gd name="T11" fmla="*/ 399 h 400"/>
              <a:gd name="T12" fmla="*/ 443 w 497"/>
              <a:gd name="T13" fmla="*/ 399 h 400"/>
              <a:gd name="T14" fmla="*/ 496 w 497"/>
              <a:gd name="T15" fmla="*/ 346 h 400"/>
              <a:gd name="T16" fmla="*/ 496 w 497"/>
              <a:gd name="T17" fmla="*/ 44 h 400"/>
              <a:gd name="T18" fmla="*/ 443 w 497"/>
              <a:gd name="T19" fmla="*/ 0 h 400"/>
              <a:gd name="T20" fmla="*/ 443 w 497"/>
              <a:gd name="T21" fmla="*/ 346 h 400"/>
              <a:gd name="T22" fmla="*/ 443 w 497"/>
              <a:gd name="T23" fmla="*/ 346 h 400"/>
              <a:gd name="T24" fmla="*/ 53 w 497"/>
              <a:gd name="T25" fmla="*/ 346 h 400"/>
              <a:gd name="T26" fmla="*/ 53 w 497"/>
              <a:gd name="T27" fmla="*/ 44 h 400"/>
              <a:gd name="T28" fmla="*/ 443 w 497"/>
              <a:gd name="T29" fmla="*/ 44 h 400"/>
              <a:gd name="T30" fmla="*/ 443 w 497"/>
              <a:gd name="T31" fmla="*/ 346 h 400"/>
              <a:gd name="T32" fmla="*/ 222 w 497"/>
              <a:gd name="T33" fmla="*/ 249 h 400"/>
              <a:gd name="T34" fmla="*/ 222 w 497"/>
              <a:gd name="T35" fmla="*/ 249 h 400"/>
              <a:gd name="T36" fmla="*/ 97 w 497"/>
              <a:gd name="T37" fmla="*/ 249 h 400"/>
              <a:gd name="T38" fmla="*/ 97 w 497"/>
              <a:gd name="T39" fmla="*/ 293 h 400"/>
              <a:gd name="T40" fmla="*/ 222 w 497"/>
              <a:gd name="T41" fmla="*/ 293 h 400"/>
              <a:gd name="T42" fmla="*/ 222 w 497"/>
              <a:gd name="T43" fmla="*/ 249 h 400"/>
              <a:gd name="T44" fmla="*/ 222 w 497"/>
              <a:gd name="T45" fmla="*/ 178 h 400"/>
              <a:gd name="T46" fmla="*/ 222 w 497"/>
              <a:gd name="T47" fmla="*/ 178 h 400"/>
              <a:gd name="T48" fmla="*/ 97 w 497"/>
              <a:gd name="T49" fmla="*/ 178 h 400"/>
              <a:gd name="T50" fmla="*/ 97 w 497"/>
              <a:gd name="T51" fmla="*/ 222 h 400"/>
              <a:gd name="T52" fmla="*/ 222 w 497"/>
              <a:gd name="T53" fmla="*/ 222 h 400"/>
              <a:gd name="T54" fmla="*/ 222 w 497"/>
              <a:gd name="T55" fmla="*/ 178 h 400"/>
              <a:gd name="T56" fmla="*/ 222 w 497"/>
              <a:gd name="T57" fmla="*/ 98 h 400"/>
              <a:gd name="T58" fmla="*/ 222 w 497"/>
              <a:gd name="T59" fmla="*/ 98 h 400"/>
              <a:gd name="T60" fmla="*/ 97 w 497"/>
              <a:gd name="T61" fmla="*/ 98 h 400"/>
              <a:gd name="T62" fmla="*/ 97 w 497"/>
              <a:gd name="T63" fmla="*/ 143 h 400"/>
              <a:gd name="T64" fmla="*/ 222 w 497"/>
              <a:gd name="T65" fmla="*/ 143 h 400"/>
              <a:gd name="T66" fmla="*/ 222 w 497"/>
              <a:gd name="T67" fmla="*/ 98 h 400"/>
              <a:gd name="T68" fmla="*/ 389 w 497"/>
              <a:gd name="T69" fmla="*/ 257 h 400"/>
              <a:gd name="T70" fmla="*/ 389 w 497"/>
              <a:gd name="T71" fmla="*/ 257 h 400"/>
              <a:gd name="T72" fmla="*/ 354 w 497"/>
              <a:gd name="T73" fmla="*/ 231 h 400"/>
              <a:gd name="T74" fmla="*/ 381 w 497"/>
              <a:gd name="T75" fmla="*/ 151 h 400"/>
              <a:gd name="T76" fmla="*/ 336 w 497"/>
              <a:gd name="T77" fmla="*/ 98 h 400"/>
              <a:gd name="T78" fmla="*/ 292 w 497"/>
              <a:gd name="T79" fmla="*/ 151 h 400"/>
              <a:gd name="T80" fmla="*/ 319 w 497"/>
              <a:gd name="T81" fmla="*/ 231 h 400"/>
              <a:gd name="T82" fmla="*/ 275 w 497"/>
              <a:gd name="T83" fmla="*/ 257 h 400"/>
              <a:gd name="T84" fmla="*/ 275 w 497"/>
              <a:gd name="T85" fmla="*/ 293 h 400"/>
              <a:gd name="T86" fmla="*/ 398 w 497"/>
              <a:gd name="T87" fmla="*/ 293 h 400"/>
              <a:gd name="T88" fmla="*/ 389 w 497"/>
              <a:gd name="T89" fmla="*/ 257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97" h="400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3"/>
                  <a:pt x="17" y="399"/>
                  <a:pt x="53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6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8"/>
                  <a:pt x="470" y="0"/>
                  <a:pt x="443" y="0"/>
                </a:cubicBezTo>
                <a:close/>
                <a:moveTo>
                  <a:pt x="443" y="346"/>
                </a:moveTo>
                <a:lnTo>
                  <a:pt x="443" y="346"/>
                </a:lnTo>
                <a:cubicBezTo>
                  <a:pt x="53" y="346"/>
                  <a:pt x="53" y="346"/>
                  <a:pt x="53" y="346"/>
                </a:cubicBezTo>
                <a:cubicBezTo>
                  <a:pt x="53" y="44"/>
                  <a:pt x="53" y="44"/>
                  <a:pt x="53" y="44"/>
                </a:cubicBezTo>
                <a:cubicBezTo>
                  <a:pt x="443" y="44"/>
                  <a:pt x="443" y="44"/>
                  <a:pt x="443" y="44"/>
                </a:cubicBezTo>
                <a:lnTo>
                  <a:pt x="443" y="346"/>
                </a:lnTo>
                <a:close/>
                <a:moveTo>
                  <a:pt x="222" y="249"/>
                </a:moveTo>
                <a:lnTo>
                  <a:pt x="222" y="249"/>
                </a:lnTo>
                <a:cubicBezTo>
                  <a:pt x="97" y="249"/>
                  <a:pt x="97" y="249"/>
                  <a:pt x="97" y="249"/>
                </a:cubicBezTo>
                <a:cubicBezTo>
                  <a:pt x="97" y="293"/>
                  <a:pt x="97" y="293"/>
                  <a:pt x="97" y="293"/>
                </a:cubicBezTo>
                <a:cubicBezTo>
                  <a:pt x="222" y="293"/>
                  <a:pt x="222" y="293"/>
                  <a:pt x="222" y="293"/>
                </a:cubicBezTo>
                <a:lnTo>
                  <a:pt x="222" y="249"/>
                </a:lnTo>
                <a:close/>
                <a:moveTo>
                  <a:pt x="222" y="178"/>
                </a:moveTo>
                <a:lnTo>
                  <a:pt x="222" y="178"/>
                </a:lnTo>
                <a:cubicBezTo>
                  <a:pt x="97" y="178"/>
                  <a:pt x="97" y="178"/>
                  <a:pt x="97" y="178"/>
                </a:cubicBezTo>
                <a:cubicBezTo>
                  <a:pt x="97" y="222"/>
                  <a:pt x="97" y="222"/>
                  <a:pt x="97" y="222"/>
                </a:cubicBezTo>
                <a:cubicBezTo>
                  <a:pt x="222" y="222"/>
                  <a:pt x="222" y="222"/>
                  <a:pt x="222" y="222"/>
                </a:cubicBezTo>
                <a:lnTo>
                  <a:pt x="222" y="178"/>
                </a:lnTo>
                <a:close/>
                <a:moveTo>
                  <a:pt x="222" y="98"/>
                </a:moveTo>
                <a:lnTo>
                  <a:pt x="222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43"/>
                  <a:pt x="97" y="143"/>
                  <a:pt x="97" y="143"/>
                </a:cubicBezTo>
                <a:cubicBezTo>
                  <a:pt x="222" y="143"/>
                  <a:pt x="222" y="143"/>
                  <a:pt x="222" y="143"/>
                </a:cubicBezTo>
                <a:lnTo>
                  <a:pt x="222" y="98"/>
                </a:lnTo>
                <a:close/>
                <a:moveTo>
                  <a:pt x="389" y="257"/>
                </a:moveTo>
                <a:lnTo>
                  <a:pt x="389" y="257"/>
                </a:lnTo>
                <a:cubicBezTo>
                  <a:pt x="389" y="257"/>
                  <a:pt x="354" y="249"/>
                  <a:pt x="354" y="231"/>
                </a:cubicBezTo>
                <a:cubicBezTo>
                  <a:pt x="354" y="204"/>
                  <a:pt x="381" y="196"/>
                  <a:pt x="381" y="151"/>
                </a:cubicBezTo>
                <a:cubicBezTo>
                  <a:pt x="381" y="125"/>
                  <a:pt x="372" y="98"/>
                  <a:pt x="336" y="98"/>
                </a:cubicBezTo>
                <a:cubicBezTo>
                  <a:pt x="301" y="98"/>
                  <a:pt x="292" y="125"/>
                  <a:pt x="292" y="151"/>
                </a:cubicBezTo>
                <a:cubicBezTo>
                  <a:pt x="292" y="196"/>
                  <a:pt x="319" y="204"/>
                  <a:pt x="319" y="231"/>
                </a:cubicBezTo>
                <a:cubicBezTo>
                  <a:pt x="319" y="249"/>
                  <a:pt x="275" y="257"/>
                  <a:pt x="275" y="257"/>
                </a:cubicBezTo>
                <a:lnTo>
                  <a:pt x="275" y="293"/>
                </a:lnTo>
                <a:cubicBezTo>
                  <a:pt x="398" y="293"/>
                  <a:pt x="398" y="293"/>
                  <a:pt x="398" y="293"/>
                </a:cubicBezTo>
                <a:cubicBezTo>
                  <a:pt x="398" y="293"/>
                  <a:pt x="398" y="257"/>
                  <a:pt x="389" y="25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3" name="Freeform 82">
            <a:extLst>
              <a:ext uri="{FF2B5EF4-FFF2-40B4-BE49-F238E27FC236}">
                <a16:creationId xmlns:a16="http://schemas.microsoft.com/office/drawing/2014/main" id="{31FDB94A-2079-4AEA-9984-D20A5DA10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629" y="4719431"/>
            <a:ext cx="344586" cy="307994"/>
          </a:xfrm>
          <a:custGeom>
            <a:avLst/>
            <a:gdLst>
              <a:gd name="T0" fmla="*/ 443 w 497"/>
              <a:gd name="T1" fmla="*/ 0 h 444"/>
              <a:gd name="T2" fmla="*/ 443 w 497"/>
              <a:gd name="T3" fmla="*/ 0 h 444"/>
              <a:gd name="T4" fmla="*/ 53 w 497"/>
              <a:gd name="T5" fmla="*/ 0 h 444"/>
              <a:gd name="T6" fmla="*/ 0 w 497"/>
              <a:gd name="T7" fmla="*/ 53 h 444"/>
              <a:gd name="T8" fmla="*/ 0 w 497"/>
              <a:gd name="T9" fmla="*/ 345 h 444"/>
              <a:gd name="T10" fmla="*/ 53 w 497"/>
              <a:gd name="T11" fmla="*/ 399 h 444"/>
              <a:gd name="T12" fmla="*/ 151 w 497"/>
              <a:gd name="T13" fmla="*/ 399 h 444"/>
              <a:gd name="T14" fmla="*/ 151 w 497"/>
              <a:gd name="T15" fmla="*/ 345 h 444"/>
              <a:gd name="T16" fmla="*/ 44 w 497"/>
              <a:gd name="T17" fmla="*/ 345 h 444"/>
              <a:gd name="T18" fmla="*/ 44 w 497"/>
              <a:gd name="T19" fmla="*/ 124 h 444"/>
              <a:gd name="T20" fmla="*/ 443 w 497"/>
              <a:gd name="T21" fmla="*/ 124 h 444"/>
              <a:gd name="T22" fmla="*/ 443 w 497"/>
              <a:gd name="T23" fmla="*/ 345 h 444"/>
              <a:gd name="T24" fmla="*/ 345 w 497"/>
              <a:gd name="T25" fmla="*/ 345 h 444"/>
              <a:gd name="T26" fmla="*/ 345 w 497"/>
              <a:gd name="T27" fmla="*/ 399 h 444"/>
              <a:gd name="T28" fmla="*/ 443 w 497"/>
              <a:gd name="T29" fmla="*/ 399 h 444"/>
              <a:gd name="T30" fmla="*/ 496 w 497"/>
              <a:gd name="T31" fmla="*/ 345 h 444"/>
              <a:gd name="T32" fmla="*/ 496 w 497"/>
              <a:gd name="T33" fmla="*/ 53 h 444"/>
              <a:gd name="T34" fmla="*/ 443 w 497"/>
              <a:gd name="T35" fmla="*/ 0 h 444"/>
              <a:gd name="T36" fmla="*/ 62 w 497"/>
              <a:gd name="T37" fmla="*/ 80 h 444"/>
              <a:gd name="T38" fmla="*/ 62 w 497"/>
              <a:gd name="T39" fmla="*/ 80 h 444"/>
              <a:gd name="T40" fmla="*/ 44 w 497"/>
              <a:gd name="T41" fmla="*/ 62 h 444"/>
              <a:gd name="T42" fmla="*/ 62 w 497"/>
              <a:gd name="T43" fmla="*/ 45 h 444"/>
              <a:gd name="T44" fmla="*/ 79 w 497"/>
              <a:gd name="T45" fmla="*/ 62 h 444"/>
              <a:gd name="T46" fmla="*/ 62 w 497"/>
              <a:gd name="T47" fmla="*/ 80 h 444"/>
              <a:gd name="T48" fmla="*/ 116 w 497"/>
              <a:gd name="T49" fmla="*/ 80 h 444"/>
              <a:gd name="T50" fmla="*/ 116 w 497"/>
              <a:gd name="T51" fmla="*/ 80 h 444"/>
              <a:gd name="T52" fmla="*/ 97 w 497"/>
              <a:gd name="T53" fmla="*/ 62 h 444"/>
              <a:gd name="T54" fmla="*/ 116 w 497"/>
              <a:gd name="T55" fmla="*/ 45 h 444"/>
              <a:gd name="T56" fmla="*/ 132 w 497"/>
              <a:gd name="T57" fmla="*/ 62 h 444"/>
              <a:gd name="T58" fmla="*/ 116 w 497"/>
              <a:gd name="T59" fmla="*/ 80 h 444"/>
              <a:gd name="T60" fmla="*/ 443 w 497"/>
              <a:gd name="T61" fmla="*/ 80 h 444"/>
              <a:gd name="T62" fmla="*/ 443 w 497"/>
              <a:gd name="T63" fmla="*/ 80 h 444"/>
              <a:gd name="T64" fmla="*/ 151 w 497"/>
              <a:gd name="T65" fmla="*/ 80 h 444"/>
              <a:gd name="T66" fmla="*/ 151 w 497"/>
              <a:gd name="T67" fmla="*/ 53 h 444"/>
              <a:gd name="T68" fmla="*/ 443 w 497"/>
              <a:gd name="T69" fmla="*/ 53 h 444"/>
              <a:gd name="T70" fmla="*/ 443 w 497"/>
              <a:gd name="T71" fmla="*/ 80 h 444"/>
              <a:gd name="T72" fmla="*/ 248 w 497"/>
              <a:gd name="T73" fmla="*/ 177 h 444"/>
              <a:gd name="T74" fmla="*/ 248 w 497"/>
              <a:gd name="T75" fmla="*/ 177 h 444"/>
              <a:gd name="T76" fmla="*/ 124 w 497"/>
              <a:gd name="T77" fmla="*/ 301 h 444"/>
              <a:gd name="T78" fmla="*/ 204 w 497"/>
              <a:gd name="T79" fmla="*/ 301 h 444"/>
              <a:gd name="T80" fmla="*/ 204 w 497"/>
              <a:gd name="T81" fmla="*/ 443 h 444"/>
              <a:gd name="T82" fmla="*/ 292 w 497"/>
              <a:gd name="T83" fmla="*/ 443 h 444"/>
              <a:gd name="T84" fmla="*/ 292 w 497"/>
              <a:gd name="T85" fmla="*/ 301 h 444"/>
              <a:gd name="T86" fmla="*/ 363 w 497"/>
              <a:gd name="T87" fmla="*/ 301 h 444"/>
              <a:gd name="T88" fmla="*/ 248 w 497"/>
              <a:gd name="T89" fmla="*/ 177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97" h="444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26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3"/>
                  <a:pt x="17" y="399"/>
                  <a:pt x="53" y="399"/>
                </a:cubicBezTo>
                <a:cubicBezTo>
                  <a:pt x="151" y="399"/>
                  <a:pt x="151" y="399"/>
                  <a:pt x="151" y="399"/>
                </a:cubicBezTo>
                <a:cubicBezTo>
                  <a:pt x="151" y="345"/>
                  <a:pt x="151" y="345"/>
                  <a:pt x="151" y="345"/>
                </a:cubicBezTo>
                <a:cubicBezTo>
                  <a:pt x="44" y="345"/>
                  <a:pt x="44" y="345"/>
                  <a:pt x="44" y="345"/>
                </a:cubicBezTo>
                <a:cubicBezTo>
                  <a:pt x="44" y="124"/>
                  <a:pt x="44" y="124"/>
                  <a:pt x="44" y="124"/>
                </a:cubicBezTo>
                <a:cubicBezTo>
                  <a:pt x="443" y="124"/>
                  <a:pt x="443" y="124"/>
                  <a:pt x="443" y="124"/>
                </a:cubicBezTo>
                <a:cubicBezTo>
                  <a:pt x="443" y="345"/>
                  <a:pt x="443" y="345"/>
                  <a:pt x="443" y="345"/>
                </a:cubicBezTo>
                <a:cubicBezTo>
                  <a:pt x="345" y="345"/>
                  <a:pt x="345" y="345"/>
                  <a:pt x="345" y="345"/>
                </a:cubicBezTo>
                <a:cubicBezTo>
                  <a:pt x="345" y="399"/>
                  <a:pt x="345" y="399"/>
                  <a:pt x="345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5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70" y="0"/>
                  <a:pt x="443" y="0"/>
                </a:cubicBezTo>
                <a:close/>
                <a:moveTo>
                  <a:pt x="62" y="80"/>
                </a:moveTo>
                <a:lnTo>
                  <a:pt x="62" y="80"/>
                </a:lnTo>
                <a:cubicBezTo>
                  <a:pt x="53" y="80"/>
                  <a:pt x="44" y="71"/>
                  <a:pt x="44" y="62"/>
                </a:cubicBezTo>
                <a:cubicBezTo>
                  <a:pt x="44" y="53"/>
                  <a:pt x="53" y="45"/>
                  <a:pt x="62" y="45"/>
                </a:cubicBezTo>
                <a:cubicBezTo>
                  <a:pt x="71" y="45"/>
                  <a:pt x="79" y="53"/>
                  <a:pt x="79" y="62"/>
                </a:cubicBezTo>
                <a:cubicBezTo>
                  <a:pt x="79" y="71"/>
                  <a:pt x="71" y="80"/>
                  <a:pt x="62" y="80"/>
                </a:cubicBezTo>
                <a:close/>
                <a:moveTo>
                  <a:pt x="116" y="80"/>
                </a:moveTo>
                <a:lnTo>
                  <a:pt x="116" y="80"/>
                </a:lnTo>
                <a:cubicBezTo>
                  <a:pt x="107" y="80"/>
                  <a:pt x="97" y="71"/>
                  <a:pt x="97" y="62"/>
                </a:cubicBezTo>
                <a:cubicBezTo>
                  <a:pt x="97" y="53"/>
                  <a:pt x="107" y="45"/>
                  <a:pt x="116" y="45"/>
                </a:cubicBezTo>
                <a:cubicBezTo>
                  <a:pt x="124" y="45"/>
                  <a:pt x="132" y="53"/>
                  <a:pt x="132" y="62"/>
                </a:cubicBezTo>
                <a:cubicBezTo>
                  <a:pt x="132" y="71"/>
                  <a:pt x="124" y="80"/>
                  <a:pt x="116" y="80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151" y="80"/>
                  <a:pt x="151" y="80"/>
                  <a:pt x="151" y="80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443" y="53"/>
                  <a:pt x="443" y="53"/>
                  <a:pt x="443" y="53"/>
                </a:cubicBezTo>
                <a:lnTo>
                  <a:pt x="443" y="80"/>
                </a:lnTo>
                <a:close/>
                <a:moveTo>
                  <a:pt x="248" y="177"/>
                </a:moveTo>
                <a:lnTo>
                  <a:pt x="248" y="177"/>
                </a:lnTo>
                <a:cubicBezTo>
                  <a:pt x="124" y="301"/>
                  <a:pt x="124" y="301"/>
                  <a:pt x="124" y="301"/>
                </a:cubicBezTo>
                <a:cubicBezTo>
                  <a:pt x="204" y="301"/>
                  <a:pt x="204" y="301"/>
                  <a:pt x="204" y="301"/>
                </a:cubicBezTo>
                <a:cubicBezTo>
                  <a:pt x="204" y="443"/>
                  <a:pt x="204" y="443"/>
                  <a:pt x="204" y="443"/>
                </a:cubicBezTo>
                <a:cubicBezTo>
                  <a:pt x="292" y="443"/>
                  <a:pt x="292" y="443"/>
                  <a:pt x="292" y="443"/>
                </a:cubicBezTo>
                <a:cubicBezTo>
                  <a:pt x="292" y="301"/>
                  <a:pt x="292" y="301"/>
                  <a:pt x="292" y="301"/>
                </a:cubicBezTo>
                <a:cubicBezTo>
                  <a:pt x="363" y="301"/>
                  <a:pt x="363" y="301"/>
                  <a:pt x="363" y="301"/>
                </a:cubicBezTo>
                <a:lnTo>
                  <a:pt x="248" y="17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4" name="Freeform 69">
            <a:extLst>
              <a:ext uri="{FF2B5EF4-FFF2-40B4-BE49-F238E27FC236}">
                <a16:creationId xmlns:a16="http://schemas.microsoft.com/office/drawing/2014/main" id="{FD411BB8-B536-4A2B-BF3F-D4D40CDEF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982" y="3747879"/>
            <a:ext cx="346790" cy="308611"/>
          </a:xfrm>
          <a:custGeom>
            <a:avLst/>
            <a:gdLst>
              <a:gd name="T0" fmla="*/ 26 w 479"/>
              <a:gd name="T1" fmla="*/ 123 h 426"/>
              <a:gd name="T2" fmla="*/ 26 w 479"/>
              <a:gd name="T3" fmla="*/ 123 h 426"/>
              <a:gd name="T4" fmla="*/ 451 w 479"/>
              <a:gd name="T5" fmla="*/ 123 h 426"/>
              <a:gd name="T6" fmla="*/ 451 w 479"/>
              <a:gd name="T7" fmla="*/ 106 h 426"/>
              <a:gd name="T8" fmla="*/ 354 w 479"/>
              <a:gd name="T9" fmla="*/ 79 h 426"/>
              <a:gd name="T10" fmla="*/ 336 w 479"/>
              <a:gd name="T11" fmla="*/ 79 h 426"/>
              <a:gd name="T12" fmla="*/ 336 w 479"/>
              <a:gd name="T13" fmla="*/ 0 h 426"/>
              <a:gd name="T14" fmla="*/ 141 w 479"/>
              <a:gd name="T15" fmla="*/ 0 h 426"/>
              <a:gd name="T16" fmla="*/ 141 w 479"/>
              <a:gd name="T17" fmla="*/ 79 h 426"/>
              <a:gd name="T18" fmla="*/ 124 w 479"/>
              <a:gd name="T19" fmla="*/ 79 h 426"/>
              <a:gd name="T20" fmla="*/ 26 w 479"/>
              <a:gd name="T21" fmla="*/ 106 h 426"/>
              <a:gd name="T22" fmla="*/ 26 w 479"/>
              <a:gd name="T23" fmla="*/ 123 h 426"/>
              <a:gd name="T24" fmla="*/ 451 w 479"/>
              <a:gd name="T25" fmla="*/ 159 h 426"/>
              <a:gd name="T26" fmla="*/ 451 w 479"/>
              <a:gd name="T27" fmla="*/ 159 h 426"/>
              <a:gd name="T28" fmla="*/ 26 w 479"/>
              <a:gd name="T29" fmla="*/ 159 h 426"/>
              <a:gd name="T30" fmla="*/ 0 w 479"/>
              <a:gd name="T31" fmla="*/ 185 h 426"/>
              <a:gd name="T32" fmla="*/ 0 w 479"/>
              <a:gd name="T33" fmla="*/ 274 h 426"/>
              <a:gd name="T34" fmla="*/ 26 w 479"/>
              <a:gd name="T35" fmla="*/ 300 h 426"/>
              <a:gd name="T36" fmla="*/ 71 w 479"/>
              <a:gd name="T37" fmla="*/ 300 h 426"/>
              <a:gd name="T38" fmla="*/ 53 w 479"/>
              <a:gd name="T39" fmla="*/ 425 h 426"/>
              <a:gd name="T40" fmla="*/ 425 w 479"/>
              <a:gd name="T41" fmla="*/ 425 h 426"/>
              <a:gd name="T42" fmla="*/ 407 w 479"/>
              <a:gd name="T43" fmla="*/ 300 h 426"/>
              <a:gd name="T44" fmla="*/ 451 w 479"/>
              <a:gd name="T45" fmla="*/ 300 h 426"/>
              <a:gd name="T46" fmla="*/ 478 w 479"/>
              <a:gd name="T47" fmla="*/ 274 h 426"/>
              <a:gd name="T48" fmla="*/ 478 w 479"/>
              <a:gd name="T49" fmla="*/ 185 h 426"/>
              <a:gd name="T50" fmla="*/ 451 w 479"/>
              <a:gd name="T51" fmla="*/ 159 h 426"/>
              <a:gd name="T52" fmla="*/ 97 w 479"/>
              <a:gd name="T53" fmla="*/ 372 h 426"/>
              <a:gd name="T54" fmla="*/ 97 w 479"/>
              <a:gd name="T55" fmla="*/ 372 h 426"/>
              <a:gd name="T56" fmla="*/ 132 w 479"/>
              <a:gd name="T57" fmla="*/ 212 h 426"/>
              <a:gd name="T58" fmla="*/ 345 w 479"/>
              <a:gd name="T59" fmla="*/ 212 h 426"/>
              <a:gd name="T60" fmla="*/ 381 w 479"/>
              <a:gd name="T61" fmla="*/ 372 h 426"/>
              <a:gd name="T62" fmla="*/ 97 w 479"/>
              <a:gd name="T63" fmla="*/ 372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79" h="426">
                <a:moveTo>
                  <a:pt x="26" y="123"/>
                </a:moveTo>
                <a:lnTo>
                  <a:pt x="26" y="123"/>
                </a:lnTo>
                <a:cubicBezTo>
                  <a:pt x="451" y="123"/>
                  <a:pt x="451" y="123"/>
                  <a:pt x="451" y="123"/>
                </a:cubicBezTo>
                <a:cubicBezTo>
                  <a:pt x="460" y="123"/>
                  <a:pt x="460" y="115"/>
                  <a:pt x="451" y="106"/>
                </a:cubicBezTo>
                <a:cubicBezTo>
                  <a:pt x="451" y="106"/>
                  <a:pt x="372" y="79"/>
                  <a:pt x="354" y="79"/>
                </a:cubicBezTo>
                <a:cubicBezTo>
                  <a:pt x="336" y="79"/>
                  <a:pt x="336" y="79"/>
                  <a:pt x="336" y="79"/>
                </a:cubicBezTo>
                <a:cubicBezTo>
                  <a:pt x="336" y="0"/>
                  <a:pt x="336" y="0"/>
                  <a:pt x="336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1" y="79"/>
                  <a:pt x="141" y="79"/>
                  <a:pt x="141" y="79"/>
                </a:cubicBezTo>
                <a:cubicBezTo>
                  <a:pt x="124" y="79"/>
                  <a:pt x="124" y="79"/>
                  <a:pt x="124" y="79"/>
                </a:cubicBezTo>
                <a:cubicBezTo>
                  <a:pt x="106" y="79"/>
                  <a:pt x="26" y="106"/>
                  <a:pt x="26" y="106"/>
                </a:cubicBezTo>
                <a:cubicBezTo>
                  <a:pt x="17" y="115"/>
                  <a:pt x="17" y="123"/>
                  <a:pt x="26" y="123"/>
                </a:cubicBezTo>
                <a:close/>
                <a:moveTo>
                  <a:pt x="451" y="159"/>
                </a:moveTo>
                <a:lnTo>
                  <a:pt x="451" y="159"/>
                </a:lnTo>
                <a:cubicBezTo>
                  <a:pt x="26" y="159"/>
                  <a:pt x="26" y="159"/>
                  <a:pt x="26" y="159"/>
                </a:cubicBezTo>
                <a:cubicBezTo>
                  <a:pt x="8" y="159"/>
                  <a:pt x="0" y="168"/>
                  <a:pt x="0" y="185"/>
                </a:cubicBezTo>
                <a:cubicBezTo>
                  <a:pt x="0" y="274"/>
                  <a:pt x="0" y="274"/>
                  <a:pt x="0" y="274"/>
                </a:cubicBezTo>
                <a:cubicBezTo>
                  <a:pt x="0" y="283"/>
                  <a:pt x="8" y="300"/>
                  <a:pt x="26" y="300"/>
                </a:cubicBezTo>
                <a:cubicBezTo>
                  <a:pt x="71" y="300"/>
                  <a:pt x="71" y="300"/>
                  <a:pt x="71" y="300"/>
                </a:cubicBezTo>
                <a:cubicBezTo>
                  <a:pt x="53" y="425"/>
                  <a:pt x="53" y="425"/>
                  <a:pt x="53" y="425"/>
                </a:cubicBezTo>
                <a:cubicBezTo>
                  <a:pt x="425" y="425"/>
                  <a:pt x="425" y="425"/>
                  <a:pt x="425" y="425"/>
                </a:cubicBezTo>
                <a:cubicBezTo>
                  <a:pt x="407" y="300"/>
                  <a:pt x="407" y="300"/>
                  <a:pt x="407" y="300"/>
                </a:cubicBezTo>
                <a:cubicBezTo>
                  <a:pt x="451" y="300"/>
                  <a:pt x="451" y="300"/>
                  <a:pt x="451" y="300"/>
                </a:cubicBezTo>
                <a:cubicBezTo>
                  <a:pt x="469" y="300"/>
                  <a:pt x="478" y="283"/>
                  <a:pt x="478" y="274"/>
                </a:cubicBezTo>
                <a:cubicBezTo>
                  <a:pt x="478" y="185"/>
                  <a:pt x="478" y="185"/>
                  <a:pt x="478" y="185"/>
                </a:cubicBezTo>
                <a:cubicBezTo>
                  <a:pt x="478" y="168"/>
                  <a:pt x="469" y="159"/>
                  <a:pt x="451" y="159"/>
                </a:cubicBezTo>
                <a:close/>
                <a:moveTo>
                  <a:pt x="97" y="372"/>
                </a:moveTo>
                <a:lnTo>
                  <a:pt x="97" y="372"/>
                </a:lnTo>
                <a:cubicBezTo>
                  <a:pt x="132" y="212"/>
                  <a:pt x="132" y="212"/>
                  <a:pt x="132" y="212"/>
                </a:cubicBezTo>
                <a:cubicBezTo>
                  <a:pt x="345" y="212"/>
                  <a:pt x="345" y="212"/>
                  <a:pt x="345" y="212"/>
                </a:cubicBezTo>
                <a:cubicBezTo>
                  <a:pt x="381" y="372"/>
                  <a:pt x="381" y="372"/>
                  <a:pt x="381" y="372"/>
                </a:cubicBezTo>
                <a:lnTo>
                  <a:pt x="97" y="37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5693FB-48EA-4FC6-AEAB-81D1A08F9806}"/>
              </a:ext>
            </a:extLst>
          </p:cNvPr>
          <p:cNvSpPr txBox="1"/>
          <p:nvPr/>
        </p:nvSpPr>
        <p:spPr>
          <a:xfrm rot="2683359">
            <a:off x="6238673" y="2371237"/>
            <a:ext cx="1508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Text Here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600836-3D8C-45D6-8252-C043CFAC30BA}"/>
              </a:ext>
            </a:extLst>
          </p:cNvPr>
          <p:cNvSpPr txBox="1"/>
          <p:nvPr/>
        </p:nvSpPr>
        <p:spPr>
          <a:xfrm rot="18887800">
            <a:off x="6737115" y="4625770"/>
            <a:ext cx="1508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Text Here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076AD5-D684-4547-92A2-E7D91353BBF5}"/>
              </a:ext>
            </a:extLst>
          </p:cNvPr>
          <p:cNvSpPr txBox="1"/>
          <p:nvPr/>
        </p:nvSpPr>
        <p:spPr>
          <a:xfrm rot="18822754" flipH="1">
            <a:off x="3872245" y="2953411"/>
            <a:ext cx="1508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Text Here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DE5778-A903-4E0F-A892-5BEE05AC9F5B}"/>
              </a:ext>
            </a:extLst>
          </p:cNvPr>
          <p:cNvSpPr txBox="1"/>
          <p:nvPr/>
        </p:nvSpPr>
        <p:spPr>
          <a:xfrm rot="2687822">
            <a:off x="4495378" y="5202751"/>
            <a:ext cx="1508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Text Here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80DB47B-2780-442F-9C60-013DF2C94B2B}"/>
              </a:ext>
            </a:extLst>
          </p:cNvPr>
          <p:cNvSpPr txBox="1"/>
          <p:nvPr/>
        </p:nvSpPr>
        <p:spPr>
          <a:xfrm>
            <a:off x="7243320" y="1580361"/>
            <a:ext cx="30674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Lorem ipsum dolor sit amet, consectetur adipiscing elit. Sed dignissim hendrerit velit in accumsan.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5A4A2BF-99C0-414A-B949-EADF55C4A8FE}"/>
              </a:ext>
            </a:extLst>
          </p:cNvPr>
          <p:cNvSpPr txBox="1"/>
          <p:nvPr/>
        </p:nvSpPr>
        <p:spPr>
          <a:xfrm>
            <a:off x="7984199" y="5146476"/>
            <a:ext cx="30674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Lorem ipsum dolor sit amet, consectetur adipiscing elit. Sed dignissim hendrerit velit in accumsan.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66424D-7A0D-4AB5-9CFA-D02065D89A0A}"/>
              </a:ext>
            </a:extLst>
          </p:cNvPr>
          <p:cNvSpPr txBox="1"/>
          <p:nvPr/>
        </p:nvSpPr>
        <p:spPr>
          <a:xfrm>
            <a:off x="1231074" y="2431568"/>
            <a:ext cx="30674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.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dignissim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hendrerit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velit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in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accumsan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1940C8-ADB9-4701-BBD9-2C995948596E}"/>
              </a:ext>
            </a:extLst>
          </p:cNvPr>
          <p:cNvSpPr txBox="1"/>
          <p:nvPr/>
        </p:nvSpPr>
        <p:spPr>
          <a:xfrm>
            <a:off x="1231074" y="2144622"/>
            <a:ext cx="25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766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Your Text Here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FECE21B-17B2-460A-98A9-240AA352B6F3}"/>
              </a:ext>
            </a:extLst>
          </p:cNvPr>
          <p:cNvSpPr txBox="1"/>
          <p:nvPr/>
        </p:nvSpPr>
        <p:spPr>
          <a:xfrm>
            <a:off x="7243320" y="1304014"/>
            <a:ext cx="25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Your Text Here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3D1E8B-13E9-4961-8478-05F67A3624A5}"/>
              </a:ext>
            </a:extLst>
          </p:cNvPr>
          <p:cNvSpPr txBox="1"/>
          <p:nvPr/>
        </p:nvSpPr>
        <p:spPr>
          <a:xfrm>
            <a:off x="7984198" y="4846787"/>
            <a:ext cx="25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Your Text Here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FD17DF-B464-43C5-8157-93073E5355C9}"/>
              </a:ext>
            </a:extLst>
          </p:cNvPr>
          <p:cNvSpPr txBox="1"/>
          <p:nvPr/>
        </p:nvSpPr>
        <p:spPr>
          <a:xfrm>
            <a:off x="2063991" y="5733761"/>
            <a:ext cx="30674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Lorem ipsum dolor sit amet, consectetur adipiscing elit. Sed dignissim hendrerit velit in accumsan.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9A9FD7C-A04D-4BD5-8809-8A846B52A784}"/>
              </a:ext>
            </a:extLst>
          </p:cNvPr>
          <p:cNvSpPr txBox="1"/>
          <p:nvPr/>
        </p:nvSpPr>
        <p:spPr>
          <a:xfrm>
            <a:off x="2063991" y="5446815"/>
            <a:ext cx="25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1140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0481F90E-4203-2D44-BCEE-6DE3576872AE}"/>
              </a:ext>
            </a:extLst>
          </p:cNvPr>
          <p:cNvSpPr txBox="1">
            <a:spLocks/>
          </p:cNvSpPr>
          <p:nvPr/>
        </p:nvSpPr>
        <p:spPr>
          <a:xfrm>
            <a:off x="412586" y="339365"/>
            <a:ext cx="10905239" cy="775451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 – 2 lines text. Kanye, Adam Neumann, Elizabeth Holmes all walk into a Lower East Side bar and …</a:t>
            </a:r>
          </a:p>
        </p:txBody>
      </p:sp>
      <p:sp>
        <p:nvSpPr>
          <p:cNvPr id="63" name="Freeform 5">
            <a:extLst>
              <a:ext uri="{FF2B5EF4-FFF2-40B4-BE49-F238E27FC236}">
                <a16:creationId xmlns:a16="http://schemas.microsoft.com/office/drawing/2014/main" id="{63CD7075-4E93-9D40-B29A-0F44B758DCD2}"/>
              </a:ext>
            </a:extLst>
          </p:cNvPr>
          <p:cNvSpPr>
            <a:spLocks/>
          </p:cNvSpPr>
          <p:nvPr/>
        </p:nvSpPr>
        <p:spPr bwMode="auto">
          <a:xfrm flipH="1">
            <a:off x="5192655" y="5508161"/>
            <a:ext cx="5915534" cy="834351"/>
          </a:xfrm>
          <a:custGeom>
            <a:avLst/>
            <a:gdLst>
              <a:gd name="T0" fmla="*/ 0 w 4176"/>
              <a:gd name="T1" fmla="*/ 589 h 589"/>
              <a:gd name="T2" fmla="*/ 370 w 4176"/>
              <a:gd name="T3" fmla="*/ 0 h 589"/>
              <a:gd name="T4" fmla="*/ 3815 w 4176"/>
              <a:gd name="T5" fmla="*/ 0 h 589"/>
              <a:gd name="T6" fmla="*/ 4176 w 4176"/>
              <a:gd name="T7" fmla="*/ 589 h 589"/>
              <a:gd name="T8" fmla="*/ 0 w 4176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76" h="589">
                <a:moveTo>
                  <a:pt x="0" y="589"/>
                </a:moveTo>
                <a:lnTo>
                  <a:pt x="370" y="0"/>
                </a:lnTo>
                <a:lnTo>
                  <a:pt x="3815" y="0"/>
                </a:lnTo>
                <a:lnTo>
                  <a:pt x="4176" y="589"/>
                </a:lnTo>
                <a:lnTo>
                  <a:pt x="0" y="58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4" name="Freeform 6">
            <a:extLst>
              <a:ext uri="{FF2B5EF4-FFF2-40B4-BE49-F238E27FC236}">
                <a16:creationId xmlns:a16="http://schemas.microsoft.com/office/drawing/2014/main" id="{24249489-D0B2-B04E-AF2B-342EA51506C4}"/>
              </a:ext>
            </a:extLst>
          </p:cNvPr>
          <p:cNvSpPr>
            <a:spLocks/>
          </p:cNvSpPr>
          <p:nvPr/>
        </p:nvSpPr>
        <p:spPr bwMode="auto">
          <a:xfrm flipH="1">
            <a:off x="5801774" y="4536405"/>
            <a:ext cx="4691630" cy="813102"/>
          </a:xfrm>
          <a:custGeom>
            <a:avLst/>
            <a:gdLst>
              <a:gd name="T0" fmla="*/ 359 w 3312"/>
              <a:gd name="T1" fmla="*/ 0 h 574"/>
              <a:gd name="T2" fmla="*/ 0 w 3312"/>
              <a:gd name="T3" fmla="*/ 574 h 574"/>
              <a:gd name="T4" fmla="*/ 3312 w 3312"/>
              <a:gd name="T5" fmla="*/ 574 h 574"/>
              <a:gd name="T6" fmla="*/ 2956 w 3312"/>
              <a:gd name="T7" fmla="*/ 0 h 574"/>
              <a:gd name="T8" fmla="*/ 359 w 3312"/>
              <a:gd name="T9" fmla="*/ 0 h 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12" h="574">
                <a:moveTo>
                  <a:pt x="359" y="0"/>
                </a:moveTo>
                <a:lnTo>
                  <a:pt x="0" y="574"/>
                </a:lnTo>
                <a:lnTo>
                  <a:pt x="3312" y="574"/>
                </a:lnTo>
                <a:lnTo>
                  <a:pt x="2956" y="0"/>
                </a:lnTo>
                <a:lnTo>
                  <a:pt x="3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5" name="Freeform 7">
            <a:extLst>
              <a:ext uri="{FF2B5EF4-FFF2-40B4-BE49-F238E27FC236}">
                <a16:creationId xmlns:a16="http://schemas.microsoft.com/office/drawing/2014/main" id="{F8D078A7-8C3F-B44C-BEC0-B47895B4F158}"/>
              </a:ext>
            </a:extLst>
          </p:cNvPr>
          <p:cNvSpPr>
            <a:spLocks/>
          </p:cNvSpPr>
          <p:nvPr/>
        </p:nvSpPr>
        <p:spPr bwMode="auto">
          <a:xfrm flipH="1">
            <a:off x="6413725" y="3550483"/>
            <a:ext cx="3474810" cy="834351"/>
          </a:xfrm>
          <a:custGeom>
            <a:avLst/>
            <a:gdLst>
              <a:gd name="T0" fmla="*/ 0 w 2453"/>
              <a:gd name="T1" fmla="*/ 589 h 589"/>
              <a:gd name="T2" fmla="*/ 361 w 2453"/>
              <a:gd name="T3" fmla="*/ 0 h 589"/>
              <a:gd name="T4" fmla="*/ 2097 w 2453"/>
              <a:gd name="T5" fmla="*/ 0 h 589"/>
              <a:gd name="T6" fmla="*/ 2453 w 2453"/>
              <a:gd name="T7" fmla="*/ 589 h 589"/>
              <a:gd name="T8" fmla="*/ 0 w 2453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3" h="589">
                <a:moveTo>
                  <a:pt x="0" y="589"/>
                </a:moveTo>
                <a:lnTo>
                  <a:pt x="361" y="0"/>
                </a:lnTo>
                <a:lnTo>
                  <a:pt x="2097" y="0"/>
                </a:lnTo>
                <a:lnTo>
                  <a:pt x="2453" y="589"/>
                </a:lnTo>
                <a:lnTo>
                  <a:pt x="0" y="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6" name="Freeform 8">
            <a:extLst>
              <a:ext uri="{FF2B5EF4-FFF2-40B4-BE49-F238E27FC236}">
                <a16:creationId xmlns:a16="http://schemas.microsoft.com/office/drawing/2014/main" id="{788A8986-DA54-694C-A302-A36B019F2BAF}"/>
              </a:ext>
            </a:extLst>
          </p:cNvPr>
          <p:cNvSpPr>
            <a:spLocks/>
          </p:cNvSpPr>
          <p:nvPr/>
        </p:nvSpPr>
        <p:spPr bwMode="auto">
          <a:xfrm flipH="1">
            <a:off x="6998763" y="2581559"/>
            <a:ext cx="2307568" cy="820185"/>
          </a:xfrm>
          <a:custGeom>
            <a:avLst/>
            <a:gdLst>
              <a:gd name="T0" fmla="*/ 0 w 1629"/>
              <a:gd name="T1" fmla="*/ 579 h 579"/>
              <a:gd name="T2" fmla="*/ 359 w 1629"/>
              <a:gd name="T3" fmla="*/ 0 h 579"/>
              <a:gd name="T4" fmla="*/ 1273 w 1629"/>
              <a:gd name="T5" fmla="*/ 0 h 579"/>
              <a:gd name="T6" fmla="*/ 1629 w 1629"/>
              <a:gd name="T7" fmla="*/ 579 h 579"/>
              <a:gd name="T8" fmla="*/ 0 w 1629"/>
              <a:gd name="T9" fmla="*/ 579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9" h="579">
                <a:moveTo>
                  <a:pt x="0" y="579"/>
                </a:moveTo>
                <a:lnTo>
                  <a:pt x="359" y="0"/>
                </a:lnTo>
                <a:lnTo>
                  <a:pt x="1273" y="0"/>
                </a:lnTo>
                <a:lnTo>
                  <a:pt x="1629" y="579"/>
                </a:lnTo>
                <a:lnTo>
                  <a:pt x="0" y="57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7" name="Freeform 9">
            <a:extLst>
              <a:ext uri="{FF2B5EF4-FFF2-40B4-BE49-F238E27FC236}">
                <a16:creationId xmlns:a16="http://schemas.microsoft.com/office/drawing/2014/main" id="{7EDF3934-68A6-5344-9AC9-993665DFC38C}"/>
              </a:ext>
            </a:extLst>
          </p:cNvPr>
          <p:cNvSpPr>
            <a:spLocks/>
          </p:cNvSpPr>
          <p:nvPr/>
        </p:nvSpPr>
        <p:spPr bwMode="auto">
          <a:xfrm flipH="1">
            <a:off x="7185748" y="1211751"/>
            <a:ext cx="1508631" cy="1225320"/>
          </a:xfrm>
          <a:custGeom>
            <a:avLst/>
            <a:gdLst>
              <a:gd name="T0" fmla="*/ 383 w 772"/>
              <a:gd name="T1" fmla="*/ 0 h 627"/>
              <a:gd name="T2" fmla="*/ 0 w 772"/>
              <a:gd name="T3" fmla="*/ 627 h 627"/>
              <a:gd name="T4" fmla="*/ 772 w 772"/>
              <a:gd name="T5" fmla="*/ 627 h 627"/>
              <a:gd name="T6" fmla="*/ 383 w 772"/>
              <a:gd name="T7" fmla="*/ 0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2" h="627">
                <a:moveTo>
                  <a:pt x="383" y="0"/>
                </a:moveTo>
                <a:lnTo>
                  <a:pt x="0" y="627"/>
                </a:lnTo>
                <a:lnTo>
                  <a:pt x="772" y="627"/>
                </a:lnTo>
                <a:lnTo>
                  <a:pt x="3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8" name="Freeform 5">
            <a:extLst>
              <a:ext uri="{FF2B5EF4-FFF2-40B4-BE49-F238E27FC236}">
                <a16:creationId xmlns:a16="http://schemas.microsoft.com/office/drawing/2014/main" id="{3759220F-4038-4348-A7A3-875EC36CCFD5}"/>
              </a:ext>
            </a:extLst>
          </p:cNvPr>
          <p:cNvSpPr>
            <a:spLocks/>
          </p:cNvSpPr>
          <p:nvPr/>
        </p:nvSpPr>
        <p:spPr bwMode="auto">
          <a:xfrm>
            <a:off x="4319947" y="5513197"/>
            <a:ext cx="5915534" cy="834351"/>
          </a:xfrm>
          <a:custGeom>
            <a:avLst/>
            <a:gdLst>
              <a:gd name="T0" fmla="*/ 0 w 4176"/>
              <a:gd name="T1" fmla="*/ 589 h 589"/>
              <a:gd name="T2" fmla="*/ 370 w 4176"/>
              <a:gd name="T3" fmla="*/ 0 h 589"/>
              <a:gd name="T4" fmla="*/ 3815 w 4176"/>
              <a:gd name="T5" fmla="*/ 0 h 589"/>
              <a:gd name="T6" fmla="*/ 4176 w 4176"/>
              <a:gd name="T7" fmla="*/ 589 h 589"/>
              <a:gd name="T8" fmla="*/ 0 w 4176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76" h="589">
                <a:moveTo>
                  <a:pt x="0" y="589"/>
                </a:moveTo>
                <a:lnTo>
                  <a:pt x="370" y="0"/>
                </a:lnTo>
                <a:lnTo>
                  <a:pt x="3815" y="0"/>
                </a:lnTo>
                <a:lnTo>
                  <a:pt x="4176" y="589"/>
                </a:lnTo>
                <a:lnTo>
                  <a:pt x="0" y="589"/>
                </a:lnTo>
                <a:close/>
              </a:path>
            </a:pathLst>
          </a:custGeom>
          <a:pattFill prst="ltHorz">
            <a:fgClr>
              <a:schemeClr val="accent5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9" name="Freeform 6">
            <a:extLst>
              <a:ext uri="{FF2B5EF4-FFF2-40B4-BE49-F238E27FC236}">
                <a16:creationId xmlns:a16="http://schemas.microsoft.com/office/drawing/2014/main" id="{F2296195-1CF2-9848-A94A-E4A973C4D4F1}"/>
              </a:ext>
            </a:extLst>
          </p:cNvPr>
          <p:cNvSpPr>
            <a:spLocks/>
          </p:cNvSpPr>
          <p:nvPr/>
        </p:nvSpPr>
        <p:spPr bwMode="auto">
          <a:xfrm>
            <a:off x="4934732" y="4541440"/>
            <a:ext cx="4691630" cy="813103"/>
          </a:xfrm>
          <a:custGeom>
            <a:avLst/>
            <a:gdLst>
              <a:gd name="T0" fmla="*/ 359 w 3312"/>
              <a:gd name="T1" fmla="*/ 0 h 574"/>
              <a:gd name="T2" fmla="*/ 0 w 3312"/>
              <a:gd name="T3" fmla="*/ 574 h 574"/>
              <a:gd name="T4" fmla="*/ 3312 w 3312"/>
              <a:gd name="T5" fmla="*/ 574 h 574"/>
              <a:gd name="T6" fmla="*/ 2956 w 3312"/>
              <a:gd name="T7" fmla="*/ 0 h 574"/>
              <a:gd name="T8" fmla="*/ 359 w 3312"/>
              <a:gd name="T9" fmla="*/ 0 h 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12" h="574">
                <a:moveTo>
                  <a:pt x="359" y="0"/>
                </a:moveTo>
                <a:lnTo>
                  <a:pt x="0" y="574"/>
                </a:lnTo>
                <a:lnTo>
                  <a:pt x="3312" y="574"/>
                </a:lnTo>
                <a:lnTo>
                  <a:pt x="2956" y="0"/>
                </a:lnTo>
                <a:lnTo>
                  <a:pt x="359" y="0"/>
                </a:lnTo>
                <a:close/>
              </a:path>
            </a:pathLst>
          </a:custGeom>
          <a:pattFill prst="lt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0" name="Freeform 7">
            <a:extLst>
              <a:ext uri="{FF2B5EF4-FFF2-40B4-BE49-F238E27FC236}">
                <a16:creationId xmlns:a16="http://schemas.microsoft.com/office/drawing/2014/main" id="{1ADF7982-69FF-ED43-969A-4C187817BEFC}"/>
              </a:ext>
            </a:extLst>
          </p:cNvPr>
          <p:cNvSpPr>
            <a:spLocks/>
          </p:cNvSpPr>
          <p:nvPr/>
        </p:nvSpPr>
        <p:spPr bwMode="auto">
          <a:xfrm>
            <a:off x="5539601" y="3555518"/>
            <a:ext cx="3474810" cy="834351"/>
          </a:xfrm>
          <a:custGeom>
            <a:avLst/>
            <a:gdLst>
              <a:gd name="T0" fmla="*/ 0 w 2453"/>
              <a:gd name="T1" fmla="*/ 589 h 589"/>
              <a:gd name="T2" fmla="*/ 361 w 2453"/>
              <a:gd name="T3" fmla="*/ 0 h 589"/>
              <a:gd name="T4" fmla="*/ 2097 w 2453"/>
              <a:gd name="T5" fmla="*/ 0 h 589"/>
              <a:gd name="T6" fmla="*/ 2453 w 2453"/>
              <a:gd name="T7" fmla="*/ 589 h 589"/>
              <a:gd name="T8" fmla="*/ 0 w 2453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3" h="589">
                <a:moveTo>
                  <a:pt x="0" y="589"/>
                </a:moveTo>
                <a:lnTo>
                  <a:pt x="361" y="0"/>
                </a:lnTo>
                <a:lnTo>
                  <a:pt x="2097" y="0"/>
                </a:lnTo>
                <a:lnTo>
                  <a:pt x="2453" y="589"/>
                </a:lnTo>
                <a:lnTo>
                  <a:pt x="0" y="589"/>
                </a:lnTo>
                <a:close/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1" name="Freeform 8">
            <a:extLst>
              <a:ext uri="{FF2B5EF4-FFF2-40B4-BE49-F238E27FC236}">
                <a16:creationId xmlns:a16="http://schemas.microsoft.com/office/drawing/2014/main" id="{1CE327E6-609C-DC45-A571-9E6DB6BC5453}"/>
              </a:ext>
            </a:extLst>
          </p:cNvPr>
          <p:cNvSpPr>
            <a:spLocks/>
          </p:cNvSpPr>
          <p:nvPr/>
        </p:nvSpPr>
        <p:spPr bwMode="auto">
          <a:xfrm>
            <a:off x="6121805" y="2586594"/>
            <a:ext cx="2307568" cy="820185"/>
          </a:xfrm>
          <a:custGeom>
            <a:avLst/>
            <a:gdLst>
              <a:gd name="T0" fmla="*/ 0 w 1629"/>
              <a:gd name="T1" fmla="*/ 579 h 579"/>
              <a:gd name="T2" fmla="*/ 359 w 1629"/>
              <a:gd name="T3" fmla="*/ 0 h 579"/>
              <a:gd name="T4" fmla="*/ 1273 w 1629"/>
              <a:gd name="T5" fmla="*/ 0 h 579"/>
              <a:gd name="T6" fmla="*/ 1629 w 1629"/>
              <a:gd name="T7" fmla="*/ 579 h 579"/>
              <a:gd name="T8" fmla="*/ 0 w 1629"/>
              <a:gd name="T9" fmla="*/ 579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9" h="579">
                <a:moveTo>
                  <a:pt x="0" y="579"/>
                </a:moveTo>
                <a:lnTo>
                  <a:pt x="359" y="0"/>
                </a:lnTo>
                <a:lnTo>
                  <a:pt x="1273" y="0"/>
                </a:lnTo>
                <a:lnTo>
                  <a:pt x="1629" y="579"/>
                </a:lnTo>
                <a:lnTo>
                  <a:pt x="0" y="579"/>
                </a:lnTo>
                <a:close/>
              </a:path>
            </a:pathLst>
          </a:custGeom>
          <a:pattFill prst="ltHorz">
            <a:fgClr>
              <a:schemeClr val="accent2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2" name="Freeform 9">
            <a:extLst>
              <a:ext uri="{FF2B5EF4-FFF2-40B4-BE49-F238E27FC236}">
                <a16:creationId xmlns:a16="http://schemas.microsoft.com/office/drawing/2014/main" id="{92B70B58-1218-414F-BB47-DF8C27EC385B}"/>
              </a:ext>
            </a:extLst>
          </p:cNvPr>
          <p:cNvSpPr>
            <a:spLocks/>
          </p:cNvSpPr>
          <p:nvPr/>
        </p:nvSpPr>
        <p:spPr bwMode="auto">
          <a:xfrm>
            <a:off x="6733757" y="1216785"/>
            <a:ext cx="1508631" cy="1225320"/>
          </a:xfrm>
          <a:custGeom>
            <a:avLst/>
            <a:gdLst>
              <a:gd name="T0" fmla="*/ 383 w 772"/>
              <a:gd name="T1" fmla="*/ 0 h 627"/>
              <a:gd name="T2" fmla="*/ 0 w 772"/>
              <a:gd name="T3" fmla="*/ 627 h 627"/>
              <a:gd name="T4" fmla="*/ 772 w 772"/>
              <a:gd name="T5" fmla="*/ 627 h 627"/>
              <a:gd name="T6" fmla="*/ 383 w 772"/>
              <a:gd name="T7" fmla="*/ 0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2" h="627">
                <a:moveTo>
                  <a:pt x="383" y="0"/>
                </a:moveTo>
                <a:lnTo>
                  <a:pt x="0" y="627"/>
                </a:lnTo>
                <a:lnTo>
                  <a:pt x="772" y="627"/>
                </a:lnTo>
                <a:lnTo>
                  <a:pt x="383" y="0"/>
                </a:lnTo>
                <a:close/>
              </a:path>
            </a:pathLst>
          </a:custGeom>
          <a:pattFill prst="ltHorz">
            <a:fgClr>
              <a:schemeClr val="accent3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EA276653-2085-D84B-8DB3-9099686CDDE5}"/>
              </a:ext>
            </a:extLst>
          </p:cNvPr>
          <p:cNvSpPr>
            <a:spLocks/>
          </p:cNvSpPr>
          <p:nvPr/>
        </p:nvSpPr>
        <p:spPr bwMode="auto">
          <a:xfrm>
            <a:off x="4749483" y="5508162"/>
            <a:ext cx="5915534" cy="834351"/>
          </a:xfrm>
          <a:custGeom>
            <a:avLst/>
            <a:gdLst>
              <a:gd name="T0" fmla="*/ 0 w 4176"/>
              <a:gd name="T1" fmla="*/ 589 h 589"/>
              <a:gd name="T2" fmla="*/ 370 w 4176"/>
              <a:gd name="T3" fmla="*/ 0 h 589"/>
              <a:gd name="T4" fmla="*/ 3815 w 4176"/>
              <a:gd name="T5" fmla="*/ 0 h 589"/>
              <a:gd name="T6" fmla="*/ 4176 w 4176"/>
              <a:gd name="T7" fmla="*/ 589 h 589"/>
              <a:gd name="T8" fmla="*/ 0 w 4176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76" h="589">
                <a:moveTo>
                  <a:pt x="0" y="589"/>
                </a:moveTo>
                <a:lnTo>
                  <a:pt x="370" y="0"/>
                </a:lnTo>
                <a:lnTo>
                  <a:pt x="3815" y="0"/>
                </a:lnTo>
                <a:lnTo>
                  <a:pt x="4176" y="589"/>
                </a:lnTo>
                <a:lnTo>
                  <a:pt x="0" y="58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4" name="Freeform 6">
            <a:extLst>
              <a:ext uri="{FF2B5EF4-FFF2-40B4-BE49-F238E27FC236}">
                <a16:creationId xmlns:a16="http://schemas.microsoft.com/office/drawing/2014/main" id="{D706517C-6127-A54A-BE08-5A1B75810108}"/>
              </a:ext>
            </a:extLst>
          </p:cNvPr>
          <p:cNvSpPr>
            <a:spLocks/>
          </p:cNvSpPr>
          <p:nvPr/>
        </p:nvSpPr>
        <p:spPr bwMode="auto">
          <a:xfrm>
            <a:off x="5364268" y="4536406"/>
            <a:ext cx="4691630" cy="813102"/>
          </a:xfrm>
          <a:custGeom>
            <a:avLst/>
            <a:gdLst>
              <a:gd name="T0" fmla="*/ 359 w 3312"/>
              <a:gd name="T1" fmla="*/ 0 h 574"/>
              <a:gd name="T2" fmla="*/ 0 w 3312"/>
              <a:gd name="T3" fmla="*/ 574 h 574"/>
              <a:gd name="T4" fmla="*/ 3312 w 3312"/>
              <a:gd name="T5" fmla="*/ 574 h 574"/>
              <a:gd name="T6" fmla="*/ 2956 w 3312"/>
              <a:gd name="T7" fmla="*/ 0 h 574"/>
              <a:gd name="T8" fmla="*/ 359 w 3312"/>
              <a:gd name="T9" fmla="*/ 0 h 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12" h="574">
                <a:moveTo>
                  <a:pt x="359" y="0"/>
                </a:moveTo>
                <a:lnTo>
                  <a:pt x="0" y="574"/>
                </a:lnTo>
                <a:lnTo>
                  <a:pt x="3312" y="574"/>
                </a:lnTo>
                <a:lnTo>
                  <a:pt x="2956" y="0"/>
                </a:lnTo>
                <a:lnTo>
                  <a:pt x="359" y="0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accent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274E0600-01AA-F148-99B1-07790C9A310D}"/>
              </a:ext>
            </a:extLst>
          </p:cNvPr>
          <p:cNvSpPr>
            <a:spLocks/>
          </p:cNvSpPr>
          <p:nvPr/>
        </p:nvSpPr>
        <p:spPr bwMode="auto">
          <a:xfrm>
            <a:off x="5969137" y="3550484"/>
            <a:ext cx="3474810" cy="834351"/>
          </a:xfrm>
          <a:custGeom>
            <a:avLst/>
            <a:gdLst>
              <a:gd name="T0" fmla="*/ 0 w 2453"/>
              <a:gd name="T1" fmla="*/ 589 h 589"/>
              <a:gd name="T2" fmla="*/ 361 w 2453"/>
              <a:gd name="T3" fmla="*/ 0 h 589"/>
              <a:gd name="T4" fmla="*/ 2097 w 2453"/>
              <a:gd name="T5" fmla="*/ 0 h 589"/>
              <a:gd name="T6" fmla="*/ 2453 w 2453"/>
              <a:gd name="T7" fmla="*/ 589 h 589"/>
              <a:gd name="T8" fmla="*/ 0 w 2453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3" h="589">
                <a:moveTo>
                  <a:pt x="0" y="589"/>
                </a:moveTo>
                <a:lnTo>
                  <a:pt x="361" y="0"/>
                </a:lnTo>
                <a:lnTo>
                  <a:pt x="2097" y="0"/>
                </a:lnTo>
                <a:lnTo>
                  <a:pt x="2453" y="589"/>
                </a:lnTo>
                <a:lnTo>
                  <a:pt x="0" y="58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4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6" name="Freeform 8">
            <a:extLst>
              <a:ext uri="{FF2B5EF4-FFF2-40B4-BE49-F238E27FC236}">
                <a16:creationId xmlns:a16="http://schemas.microsoft.com/office/drawing/2014/main" id="{CB62784B-478C-014A-8C69-23685124C7A4}"/>
              </a:ext>
            </a:extLst>
          </p:cNvPr>
          <p:cNvSpPr>
            <a:spLocks/>
          </p:cNvSpPr>
          <p:nvPr/>
        </p:nvSpPr>
        <p:spPr bwMode="auto">
          <a:xfrm>
            <a:off x="6551341" y="2581560"/>
            <a:ext cx="2307568" cy="820185"/>
          </a:xfrm>
          <a:custGeom>
            <a:avLst/>
            <a:gdLst>
              <a:gd name="T0" fmla="*/ 0 w 1629"/>
              <a:gd name="T1" fmla="*/ 579 h 579"/>
              <a:gd name="T2" fmla="*/ 359 w 1629"/>
              <a:gd name="T3" fmla="*/ 0 h 579"/>
              <a:gd name="T4" fmla="*/ 1273 w 1629"/>
              <a:gd name="T5" fmla="*/ 0 h 579"/>
              <a:gd name="T6" fmla="*/ 1629 w 1629"/>
              <a:gd name="T7" fmla="*/ 579 h 579"/>
              <a:gd name="T8" fmla="*/ 0 w 1629"/>
              <a:gd name="T9" fmla="*/ 579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9" h="579">
                <a:moveTo>
                  <a:pt x="0" y="579"/>
                </a:moveTo>
                <a:lnTo>
                  <a:pt x="359" y="0"/>
                </a:lnTo>
                <a:lnTo>
                  <a:pt x="1273" y="0"/>
                </a:lnTo>
                <a:lnTo>
                  <a:pt x="1629" y="579"/>
                </a:lnTo>
                <a:lnTo>
                  <a:pt x="0" y="579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7" name="Freeform 9">
            <a:extLst>
              <a:ext uri="{FF2B5EF4-FFF2-40B4-BE49-F238E27FC236}">
                <a16:creationId xmlns:a16="http://schemas.microsoft.com/office/drawing/2014/main" id="{D0263CC2-9F7B-A847-A502-D06D7DC0E871}"/>
              </a:ext>
            </a:extLst>
          </p:cNvPr>
          <p:cNvSpPr>
            <a:spLocks/>
          </p:cNvSpPr>
          <p:nvPr/>
        </p:nvSpPr>
        <p:spPr bwMode="auto">
          <a:xfrm>
            <a:off x="7163293" y="1548892"/>
            <a:ext cx="1093581" cy="888180"/>
          </a:xfrm>
          <a:custGeom>
            <a:avLst/>
            <a:gdLst>
              <a:gd name="T0" fmla="*/ 383 w 772"/>
              <a:gd name="T1" fmla="*/ 0 h 627"/>
              <a:gd name="T2" fmla="*/ 0 w 772"/>
              <a:gd name="T3" fmla="*/ 627 h 627"/>
              <a:gd name="T4" fmla="*/ 772 w 772"/>
              <a:gd name="T5" fmla="*/ 627 h 627"/>
              <a:gd name="T6" fmla="*/ 383 w 772"/>
              <a:gd name="T7" fmla="*/ 0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2" h="627">
                <a:moveTo>
                  <a:pt x="383" y="0"/>
                </a:moveTo>
                <a:lnTo>
                  <a:pt x="0" y="627"/>
                </a:lnTo>
                <a:lnTo>
                  <a:pt x="772" y="627"/>
                </a:lnTo>
                <a:lnTo>
                  <a:pt x="383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3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6D887C-9838-D74B-B37D-2F4BF7FE2193}"/>
              </a:ext>
            </a:extLst>
          </p:cNvPr>
          <p:cNvSpPr txBox="1"/>
          <p:nvPr/>
        </p:nvSpPr>
        <p:spPr>
          <a:xfrm>
            <a:off x="10866972" y="5686809"/>
            <a:ext cx="7373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BE82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82FD0F-D668-A344-AAC7-1BE1A62D0838}"/>
              </a:ext>
            </a:extLst>
          </p:cNvPr>
          <p:cNvSpPr txBox="1"/>
          <p:nvPr/>
        </p:nvSpPr>
        <p:spPr>
          <a:xfrm>
            <a:off x="10277902" y="4704429"/>
            <a:ext cx="7373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04E0F3-4B76-7B41-A2EF-1F612F72EE29}"/>
              </a:ext>
            </a:extLst>
          </p:cNvPr>
          <p:cNvSpPr txBox="1"/>
          <p:nvPr/>
        </p:nvSpPr>
        <p:spPr>
          <a:xfrm>
            <a:off x="9628457" y="3729131"/>
            <a:ext cx="7373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B455AA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A54415-93D8-B049-8A4D-39D2B38CC802}"/>
              </a:ext>
            </a:extLst>
          </p:cNvPr>
          <p:cNvSpPr txBox="1"/>
          <p:nvPr/>
        </p:nvSpPr>
        <p:spPr>
          <a:xfrm>
            <a:off x="9017471" y="2753124"/>
            <a:ext cx="7373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3626FE-EBDB-3544-BDC3-D92F93628EF7}"/>
              </a:ext>
            </a:extLst>
          </p:cNvPr>
          <p:cNvSpPr txBox="1"/>
          <p:nvPr/>
        </p:nvSpPr>
        <p:spPr>
          <a:xfrm>
            <a:off x="8324826" y="1585884"/>
            <a:ext cx="7373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4400CA-ECF1-3746-8BB2-33E1D42A0771}"/>
              </a:ext>
            </a:extLst>
          </p:cNvPr>
          <p:cNvSpPr txBox="1"/>
          <p:nvPr/>
        </p:nvSpPr>
        <p:spPr>
          <a:xfrm>
            <a:off x="6950180" y="2117018"/>
            <a:ext cx="1531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Optimizing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3414BC-EA0E-1947-B04E-337970421F7F}"/>
              </a:ext>
            </a:extLst>
          </p:cNvPr>
          <p:cNvSpPr txBox="1"/>
          <p:nvPr/>
        </p:nvSpPr>
        <p:spPr>
          <a:xfrm>
            <a:off x="6939256" y="2760820"/>
            <a:ext cx="1531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Quantitatively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Managed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838CFF-0A9F-BA4C-9773-96AAF965920A}"/>
              </a:ext>
            </a:extLst>
          </p:cNvPr>
          <p:cNvSpPr txBox="1"/>
          <p:nvPr/>
        </p:nvSpPr>
        <p:spPr>
          <a:xfrm>
            <a:off x="6950180" y="3829160"/>
            <a:ext cx="1531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Defined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AFC3A0-659D-B742-8326-06B2D5D60719}"/>
              </a:ext>
            </a:extLst>
          </p:cNvPr>
          <p:cNvSpPr txBox="1"/>
          <p:nvPr/>
        </p:nvSpPr>
        <p:spPr>
          <a:xfrm>
            <a:off x="6998763" y="4804458"/>
            <a:ext cx="1531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Managed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043CD7-ABA2-E340-AD18-605EEA5A57A7}"/>
              </a:ext>
            </a:extLst>
          </p:cNvPr>
          <p:cNvSpPr txBox="1"/>
          <p:nvPr/>
        </p:nvSpPr>
        <p:spPr>
          <a:xfrm>
            <a:off x="6939256" y="5786838"/>
            <a:ext cx="1531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Initial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7CC0D8-A4F3-6B4D-921F-74C6133C3281}"/>
              </a:ext>
            </a:extLst>
          </p:cNvPr>
          <p:cNvSpPr txBox="1"/>
          <p:nvPr/>
        </p:nvSpPr>
        <p:spPr>
          <a:xfrm>
            <a:off x="630370" y="5507424"/>
            <a:ext cx="3474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text of the printing and typesetting it is industry. Lorem Ipsum has been the industry's standard dummy text printing and typesetting it is industry.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02CBC3-5345-BF43-A799-D0F9483F0AF6}"/>
              </a:ext>
            </a:extLst>
          </p:cNvPr>
          <p:cNvSpPr txBox="1"/>
          <p:nvPr/>
        </p:nvSpPr>
        <p:spPr>
          <a:xfrm>
            <a:off x="1241171" y="4522873"/>
            <a:ext cx="3474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text of the printing and typesetting it is industry. Lorem Ipsum has been the industry's standard dummy text printing and typesetting it is industry.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D7C8B7-553B-9D4F-BF2F-A71F829F1147}"/>
              </a:ext>
            </a:extLst>
          </p:cNvPr>
          <p:cNvSpPr txBox="1"/>
          <p:nvPr/>
        </p:nvSpPr>
        <p:spPr>
          <a:xfrm>
            <a:off x="1850024" y="3566836"/>
            <a:ext cx="34748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text of the printing and typesetting it is industry. Lorem Ipsum has been the industry's standard dummy text printing and typesetting it is industry.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E0E00F-1446-6C4F-8731-868A84CF9C41}"/>
              </a:ext>
            </a:extLst>
          </p:cNvPr>
          <p:cNvSpPr txBox="1"/>
          <p:nvPr/>
        </p:nvSpPr>
        <p:spPr>
          <a:xfrm>
            <a:off x="2434179" y="2572168"/>
            <a:ext cx="34748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text of the printing and typesetting it is industry. Lorem Ipsum has been the industry's standard dummy text printing and typesetting it is industry.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421454-0846-5D4B-B0E2-863132A837D0}"/>
              </a:ext>
            </a:extLst>
          </p:cNvPr>
          <p:cNvSpPr txBox="1"/>
          <p:nvPr/>
        </p:nvSpPr>
        <p:spPr>
          <a:xfrm>
            <a:off x="2950907" y="1696145"/>
            <a:ext cx="3474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text of the printing and typesetting it is industry. Lorem Ipsum has been the industry's standard dummy text printing and typesetting it is industry.</a:t>
            </a:r>
          </a:p>
        </p:txBody>
      </p:sp>
    </p:spTree>
    <p:extLst>
      <p:ext uri="{BB962C8B-B14F-4D97-AF65-F5344CB8AC3E}">
        <p14:creationId xmlns:p14="http://schemas.microsoft.com/office/powerpoint/2010/main" val="277702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1BB368E-929D-E612-7EB8-2EEFC722C78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93945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BC9B07-EF9E-70CB-B120-18B1DD78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Fishbone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4D43FC-C4EA-15D3-9598-C84A8EF6E7C5}"/>
              </a:ext>
            </a:extLst>
          </p:cNvPr>
          <p:cNvSpPr txBox="1"/>
          <p:nvPr/>
        </p:nvSpPr>
        <p:spPr>
          <a:xfrm>
            <a:off x="1937595" y="1641575"/>
            <a:ext cx="771109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Category</a:t>
            </a:r>
            <a:endParaRPr lang="en-US" sz="1100" b="1" dirty="0">
              <a:sym typeface="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2E2B05-45D9-1858-95D7-1A4625AF714C}"/>
              </a:ext>
            </a:extLst>
          </p:cNvPr>
          <p:cNvSpPr txBox="1"/>
          <p:nvPr/>
        </p:nvSpPr>
        <p:spPr>
          <a:xfrm>
            <a:off x="1761164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E6BE25-862F-7EFD-28AC-45AA9D673CB7}"/>
              </a:ext>
            </a:extLst>
          </p:cNvPr>
          <p:cNvSpPr txBox="1"/>
          <p:nvPr/>
        </p:nvSpPr>
        <p:spPr>
          <a:xfrm>
            <a:off x="2112579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CE0808-FB98-1A1E-092A-2C1905A88C28}"/>
              </a:ext>
            </a:extLst>
          </p:cNvPr>
          <p:cNvSpPr txBox="1"/>
          <p:nvPr/>
        </p:nvSpPr>
        <p:spPr>
          <a:xfrm>
            <a:off x="2463995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8772B-5643-4C53-D5CD-F9EEC2E282C8}"/>
              </a:ext>
            </a:extLst>
          </p:cNvPr>
          <p:cNvSpPr txBox="1"/>
          <p:nvPr/>
        </p:nvSpPr>
        <p:spPr>
          <a:xfrm>
            <a:off x="3026706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25204C-147A-F4C5-A202-0F87D4DE6C2E}"/>
              </a:ext>
            </a:extLst>
          </p:cNvPr>
          <p:cNvSpPr txBox="1"/>
          <p:nvPr/>
        </p:nvSpPr>
        <p:spPr>
          <a:xfrm>
            <a:off x="3378121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4CB85-5510-2FE3-1419-445AB2085A67}"/>
              </a:ext>
            </a:extLst>
          </p:cNvPr>
          <p:cNvSpPr txBox="1"/>
          <p:nvPr/>
        </p:nvSpPr>
        <p:spPr>
          <a:xfrm>
            <a:off x="3729537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B82C0D-AECB-4D05-96C1-15DC24886863}"/>
              </a:ext>
            </a:extLst>
          </p:cNvPr>
          <p:cNvSpPr txBox="1"/>
          <p:nvPr/>
        </p:nvSpPr>
        <p:spPr>
          <a:xfrm>
            <a:off x="4729145" y="1641575"/>
            <a:ext cx="771109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Category</a:t>
            </a:r>
            <a:endParaRPr lang="en-US" sz="1100" b="1" dirty="0">
              <a:sym typeface="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B92EE7-8985-7CA7-B6A4-EDB449E73A46}"/>
              </a:ext>
            </a:extLst>
          </p:cNvPr>
          <p:cNvSpPr txBox="1"/>
          <p:nvPr/>
        </p:nvSpPr>
        <p:spPr>
          <a:xfrm>
            <a:off x="4552714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BF4FE3-71E1-5DAF-BDAB-20B877FA51AC}"/>
              </a:ext>
            </a:extLst>
          </p:cNvPr>
          <p:cNvSpPr txBox="1"/>
          <p:nvPr/>
        </p:nvSpPr>
        <p:spPr>
          <a:xfrm>
            <a:off x="4904129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B20D13-317D-48EA-38A0-403F50D26AB6}"/>
              </a:ext>
            </a:extLst>
          </p:cNvPr>
          <p:cNvSpPr txBox="1"/>
          <p:nvPr/>
        </p:nvSpPr>
        <p:spPr>
          <a:xfrm>
            <a:off x="5255545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D75900-DE47-82BF-E89E-70F4CA463405}"/>
              </a:ext>
            </a:extLst>
          </p:cNvPr>
          <p:cNvSpPr txBox="1"/>
          <p:nvPr/>
        </p:nvSpPr>
        <p:spPr>
          <a:xfrm>
            <a:off x="5818256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A19241-7D13-FD70-1B4A-8FD61839A1A1}"/>
              </a:ext>
            </a:extLst>
          </p:cNvPr>
          <p:cNvSpPr txBox="1"/>
          <p:nvPr/>
        </p:nvSpPr>
        <p:spPr>
          <a:xfrm>
            <a:off x="6169671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70BCF1-A84E-FEA5-D00B-60971DDC31C2}"/>
              </a:ext>
            </a:extLst>
          </p:cNvPr>
          <p:cNvSpPr txBox="1"/>
          <p:nvPr/>
        </p:nvSpPr>
        <p:spPr>
          <a:xfrm>
            <a:off x="6521087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76824A-8E06-0B9E-15A9-3C07899F45C5}"/>
              </a:ext>
            </a:extLst>
          </p:cNvPr>
          <p:cNvSpPr txBox="1"/>
          <p:nvPr/>
        </p:nvSpPr>
        <p:spPr>
          <a:xfrm>
            <a:off x="7712464" y="1641575"/>
            <a:ext cx="771109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Category</a:t>
            </a:r>
            <a:endParaRPr lang="en-US" sz="1100" b="1" dirty="0">
              <a:sym typeface="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D0D88A-5917-7061-35DD-4B08580AF04F}"/>
              </a:ext>
            </a:extLst>
          </p:cNvPr>
          <p:cNvSpPr txBox="1"/>
          <p:nvPr/>
        </p:nvSpPr>
        <p:spPr>
          <a:xfrm>
            <a:off x="7536033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9FAC11-179A-D6B2-1FC9-1F5D33B02DBC}"/>
              </a:ext>
            </a:extLst>
          </p:cNvPr>
          <p:cNvSpPr txBox="1"/>
          <p:nvPr/>
        </p:nvSpPr>
        <p:spPr>
          <a:xfrm>
            <a:off x="7887448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AB31A2-3909-7E63-C6D2-27AB04527C45}"/>
              </a:ext>
            </a:extLst>
          </p:cNvPr>
          <p:cNvSpPr txBox="1"/>
          <p:nvPr/>
        </p:nvSpPr>
        <p:spPr>
          <a:xfrm>
            <a:off x="8238864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EC8C50-CD8D-4263-2DB9-FAC017A07301}"/>
              </a:ext>
            </a:extLst>
          </p:cNvPr>
          <p:cNvSpPr txBox="1"/>
          <p:nvPr/>
        </p:nvSpPr>
        <p:spPr>
          <a:xfrm>
            <a:off x="8801575" y="2113232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5A1297-88C5-B817-CCF9-ED0B2A3B110C}"/>
              </a:ext>
            </a:extLst>
          </p:cNvPr>
          <p:cNvSpPr txBox="1"/>
          <p:nvPr/>
        </p:nvSpPr>
        <p:spPr>
          <a:xfrm>
            <a:off x="9152990" y="2610125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484D1-6282-526E-9C77-02A213013710}"/>
              </a:ext>
            </a:extLst>
          </p:cNvPr>
          <p:cNvSpPr txBox="1"/>
          <p:nvPr/>
        </p:nvSpPr>
        <p:spPr>
          <a:xfrm>
            <a:off x="9504406" y="3059059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CA8045-922F-281A-7BF5-D8A2A3716C60}"/>
              </a:ext>
            </a:extLst>
          </p:cNvPr>
          <p:cNvSpPr txBox="1"/>
          <p:nvPr/>
        </p:nvSpPr>
        <p:spPr>
          <a:xfrm>
            <a:off x="8238864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73044E-368B-456A-78EE-E6780325188B}"/>
              </a:ext>
            </a:extLst>
          </p:cNvPr>
          <p:cNvSpPr txBox="1"/>
          <p:nvPr/>
        </p:nvSpPr>
        <p:spPr>
          <a:xfrm>
            <a:off x="7887448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97E539-4C1D-C799-EC36-55E17956DF34}"/>
              </a:ext>
            </a:extLst>
          </p:cNvPr>
          <p:cNvSpPr txBox="1"/>
          <p:nvPr/>
        </p:nvSpPr>
        <p:spPr>
          <a:xfrm>
            <a:off x="7536033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862812-F37E-FFB7-8610-236FBEEC3E86}"/>
              </a:ext>
            </a:extLst>
          </p:cNvPr>
          <p:cNvSpPr txBox="1"/>
          <p:nvPr/>
        </p:nvSpPr>
        <p:spPr>
          <a:xfrm>
            <a:off x="9504406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4503C4-A7DA-7E81-1B4E-546EDF0B63E4}"/>
              </a:ext>
            </a:extLst>
          </p:cNvPr>
          <p:cNvSpPr txBox="1"/>
          <p:nvPr/>
        </p:nvSpPr>
        <p:spPr>
          <a:xfrm>
            <a:off x="9152990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B5E400-FB99-EF33-74DB-2525CBAA2D7C}"/>
              </a:ext>
            </a:extLst>
          </p:cNvPr>
          <p:cNvSpPr txBox="1"/>
          <p:nvPr/>
        </p:nvSpPr>
        <p:spPr>
          <a:xfrm>
            <a:off x="8801575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423C04-D061-C6D5-FF56-B668DC991037}"/>
              </a:ext>
            </a:extLst>
          </p:cNvPr>
          <p:cNvSpPr txBox="1"/>
          <p:nvPr/>
        </p:nvSpPr>
        <p:spPr>
          <a:xfrm>
            <a:off x="7712464" y="5074795"/>
            <a:ext cx="771109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Category</a:t>
            </a:r>
            <a:endParaRPr lang="en-US" sz="1100" b="1" dirty="0">
              <a:sym typeface="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1A93C9-1210-D257-6EC9-058DD6994561}"/>
              </a:ext>
            </a:extLst>
          </p:cNvPr>
          <p:cNvSpPr txBox="1"/>
          <p:nvPr/>
        </p:nvSpPr>
        <p:spPr>
          <a:xfrm>
            <a:off x="5268720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287DA6-A3F5-F86D-5507-6CAED00B7FCC}"/>
              </a:ext>
            </a:extLst>
          </p:cNvPr>
          <p:cNvSpPr txBox="1"/>
          <p:nvPr/>
        </p:nvSpPr>
        <p:spPr>
          <a:xfrm>
            <a:off x="4917304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1C4D80-F80D-C273-4978-BA473192AF46}"/>
              </a:ext>
            </a:extLst>
          </p:cNvPr>
          <p:cNvSpPr txBox="1"/>
          <p:nvPr/>
        </p:nvSpPr>
        <p:spPr>
          <a:xfrm>
            <a:off x="4565889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9B97FD-031D-8C1A-51F0-38768452E84E}"/>
              </a:ext>
            </a:extLst>
          </p:cNvPr>
          <p:cNvSpPr txBox="1"/>
          <p:nvPr/>
        </p:nvSpPr>
        <p:spPr>
          <a:xfrm>
            <a:off x="6534262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EF13F1-C6B1-F06E-FF5A-353B10888B12}"/>
              </a:ext>
            </a:extLst>
          </p:cNvPr>
          <p:cNvSpPr txBox="1"/>
          <p:nvPr/>
        </p:nvSpPr>
        <p:spPr>
          <a:xfrm>
            <a:off x="6182846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781FBD-CE89-6A5F-405A-87FA28FF86D4}"/>
              </a:ext>
            </a:extLst>
          </p:cNvPr>
          <p:cNvSpPr txBox="1"/>
          <p:nvPr/>
        </p:nvSpPr>
        <p:spPr>
          <a:xfrm>
            <a:off x="5831431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A436CD-D1C5-5070-B452-38CD3F30E0C8}"/>
              </a:ext>
            </a:extLst>
          </p:cNvPr>
          <p:cNvSpPr txBox="1"/>
          <p:nvPr/>
        </p:nvSpPr>
        <p:spPr>
          <a:xfrm>
            <a:off x="4742320" y="5074795"/>
            <a:ext cx="771109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Category</a:t>
            </a:r>
            <a:endParaRPr lang="en-US" sz="1100" b="1" dirty="0">
              <a:sym typeface="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79538C1-4C9D-8EDB-CC44-35BBB81BBA05}"/>
              </a:ext>
            </a:extLst>
          </p:cNvPr>
          <p:cNvGrpSpPr/>
          <p:nvPr/>
        </p:nvGrpSpPr>
        <p:grpSpPr>
          <a:xfrm>
            <a:off x="458787" y="1882543"/>
            <a:ext cx="11290302" cy="3250902"/>
            <a:chOff x="458787" y="1882543"/>
            <a:chExt cx="11290302" cy="325090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EC3A6E3-66BC-232A-3ADB-9BA96005F77A}"/>
                </a:ext>
              </a:extLst>
            </p:cNvPr>
            <p:cNvGrpSpPr/>
            <p:nvPr/>
          </p:nvGrpSpPr>
          <p:grpSpPr>
            <a:xfrm>
              <a:off x="458787" y="1882543"/>
              <a:ext cx="11290302" cy="3250902"/>
              <a:chOff x="4495146" y="5574711"/>
              <a:chExt cx="15279781" cy="5145739"/>
            </a:xfrm>
          </p:grpSpPr>
          <p:sp>
            <p:nvSpPr>
              <p:cNvPr id="4" name="Line 10">
                <a:extLst>
                  <a:ext uri="{FF2B5EF4-FFF2-40B4-BE49-F238E27FC236}">
                    <a16:creationId xmlns:a16="http://schemas.microsoft.com/office/drawing/2014/main" id="{4A734665-B4FE-14FD-D5D6-C26644F21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57099" y="8147579"/>
                <a:ext cx="12321602" cy="4144"/>
              </a:xfrm>
              <a:prstGeom prst="line">
                <a:avLst/>
              </a:prstGeom>
              <a:solidFill>
                <a:schemeClr val="accent1"/>
              </a:solidFill>
              <a:ln w="76200">
                <a:solidFill>
                  <a:schemeClr val="accent1"/>
                </a:solidFill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700" dirty="0"/>
              </a:p>
            </p:txBody>
          </p:sp>
          <p:sp>
            <p:nvSpPr>
              <p:cNvPr id="5" name="Freeform 163">
                <a:extLst>
                  <a:ext uri="{FF2B5EF4-FFF2-40B4-BE49-F238E27FC236}">
                    <a16:creationId xmlns:a16="http://schemas.microsoft.com/office/drawing/2014/main" id="{5B669CCC-AD3B-9209-BB3E-32A367C9D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92825" y="5574711"/>
                <a:ext cx="1682102" cy="5145739"/>
              </a:xfrm>
              <a:custGeom>
                <a:avLst/>
                <a:gdLst>
                  <a:gd name="T0" fmla="*/ 0 w 1792"/>
                  <a:gd name="T1" fmla="*/ 0 h 5475"/>
                  <a:gd name="T2" fmla="*/ 0 w 1792"/>
                  <a:gd name="T3" fmla="*/ 1971315 h 5475"/>
                  <a:gd name="T4" fmla="*/ 644165 w 1792"/>
                  <a:gd name="T5" fmla="*/ 986018 h 5475"/>
                  <a:gd name="T6" fmla="*/ 0 w 1792"/>
                  <a:gd name="T7" fmla="*/ 0 h 547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92" h="5475">
                    <a:moveTo>
                      <a:pt x="0" y="0"/>
                    </a:moveTo>
                    <a:lnTo>
                      <a:pt x="0" y="5474"/>
                    </a:lnTo>
                    <a:lnTo>
                      <a:pt x="1791" y="273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700" dirty="0"/>
              </a:p>
            </p:txBody>
          </p:sp>
          <p:sp>
            <p:nvSpPr>
              <p:cNvPr id="6" name="Freeform 164">
                <a:extLst>
                  <a:ext uri="{FF2B5EF4-FFF2-40B4-BE49-F238E27FC236}">
                    <a16:creationId xmlns:a16="http://schemas.microsoft.com/office/drawing/2014/main" id="{B37D3DA5-5DEF-06BB-ED76-AFF085A70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5146" y="5574711"/>
                <a:ext cx="1682102" cy="5145739"/>
              </a:xfrm>
              <a:custGeom>
                <a:avLst/>
                <a:gdLst>
                  <a:gd name="T0" fmla="*/ 0 w 1792"/>
                  <a:gd name="T1" fmla="*/ 0 h 5475"/>
                  <a:gd name="T2" fmla="*/ 292770 w 1792"/>
                  <a:gd name="T3" fmla="*/ 985297 h 5475"/>
                  <a:gd name="T4" fmla="*/ 0 w 1792"/>
                  <a:gd name="T5" fmla="*/ 1971315 h 5475"/>
                  <a:gd name="T6" fmla="*/ 644165 w 1792"/>
                  <a:gd name="T7" fmla="*/ 986018 h 5475"/>
                  <a:gd name="T8" fmla="*/ 0 w 1792"/>
                  <a:gd name="T9" fmla="*/ 0 h 54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92" h="5475">
                    <a:moveTo>
                      <a:pt x="0" y="0"/>
                    </a:moveTo>
                    <a:lnTo>
                      <a:pt x="814" y="2736"/>
                    </a:lnTo>
                    <a:lnTo>
                      <a:pt x="0" y="5474"/>
                    </a:lnTo>
                    <a:lnTo>
                      <a:pt x="1791" y="273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700" dirty="0"/>
              </a:p>
            </p:txBody>
          </p:sp>
        </p:grpSp>
        <p:sp>
          <p:nvSpPr>
            <p:cNvPr id="9" name="Line 3">
              <a:extLst>
                <a:ext uri="{FF2B5EF4-FFF2-40B4-BE49-F238E27FC236}">
                  <a16:creationId xmlns:a16="http://schemas.microsoft.com/office/drawing/2014/main" id="{D39EF0CD-748B-0845-86F1-17AF5EB90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02178" y="1943174"/>
              <a:ext cx="1075347" cy="1573464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  <p:sp>
          <p:nvSpPr>
            <p:cNvPr id="17" name="Line 3">
              <a:extLst>
                <a:ext uri="{FF2B5EF4-FFF2-40B4-BE49-F238E27FC236}">
                  <a16:creationId xmlns:a16="http://schemas.microsoft.com/office/drawing/2014/main" id="{C80D4A7C-A1A0-8BA0-7758-DBBEE9127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93728" y="1943174"/>
              <a:ext cx="1075347" cy="1573464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  <p:sp>
          <p:nvSpPr>
            <p:cNvPr id="25" name="Line 3">
              <a:extLst>
                <a:ext uri="{FF2B5EF4-FFF2-40B4-BE49-F238E27FC236}">
                  <a16:creationId xmlns:a16="http://schemas.microsoft.com/office/drawing/2014/main" id="{FE6C8A86-8955-461E-8299-B1D88A3315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77047" y="1943174"/>
              <a:ext cx="1075347" cy="1573464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  <p:sp>
          <p:nvSpPr>
            <p:cNvPr id="41" name="Line 3">
              <a:extLst>
                <a:ext uri="{FF2B5EF4-FFF2-40B4-BE49-F238E27FC236}">
                  <a16:creationId xmlns:a16="http://schemas.microsoft.com/office/drawing/2014/main" id="{268079C3-19CC-1A9C-A82C-F52EB92B90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8177047" y="3510610"/>
              <a:ext cx="1075347" cy="1507225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  <p:sp>
          <p:nvSpPr>
            <p:cNvPr id="50" name="Line 3">
              <a:extLst>
                <a:ext uri="{FF2B5EF4-FFF2-40B4-BE49-F238E27FC236}">
                  <a16:creationId xmlns:a16="http://schemas.microsoft.com/office/drawing/2014/main" id="{34C7C9D8-6FED-3729-6CDF-73E11F94F5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5206903" y="3510610"/>
              <a:ext cx="1075347" cy="1507225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  <p:sp>
          <p:nvSpPr>
            <p:cNvPr id="58" name="Line 3">
              <a:extLst>
                <a:ext uri="{FF2B5EF4-FFF2-40B4-BE49-F238E27FC236}">
                  <a16:creationId xmlns:a16="http://schemas.microsoft.com/office/drawing/2014/main" id="{3EE6FAC8-54F8-41CC-F219-0DBB609472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389615" y="3510610"/>
              <a:ext cx="1075347" cy="1507225"/>
            </a:xfrm>
            <a:prstGeom prst="line">
              <a:avLst/>
            </a:prstGeom>
            <a:solidFill>
              <a:schemeClr val="accent1"/>
            </a:solidFill>
            <a:ln w="76200">
              <a:solidFill>
                <a:schemeClr val="accent1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00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E842139-BDFD-59E6-68B9-47F8DD4CF11C}"/>
              </a:ext>
            </a:extLst>
          </p:cNvPr>
          <p:cNvSpPr txBox="1"/>
          <p:nvPr/>
        </p:nvSpPr>
        <p:spPr>
          <a:xfrm>
            <a:off x="2451432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A41B70-F826-F5EA-2CE5-74667176D60D}"/>
              </a:ext>
            </a:extLst>
          </p:cNvPr>
          <p:cNvSpPr txBox="1"/>
          <p:nvPr/>
        </p:nvSpPr>
        <p:spPr>
          <a:xfrm>
            <a:off x="2100016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126489-3023-FA92-F857-EF1497BF4D58}"/>
              </a:ext>
            </a:extLst>
          </p:cNvPr>
          <p:cNvSpPr txBox="1"/>
          <p:nvPr/>
        </p:nvSpPr>
        <p:spPr>
          <a:xfrm>
            <a:off x="1748601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426690-A167-2A1C-232D-A361C520922A}"/>
              </a:ext>
            </a:extLst>
          </p:cNvPr>
          <p:cNvSpPr txBox="1"/>
          <p:nvPr/>
        </p:nvSpPr>
        <p:spPr>
          <a:xfrm>
            <a:off x="3716974" y="3726010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8F6593-F8F4-0D27-593B-B160BFD4127E}"/>
              </a:ext>
            </a:extLst>
          </p:cNvPr>
          <p:cNvSpPr txBox="1"/>
          <p:nvPr/>
        </p:nvSpPr>
        <p:spPr>
          <a:xfrm>
            <a:off x="3365558" y="4222903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12AB5F-3969-0701-904B-1D504E2EE82E}"/>
              </a:ext>
            </a:extLst>
          </p:cNvPr>
          <p:cNvSpPr txBox="1"/>
          <p:nvPr/>
        </p:nvSpPr>
        <p:spPr>
          <a:xfrm>
            <a:off x="3014143" y="4671837"/>
            <a:ext cx="327975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dirty="0">
                <a:sym typeface=""/>
              </a:rPr>
              <a:t>Text</a:t>
            </a:r>
            <a:endParaRPr lang="en-US" sz="1100" dirty="0">
              <a:sym typeface="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78C2E2-E29B-BB8C-4682-BF59FB7CF2D7}"/>
              </a:ext>
            </a:extLst>
          </p:cNvPr>
          <p:cNvSpPr txBox="1"/>
          <p:nvPr/>
        </p:nvSpPr>
        <p:spPr>
          <a:xfrm>
            <a:off x="1925032" y="5074795"/>
            <a:ext cx="771109" cy="1938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a-DK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buNone/>
              <a:defRPr sz="1400"/>
            </a:lvl1pPr>
            <a:lvl2pPr marL="176213" lvl="1" indent="-176213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2pPr>
            <a:lvl3pPr marL="360363" lvl="2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400">
                <a:cs typeface="Segoe UI" panose="020B0502040204020203" pitchFamily="34" charset="0"/>
              </a:defRPr>
            </a:lvl3pPr>
            <a:lvl4pPr marL="536575" lvl="3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400">
                <a:cs typeface="Segoe UI" panose="020B0502040204020203" pitchFamily="34" charset="0"/>
              </a:defRPr>
            </a:lvl4pPr>
            <a:lvl5pPr marL="720725" lvl="4" indent="-184150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5pPr>
            <a:lvl6pPr marL="896938" lvl="5" indent="-176213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400">
                <a:cs typeface="Segoe UI" panose="020B0502040204020203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400"/>
            </a:lvl9pPr>
          </a:lstStyle>
          <a:p>
            <a:pPr marL="0" lvl="1" indent="0">
              <a:buNone/>
            </a:pPr>
            <a:r>
              <a:rPr lang="en-US" b="1" dirty="0">
                <a:sym typeface=""/>
              </a:rPr>
              <a:t>Category</a:t>
            </a:r>
            <a:endParaRPr lang="en-US" sz="1100" b="1" dirty="0">
              <a:sym typeface=""/>
            </a:endParaRP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F4395A77-ECF1-C5ED-4C69-6899B2FF985F}"/>
              </a:ext>
            </a:extLst>
          </p:cNvPr>
          <p:cNvSpPr/>
          <p:nvPr/>
        </p:nvSpPr>
        <p:spPr>
          <a:xfrm>
            <a:off x="12312897" y="0"/>
            <a:ext cx="8718303" cy="6858000"/>
          </a:xfrm>
          <a:prstGeom prst="wedgeRectCallout">
            <a:avLst>
              <a:gd name="adj1" fmla="val -58014"/>
              <a:gd name="adj2" fmla="val -20648"/>
            </a:avLst>
          </a:prstGeom>
          <a:solidFill>
            <a:schemeClr val="dk1">
              <a:lumMod val="10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959" tIns="179959" rIns="179959" bIns="179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A Fishbone Analysis, also known as a Ishikawa diagram or a cause and effect diagram, is a visual tool used to identify and analyze the potential causes of a specific problem or issue. Here are simple instructions on how to create and use a Fishbone Analysis: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Define the Problem: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Clearly identify and describe the problem or issue you want to analyze. Write it at the head of the fishbone diagram.</a:t>
            </a:r>
          </a:p>
          <a:p>
            <a:r>
              <a:rPr lang="en-US" sz="1000" dirty="0">
                <a:solidFill>
                  <a:schemeClr val="bg1"/>
                </a:solidFill>
              </a:rPr>
              <a:t>Draw the Fishbone Diagram: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Draw a horizontal line on a piece of paper or a whiteboard. This line represents the "spine" of the fishbone.</a:t>
            </a:r>
          </a:p>
          <a:p>
            <a:r>
              <a:rPr lang="en-US" sz="1000" dirty="0">
                <a:solidFill>
                  <a:schemeClr val="bg1"/>
                </a:solidFill>
              </a:rPr>
              <a:t>Create Categories: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At the end of the horizontal line, draw several diagonal lines extending outward like the bones of a fish. These lines represent categories or main factors that may contribute to the problem. Common categories include:</a:t>
            </a:r>
          </a:p>
          <a:p>
            <a:r>
              <a:rPr lang="en-US" sz="1000" dirty="0">
                <a:solidFill>
                  <a:schemeClr val="bg1"/>
                </a:solidFill>
              </a:rPr>
              <a:t>People</a:t>
            </a:r>
          </a:p>
          <a:p>
            <a:r>
              <a:rPr lang="en-US" sz="1000" dirty="0">
                <a:solidFill>
                  <a:schemeClr val="bg1"/>
                </a:solidFill>
              </a:rPr>
              <a:t>Process</a:t>
            </a:r>
          </a:p>
          <a:p>
            <a:r>
              <a:rPr lang="en-US" sz="1000" dirty="0">
                <a:solidFill>
                  <a:schemeClr val="bg1"/>
                </a:solidFill>
              </a:rPr>
              <a:t>Equipment</a:t>
            </a:r>
          </a:p>
          <a:p>
            <a:r>
              <a:rPr lang="en-US" sz="1000" dirty="0">
                <a:solidFill>
                  <a:schemeClr val="bg1"/>
                </a:solidFill>
              </a:rPr>
              <a:t>Materials</a:t>
            </a:r>
          </a:p>
          <a:p>
            <a:r>
              <a:rPr lang="en-US" sz="1000" dirty="0">
                <a:solidFill>
                  <a:schemeClr val="bg1"/>
                </a:solidFill>
              </a:rPr>
              <a:t>Environment</a:t>
            </a:r>
          </a:p>
          <a:p>
            <a:r>
              <a:rPr lang="en-US" sz="1000" dirty="0">
                <a:solidFill>
                  <a:schemeClr val="bg1"/>
                </a:solidFill>
              </a:rPr>
              <a:t>Measurement</a:t>
            </a:r>
          </a:p>
          <a:p>
            <a:r>
              <a:rPr lang="en-US" sz="1000" dirty="0">
                <a:solidFill>
                  <a:schemeClr val="bg1"/>
                </a:solidFill>
              </a:rPr>
              <a:t>Identify Causes: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Under each category, draw smaller diagonal lines (sub-bones) to represent specific causes or factors related to that category.</a:t>
            </a:r>
          </a:p>
          <a:p>
            <a:r>
              <a:rPr lang="en-US" sz="1000" dirty="0">
                <a:solidFill>
                  <a:schemeClr val="bg1"/>
                </a:solidFill>
              </a:rPr>
              <a:t>Encourage a brainstorming session with a team to list all possible causes within each category. Ask questions like, "What factors could contribute to this problem in the 'People' category?" Repeat for each category.</a:t>
            </a:r>
          </a:p>
          <a:p>
            <a:r>
              <a:rPr lang="en-US" sz="1000" dirty="0">
                <a:solidFill>
                  <a:schemeClr val="bg1"/>
                </a:solidFill>
              </a:rPr>
              <a:t>Analyze and Prioritize Causes: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Review the list of causes and discuss their potential impact on the problem.</a:t>
            </a:r>
          </a:p>
          <a:p>
            <a:r>
              <a:rPr lang="en-US" sz="1000" dirty="0">
                <a:solidFill>
                  <a:schemeClr val="bg1"/>
                </a:solidFill>
              </a:rPr>
              <a:t>Prioritize and categorize them as either primary (major contributors) or secondary (minor contributors) causes.</a:t>
            </a:r>
          </a:p>
          <a:p>
            <a:r>
              <a:rPr lang="en-US" sz="1000" dirty="0">
                <a:solidFill>
                  <a:schemeClr val="bg1"/>
                </a:solidFill>
              </a:rPr>
              <a:t>Add Details: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For each primary cause identified, you can further detail and analyze them by adding sub-causes or factors if necessary. Continue to branch out until you've exhausted all potential causes.</a:t>
            </a:r>
          </a:p>
          <a:p>
            <a:r>
              <a:rPr lang="en-US" sz="1000" dirty="0">
                <a:solidFill>
                  <a:schemeClr val="bg1"/>
                </a:solidFill>
              </a:rPr>
              <a:t>Identify Root Causes: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Review the causes and sub-causes to identify the root causes – the fundamental factors that, if addressed, would have the most significant impact on solving the problem.</a:t>
            </a:r>
          </a:p>
          <a:p>
            <a:r>
              <a:rPr lang="en-US" sz="1000" dirty="0">
                <a:solidFill>
                  <a:schemeClr val="bg1"/>
                </a:solidFill>
              </a:rPr>
              <a:t>Generate Solutions: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Once you've identified the root causes, brainstorm potential solutions or corrective actions for each one.</a:t>
            </a:r>
          </a:p>
          <a:p>
            <a:r>
              <a:rPr lang="en-US" sz="1000" dirty="0">
                <a:solidFill>
                  <a:schemeClr val="bg1"/>
                </a:solidFill>
              </a:rPr>
              <a:t>Take Action: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Create an action plan that outlines who is responsible for implementing each solution, along with deadlines and resources required.</a:t>
            </a:r>
          </a:p>
          <a:p>
            <a:r>
              <a:rPr lang="en-US" sz="1000" dirty="0">
                <a:solidFill>
                  <a:schemeClr val="bg1"/>
                </a:solidFill>
              </a:rPr>
              <a:t>Monitor Progress: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Continuously track the implementation of the solutions and assess whether they are effective in addressing the problem.</a:t>
            </a:r>
          </a:p>
          <a:p>
            <a:r>
              <a:rPr lang="en-US" sz="1000" dirty="0">
                <a:solidFill>
                  <a:schemeClr val="bg1"/>
                </a:solidFill>
              </a:rPr>
              <a:t>Remember that Fishbone Analysis is a collaborative tool, often used in team settings to leverage diverse perspectives and knowledge. It helps you visually organize and understand the causes of a problem, making it easier to develop effective solutions and drive improvement.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04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F845BA7-CDF2-3A57-F6B4-AB1FB7146906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71519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>
                <a:solidFill>
                  <a:schemeClr val="accent1">
                    <a:lumMod val="100000"/>
                  </a:schemeClr>
                </a:solidFill>
              </a:rPr>
              <a:t>Focus Dimensions Product Customer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520700" y="1929056"/>
            <a:ext cx="1650945" cy="14192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chemeClr val="accent1">
                    <a:lumMod val="100000"/>
                  </a:schemeClr>
                </a:solidFill>
              </a:rPr>
              <a:t>Area 1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20700" y="5013325"/>
            <a:ext cx="1650945" cy="933450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FFFFFF"/>
                </a:solidFill>
              </a:rPr>
              <a:t>Area 3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520700" y="3471044"/>
            <a:ext cx="1650945" cy="1419519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chemeClr val="accent1">
                    <a:lumMod val="100000"/>
                  </a:schemeClr>
                </a:solidFill>
              </a:rPr>
              <a:t>Area 2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 bwMode="auto">
          <a:xfrm>
            <a:off x="2391109" y="1672263"/>
            <a:ext cx="9275429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2398820" y="1412876"/>
            <a:ext cx="2006877" cy="24622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66400" indent="-266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chemeClr val="accent1">
                    <a:lumMod val="100000"/>
                  </a:schemeClr>
                </a:solidFill>
              </a:rPr>
              <a:t>Key dimensions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4770638" y="2136776"/>
            <a:ext cx="4619501" cy="0"/>
          </a:xfrm>
          <a:prstGeom prst="straightConnector1">
            <a:avLst/>
          </a:prstGeom>
          <a:solidFill>
            <a:schemeClr val="accent2"/>
          </a:solidFill>
          <a:ln w="3175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2398820" y="2022476"/>
            <a:ext cx="150682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1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2725" y="2022476"/>
            <a:ext cx="15885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1 high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4770638" y="2631849"/>
            <a:ext cx="4619501" cy="0"/>
          </a:xfrm>
          <a:prstGeom prst="straightConnector1">
            <a:avLst/>
          </a:prstGeom>
          <a:solidFill>
            <a:schemeClr val="accent2"/>
          </a:solidFill>
          <a:ln w="3175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2398820" y="2536599"/>
            <a:ext cx="150682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2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2725" y="2536599"/>
            <a:ext cx="15885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2 high</a:t>
            </a: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4770638" y="3145972"/>
            <a:ext cx="4619501" cy="0"/>
          </a:xfrm>
          <a:prstGeom prst="straightConnector1">
            <a:avLst/>
          </a:prstGeom>
          <a:solidFill>
            <a:schemeClr val="accent2"/>
          </a:solidFill>
          <a:ln w="3175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2398820" y="3050722"/>
            <a:ext cx="150682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3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2725" y="3050722"/>
            <a:ext cx="15885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3 high</a:t>
            </a:r>
          </a:p>
        </p:txBody>
      </p:sp>
      <p:cxnSp>
        <p:nvCxnSpPr>
          <p:cNvPr id="21" name="Straight Arrow Connector 20"/>
          <p:cNvCxnSpPr/>
          <p:nvPr/>
        </p:nvCxnSpPr>
        <p:spPr bwMode="auto">
          <a:xfrm>
            <a:off x="4770638" y="3669620"/>
            <a:ext cx="4619501" cy="0"/>
          </a:xfrm>
          <a:prstGeom prst="straightConnector1">
            <a:avLst/>
          </a:prstGeom>
          <a:solidFill>
            <a:schemeClr val="accent2"/>
          </a:solidFill>
          <a:ln w="3175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2398820" y="3564845"/>
            <a:ext cx="150682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4 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2725" y="3564845"/>
            <a:ext cx="15885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4 high</a:t>
            </a:r>
          </a:p>
        </p:txBody>
      </p:sp>
      <p:cxnSp>
        <p:nvCxnSpPr>
          <p:cNvPr id="25" name="Straight Arrow Connector 24"/>
          <p:cNvCxnSpPr/>
          <p:nvPr/>
        </p:nvCxnSpPr>
        <p:spPr bwMode="auto">
          <a:xfrm>
            <a:off x="4770638" y="4183743"/>
            <a:ext cx="4619501" cy="0"/>
          </a:xfrm>
          <a:prstGeom prst="straightConnector1">
            <a:avLst/>
          </a:prstGeom>
          <a:solidFill>
            <a:schemeClr val="accent2"/>
          </a:solidFill>
          <a:ln w="3175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2398820" y="4078968"/>
            <a:ext cx="150682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5 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2725" y="4078968"/>
            <a:ext cx="15885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5 high</a:t>
            </a:r>
          </a:p>
        </p:txBody>
      </p:sp>
      <p:cxnSp>
        <p:nvCxnSpPr>
          <p:cNvPr id="29" name="Straight Arrow Connector 28"/>
          <p:cNvCxnSpPr/>
          <p:nvPr/>
        </p:nvCxnSpPr>
        <p:spPr bwMode="auto">
          <a:xfrm>
            <a:off x="4770638" y="4697866"/>
            <a:ext cx="4619501" cy="0"/>
          </a:xfrm>
          <a:prstGeom prst="straightConnector1">
            <a:avLst/>
          </a:prstGeom>
          <a:solidFill>
            <a:schemeClr val="accent2"/>
          </a:solidFill>
          <a:ln w="3175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2398820" y="4593091"/>
            <a:ext cx="150682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6 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2725" y="4593091"/>
            <a:ext cx="15885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6 high</a:t>
            </a:r>
          </a:p>
        </p:txBody>
      </p:sp>
      <p:cxnSp>
        <p:nvCxnSpPr>
          <p:cNvPr id="33" name="Straight Arrow Connector 32"/>
          <p:cNvCxnSpPr/>
          <p:nvPr/>
        </p:nvCxnSpPr>
        <p:spPr bwMode="auto">
          <a:xfrm>
            <a:off x="4770638" y="5202464"/>
            <a:ext cx="4619501" cy="0"/>
          </a:xfrm>
          <a:prstGeom prst="straightConnector1">
            <a:avLst/>
          </a:prstGeom>
          <a:solidFill>
            <a:schemeClr val="accent2"/>
          </a:solidFill>
          <a:ln w="3175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2398820" y="5107214"/>
            <a:ext cx="150682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7 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2725" y="5107214"/>
            <a:ext cx="15885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7 high</a:t>
            </a:r>
          </a:p>
        </p:txBody>
      </p:sp>
      <p:cxnSp>
        <p:nvCxnSpPr>
          <p:cNvPr id="37" name="Straight Arrow Connector 36"/>
          <p:cNvCxnSpPr/>
          <p:nvPr/>
        </p:nvCxnSpPr>
        <p:spPr bwMode="auto">
          <a:xfrm>
            <a:off x="4770638" y="5716589"/>
            <a:ext cx="4619501" cy="0"/>
          </a:xfrm>
          <a:prstGeom prst="straightConnector1">
            <a:avLst/>
          </a:prstGeom>
          <a:solidFill>
            <a:schemeClr val="accent2"/>
          </a:solidFill>
          <a:ln w="3175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2398820" y="5621339"/>
            <a:ext cx="150682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8 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2725" y="5621339"/>
            <a:ext cx="15885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66400" indent="-26640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Dimension 8 high</a:t>
            </a:r>
          </a:p>
        </p:txBody>
      </p:sp>
      <p:sp>
        <p:nvSpPr>
          <p:cNvPr id="40" name="Rounded Rectangle 55"/>
          <p:cNvSpPr/>
          <p:nvPr/>
        </p:nvSpPr>
        <p:spPr bwMode="auto">
          <a:xfrm>
            <a:off x="5395070" y="2060576"/>
            <a:ext cx="2542318" cy="16192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41" name="Rounded Rectangle 56"/>
          <p:cNvSpPr/>
          <p:nvPr/>
        </p:nvSpPr>
        <p:spPr bwMode="auto">
          <a:xfrm>
            <a:off x="4974536" y="2555876"/>
            <a:ext cx="1705498" cy="16192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42" name="Rounded Rectangle 57"/>
          <p:cNvSpPr/>
          <p:nvPr/>
        </p:nvSpPr>
        <p:spPr bwMode="auto">
          <a:xfrm>
            <a:off x="4974536" y="3063876"/>
            <a:ext cx="2232226" cy="16192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43" name="Rounded Rectangle 58"/>
          <p:cNvSpPr/>
          <p:nvPr/>
        </p:nvSpPr>
        <p:spPr bwMode="auto">
          <a:xfrm>
            <a:off x="6945947" y="3592514"/>
            <a:ext cx="2232226" cy="161925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44" name="Rounded Rectangle 59"/>
          <p:cNvSpPr/>
          <p:nvPr/>
        </p:nvSpPr>
        <p:spPr bwMode="auto">
          <a:xfrm>
            <a:off x="5906082" y="4091306"/>
            <a:ext cx="2232226" cy="161925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45" name="Rounded Rectangle 60"/>
          <p:cNvSpPr/>
          <p:nvPr/>
        </p:nvSpPr>
        <p:spPr bwMode="auto">
          <a:xfrm>
            <a:off x="8032963" y="4609466"/>
            <a:ext cx="1145209" cy="161925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46" name="Rounded Rectangle 61"/>
          <p:cNvSpPr/>
          <p:nvPr/>
        </p:nvSpPr>
        <p:spPr bwMode="auto">
          <a:xfrm>
            <a:off x="4974535" y="5127626"/>
            <a:ext cx="1510098" cy="161925"/>
          </a:xfrm>
          <a:prstGeom prst="roundRect">
            <a:avLst/>
          </a:prstGeom>
          <a:solidFill>
            <a:schemeClr val="accent1">
              <a:lumMod val="10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47" name="Rounded Rectangle 62"/>
          <p:cNvSpPr/>
          <p:nvPr/>
        </p:nvSpPr>
        <p:spPr bwMode="auto">
          <a:xfrm>
            <a:off x="4974535" y="5630546"/>
            <a:ext cx="1145209" cy="161925"/>
          </a:xfrm>
          <a:prstGeom prst="roundRect">
            <a:avLst/>
          </a:prstGeom>
          <a:solidFill>
            <a:schemeClr val="accent1">
              <a:lumMod val="10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48" name="Rounded Rectangle 63"/>
          <p:cNvSpPr/>
          <p:nvPr/>
        </p:nvSpPr>
        <p:spPr bwMode="auto">
          <a:xfrm>
            <a:off x="10071915" y="1469353"/>
            <a:ext cx="1541957" cy="16192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chemeClr val="accent1">
                    <a:lumMod val="100000"/>
                  </a:schemeClr>
                </a:solidFill>
              </a:rPr>
              <a:t>Legend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478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E857B33-D7A7-FA26-2FE0-E4F441DE0C5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0375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1E079D6-4333-1C5D-3DAA-4DB84359F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Issue 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D6C7B-EE9F-6C7E-CA71-294171368115}"/>
              </a:ext>
            </a:extLst>
          </p:cNvPr>
          <p:cNvSpPr txBox="1"/>
          <p:nvPr/>
        </p:nvSpPr>
        <p:spPr>
          <a:xfrm>
            <a:off x="458786" y="2371535"/>
            <a:ext cx="1547815" cy="2114930"/>
          </a:xfrm>
          <a:prstGeom prst="roundRect">
            <a:avLst>
              <a:gd name="adj" fmla="val 2894"/>
            </a:avLst>
          </a:prstGeom>
          <a:solidFill>
            <a:schemeClr val="dk1">
              <a:lumMod val="10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ym typeface=""/>
              </a:rPr>
              <a:t>Main issue </a:t>
            </a:r>
            <a:endParaRPr lang="en-US" sz="1100" dirty="0">
              <a:sym typeface=""/>
            </a:endParaRPr>
          </a:p>
          <a:p>
            <a:pPr marL="0" lvl="1" indent="0">
              <a:buNone/>
            </a:pPr>
            <a:r>
              <a:rPr lang="en-US" sz="1200" dirty="0">
                <a:sym typeface=""/>
              </a:rPr>
              <a:t>(Key question)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3302F-1E0B-C950-8D87-F465CADF8E6C}"/>
              </a:ext>
            </a:extLst>
          </p:cNvPr>
          <p:cNvSpPr txBox="1"/>
          <p:nvPr/>
        </p:nvSpPr>
        <p:spPr>
          <a:xfrm>
            <a:off x="2259080" y="1643027"/>
            <a:ext cx="2058927" cy="960717"/>
          </a:xfrm>
          <a:prstGeom prst="roundRect">
            <a:avLst>
              <a:gd name="adj" fmla="val 4189"/>
            </a:avLst>
          </a:prstGeom>
          <a:solidFill>
            <a:schemeClr val="accent1">
              <a:lumMod val="90000"/>
              <a:lumOff val="1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ym typeface=""/>
              </a:rPr>
              <a:t>Issue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7DA6FA-F1D7-F3EF-4674-7D344D72D045}"/>
              </a:ext>
            </a:extLst>
          </p:cNvPr>
          <p:cNvSpPr txBox="1"/>
          <p:nvPr/>
        </p:nvSpPr>
        <p:spPr>
          <a:xfrm>
            <a:off x="4570486" y="1350702"/>
            <a:ext cx="3229542" cy="608057"/>
          </a:xfrm>
          <a:prstGeom prst="roundRect">
            <a:avLst>
              <a:gd name="adj" fmla="val 7367"/>
            </a:avLst>
          </a:prstGeom>
          <a:solidFill>
            <a:schemeClr val="accent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ym typeface=""/>
              </a:rPr>
              <a:t>Sub-issue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ADA316-6CE1-7AD5-41EA-5B5DD8590B50}"/>
              </a:ext>
            </a:extLst>
          </p:cNvPr>
          <p:cNvSpPr txBox="1"/>
          <p:nvPr/>
        </p:nvSpPr>
        <p:spPr>
          <a:xfrm>
            <a:off x="8052508" y="1349236"/>
            <a:ext cx="3696580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D2F3A0-F2F6-5DC6-52D8-107ED4A17C44}"/>
              </a:ext>
            </a:extLst>
          </p:cNvPr>
          <p:cNvSpPr txBox="1"/>
          <p:nvPr/>
        </p:nvSpPr>
        <p:spPr>
          <a:xfrm>
            <a:off x="8054181" y="1690002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DBE424-740E-91FF-EBA1-14DCA4010B2C}"/>
              </a:ext>
            </a:extLst>
          </p:cNvPr>
          <p:cNvSpPr txBox="1"/>
          <p:nvPr/>
        </p:nvSpPr>
        <p:spPr>
          <a:xfrm>
            <a:off x="8054181" y="2030768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2AB17C-7FAA-DFBC-9F23-5FD33AA60942}"/>
              </a:ext>
            </a:extLst>
          </p:cNvPr>
          <p:cNvSpPr txBox="1"/>
          <p:nvPr/>
        </p:nvSpPr>
        <p:spPr>
          <a:xfrm>
            <a:off x="8054181" y="2371534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A4CE4C-7A5B-FB3E-E02D-7143343ADCAD}"/>
              </a:ext>
            </a:extLst>
          </p:cNvPr>
          <p:cNvSpPr txBox="1"/>
          <p:nvPr/>
        </p:nvSpPr>
        <p:spPr>
          <a:xfrm>
            <a:off x="8054181" y="2712300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3946C9-FDEA-6F8D-E958-59BD4594D35F}"/>
              </a:ext>
            </a:extLst>
          </p:cNvPr>
          <p:cNvSpPr txBox="1"/>
          <p:nvPr/>
        </p:nvSpPr>
        <p:spPr>
          <a:xfrm>
            <a:off x="8054181" y="3053066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CA2211-6514-B6A8-E509-52B403088072}"/>
              </a:ext>
            </a:extLst>
          </p:cNvPr>
          <p:cNvSpPr txBox="1"/>
          <p:nvPr/>
        </p:nvSpPr>
        <p:spPr>
          <a:xfrm>
            <a:off x="8054181" y="3393832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5F616-3BBB-9508-F139-184872B433B6}"/>
              </a:ext>
            </a:extLst>
          </p:cNvPr>
          <p:cNvSpPr txBox="1"/>
          <p:nvPr/>
        </p:nvSpPr>
        <p:spPr>
          <a:xfrm>
            <a:off x="8054181" y="3734598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CC6C11-646A-6672-747B-6FBE363F3AA0}"/>
              </a:ext>
            </a:extLst>
          </p:cNvPr>
          <p:cNvSpPr txBox="1"/>
          <p:nvPr/>
        </p:nvSpPr>
        <p:spPr>
          <a:xfrm>
            <a:off x="8054181" y="4075364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A5FEC5-5636-069F-7517-64860B86D0C6}"/>
              </a:ext>
            </a:extLst>
          </p:cNvPr>
          <p:cNvSpPr txBox="1"/>
          <p:nvPr/>
        </p:nvSpPr>
        <p:spPr>
          <a:xfrm>
            <a:off x="8054181" y="4416130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65F54C-86CF-B3CA-CAF8-9AB5542BA191}"/>
              </a:ext>
            </a:extLst>
          </p:cNvPr>
          <p:cNvSpPr txBox="1"/>
          <p:nvPr/>
        </p:nvSpPr>
        <p:spPr>
          <a:xfrm>
            <a:off x="8054181" y="4756896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3FC0F5-9240-0C2B-B204-550BA8839D07}"/>
              </a:ext>
            </a:extLst>
          </p:cNvPr>
          <p:cNvSpPr txBox="1"/>
          <p:nvPr/>
        </p:nvSpPr>
        <p:spPr>
          <a:xfrm>
            <a:off x="8054181" y="5097662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26AA9A-3F9F-1512-0551-A1459863D6B7}"/>
              </a:ext>
            </a:extLst>
          </p:cNvPr>
          <p:cNvSpPr txBox="1"/>
          <p:nvPr/>
        </p:nvSpPr>
        <p:spPr>
          <a:xfrm>
            <a:off x="8054181" y="5438429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B42FAE-A9B2-39CE-C8A4-89FF974CF675}"/>
              </a:ext>
            </a:extLst>
          </p:cNvPr>
          <p:cNvSpPr txBox="1"/>
          <p:nvPr/>
        </p:nvSpPr>
        <p:spPr>
          <a:xfrm>
            <a:off x="8054181" y="5779195"/>
            <a:ext cx="3694907" cy="268757"/>
          </a:xfrm>
          <a:prstGeom prst="roundRect">
            <a:avLst/>
          </a:prstGeom>
          <a:solidFill>
            <a:schemeClr val="accent1">
              <a:lumMod val="25000"/>
              <a:lumOff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olidFill>
                  <a:schemeClr val="tx1"/>
                </a:solidFill>
                <a:sym typeface=""/>
              </a:rPr>
              <a:t>Sub-sub-issue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B6EAE2-0E78-5064-919C-1C502CF5244D}"/>
              </a:ext>
            </a:extLst>
          </p:cNvPr>
          <p:cNvSpPr txBox="1"/>
          <p:nvPr/>
        </p:nvSpPr>
        <p:spPr>
          <a:xfrm>
            <a:off x="4570486" y="2020340"/>
            <a:ext cx="3229542" cy="960717"/>
          </a:xfrm>
          <a:prstGeom prst="roundRect">
            <a:avLst>
              <a:gd name="adj" fmla="val 4663"/>
            </a:avLst>
          </a:prstGeom>
          <a:solidFill>
            <a:schemeClr val="accent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ym typeface=""/>
              </a:rPr>
              <a:t>Sub-issue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C68A09-093A-4B8E-0EF7-520EFDE25031}"/>
              </a:ext>
            </a:extLst>
          </p:cNvPr>
          <p:cNvSpPr txBox="1"/>
          <p:nvPr/>
        </p:nvSpPr>
        <p:spPr>
          <a:xfrm>
            <a:off x="4570486" y="3049204"/>
            <a:ext cx="3229542" cy="960717"/>
          </a:xfrm>
          <a:prstGeom prst="roundRect">
            <a:avLst>
              <a:gd name="adj" fmla="val 4663"/>
            </a:avLst>
          </a:prstGeom>
          <a:solidFill>
            <a:schemeClr val="accent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ym typeface=""/>
              </a:rPr>
              <a:t>Sub-issue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E35E6E-A45B-83FC-0E8C-55E041C344E5}"/>
              </a:ext>
            </a:extLst>
          </p:cNvPr>
          <p:cNvSpPr txBox="1"/>
          <p:nvPr/>
        </p:nvSpPr>
        <p:spPr>
          <a:xfrm>
            <a:off x="4570486" y="4079127"/>
            <a:ext cx="3229542" cy="960717"/>
          </a:xfrm>
          <a:prstGeom prst="roundRect">
            <a:avLst>
              <a:gd name="adj" fmla="val 4663"/>
            </a:avLst>
          </a:prstGeom>
          <a:solidFill>
            <a:schemeClr val="accent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ym typeface=""/>
              </a:rPr>
              <a:t>Sub-issue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9968B9-D35A-8788-385E-1A14F0DCAF2A}"/>
              </a:ext>
            </a:extLst>
          </p:cNvPr>
          <p:cNvSpPr txBox="1"/>
          <p:nvPr/>
        </p:nvSpPr>
        <p:spPr>
          <a:xfrm>
            <a:off x="4570486" y="5094715"/>
            <a:ext cx="3229542" cy="960717"/>
          </a:xfrm>
          <a:prstGeom prst="roundRect">
            <a:avLst>
              <a:gd name="adj" fmla="val 4663"/>
            </a:avLst>
          </a:prstGeom>
          <a:solidFill>
            <a:schemeClr val="accent1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ym typeface=""/>
              </a:rPr>
              <a:t>Sub-issue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46A81A-8C76-E954-A4CF-C9BDB802ED7D}"/>
              </a:ext>
            </a:extLst>
          </p:cNvPr>
          <p:cNvSpPr txBox="1"/>
          <p:nvPr/>
        </p:nvSpPr>
        <p:spPr>
          <a:xfrm>
            <a:off x="2259080" y="4599288"/>
            <a:ext cx="2058927" cy="960717"/>
          </a:xfrm>
          <a:prstGeom prst="roundRect">
            <a:avLst>
              <a:gd name="adj" fmla="val 4189"/>
            </a:avLst>
          </a:prstGeom>
          <a:solidFill>
            <a:schemeClr val="accent1">
              <a:lumMod val="90000"/>
              <a:lumOff val="1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a-DK"/>
            </a:defPPr>
            <a:lvl1pPr indent="-457200" algn="ctr">
              <a:lnSpc>
                <a:spcPct val="90000"/>
              </a:lnSpc>
              <a:spcBef>
                <a:spcPts val="1000"/>
              </a:spcBef>
              <a:buSzPct val="100000"/>
              <a:defRPr>
                <a:solidFill>
                  <a:schemeClr val="bg1">
                    <a:lumMod val="100000"/>
                  </a:schemeClr>
                </a:solidFill>
              </a:defRPr>
            </a:lvl1pPr>
            <a:lvl2pPr marL="176213" lvl="1" indent="-176213" algn="ctr">
              <a:lnSpc>
                <a:spcPct val="90000"/>
              </a:lnSpc>
              <a:spcBef>
                <a:spcPts val="10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algn="ctr">
              <a:lnSpc>
                <a:spcPct val="90000"/>
              </a:lnSpc>
              <a:spcBef>
                <a:spcPts val="500"/>
              </a:spcBef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7pPr>
            <a:lvl8pPr marL="2971800" lvl="7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8pPr>
            <a:lvl9pPr marL="3429000" lvl="8" indent="-228600" algn="ctr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solidFill>
                  <a:schemeClr val="bg1">
                    <a:lumMod val="100000"/>
                  </a:schemeClr>
                </a:solidFill>
              </a:defRPr>
            </a:lvl9pPr>
          </a:lstStyle>
          <a:p>
            <a:pPr marL="0" lvl="1" indent="0">
              <a:buNone/>
            </a:pPr>
            <a:r>
              <a:rPr lang="en-US" sz="1200" dirty="0">
                <a:sym typeface=""/>
              </a:rPr>
              <a:t>Issue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0828E5B-B5BC-893F-5F2F-F7E4BF1719F5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006601" y="2123386"/>
            <a:ext cx="252479" cy="1305614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44167C80-A7C0-29FF-1D4B-F46D90782542}"/>
              </a:ext>
            </a:extLst>
          </p:cNvPr>
          <p:cNvCxnSpPr>
            <a:stCxn id="4" idx="3"/>
            <a:endCxn id="34" idx="1"/>
          </p:cNvCxnSpPr>
          <p:nvPr/>
        </p:nvCxnSpPr>
        <p:spPr>
          <a:xfrm>
            <a:off x="2006601" y="3429000"/>
            <a:ext cx="252479" cy="1650647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6331CA6-62CF-E2E5-497F-547C119E158A}"/>
              </a:ext>
            </a:extLst>
          </p:cNvPr>
          <p:cNvCxnSpPr>
            <a:stCxn id="5" idx="3"/>
            <a:endCxn id="14" idx="1"/>
          </p:cNvCxnSpPr>
          <p:nvPr/>
        </p:nvCxnSpPr>
        <p:spPr>
          <a:xfrm flipV="1">
            <a:off x="4318007" y="1654731"/>
            <a:ext cx="252479" cy="468655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69BC58B-577D-025E-33D7-2CF3143DB396}"/>
              </a:ext>
            </a:extLst>
          </p:cNvPr>
          <p:cNvCxnSpPr>
            <a:stCxn id="5" idx="3"/>
            <a:endCxn id="30" idx="1"/>
          </p:cNvCxnSpPr>
          <p:nvPr/>
        </p:nvCxnSpPr>
        <p:spPr>
          <a:xfrm>
            <a:off x="4318007" y="2123386"/>
            <a:ext cx="252479" cy="377313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77B43F5-511F-31BA-31CE-5E915B4DAA61}"/>
              </a:ext>
            </a:extLst>
          </p:cNvPr>
          <p:cNvCxnSpPr>
            <a:stCxn id="5" idx="3"/>
            <a:endCxn id="31" idx="1"/>
          </p:cNvCxnSpPr>
          <p:nvPr/>
        </p:nvCxnSpPr>
        <p:spPr>
          <a:xfrm>
            <a:off x="4318007" y="2123386"/>
            <a:ext cx="252479" cy="1406177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AA90D78D-9AF9-9E19-0D0F-8716B6296705}"/>
              </a:ext>
            </a:extLst>
          </p:cNvPr>
          <p:cNvCxnSpPr>
            <a:stCxn id="34" idx="3"/>
            <a:endCxn id="33" idx="1"/>
          </p:cNvCxnSpPr>
          <p:nvPr/>
        </p:nvCxnSpPr>
        <p:spPr>
          <a:xfrm>
            <a:off x="4318007" y="5079647"/>
            <a:ext cx="252479" cy="495427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F320FB8-098A-D83E-1E64-08ACAD55EE6B}"/>
              </a:ext>
            </a:extLst>
          </p:cNvPr>
          <p:cNvCxnSpPr>
            <a:stCxn id="34" idx="3"/>
            <a:endCxn id="32" idx="1"/>
          </p:cNvCxnSpPr>
          <p:nvPr/>
        </p:nvCxnSpPr>
        <p:spPr>
          <a:xfrm flipV="1">
            <a:off x="4318007" y="4559486"/>
            <a:ext cx="252479" cy="520161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473F461D-F813-FC92-BDCA-A00F93E5EC00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 flipV="1">
            <a:off x="7800028" y="1483615"/>
            <a:ext cx="252480" cy="171116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9E880D48-D266-2B5C-3133-937DDA1E43A5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7800028" y="1654731"/>
            <a:ext cx="254153" cy="169650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BD357E1C-CA47-07D1-246C-9A51C88A5C99}"/>
              </a:ext>
            </a:extLst>
          </p:cNvPr>
          <p:cNvCxnSpPr>
            <a:stCxn id="30" idx="3"/>
            <a:endCxn id="18" idx="1"/>
          </p:cNvCxnSpPr>
          <p:nvPr/>
        </p:nvCxnSpPr>
        <p:spPr>
          <a:xfrm flipV="1">
            <a:off x="7800028" y="2165147"/>
            <a:ext cx="254153" cy="335552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B1F2F3BD-CFF9-868E-AB75-181DD5112CC9}"/>
              </a:ext>
            </a:extLst>
          </p:cNvPr>
          <p:cNvCxnSpPr>
            <a:stCxn id="30" idx="3"/>
            <a:endCxn id="19" idx="1"/>
          </p:cNvCxnSpPr>
          <p:nvPr/>
        </p:nvCxnSpPr>
        <p:spPr>
          <a:xfrm>
            <a:off x="7800028" y="2500699"/>
            <a:ext cx="254153" cy="5214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76A80F3-5FE1-585E-4AFC-A088EE05DB8C}"/>
              </a:ext>
            </a:extLst>
          </p:cNvPr>
          <p:cNvCxnSpPr>
            <a:stCxn id="30" idx="3"/>
            <a:endCxn id="20" idx="1"/>
          </p:cNvCxnSpPr>
          <p:nvPr/>
        </p:nvCxnSpPr>
        <p:spPr>
          <a:xfrm>
            <a:off x="7800028" y="2500699"/>
            <a:ext cx="254153" cy="345980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2D67A3D-F6B1-6026-2DA6-3CF202C2C0B2}"/>
              </a:ext>
            </a:extLst>
          </p:cNvPr>
          <p:cNvCxnSpPr>
            <a:stCxn id="31" idx="3"/>
            <a:endCxn id="21" idx="1"/>
          </p:cNvCxnSpPr>
          <p:nvPr/>
        </p:nvCxnSpPr>
        <p:spPr>
          <a:xfrm flipV="1">
            <a:off x="7800028" y="3187445"/>
            <a:ext cx="254153" cy="342118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7B028EB1-DB3C-916C-E8A9-B6AA0FC54D65}"/>
              </a:ext>
            </a:extLst>
          </p:cNvPr>
          <p:cNvCxnSpPr>
            <a:stCxn id="31" idx="3"/>
            <a:endCxn id="22" idx="1"/>
          </p:cNvCxnSpPr>
          <p:nvPr/>
        </p:nvCxnSpPr>
        <p:spPr>
          <a:xfrm flipV="1">
            <a:off x="7800028" y="3528211"/>
            <a:ext cx="254153" cy="1352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47C973F-B5D9-1ECB-66A3-A98824127195}"/>
              </a:ext>
            </a:extLst>
          </p:cNvPr>
          <p:cNvCxnSpPr>
            <a:stCxn id="31" idx="3"/>
            <a:endCxn id="23" idx="1"/>
          </p:cNvCxnSpPr>
          <p:nvPr/>
        </p:nvCxnSpPr>
        <p:spPr>
          <a:xfrm>
            <a:off x="7800028" y="3529563"/>
            <a:ext cx="254153" cy="339414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78A2EC43-CE71-588E-8DFF-4B6AD834E6B4}"/>
              </a:ext>
            </a:extLst>
          </p:cNvPr>
          <p:cNvCxnSpPr>
            <a:stCxn id="32" idx="3"/>
            <a:endCxn id="24" idx="1"/>
          </p:cNvCxnSpPr>
          <p:nvPr/>
        </p:nvCxnSpPr>
        <p:spPr>
          <a:xfrm flipV="1">
            <a:off x="7800028" y="4209743"/>
            <a:ext cx="254153" cy="349743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89AEF28D-4A08-14A1-6EBA-37B12B62FBD4}"/>
              </a:ext>
            </a:extLst>
          </p:cNvPr>
          <p:cNvCxnSpPr>
            <a:stCxn id="32" idx="3"/>
            <a:endCxn id="25" idx="1"/>
          </p:cNvCxnSpPr>
          <p:nvPr/>
        </p:nvCxnSpPr>
        <p:spPr>
          <a:xfrm flipV="1">
            <a:off x="7800028" y="4550509"/>
            <a:ext cx="254153" cy="8977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1D72C666-0F59-73D4-847A-5B1CAA5E2121}"/>
              </a:ext>
            </a:extLst>
          </p:cNvPr>
          <p:cNvCxnSpPr>
            <a:stCxn id="32" idx="3"/>
            <a:endCxn id="26" idx="1"/>
          </p:cNvCxnSpPr>
          <p:nvPr/>
        </p:nvCxnSpPr>
        <p:spPr>
          <a:xfrm>
            <a:off x="7800028" y="4559486"/>
            <a:ext cx="254153" cy="331789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FFECBE2E-F30D-C46B-5026-C90A8E4EB784}"/>
              </a:ext>
            </a:extLst>
          </p:cNvPr>
          <p:cNvCxnSpPr>
            <a:stCxn id="33" idx="3"/>
            <a:endCxn id="27" idx="1"/>
          </p:cNvCxnSpPr>
          <p:nvPr/>
        </p:nvCxnSpPr>
        <p:spPr>
          <a:xfrm flipV="1">
            <a:off x="7800028" y="5232041"/>
            <a:ext cx="254153" cy="343033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7B737A80-5336-AE48-DD89-AF0E276AB779}"/>
              </a:ext>
            </a:extLst>
          </p:cNvPr>
          <p:cNvCxnSpPr>
            <a:stCxn id="33" idx="3"/>
            <a:endCxn id="29" idx="1"/>
          </p:cNvCxnSpPr>
          <p:nvPr/>
        </p:nvCxnSpPr>
        <p:spPr>
          <a:xfrm>
            <a:off x="7800028" y="5575074"/>
            <a:ext cx="254153" cy="338500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B25EFB84-071E-6281-9A5F-2FE88CB2802D}"/>
              </a:ext>
            </a:extLst>
          </p:cNvPr>
          <p:cNvCxnSpPr>
            <a:stCxn id="33" idx="3"/>
            <a:endCxn id="28" idx="1"/>
          </p:cNvCxnSpPr>
          <p:nvPr/>
        </p:nvCxnSpPr>
        <p:spPr>
          <a:xfrm flipV="1">
            <a:off x="7800028" y="5572808"/>
            <a:ext cx="254153" cy="2266"/>
          </a:xfrm>
          <a:prstGeom prst="bentConnector3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32BDFF1B-D810-4BA4-E46D-2A9F82929057}"/>
              </a:ext>
            </a:extLst>
          </p:cNvPr>
          <p:cNvSpPr/>
          <p:nvPr/>
        </p:nvSpPr>
        <p:spPr>
          <a:xfrm>
            <a:off x="12312897" y="0"/>
            <a:ext cx="8718303" cy="6858000"/>
          </a:xfrm>
          <a:prstGeom prst="wedgeRectCallout">
            <a:avLst>
              <a:gd name="adj1" fmla="val -58014"/>
              <a:gd name="adj2" fmla="val -20648"/>
            </a:avLst>
          </a:prstGeom>
          <a:solidFill>
            <a:schemeClr val="dk1">
              <a:lumMod val="10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959" tIns="179959" rIns="179959" bIns="179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b="1" dirty="0">
                <a:cs typeface="+mn-cs"/>
                <a:sym typeface=""/>
              </a:rPr>
              <a:t>How to use it:</a:t>
            </a:r>
          </a:p>
          <a:p>
            <a:endParaRPr lang="en-US" sz="1000" dirty="0">
              <a:cs typeface="+mn-cs"/>
              <a:sym typeface=""/>
            </a:endParaRPr>
          </a:p>
          <a:p>
            <a:r>
              <a:rPr lang="en-US" sz="1000" dirty="0">
                <a:sym typeface=""/>
              </a:rPr>
              <a:t>Like a fractal, each part resembles other parts. Structured in layers. Layers give hierarchy to the tree </a:t>
            </a:r>
          </a:p>
          <a:p>
            <a:r>
              <a:rPr lang="en-US" sz="1000" dirty="0">
                <a:sym typeface=""/>
              </a:rPr>
              <a:t>Issues in each layer must be MECE </a:t>
            </a:r>
          </a:p>
          <a:p>
            <a:endParaRPr lang="en-US" sz="1000" dirty="0">
              <a:sym typeface=""/>
            </a:endParaRPr>
          </a:p>
          <a:p>
            <a:r>
              <a:rPr lang="en-US" sz="1000" b="1" dirty="0">
                <a:sym typeface=""/>
              </a:rPr>
              <a:t>ME = Mutually Exclusive. </a:t>
            </a:r>
            <a:r>
              <a:rPr lang="en-US" sz="1000" dirty="0">
                <a:sym typeface=""/>
              </a:rPr>
              <a:t>No one individual can appear in more than one category.</a:t>
            </a:r>
          </a:p>
          <a:p>
            <a:endParaRPr lang="en-US" sz="1000" dirty="0">
              <a:sym typeface=""/>
            </a:endParaRPr>
          </a:p>
          <a:p>
            <a:r>
              <a:rPr lang="en-US" sz="1000" b="1" dirty="0">
                <a:sym typeface=""/>
              </a:rPr>
              <a:t>CE = Collectively Exhaustive</a:t>
            </a:r>
            <a:r>
              <a:rPr lang="en-US" sz="1000" dirty="0">
                <a:sym typeface=""/>
              </a:rPr>
              <a:t>. All categories combined includes all individuals (ex: no individuals are excluded)</a:t>
            </a:r>
          </a:p>
        </p:txBody>
      </p:sp>
    </p:spTree>
    <p:extLst>
      <p:ext uri="{BB962C8B-B14F-4D97-AF65-F5344CB8AC3E}">
        <p14:creationId xmlns:p14="http://schemas.microsoft.com/office/powerpoint/2010/main" val="4194497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51C3EAF-782B-DECD-D9D2-574608BF4F8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1846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970CA4B-1910-179B-0A16-22E65E2FC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77501"/>
            <a:ext cx="11306175" cy="775597"/>
          </a:xfrm>
        </p:spPr>
        <p:txBody>
          <a:bodyPr vert="horz" rIns="0"/>
          <a:lstStyle/>
          <a:p>
            <a:r>
              <a:rPr lang="en-US" altLang="en-US" dirty="0">
                <a:solidFill>
                  <a:schemeClr val="accent1">
                    <a:lumMod val="100000"/>
                  </a:schemeClr>
                </a:solidFill>
              </a:rPr>
              <a:t>Smart goal worksheet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B3509-AD9C-959C-E60D-16746B776374}"/>
              </a:ext>
            </a:extLst>
          </p:cNvPr>
          <p:cNvSpPr txBox="1"/>
          <p:nvPr/>
        </p:nvSpPr>
        <p:spPr>
          <a:xfrm>
            <a:off x="1684020" y="1419875"/>
            <a:ext cx="4411980" cy="73866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What are we trying to accomplish with this goal?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Will others easily understand this goal?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Is this goal specific enough, too specific? </a:t>
            </a:r>
            <a:endParaRPr lang="en-US" sz="14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BFF08C-51ED-D158-4B87-98638186A1B0}"/>
              </a:ext>
            </a:extLst>
          </p:cNvPr>
          <p:cNvSpPr txBox="1"/>
          <p:nvPr/>
        </p:nvSpPr>
        <p:spPr>
          <a:xfrm>
            <a:off x="1684020" y="2364265"/>
            <a:ext cx="4411980" cy="73866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How will know when the goal is accomplished?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How will we measure progress &amp; success?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endParaRPr lang="en-US" sz="14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15A6F-930C-E681-EC8C-5B2F7217E2A0}"/>
              </a:ext>
            </a:extLst>
          </p:cNvPr>
          <p:cNvSpPr txBox="1"/>
          <p:nvPr/>
        </p:nvSpPr>
        <p:spPr>
          <a:xfrm>
            <a:off x="1684020" y="3308655"/>
            <a:ext cx="4411980" cy="73866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Is this goal reasonable?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What resources do we need to accomplish the goal?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Is there a 70+% chance of reaching the goal? </a:t>
            </a:r>
            <a:endParaRPr lang="en-US" sz="14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5ED1D3-90E8-B0BB-9F94-33D601EC817B}"/>
              </a:ext>
            </a:extLst>
          </p:cNvPr>
          <p:cNvSpPr txBox="1"/>
          <p:nvPr/>
        </p:nvSpPr>
        <p:spPr>
          <a:xfrm>
            <a:off x="1684020" y="4253046"/>
            <a:ext cx="4411980" cy="5232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Is this goal important right now? Why?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Why is this goal relevant to the company &amp; mission? </a:t>
            </a:r>
            <a:endParaRPr lang="en-US" sz="14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80DD7E-1F77-563A-D108-4B1A2D439F92}"/>
              </a:ext>
            </a:extLst>
          </p:cNvPr>
          <p:cNvSpPr txBox="1"/>
          <p:nvPr/>
        </p:nvSpPr>
        <p:spPr>
          <a:xfrm>
            <a:off x="1684020" y="5207709"/>
            <a:ext cx="4411980" cy="73866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When is the start and due date for this goal?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 Is this a reasonable due date?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endParaRPr lang="en-US" sz="14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22A3AD-00C3-0403-A8E1-1CD2E4085869}"/>
              </a:ext>
            </a:extLst>
          </p:cNvPr>
          <p:cNvSpPr/>
          <p:nvPr/>
        </p:nvSpPr>
        <p:spPr>
          <a:xfrm>
            <a:off x="442913" y="1419875"/>
            <a:ext cx="1103947" cy="882741"/>
          </a:xfrm>
          <a:prstGeom prst="roundRect">
            <a:avLst/>
          </a:prstGeom>
          <a:solidFill>
            <a:schemeClr val="accent1">
              <a:lumMod val="10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cs typeface="Calibri" panose="020F0502020204030204" pitchFamily="34" charset="0"/>
              </a:rPr>
              <a:t>S</a:t>
            </a:r>
          </a:p>
          <a:p>
            <a:pPr algn="ctr"/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cs typeface="Calibri" panose="020F0502020204030204" pitchFamily="34" charset="0"/>
              </a:rPr>
              <a:t>Specific</a:t>
            </a:r>
          </a:p>
          <a:p>
            <a:pPr algn="ctr"/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E415486-D1B8-D7B3-E805-11E3F9879102}"/>
              </a:ext>
            </a:extLst>
          </p:cNvPr>
          <p:cNvSpPr/>
          <p:nvPr/>
        </p:nvSpPr>
        <p:spPr>
          <a:xfrm>
            <a:off x="442913" y="2364267"/>
            <a:ext cx="1103947" cy="882741"/>
          </a:xfrm>
          <a:prstGeom prst="roundRect">
            <a:avLst/>
          </a:prstGeom>
          <a:solidFill>
            <a:schemeClr val="accent1">
              <a:lumMod val="10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cs typeface="Calibri" panose="020F0502020204030204" pitchFamily="34" charset="0"/>
              </a:rPr>
              <a:t>M</a:t>
            </a:r>
          </a:p>
          <a:p>
            <a:pPr algn="ctr"/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cs typeface="Calibri" panose="020F0502020204030204" pitchFamily="34" charset="0"/>
              </a:rPr>
              <a:t>Measurable 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CA6BA4D-31AD-41D6-82A3-200EBBDF31DB}"/>
              </a:ext>
            </a:extLst>
          </p:cNvPr>
          <p:cNvSpPr/>
          <p:nvPr/>
        </p:nvSpPr>
        <p:spPr>
          <a:xfrm>
            <a:off x="442913" y="3308657"/>
            <a:ext cx="1103947" cy="882741"/>
          </a:xfrm>
          <a:prstGeom prst="roundRect">
            <a:avLst/>
          </a:prstGeom>
          <a:solidFill>
            <a:schemeClr val="accent1">
              <a:lumMod val="10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cs typeface="Calibri" panose="020F0502020204030204" pitchFamily="34" charset="0"/>
              </a:rPr>
              <a:t>A</a:t>
            </a:r>
          </a:p>
          <a:p>
            <a:pPr algn="ctr"/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cs typeface="Calibri" panose="020F0502020204030204" pitchFamily="34" charset="0"/>
              </a:rPr>
              <a:t>Attainable</a:t>
            </a:r>
          </a:p>
          <a:p>
            <a:pPr algn="ctr"/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E355C7F-4DF8-1DD5-E3BF-E05660111B63}"/>
              </a:ext>
            </a:extLst>
          </p:cNvPr>
          <p:cNvSpPr/>
          <p:nvPr/>
        </p:nvSpPr>
        <p:spPr>
          <a:xfrm>
            <a:off x="442913" y="4253047"/>
            <a:ext cx="1103947" cy="882741"/>
          </a:xfrm>
          <a:prstGeom prst="roundRect">
            <a:avLst/>
          </a:prstGeom>
          <a:solidFill>
            <a:schemeClr val="accent1">
              <a:lumMod val="10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cs typeface="Calibri" panose="020F0502020204030204" pitchFamily="34" charset="0"/>
              </a:rPr>
              <a:t>R</a:t>
            </a:r>
          </a:p>
          <a:p>
            <a:pPr algn="ctr"/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cs typeface="Calibri" panose="020F0502020204030204" pitchFamily="34" charset="0"/>
              </a:rPr>
              <a:t>Relevant</a:t>
            </a:r>
          </a:p>
          <a:p>
            <a:pPr algn="ctr"/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A9500E8-BD0C-51ED-4974-2B582868C9B4}"/>
              </a:ext>
            </a:extLst>
          </p:cNvPr>
          <p:cNvSpPr/>
          <p:nvPr/>
        </p:nvSpPr>
        <p:spPr>
          <a:xfrm>
            <a:off x="442913" y="5197437"/>
            <a:ext cx="1103947" cy="882741"/>
          </a:xfrm>
          <a:prstGeom prst="roundRect">
            <a:avLst/>
          </a:prstGeom>
          <a:solidFill>
            <a:schemeClr val="accent1">
              <a:lumMod val="10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cs typeface="Calibri" panose="020F0502020204030204" pitchFamily="34" charset="0"/>
              </a:rPr>
              <a:t>T</a:t>
            </a:r>
          </a:p>
          <a:p>
            <a:pPr algn="ctr"/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cs typeface="Calibri" panose="020F0502020204030204" pitchFamily="34" charset="0"/>
              </a:rPr>
              <a:t>Time bound </a:t>
            </a:r>
          </a:p>
          <a:p>
            <a:pPr algn="ctr"/>
            <a:endParaRPr lang="en-US" sz="1200" dirty="0" err="1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64DD677-63A5-89F0-E750-84F1D0D332F5}"/>
              </a:ext>
            </a:extLst>
          </p:cNvPr>
          <p:cNvGrpSpPr>
            <a:grpSpLocks/>
          </p:cNvGrpSpPr>
          <p:nvPr/>
        </p:nvGrpSpPr>
        <p:grpSpPr bwMode="gray">
          <a:xfrm>
            <a:off x="1693530" y="1163916"/>
            <a:ext cx="4402470" cy="295290"/>
            <a:chOff x="209066" y="1112044"/>
            <a:chExt cx="2101230" cy="29529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FF15548-5309-115A-947A-A17775486C95}"/>
                </a:ext>
              </a:extLst>
            </p:cNvPr>
            <p:cNvCxnSpPr/>
            <p:nvPr/>
          </p:nvCxnSpPr>
          <p:spPr bwMode="gray">
            <a:xfrm>
              <a:off x="209066" y="1259689"/>
              <a:ext cx="2101230" cy="0"/>
            </a:xfrm>
            <a:prstGeom prst="line">
              <a:avLst/>
            </a:prstGeom>
            <a:noFill/>
            <a:ln w="12700" cap="flat" cmpd="sng" algn="ctr">
              <a:solidFill>
                <a:schemeClr val="accent1">
                  <a:lumMod val="100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65C288C-5629-CBF0-2993-A62AF78079A0}"/>
                </a:ext>
              </a:extLst>
            </p:cNvPr>
            <p:cNvSpPr/>
            <p:nvPr/>
          </p:nvSpPr>
          <p:spPr bwMode="gray">
            <a:xfrm>
              <a:off x="999095" y="1112044"/>
              <a:ext cx="521178" cy="29529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tIns="54777" bIns="54777" anchor="ctr">
              <a:spAutoFit/>
            </a:bodyPr>
            <a:lstStyle/>
            <a:p>
              <a:pPr algn="ctr"/>
              <a:r>
                <a:rPr lang="en-US" sz="1200" b="1" cap="all" dirty="0">
                  <a:solidFill>
                    <a:schemeClr val="accent1">
                      <a:lumMod val="100000"/>
                    </a:schemeClr>
                  </a:solidFill>
                  <a:cs typeface="Pan Display TT" panose="02010504010101010104" pitchFamily="2" charset="0"/>
                  <a:sym typeface="Pan Display TT" panose="02010504010101010104" pitchFamily="2" charset="0"/>
                </a:rPr>
                <a:t>Questions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580975A-F58E-52AF-F29F-8C8654B0391A}"/>
              </a:ext>
            </a:extLst>
          </p:cNvPr>
          <p:cNvGrpSpPr>
            <a:grpSpLocks/>
          </p:cNvGrpSpPr>
          <p:nvPr/>
        </p:nvGrpSpPr>
        <p:grpSpPr bwMode="gray">
          <a:xfrm>
            <a:off x="6638925" y="1163916"/>
            <a:ext cx="5110163" cy="295290"/>
            <a:chOff x="209066" y="1112044"/>
            <a:chExt cx="2101230" cy="29529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CC315D0-0946-3C18-38D0-89DA106D535D}"/>
                </a:ext>
              </a:extLst>
            </p:cNvPr>
            <p:cNvCxnSpPr/>
            <p:nvPr/>
          </p:nvCxnSpPr>
          <p:spPr bwMode="gray">
            <a:xfrm>
              <a:off x="209066" y="1259689"/>
              <a:ext cx="2101230" cy="0"/>
            </a:xfrm>
            <a:prstGeom prst="line">
              <a:avLst/>
            </a:prstGeom>
            <a:noFill/>
            <a:ln w="12700" cap="flat" cmpd="sng" algn="ctr">
              <a:solidFill>
                <a:schemeClr val="accent1">
                  <a:lumMod val="100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D59E971-C67C-F195-9149-7D4E4BFDF12F}"/>
                </a:ext>
              </a:extLst>
            </p:cNvPr>
            <p:cNvSpPr/>
            <p:nvPr/>
          </p:nvSpPr>
          <p:spPr bwMode="gray">
            <a:xfrm>
              <a:off x="1060231" y="1112044"/>
              <a:ext cx="398908" cy="29529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tIns="54777" bIns="54777" anchor="ctr">
              <a:spAutoFit/>
            </a:bodyPr>
            <a:lstStyle/>
            <a:p>
              <a:pPr algn="ctr"/>
              <a:r>
                <a:rPr lang="en-US" sz="1200" b="1" cap="all" dirty="0">
                  <a:solidFill>
                    <a:schemeClr val="accent1">
                      <a:lumMod val="100000"/>
                    </a:schemeClr>
                  </a:solidFill>
                  <a:cs typeface="Pan Display TT" panose="02010504010101010104" pitchFamily="2" charset="0"/>
                  <a:sym typeface="Pan Display TT" panose="02010504010101010104" pitchFamily="2" charset="0"/>
                </a:rPr>
                <a:t>Answers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E84F3C3-AE2E-AA91-A948-45B502176ABA}"/>
              </a:ext>
            </a:extLst>
          </p:cNvPr>
          <p:cNvSpPr txBox="1"/>
          <p:nvPr/>
        </p:nvSpPr>
        <p:spPr>
          <a:xfrm>
            <a:off x="6638925" y="1419875"/>
            <a:ext cx="4221480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•...</a:t>
            </a:r>
            <a:endParaRPr lang="en-US" sz="14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4E4914-9622-892B-3588-EACD7E8B0F35}"/>
              </a:ext>
            </a:extLst>
          </p:cNvPr>
          <p:cNvSpPr txBox="1"/>
          <p:nvPr/>
        </p:nvSpPr>
        <p:spPr>
          <a:xfrm>
            <a:off x="6638925" y="2364265"/>
            <a:ext cx="4221480" cy="5232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•...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endParaRPr lang="en-US" sz="14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2B87E5-1061-30F6-4415-1AB358D310C0}"/>
              </a:ext>
            </a:extLst>
          </p:cNvPr>
          <p:cNvSpPr txBox="1"/>
          <p:nvPr/>
        </p:nvSpPr>
        <p:spPr>
          <a:xfrm>
            <a:off x="6638925" y="3308655"/>
            <a:ext cx="4221480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•...</a:t>
            </a:r>
            <a:endParaRPr lang="en-US" sz="14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80E9E1-260F-13FA-688D-8FC53733CE36}"/>
              </a:ext>
            </a:extLst>
          </p:cNvPr>
          <p:cNvSpPr txBox="1"/>
          <p:nvPr/>
        </p:nvSpPr>
        <p:spPr>
          <a:xfrm>
            <a:off x="6638925" y="4253046"/>
            <a:ext cx="4221480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•...</a:t>
            </a:r>
            <a:endParaRPr lang="en-US" sz="14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6A0052-12A6-E9D9-3985-4B32D49541F0}"/>
              </a:ext>
            </a:extLst>
          </p:cNvPr>
          <p:cNvSpPr txBox="1"/>
          <p:nvPr/>
        </p:nvSpPr>
        <p:spPr>
          <a:xfrm>
            <a:off x="6638925" y="5207709"/>
            <a:ext cx="4221480" cy="5232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  <a:t>•...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cs typeface="Calibri" panose="020F0502020204030204" pitchFamily="34" charset="0"/>
              </a:rPr>
            </a:br>
            <a:endParaRPr lang="en-US" sz="1400" dirty="0">
              <a:solidFill>
                <a:schemeClr val="accent1">
                  <a:lumMod val="100000"/>
                </a:schemeClr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7DFE2B3-3156-A9E9-2920-6AC7858C6C28}"/>
              </a:ext>
            </a:extLst>
          </p:cNvPr>
          <p:cNvCxnSpPr>
            <a:cxnSpLocks/>
          </p:cNvCxnSpPr>
          <p:nvPr/>
        </p:nvCxnSpPr>
        <p:spPr>
          <a:xfrm flipV="1">
            <a:off x="1693530" y="2333442"/>
            <a:ext cx="10055558" cy="1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95000"/>
              </a:scheme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58EA920-8CE7-55DC-19DC-FEA65A58FD9D}"/>
              </a:ext>
            </a:extLst>
          </p:cNvPr>
          <p:cNvCxnSpPr>
            <a:cxnSpLocks/>
          </p:cNvCxnSpPr>
          <p:nvPr/>
        </p:nvCxnSpPr>
        <p:spPr>
          <a:xfrm flipV="1">
            <a:off x="1693530" y="3277832"/>
            <a:ext cx="10055558" cy="1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95000"/>
              </a:scheme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9C099F0-2B3F-186A-4659-C06BE19697BE}"/>
              </a:ext>
            </a:extLst>
          </p:cNvPr>
          <p:cNvCxnSpPr>
            <a:cxnSpLocks/>
          </p:cNvCxnSpPr>
          <p:nvPr/>
        </p:nvCxnSpPr>
        <p:spPr>
          <a:xfrm flipV="1">
            <a:off x="1693530" y="4222222"/>
            <a:ext cx="10055558" cy="1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95000"/>
              </a:scheme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2BDD931-8EA1-5BC0-351C-EBAEB6ECBDF6}"/>
              </a:ext>
            </a:extLst>
          </p:cNvPr>
          <p:cNvCxnSpPr>
            <a:cxnSpLocks/>
          </p:cNvCxnSpPr>
          <p:nvPr/>
        </p:nvCxnSpPr>
        <p:spPr>
          <a:xfrm flipV="1">
            <a:off x="1693530" y="5166612"/>
            <a:ext cx="10055558" cy="1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95000"/>
              </a:scheme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867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3">
            <a:extLst>
              <a:ext uri="{FF2B5EF4-FFF2-40B4-BE49-F238E27FC236}">
                <a16:creationId xmlns:a16="http://schemas.microsoft.com/office/drawing/2014/main" id="{8BD3FF53-AE2B-E7D3-CD6E-7C3B4E711A7D}"/>
              </a:ext>
            </a:extLst>
          </p:cNvPr>
          <p:cNvSpPr txBox="1"/>
          <p:nvPr/>
        </p:nvSpPr>
        <p:spPr>
          <a:xfrm>
            <a:off x="5119989" y="2094825"/>
            <a:ext cx="1876502" cy="69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67500" rIns="36000" bIns="36000" numCol="1" anchor="t" anchorCtr="0" compatLnSpc="1">
            <a:prstTxWarp prst="textNoShape">
              <a:avLst/>
            </a:prstTxWarp>
          </a:bodyPr>
          <a:lstStyle>
            <a:defPPr>
              <a:defRPr lang="da-DK"/>
            </a:defPPr>
            <a:lvl1pPr marL="55572" indent="-176213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None/>
              <a:defRPr sz="1100" i="1" kern="0">
                <a:solidFill>
                  <a:schemeClr val="accent1">
                    <a:lumMod val="100000"/>
                  </a:schemeClr>
                </a:solidFill>
              </a:defRPr>
            </a:lvl1pPr>
            <a:lvl2pPr marL="176213" lvl="1" indent="-176213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7pPr>
            <a:lvl8pPr marL="2971800" lvl="7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8pPr>
            <a:lvl9pPr marL="3429000" lvl="8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9pPr>
          </a:lstStyle>
          <a:p>
            <a:pPr lvl="1"/>
            <a:r>
              <a:rPr lang="en-US" dirty="0">
                <a:cs typeface="+mn-cs"/>
                <a:sym typeface=""/>
              </a:rPr>
              <a:t>Warehousing</a:t>
            </a:r>
          </a:p>
          <a:p>
            <a:pPr lvl="1"/>
            <a:r>
              <a:rPr lang="en-US" dirty="0">
                <a:cs typeface="+mn-cs"/>
                <a:sym typeface=""/>
              </a:rPr>
              <a:t>Order fulfilment</a:t>
            </a:r>
          </a:p>
          <a:p>
            <a:pPr lvl="1"/>
            <a:r>
              <a:rPr lang="en-US" dirty="0">
                <a:cs typeface="+mn-cs"/>
                <a:sym typeface=""/>
              </a:rPr>
              <a:t>Transportation</a:t>
            </a: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DEA7B34A-C07F-D427-681A-EAAFEFF91E6E}"/>
              </a:ext>
            </a:extLst>
          </p:cNvPr>
          <p:cNvSpPr txBox="1"/>
          <p:nvPr/>
        </p:nvSpPr>
        <p:spPr>
          <a:xfrm>
            <a:off x="7211467" y="2094825"/>
            <a:ext cx="1876502" cy="69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67500" rIns="36000" bIns="36000" numCol="1" anchor="t" anchorCtr="0" compatLnSpc="1">
            <a:prstTxWarp prst="textNoShape">
              <a:avLst/>
            </a:prstTxWarp>
          </a:bodyPr>
          <a:lstStyle>
            <a:defPPr>
              <a:defRPr lang="da-DK"/>
            </a:defPPr>
            <a:lvl1pPr marL="55572" indent="-176213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None/>
              <a:defRPr sz="1100" i="1" kern="0">
                <a:solidFill>
                  <a:schemeClr val="accent1">
                    <a:lumMod val="100000"/>
                  </a:schemeClr>
                </a:solidFill>
              </a:defRPr>
            </a:lvl1pPr>
            <a:lvl2pPr marL="176213" lvl="1" indent="-176213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7pPr>
            <a:lvl8pPr marL="2971800" lvl="7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8pPr>
            <a:lvl9pPr marL="3429000" lvl="8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9pPr>
          </a:lstStyle>
          <a:p>
            <a:pPr lvl="1"/>
            <a:r>
              <a:rPr lang="en-US" dirty="0">
                <a:cs typeface="+mn-cs"/>
                <a:sym typeface=""/>
              </a:rPr>
              <a:t>Channel selection</a:t>
            </a:r>
          </a:p>
          <a:p>
            <a:pPr lvl="1"/>
            <a:r>
              <a:rPr lang="en-US" dirty="0">
                <a:cs typeface="+mn-cs"/>
                <a:sym typeface=""/>
              </a:rPr>
              <a:t>Advertising</a:t>
            </a:r>
          </a:p>
          <a:p>
            <a:pPr lvl="1"/>
            <a:r>
              <a:rPr lang="en-US" dirty="0">
                <a:cs typeface="+mn-cs"/>
                <a:sym typeface=""/>
              </a:rPr>
              <a:t>Pricing</a:t>
            </a:r>
          </a:p>
        </p:txBody>
      </p:sp>
      <p:sp>
        <p:nvSpPr>
          <p:cNvPr id="69" name="Rectangle 3">
            <a:extLst>
              <a:ext uri="{FF2B5EF4-FFF2-40B4-BE49-F238E27FC236}">
                <a16:creationId xmlns:a16="http://schemas.microsoft.com/office/drawing/2014/main" id="{B4496574-F782-78AA-52E2-1600318966FF}"/>
              </a:ext>
            </a:extLst>
          </p:cNvPr>
          <p:cNvSpPr txBox="1"/>
          <p:nvPr/>
        </p:nvSpPr>
        <p:spPr>
          <a:xfrm>
            <a:off x="3033163" y="2094825"/>
            <a:ext cx="1876502" cy="983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67500" rIns="36000" bIns="36000" numCol="1" anchor="t" anchorCtr="0" compatLnSpc="1">
            <a:prstTxWarp prst="textNoShape">
              <a:avLst/>
            </a:prstTxWarp>
          </a:bodyPr>
          <a:lstStyle>
            <a:defPPr>
              <a:defRPr lang="da-DK"/>
            </a:defPPr>
            <a:lvl1pPr marL="55572" indent="-176213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None/>
              <a:defRPr sz="1100" i="1" kern="0">
                <a:solidFill>
                  <a:schemeClr val="accent1">
                    <a:lumMod val="100000"/>
                  </a:schemeClr>
                </a:solidFill>
              </a:defRPr>
            </a:lvl1pPr>
            <a:lvl2pPr marL="176213" lvl="1" indent="-176213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7pPr>
            <a:lvl8pPr marL="2971800" lvl="7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8pPr>
            <a:lvl9pPr marL="3429000" lvl="8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9pPr>
          </a:lstStyle>
          <a:p>
            <a:pPr lvl="1"/>
            <a:r>
              <a:rPr lang="en-US" dirty="0">
                <a:cs typeface="+mn-cs"/>
                <a:sym typeface=""/>
              </a:rPr>
              <a:t>Packaging</a:t>
            </a:r>
          </a:p>
          <a:p>
            <a:pPr lvl="1"/>
            <a:r>
              <a:rPr lang="en-US" dirty="0">
                <a:cs typeface="+mn-cs"/>
                <a:sym typeface=""/>
              </a:rPr>
              <a:t>Testing</a:t>
            </a:r>
          </a:p>
          <a:p>
            <a:pPr lvl="1"/>
            <a:r>
              <a:rPr lang="en-US" dirty="0">
                <a:cs typeface="+mn-cs"/>
                <a:sym typeface=""/>
              </a:rPr>
              <a:t>Equipment maintenance</a:t>
            </a:r>
          </a:p>
        </p:txBody>
      </p:sp>
      <p:sp>
        <p:nvSpPr>
          <p:cNvPr id="75" name="Rectangle 3">
            <a:extLst>
              <a:ext uri="{FF2B5EF4-FFF2-40B4-BE49-F238E27FC236}">
                <a16:creationId xmlns:a16="http://schemas.microsoft.com/office/drawing/2014/main" id="{7737F562-B1FE-CDFE-4099-FA87A1E77C9A}"/>
              </a:ext>
            </a:extLst>
          </p:cNvPr>
          <p:cNvSpPr txBox="1"/>
          <p:nvPr/>
        </p:nvSpPr>
        <p:spPr>
          <a:xfrm>
            <a:off x="9286164" y="2094825"/>
            <a:ext cx="1876502" cy="69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67500" rIns="36000" bIns="36000" numCol="1" anchor="t" anchorCtr="0" compatLnSpc="1">
            <a:prstTxWarp prst="textNoShape">
              <a:avLst/>
            </a:prstTxWarp>
          </a:bodyPr>
          <a:lstStyle>
            <a:defPPr>
              <a:defRPr lang="da-DK"/>
            </a:defPPr>
            <a:lvl1pPr marL="55572" indent="-176213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None/>
              <a:defRPr sz="1100" i="1" kern="0">
                <a:solidFill>
                  <a:schemeClr val="accent1">
                    <a:lumMod val="100000"/>
                  </a:schemeClr>
                </a:solidFill>
              </a:defRPr>
            </a:lvl1pPr>
            <a:lvl2pPr marL="176213" lvl="1" indent="-176213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7pPr>
            <a:lvl8pPr marL="2971800" lvl="7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8pPr>
            <a:lvl9pPr marL="3429000" lvl="8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9pPr>
          </a:lstStyle>
          <a:p>
            <a:pPr lvl="1"/>
            <a:r>
              <a:rPr lang="en-US" dirty="0">
                <a:cs typeface="+mn-cs"/>
                <a:sym typeface=""/>
              </a:rPr>
              <a:t>Customer support</a:t>
            </a:r>
          </a:p>
          <a:p>
            <a:pPr lvl="1"/>
            <a:r>
              <a:rPr lang="en-US" dirty="0">
                <a:cs typeface="+mn-cs"/>
                <a:sym typeface=""/>
              </a:rPr>
              <a:t>Repair services</a:t>
            </a:r>
          </a:p>
          <a:p>
            <a:pPr lvl="1"/>
            <a:r>
              <a:rPr lang="en-US" dirty="0">
                <a:cs typeface="+mn-cs"/>
                <a:sym typeface=""/>
              </a:rPr>
              <a:t>Installation</a:t>
            </a: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9B75B20B-E622-8A43-9FF2-11E1BC1F98A7}"/>
              </a:ext>
            </a:extLst>
          </p:cNvPr>
          <p:cNvSpPr txBox="1"/>
          <p:nvPr/>
        </p:nvSpPr>
        <p:spPr>
          <a:xfrm>
            <a:off x="875278" y="2094825"/>
            <a:ext cx="1876502" cy="69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67500" rIns="36000" bIns="36000" numCol="1" anchor="t" anchorCtr="0" compatLnSpc="1">
            <a:prstTxWarp prst="textNoShape">
              <a:avLst/>
            </a:prstTxWarp>
          </a:bodyPr>
          <a:lstStyle>
            <a:defPPr>
              <a:defRPr lang="da-DK"/>
            </a:defPPr>
            <a:lvl1pPr marL="55572" indent="-176213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None/>
              <a:defRPr sz="1100" i="1" kern="0">
                <a:solidFill>
                  <a:schemeClr val="accent1">
                    <a:lumMod val="100000"/>
                  </a:schemeClr>
                </a:solidFill>
              </a:defRPr>
            </a:lvl1pPr>
            <a:lvl2pPr marL="176213" lvl="1" indent="-176213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2pPr>
            <a:lvl3pPr marL="360363" lvl="2" indent="-1841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Calibri" panose="020F0502020204030204" pitchFamily="34" charset="0"/>
              <a:buChar char="­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3pPr>
            <a:lvl4pPr marL="536575" lvl="3" indent="-176213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Segoe UI" panose="020B0502040204020203" pitchFamily="34" charset="0"/>
              <a:buChar char="›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4pPr>
            <a:lvl5pPr marL="720725" lvl="4" indent="-1841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5pPr>
            <a:lvl6pPr marL="896938" lvl="5" indent="-176213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  <a:cs typeface="Segoe UI" panose="020B0502040204020203" pitchFamily="34" charset="0"/>
              </a:defRPr>
            </a:lvl6pPr>
            <a:lvl7pPr marL="2514600" lvl="6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7pPr>
            <a:lvl8pPr marL="2971800" lvl="7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8pPr>
            <a:lvl9pPr marL="3429000" lvl="8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1">
                    <a:lumMod val="100000"/>
                  </a:schemeClr>
                </a:solidFill>
              </a:defRPr>
            </a:lvl9pPr>
          </a:lstStyle>
          <a:p>
            <a:pPr lvl="1"/>
            <a:r>
              <a:rPr lang="en-US" dirty="0">
                <a:cs typeface="+mn-cs"/>
                <a:sym typeface=""/>
              </a:rPr>
              <a:t>Receiving</a:t>
            </a:r>
          </a:p>
          <a:p>
            <a:pPr lvl="1"/>
            <a:r>
              <a:rPr lang="en-US" dirty="0">
                <a:cs typeface="+mn-cs"/>
                <a:sym typeface=""/>
              </a:rPr>
              <a:t>Storing</a:t>
            </a:r>
          </a:p>
          <a:p>
            <a:pPr lvl="1"/>
            <a:r>
              <a:rPr lang="en-US" dirty="0">
                <a:cs typeface="+mn-cs"/>
                <a:sym typeface=""/>
              </a:rPr>
              <a:t>Inventory control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A4755-A736-E1EC-DD8D-BEB45A42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Value Chain Framework</a:t>
            </a:r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C52163A-6586-63CD-BEBF-739177502EB1}"/>
              </a:ext>
            </a:extLst>
          </p:cNvPr>
          <p:cNvGrpSpPr/>
          <p:nvPr/>
        </p:nvGrpSpPr>
        <p:grpSpPr>
          <a:xfrm>
            <a:off x="708108" y="1328359"/>
            <a:ext cx="10839513" cy="4749886"/>
            <a:chOff x="1387233" y="1328359"/>
            <a:chExt cx="10160388" cy="474988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A2F874D-DEAD-DC4C-ADCF-21E74A63E29C}"/>
                </a:ext>
              </a:extLst>
            </p:cNvPr>
            <p:cNvGrpSpPr/>
            <p:nvPr/>
          </p:nvGrpSpPr>
          <p:grpSpPr>
            <a:xfrm>
              <a:off x="1415441" y="3828669"/>
              <a:ext cx="10132179" cy="2249576"/>
              <a:chOff x="2308444" y="1698447"/>
              <a:chExt cx="1864510" cy="1962787"/>
            </a:xfrm>
          </p:grpSpPr>
          <p:sp>
            <p:nvSpPr>
              <p:cNvPr id="34" name="AutoShape 75">
                <a:extLst>
                  <a:ext uri="{FF2B5EF4-FFF2-40B4-BE49-F238E27FC236}">
                    <a16:creationId xmlns:a16="http://schemas.microsoft.com/office/drawing/2014/main" id="{10B4B188-2395-BF04-E806-BFDC4824A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8444" y="1698447"/>
                <a:ext cx="1864510" cy="412971"/>
              </a:xfrm>
              <a:prstGeom prst="homePlate">
                <a:avLst>
                  <a:gd name="adj" fmla="val 47821"/>
                </a:avLst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 eaLnBrk="0" hangingPunct="0">
                  <a:lnSpc>
                    <a:spcPts val="1040"/>
                  </a:lnSpc>
                </a:pPr>
                <a:r>
                  <a:rPr lang="en-US" altLang="en-US" sz="1100" b="1">
                    <a:solidFill>
                      <a:schemeClr val="accent1"/>
                    </a:solidFill>
                  </a:rPr>
                  <a:t>Firm Infrastructure</a:t>
                </a:r>
              </a:p>
              <a:p>
                <a:pPr algn="ctr" eaLnBrk="0" hangingPunct="0">
                  <a:lnSpc>
                    <a:spcPts val="1040"/>
                  </a:lnSpc>
                </a:pPr>
                <a:r>
                  <a:rPr lang="en-US" altLang="en-US" sz="1100">
                    <a:solidFill>
                      <a:schemeClr val="accent1"/>
                    </a:solidFill>
                  </a:rPr>
                  <a:t>Management, legal, finance, accounting, public affairs</a:t>
                </a:r>
                <a:endParaRPr lang="en-US" altLang="en-US" sz="11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AutoShape 75">
                <a:extLst>
                  <a:ext uri="{FF2B5EF4-FFF2-40B4-BE49-F238E27FC236}">
                    <a16:creationId xmlns:a16="http://schemas.microsoft.com/office/drawing/2014/main" id="{619A0DCB-D13B-F4BA-CB65-B0B61B5B6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8444" y="2213745"/>
                <a:ext cx="1864510" cy="412971"/>
              </a:xfrm>
              <a:prstGeom prst="homePlate">
                <a:avLst>
                  <a:gd name="adj" fmla="val 47821"/>
                </a:avLst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 eaLnBrk="0" hangingPunct="0">
                  <a:lnSpc>
                    <a:spcPts val="1040"/>
                  </a:lnSpc>
                </a:pPr>
                <a:r>
                  <a:rPr lang="en-US" altLang="en-US" sz="1100" b="1">
                    <a:solidFill>
                      <a:schemeClr val="accent1"/>
                    </a:solidFill>
                  </a:rPr>
                  <a:t>Human Resource Management </a:t>
                </a:r>
              </a:p>
              <a:p>
                <a:pPr algn="ctr" eaLnBrk="0" hangingPunct="0">
                  <a:lnSpc>
                    <a:spcPts val="1040"/>
                  </a:lnSpc>
                </a:pPr>
                <a:r>
                  <a:rPr lang="en-US" altLang="en-US" sz="1100">
                    <a:solidFill>
                      <a:schemeClr val="accent1"/>
                    </a:solidFill>
                  </a:rPr>
                  <a:t>Recruiting, staff training, retention, compensation </a:t>
                </a:r>
                <a:endParaRPr lang="en-US" altLang="en-US" sz="11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6" name="AutoShape 75">
                <a:extLst>
                  <a:ext uri="{FF2B5EF4-FFF2-40B4-BE49-F238E27FC236}">
                    <a16:creationId xmlns:a16="http://schemas.microsoft.com/office/drawing/2014/main" id="{CD3FE786-57C3-9F64-7314-6CCFFFFA8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8444" y="2730803"/>
                <a:ext cx="1864510" cy="412971"/>
              </a:xfrm>
              <a:prstGeom prst="homePlate">
                <a:avLst>
                  <a:gd name="adj" fmla="val 47821"/>
                </a:avLst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 eaLnBrk="0" hangingPunct="0">
                  <a:lnSpc>
                    <a:spcPts val="1040"/>
                  </a:lnSpc>
                </a:pPr>
                <a:r>
                  <a:rPr lang="en-US" altLang="en-US" sz="1100" b="1">
                    <a:solidFill>
                      <a:schemeClr val="accent1"/>
                    </a:solidFill>
                  </a:rPr>
                  <a:t>Technology Development</a:t>
                </a:r>
              </a:p>
              <a:p>
                <a:pPr algn="ctr" eaLnBrk="0" hangingPunct="0">
                  <a:lnSpc>
                    <a:spcPts val="1040"/>
                  </a:lnSpc>
                </a:pPr>
                <a:r>
                  <a:rPr lang="en-US" altLang="en-US" sz="1100">
                    <a:solidFill>
                      <a:schemeClr val="accent1"/>
                    </a:solidFill>
                  </a:rPr>
                  <a:t>Research and development, process automation, redesign</a:t>
                </a:r>
                <a:endParaRPr lang="en-US" altLang="en-US" sz="11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7" name="AutoShape 75">
                <a:extLst>
                  <a:ext uri="{FF2B5EF4-FFF2-40B4-BE49-F238E27FC236}">
                    <a16:creationId xmlns:a16="http://schemas.microsoft.com/office/drawing/2014/main" id="{C4B4A39C-82FF-5AF5-57BB-5003A7189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8444" y="3248263"/>
                <a:ext cx="1864510" cy="412971"/>
              </a:xfrm>
              <a:prstGeom prst="homePlate">
                <a:avLst>
                  <a:gd name="adj" fmla="val 47821"/>
                </a:avLst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 eaLnBrk="0" hangingPunct="0">
                  <a:lnSpc>
                    <a:spcPts val="1040"/>
                  </a:lnSpc>
                </a:pPr>
                <a:r>
                  <a:rPr lang="en-US" altLang="en-US" sz="1100" b="1">
                    <a:solidFill>
                      <a:schemeClr val="accent1"/>
                    </a:solidFill>
                  </a:rPr>
                  <a:t>Procurement</a:t>
                </a:r>
              </a:p>
              <a:p>
                <a:pPr algn="ctr" eaLnBrk="0" hangingPunct="0">
                  <a:lnSpc>
                    <a:spcPts val="1040"/>
                  </a:lnSpc>
                </a:pPr>
                <a:r>
                  <a:rPr lang="en-US" altLang="en-US" sz="1100">
                    <a:solidFill>
                      <a:schemeClr val="accent1"/>
                    </a:solidFill>
                  </a:rPr>
                  <a:t>Procurement of raw material, spare parts, buildings, machines</a:t>
                </a:r>
                <a:endParaRPr lang="en-US" altLang="en-US" sz="11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464EBEB-7C0A-585B-F6A5-470D1F7886BA}"/>
                </a:ext>
              </a:extLst>
            </p:cNvPr>
            <p:cNvGrpSpPr/>
            <p:nvPr/>
          </p:nvGrpSpPr>
          <p:grpSpPr>
            <a:xfrm>
              <a:off x="1387233" y="1328359"/>
              <a:ext cx="10160388" cy="2010556"/>
              <a:chOff x="1387233" y="1328359"/>
              <a:chExt cx="10160388" cy="2010556"/>
            </a:xfrm>
          </p:grpSpPr>
          <p:sp>
            <p:nvSpPr>
              <p:cNvPr id="4" name="AutoShape 74">
                <a:extLst>
                  <a:ext uri="{FF2B5EF4-FFF2-40B4-BE49-F238E27FC236}">
                    <a16:creationId xmlns:a16="http://schemas.microsoft.com/office/drawing/2014/main" id="{44C4EE1C-63C8-B3C7-632B-76EE70A2B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99207" y="1329716"/>
                <a:ext cx="2348414" cy="529894"/>
              </a:xfrm>
              <a:prstGeom prst="homePlate">
                <a:avLst>
                  <a:gd name="adj" fmla="val 46681"/>
                </a:avLst>
              </a:prstGeom>
              <a:solidFill>
                <a:schemeClr val="accent1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36000" rIns="0" bIns="0" anchor="ctr"/>
              <a:lstStyle/>
              <a:p>
                <a:pPr marL="402431" indent="-402431" algn="ctr" eaLnBrk="0" hangingPunct="0">
                  <a:tabLst>
                    <a:tab pos="136922" algn="l"/>
                  </a:tabLst>
                </a:pPr>
                <a:r>
                  <a:rPr lang="en-US" altLang="en-US" sz="1100" b="1" dirty="0">
                    <a:solidFill>
                      <a:schemeClr val="bg1"/>
                    </a:solidFill>
                  </a:rPr>
                  <a:t>Services</a:t>
                </a:r>
              </a:p>
            </p:txBody>
          </p:sp>
          <p:sp>
            <p:nvSpPr>
              <p:cNvPr id="5" name="AutoShape 74">
                <a:extLst>
                  <a:ext uri="{FF2B5EF4-FFF2-40B4-BE49-F238E27FC236}">
                    <a16:creationId xmlns:a16="http://schemas.microsoft.com/office/drawing/2014/main" id="{D63601BD-8915-B269-C12E-36939A08A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0007" y="1330292"/>
                <a:ext cx="2348414" cy="529894"/>
              </a:xfrm>
              <a:prstGeom prst="homePlate">
                <a:avLst>
                  <a:gd name="adj" fmla="val 46681"/>
                </a:avLst>
              </a:prstGeom>
              <a:solidFill>
                <a:schemeClr val="accent1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24000" tIns="36000" rIns="0" bIns="0" anchor="ctr"/>
              <a:lstStyle/>
              <a:p>
                <a:pPr marL="402431" indent="-402431" algn="ctr" eaLnBrk="0" hangingPunct="0">
                  <a:tabLst>
                    <a:tab pos="136922" algn="l"/>
                  </a:tabLst>
                </a:pPr>
                <a:r>
                  <a:rPr lang="en-US" altLang="en-US" sz="1100" b="1" dirty="0">
                    <a:solidFill>
                      <a:schemeClr val="bg1"/>
                    </a:solidFill>
                  </a:rPr>
                  <a:t>Marketing &amp; Sales</a:t>
                </a:r>
              </a:p>
            </p:txBody>
          </p:sp>
          <p:sp>
            <p:nvSpPr>
              <p:cNvPr id="38" name="AutoShape 74">
                <a:extLst>
                  <a:ext uri="{FF2B5EF4-FFF2-40B4-BE49-F238E27FC236}">
                    <a16:creationId xmlns:a16="http://schemas.microsoft.com/office/drawing/2014/main" id="{2F0B8C69-18B2-78DD-CE3C-3DCB8CBB8B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2076" y="1328359"/>
                <a:ext cx="2348414" cy="529894"/>
              </a:xfrm>
              <a:prstGeom prst="homePlate">
                <a:avLst>
                  <a:gd name="adj" fmla="val 46681"/>
                </a:avLst>
              </a:prstGeom>
              <a:solidFill>
                <a:schemeClr val="accent1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251999" tIns="36000" rIns="0" bIns="0" anchor="ctr"/>
              <a:lstStyle/>
              <a:p>
                <a:pPr marL="402431" indent="-402431" algn="ctr" eaLnBrk="0" hangingPunct="0">
                  <a:tabLst>
                    <a:tab pos="136922" algn="l"/>
                  </a:tabLst>
                </a:pPr>
                <a:r>
                  <a:rPr lang="en-US" altLang="en-US" sz="1100" b="1" dirty="0">
                    <a:solidFill>
                      <a:schemeClr val="bg1"/>
                    </a:solidFill>
                  </a:rPr>
                  <a:t>Outbound Logistics</a:t>
                </a:r>
              </a:p>
            </p:txBody>
          </p:sp>
          <p:sp>
            <p:nvSpPr>
              <p:cNvPr id="39" name="AutoShape 74">
                <a:extLst>
                  <a:ext uri="{FF2B5EF4-FFF2-40B4-BE49-F238E27FC236}">
                    <a16:creationId xmlns:a16="http://schemas.microsoft.com/office/drawing/2014/main" id="{328C5DAF-0579-F8BD-2F81-C1B68D1B9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2877" y="1328359"/>
                <a:ext cx="2348414" cy="529894"/>
              </a:xfrm>
              <a:prstGeom prst="homePlate">
                <a:avLst>
                  <a:gd name="adj" fmla="val 46681"/>
                </a:avLst>
              </a:prstGeom>
              <a:solidFill>
                <a:schemeClr val="accent1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36000" rIns="0" bIns="0" anchor="ctr"/>
              <a:lstStyle/>
              <a:p>
                <a:pPr marL="402431" indent="-402431" algn="ctr" eaLnBrk="0" hangingPunct="0">
                  <a:tabLst>
                    <a:tab pos="136922" algn="l"/>
                  </a:tabLst>
                </a:pPr>
                <a:r>
                  <a:rPr lang="en-US" altLang="en-US" sz="1100" b="1" dirty="0">
                    <a:solidFill>
                      <a:schemeClr val="bg1"/>
                    </a:solidFill>
                  </a:rPr>
                  <a:t>Operations</a:t>
                </a:r>
              </a:p>
            </p:txBody>
          </p:sp>
          <p:sp>
            <p:nvSpPr>
              <p:cNvPr id="41" name="AutoShape 75">
                <a:extLst>
                  <a:ext uri="{FF2B5EF4-FFF2-40B4-BE49-F238E27FC236}">
                    <a16:creationId xmlns:a16="http://schemas.microsoft.com/office/drawing/2014/main" id="{7B1E1353-F6F1-A5AB-35AA-6B6E7680C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7233" y="1328360"/>
                <a:ext cx="2346127" cy="529894"/>
              </a:xfrm>
              <a:prstGeom prst="homePlate">
                <a:avLst>
                  <a:gd name="adj" fmla="val 47821"/>
                </a:avLst>
              </a:prstGeom>
              <a:solidFill>
                <a:schemeClr val="accent1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36000" rIns="0" bIns="0" anchor="ctr"/>
              <a:lstStyle/>
              <a:p>
                <a:pPr algn="ctr" eaLnBrk="0" hangingPunct="0"/>
                <a:r>
                  <a:rPr lang="en-US" altLang="en-US" sz="1100" b="1" dirty="0">
                    <a:solidFill>
                      <a:schemeClr val="bg1"/>
                    </a:solidFill>
                  </a:rPr>
                  <a:t>Inbound Logistics</a:t>
                </a: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0DA491A1-9D82-AA4F-2B41-EEB0526C3C30}"/>
                  </a:ext>
                </a:extLst>
              </p:cNvPr>
              <p:cNvGrpSpPr/>
              <p:nvPr/>
            </p:nvGrpSpPr>
            <p:grpSpPr>
              <a:xfrm>
                <a:off x="1415441" y="1853619"/>
                <a:ext cx="9833249" cy="1485296"/>
                <a:chOff x="1415441" y="1853619"/>
                <a:chExt cx="9833249" cy="1485296"/>
              </a:xfrm>
            </p:grpSpPr>
            <p:sp>
              <p:nvSpPr>
                <p:cNvPr id="44" name="Line 26">
                  <a:extLst>
                    <a:ext uri="{FF2B5EF4-FFF2-40B4-BE49-F238E27FC236}">
                      <a16:creationId xmlns:a16="http://schemas.microsoft.com/office/drawing/2014/main" id="{54077A1D-820B-E806-1700-E9EED17F6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15441" y="1853619"/>
                  <a:ext cx="0" cy="1482752"/>
                </a:xfrm>
                <a:prstGeom prst="line">
                  <a:avLst/>
                </a:prstGeom>
                <a:solidFill>
                  <a:srgbClr val="41577D"/>
                </a:solidFill>
                <a:ln w="12700" cap="rnd">
                  <a:solidFill>
                    <a:schemeClr val="bg1">
                      <a:lumMod val="65000"/>
                    </a:schemeClr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100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5" name="Line 27">
                  <a:extLst>
                    <a:ext uri="{FF2B5EF4-FFF2-40B4-BE49-F238E27FC236}">
                      <a16:creationId xmlns:a16="http://schemas.microsoft.com/office/drawing/2014/main" id="{2909D161-EB45-3469-0A1F-6681C0B40E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8130" y="1853619"/>
                  <a:ext cx="0" cy="1482752"/>
                </a:xfrm>
                <a:prstGeom prst="line">
                  <a:avLst/>
                </a:prstGeom>
                <a:solidFill>
                  <a:srgbClr val="41577D"/>
                </a:solidFill>
                <a:ln w="12700" cap="rnd">
                  <a:solidFill>
                    <a:schemeClr val="bg1">
                      <a:lumMod val="65000"/>
                    </a:schemeClr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100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6" name="Line 28">
                  <a:extLst>
                    <a:ext uri="{FF2B5EF4-FFF2-40B4-BE49-F238E27FC236}">
                      <a16:creationId xmlns:a16="http://schemas.microsoft.com/office/drawing/2014/main" id="{54641B91-511B-316D-FFEC-CAADA6AD45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394212" y="1853619"/>
                  <a:ext cx="0" cy="1482752"/>
                </a:xfrm>
                <a:prstGeom prst="line">
                  <a:avLst/>
                </a:prstGeom>
                <a:solidFill>
                  <a:srgbClr val="41577D"/>
                </a:solidFill>
                <a:ln w="12700" cap="rnd">
                  <a:solidFill>
                    <a:schemeClr val="bg1">
                      <a:lumMod val="65000"/>
                    </a:schemeClr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100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7" name="Line 29">
                  <a:extLst>
                    <a:ext uri="{FF2B5EF4-FFF2-40B4-BE49-F238E27FC236}">
                      <a16:creationId xmlns:a16="http://schemas.microsoft.com/office/drawing/2014/main" id="{259E3208-3E99-D8C8-262F-7AAC15658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52929" y="1853619"/>
                  <a:ext cx="0" cy="1482752"/>
                </a:xfrm>
                <a:prstGeom prst="line">
                  <a:avLst/>
                </a:prstGeom>
                <a:solidFill>
                  <a:srgbClr val="41577D"/>
                </a:solidFill>
                <a:ln w="12700" cap="rnd">
                  <a:solidFill>
                    <a:schemeClr val="bg1">
                      <a:lumMod val="65000"/>
                    </a:schemeClr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100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8" name="Line 65">
                  <a:extLst>
                    <a:ext uri="{FF2B5EF4-FFF2-40B4-BE49-F238E27FC236}">
                      <a16:creationId xmlns:a16="http://schemas.microsoft.com/office/drawing/2014/main" id="{6C3B3D10-7969-93B2-526F-D336A9D3E7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303978" y="1853619"/>
                  <a:ext cx="0" cy="1482752"/>
                </a:xfrm>
                <a:prstGeom prst="line">
                  <a:avLst/>
                </a:prstGeom>
                <a:solidFill>
                  <a:srgbClr val="41577D"/>
                </a:solidFill>
                <a:ln w="12700" cap="rnd">
                  <a:solidFill>
                    <a:schemeClr val="bg1">
                      <a:lumMod val="65000"/>
                    </a:schemeClr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100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9" name="Line 66">
                  <a:extLst>
                    <a:ext uri="{FF2B5EF4-FFF2-40B4-BE49-F238E27FC236}">
                      <a16:creationId xmlns:a16="http://schemas.microsoft.com/office/drawing/2014/main" id="{A6D7413C-7580-46F3-48A5-7844629321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248690" y="1856163"/>
                  <a:ext cx="0" cy="1482752"/>
                </a:xfrm>
                <a:prstGeom prst="line">
                  <a:avLst/>
                </a:prstGeom>
                <a:solidFill>
                  <a:srgbClr val="41577D"/>
                </a:solidFill>
                <a:ln w="12700" cap="rnd">
                  <a:solidFill>
                    <a:schemeClr val="bg1">
                      <a:lumMod val="65000"/>
                    </a:schemeClr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100" dirty="0">
                    <a:solidFill>
                      <a:schemeClr val="accent1"/>
                    </a:solidFill>
                  </a:endParaRPr>
                </a:p>
              </p:txBody>
            </p:sp>
          </p:grp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BE6F0FE-6BCC-6C2F-9878-48200C19CE69}"/>
              </a:ext>
            </a:extLst>
          </p:cNvPr>
          <p:cNvGrpSpPr>
            <a:grpSpLocks/>
          </p:cNvGrpSpPr>
          <p:nvPr/>
        </p:nvGrpSpPr>
        <p:grpSpPr bwMode="gray">
          <a:xfrm rot="16200000">
            <a:off x="-593784" y="2256568"/>
            <a:ext cx="2105543" cy="249123"/>
            <a:chOff x="209066" y="1135128"/>
            <a:chExt cx="2101230" cy="249123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7AD79F9-DEB9-C7B2-7DB1-C5B12F7E3419}"/>
                </a:ext>
              </a:extLst>
            </p:cNvPr>
            <p:cNvCxnSpPr/>
            <p:nvPr/>
          </p:nvCxnSpPr>
          <p:spPr bwMode="gray">
            <a:xfrm>
              <a:off x="209066" y="1259689"/>
              <a:ext cx="2101230" cy="0"/>
            </a:xfrm>
            <a:prstGeom prst="line">
              <a:avLst/>
            </a:prstGeom>
            <a:ln w="12700" cap="flat" cmpd="sng" algn="ctr">
              <a:solidFill>
                <a:schemeClr val="tx1">
                  <a:lumMod val="100000"/>
                </a:schemeClr>
              </a:solidFill>
              <a:prstDash val="solid"/>
              <a:round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7DCB6B2-DE45-BCA3-2E73-F9B50BF0EAFE}"/>
                </a:ext>
              </a:extLst>
            </p:cNvPr>
            <p:cNvSpPr/>
            <p:nvPr/>
          </p:nvSpPr>
          <p:spPr bwMode="gray">
            <a:xfrm>
              <a:off x="574238" y="1135128"/>
              <a:ext cx="1370889" cy="24912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tIns="54777" bIns="54777" anchor="ctr">
              <a:spAutoFit/>
            </a:bodyPr>
            <a:lstStyle/>
            <a:p>
              <a:pPr algn="ctr"/>
              <a:r>
                <a:rPr lang="en-US" sz="900" b="1" cap="all">
                  <a:cs typeface="Pan Display TT" panose="02010504010101010104" pitchFamily="2" charset="0"/>
                  <a:sym typeface="Pan Display TT" panose="02010504010101010104" pitchFamily="2" charset="0"/>
                </a:rPr>
                <a:t>PRIMARY ACTIVITIES</a:t>
              </a:r>
              <a:endParaRPr lang="en-US" sz="900" b="1" cap="all" dirty="0">
                <a:cs typeface="Pan Display TT" panose="02010504010101010104" pitchFamily="2" charset="0"/>
                <a:sym typeface="Pan Display TT" panose="02010504010101010104" pitchFamily="2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9EFD1B3-9EDB-5E7E-8163-1B6CCE1B247F}"/>
              </a:ext>
            </a:extLst>
          </p:cNvPr>
          <p:cNvGrpSpPr>
            <a:grpSpLocks/>
          </p:cNvGrpSpPr>
          <p:nvPr/>
        </p:nvGrpSpPr>
        <p:grpSpPr bwMode="gray">
          <a:xfrm rot="16200000">
            <a:off x="-665799" y="4828896"/>
            <a:ext cx="2249578" cy="249123"/>
            <a:chOff x="209066" y="1135130"/>
            <a:chExt cx="2101230" cy="249123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CC3A39B-D46F-F761-B88B-0E6FDEB49969}"/>
                </a:ext>
              </a:extLst>
            </p:cNvPr>
            <p:cNvCxnSpPr/>
            <p:nvPr/>
          </p:nvCxnSpPr>
          <p:spPr bwMode="gray">
            <a:xfrm>
              <a:off x="209066" y="1259689"/>
              <a:ext cx="2101230" cy="0"/>
            </a:xfrm>
            <a:prstGeom prst="line">
              <a:avLst/>
            </a:prstGeom>
            <a:ln w="12700" cap="flat" cmpd="sng" algn="ctr">
              <a:solidFill>
                <a:schemeClr val="tx1">
                  <a:lumMod val="100000"/>
                </a:schemeClr>
              </a:solidFill>
              <a:prstDash val="solid"/>
              <a:round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A560728-8E49-8AD1-9EE4-F9AE2ACBCAE3}"/>
                </a:ext>
              </a:extLst>
            </p:cNvPr>
            <p:cNvSpPr/>
            <p:nvPr/>
          </p:nvSpPr>
          <p:spPr bwMode="gray">
            <a:xfrm>
              <a:off x="635162" y="1135130"/>
              <a:ext cx="1249042" cy="24912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tIns="54777" bIns="54777" anchor="ctr">
              <a:spAutoFit/>
            </a:bodyPr>
            <a:lstStyle/>
            <a:p>
              <a:pPr algn="ctr"/>
              <a:r>
                <a:rPr lang="en-US" sz="900" b="1" cap="all">
                  <a:cs typeface="Pan Display TT" panose="02010504010101010104" pitchFamily="2" charset="0"/>
                  <a:sym typeface="Pan Display TT" panose="02010504010101010104" pitchFamily="2" charset="0"/>
                </a:rPr>
                <a:t>SUPPORT ACTIVITIES</a:t>
              </a:r>
              <a:endParaRPr lang="en-US" sz="900" b="1" cap="all" dirty="0">
                <a:cs typeface="Pan Display TT" panose="02010504010101010104" pitchFamily="2" charset="0"/>
                <a:sym typeface="Pan Display TT" panose="020105040101010101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3063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lideSettings id=&quot;34ea637b-d870-40f3-8df6-ab0ebf82b27b&quot;&gt;&lt;agenda agendaId=&quot;00000000-0000-0000-0000-000000000000&quot; agendaRowId=&quot;00000000-0000-0000-0000-000000000000&quot; slideNumber=&quot;0&quot; /&gt;&lt;executiveSummary isExecutiveSummary=&quot;false&quot; /&gt;&lt;template lastModified=&quot;0001-01-01T00:00:00&quot; /&gt;&lt;/slideSettings&gt;&lt;/smart&gt;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4_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_CoreTemplate_Graphik_100820" id="{49DBA5FE-D7D0-7E4B-91FA-5CF7CE14D163}" vid="{DBC2176E-0E90-094E-B41E-2DF55F50486E}"/>
    </a:ext>
  </a:extLst>
</a:theme>
</file>

<file path=ppt/theme/theme3.xml><?xml version="1.0" encoding="utf-8"?>
<a:theme xmlns:a="http://schemas.openxmlformats.org/drawingml/2006/main" name="1_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esentation1" id="{2FBF4F2E-F087-4272-92B7-EBFC9338E4E0}" vid="{7D8D2FDC-5BB6-426F-B842-14018C48757E}"/>
    </a:ext>
  </a:extLst>
</a:theme>
</file>

<file path=ppt/theme/theme4.xml><?xml version="1.0" encoding="utf-8"?>
<a:theme xmlns:a="http://schemas.openxmlformats.org/drawingml/2006/main" name="1_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2854</TotalTime>
  <Words>1375</Words>
  <Application>Microsoft Office PowerPoint</Application>
  <PresentationFormat>Widescreen</PresentationFormat>
  <Paragraphs>346</Paragraphs>
  <Slides>11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31" baseType="lpstr">
      <vt:lpstr>Arial</vt:lpstr>
      <vt:lpstr>Arial Black</vt:lpstr>
      <vt:lpstr>Calibri</vt:lpstr>
      <vt:lpstr>Georgia</vt:lpstr>
      <vt:lpstr>Graphik</vt:lpstr>
      <vt:lpstr>Graphik Light</vt:lpstr>
      <vt:lpstr>Graphik Medium</vt:lpstr>
      <vt:lpstr>Graphik Regular</vt:lpstr>
      <vt:lpstr>Graphik Semibold</vt:lpstr>
      <vt:lpstr>GT Sectra Fine</vt:lpstr>
      <vt:lpstr>GT Sectra Fine Rg</vt:lpstr>
      <vt:lpstr>Pan Display TT</vt:lpstr>
      <vt:lpstr>Segoe UI</vt:lpstr>
      <vt:lpstr>System Font</vt:lpstr>
      <vt:lpstr>Wingdings</vt:lpstr>
      <vt:lpstr>Slideworks</vt:lpstr>
      <vt:lpstr>4_Office Theme</vt:lpstr>
      <vt:lpstr>1_Accenture 2020</vt:lpstr>
      <vt:lpstr>1_Slideworks</vt:lpstr>
      <vt:lpstr>think-cell Slide</vt:lpstr>
      <vt:lpstr>Frameworks</vt:lpstr>
      <vt:lpstr>Cause and effect</vt:lpstr>
      <vt:lpstr>Impact-feasibility matrix</vt:lpstr>
      <vt:lpstr>Strategy House</vt:lpstr>
      <vt:lpstr>PowerPoint Presentation</vt:lpstr>
      <vt:lpstr>PowerPoint Presentation</vt:lpstr>
      <vt:lpstr>Fishbone</vt:lpstr>
      <vt:lpstr>Focus Dimensions Product Customer</vt:lpstr>
      <vt:lpstr>Issue tree</vt:lpstr>
      <vt:lpstr>Smart goal worksheet</vt:lpstr>
      <vt:lpstr>The Value Chain Framework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Peralta, Mario</cp:lastModifiedBy>
  <cp:revision>360</cp:revision>
  <dcterms:created xsi:type="dcterms:W3CDTF">2025-08-18T13:32:02Z</dcterms:created>
  <dcterms:modified xsi:type="dcterms:W3CDTF">2026-04-20T22:53:50Z</dcterms:modified>
  <cp:category>Management consulting, presentation design, business</cp:category>
</cp:coreProperties>
</file>