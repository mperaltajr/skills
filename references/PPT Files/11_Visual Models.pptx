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2.xml" ContentType="application/vnd.openxmlformats-officedocument.theme+xml"/>
  <Override PartName="/ppt/tags/tag330.xml" ContentType="application/vnd.openxmlformats-officedocument.presentationml.tags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33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  <p:sldMasterId id="2147484328" r:id="rId2"/>
    <p:sldMasterId id="2147484392" r:id="rId3"/>
  </p:sldMasterIdLst>
  <p:notesMasterIdLst>
    <p:notesMasterId r:id="rId13"/>
  </p:notesMasterIdLst>
  <p:handoutMasterIdLst>
    <p:handoutMasterId r:id="rId14"/>
  </p:handoutMasterIdLst>
  <p:sldIdLst>
    <p:sldId id="2147471492" r:id="rId4"/>
    <p:sldId id="2147375482" r:id="rId5"/>
    <p:sldId id="2147375331" r:id="rId6"/>
    <p:sldId id="330" r:id="rId7"/>
    <p:sldId id="310" r:id="rId8"/>
    <p:sldId id="2147375395" r:id="rId9"/>
    <p:sldId id="2147375523" r:id="rId10"/>
    <p:sldId id="2147375440" r:id="rId11"/>
    <p:sldId id="2147375454" r:id="rId12"/>
  </p:sldIdLst>
  <p:sldSz cx="12192000" cy="6858000"/>
  <p:notesSz cx="6858000" cy="9144000"/>
  <p:custDataLst>
    <p:tags r:id="rId15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83"/>
    <p:restoredTop sz="93574"/>
  </p:normalViewPr>
  <p:slideViewPr>
    <p:cSldViewPr snapToGrid="0" showGuides="1">
      <p:cViewPr varScale="1">
        <p:scale>
          <a:sx n="92" d="100"/>
          <a:sy n="92" d="100"/>
        </p:scale>
        <p:origin x="618" y="30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04/20/2026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04/20/2026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Graphik Light" panose="020B0403030202060203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6E8A87-18DA-4CCE-A8C2-BDBC489258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7707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Graphik Light" panose="020B0403030202060203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6E8A87-18DA-4CCE-A8C2-BDBC489258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029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Graphik Light" panose="020B0403030202060203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6E8A87-18DA-4CCE-A8C2-BDBC489258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460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Graphik Light" panose="020B0403030202060203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6E8A87-18DA-4CCE-A8C2-BDBC489258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0297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Graphik Light" panose="020B0403030202060203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6E8A87-18DA-4CCE-A8C2-BDBC489258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0210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Graphik Light" panose="020B0403030202060203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6E8A87-18DA-4CCE-A8C2-BDBC489258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6910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8.xml"/><Relationship Id="rId4" Type="http://schemas.openxmlformats.org/officeDocument/2006/relationships/tags" Target="../tags/tag57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18" Type="http://schemas.openxmlformats.org/officeDocument/2006/relationships/tags" Target="../tags/tag12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17" Type="http://schemas.openxmlformats.org/officeDocument/2006/relationships/tags" Target="../tags/tag119.xml"/><Relationship Id="rId2" Type="http://schemas.openxmlformats.org/officeDocument/2006/relationships/tags" Target="../tags/tag104.xml"/><Relationship Id="rId16" Type="http://schemas.openxmlformats.org/officeDocument/2006/relationships/tags" Target="../tags/tag118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tags" Target="../tags/tag117.xml"/><Relationship Id="rId10" Type="http://schemas.openxmlformats.org/officeDocument/2006/relationships/tags" Target="../tags/tag112.xml"/><Relationship Id="rId19" Type="http://schemas.openxmlformats.org/officeDocument/2006/relationships/tags" Target="../tags/tag121.xml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tags" Target="../tags/tag116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18" Type="http://schemas.openxmlformats.org/officeDocument/2006/relationships/tags" Target="../tags/tag139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17" Type="http://schemas.openxmlformats.org/officeDocument/2006/relationships/tags" Target="../tags/tag138.xml"/><Relationship Id="rId2" Type="http://schemas.openxmlformats.org/officeDocument/2006/relationships/tags" Target="../tags/tag123.xml"/><Relationship Id="rId16" Type="http://schemas.openxmlformats.org/officeDocument/2006/relationships/tags" Target="../tags/tag137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10" Type="http://schemas.openxmlformats.org/officeDocument/2006/relationships/tags" Target="../tags/tag131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47.xml"/><Relationship Id="rId13" Type="http://schemas.openxmlformats.org/officeDocument/2006/relationships/tags" Target="../tags/tag152.xml"/><Relationship Id="rId18" Type="http://schemas.openxmlformats.org/officeDocument/2006/relationships/tags" Target="../tags/tag157.xml"/><Relationship Id="rId3" Type="http://schemas.openxmlformats.org/officeDocument/2006/relationships/tags" Target="../tags/tag142.xml"/><Relationship Id="rId7" Type="http://schemas.openxmlformats.org/officeDocument/2006/relationships/tags" Target="../tags/tag146.xml"/><Relationship Id="rId12" Type="http://schemas.openxmlformats.org/officeDocument/2006/relationships/tags" Target="../tags/tag151.xml"/><Relationship Id="rId17" Type="http://schemas.openxmlformats.org/officeDocument/2006/relationships/tags" Target="../tags/tag156.xml"/><Relationship Id="rId2" Type="http://schemas.openxmlformats.org/officeDocument/2006/relationships/tags" Target="../tags/tag141.xml"/><Relationship Id="rId16" Type="http://schemas.openxmlformats.org/officeDocument/2006/relationships/tags" Target="../tags/tag155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140.xml"/><Relationship Id="rId6" Type="http://schemas.openxmlformats.org/officeDocument/2006/relationships/tags" Target="../tags/tag145.xml"/><Relationship Id="rId11" Type="http://schemas.openxmlformats.org/officeDocument/2006/relationships/tags" Target="../tags/tag150.xml"/><Relationship Id="rId5" Type="http://schemas.openxmlformats.org/officeDocument/2006/relationships/tags" Target="../tags/tag144.xml"/><Relationship Id="rId15" Type="http://schemas.openxmlformats.org/officeDocument/2006/relationships/tags" Target="../tags/tag154.xml"/><Relationship Id="rId10" Type="http://schemas.openxmlformats.org/officeDocument/2006/relationships/tags" Target="../tags/tag149.xml"/><Relationship Id="rId19" Type="http://schemas.openxmlformats.org/officeDocument/2006/relationships/tags" Target="../tags/tag158.xml"/><Relationship Id="rId4" Type="http://schemas.openxmlformats.org/officeDocument/2006/relationships/tags" Target="../tags/tag143.xml"/><Relationship Id="rId9" Type="http://schemas.openxmlformats.org/officeDocument/2006/relationships/tags" Target="../tags/tag148.xml"/><Relationship Id="rId14" Type="http://schemas.openxmlformats.org/officeDocument/2006/relationships/tags" Target="../tags/tag153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13" Type="http://schemas.openxmlformats.org/officeDocument/2006/relationships/tags" Target="../tags/tag171.xml"/><Relationship Id="rId3" Type="http://schemas.openxmlformats.org/officeDocument/2006/relationships/tags" Target="../tags/tag161.xml"/><Relationship Id="rId7" Type="http://schemas.openxmlformats.org/officeDocument/2006/relationships/tags" Target="../tags/tag165.xml"/><Relationship Id="rId12" Type="http://schemas.openxmlformats.org/officeDocument/2006/relationships/tags" Target="../tags/tag170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tags" Target="../tags/tag169.xml"/><Relationship Id="rId5" Type="http://schemas.openxmlformats.org/officeDocument/2006/relationships/tags" Target="../tags/tag163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68.xml"/><Relationship Id="rId4" Type="http://schemas.openxmlformats.org/officeDocument/2006/relationships/tags" Target="../tags/tag162.xml"/><Relationship Id="rId9" Type="http://schemas.openxmlformats.org/officeDocument/2006/relationships/tags" Target="../tags/tag167.xml"/><Relationship Id="rId14" Type="http://schemas.openxmlformats.org/officeDocument/2006/relationships/tags" Target="../tags/tag17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79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2.xml"/><Relationship Id="rId7" Type="http://schemas.openxmlformats.org/officeDocument/2006/relationships/tags" Target="../tags/tag186.xml"/><Relationship Id="rId2" Type="http://schemas.openxmlformats.org/officeDocument/2006/relationships/tags" Target="../tags/tag181.xml"/><Relationship Id="rId1" Type="http://schemas.openxmlformats.org/officeDocument/2006/relationships/tags" Target="../tags/tag180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94.xml"/><Relationship Id="rId3" Type="http://schemas.openxmlformats.org/officeDocument/2006/relationships/tags" Target="../tags/tag189.xml"/><Relationship Id="rId7" Type="http://schemas.openxmlformats.org/officeDocument/2006/relationships/tags" Target="../tags/tag193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90.xml"/><Relationship Id="rId9" Type="http://schemas.openxmlformats.org/officeDocument/2006/relationships/tags" Target="../tags/tag195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2" Type="http://schemas.openxmlformats.org/officeDocument/2006/relationships/tags" Target="../tags/tag197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217.xml"/><Relationship Id="rId13" Type="http://schemas.openxmlformats.org/officeDocument/2006/relationships/tags" Target="../tags/tag222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12.xml"/><Relationship Id="rId7" Type="http://schemas.openxmlformats.org/officeDocument/2006/relationships/tags" Target="../tags/tag216.xml"/><Relationship Id="rId12" Type="http://schemas.openxmlformats.org/officeDocument/2006/relationships/tags" Target="../tags/tag221.xml"/><Relationship Id="rId17" Type="http://schemas.openxmlformats.org/officeDocument/2006/relationships/tags" Target="../tags/tag226.xml"/><Relationship Id="rId2" Type="http://schemas.openxmlformats.org/officeDocument/2006/relationships/tags" Target="../tags/tag211.xml"/><Relationship Id="rId16" Type="http://schemas.openxmlformats.org/officeDocument/2006/relationships/tags" Target="../tags/tag225.xml"/><Relationship Id="rId1" Type="http://schemas.openxmlformats.org/officeDocument/2006/relationships/tags" Target="../tags/tag210.xml"/><Relationship Id="rId6" Type="http://schemas.openxmlformats.org/officeDocument/2006/relationships/tags" Target="../tags/tag215.xml"/><Relationship Id="rId11" Type="http://schemas.openxmlformats.org/officeDocument/2006/relationships/tags" Target="../tags/tag220.xml"/><Relationship Id="rId5" Type="http://schemas.openxmlformats.org/officeDocument/2006/relationships/tags" Target="../tags/tag214.xml"/><Relationship Id="rId15" Type="http://schemas.openxmlformats.org/officeDocument/2006/relationships/tags" Target="../tags/tag224.xml"/><Relationship Id="rId10" Type="http://schemas.openxmlformats.org/officeDocument/2006/relationships/tags" Target="../tags/tag219.xml"/><Relationship Id="rId4" Type="http://schemas.openxmlformats.org/officeDocument/2006/relationships/tags" Target="../tags/tag213.xml"/><Relationship Id="rId9" Type="http://schemas.openxmlformats.org/officeDocument/2006/relationships/tags" Target="../tags/tag218.xml"/><Relationship Id="rId14" Type="http://schemas.openxmlformats.org/officeDocument/2006/relationships/tags" Target="../tags/tag223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34.xml"/><Relationship Id="rId13" Type="http://schemas.openxmlformats.org/officeDocument/2006/relationships/tags" Target="../tags/tag239.xml"/><Relationship Id="rId3" Type="http://schemas.openxmlformats.org/officeDocument/2006/relationships/tags" Target="../tags/tag229.xml"/><Relationship Id="rId7" Type="http://schemas.openxmlformats.org/officeDocument/2006/relationships/tags" Target="../tags/tag233.xml"/><Relationship Id="rId12" Type="http://schemas.openxmlformats.org/officeDocument/2006/relationships/tags" Target="../tags/tag238.xml"/><Relationship Id="rId2" Type="http://schemas.openxmlformats.org/officeDocument/2006/relationships/tags" Target="../tags/tag228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227.xml"/><Relationship Id="rId6" Type="http://schemas.openxmlformats.org/officeDocument/2006/relationships/tags" Target="../tags/tag232.xml"/><Relationship Id="rId11" Type="http://schemas.openxmlformats.org/officeDocument/2006/relationships/tags" Target="../tags/tag237.xml"/><Relationship Id="rId5" Type="http://schemas.openxmlformats.org/officeDocument/2006/relationships/tags" Target="../tags/tag231.xml"/><Relationship Id="rId15" Type="http://schemas.openxmlformats.org/officeDocument/2006/relationships/tags" Target="../tags/tag241.xml"/><Relationship Id="rId10" Type="http://schemas.openxmlformats.org/officeDocument/2006/relationships/tags" Target="../tags/tag236.xml"/><Relationship Id="rId4" Type="http://schemas.openxmlformats.org/officeDocument/2006/relationships/tags" Target="../tags/tag230.xml"/><Relationship Id="rId9" Type="http://schemas.openxmlformats.org/officeDocument/2006/relationships/tags" Target="../tags/tag235.xml"/><Relationship Id="rId14" Type="http://schemas.openxmlformats.org/officeDocument/2006/relationships/tags" Target="../tags/tag240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249.xml"/><Relationship Id="rId13" Type="http://schemas.openxmlformats.org/officeDocument/2006/relationships/tags" Target="../tags/tag254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44.xml"/><Relationship Id="rId7" Type="http://schemas.openxmlformats.org/officeDocument/2006/relationships/tags" Target="../tags/tag248.xml"/><Relationship Id="rId12" Type="http://schemas.openxmlformats.org/officeDocument/2006/relationships/tags" Target="../tags/tag253.xml"/><Relationship Id="rId17" Type="http://schemas.openxmlformats.org/officeDocument/2006/relationships/tags" Target="../tags/tag258.xml"/><Relationship Id="rId2" Type="http://schemas.openxmlformats.org/officeDocument/2006/relationships/tags" Target="../tags/tag243.xml"/><Relationship Id="rId16" Type="http://schemas.openxmlformats.org/officeDocument/2006/relationships/tags" Target="../tags/tag257.xml"/><Relationship Id="rId1" Type="http://schemas.openxmlformats.org/officeDocument/2006/relationships/tags" Target="../tags/tag242.xml"/><Relationship Id="rId6" Type="http://schemas.openxmlformats.org/officeDocument/2006/relationships/tags" Target="../tags/tag247.xml"/><Relationship Id="rId11" Type="http://schemas.openxmlformats.org/officeDocument/2006/relationships/tags" Target="../tags/tag252.xml"/><Relationship Id="rId5" Type="http://schemas.openxmlformats.org/officeDocument/2006/relationships/tags" Target="../tags/tag246.xml"/><Relationship Id="rId15" Type="http://schemas.openxmlformats.org/officeDocument/2006/relationships/tags" Target="../tags/tag256.xml"/><Relationship Id="rId10" Type="http://schemas.openxmlformats.org/officeDocument/2006/relationships/tags" Target="../tags/tag251.xml"/><Relationship Id="rId4" Type="http://schemas.openxmlformats.org/officeDocument/2006/relationships/tags" Target="../tags/tag245.xml"/><Relationship Id="rId9" Type="http://schemas.openxmlformats.org/officeDocument/2006/relationships/tags" Target="../tags/tag250.xml"/><Relationship Id="rId14" Type="http://schemas.openxmlformats.org/officeDocument/2006/relationships/tags" Target="../tags/tag255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266.xml"/><Relationship Id="rId13" Type="http://schemas.openxmlformats.org/officeDocument/2006/relationships/tags" Target="../tags/tag271.xml"/><Relationship Id="rId18" Type="http://schemas.openxmlformats.org/officeDocument/2006/relationships/tags" Target="../tags/tag276.xml"/><Relationship Id="rId3" Type="http://schemas.openxmlformats.org/officeDocument/2006/relationships/tags" Target="../tags/tag261.xml"/><Relationship Id="rId7" Type="http://schemas.openxmlformats.org/officeDocument/2006/relationships/tags" Target="../tags/tag265.xml"/><Relationship Id="rId12" Type="http://schemas.openxmlformats.org/officeDocument/2006/relationships/tags" Target="../tags/tag270.xml"/><Relationship Id="rId17" Type="http://schemas.openxmlformats.org/officeDocument/2006/relationships/tags" Target="../tags/tag275.xml"/><Relationship Id="rId2" Type="http://schemas.openxmlformats.org/officeDocument/2006/relationships/tags" Target="../tags/tag260.xml"/><Relationship Id="rId16" Type="http://schemas.openxmlformats.org/officeDocument/2006/relationships/tags" Target="../tags/tag274.xml"/><Relationship Id="rId1" Type="http://schemas.openxmlformats.org/officeDocument/2006/relationships/tags" Target="../tags/tag259.xml"/><Relationship Id="rId6" Type="http://schemas.openxmlformats.org/officeDocument/2006/relationships/tags" Target="../tags/tag264.xml"/><Relationship Id="rId11" Type="http://schemas.openxmlformats.org/officeDocument/2006/relationships/tags" Target="../tags/tag269.xml"/><Relationship Id="rId5" Type="http://schemas.openxmlformats.org/officeDocument/2006/relationships/tags" Target="../tags/tag263.xml"/><Relationship Id="rId15" Type="http://schemas.openxmlformats.org/officeDocument/2006/relationships/tags" Target="../tags/tag273.xml"/><Relationship Id="rId10" Type="http://schemas.openxmlformats.org/officeDocument/2006/relationships/tags" Target="../tags/tag268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262.xml"/><Relationship Id="rId9" Type="http://schemas.openxmlformats.org/officeDocument/2006/relationships/tags" Target="../tags/tag267.xml"/><Relationship Id="rId14" Type="http://schemas.openxmlformats.org/officeDocument/2006/relationships/tags" Target="../tags/tag27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284.xml"/><Relationship Id="rId13" Type="http://schemas.openxmlformats.org/officeDocument/2006/relationships/tags" Target="../tags/tag289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79.xml"/><Relationship Id="rId7" Type="http://schemas.openxmlformats.org/officeDocument/2006/relationships/tags" Target="../tags/tag283.xml"/><Relationship Id="rId12" Type="http://schemas.openxmlformats.org/officeDocument/2006/relationships/tags" Target="../tags/tag288.xml"/><Relationship Id="rId17" Type="http://schemas.openxmlformats.org/officeDocument/2006/relationships/tags" Target="../tags/tag293.xml"/><Relationship Id="rId2" Type="http://schemas.openxmlformats.org/officeDocument/2006/relationships/tags" Target="../tags/tag278.xml"/><Relationship Id="rId16" Type="http://schemas.openxmlformats.org/officeDocument/2006/relationships/tags" Target="../tags/tag292.xml"/><Relationship Id="rId1" Type="http://schemas.openxmlformats.org/officeDocument/2006/relationships/tags" Target="../tags/tag277.xml"/><Relationship Id="rId6" Type="http://schemas.openxmlformats.org/officeDocument/2006/relationships/tags" Target="../tags/tag282.xml"/><Relationship Id="rId11" Type="http://schemas.openxmlformats.org/officeDocument/2006/relationships/tags" Target="../tags/tag287.xml"/><Relationship Id="rId5" Type="http://schemas.openxmlformats.org/officeDocument/2006/relationships/tags" Target="../tags/tag281.xml"/><Relationship Id="rId15" Type="http://schemas.openxmlformats.org/officeDocument/2006/relationships/tags" Target="../tags/tag291.xml"/><Relationship Id="rId10" Type="http://schemas.openxmlformats.org/officeDocument/2006/relationships/tags" Target="../tags/tag286.xml"/><Relationship Id="rId4" Type="http://schemas.openxmlformats.org/officeDocument/2006/relationships/tags" Target="../tags/tag280.xml"/><Relationship Id="rId9" Type="http://schemas.openxmlformats.org/officeDocument/2006/relationships/tags" Target="../tags/tag285.xml"/><Relationship Id="rId14" Type="http://schemas.openxmlformats.org/officeDocument/2006/relationships/tags" Target="../tags/tag290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301.xml"/><Relationship Id="rId13" Type="http://schemas.openxmlformats.org/officeDocument/2006/relationships/tags" Target="../tags/tag306.xml"/><Relationship Id="rId3" Type="http://schemas.openxmlformats.org/officeDocument/2006/relationships/tags" Target="../tags/tag296.xml"/><Relationship Id="rId7" Type="http://schemas.openxmlformats.org/officeDocument/2006/relationships/tags" Target="../tags/tag300.xml"/><Relationship Id="rId12" Type="http://schemas.openxmlformats.org/officeDocument/2006/relationships/tags" Target="../tags/tag305.xml"/><Relationship Id="rId2" Type="http://schemas.openxmlformats.org/officeDocument/2006/relationships/tags" Target="../tags/tag295.xml"/><Relationship Id="rId1" Type="http://schemas.openxmlformats.org/officeDocument/2006/relationships/tags" Target="../tags/tag294.xml"/><Relationship Id="rId6" Type="http://schemas.openxmlformats.org/officeDocument/2006/relationships/tags" Target="../tags/tag299.xml"/><Relationship Id="rId11" Type="http://schemas.openxmlformats.org/officeDocument/2006/relationships/tags" Target="../tags/tag304.xml"/><Relationship Id="rId5" Type="http://schemas.openxmlformats.org/officeDocument/2006/relationships/tags" Target="../tags/tag298.xml"/><Relationship Id="rId10" Type="http://schemas.openxmlformats.org/officeDocument/2006/relationships/tags" Target="../tags/tag303.xml"/><Relationship Id="rId4" Type="http://schemas.openxmlformats.org/officeDocument/2006/relationships/tags" Target="../tags/tag297.xml"/><Relationship Id="rId9" Type="http://schemas.openxmlformats.org/officeDocument/2006/relationships/tags" Target="../tags/tag302.xml"/><Relationship Id="rId14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" Type="http://schemas.openxmlformats.org/officeDocument/2006/relationships/tags" Target="../tags/tag307.xml"/><Relationship Id="rId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" Type="http://schemas.openxmlformats.org/officeDocument/2006/relationships/tags" Target="../tags/tag310.xml"/><Relationship Id="rId4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320.xml"/><Relationship Id="rId13" Type="http://schemas.openxmlformats.org/officeDocument/2006/relationships/tags" Target="../tags/tag325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315.xml"/><Relationship Id="rId7" Type="http://schemas.openxmlformats.org/officeDocument/2006/relationships/tags" Target="../tags/tag319.xml"/><Relationship Id="rId12" Type="http://schemas.openxmlformats.org/officeDocument/2006/relationships/tags" Target="../tags/tag324.xml"/><Relationship Id="rId17" Type="http://schemas.openxmlformats.org/officeDocument/2006/relationships/tags" Target="../tags/tag329.xml"/><Relationship Id="rId2" Type="http://schemas.openxmlformats.org/officeDocument/2006/relationships/tags" Target="../tags/tag314.xml"/><Relationship Id="rId16" Type="http://schemas.openxmlformats.org/officeDocument/2006/relationships/tags" Target="../tags/tag328.xml"/><Relationship Id="rId1" Type="http://schemas.openxmlformats.org/officeDocument/2006/relationships/tags" Target="../tags/tag313.xml"/><Relationship Id="rId6" Type="http://schemas.openxmlformats.org/officeDocument/2006/relationships/tags" Target="../tags/tag318.xml"/><Relationship Id="rId11" Type="http://schemas.openxmlformats.org/officeDocument/2006/relationships/tags" Target="../tags/tag323.xml"/><Relationship Id="rId5" Type="http://schemas.openxmlformats.org/officeDocument/2006/relationships/tags" Target="../tags/tag317.xml"/><Relationship Id="rId15" Type="http://schemas.openxmlformats.org/officeDocument/2006/relationships/tags" Target="../tags/tag327.xml"/><Relationship Id="rId10" Type="http://schemas.openxmlformats.org/officeDocument/2006/relationships/tags" Target="../tags/tag322.xml"/><Relationship Id="rId4" Type="http://schemas.openxmlformats.org/officeDocument/2006/relationships/tags" Target="../tags/tag316.xml"/><Relationship Id="rId9" Type="http://schemas.openxmlformats.org/officeDocument/2006/relationships/tags" Target="../tags/tag321.xml"/><Relationship Id="rId14" Type="http://schemas.openxmlformats.org/officeDocument/2006/relationships/tags" Target="../tags/tag32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9.png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9.emf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8.png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sv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E3C091A9-963C-2C5A-3FA3-C25CC81E7BFE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88033E0C-2CF5-6BBA-1C85-008D0D4DB883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ED193EBB-5466-5BDD-AEFC-F0E9BB306421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199552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pic>
        <p:nvPicPr>
          <p:cNvPr id="5" name="Picture 4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89528D09-D9F4-47CA-BBA9-7AF13078DF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0607" y="5376231"/>
            <a:ext cx="670786" cy="7102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55212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Log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6B12DB67-2F55-4F91-ABD8-4E1201FEC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53884" y="5376231"/>
            <a:ext cx="1884233" cy="4980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229174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862272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provided selections in the image library</a:t>
            </a:r>
            <a:endParaRPr lang="en-US" noProof="0"/>
          </a:p>
        </p:txBody>
      </p:sp>
      <p:pic>
        <p:nvPicPr>
          <p:cNvPr id="2" name="Picture 1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3C7C075D-013F-4D6D-8EA2-7E4465FC2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0607" y="5376231"/>
            <a:ext cx="670786" cy="710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2FF000-7B73-46EF-AF03-BC821DE671E7}"/>
              </a:ext>
            </a:extLst>
          </p:cNvPr>
          <p:cNvSpPr txBox="1"/>
          <p:nvPr userDrawn="1"/>
        </p:nvSpPr>
        <p:spPr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202F806-53EB-4AFB-B0F7-2A7BC4E5136F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9722018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Log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074C878-35E6-4631-95D1-AE66D6398682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5A7BBE-17FB-4B75-B79B-F6834CE3706C}"/>
              </a:ext>
            </a:extLst>
          </p:cNvPr>
          <p:cNvSpPr txBox="1"/>
          <p:nvPr userDrawn="1"/>
        </p:nvSpPr>
        <p:spPr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provided selections in the image library</a:t>
            </a:r>
            <a:endParaRPr lang="en-US" noProof="0"/>
          </a:p>
        </p:txBody>
      </p:sp>
      <p:pic>
        <p:nvPicPr>
          <p:cNvPr id="5" name="Graphic 5">
            <a:extLst>
              <a:ext uri="{FF2B5EF4-FFF2-40B4-BE49-F238E27FC236}">
                <a16:creationId xmlns:a16="http://schemas.microsoft.com/office/drawing/2014/main" id="{AB0147B5-7C98-4E5D-8901-C96CE8A29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53884" y="5376231"/>
            <a:ext cx="1884233" cy="49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2045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arge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EF6557B-1FAD-4B21-979D-AF32AE2ABE3A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7DB53-62C4-4756-975D-61C7B1206CEF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1A883-A380-48BD-9784-E5D4EAA2714C}"/>
              </a:ext>
            </a:extLst>
          </p:cNvPr>
          <p:cNvSpPr txBox="1"/>
          <p:nvPr userDrawn="1"/>
        </p:nvSpPr>
        <p:spPr>
          <a:xfrm>
            <a:off x="381000" y="6058209"/>
            <a:ext cx="3112110" cy="25369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36481923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asic - Dark, White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140DB58-C382-4D4A-B4C9-306C0CDE029A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5"/>
            <a:ext cx="4114799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38692DE-6F51-4131-B2FE-C47AAD152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2644" y="5588460"/>
            <a:ext cx="1884233" cy="49801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5C777F7-C185-0145-A86B-3A8769FF5A97}"/>
              </a:ext>
            </a:extLst>
          </p:cNvPr>
          <p:cNvSpPr txBox="1"/>
          <p:nvPr userDrawn="1"/>
        </p:nvSpPr>
        <p:spPr>
          <a:xfrm>
            <a:off x="1149093" y="5959153"/>
            <a:ext cx="3102015" cy="1157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/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1"/>
                </a:solidFill>
              </a:rPr>
            </a:br>
            <a:r>
              <a:rPr lang="en-GB" sz="800">
                <a:solidFill>
                  <a:schemeClr val="tx1"/>
                </a:solidFill>
              </a:rPr>
              <a:t>Accenture and its logo are registered trademarks of Accenture.</a:t>
            </a:r>
          </a:p>
          <a:p>
            <a:pPr algn="r" defTabSz="228600">
              <a:spcAft>
                <a:spcPts val="1200"/>
              </a:spcAft>
            </a:pPr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FA456-2D38-40C1-B831-1BBEA124254A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 or Mid Purple (Accent 2)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562301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asic - Light, Black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F59C2A9-CAAD-4437-A35B-5F02FAD0D9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2644" y="5588460"/>
            <a:ext cx="1884233" cy="498015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75A16-A4B2-4AE5-AFA0-950C115C747E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5"/>
            <a:ext cx="4114799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9246FF-2C3D-9D46-B1DB-1D6FABA657CD}"/>
              </a:ext>
            </a:extLst>
          </p:cNvPr>
          <p:cNvSpPr txBox="1"/>
          <p:nvPr userDrawn="1"/>
        </p:nvSpPr>
        <p:spPr>
          <a:xfrm>
            <a:off x="1149093" y="5970728"/>
            <a:ext cx="3102015" cy="23610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/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/>
                </a:solidFill>
              </a:rPr>
            </a:br>
            <a:r>
              <a:rPr lang="en-GB" sz="800">
                <a:solidFill>
                  <a:schemeClr val="tx2"/>
                </a:solidFill>
              </a:rPr>
              <a:t>Accenture and its logo are registered trademarks of Accenture.</a:t>
            </a:r>
          </a:p>
        </p:txBody>
      </p:sp>
    </p:spTree>
    <p:extLst>
      <p:ext uri="{BB962C8B-B14F-4D97-AF65-F5344CB8AC3E}">
        <p14:creationId xmlns:p14="http://schemas.microsoft.com/office/powerpoint/2010/main" val="3083000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86957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8" name="Date Placeholder 10">
            <a:extLst>
              <a:ext uri="{FF2B5EF4-FFF2-40B4-BE49-F238E27FC236}">
                <a16:creationId xmlns:a16="http://schemas.microsoft.com/office/drawing/2014/main" id="{44B6DFC5-6A54-A441-B4A1-5FB1E57A22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DCDE1A5-7B8C-446C-B047-DEF343C830D4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C4F5B-DE83-214A-95EA-68339F579CF1}"/>
              </a:ext>
            </a:extLst>
          </p:cNvPr>
          <p:cNvSpPr txBox="1"/>
          <p:nvPr userDrawn="1"/>
        </p:nvSpPr>
        <p:spPr>
          <a:xfrm>
            <a:off x="9290304" y="66019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004770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8"/>
          <a:stretch/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7FC4-5CE3-4377-9FF4-FE915E8F0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D3AD0-C81D-4B6F-AF8C-3B3FD9443CEC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B85E4-FADD-4019-B75F-48AAA1B24BF4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56253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7FC4-5CE3-4377-9FF4-FE915E8F0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D3AD0-C81D-4B6F-AF8C-3B3FD9443CEC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B85E4-FADD-4019-B75F-48AAA1B24BF4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63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317ED-600C-4D7F-990D-38990FC868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BA14C7-1430-48FF-8901-F3A033110900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01F3-5CA0-48F9-8E93-BE5B61747A9B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4408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9F547C-24AC-4360-A79B-5A655D445C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4338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51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957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90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371601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371601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B6533C5-6F53-46C1-904B-4A15BC734E7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381000" y="5874026"/>
            <a:ext cx="5524500" cy="437873"/>
          </a:xfrm>
        </p:spPr>
        <p:txBody>
          <a:bodyPr anchor="t"/>
          <a:lstStyle>
            <a:lvl1pPr marL="0" indent="0" defTabSz="22860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more info here 12pt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42901BF-D744-42DD-805A-32CB37B9D8B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86499" y="5874026"/>
            <a:ext cx="5524500" cy="437873"/>
          </a:xfrm>
        </p:spPr>
        <p:txBody>
          <a:bodyPr vert="horz" lIns="0" tIns="0" rIns="0" bIns="0" rtlCol="0" anchor="t">
            <a:noAutofit/>
          </a:bodyPr>
          <a:lstStyle>
            <a:lvl1pPr marL="0" indent="0" defTabSz="228600">
              <a:buNone/>
              <a:defRPr lang="en-US" sz="1200" dirty="0"/>
            </a:lvl1pPr>
          </a:lstStyle>
          <a:p>
            <a:pPr lvl="0"/>
            <a:r>
              <a:rPr lang="en-US"/>
              <a:t>Place more info here 12pt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194561"/>
            <a:ext cx="5524499" cy="367946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194561"/>
            <a:ext cx="5524499" cy="367946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544845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3 -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774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4 -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4623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8" name="Date Placeholder 10">
            <a:extLst>
              <a:ext uri="{FF2B5EF4-FFF2-40B4-BE49-F238E27FC236}">
                <a16:creationId xmlns:a16="http://schemas.microsoft.com/office/drawing/2014/main" id="{E3730EFD-23A6-7A4C-8044-54C1542D7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DCDE1A5-7B8C-446C-B047-DEF343C830D4}" type="datetime2">
              <a:rPr lang="en-US" smtClean="0"/>
              <a:t>Monday, April 20,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86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 - 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400" b="0" i="0">
                <a:solidFill>
                  <a:schemeClr val="accent2"/>
                </a:solidFill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563593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A02BDBD-12C4-A940-8556-B3E5BDD10714}"/>
              </a:ext>
            </a:extLst>
          </p:cNvPr>
          <p:cNvCxnSpPr>
            <a:cxnSpLocks/>
          </p:cNvCxnSpPr>
          <p:nvPr userDrawn="1"/>
        </p:nvCxnSpPr>
        <p:spPr>
          <a:xfrm>
            <a:off x="377415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EA9EDE-6235-5149-A941-CF6FEAE2E6FF}"/>
              </a:ext>
            </a:extLst>
          </p:cNvPr>
          <p:cNvCxnSpPr>
            <a:cxnSpLocks/>
          </p:cNvCxnSpPr>
          <p:nvPr userDrawn="1"/>
        </p:nvCxnSpPr>
        <p:spPr>
          <a:xfrm>
            <a:off x="2353236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BE3B3A9-F650-CD4D-ABE8-60A0F5E115AE}"/>
              </a:ext>
            </a:extLst>
          </p:cNvPr>
          <p:cNvCxnSpPr>
            <a:cxnSpLocks/>
          </p:cNvCxnSpPr>
          <p:nvPr userDrawn="1"/>
        </p:nvCxnSpPr>
        <p:spPr>
          <a:xfrm>
            <a:off x="4329057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EADFA0-1672-B34A-99B7-19C51FEE8983}"/>
              </a:ext>
            </a:extLst>
          </p:cNvPr>
          <p:cNvCxnSpPr>
            <a:cxnSpLocks/>
          </p:cNvCxnSpPr>
          <p:nvPr userDrawn="1"/>
        </p:nvCxnSpPr>
        <p:spPr>
          <a:xfrm>
            <a:off x="6304878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C298F82-C3A0-2A4F-8530-36C08463C5C0}"/>
              </a:ext>
            </a:extLst>
          </p:cNvPr>
          <p:cNvCxnSpPr>
            <a:cxnSpLocks/>
          </p:cNvCxnSpPr>
          <p:nvPr userDrawn="1"/>
        </p:nvCxnSpPr>
        <p:spPr>
          <a:xfrm>
            <a:off x="8280699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35C1307-45DE-104B-82C7-0AF770E496DE}"/>
              </a:ext>
            </a:extLst>
          </p:cNvPr>
          <p:cNvCxnSpPr>
            <a:cxnSpLocks/>
          </p:cNvCxnSpPr>
          <p:nvPr userDrawn="1"/>
        </p:nvCxnSpPr>
        <p:spPr>
          <a:xfrm>
            <a:off x="10256520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782738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A02BDBD-12C4-A940-8556-B3E5BDD10714}"/>
              </a:ext>
            </a:extLst>
          </p:cNvPr>
          <p:cNvCxnSpPr>
            <a:cxnSpLocks/>
          </p:cNvCxnSpPr>
          <p:nvPr userDrawn="1"/>
        </p:nvCxnSpPr>
        <p:spPr>
          <a:xfrm>
            <a:off x="377415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EA9EDE-6235-5149-A941-CF6FEAE2E6FF}"/>
              </a:ext>
            </a:extLst>
          </p:cNvPr>
          <p:cNvCxnSpPr>
            <a:cxnSpLocks/>
          </p:cNvCxnSpPr>
          <p:nvPr userDrawn="1"/>
        </p:nvCxnSpPr>
        <p:spPr>
          <a:xfrm>
            <a:off x="2353236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BE3B3A9-F650-CD4D-ABE8-60A0F5E115AE}"/>
              </a:ext>
            </a:extLst>
          </p:cNvPr>
          <p:cNvCxnSpPr>
            <a:cxnSpLocks/>
          </p:cNvCxnSpPr>
          <p:nvPr userDrawn="1"/>
        </p:nvCxnSpPr>
        <p:spPr>
          <a:xfrm>
            <a:off x="4329057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EADFA0-1672-B34A-99B7-19C51FEE8983}"/>
              </a:ext>
            </a:extLst>
          </p:cNvPr>
          <p:cNvCxnSpPr>
            <a:cxnSpLocks/>
          </p:cNvCxnSpPr>
          <p:nvPr userDrawn="1"/>
        </p:nvCxnSpPr>
        <p:spPr>
          <a:xfrm>
            <a:off x="6304878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C298F82-C3A0-2A4F-8530-36C08463C5C0}"/>
              </a:ext>
            </a:extLst>
          </p:cNvPr>
          <p:cNvCxnSpPr>
            <a:cxnSpLocks/>
          </p:cNvCxnSpPr>
          <p:nvPr userDrawn="1"/>
        </p:nvCxnSpPr>
        <p:spPr>
          <a:xfrm>
            <a:off x="8280699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35C1307-45DE-104B-82C7-0AF770E496DE}"/>
              </a:ext>
            </a:extLst>
          </p:cNvPr>
          <p:cNvCxnSpPr>
            <a:cxnSpLocks/>
          </p:cNvCxnSpPr>
          <p:nvPr userDrawn="1"/>
        </p:nvCxnSpPr>
        <p:spPr>
          <a:xfrm>
            <a:off x="10256520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3CD3D7-329E-47BB-94A7-43044FF6B3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717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8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/>
          <a:p>
            <a:pPr lvl="0"/>
            <a:r>
              <a:rPr lang="en-GB"/>
              <a:t>Place text here, use indent to access other levels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2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3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5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4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41646E1-19C3-4B9B-B997-D1E684346A58}"/>
              </a:ext>
            </a:extLst>
          </p:cNvPr>
          <p:cNvCxnSpPr>
            <a:cxnSpLocks/>
          </p:cNvCxnSpPr>
          <p:nvPr userDrawn="1"/>
        </p:nvCxnSpPr>
        <p:spPr>
          <a:xfrm>
            <a:off x="4325822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573D48A-A495-4050-90E3-75258FCF3377}"/>
              </a:ext>
            </a:extLst>
          </p:cNvPr>
          <p:cNvCxnSpPr>
            <a:cxnSpLocks/>
          </p:cNvCxnSpPr>
          <p:nvPr userDrawn="1"/>
        </p:nvCxnSpPr>
        <p:spPr>
          <a:xfrm>
            <a:off x="6298233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3483C0-79C0-4141-9CB1-0BA663E254D0}"/>
              </a:ext>
            </a:extLst>
          </p:cNvPr>
          <p:cNvCxnSpPr>
            <a:cxnSpLocks/>
          </p:cNvCxnSpPr>
          <p:nvPr userDrawn="1"/>
        </p:nvCxnSpPr>
        <p:spPr>
          <a:xfrm>
            <a:off x="8270644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4A17C9C-D115-468F-86DD-CDE522721719}"/>
              </a:ext>
            </a:extLst>
          </p:cNvPr>
          <p:cNvCxnSpPr>
            <a:cxnSpLocks/>
          </p:cNvCxnSpPr>
          <p:nvPr userDrawn="1"/>
        </p:nvCxnSpPr>
        <p:spPr>
          <a:xfrm>
            <a:off x="10243055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5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AEBC920-4A06-1844-A297-04C9B4995EA2}"/>
              </a:ext>
            </a:extLst>
          </p:cNvPr>
          <p:cNvCxnSpPr>
            <a:cxnSpLocks/>
          </p:cNvCxnSpPr>
          <p:nvPr userDrawn="1"/>
        </p:nvCxnSpPr>
        <p:spPr>
          <a:xfrm>
            <a:off x="4325822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8D916B0-6C7A-FE46-ADE6-48744F6FD90A}"/>
              </a:ext>
            </a:extLst>
          </p:cNvPr>
          <p:cNvCxnSpPr>
            <a:cxnSpLocks/>
          </p:cNvCxnSpPr>
          <p:nvPr userDrawn="1"/>
        </p:nvCxnSpPr>
        <p:spPr>
          <a:xfrm>
            <a:off x="6298233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A86475A-7CFD-8340-A566-4FB21E689F0A}"/>
              </a:ext>
            </a:extLst>
          </p:cNvPr>
          <p:cNvCxnSpPr>
            <a:cxnSpLocks/>
          </p:cNvCxnSpPr>
          <p:nvPr userDrawn="1"/>
        </p:nvCxnSpPr>
        <p:spPr>
          <a:xfrm>
            <a:off x="8270644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79DFD2D-5360-2342-829B-32DDEB7EBEB1}"/>
              </a:ext>
            </a:extLst>
          </p:cNvPr>
          <p:cNvCxnSpPr>
            <a:cxnSpLocks/>
          </p:cNvCxnSpPr>
          <p:nvPr userDrawn="1"/>
        </p:nvCxnSpPr>
        <p:spPr>
          <a:xfrm>
            <a:off x="10243055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87A6A-0DE7-4742-9FEC-F4CAACF6BD01}"/>
              </a:ext>
            </a:extLst>
          </p:cNvPr>
          <p:cNvSpPr txBox="1"/>
          <p:nvPr userDrawn="1"/>
        </p:nvSpPr>
        <p:spPr>
          <a:xfrm>
            <a:off x="9363919" y="662071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37153-4580-BB48-AD3A-E289DF242EE6}"/>
              </a:ext>
            </a:extLst>
          </p:cNvPr>
          <p:cNvSpPr txBox="1"/>
          <p:nvPr userDrawn="1"/>
        </p:nvSpPr>
        <p:spPr>
          <a:xfrm>
            <a:off x="9734309" y="653969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3869D1-469A-5B41-97BC-C47919F46F86}"/>
              </a:ext>
            </a:extLst>
          </p:cNvPr>
          <p:cNvSpPr txBox="1"/>
          <p:nvPr userDrawn="1"/>
        </p:nvSpPr>
        <p:spPr>
          <a:xfrm>
            <a:off x="10131552" y="652881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96666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27BE519-6A5B-4320-BE53-57885A7799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3267635"/>
            <a:ext cx="5334000" cy="2667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96769"/>
            <a:ext cx="6096000" cy="6857999"/>
          </a:xfrm>
        </p:spPr>
        <p:txBody>
          <a:bodyPr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ECD14-894C-4210-BC23-98D893AA2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GB" smtClean="0"/>
              <a:pPr algn="r" defTabSz="228600">
                <a:spcAft>
                  <a:spcPts val="1200"/>
                </a:spcAft>
              </a:pPr>
              <a:t>‹#›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C499DC-456D-AD4E-B8A4-E55217F992E7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</p:spTree>
    <p:extLst>
      <p:ext uri="{BB962C8B-B14F-4D97-AF65-F5344CB8AC3E}">
        <p14:creationId xmlns:p14="http://schemas.microsoft.com/office/powerpoint/2010/main" val="26474519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noFill/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656D06-A8CE-4A1F-9876-6AFBEE60C2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A17E02-A31F-4B3C-922A-197462C89A0D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0195CB-D424-4B71-9300-2867217A049D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6EB7BC02-64C6-5A42-A5C4-F0D83DB511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76999" y="3267635"/>
            <a:ext cx="5334000" cy="2667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  <a:lvl3pPr marL="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457200">
              <a:buFont typeface="System Font"/>
              <a:buChar char="–"/>
              <a:defRPr sz="1600">
                <a:solidFill>
                  <a:schemeClr val="tx1"/>
                </a:solidFill>
              </a:defRPr>
            </a:lvl4pPr>
            <a:lvl5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</p:spTree>
    <p:extLst>
      <p:ext uri="{BB962C8B-B14F-4D97-AF65-F5344CB8AC3E}">
        <p14:creationId xmlns:p14="http://schemas.microsoft.com/office/powerpoint/2010/main" val="1250131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20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Portrai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1" y="744434"/>
            <a:ext cx="4190998" cy="4976446"/>
          </a:xfr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59061852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2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5992" y="0"/>
            <a:ext cx="6096008" cy="63119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raphic 4">
            <a:extLst>
              <a:ext uri="{FF2B5EF4-FFF2-40B4-BE49-F238E27FC236}">
                <a16:creationId xmlns:a16="http://schemas.microsoft.com/office/drawing/2014/main" id="{B5857967-07ED-4F5E-A053-B5E7B0047997}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6483349"/>
            <a:ext cx="192024" cy="203202"/>
          </a:xfrm>
          <a:custGeom>
            <a:avLst/>
            <a:gdLst>
              <a:gd name="connsiteX0" fmla="*/ 0 w 556260"/>
              <a:gd name="connsiteY0" fmla="*/ 415290 h 588644"/>
              <a:gd name="connsiteX1" fmla="*/ 324803 w 556260"/>
              <a:gd name="connsiteY1" fmla="*/ 295275 h 588644"/>
              <a:gd name="connsiteX2" fmla="*/ 0 w 556260"/>
              <a:gd name="connsiteY2" fmla="*/ 167640 h 588644"/>
              <a:gd name="connsiteX3" fmla="*/ 0 w 556260"/>
              <a:gd name="connsiteY3" fmla="*/ 0 h 588644"/>
              <a:gd name="connsiteX4" fmla="*/ 556260 w 556260"/>
              <a:gd name="connsiteY4" fmla="*/ 223838 h 588644"/>
              <a:gd name="connsiteX5" fmla="*/ 556260 w 556260"/>
              <a:gd name="connsiteY5" fmla="*/ 363855 h 588644"/>
              <a:gd name="connsiteX6" fmla="*/ 0 w 556260"/>
              <a:gd name="connsiteY6" fmla="*/ 588645 h 58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60" h="588644">
                <a:moveTo>
                  <a:pt x="0" y="415290"/>
                </a:moveTo>
                <a:lnTo>
                  <a:pt x="324803" y="295275"/>
                </a:lnTo>
                <a:lnTo>
                  <a:pt x="0" y="167640"/>
                </a:lnTo>
                <a:lnTo>
                  <a:pt x="0" y="0"/>
                </a:lnTo>
                <a:lnTo>
                  <a:pt x="556260" y="223838"/>
                </a:lnTo>
                <a:lnTo>
                  <a:pt x="556260" y="363855"/>
                </a:lnTo>
                <a:lnTo>
                  <a:pt x="0" y="58864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AF127-9F53-4673-A2A8-7956E1AE99D5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44D4EC-5AC3-4E83-91F6-146FE9DE0444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2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1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4074686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85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>
          <a:xfrm>
            <a:off x="9144056" y="3155948"/>
            <a:ext cx="3047944" cy="31559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5976" y="-1"/>
            <a:ext cx="3048024" cy="3151189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2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3155942"/>
            <a:ext cx="3048000" cy="3155958"/>
          </a:xfrm>
          <a:solidFill>
            <a:schemeClr val="bg2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Add image here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11" name="Graphic 4">
            <a:extLst>
              <a:ext uri="{FF2B5EF4-FFF2-40B4-BE49-F238E27FC236}">
                <a16:creationId xmlns:a16="http://schemas.microsoft.com/office/drawing/2014/main" id="{2823ABF6-DA1C-4C36-B01C-57A2B31166E8}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6483349"/>
            <a:ext cx="192024" cy="203202"/>
          </a:xfrm>
          <a:custGeom>
            <a:avLst/>
            <a:gdLst>
              <a:gd name="connsiteX0" fmla="*/ 0 w 556260"/>
              <a:gd name="connsiteY0" fmla="*/ 415290 h 588644"/>
              <a:gd name="connsiteX1" fmla="*/ 324803 w 556260"/>
              <a:gd name="connsiteY1" fmla="*/ 295275 h 588644"/>
              <a:gd name="connsiteX2" fmla="*/ 0 w 556260"/>
              <a:gd name="connsiteY2" fmla="*/ 167640 h 588644"/>
              <a:gd name="connsiteX3" fmla="*/ 0 w 556260"/>
              <a:gd name="connsiteY3" fmla="*/ 0 h 588644"/>
              <a:gd name="connsiteX4" fmla="*/ 556260 w 556260"/>
              <a:gd name="connsiteY4" fmla="*/ 223838 h 588644"/>
              <a:gd name="connsiteX5" fmla="*/ 556260 w 556260"/>
              <a:gd name="connsiteY5" fmla="*/ 363855 h 588644"/>
              <a:gd name="connsiteX6" fmla="*/ 0 w 556260"/>
              <a:gd name="connsiteY6" fmla="*/ 588645 h 58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60" h="588644">
                <a:moveTo>
                  <a:pt x="0" y="415290"/>
                </a:moveTo>
                <a:lnTo>
                  <a:pt x="324803" y="295275"/>
                </a:lnTo>
                <a:lnTo>
                  <a:pt x="0" y="167640"/>
                </a:lnTo>
                <a:lnTo>
                  <a:pt x="0" y="0"/>
                </a:lnTo>
                <a:lnTo>
                  <a:pt x="556260" y="223838"/>
                </a:lnTo>
                <a:lnTo>
                  <a:pt x="556260" y="363855"/>
                </a:lnTo>
                <a:lnTo>
                  <a:pt x="0" y="58864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9BC0904C-6BDA-4032-94C2-6417F59042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997" y="380999"/>
            <a:ext cx="5333972" cy="2393952"/>
          </a:xfrm>
        </p:spPr>
        <p:txBody>
          <a:bodyPr anchor="ctr"/>
          <a:lstStyle>
            <a:lvl1pPr marL="0" indent="0">
              <a:buNone/>
              <a:defRPr kumimoji="0" lang="en-US" sz="36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P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lace headline here 36pt, min 30pt)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52323-3645-4D54-A333-3E2D3D1E3ED3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17CEB-6634-4DFE-841E-12DDA90C7C5D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57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85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1FE43-9ADC-4313-8D22-F47ABC16F4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97BC18-949B-4A9A-B05F-CA4F3F80FEC9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34DCA4-9B3F-424E-8478-0FB3BCA6E006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066759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1FE43-9ADC-4313-8D22-F47ABC16F4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D7B63E-E6E1-481B-936E-CE344FE52C2F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A5CD6-870E-4AEB-ABEE-5BC1AF19C661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868365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0302C3C0-FF67-42ED-97D5-60E1344FC3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6F1257-AA6C-44C6-86DE-CAD089D089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28ACB7EA-E7A1-452B-89CA-4FA566F73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smtClean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GB" smtClean="0"/>
              <a:pPr algn="r" defTabSz="228600">
                <a:spcAft>
                  <a:spcPts val="1200"/>
                </a:spcAft>
              </a:pPr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E018DE-8A90-C842-A7BE-D441C9648D56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</p:spTree>
    <p:extLst>
      <p:ext uri="{BB962C8B-B14F-4D97-AF65-F5344CB8AC3E}">
        <p14:creationId xmlns:p14="http://schemas.microsoft.com/office/powerpoint/2010/main" val="39848942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75957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21673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Cover Image - Left-align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ED3EA544-28C0-C842-B923-07BCAA8E18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84C2CB2-4FB2-4965-A2E7-4A3640116F06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Picture 6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DF3CEA6A-1953-4DD5-B664-EEDED901A6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5601656"/>
            <a:ext cx="670786" cy="71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839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op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0008FD0-AD04-4958-83B5-7F755546EE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021" y="1162878"/>
            <a:ext cx="8318714" cy="3761961"/>
          </a:xfrm>
        </p:spPr>
        <p:txBody>
          <a:bodyPr tIns="0" bIns="0" anchor="b">
            <a:normAutofit/>
          </a:bodyPr>
          <a:lstStyle>
            <a:lvl1pPr algn="l">
              <a:lnSpc>
                <a:spcPct val="75000"/>
              </a:lnSpc>
              <a:defRPr sz="80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Section</a:t>
            </a:r>
            <a:br>
              <a:rPr lang="en-US"/>
            </a:br>
            <a:r>
              <a:rPr lang="en-US"/>
              <a:t>Divider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7A752BD-0233-480F-B3CC-46DD91E932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020" y="5034169"/>
            <a:ext cx="8318713" cy="1328521"/>
          </a:xfrm>
        </p:spPr>
        <p:txBody>
          <a:bodyPr tIns="0" bIns="0" anchor="t">
            <a:normAutofit/>
          </a:bodyPr>
          <a:lstStyle>
            <a:lvl1pPr algn="l">
              <a:lnSpc>
                <a:spcPct val="90000"/>
              </a:lnSpc>
              <a:defRPr sz="2400" b="0" cap="none">
                <a:solidFill>
                  <a:schemeClr val="bg1"/>
                </a:solidFill>
                <a:latin typeface="+mn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077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85725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80975" indent="-180975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F8D1DF11-64D7-450B-92C0-FFBB3964A6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427717515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349133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rgbClr val="750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55739" y="2762278"/>
            <a:ext cx="11474082" cy="1333454"/>
          </a:xfrm>
        </p:spPr>
        <p:txBody>
          <a:bodyPr anchor="ctr">
            <a:spAutoFit/>
          </a:bodyPr>
          <a:lstStyle>
            <a:lvl1pPr algn="ctr">
              <a:lnSpc>
                <a:spcPct val="70000"/>
              </a:lnSpc>
              <a:spcBef>
                <a:spcPts val="0"/>
              </a:spcBef>
              <a:defRPr sz="5999" b="1" cap="all" baseline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 algn="ctr">
              <a:defRPr sz="4399" b="1">
                <a:latin typeface="Arial Black" panose="020B0A04020102020204" pitchFamily="34" charset="0"/>
              </a:defRPr>
            </a:lvl2pPr>
            <a:lvl3pPr algn="ctr">
              <a:defRPr sz="4399" b="1">
                <a:latin typeface="Arial Black" panose="020B0A04020102020204" pitchFamily="34" charset="0"/>
              </a:defRPr>
            </a:lvl3pPr>
            <a:lvl4pPr algn="ctr">
              <a:defRPr sz="4399" b="1">
                <a:latin typeface="Arial Black" panose="020B0A04020102020204" pitchFamily="34" charset="0"/>
              </a:defRPr>
            </a:lvl4pPr>
            <a:lvl5pPr algn="ctr">
              <a:defRPr sz="4399" b="1">
                <a:latin typeface="Arial Black" panose="020B0A04020102020204" pitchFamily="34" charset="0"/>
              </a:defRPr>
            </a:lvl5pPr>
          </a:lstStyle>
          <a:p>
            <a:r>
              <a:rPr lang="en-US"/>
              <a:t>INSERT MAIN TITLE 60PT MIN 36PT MAX 3 LINES</a:t>
            </a:r>
          </a:p>
        </p:txBody>
      </p:sp>
    </p:spTree>
    <p:extLst>
      <p:ext uri="{BB962C8B-B14F-4D97-AF65-F5344CB8AC3E}">
        <p14:creationId xmlns:p14="http://schemas.microsoft.com/office/powerpoint/2010/main" val="110842675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9" y="1769805"/>
            <a:ext cx="8500668" cy="4269659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 marL="182870">
              <a:defRPr lang="en-US" dirty="0" smtClean="0"/>
            </a:lvl2pPr>
            <a:lvl3pPr marL="365742">
              <a:defRPr lang="en-US" dirty="0" smtClean="0"/>
            </a:lvl3pPr>
            <a:lvl4pPr>
              <a:defRPr lang="en-US" b="0" dirty="0" smtClean="0"/>
            </a:lvl4pPr>
            <a:lvl5pPr>
              <a:defRPr lang="en-US" b="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329117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Option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973137"/>
            <a:ext cx="6426200" cy="969963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60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81D7988-71CF-428B-BB8C-370DA3034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913" y="2400464"/>
            <a:ext cx="871266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D052618-531B-4841-A43B-6710A5FB01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5086" y="2553314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F89B5AE-E188-4353-9738-00A6F4ADF3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913" y="3451045"/>
            <a:ext cx="871266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ECA69700-84AA-4333-96E5-1B7E35ACB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55088" y="3622945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D59530B2-E30E-446D-885E-7ADC021BD8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913" y="4549387"/>
            <a:ext cx="871266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44CB8CA3-C5FC-4CA5-979B-052A64B68E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5086" y="4692576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C9E5A7F7-8F19-4595-95BD-C0DABF6A81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999" y="2400464"/>
            <a:ext cx="871265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2899181F-B8CA-4B36-AF7C-D1354DF84B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60174" y="2553314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4656F190-2BE8-4368-ADED-FC85D9A03C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5999" y="3451045"/>
            <a:ext cx="871265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355D8271-4249-49A3-9E31-CA7401B1217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60174" y="3622945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97D1950-FBE7-4AAE-A7F3-DE7C26FAB2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999" y="4549387"/>
            <a:ext cx="871265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543BA188-7B35-4438-90B1-F701495D626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60174" y="4692576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17" name="Footer Placeholder 6">
            <a:extLst>
              <a:ext uri="{FF2B5EF4-FFF2-40B4-BE49-F238E27FC236}">
                <a16:creationId xmlns:a16="http://schemas.microsoft.com/office/drawing/2014/main" id="{7E25AE54-DB22-44B2-A18F-3ECCFA3A1C7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r>
              <a:rPr lang="en-US"/>
              <a:t>Copyright © 2021 Accenture. All rights reserved. </a:t>
            </a:r>
            <a:br>
              <a:rPr lang="en-US"/>
            </a:br>
            <a:r>
              <a:rPr lang="en-US"/>
              <a:t>Accenture and its logo are registered trademarks of Accenture.</a:t>
            </a:r>
          </a:p>
        </p:txBody>
      </p:sp>
      <p:sp>
        <p:nvSpPr>
          <p:cNvPr id="18" name="Slide Number Placeholder 9">
            <a:extLst>
              <a:ext uri="{FF2B5EF4-FFF2-40B4-BE49-F238E27FC236}">
                <a16:creationId xmlns:a16="http://schemas.microsoft.com/office/drawing/2014/main" id="{D9EB6A56-5461-4FFF-8573-F2A2015AD76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474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FC5A8-049B-7B46-A047-99A52F226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9814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E5F9ED-4FE3-4544-9EEC-C232208DA26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4430025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rgbClr val="FF5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A96B56-E84F-9F4E-AECF-DE98C768D82B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0720830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A96B56-E84F-9F4E-AECF-DE98C768D82B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2293853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A96B56-E84F-9F4E-AECF-DE98C768D82B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4978234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rgbClr val="FF5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C0C3738-E9FA-DF4A-B61E-029226EE08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03C79-A452-DB49-B6E4-DADAFB8B110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8230740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rgbClr val="FF5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4543125A-75C6-FE47-9B9F-BF3997E8E7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B527248-23C0-CC4B-B7EA-1F747CA5248A}"/>
              </a:ext>
            </a:extLst>
          </p:cNvPr>
          <p:cNvSpPr/>
          <p:nvPr userDrawn="1"/>
        </p:nvSpPr>
        <p:spPr>
          <a:xfrm>
            <a:off x="121874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03C79-A452-DB49-B6E4-DADAFB8B110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82052297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solidFill>
          <a:srgbClr val="FF5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4543125A-75C6-FE47-9B9F-BF3997E8E7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B527248-23C0-CC4B-B7EA-1F747CA5248A}"/>
              </a:ext>
            </a:extLst>
          </p:cNvPr>
          <p:cNvSpPr/>
          <p:nvPr userDrawn="1"/>
        </p:nvSpPr>
        <p:spPr>
          <a:xfrm>
            <a:off x="121874" y="100073"/>
            <a:ext cx="11948251" cy="66578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03C79-A452-DB49-B6E4-DADAFB8B110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0800518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rgbClr val="E6D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03C79-A452-DB49-B6E4-DADAFB8B110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24713753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solidFill>
          <a:srgbClr val="FF5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A5049898-6E70-6648-9315-D02A0EA6C1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bg1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bg1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03C79-A452-DB49-B6E4-DADAFB8B110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bg1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>
                  <a:alpha val="75000"/>
                </a:schemeClr>
              </a:solidFill>
              <a:effectLst/>
              <a:uLnTx/>
              <a:uFillTx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94CC9F-28F8-B349-8571-012F218106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43893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olid_Purp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6F1257-AA6C-44C6-86DE-CAD089D089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E018DE-8A90-C842-A7BE-D441C9648D56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1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1C5182E-51A4-DD47-97F7-EA28D6B94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F6D1E8-F542-5649-BF5E-0DEDC5BDA2E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849089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olid_Purple_Vid">
    <p:bg>
      <p:bgPr>
        <a:solidFill>
          <a:srgbClr val="5000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6F1257-AA6C-44C6-86DE-CAD089D089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E018DE-8A90-C842-A7BE-D441C9648D56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1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1C5182E-51A4-DD47-97F7-EA28D6B94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F6D1E8-F542-5649-BF5E-0DEDC5BDA2E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69396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41FE43-9ADC-4313-8D22-F47ABC16F4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97BC18-949B-4A9A-B05F-CA4F3F80FEC9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34DCA4-9B3F-424E-8478-0FB3BCA6E006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5072443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FC5A8-049B-7B46-A047-99A52F226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86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  <a:prstGeom prst="rect">
            <a:avLst/>
          </a:prstGeo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415696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9905" y="1016000"/>
            <a:ext cx="10552188" cy="636337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9905" y="2006601"/>
            <a:ext cx="10552188" cy="4305299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9E42FB6A-C74C-8E44-BE0A-B582A64731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03929EDB-AA6F-0A49-A81E-1DA6238E5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61649646-84E4-E14D-A511-479FDD5ED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480219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s 2 - Headlin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match, blur, light, night sky&#10;&#10;Description automatically generated">
            <a:extLst>
              <a:ext uri="{FF2B5EF4-FFF2-40B4-BE49-F238E27FC236}">
                <a16:creationId xmlns:a16="http://schemas.microsoft.com/office/drawing/2014/main" id="{1BF87807-4AE3-E443-AB07-91F1DB139B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203361" cy="4054968"/>
          </a:xfrm>
          <a:custGeom>
            <a:avLst/>
            <a:gdLst>
              <a:gd name="connsiteX0" fmla="*/ 0 w 12203361"/>
              <a:gd name="connsiteY0" fmla="*/ 0 h 4054968"/>
              <a:gd name="connsiteX1" fmla="*/ 12203361 w 12203361"/>
              <a:gd name="connsiteY1" fmla="*/ 0 h 4054968"/>
              <a:gd name="connsiteX2" fmla="*/ 12203361 w 12203361"/>
              <a:gd name="connsiteY2" fmla="*/ 4054968 h 4054968"/>
              <a:gd name="connsiteX3" fmla="*/ 11938378 w 12203361"/>
              <a:gd name="connsiteY3" fmla="*/ 3914262 h 4054968"/>
              <a:gd name="connsiteX4" fmla="*/ 6096001 w 12203361"/>
              <a:gd name="connsiteY4" fmla="*/ 3024797 h 4054968"/>
              <a:gd name="connsiteX5" fmla="*/ 253624 w 12203361"/>
              <a:gd name="connsiteY5" fmla="*/ 3914262 h 4054968"/>
              <a:gd name="connsiteX6" fmla="*/ 0 w 12203361"/>
              <a:gd name="connsiteY6" fmla="*/ 4048937 h 4054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03361" h="4054968">
                <a:moveTo>
                  <a:pt x="0" y="0"/>
                </a:moveTo>
                <a:lnTo>
                  <a:pt x="12203361" y="0"/>
                </a:lnTo>
                <a:lnTo>
                  <a:pt x="12203361" y="4054968"/>
                </a:lnTo>
                <a:lnTo>
                  <a:pt x="11938378" y="3914262"/>
                </a:lnTo>
                <a:cubicBezTo>
                  <a:pt x="10813235" y="3384457"/>
                  <a:pt x="8618817" y="3024797"/>
                  <a:pt x="6096001" y="3024797"/>
                </a:cubicBezTo>
                <a:cubicBezTo>
                  <a:pt x="3573185" y="3024797"/>
                  <a:pt x="1378767" y="3384457"/>
                  <a:pt x="253624" y="3914262"/>
                </a:cubicBezTo>
                <a:lnTo>
                  <a:pt x="0" y="404893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5" y="1036882"/>
            <a:ext cx="11429999" cy="990602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7" name="Picture 6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CFDA6100-2735-F642-9E80-175D1A03BAB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ECBD0FD-BBD6-5F48-BD56-DD8A5C38E2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D8036BAF-80BD-134A-B85B-1BA4338F69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115143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s 2 - Headlin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9A91D88-CB20-B143-9217-B87E556DFC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1"/>
            <a:ext cx="6673823" cy="6857999"/>
          </a:xfrm>
          <a:custGeom>
            <a:avLst/>
            <a:gdLst>
              <a:gd name="connsiteX0" fmla="*/ 6673823 w 6673823"/>
              <a:gd name="connsiteY0" fmla="*/ 0 h 6857999"/>
              <a:gd name="connsiteX1" fmla="*/ 0 w 6673823"/>
              <a:gd name="connsiteY1" fmla="*/ 0 h 6857999"/>
              <a:gd name="connsiteX2" fmla="*/ 164686 w 6673823"/>
              <a:gd name="connsiteY2" fmla="*/ 190119 h 6857999"/>
              <a:gd name="connsiteX3" fmla="*/ 2198522 w 6673823"/>
              <a:gd name="connsiteY3" fmla="*/ 5855550 h 6857999"/>
              <a:gd name="connsiteX4" fmla="*/ 2152539 w 6673823"/>
              <a:gd name="connsiteY4" fmla="*/ 6766200 h 6857999"/>
              <a:gd name="connsiteX5" fmla="*/ 2140874 w 6673823"/>
              <a:gd name="connsiteY5" fmla="*/ 6857999 h 6857999"/>
              <a:gd name="connsiteX6" fmla="*/ 6673823 w 6673823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73823" h="6857999">
                <a:moveTo>
                  <a:pt x="6673823" y="0"/>
                </a:moveTo>
                <a:lnTo>
                  <a:pt x="0" y="0"/>
                </a:lnTo>
                <a:lnTo>
                  <a:pt x="164686" y="190119"/>
                </a:lnTo>
                <a:cubicBezTo>
                  <a:pt x="1435266" y="1729706"/>
                  <a:pt x="2198522" y="3703494"/>
                  <a:pt x="2198522" y="5855550"/>
                </a:cubicBezTo>
                <a:cubicBezTo>
                  <a:pt x="2198522" y="6162987"/>
                  <a:pt x="2182946" y="6466785"/>
                  <a:pt x="2152539" y="6766200"/>
                </a:cubicBezTo>
                <a:lnTo>
                  <a:pt x="2140874" y="6857999"/>
                </a:lnTo>
                <a:lnTo>
                  <a:pt x="6673823" y="685799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036882"/>
            <a:ext cx="4249988" cy="990602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Place headline here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3E31C7C-E01B-4B42-8B79-9B908222DD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3275" y="2535238"/>
            <a:ext cx="3175000" cy="3240087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1pPr>
            <a:lvl2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2pPr>
            <a:lvl3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3pPr>
            <a:lvl4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4pPr>
            <a:lvl5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CR" sz="1600" b="0" kern="1200" dirty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DE9C69-55B5-4A4A-BDA2-AD7DF7844F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0" y="6482516"/>
            <a:ext cx="191087" cy="202328"/>
          </a:xfrm>
          <a:prstGeom prst="rect">
            <a:avLst/>
          </a:prstGeom>
        </p:spPr>
      </p:pic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889A8D19-F078-D745-93AB-D53117D74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7D3BEC8D-1DA5-7048-9169-6135F6E1E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980763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ck Dow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31B12F-4BF4-4143-AF44-9AF094E1F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8"/>
          <a:stretch/>
        </p:blipFill>
        <p:spPr>
          <a:xfrm flipH="1">
            <a:off x="1185" y="0"/>
            <a:ext cx="12189630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6A0B6B2-A185-BE44-BA52-2C6963D1A233}"/>
              </a:ext>
            </a:extLst>
          </p:cNvPr>
          <p:cNvSpPr/>
          <p:nvPr userDrawn="1"/>
        </p:nvSpPr>
        <p:spPr>
          <a:xfrm>
            <a:off x="7815367" y="525517"/>
            <a:ext cx="5806966" cy="58069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09522-93B9-CD4A-A0A3-83DAC027112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3275" y="635000"/>
            <a:ext cx="6345349" cy="1325563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D44168F-612A-0C49-99F2-C6DE82C261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43250" y="656197"/>
            <a:ext cx="5551200" cy="5551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C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09B9D4-9C43-7B40-B9A9-C16688AF14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0" y="6482516"/>
            <a:ext cx="191087" cy="202328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C0C15C70-5943-4A4B-98C1-4D7ECA7282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6FA74C56-F2CE-C54D-AAD5-76A371A76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US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2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ck Dow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31B12F-4BF4-4143-AF44-9AF094E1F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8"/>
          <a:stretch/>
        </p:blipFill>
        <p:spPr>
          <a:xfrm flipH="1">
            <a:off x="1185" y="0"/>
            <a:ext cx="12189630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6A0B6B2-A185-BE44-BA52-2C6963D1A233}"/>
              </a:ext>
            </a:extLst>
          </p:cNvPr>
          <p:cNvSpPr/>
          <p:nvPr/>
        </p:nvSpPr>
        <p:spPr>
          <a:xfrm>
            <a:off x="-1466845" y="525517"/>
            <a:ext cx="5806966" cy="58069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09522-93B9-CD4A-A0A3-83DAC027112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24875" y="635000"/>
            <a:ext cx="6345349" cy="1325563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D44168F-612A-0C49-99F2-C6DE82C261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338962" y="656197"/>
            <a:ext cx="5551200" cy="5551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C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E6614A-86BA-F54D-9488-E1FCF4B39B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0" y="6482516"/>
            <a:ext cx="191087" cy="202328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F237CDE-C4B1-2D43-B4B8-64C7CF6AA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B0F4F984-6562-7F4D-93CC-B8F905FFA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US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74116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 2 - Headlin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 descr="A picture containing match, blur, light, night sky&#10;&#10;Description automatically generated">
            <a:extLst>
              <a:ext uri="{FF2B5EF4-FFF2-40B4-BE49-F238E27FC236}">
                <a16:creationId xmlns:a16="http://schemas.microsoft.com/office/drawing/2014/main" id="{FAFD2572-434D-0E45-9D75-891BAF45CC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6646773" cy="6858001"/>
          </a:xfrm>
          <a:custGeom>
            <a:avLst/>
            <a:gdLst>
              <a:gd name="connsiteX0" fmla="*/ 0 w 6646773"/>
              <a:gd name="connsiteY0" fmla="*/ 0 h 6858001"/>
              <a:gd name="connsiteX1" fmla="*/ 6338744 w 6646773"/>
              <a:gd name="connsiteY1" fmla="*/ 0 h 6858001"/>
              <a:gd name="connsiteX2" fmla="*/ 6257094 w 6646773"/>
              <a:gd name="connsiteY2" fmla="*/ 77845 h 6858001"/>
              <a:gd name="connsiteX3" fmla="*/ 4924531 w 6646773"/>
              <a:gd name="connsiteY3" fmla="*/ 3294937 h 6858001"/>
              <a:gd name="connsiteX4" fmla="*/ 6580183 w 6646773"/>
              <a:gd name="connsiteY4" fmla="*/ 6805672 h 6858001"/>
              <a:gd name="connsiteX5" fmla="*/ 6646773 w 6646773"/>
              <a:gd name="connsiteY5" fmla="*/ 6858001 h 6858001"/>
              <a:gd name="connsiteX6" fmla="*/ 0 w 6646773"/>
              <a:gd name="connsiteY6" fmla="*/ 6858001 h 6858001"/>
              <a:gd name="connsiteX7" fmla="*/ 0 w 6646773"/>
              <a:gd name="connsiteY7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46773" h="6858001">
                <a:moveTo>
                  <a:pt x="0" y="0"/>
                </a:moveTo>
                <a:lnTo>
                  <a:pt x="6338744" y="0"/>
                </a:lnTo>
                <a:lnTo>
                  <a:pt x="6257094" y="77845"/>
                </a:lnTo>
                <a:cubicBezTo>
                  <a:pt x="5433769" y="901171"/>
                  <a:pt x="4924531" y="2038585"/>
                  <a:pt x="4924531" y="3294937"/>
                </a:cubicBezTo>
                <a:cubicBezTo>
                  <a:pt x="4924531" y="4708334"/>
                  <a:pt x="5569035" y="5971199"/>
                  <a:pt x="6580183" y="6805672"/>
                </a:cubicBezTo>
                <a:lnTo>
                  <a:pt x="6646773" y="6858001"/>
                </a:lnTo>
                <a:lnTo>
                  <a:pt x="0" y="6858001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036882"/>
            <a:ext cx="4249988" cy="990602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Place headline here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3E31C7C-E01B-4B42-8B79-9B908222DD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3275" y="2535238"/>
            <a:ext cx="3175000" cy="3240087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1pPr>
            <a:lvl2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2pPr>
            <a:lvl3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3pPr>
            <a:lvl4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4pPr>
            <a:lvl5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CR" sz="1600" b="0" kern="1200" dirty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FDD2E3-9505-7147-96B4-197B04BA1C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0" y="6482516"/>
            <a:ext cx="191087" cy="202328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78AF3380-511E-884E-A7C6-50E4CE83B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957266D8-6A9E-0E47-8A1D-0622CE3FDF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8415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  <a:prstGeom prst="rect">
            <a:avLst/>
          </a:prstGeo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6B2601-2942-1546-A874-9544D4B94A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0" y="6482516"/>
            <a:ext cx="191087" cy="202328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CD5A398F-92FD-444B-AAAB-912D9ACAA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  <a:endParaRPr lang="en-US" sz="80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B78C9F-865A-A44B-8B54-79F0E020A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 sz="800">
              <a:solidFill>
                <a:schemeClr val="tx1">
                  <a:alpha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676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Dark Purp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ckground pattern&#10;&#10;Description automatically generated">
            <a:extLst>
              <a:ext uri="{FF2B5EF4-FFF2-40B4-BE49-F238E27FC236}">
                <a16:creationId xmlns:a16="http://schemas.microsoft.com/office/drawing/2014/main" id="{22C143E8-DD15-4271-878B-9FB6C450FC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34277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>
          <a:xfrm>
            <a:off x="0" y="3428999"/>
            <a:ext cx="12192000" cy="3429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317ED-600C-4D7F-990D-38990FC868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0F8F8-753A-F244-B3A2-AA2024AE9A2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GB" sz="800" kern="1200" dirty="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  <a:endParaRPr lang="en-US" sz="80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147B16F-E113-C248-BAD6-B79BBEC0EF1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CR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 sz="80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81CC5D8-3129-4346-B748-8DB6ECB259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8"/>
            <a:ext cx="2993573" cy="21944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20CBF80-07F4-B54A-9D3E-4BA0D63A22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194485"/>
          </a:xfrm>
          <a:prstGeom prst="rect">
            <a:avLst/>
          </a:prstGeo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18EA3B9-4828-6442-8B2B-9ECE1175BA7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1288601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holding a microphone&#10;&#10;Description automatically generated with medium confidence">
            <a:extLst>
              <a:ext uri="{FF2B5EF4-FFF2-40B4-BE49-F238E27FC236}">
                <a16:creationId xmlns:a16="http://schemas.microsoft.com/office/drawing/2014/main" id="{CF267FB5-4FD2-F74D-B9FB-1B0FF2C786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6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EE1578-6C5A-8143-1ED7-E512D0BE1C98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701358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looking, wearing, posing&#10;&#10;Description automatically generated">
            <a:extLst>
              <a:ext uri="{FF2B5EF4-FFF2-40B4-BE49-F238E27FC236}">
                <a16:creationId xmlns:a16="http://schemas.microsoft.com/office/drawing/2014/main" id="{D93AB678-4AD4-E74A-A92D-AA6AE8587C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207721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6706273-499D-C646-BF8D-F3C8C88350A9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tx1">
                  <a:alpha val="30000"/>
                </a:schemeClr>
              </a:gs>
              <a:gs pos="33000">
                <a:schemeClr val="tx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527A7F-CB14-286F-A622-E334CD37B403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09793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|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922A79-808B-8D68-A25E-212712A938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1875" b="21798"/>
          <a:stretch/>
        </p:blipFill>
        <p:spPr>
          <a:xfrm>
            <a:off x="0" y="0"/>
            <a:ext cx="12192000" cy="68673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D312046-917F-1F62-A0ED-0FB980502074}"/>
              </a:ext>
            </a:extLst>
          </p:cNvPr>
          <p:cNvSpPr/>
          <p:nvPr userDrawn="1"/>
        </p:nvSpPr>
        <p:spPr>
          <a:xfrm>
            <a:off x="0" y="0"/>
            <a:ext cx="12192000" cy="6867335"/>
          </a:xfrm>
          <a:prstGeom prst="rect">
            <a:avLst/>
          </a:prstGeom>
          <a:gradFill flip="none" rotWithShape="1">
            <a:gsLst>
              <a:gs pos="35000">
                <a:schemeClr val="accent3">
                  <a:alpha val="68000"/>
                  <a:lumMod val="47000"/>
                </a:schemeClr>
              </a:gs>
              <a:gs pos="79000">
                <a:schemeClr val="accent3">
                  <a:lumMod val="24000"/>
                  <a:alpha val="71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3561B-F219-E545-3E4D-D25A012F63B0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45104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person, male&#10;&#10;Description automatically generated">
            <a:extLst>
              <a:ext uri="{FF2B5EF4-FFF2-40B4-BE49-F238E27FC236}">
                <a16:creationId xmlns:a16="http://schemas.microsoft.com/office/drawing/2014/main" id="{13CBC0EB-0BC6-F842-B099-663EE3FC2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" y="0"/>
            <a:ext cx="12192001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16D440A-E0E9-CB41-B7B1-00FEDE56B02D}"/>
              </a:ext>
            </a:extLst>
          </p:cNvPr>
          <p:cNvSpPr/>
          <p:nvPr userDrawn="1"/>
        </p:nvSpPr>
        <p:spPr>
          <a:xfrm>
            <a:off x="-4" y="0"/>
            <a:ext cx="12192003" cy="6858000"/>
          </a:xfrm>
          <a:prstGeom prst="rect">
            <a:avLst/>
          </a:prstGeom>
          <a:gradFill>
            <a:gsLst>
              <a:gs pos="100000">
                <a:schemeClr val="tx1">
                  <a:lumMod val="45000"/>
                  <a:alpha val="20000"/>
                </a:schemeClr>
              </a:gs>
              <a:gs pos="15000">
                <a:schemeClr val="bg1">
                  <a:lumMod val="17859"/>
                  <a:alpha val="34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185AD8-51F9-EDAC-F597-7DE69BA8BE19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80027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pool ball&#10;&#10;Description automatically generated">
            <a:extLst>
              <a:ext uri="{FF2B5EF4-FFF2-40B4-BE49-F238E27FC236}">
                <a16:creationId xmlns:a16="http://schemas.microsoft.com/office/drawing/2014/main" id="{F82A3BE7-326F-4630-B03C-58D42C3755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2"/>
            <a:ext cx="12191223" cy="686733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E1B90A9-5AA7-2444-97CF-551E3490359D}"/>
              </a:ext>
            </a:extLst>
          </p:cNvPr>
          <p:cNvSpPr/>
          <p:nvPr userDrawn="1"/>
        </p:nvSpPr>
        <p:spPr>
          <a:xfrm>
            <a:off x="-778" y="0"/>
            <a:ext cx="12192000" cy="6867335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C00FA2E-4E05-4F59-9DD3-4067B8A74B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0E25A4F-DB76-42F1-AB64-8C49B5A535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B9939B-E3CD-4A75-9B1C-E1B56CB2F8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32EAF1A-069C-3F4C-834C-9B077A62C4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73AD0F-C313-0A6D-A254-F2BE51686884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91160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|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in sehr hoher, schneebedeckter Berg mit einem Himmelshintergrund">
            <a:extLst>
              <a:ext uri="{FF2B5EF4-FFF2-40B4-BE49-F238E27FC236}">
                <a16:creationId xmlns:a16="http://schemas.microsoft.com/office/drawing/2014/main" id="{11402B72-65A0-0E51-201E-684CF0FEA81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556" t="1068" r="-1" b="19417"/>
          <a:stretch/>
        </p:blipFill>
        <p:spPr bwMode="auto">
          <a:xfrm>
            <a:off x="2" y="0"/>
            <a:ext cx="1219199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C00FA2E-4E05-4F59-9DD3-4067B8A74B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0E25A4F-DB76-42F1-AB64-8C49B5A535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B9939B-E3CD-4A75-9B1C-E1B56CB2F8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32EAF1A-069C-3F4C-834C-9B077A62C4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73AD0F-C313-0A6D-A254-F2BE51686884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1B90A9-5AA7-2444-97CF-551E3490359D}"/>
              </a:ext>
            </a:extLst>
          </p:cNvPr>
          <p:cNvSpPr/>
          <p:nvPr userDrawn="1"/>
        </p:nvSpPr>
        <p:spPr>
          <a:xfrm>
            <a:off x="-778" y="0"/>
            <a:ext cx="12192000" cy="6867335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23303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person's face&#10;&#10;Description automatically generated">
            <a:extLst>
              <a:ext uri="{FF2B5EF4-FFF2-40B4-BE49-F238E27FC236}">
                <a16:creationId xmlns:a16="http://schemas.microsoft.com/office/drawing/2014/main" id="{0E608888-9A8B-D849-BD96-02ADDA2572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819712" y="0"/>
            <a:ext cx="740373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4D03DBC-2506-064A-8162-F54C9AF96D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8000">
                <a:schemeClr val="tx1">
                  <a:alpha val="0"/>
                </a:schemeClr>
              </a:gs>
              <a:gs pos="45000">
                <a:schemeClr val="tx1">
                  <a:alpha val="99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EE840A-1182-1D83-15E7-53893562B261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51773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unset over a body of water&#10;&#10;Description automatically generated with medium confidence">
            <a:extLst>
              <a:ext uri="{FF2B5EF4-FFF2-40B4-BE49-F238E27FC236}">
                <a16:creationId xmlns:a16="http://schemas.microsoft.com/office/drawing/2014/main" id="{B14FC67E-89D6-4E07-8F8A-4D80CCD3F1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20772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A3FE061-4B75-7D4B-B1F8-EBA0F949C9E8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rgbClr val="008EFF">
                  <a:lumMod val="46195"/>
                  <a:alpha val="60000"/>
                </a:srgbClr>
              </a:gs>
              <a:gs pos="53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919F5C-229E-4C77-BDF4-EAD8A13CF890}"/>
              </a:ext>
            </a:extLst>
          </p:cNvPr>
          <p:cNvSpPr/>
          <p:nvPr userDrawn="1"/>
        </p:nvSpPr>
        <p:spPr>
          <a:xfrm>
            <a:off x="7861" y="-16676"/>
            <a:ext cx="12207720" cy="6858000"/>
          </a:xfrm>
          <a:prstGeom prst="rect">
            <a:avLst/>
          </a:prstGeom>
          <a:gradFill>
            <a:gsLst>
              <a:gs pos="54000">
                <a:schemeClr val="tx1">
                  <a:alpha val="20873"/>
                  <a:lumMod val="94000"/>
                </a:schemeClr>
              </a:gs>
              <a:gs pos="0">
                <a:schemeClr val="bg1">
                  <a:lumMod val="0"/>
                  <a:alpha val="69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7F2FD447-5EF1-ED42-96CF-E58AFD1D27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D91995B8-8B98-C749-AC77-6BC9679B4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1CD3A7-6D06-3D45-B00C-35F47C6F2C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28848D7-9D2F-8A44-A7C2-39E32673D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10960443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5CD73C-606A-875D-0624-49C4C8319798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18697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at, wall, indoor&#10;&#10;Description automatically generated">
            <a:extLst>
              <a:ext uri="{FF2B5EF4-FFF2-40B4-BE49-F238E27FC236}">
                <a16:creationId xmlns:a16="http://schemas.microsoft.com/office/drawing/2014/main" id="{16F84C7C-2CB8-456C-83AE-A3F9F0BFD6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699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E1B90A9-5AA7-2444-97CF-551E3490359D}"/>
              </a:ext>
            </a:extLst>
          </p:cNvPr>
          <p:cNvSpPr/>
          <p:nvPr userDrawn="1"/>
        </p:nvSpPr>
        <p:spPr>
          <a:xfrm>
            <a:off x="-1" y="0"/>
            <a:ext cx="12207722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C00FA2E-4E05-4F59-9DD3-4067B8A74B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0E25A4F-DB76-42F1-AB64-8C49B5A535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B9939B-E3CD-4A75-9B1C-E1B56CB2F8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32EAF1A-069C-3F4C-834C-9B077A62C4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pic>
        <p:nvPicPr>
          <p:cNvPr id="10" name="Picture 9" descr="A picture containing text, tableware, clipart, dishware&#10;&#10;Description automatically generated">
            <a:extLst>
              <a:ext uri="{FF2B5EF4-FFF2-40B4-BE49-F238E27FC236}">
                <a16:creationId xmlns:a16="http://schemas.microsoft.com/office/drawing/2014/main" id="{188DC479-9264-324C-8690-D0FF168B8F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75305" y="6008713"/>
            <a:ext cx="3207094" cy="2752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6C87C1-E017-89F2-D479-580279663B69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66647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4" descr="A picture containing text, person, indoor&#10;&#10;Description automatically generated">
            <a:extLst>
              <a:ext uri="{FF2B5EF4-FFF2-40B4-BE49-F238E27FC236}">
                <a16:creationId xmlns:a16="http://schemas.microsoft.com/office/drawing/2014/main" id="{60DE002C-1B23-43E1-96A5-7FCE0D4BA8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915AECF-8258-4764-8518-7FE9BB0B9F6B}"/>
              </a:ext>
            </a:extLst>
          </p:cNvPr>
          <p:cNvSpPr/>
          <p:nvPr userDrawn="1"/>
        </p:nvSpPr>
        <p:spPr>
          <a:xfrm>
            <a:off x="-1" y="-16676"/>
            <a:ext cx="12192000" cy="6874676"/>
          </a:xfrm>
          <a:prstGeom prst="rect">
            <a:avLst/>
          </a:prstGeom>
          <a:gradFill>
            <a:gsLst>
              <a:gs pos="54000">
                <a:schemeClr val="tx1">
                  <a:alpha val="20873"/>
                  <a:lumMod val="94000"/>
                </a:schemeClr>
              </a:gs>
              <a:gs pos="0">
                <a:schemeClr val="bg1">
                  <a:lumMod val="0"/>
                  <a:alpha val="69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72B11314-6545-2C43-B575-51E4084401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771B5EE1-B456-8540-87E6-1E7E9A34C0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08E2D6D-92FF-164F-812F-1401066C43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38C0B5F-3738-9B46-8C3E-19F68C22B3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F1A21F-2003-6DEA-BD64-BE17AC416FA3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504356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4" descr="A person looking at a computer screen&#10;&#10;Description automatically generated with medium confidence">
            <a:extLst>
              <a:ext uri="{FF2B5EF4-FFF2-40B4-BE49-F238E27FC236}">
                <a16:creationId xmlns:a16="http://schemas.microsoft.com/office/drawing/2014/main" id="{9376E1AB-E0BF-47DC-82C5-F63615876C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D5F828D-6C56-2545-9BE5-1809273CC22C}"/>
              </a:ext>
            </a:extLst>
          </p:cNvPr>
          <p:cNvSpPr/>
          <p:nvPr userDrawn="1"/>
        </p:nvSpPr>
        <p:spPr>
          <a:xfrm>
            <a:off x="4787" y="0"/>
            <a:ext cx="12192000" cy="6858000"/>
          </a:xfrm>
          <a:prstGeom prst="rect">
            <a:avLst/>
          </a:prstGeom>
          <a:gradFill flip="none" rotWithShape="1">
            <a:gsLst>
              <a:gs pos="4300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7F2FD447-5EF1-ED42-96CF-E58AFD1D27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D91995B8-8B98-C749-AC77-6BC9679B4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1CD3A7-6D06-3D45-B00C-35F47C6F2C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7747E5A-EB4A-DD42-AECD-0591E32BE7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460323-D690-BF09-3B2E-DC744B0C0AC0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49024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97727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E96B644F-A9C2-401B-8562-DC3B10FB5CFA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cc_Tech_Logo_WH" descr="Accenture Technology wordmark in white">
            <a:extLst>
              <a:ext uri="{FF2B5EF4-FFF2-40B4-BE49-F238E27FC236}">
                <a16:creationId xmlns:a16="http://schemas.microsoft.com/office/drawing/2014/main" id="{E1C4528C-35CA-41C7-B25C-A600CD41B680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547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9926898" y="381000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Acc_Tech_Logo_WH" descr="Accenture Technology wordmark in white">
            <a:extLst>
              <a:ext uri="{FF2B5EF4-FFF2-40B4-BE49-F238E27FC236}">
                <a16:creationId xmlns:a16="http://schemas.microsoft.com/office/drawing/2014/main" id="{D858ADC7-4C7C-4404-9E70-D87FF1DC656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8802186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3625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2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Acc_Tech_Logo_WH" descr="Accenture Technology wordmark in white">
            <a:extLst>
              <a:ext uri="{FF2B5EF4-FFF2-40B4-BE49-F238E27FC236}">
                <a16:creationId xmlns:a16="http://schemas.microsoft.com/office/drawing/2014/main" id="{2DBCDDF3-9F8E-44B5-9E3F-2223C14CC4C3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89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3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13" name="Logo_WH" descr="Accenture logo in white">
            <a:extLst>
              <a:ext uri="{FF2B5EF4-FFF2-40B4-BE49-F238E27FC236}">
                <a16:creationId xmlns:a16="http://schemas.microsoft.com/office/drawing/2014/main" id="{6E8422F7-B85B-4755-B6A1-FFEA87624FF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0" y="381000"/>
            <a:ext cx="1883664" cy="496247"/>
            <a:chOff x="1561" y="187"/>
            <a:chExt cx="4536" cy="1195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64597228-D9AB-44B8-B1CD-B17ABE7714E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C5BFA133-9FE4-4FB4-968A-A369A9EF6AE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Acc_Tech_Logo_WH" descr="Accenture Technology wordmark in white">
            <a:extLst>
              <a:ext uri="{FF2B5EF4-FFF2-40B4-BE49-F238E27FC236}">
                <a16:creationId xmlns:a16="http://schemas.microsoft.com/office/drawing/2014/main" id="{77A704DC-31A8-4495-8AF1-E7E89DF738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9379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26898" y="381000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Acc_Tech_Logo_WH" descr="Accenture Technology wordmark in black">
            <a:extLst>
              <a:ext uri="{FF2B5EF4-FFF2-40B4-BE49-F238E27FC236}">
                <a16:creationId xmlns:a16="http://schemas.microsoft.com/office/drawing/2014/main" id="{C6585ED9-32B3-49DC-BF0B-CD6F5EFC2937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8802186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705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2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grpSp>
        <p:nvGrpSpPr>
          <p:cNvPr id="12" name="Logo_BL" descr="Accenture logo in black and purple">
            <a:extLst>
              <a:ext uri="{FF2B5EF4-FFF2-40B4-BE49-F238E27FC236}">
                <a16:creationId xmlns:a16="http://schemas.microsoft.com/office/drawing/2014/main" id="{9F19D48A-46F6-4BAE-97F3-DFACD8E22BA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2636" y="382725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848F740B-2A73-4970-A31A-4A0E685E66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84A90C93-9B70-4203-9499-12D2A090A8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Acc_Tech_Logo_WH" descr="Accenture Technology wordmark in black">
            <a:extLst>
              <a:ext uri="{FF2B5EF4-FFF2-40B4-BE49-F238E27FC236}">
                <a16:creationId xmlns:a16="http://schemas.microsoft.com/office/drawing/2014/main" id="{E96F42A4-2317-4355-8825-25B7BD82F6B1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255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1073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0" name="Acc_Tech_Logo_WH" descr="Accenture Technology wordmark in black">
            <a:extLst>
              <a:ext uri="{FF2B5EF4-FFF2-40B4-BE49-F238E27FC236}">
                <a16:creationId xmlns:a16="http://schemas.microsoft.com/office/drawing/2014/main" id="{054458DC-FCF6-48B1-82BA-13CDEA023B1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046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</a:t>
            </a:r>
            <a:r>
              <a:rPr lang="en-GB" err="1"/>
              <a:t>Sectra</a:t>
            </a:r>
            <a:r>
              <a:rPr lang="en-GB"/>
              <a:t>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7566C-53C2-495B-AB09-FB963677FBC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27EE6-F7FE-45B9-AE64-447923B7520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F831CF1-4D94-409F-82CE-22B21A5E6E2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30894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138DC-2E91-497C-AA8C-AB2731576A7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29E12-82E6-4A7B-A4EA-B7EBB886FDA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CB18A7F-13E9-4220-9450-D65CC24C3D0B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19880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1E867-226F-488A-A8C5-1FA9BFED95E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8F0E0-252D-49C1-B228-814B72EC1B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56EA0650-802C-4FDD-B5A4-6C182345E0D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49278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4E6FA45-B87D-4010-B3A6-50390CDC2036}"/>
              </a:ext>
            </a:extLst>
          </p:cNvPr>
          <p:cNvSpPr>
            <a:spLocks noGrp="1"/>
          </p:cNvSpPr>
          <p:nvPr>
            <p:ph type="dt" sz="half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1C212-8B21-4C54-AA4C-AE65DBACFD84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6809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59C898-565C-3242-FA11-F381C9FB7D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1875" b="21798"/>
          <a:stretch/>
        </p:blipFill>
        <p:spPr>
          <a:xfrm>
            <a:off x="0" y="0"/>
            <a:ext cx="12192000" cy="686733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7143E4C-DBC5-A30E-857B-CFBBF6DB2EB1}"/>
              </a:ext>
            </a:extLst>
          </p:cNvPr>
          <p:cNvSpPr/>
          <p:nvPr userDrawn="1"/>
        </p:nvSpPr>
        <p:spPr>
          <a:xfrm>
            <a:off x="0" y="0"/>
            <a:ext cx="12192000" cy="6867335"/>
          </a:xfrm>
          <a:prstGeom prst="rect">
            <a:avLst/>
          </a:prstGeom>
          <a:gradFill flip="none" rotWithShape="1">
            <a:gsLst>
              <a:gs pos="35000">
                <a:schemeClr val="accent3">
                  <a:alpha val="68000"/>
                  <a:lumMod val="47000"/>
                </a:schemeClr>
              </a:gs>
              <a:gs pos="79000">
                <a:schemeClr val="accent3">
                  <a:lumMod val="24000"/>
                  <a:alpha val="71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2304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4E6FA45-B87D-4010-B3A6-50390CDC2036}"/>
              </a:ext>
            </a:extLst>
          </p:cNvPr>
          <p:cNvSpPr>
            <a:spLocks noGrp="1"/>
          </p:cNvSpPr>
          <p:nvPr>
            <p:ph type="dt" sz="half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1C212-8B21-4C54-AA4C-AE65DBACFD84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074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14A41-AE1D-4ED0-AEF0-A7196671391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1BA0FB-750F-41F2-A36F-F10D6317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3231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5A837B-28FB-46DA-A9E1-BBD52F8F500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8814393-A477-4161-9DFD-00CCDF9D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78C572D-D458-4A76-90DF-0E44EED2893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2539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6ABE35-6A9F-4EFF-A45E-6FBDF564DF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FCF4C-BF6B-4DD2-AD05-1E27B9CAC8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567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8E481-807E-4A42-B3B9-E7CC3CAB467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4FD7E5F-AF3A-4FA5-9F37-A1A07B14A8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13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055B0-6CCC-412F-B2AB-95EE559FA9C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45E2E-B58E-47DE-99A6-C28BFE3B8D6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182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357AF-6031-4E46-92DB-3BF352FFDD4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D135-77B2-4CBD-8873-E996A6018B4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789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EA4AE36-551D-47A6-9ED4-90DAB2CE5ECD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6CA7D-7F0B-41E6-8974-77DD6EFDE09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25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B5FE2F-EA43-4D55-AD7B-6D2BE5328771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C2A080-C529-4EE2-8C9B-66DE4979711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230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7A206-6C55-484E-AF32-1E74F136687B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2F61A-F918-432B-B0D2-A3DA25E887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665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12A893A-4FC2-4BA5-BD11-65DA030F8476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5E893-1B46-478C-82DE-373CE5E96C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99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Alt) 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6FB760-AEF8-46F8-B73E-B0A537402A7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14156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B9165B01-6544-4059-9AE2-42F4426A038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50358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B2E96CC-0F77-4F5D-A96C-5243BDB51C0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86560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D003B29-C8CB-4629-BF53-F5AEBE6FAE2A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22762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49BB6C55-F8C8-4B99-843F-9A6047B7A3E8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0570872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25B4D7-8923-4103-941B-9DB281917809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E1F10-2744-46D6-9860-2213E0F322D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663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93E9F-9185-457C-AF55-43D1692644E3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6B548-1FC6-4BEE-85E0-F39502BAE5CD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646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2849C-95A8-476C-B86E-8FADE9EDEF8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42844-40EF-4283-B20C-E51DF85DE8DF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76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B37BA-76DF-41D7-97E2-6799C05FB045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2263A-F6D1-4212-95F4-A97D0AE0FD80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E1440906-C2CB-48C3-B0F0-9372D82C370B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893005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0599F3-5A4D-4FBE-AAE6-3CADF5732E7D}"/>
              </a:ext>
            </a:extLst>
          </p:cNvPr>
          <p:cNvSpPr>
            <a:spLocks noGrp="1"/>
          </p:cNvSpPr>
          <p:nvPr>
            <p:ph type="dt" sz="half" idx="6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636D8-D9C8-4061-966A-40D5A7E0D3DE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279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ECD5DAA7-2D65-4744-A4C4-3E3C318A0F6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C807CD7-8FE5-4E51-8390-2E27D2E32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E1239-0A43-4E5F-BE3C-558FCA5484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4D723E3B-CD32-4134-A639-8045735CC6D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565633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9" name="GTS_Purple" descr="Accenture Greater Than symbol in white">
            <a:extLst>
              <a:ext uri="{FF2B5EF4-FFF2-40B4-BE49-F238E27FC236}">
                <a16:creationId xmlns:a16="http://schemas.microsoft.com/office/drawing/2014/main" id="{8C4A6146-1E4E-44A0-BBBB-ACDCAA9D7F2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D8E7D-513C-4E47-9B34-D9704218DC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20E87-44DC-45B8-BBEC-944BF191394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ED8EF41-C8D4-472A-94FA-1EECD819C456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17160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EC080C0-D198-40BF-822E-6333F0D85D2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93DB136-9367-4F71-BB12-00E767B8BDB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042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FF0C6-094C-4FEF-9DE0-E0F01A8659A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87ABC-802F-4347-9119-8F1A3E59CC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774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F365B-6E6B-42D0-A788-DC291B18D38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FC246-178A-4E59-B0DB-2113C4E2C28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69732029-D892-4E9C-B651-A09B118D54F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>
                <a:solidFill>
                  <a:schemeClr val="bg1"/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59527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9BC0904C-6BDA-4032-94C2-6417F59042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997" y="380999"/>
            <a:ext cx="5333972" cy="2393952"/>
          </a:xfrm>
        </p:spPr>
        <p:txBody>
          <a:bodyPr anchor="ctr"/>
          <a:lstStyle>
            <a:lvl1pPr marL="0" indent="0">
              <a:buNone/>
              <a:defRPr kumimoji="0" lang="en-US" sz="36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P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lace headline here 36pt, min 30pt)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4A8D3-6058-41A2-8F04-78E76A485F40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69078F-A59C-436D-84D4-8FAB180FE56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8477001B-4C2C-4282-B6EE-0D4B7017E475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>
                <a:solidFill>
                  <a:schemeClr val="bg1"/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02052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6AE46-0FE8-4DAD-A388-14C49AA34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CF10E-CDE8-468B-A64E-68FFDBFED8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35ECF0F6-A697-4552-8206-D23F12C34FA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88245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EB2E7-0785-45A4-8430-CC38AACA9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8A0C7-A599-44BD-BEAF-471E292866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C6B77894-8DA1-4830-AE7C-61E323D7C3B1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690989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DB6FD-908B-48B9-BD48-646C8677A0A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DE2F3-EB7C-4364-AD0E-3830F234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72DFBB2-51AA-4D40-BFE2-0053D472B9F1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469408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458B6-3034-43C2-AB7C-A09935ED8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4913F-768B-49A5-BA02-72CED2D468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29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B439C2-A664-4428-9625-B6371A5FC0D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EF03CC-8DC0-420F-B0FE-3B42860532C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60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5882D-D1BF-4DE0-8753-4109C2A38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59FDF-87FF-4486-9033-65EA82B69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520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DA04B2-BD1D-D9C4-0561-40622A65F8FE}"/>
              </a:ext>
            </a:extLst>
          </p:cNvPr>
          <p:cNvSpPr/>
          <p:nvPr userDrawn="1"/>
        </p:nvSpPr>
        <p:spPr>
          <a:xfrm>
            <a:off x="6096000" y="0"/>
            <a:ext cx="6096000" cy="685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ECD5DAA7-2D65-4744-A4C4-3E3C318A0F6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C807CD7-8FE5-4E51-8390-2E27D2E32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E1239-0A43-4E5F-BE3C-558FCA5484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4D723E3B-CD32-4134-A639-8045735CC6D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245562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6.xml"/><Relationship Id="rId47" Type="http://schemas.openxmlformats.org/officeDocument/2006/relationships/tags" Target="../tags/tag21.xml"/><Relationship Id="rId63" Type="http://schemas.openxmlformats.org/officeDocument/2006/relationships/tags" Target="../tags/tag37.xml"/><Relationship Id="rId68" Type="http://schemas.openxmlformats.org/officeDocument/2006/relationships/tags" Target="../tags/tag42.xml"/><Relationship Id="rId7" Type="http://schemas.openxmlformats.org/officeDocument/2006/relationships/slideLayout" Target="../slideLayouts/slideLayout7.xml"/><Relationship Id="rId71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tags" Target="../tags/tag3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6.xml"/><Relationship Id="rId37" Type="http://schemas.openxmlformats.org/officeDocument/2006/relationships/tags" Target="../tags/tag11.xml"/><Relationship Id="rId40" Type="http://schemas.openxmlformats.org/officeDocument/2006/relationships/tags" Target="../tags/tag14.xml"/><Relationship Id="rId45" Type="http://schemas.openxmlformats.org/officeDocument/2006/relationships/tags" Target="../tags/tag19.xml"/><Relationship Id="rId53" Type="http://schemas.openxmlformats.org/officeDocument/2006/relationships/tags" Target="../tags/tag27.xml"/><Relationship Id="rId58" Type="http://schemas.openxmlformats.org/officeDocument/2006/relationships/tags" Target="../tags/tag32.xml"/><Relationship Id="rId66" Type="http://schemas.openxmlformats.org/officeDocument/2006/relationships/tags" Target="../tags/tag40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3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tags" Target="../tags/tag4.xml"/><Relationship Id="rId35" Type="http://schemas.openxmlformats.org/officeDocument/2006/relationships/tags" Target="../tags/tag9.xml"/><Relationship Id="rId43" Type="http://schemas.openxmlformats.org/officeDocument/2006/relationships/tags" Target="../tags/tag17.xml"/><Relationship Id="rId48" Type="http://schemas.openxmlformats.org/officeDocument/2006/relationships/tags" Target="../tags/tag22.xml"/><Relationship Id="rId56" Type="http://schemas.openxmlformats.org/officeDocument/2006/relationships/tags" Target="../tags/tag30.xml"/><Relationship Id="rId64" Type="http://schemas.openxmlformats.org/officeDocument/2006/relationships/tags" Target="../tags/tag38.xml"/><Relationship Id="rId69" Type="http://schemas.openxmlformats.org/officeDocument/2006/relationships/tags" Target="../tags/tag43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7.xml"/><Relationship Id="rId38" Type="http://schemas.openxmlformats.org/officeDocument/2006/relationships/tags" Target="../tags/tag12.xml"/><Relationship Id="rId46" Type="http://schemas.openxmlformats.org/officeDocument/2006/relationships/tags" Target="../tags/tag20.xml"/><Relationship Id="rId59" Type="http://schemas.openxmlformats.org/officeDocument/2006/relationships/tags" Target="../tags/tag33.xml"/><Relationship Id="rId67" Type="http://schemas.openxmlformats.org/officeDocument/2006/relationships/tags" Target="../tags/tag41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5.xml"/><Relationship Id="rId54" Type="http://schemas.openxmlformats.org/officeDocument/2006/relationships/tags" Target="../tags/tag28.xml"/><Relationship Id="rId62" Type="http://schemas.openxmlformats.org/officeDocument/2006/relationships/tags" Target="../tags/tag36.xml"/><Relationship Id="rId7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36" Type="http://schemas.openxmlformats.org/officeDocument/2006/relationships/tags" Target="../tags/tag10.xml"/><Relationship Id="rId49" Type="http://schemas.openxmlformats.org/officeDocument/2006/relationships/tags" Target="../tags/tag23.xml"/><Relationship Id="rId57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5.xml"/><Relationship Id="rId44" Type="http://schemas.openxmlformats.org/officeDocument/2006/relationships/tags" Target="../tags/tag18.xml"/><Relationship Id="rId52" Type="http://schemas.openxmlformats.org/officeDocument/2006/relationships/tags" Target="../tags/tag26.xml"/><Relationship Id="rId60" Type="http://schemas.openxmlformats.org/officeDocument/2006/relationships/tags" Target="../tags/tag34.xml"/><Relationship Id="rId65" Type="http://schemas.openxmlformats.org/officeDocument/2006/relationships/tags" Target="../tags/tag3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3.xml"/><Relationship Id="rId34" Type="http://schemas.openxmlformats.org/officeDocument/2006/relationships/tags" Target="../tags/tag8.xml"/><Relationship Id="rId50" Type="http://schemas.openxmlformats.org/officeDocument/2006/relationships/tags" Target="../tags/tag24.xml"/><Relationship Id="rId55" Type="http://schemas.openxmlformats.org/officeDocument/2006/relationships/tags" Target="../tags/tag2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47.xml"/><Relationship Id="rId34" Type="http://schemas.openxmlformats.org/officeDocument/2006/relationships/slideLayout" Target="../slideLayouts/slideLayout60.xml"/><Relationship Id="rId42" Type="http://schemas.openxmlformats.org/officeDocument/2006/relationships/slideLayout" Target="../slideLayouts/slideLayout68.xml"/><Relationship Id="rId47" Type="http://schemas.openxmlformats.org/officeDocument/2006/relationships/slideLayout" Target="../slideLayouts/slideLayout73.xml"/><Relationship Id="rId50" Type="http://schemas.openxmlformats.org/officeDocument/2006/relationships/slideLayout" Target="../slideLayouts/slideLayout76.xml"/><Relationship Id="rId55" Type="http://schemas.openxmlformats.org/officeDocument/2006/relationships/slideLayout" Target="../slideLayouts/slideLayout81.xml"/><Relationship Id="rId63" Type="http://schemas.openxmlformats.org/officeDocument/2006/relationships/slideLayout" Target="../slideLayouts/slideLayout89.xml"/><Relationship Id="rId68" Type="http://schemas.openxmlformats.org/officeDocument/2006/relationships/image" Target="../media/image2.png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9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32" Type="http://schemas.openxmlformats.org/officeDocument/2006/relationships/slideLayout" Target="../slideLayouts/slideLayout58.xml"/><Relationship Id="rId37" Type="http://schemas.openxmlformats.org/officeDocument/2006/relationships/slideLayout" Target="../slideLayouts/slideLayout63.xml"/><Relationship Id="rId40" Type="http://schemas.openxmlformats.org/officeDocument/2006/relationships/slideLayout" Target="../slideLayouts/slideLayout66.xml"/><Relationship Id="rId45" Type="http://schemas.openxmlformats.org/officeDocument/2006/relationships/slideLayout" Target="../slideLayouts/slideLayout71.xml"/><Relationship Id="rId53" Type="http://schemas.openxmlformats.org/officeDocument/2006/relationships/slideLayout" Target="../slideLayouts/slideLayout79.xml"/><Relationship Id="rId58" Type="http://schemas.openxmlformats.org/officeDocument/2006/relationships/slideLayout" Target="../slideLayouts/slideLayout84.xml"/><Relationship Id="rId66" Type="http://schemas.openxmlformats.org/officeDocument/2006/relationships/oleObject" Target="../embeddings/oleObject2.bin"/><Relationship Id="rId5" Type="http://schemas.openxmlformats.org/officeDocument/2006/relationships/slideLayout" Target="../slideLayouts/slideLayout31.xml"/><Relationship Id="rId61" Type="http://schemas.openxmlformats.org/officeDocument/2006/relationships/slideLayout" Target="../slideLayouts/slideLayout87.xml"/><Relationship Id="rId1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53.xml"/><Relationship Id="rId30" Type="http://schemas.openxmlformats.org/officeDocument/2006/relationships/slideLayout" Target="../slideLayouts/slideLayout56.xml"/><Relationship Id="rId35" Type="http://schemas.openxmlformats.org/officeDocument/2006/relationships/slideLayout" Target="../slideLayouts/slideLayout61.xml"/><Relationship Id="rId43" Type="http://schemas.openxmlformats.org/officeDocument/2006/relationships/slideLayout" Target="../slideLayouts/slideLayout69.xml"/><Relationship Id="rId48" Type="http://schemas.openxmlformats.org/officeDocument/2006/relationships/slideLayout" Target="../slideLayouts/slideLayout74.xml"/><Relationship Id="rId56" Type="http://schemas.openxmlformats.org/officeDocument/2006/relationships/slideLayout" Target="../slideLayouts/slideLayout82.xml"/><Relationship Id="rId64" Type="http://schemas.openxmlformats.org/officeDocument/2006/relationships/theme" Target="../theme/theme2.xml"/><Relationship Id="rId8" Type="http://schemas.openxmlformats.org/officeDocument/2006/relationships/slideLayout" Target="../slideLayouts/slideLayout34.xml"/><Relationship Id="rId51" Type="http://schemas.openxmlformats.org/officeDocument/2006/relationships/slideLayout" Target="../slideLayouts/slideLayout77.xml"/><Relationship Id="rId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33" Type="http://schemas.openxmlformats.org/officeDocument/2006/relationships/slideLayout" Target="../slideLayouts/slideLayout59.xml"/><Relationship Id="rId38" Type="http://schemas.openxmlformats.org/officeDocument/2006/relationships/slideLayout" Target="../slideLayouts/slideLayout64.xml"/><Relationship Id="rId46" Type="http://schemas.openxmlformats.org/officeDocument/2006/relationships/slideLayout" Target="../slideLayouts/slideLayout72.xml"/><Relationship Id="rId59" Type="http://schemas.openxmlformats.org/officeDocument/2006/relationships/slideLayout" Target="../slideLayouts/slideLayout85.xml"/><Relationship Id="rId67" Type="http://schemas.openxmlformats.org/officeDocument/2006/relationships/image" Target="../media/image1.emf"/><Relationship Id="rId20" Type="http://schemas.openxmlformats.org/officeDocument/2006/relationships/slideLayout" Target="../slideLayouts/slideLayout46.xml"/><Relationship Id="rId41" Type="http://schemas.openxmlformats.org/officeDocument/2006/relationships/slideLayout" Target="../slideLayouts/slideLayout67.xml"/><Relationship Id="rId54" Type="http://schemas.openxmlformats.org/officeDocument/2006/relationships/slideLayout" Target="../slideLayouts/slideLayout80.xml"/><Relationship Id="rId6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4.xml"/><Relationship Id="rId36" Type="http://schemas.openxmlformats.org/officeDocument/2006/relationships/slideLayout" Target="../slideLayouts/slideLayout62.xml"/><Relationship Id="rId49" Type="http://schemas.openxmlformats.org/officeDocument/2006/relationships/slideLayout" Target="../slideLayouts/slideLayout75.xml"/><Relationship Id="rId57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36.xml"/><Relationship Id="rId31" Type="http://schemas.openxmlformats.org/officeDocument/2006/relationships/slideLayout" Target="../slideLayouts/slideLayout57.xml"/><Relationship Id="rId44" Type="http://schemas.openxmlformats.org/officeDocument/2006/relationships/slideLayout" Target="../slideLayouts/slideLayout70.xml"/><Relationship Id="rId52" Type="http://schemas.openxmlformats.org/officeDocument/2006/relationships/slideLayout" Target="../slideLayouts/slideLayout78.xml"/><Relationship Id="rId60" Type="http://schemas.openxmlformats.org/officeDocument/2006/relationships/slideLayout" Target="../slideLayouts/slideLayout86.xml"/><Relationship Id="rId65" Type="http://schemas.openxmlformats.org/officeDocument/2006/relationships/tags" Target="../tags/tag330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39" Type="http://schemas.openxmlformats.org/officeDocument/2006/relationships/slideLayout" Target="../slideLayouts/slideLayout65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2.xml"/><Relationship Id="rId18" Type="http://schemas.openxmlformats.org/officeDocument/2006/relationships/slideLayout" Target="../slideLayouts/slideLayout107.xml"/><Relationship Id="rId26" Type="http://schemas.openxmlformats.org/officeDocument/2006/relationships/slideLayout" Target="../slideLayouts/slideLayout115.xml"/><Relationship Id="rId39" Type="http://schemas.openxmlformats.org/officeDocument/2006/relationships/slideLayout" Target="../slideLayouts/slideLayout128.xml"/><Relationship Id="rId21" Type="http://schemas.openxmlformats.org/officeDocument/2006/relationships/slideLayout" Target="../slideLayouts/slideLayout110.xml"/><Relationship Id="rId34" Type="http://schemas.openxmlformats.org/officeDocument/2006/relationships/slideLayout" Target="../slideLayouts/slideLayout123.xml"/><Relationship Id="rId42" Type="http://schemas.openxmlformats.org/officeDocument/2006/relationships/slideLayout" Target="../slideLayouts/slideLayout131.xml"/><Relationship Id="rId47" Type="http://schemas.openxmlformats.org/officeDocument/2006/relationships/slideLayout" Target="../slideLayouts/slideLayout136.xml"/><Relationship Id="rId50" Type="http://schemas.openxmlformats.org/officeDocument/2006/relationships/slideLayout" Target="../slideLayouts/slideLayout139.xml"/><Relationship Id="rId7" Type="http://schemas.openxmlformats.org/officeDocument/2006/relationships/slideLayout" Target="../slideLayouts/slideLayout96.xml"/><Relationship Id="rId2" Type="http://schemas.openxmlformats.org/officeDocument/2006/relationships/slideLayout" Target="../slideLayouts/slideLayout91.xml"/><Relationship Id="rId16" Type="http://schemas.openxmlformats.org/officeDocument/2006/relationships/slideLayout" Target="../slideLayouts/slideLayout105.xml"/><Relationship Id="rId29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00.xml"/><Relationship Id="rId24" Type="http://schemas.openxmlformats.org/officeDocument/2006/relationships/slideLayout" Target="../slideLayouts/slideLayout113.xml"/><Relationship Id="rId32" Type="http://schemas.openxmlformats.org/officeDocument/2006/relationships/slideLayout" Target="../slideLayouts/slideLayout121.xml"/><Relationship Id="rId37" Type="http://schemas.openxmlformats.org/officeDocument/2006/relationships/slideLayout" Target="../slideLayouts/slideLayout126.xml"/><Relationship Id="rId40" Type="http://schemas.openxmlformats.org/officeDocument/2006/relationships/slideLayout" Target="../slideLayouts/slideLayout129.xml"/><Relationship Id="rId45" Type="http://schemas.openxmlformats.org/officeDocument/2006/relationships/slideLayout" Target="../slideLayouts/slideLayout134.xml"/><Relationship Id="rId53" Type="http://schemas.openxmlformats.org/officeDocument/2006/relationships/theme" Target="../theme/theme3.xml"/><Relationship Id="rId5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9.xml"/><Relationship Id="rId19" Type="http://schemas.openxmlformats.org/officeDocument/2006/relationships/slideLayout" Target="../slideLayouts/slideLayout108.xml"/><Relationship Id="rId31" Type="http://schemas.openxmlformats.org/officeDocument/2006/relationships/slideLayout" Target="../slideLayouts/slideLayout120.xml"/><Relationship Id="rId44" Type="http://schemas.openxmlformats.org/officeDocument/2006/relationships/slideLayout" Target="../slideLayouts/slideLayout133.xml"/><Relationship Id="rId52" Type="http://schemas.openxmlformats.org/officeDocument/2006/relationships/slideLayout" Target="../slideLayouts/slideLayout141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103.xml"/><Relationship Id="rId22" Type="http://schemas.openxmlformats.org/officeDocument/2006/relationships/slideLayout" Target="../slideLayouts/slideLayout111.xml"/><Relationship Id="rId27" Type="http://schemas.openxmlformats.org/officeDocument/2006/relationships/slideLayout" Target="../slideLayouts/slideLayout116.xml"/><Relationship Id="rId30" Type="http://schemas.openxmlformats.org/officeDocument/2006/relationships/slideLayout" Target="../slideLayouts/slideLayout119.xml"/><Relationship Id="rId35" Type="http://schemas.openxmlformats.org/officeDocument/2006/relationships/slideLayout" Target="../slideLayouts/slideLayout124.xml"/><Relationship Id="rId43" Type="http://schemas.openxmlformats.org/officeDocument/2006/relationships/slideLayout" Target="../slideLayouts/slideLayout132.xml"/><Relationship Id="rId48" Type="http://schemas.openxmlformats.org/officeDocument/2006/relationships/slideLayout" Target="../slideLayouts/slideLayout137.xml"/><Relationship Id="rId8" Type="http://schemas.openxmlformats.org/officeDocument/2006/relationships/slideLayout" Target="../slideLayouts/slideLayout97.xml"/><Relationship Id="rId51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6.xml"/><Relationship Id="rId25" Type="http://schemas.openxmlformats.org/officeDocument/2006/relationships/slideLayout" Target="../slideLayouts/slideLayout114.xml"/><Relationship Id="rId33" Type="http://schemas.openxmlformats.org/officeDocument/2006/relationships/slideLayout" Target="../slideLayouts/slideLayout122.xml"/><Relationship Id="rId38" Type="http://schemas.openxmlformats.org/officeDocument/2006/relationships/slideLayout" Target="../slideLayouts/slideLayout127.xml"/><Relationship Id="rId46" Type="http://schemas.openxmlformats.org/officeDocument/2006/relationships/slideLayout" Target="../slideLayouts/slideLayout135.xml"/><Relationship Id="rId20" Type="http://schemas.openxmlformats.org/officeDocument/2006/relationships/slideLayout" Target="../slideLayouts/slideLayout109.xml"/><Relationship Id="rId41" Type="http://schemas.openxmlformats.org/officeDocument/2006/relationships/slideLayout" Target="../slideLayouts/slideLayout130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104.xml"/><Relationship Id="rId23" Type="http://schemas.openxmlformats.org/officeDocument/2006/relationships/slideLayout" Target="../slideLayouts/slideLayout112.xml"/><Relationship Id="rId28" Type="http://schemas.openxmlformats.org/officeDocument/2006/relationships/slideLayout" Target="../slideLayouts/slideLayout117.xml"/><Relationship Id="rId36" Type="http://schemas.openxmlformats.org/officeDocument/2006/relationships/slideLayout" Target="../slideLayouts/slideLayout125.xml"/><Relationship Id="rId49" Type="http://schemas.openxmlformats.org/officeDocument/2006/relationships/slideLayout" Target="../slideLayouts/slideLayout1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7FC086D-550C-0391-52E6-60372882047E}"/>
              </a:ext>
            </a:extLst>
          </p:cNvPr>
          <p:cNvGraphicFramePr>
            <a:graphicFrameLocks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4203103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0" imgW="347" imgH="348" progId="TCLayout.ActiveDocument.1">
                  <p:embed/>
                </p:oleObj>
              </mc:Choice>
              <mc:Fallback>
                <p:oleObj name="think-cell Slide" r:id="rId70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24" r:id="rId13"/>
    <p:sldLayoutId id="2147484225" r:id="rId14"/>
    <p:sldLayoutId id="2147484226" r:id="rId15"/>
    <p:sldLayoutId id="2147484227" r:id="rId16"/>
    <p:sldLayoutId id="2147484228" r:id="rId17"/>
    <p:sldLayoutId id="2147484229" r:id="rId18"/>
    <p:sldLayoutId id="2147484230" r:id="rId19"/>
    <p:sldLayoutId id="2147484231" r:id="rId20"/>
    <p:sldLayoutId id="2147484232" r:id="rId21"/>
    <p:sldLayoutId id="2147484233" r:id="rId22"/>
    <p:sldLayoutId id="2147484234" r:id="rId23"/>
    <p:sldLayoutId id="2147484235" r:id="rId24"/>
    <p:sldLayoutId id="2147484237" r:id="rId25"/>
    <p:sldLayoutId id="2147484242" r:id="rId2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CF5D5EA-1A50-D41E-CDAE-1F3E1570EF9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5"/>
            </p:custDataLst>
            <p:extLst>
              <p:ext uri="{D42A27DB-BD31-4B8C-83A1-F6EECF244321}">
                <p14:modId xmlns:p14="http://schemas.microsoft.com/office/powerpoint/2010/main" val="11668969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6" imgW="347" imgH="348" progId="TCLayout.ActiveDocument.1">
                  <p:embed/>
                </p:oleObj>
              </mc:Choice>
              <mc:Fallback>
                <p:oleObj name="think-cell Slide" r:id="rId66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DCDE1A5-7B8C-446C-B047-DEF343C830D4}" type="datetime2">
              <a:rPr lang="en-US" smtClean="0"/>
              <a:t>Monday, April 20, 2026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E64BB5-293E-D74C-96B6-4768814626F5}"/>
              </a:ext>
            </a:extLst>
          </p:cNvPr>
          <p:cNvPicPr>
            <a:picLocks noChangeAspect="1"/>
          </p:cNvPicPr>
          <p:nvPr userDrawn="1"/>
        </p:nvPicPr>
        <p:blipFill>
          <a:blip r:embed="rId6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4840" y="6482516"/>
            <a:ext cx="184343" cy="2023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606719-3FB5-224D-8C01-ABD74F283F45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t>Copyright © 2022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17F41D-28E5-574C-BC33-F53458649F22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95606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9" r:id="rId1"/>
    <p:sldLayoutId id="2147484330" r:id="rId2"/>
    <p:sldLayoutId id="2147484331" r:id="rId3"/>
    <p:sldLayoutId id="2147484332" r:id="rId4"/>
    <p:sldLayoutId id="2147484333" r:id="rId5"/>
    <p:sldLayoutId id="2147484334" r:id="rId6"/>
    <p:sldLayoutId id="2147484335" r:id="rId7"/>
    <p:sldLayoutId id="2147484336" r:id="rId8"/>
    <p:sldLayoutId id="2147484337" r:id="rId9"/>
    <p:sldLayoutId id="2147484338" r:id="rId10"/>
    <p:sldLayoutId id="2147484339" r:id="rId11"/>
    <p:sldLayoutId id="2147484340" r:id="rId12"/>
    <p:sldLayoutId id="2147484341" r:id="rId13"/>
    <p:sldLayoutId id="2147484342" r:id="rId14"/>
    <p:sldLayoutId id="2147484343" r:id="rId15"/>
    <p:sldLayoutId id="2147484344" r:id="rId16"/>
    <p:sldLayoutId id="2147484345" r:id="rId17"/>
    <p:sldLayoutId id="2147484346" r:id="rId18"/>
    <p:sldLayoutId id="2147484347" r:id="rId19"/>
    <p:sldLayoutId id="2147484348" r:id="rId20"/>
    <p:sldLayoutId id="2147484349" r:id="rId21"/>
    <p:sldLayoutId id="2147484350" r:id="rId22"/>
    <p:sldLayoutId id="2147484351" r:id="rId23"/>
    <p:sldLayoutId id="2147484352" r:id="rId24"/>
    <p:sldLayoutId id="2147484353" r:id="rId25"/>
    <p:sldLayoutId id="2147484354" r:id="rId26"/>
    <p:sldLayoutId id="2147484355" r:id="rId27"/>
    <p:sldLayoutId id="2147484356" r:id="rId28"/>
    <p:sldLayoutId id="2147484357" r:id="rId29"/>
    <p:sldLayoutId id="2147484358" r:id="rId30"/>
    <p:sldLayoutId id="2147484359" r:id="rId31"/>
    <p:sldLayoutId id="2147484360" r:id="rId32"/>
    <p:sldLayoutId id="2147484361" r:id="rId33"/>
    <p:sldLayoutId id="2147484362" r:id="rId34"/>
    <p:sldLayoutId id="2147484363" r:id="rId35"/>
    <p:sldLayoutId id="2147484364" r:id="rId36"/>
    <p:sldLayoutId id="2147484365" r:id="rId37"/>
    <p:sldLayoutId id="2147484366" r:id="rId38"/>
    <p:sldLayoutId id="2147484367" r:id="rId39"/>
    <p:sldLayoutId id="2147484368" r:id="rId40"/>
    <p:sldLayoutId id="2147484369" r:id="rId41"/>
    <p:sldLayoutId id="2147484370" r:id="rId42"/>
    <p:sldLayoutId id="2147484371" r:id="rId43"/>
    <p:sldLayoutId id="2147484372" r:id="rId44"/>
    <p:sldLayoutId id="2147484373" r:id="rId45"/>
    <p:sldLayoutId id="2147484374" r:id="rId46"/>
    <p:sldLayoutId id="2147484375" r:id="rId47"/>
    <p:sldLayoutId id="2147484376" r:id="rId48"/>
    <p:sldLayoutId id="2147484377" r:id="rId49"/>
    <p:sldLayoutId id="2147484378" r:id="rId50"/>
    <p:sldLayoutId id="2147484379" r:id="rId51"/>
    <p:sldLayoutId id="2147484380" r:id="rId52"/>
    <p:sldLayoutId id="2147484381" r:id="rId53"/>
    <p:sldLayoutId id="2147484382" r:id="rId54"/>
    <p:sldLayoutId id="2147484383" r:id="rId55"/>
    <p:sldLayoutId id="2147484384" r:id="rId56"/>
    <p:sldLayoutId id="2147484385" r:id="rId57"/>
    <p:sldLayoutId id="2147484386" r:id="rId58"/>
    <p:sldLayoutId id="2147484387" r:id="rId59"/>
    <p:sldLayoutId id="2147484388" r:id="rId60"/>
    <p:sldLayoutId id="2147484389" r:id="rId61"/>
    <p:sldLayoutId id="2147484390" r:id="rId62"/>
    <p:sldLayoutId id="2147484391" r:id="rId63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5ACBF0"/>
          </p15:clr>
        </p15:guide>
        <p15:guide id="2" orient="horz" pos="3976">
          <p15:clr>
            <a:srgbClr val="5ACBF0"/>
          </p15:clr>
        </p15:guide>
        <p15:guide id="3" pos="240">
          <p15:clr>
            <a:srgbClr val="5ACBF0"/>
          </p15:clr>
        </p15:guide>
        <p15:guide id="4" pos="7440">
          <p15:clr>
            <a:srgbClr val="5ACBF0"/>
          </p15:clr>
        </p15:guide>
        <p15:guide id="5" orient="horz" pos="4148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5AB957F-03D6-48C8-8F91-1AE64BEA36C5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7773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3" r:id="rId1"/>
    <p:sldLayoutId id="2147484394" r:id="rId2"/>
    <p:sldLayoutId id="2147484395" r:id="rId3"/>
    <p:sldLayoutId id="2147484396" r:id="rId4"/>
    <p:sldLayoutId id="2147484397" r:id="rId5"/>
    <p:sldLayoutId id="2147484398" r:id="rId6"/>
    <p:sldLayoutId id="2147484399" r:id="rId7"/>
    <p:sldLayoutId id="2147484400" r:id="rId8"/>
    <p:sldLayoutId id="2147484401" r:id="rId9"/>
    <p:sldLayoutId id="2147484402" r:id="rId10"/>
    <p:sldLayoutId id="2147484403" r:id="rId11"/>
    <p:sldLayoutId id="2147484404" r:id="rId12"/>
    <p:sldLayoutId id="2147484405" r:id="rId13"/>
    <p:sldLayoutId id="2147484406" r:id="rId14"/>
    <p:sldLayoutId id="2147484407" r:id="rId15"/>
    <p:sldLayoutId id="2147484408" r:id="rId16"/>
    <p:sldLayoutId id="2147484409" r:id="rId17"/>
    <p:sldLayoutId id="2147484410" r:id="rId18"/>
    <p:sldLayoutId id="2147484411" r:id="rId19"/>
    <p:sldLayoutId id="2147484412" r:id="rId20"/>
    <p:sldLayoutId id="2147484413" r:id="rId21"/>
    <p:sldLayoutId id="2147484414" r:id="rId22"/>
    <p:sldLayoutId id="2147484415" r:id="rId23"/>
    <p:sldLayoutId id="2147484416" r:id="rId24"/>
    <p:sldLayoutId id="2147484417" r:id="rId25"/>
    <p:sldLayoutId id="2147484418" r:id="rId26"/>
    <p:sldLayoutId id="2147484419" r:id="rId27"/>
    <p:sldLayoutId id="2147484420" r:id="rId28"/>
    <p:sldLayoutId id="2147484421" r:id="rId29"/>
    <p:sldLayoutId id="2147484422" r:id="rId30"/>
    <p:sldLayoutId id="2147484423" r:id="rId31"/>
    <p:sldLayoutId id="2147484424" r:id="rId32"/>
    <p:sldLayoutId id="2147484425" r:id="rId33"/>
    <p:sldLayoutId id="2147484426" r:id="rId34"/>
    <p:sldLayoutId id="2147484427" r:id="rId35"/>
    <p:sldLayoutId id="2147484428" r:id="rId36"/>
    <p:sldLayoutId id="2147484429" r:id="rId37"/>
    <p:sldLayoutId id="2147484430" r:id="rId38"/>
    <p:sldLayoutId id="2147484431" r:id="rId39"/>
    <p:sldLayoutId id="2147484432" r:id="rId40"/>
    <p:sldLayoutId id="2147484433" r:id="rId41"/>
    <p:sldLayoutId id="2147484434" r:id="rId42"/>
    <p:sldLayoutId id="2147484435" r:id="rId43"/>
    <p:sldLayoutId id="2147484436" r:id="rId44"/>
    <p:sldLayoutId id="2147484437" r:id="rId45"/>
    <p:sldLayoutId id="2147484438" r:id="rId46"/>
    <p:sldLayoutId id="2147484439" r:id="rId47"/>
    <p:sldLayoutId id="2147484440" r:id="rId48"/>
    <p:sldLayoutId id="2147484441" r:id="rId49"/>
    <p:sldLayoutId id="2147484442" r:id="rId50"/>
    <p:sldLayoutId id="2147484443" r:id="rId51"/>
    <p:sldLayoutId id="2147484444" r:id="rId52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31.xml"/><Relationship Id="rId4" Type="http://schemas.openxmlformats.org/officeDocument/2006/relationships/image" Target="../media/image44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90BE4D5-08D2-59F2-0CD5-7181975E1EA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33517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90BE4D5-08D2-59F2-0CD5-7181975E1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535322D-A95F-C1F4-D59D-01B90C3A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5" y="1706563"/>
            <a:ext cx="4091405" cy="694944"/>
          </a:xfrm>
        </p:spPr>
        <p:txBody>
          <a:bodyPr vert="horz" rIns="0"/>
          <a:lstStyle/>
          <a:p>
            <a:r>
              <a:rPr lang="en-US" sz="4800" dirty="0"/>
              <a:t>Visual Models and Narrative Shapes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BB805-14C4-4924-87EF-2ABC679C3C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1D0342-6445-4D1F-DF3B-044094208C85}"/>
              </a:ext>
            </a:extLst>
          </p:cNvPr>
          <p:cNvSpPr txBox="1">
            <a:spLocks/>
          </p:cNvSpPr>
          <p:nvPr/>
        </p:nvSpPr>
        <p:spPr>
          <a:xfrm>
            <a:off x="5380714" y="1680071"/>
            <a:ext cx="6626620" cy="41248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GB" sz="41300" dirty="0">
                <a:solidFill>
                  <a:schemeClr val="tx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6958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0481F90E-4203-2D44-BCEE-6DE3576872AE}"/>
              </a:ext>
            </a:extLst>
          </p:cNvPr>
          <p:cNvSpPr txBox="1">
            <a:spLocks/>
          </p:cNvSpPr>
          <p:nvPr/>
        </p:nvSpPr>
        <p:spPr>
          <a:xfrm>
            <a:off x="412586" y="339365"/>
            <a:ext cx="10905239" cy="775451"/>
          </a:xfrm>
          <a:prstGeom prst="rect">
            <a:avLst/>
          </a:prstGeom>
        </p:spPr>
        <p:txBody>
          <a:bodyPr/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Title – 2 lines text. Kanye, Adam Neumann, Elizabeth Holmes all walk into a Lower East Side bar and …</a:t>
            </a:r>
          </a:p>
        </p:txBody>
      </p:sp>
      <p:sp>
        <p:nvSpPr>
          <p:cNvPr id="40" name="Slide Number Placeholder 1">
            <a:extLst>
              <a:ext uri="{FF2B5EF4-FFF2-40B4-BE49-F238E27FC236}">
                <a16:creationId xmlns:a16="http://schemas.microsoft.com/office/drawing/2014/main" id="{E9B0BD63-94EA-1C4E-ACA6-D5FF91C10777}"/>
              </a:ext>
            </a:extLst>
          </p:cNvPr>
          <p:cNvSpPr txBox="1">
            <a:spLocks/>
          </p:cNvSpPr>
          <p:nvPr/>
        </p:nvSpPr>
        <p:spPr>
          <a:xfrm>
            <a:off x="11806238" y="6518275"/>
            <a:ext cx="385762" cy="2063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noFill/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83" name="Freeform 5">
            <a:extLst>
              <a:ext uri="{FF2B5EF4-FFF2-40B4-BE49-F238E27FC236}">
                <a16:creationId xmlns:a16="http://schemas.microsoft.com/office/drawing/2014/main" id="{7B622C2E-1068-BF4E-A3DD-6BC57E9DF83B}"/>
              </a:ext>
            </a:extLst>
          </p:cNvPr>
          <p:cNvSpPr>
            <a:spLocks noEditPoints="1"/>
          </p:cNvSpPr>
          <p:nvPr/>
        </p:nvSpPr>
        <p:spPr bwMode="auto">
          <a:xfrm>
            <a:off x="10310433" y="1846390"/>
            <a:ext cx="1192213" cy="1063625"/>
          </a:xfrm>
          <a:custGeom>
            <a:avLst/>
            <a:gdLst>
              <a:gd name="T0" fmla="*/ 181 w 362"/>
              <a:gd name="T1" fmla="*/ 266 h 323"/>
              <a:gd name="T2" fmla="*/ 114 w 362"/>
              <a:gd name="T3" fmla="*/ 242 h 323"/>
              <a:gd name="T4" fmla="*/ 100 w 362"/>
              <a:gd name="T5" fmla="*/ 95 h 323"/>
              <a:gd name="T6" fmla="*/ 181 w 362"/>
              <a:gd name="T7" fmla="*/ 57 h 323"/>
              <a:gd name="T8" fmla="*/ 248 w 362"/>
              <a:gd name="T9" fmla="*/ 81 h 323"/>
              <a:gd name="T10" fmla="*/ 262 w 362"/>
              <a:gd name="T11" fmla="*/ 228 h 323"/>
              <a:gd name="T12" fmla="*/ 181 w 362"/>
              <a:gd name="T13" fmla="*/ 266 h 323"/>
              <a:gd name="T14" fmla="*/ 181 w 362"/>
              <a:gd name="T15" fmla="*/ 0 h 323"/>
              <a:gd name="T16" fmla="*/ 57 w 362"/>
              <a:gd name="T17" fmla="*/ 59 h 323"/>
              <a:gd name="T18" fmla="*/ 78 w 362"/>
              <a:gd name="T19" fmla="*/ 286 h 323"/>
              <a:gd name="T20" fmla="*/ 181 w 362"/>
              <a:gd name="T21" fmla="*/ 323 h 323"/>
              <a:gd name="T22" fmla="*/ 305 w 362"/>
              <a:gd name="T23" fmla="*/ 264 h 323"/>
              <a:gd name="T24" fmla="*/ 284 w 362"/>
              <a:gd name="T25" fmla="*/ 37 h 323"/>
              <a:gd name="T26" fmla="*/ 181 w 362"/>
              <a:gd name="T27" fmla="*/ 0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2" h="323">
                <a:moveTo>
                  <a:pt x="181" y="266"/>
                </a:moveTo>
                <a:cubicBezTo>
                  <a:pt x="157" y="266"/>
                  <a:pt x="134" y="258"/>
                  <a:pt x="114" y="242"/>
                </a:cubicBezTo>
                <a:cubicBezTo>
                  <a:pt x="70" y="205"/>
                  <a:pt x="63" y="139"/>
                  <a:pt x="100" y="95"/>
                </a:cubicBezTo>
                <a:cubicBezTo>
                  <a:pt x="121" y="70"/>
                  <a:pt x="151" y="57"/>
                  <a:pt x="181" y="57"/>
                </a:cubicBezTo>
                <a:cubicBezTo>
                  <a:pt x="205" y="57"/>
                  <a:pt x="228" y="65"/>
                  <a:pt x="248" y="81"/>
                </a:cubicBezTo>
                <a:cubicBezTo>
                  <a:pt x="292" y="118"/>
                  <a:pt x="299" y="184"/>
                  <a:pt x="262" y="228"/>
                </a:cubicBezTo>
                <a:cubicBezTo>
                  <a:pt x="241" y="253"/>
                  <a:pt x="211" y="266"/>
                  <a:pt x="181" y="266"/>
                </a:cubicBezTo>
                <a:moveTo>
                  <a:pt x="181" y="0"/>
                </a:moveTo>
                <a:cubicBezTo>
                  <a:pt x="135" y="0"/>
                  <a:pt x="89" y="20"/>
                  <a:pt x="57" y="59"/>
                </a:cubicBezTo>
                <a:cubicBezTo>
                  <a:pt x="0" y="128"/>
                  <a:pt x="10" y="229"/>
                  <a:pt x="78" y="286"/>
                </a:cubicBezTo>
                <a:cubicBezTo>
                  <a:pt x="108" y="311"/>
                  <a:pt x="145" y="323"/>
                  <a:pt x="181" y="323"/>
                </a:cubicBezTo>
                <a:cubicBezTo>
                  <a:pt x="227" y="323"/>
                  <a:pt x="273" y="303"/>
                  <a:pt x="305" y="264"/>
                </a:cubicBezTo>
                <a:cubicBezTo>
                  <a:pt x="362" y="196"/>
                  <a:pt x="352" y="94"/>
                  <a:pt x="284" y="37"/>
                </a:cubicBezTo>
                <a:cubicBezTo>
                  <a:pt x="254" y="12"/>
                  <a:pt x="217" y="0"/>
                  <a:pt x="181" y="0"/>
                </a:cubicBezTo>
              </a:path>
            </a:pathLst>
          </a:custGeom>
          <a:solidFill>
            <a:schemeClr val="accent4"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84" name="Freeform 6">
            <a:extLst>
              <a:ext uri="{FF2B5EF4-FFF2-40B4-BE49-F238E27FC236}">
                <a16:creationId xmlns:a16="http://schemas.microsoft.com/office/drawing/2014/main" id="{5A6EABE4-5129-774F-B778-8E380CF8B063}"/>
              </a:ext>
            </a:extLst>
          </p:cNvPr>
          <p:cNvSpPr>
            <a:spLocks noEditPoints="1"/>
          </p:cNvSpPr>
          <p:nvPr/>
        </p:nvSpPr>
        <p:spPr bwMode="auto">
          <a:xfrm>
            <a:off x="704470" y="4949952"/>
            <a:ext cx="1192213" cy="1060450"/>
          </a:xfrm>
          <a:custGeom>
            <a:avLst/>
            <a:gdLst>
              <a:gd name="T0" fmla="*/ 181 w 362"/>
              <a:gd name="T1" fmla="*/ 266 h 322"/>
              <a:gd name="T2" fmla="*/ 114 w 362"/>
              <a:gd name="T3" fmla="*/ 242 h 322"/>
              <a:gd name="T4" fmla="*/ 100 w 362"/>
              <a:gd name="T5" fmla="*/ 94 h 322"/>
              <a:gd name="T6" fmla="*/ 181 w 362"/>
              <a:gd name="T7" fmla="*/ 56 h 322"/>
              <a:gd name="T8" fmla="*/ 248 w 362"/>
              <a:gd name="T9" fmla="*/ 80 h 322"/>
              <a:gd name="T10" fmla="*/ 262 w 362"/>
              <a:gd name="T11" fmla="*/ 228 h 322"/>
              <a:gd name="T12" fmla="*/ 181 w 362"/>
              <a:gd name="T13" fmla="*/ 266 h 322"/>
              <a:gd name="T14" fmla="*/ 181 w 362"/>
              <a:gd name="T15" fmla="*/ 0 h 322"/>
              <a:gd name="T16" fmla="*/ 57 w 362"/>
              <a:gd name="T17" fmla="*/ 59 h 322"/>
              <a:gd name="T18" fmla="*/ 78 w 362"/>
              <a:gd name="T19" fmla="*/ 285 h 322"/>
              <a:gd name="T20" fmla="*/ 181 w 362"/>
              <a:gd name="T21" fmla="*/ 322 h 322"/>
              <a:gd name="T22" fmla="*/ 305 w 362"/>
              <a:gd name="T23" fmla="*/ 264 h 322"/>
              <a:gd name="T24" fmla="*/ 284 w 362"/>
              <a:gd name="T25" fmla="*/ 37 h 322"/>
              <a:gd name="T26" fmla="*/ 181 w 362"/>
              <a:gd name="T27" fmla="*/ 0 h 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2" h="322">
                <a:moveTo>
                  <a:pt x="181" y="266"/>
                </a:moveTo>
                <a:cubicBezTo>
                  <a:pt x="157" y="266"/>
                  <a:pt x="134" y="258"/>
                  <a:pt x="114" y="242"/>
                </a:cubicBezTo>
                <a:cubicBezTo>
                  <a:pt x="70" y="205"/>
                  <a:pt x="63" y="139"/>
                  <a:pt x="100" y="94"/>
                </a:cubicBezTo>
                <a:cubicBezTo>
                  <a:pt x="121" y="69"/>
                  <a:pt x="151" y="56"/>
                  <a:pt x="181" y="56"/>
                </a:cubicBezTo>
                <a:cubicBezTo>
                  <a:pt x="204" y="56"/>
                  <a:pt x="228" y="64"/>
                  <a:pt x="248" y="80"/>
                </a:cubicBezTo>
                <a:cubicBezTo>
                  <a:pt x="292" y="117"/>
                  <a:pt x="298" y="183"/>
                  <a:pt x="262" y="228"/>
                </a:cubicBezTo>
                <a:cubicBezTo>
                  <a:pt x="241" y="253"/>
                  <a:pt x="211" y="266"/>
                  <a:pt x="181" y="266"/>
                </a:cubicBezTo>
                <a:moveTo>
                  <a:pt x="181" y="0"/>
                </a:moveTo>
                <a:cubicBezTo>
                  <a:pt x="135" y="0"/>
                  <a:pt x="88" y="20"/>
                  <a:pt x="57" y="59"/>
                </a:cubicBezTo>
                <a:cubicBezTo>
                  <a:pt x="0" y="127"/>
                  <a:pt x="10" y="229"/>
                  <a:pt x="78" y="285"/>
                </a:cubicBezTo>
                <a:cubicBezTo>
                  <a:pt x="108" y="310"/>
                  <a:pt x="145" y="322"/>
                  <a:pt x="181" y="322"/>
                </a:cubicBezTo>
                <a:cubicBezTo>
                  <a:pt x="227" y="322"/>
                  <a:pt x="273" y="302"/>
                  <a:pt x="305" y="264"/>
                </a:cubicBezTo>
                <a:cubicBezTo>
                  <a:pt x="362" y="195"/>
                  <a:pt x="352" y="94"/>
                  <a:pt x="284" y="37"/>
                </a:cubicBezTo>
                <a:cubicBezTo>
                  <a:pt x="253" y="12"/>
                  <a:pt x="217" y="0"/>
                  <a:pt x="181" y="0"/>
                </a:cubicBezTo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85" name="Freeform 7">
            <a:extLst>
              <a:ext uri="{FF2B5EF4-FFF2-40B4-BE49-F238E27FC236}">
                <a16:creationId xmlns:a16="http://schemas.microsoft.com/office/drawing/2014/main" id="{B03ABE35-36B8-2641-84DF-6A7CBF8F41A5}"/>
              </a:ext>
            </a:extLst>
          </p:cNvPr>
          <p:cNvSpPr>
            <a:spLocks/>
          </p:cNvSpPr>
          <p:nvPr/>
        </p:nvSpPr>
        <p:spPr bwMode="auto">
          <a:xfrm>
            <a:off x="910845" y="5094415"/>
            <a:ext cx="774700" cy="774700"/>
          </a:xfrm>
          <a:custGeom>
            <a:avLst/>
            <a:gdLst>
              <a:gd name="T0" fmla="*/ 185 w 235"/>
              <a:gd name="T1" fmla="*/ 36 h 235"/>
              <a:gd name="T2" fmla="*/ 199 w 235"/>
              <a:gd name="T3" fmla="*/ 184 h 235"/>
              <a:gd name="T4" fmla="*/ 51 w 235"/>
              <a:gd name="T5" fmla="*/ 198 h 235"/>
              <a:gd name="T6" fmla="*/ 37 w 235"/>
              <a:gd name="T7" fmla="*/ 50 h 235"/>
              <a:gd name="T8" fmla="*/ 185 w 235"/>
              <a:gd name="T9" fmla="*/ 36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5" h="235">
                <a:moveTo>
                  <a:pt x="185" y="36"/>
                </a:moveTo>
                <a:cubicBezTo>
                  <a:pt x="229" y="73"/>
                  <a:pt x="235" y="139"/>
                  <a:pt x="199" y="184"/>
                </a:cubicBezTo>
                <a:cubicBezTo>
                  <a:pt x="162" y="228"/>
                  <a:pt x="96" y="235"/>
                  <a:pt x="51" y="198"/>
                </a:cubicBezTo>
                <a:cubicBezTo>
                  <a:pt x="7" y="161"/>
                  <a:pt x="0" y="95"/>
                  <a:pt x="37" y="50"/>
                </a:cubicBezTo>
                <a:cubicBezTo>
                  <a:pt x="74" y="6"/>
                  <a:pt x="140" y="0"/>
                  <a:pt x="185" y="3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86" name="Freeform 8">
            <a:extLst>
              <a:ext uri="{FF2B5EF4-FFF2-40B4-BE49-F238E27FC236}">
                <a16:creationId xmlns:a16="http://schemas.microsoft.com/office/drawing/2014/main" id="{9BC087E8-F7EA-354C-9820-0809A7920117}"/>
              </a:ext>
            </a:extLst>
          </p:cNvPr>
          <p:cNvSpPr>
            <a:spLocks noEditPoints="1"/>
          </p:cNvSpPr>
          <p:nvPr/>
        </p:nvSpPr>
        <p:spPr bwMode="auto">
          <a:xfrm>
            <a:off x="1883983" y="5473827"/>
            <a:ext cx="1193800" cy="1060450"/>
          </a:xfrm>
          <a:custGeom>
            <a:avLst/>
            <a:gdLst>
              <a:gd name="T0" fmla="*/ 181 w 362"/>
              <a:gd name="T1" fmla="*/ 266 h 322"/>
              <a:gd name="T2" fmla="*/ 115 w 362"/>
              <a:gd name="T3" fmla="*/ 242 h 322"/>
              <a:gd name="T4" fmla="*/ 101 w 362"/>
              <a:gd name="T5" fmla="*/ 94 h 322"/>
              <a:gd name="T6" fmla="*/ 181 w 362"/>
              <a:gd name="T7" fmla="*/ 56 h 322"/>
              <a:gd name="T8" fmla="*/ 248 w 362"/>
              <a:gd name="T9" fmla="*/ 80 h 322"/>
              <a:gd name="T10" fmla="*/ 262 w 362"/>
              <a:gd name="T11" fmla="*/ 228 h 322"/>
              <a:gd name="T12" fmla="*/ 181 w 362"/>
              <a:gd name="T13" fmla="*/ 266 h 322"/>
              <a:gd name="T14" fmla="*/ 181 w 362"/>
              <a:gd name="T15" fmla="*/ 0 h 322"/>
              <a:gd name="T16" fmla="*/ 57 w 362"/>
              <a:gd name="T17" fmla="*/ 59 h 322"/>
              <a:gd name="T18" fmla="*/ 79 w 362"/>
              <a:gd name="T19" fmla="*/ 285 h 322"/>
              <a:gd name="T20" fmla="*/ 181 w 362"/>
              <a:gd name="T21" fmla="*/ 322 h 322"/>
              <a:gd name="T22" fmla="*/ 306 w 362"/>
              <a:gd name="T23" fmla="*/ 264 h 322"/>
              <a:gd name="T24" fmla="*/ 284 w 362"/>
              <a:gd name="T25" fmla="*/ 37 h 322"/>
              <a:gd name="T26" fmla="*/ 181 w 362"/>
              <a:gd name="T27" fmla="*/ 0 h 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2" h="322">
                <a:moveTo>
                  <a:pt x="181" y="266"/>
                </a:moveTo>
                <a:cubicBezTo>
                  <a:pt x="158" y="266"/>
                  <a:pt x="134" y="258"/>
                  <a:pt x="115" y="242"/>
                </a:cubicBezTo>
                <a:cubicBezTo>
                  <a:pt x="70" y="205"/>
                  <a:pt x="64" y="139"/>
                  <a:pt x="101" y="94"/>
                </a:cubicBezTo>
                <a:cubicBezTo>
                  <a:pt x="121" y="69"/>
                  <a:pt x="151" y="56"/>
                  <a:pt x="181" y="56"/>
                </a:cubicBezTo>
                <a:cubicBezTo>
                  <a:pt x="205" y="56"/>
                  <a:pt x="228" y="64"/>
                  <a:pt x="248" y="80"/>
                </a:cubicBezTo>
                <a:cubicBezTo>
                  <a:pt x="293" y="117"/>
                  <a:pt x="299" y="183"/>
                  <a:pt x="262" y="228"/>
                </a:cubicBezTo>
                <a:cubicBezTo>
                  <a:pt x="241" y="253"/>
                  <a:pt x="211" y="266"/>
                  <a:pt x="181" y="266"/>
                </a:cubicBezTo>
                <a:moveTo>
                  <a:pt x="181" y="0"/>
                </a:moveTo>
                <a:cubicBezTo>
                  <a:pt x="135" y="0"/>
                  <a:pt x="89" y="20"/>
                  <a:pt x="57" y="59"/>
                </a:cubicBezTo>
                <a:cubicBezTo>
                  <a:pt x="0" y="127"/>
                  <a:pt x="10" y="229"/>
                  <a:pt x="79" y="285"/>
                </a:cubicBezTo>
                <a:cubicBezTo>
                  <a:pt x="109" y="310"/>
                  <a:pt x="145" y="322"/>
                  <a:pt x="181" y="322"/>
                </a:cubicBezTo>
                <a:cubicBezTo>
                  <a:pt x="228" y="322"/>
                  <a:pt x="274" y="302"/>
                  <a:pt x="306" y="264"/>
                </a:cubicBezTo>
                <a:cubicBezTo>
                  <a:pt x="362" y="195"/>
                  <a:pt x="353" y="94"/>
                  <a:pt x="284" y="37"/>
                </a:cubicBezTo>
                <a:cubicBezTo>
                  <a:pt x="254" y="12"/>
                  <a:pt x="218" y="0"/>
                  <a:pt x="181" y="0"/>
                </a:cubicBezTo>
              </a:path>
            </a:pathLst>
          </a:custGeom>
          <a:solidFill>
            <a:schemeClr val="accent4"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87" name="Freeform 9">
            <a:extLst>
              <a:ext uri="{FF2B5EF4-FFF2-40B4-BE49-F238E27FC236}">
                <a16:creationId xmlns:a16="http://schemas.microsoft.com/office/drawing/2014/main" id="{3309C933-F7EB-524C-8197-825FF005E557}"/>
              </a:ext>
            </a:extLst>
          </p:cNvPr>
          <p:cNvSpPr>
            <a:spLocks/>
          </p:cNvSpPr>
          <p:nvPr/>
        </p:nvSpPr>
        <p:spPr bwMode="auto">
          <a:xfrm>
            <a:off x="2095120" y="5618290"/>
            <a:ext cx="774700" cy="774700"/>
          </a:xfrm>
          <a:custGeom>
            <a:avLst/>
            <a:gdLst>
              <a:gd name="T0" fmla="*/ 184 w 235"/>
              <a:gd name="T1" fmla="*/ 36 h 235"/>
              <a:gd name="T2" fmla="*/ 198 w 235"/>
              <a:gd name="T3" fmla="*/ 184 h 235"/>
              <a:gd name="T4" fmla="*/ 51 w 235"/>
              <a:gd name="T5" fmla="*/ 198 h 235"/>
              <a:gd name="T6" fmla="*/ 37 w 235"/>
              <a:gd name="T7" fmla="*/ 51 h 235"/>
              <a:gd name="T8" fmla="*/ 184 w 235"/>
              <a:gd name="T9" fmla="*/ 36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5" h="235">
                <a:moveTo>
                  <a:pt x="184" y="36"/>
                </a:moveTo>
                <a:cubicBezTo>
                  <a:pt x="229" y="73"/>
                  <a:pt x="235" y="139"/>
                  <a:pt x="198" y="184"/>
                </a:cubicBezTo>
                <a:cubicBezTo>
                  <a:pt x="161" y="229"/>
                  <a:pt x="95" y="235"/>
                  <a:pt x="51" y="198"/>
                </a:cubicBezTo>
                <a:cubicBezTo>
                  <a:pt x="6" y="161"/>
                  <a:pt x="0" y="95"/>
                  <a:pt x="37" y="51"/>
                </a:cubicBezTo>
                <a:cubicBezTo>
                  <a:pt x="73" y="6"/>
                  <a:pt x="139" y="0"/>
                  <a:pt x="184" y="3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88" name="Freeform 10">
            <a:extLst>
              <a:ext uri="{FF2B5EF4-FFF2-40B4-BE49-F238E27FC236}">
                <a16:creationId xmlns:a16="http://schemas.microsoft.com/office/drawing/2014/main" id="{6246D66D-AF1C-6444-9A8E-58ACFC5D04B6}"/>
              </a:ext>
            </a:extLst>
          </p:cNvPr>
          <p:cNvSpPr>
            <a:spLocks noEditPoints="1"/>
          </p:cNvSpPr>
          <p:nvPr/>
        </p:nvSpPr>
        <p:spPr bwMode="auto">
          <a:xfrm>
            <a:off x="3146045" y="5473827"/>
            <a:ext cx="1193800" cy="1060450"/>
          </a:xfrm>
          <a:custGeom>
            <a:avLst/>
            <a:gdLst>
              <a:gd name="T0" fmla="*/ 76 w 362"/>
              <a:gd name="T1" fmla="*/ 161 h 322"/>
              <a:gd name="T2" fmla="*/ 100 w 362"/>
              <a:gd name="T3" fmla="*/ 94 h 322"/>
              <a:gd name="T4" fmla="*/ 181 w 362"/>
              <a:gd name="T5" fmla="*/ 56 h 322"/>
              <a:gd name="T6" fmla="*/ 204 w 362"/>
              <a:gd name="T7" fmla="*/ 59 h 322"/>
              <a:gd name="T8" fmla="*/ 247 w 362"/>
              <a:gd name="T9" fmla="*/ 80 h 322"/>
              <a:gd name="T10" fmla="*/ 250 w 362"/>
              <a:gd name="T11" fmla="*/ 83 h 322"/>
              <a:gd name="T12" fmla="*/ 261 w 362"/>
              <a:gd name="T13" fmla="*/ 228 h 322"/>
              <a:gd name="T14" fmla="*/ 181 w 362"/>
              <a:gd name="T15" fmla="*/ 266 h 322"/>
              <a:gd name="T16" fmla="*/ 114 w 362"/>
              <a:gd name="T17" fmla="*/ 242 h 322"/>
              <a:gd name="T18" fmla="*/ 107 w 362"/>
              <a:gd name="T19" fmla="*/ 235 h 322"/>
              <a:gd name="T20" fmla="*/ 76 w 362"/>
              <a:gd name="T21" fmla="*/ 161 h 322"/>
              <a:gd name="T22" fmla="*/ 181 w 362"/>
              <a:gd name="T23" fmla="*/ 0 h 322"/>
              <a:gd name="T24" fmla="*/ 56 w 362"/>
              <a:gd name="T25" fmla="*/ 59 h 322"/>
              <a:gd name="T26" fmla="*/ 78 w 362"/>
              <a:gd name="T27" fmla="*/ 285 h 322"/>
              <a:gd name="T28" fmla="*/ 181 w 362"/>
              <a:gd name="T29" fmla="*/ 322 h 322"/>
              <a:gd name="T30" fmla="*/ 305 w 362"/>
              <a:gd name="T31" fmla="*/ 264 h 322"/>
              <a:gd name="T32" fmla="*/ 283 w 362"/>
              <a:gd name="T33" fmla="*/ 37 h 322"/>
              <a:gd name="T34" fmla="*/ 181 w 362"/>
              <a:gd name="T35" fmla="*/ 0 h 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62" h="322">
                <a:moveTo>
                  <a:pt x="76" y="161"/>
                </a:moveTo>
                <a:cubicBezTo>
                  <a:pt x="76" y="138"/>
                  <a:pt x="84" y="114"/>
                  <a:pt x="100" y="94"/>
                </a:cubicBezTo>
                <a:cubicBezTo>
                  <a:pt x="121" y="69"/>
                  <a:pt x="151" y="56"/>
                  <a:pt x="181" y="56"/>
                </a:cubicBezTo>
                <a:cubicBezTo>
                  <a:pt x="188" y="56"/>
                  <a:pt x="196" y="57"/>
                  <a:pt x="204" y="59"/>
                </a:cubicBezTo>
                <a:cubicBezTo>
                  <a:pt x="219" y="62"/>
                  <a:pt x="234" y="70"/>
                  <a:pt x="247" y="80"/>
                </a:cubicBezTo>
                <a:cubicBezTo>
                  <a:pt x="248" y="81"/>
                  <a:pt x="249" y="82"/>
                  <a:pt x="250" y="83"/>
                </a:cubicBezTo>
                <a:cubicBezTo>
                  <a:pt x="292" y="120"/>
                  <a:pt x="298" y="184"/>
                  <a:pt x="261" y="228"/>
                </a:cubicBezTo>
                <a:cubicBezTo>
                  <a:pt x="241" y="253"/>
                  <a:pt x="211" y="266"/>
                  <a:pt x="181" y="266"/>
                </a:cubicBezTo>
                <a:cubicBezTo>
                  <a:pt x="157" y="266"/>
                  <a:pt x="134" y="258"/>
                  <a:pt x="114" y="242"/>
                </a:cubicBezTo>
                <a:cubicBezTo>
                  <a:pt x="111" y="240"/>
                  <a:pt x="109" y="238"/>
                  <a:pt x="107" y="235"/>
                </a:cubicBezTo>
                <a:cubicBezTo>
                  <a:pt x="86" y="215"/>
                  <a:pt x="76" y="188"/>
                  <a:pt x="76" y="161"/>
                </a:cubicBezTo>
                <a:moveTo>
                  <a:pt x="181" y="0"/>
                </a:moveTo>
                <a:cubicBezTo>
                  <a:pt x="134" y="0"/>
                  <a:pt x="88" y="20"/>
                  <a:pt x="56" y="59"/>
                </a:cubicBezTo>
                <a:cubicBezTo>
                  <a:pt x="0" y="127"/>
                  <a:pt x="9" y="229"/>
                  <a:pt x="78" y="285"/>
                </a:cubicBezTo>
                <a:cubicBezTo>
                  <a:pt x="108" y="310"/>
                  <a:pt x="144" y="322"/>
                  <a:pt x="181" y="322"/>
                </a:cubicBezTo>
                <a:cubicBezTo>
                  <a:pt x="227" y="322"/>
                  <a:pt x="273" y="302"/>
                  <a:pt x="305" y="264"/>
                </a:cubicBezTo>
                <a:cubicBezTo>
                  <a:pt x="362" y="195"/>
                  <a:pt x="352" y="94"/>
                  <a:pt x="283" y="37"/>
                </a:cubicBezTo>
                <a:cubicBezTo>
                  <a:pt x="253" y="12"/>
                  <a:pt x="217" y="0"/>
                  <a:pt x="181" y="0"/>
                </a:cubicBezTo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89" name="Freeform 11">
            <a:extLst>
              <a:ext uri="{FF2B5EF4-FFF2-40B4-BE49-F238E27FC236}">
                <a16:creationId xmlns:a16="http://schemas.microsoft.com/office/drawing/2014/main" id="{E3FF3C9C-DAF9-4B46-96C1-22570ED39E4C}"/>
              </a:ext>
            </a:extLst>
          </p:cNvPr>
          <p:cNvSpPr>
            <a:spLocks/>
          </p:cNvSpPr>
          <p:nvPr/>
        </p:nvSpPr>
        <p:spPr bwMode="auto">
          <a:xfrm>
            <a:off x="3396870" y="5657977"/>
            <a:ext cx="731838" cy="692150"/>
          </a:xfrm>
          <a:custGeom>
            <a:avLst/>
            <a:gdLst>
              <a:gd name="T0" fmla="*/ 105 w 222"/>
              <a:gd name="T1" fmla="*/ 0 h 210"/>
              <a:gd name="T2" fmla="*/ 24 w 222"/>
              <a:gd name="T3" fmla="*/ 39 h 210"/>
              <a:gd name="T4" fmla="*/ 0 w 222"/>
              <a:gd name="T5" fmla="*/ 105 h 210"/>
              <a:gd name="T6" fmla="*/ 31 w 222"/>
              <a:gd name="T7" fmla="*/ 179 h 210"/>
              <a:gd name="T8" fmla="*/ 38 w 222"/>
              <a:gd name="T9" fmla="*/ 186 h 210"/>
              <a:gd name="T10" fmla="*/ 105 w 222"/>
              <a:gd name="T11" fmla="*/ 210 h 210"/>
              <a:gd name="T12" fmla="*/ 185 w 222"/>
              <a:gd name="T13" fmla="*/ 172 h 210"/>
              <a:gd name="T14" fmla="*/ 174 w 222"/>
              <a:gd name="T15" fmla="*/ 27 h 210"/>
              <a:gd name="T16" fmla="*/ 171 w 222"/>
              <a:gd name="T17" fmla="*/ 24 h 210"/>
              <a:gd name="T18" fmla="*/ 128 w 222"/>
              <a:gd name="T19" fmla="*/ 3 h 210"/>
              <a:gd name="T20" fmla="*/ 105 w 222"/>
              <a:gd name="T21" fmla="*/ 0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22" h="210">
                <a:moveTo>
                  <a:pt x="105" y="0"/>
                </a:moveTo>
                <a:cubicBezTo>
                  <a:pt x="75" y="0"/>
                  <a:pt x="45" y="13"/>
                  <a:pt x="24" y="39"/>
                </a:cubicBezTo>
                <a:cubicBezTo>
                  <a:pt x="8" y="58"/>
                  <a:pt x="0" y="82"/>
                  <a:pt x="0" y="105"/>
                </a:cubicBezTo>
                <a:cubicBezTo>
                  <a:pt x="0" y="132"/>
                  <a:pt x="10" y="159"/>
                  <a:pt x="31" y="179"/>
                </a:cubicBezTo>
                <a:cubicBezTo>
                  <a:pt x="33" y="182"/>
                  <a:pt x="35" y="184"/>
                  <a:pt x="38" y="186"/>
                </a:cubicBezTo>
                <a:cubicBezTo>
                  <a:pt x="58" y="202"/>
                  <a:pt x="81" y="210"/>
                  <a:pt x="105" y="210"/>
                </a:cubicBezTo>
                <a:cubicBezTo>
                  <a:pt x="135" y="210"/>
                  <a:pt x="165" y="197"/>
                  <a:pt x="185" y="172"/>
                </a:cubicBezTo>
                <a:cubicBezTo>
                  <a:pt x="222" y="128"/>
                  <a:pt x="216" y="64"/>
                  <a:pt x="174" y="27"/>
                </a:cubicBezTo>
                <a:cubicBezTo>
                  <a:pt x="173" y="26"/>
                  <a:pt x="172" y="25"/>
                  <a:pt x="171" y="24"/>
                </a:cubicBezTo>
                <a:cubicBezTo>
                  <a:pt x="158" y="14"/>
                  <a:pt x="143" y="6"/>
                  <a:pt x="128" y="3"/>
                </a:cubicBezTo>
                <a:cubicBezTo>
                  <a:pt x="120" y="1"/>
                  <a:pt x="112" y="0"/>
                  <a:pt x="105" y="0"/>
                </a:cubicBezTo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90" name="Freeform 12">
            <a:extLst>
              <a:ext uri="{FF2B5EF4-FFF2-40B4-BE49-F238E27FC236}">
                <a16:creationId xmlns:a16="http://schemas.microsoft.com/office/drawing/2014/main" id="{3551AFA3-8176-9443-8D4B-DF2AEF8EC0A5}"/>
              </a:ext>
            </a:extLst>
          </p:cNvPr>
          <p:cNvSpPr>
            <a:spLocks noEditPoints="1"/>
          </p:cNvSpPr>
          <p:nvPr/>
        </p:nvSpPr>
        <p:spPr bwMode="auto">
          <a:xfrm>
            <a:off x="3396870" y="5667502"/>
            <a:ext cx="573088" cy="579438"/>
          </a:xfrm>
          <a:custGeom>
            <a:avLst/>
            <a:gdLst>
              <a:gd name="T0" fmla="*/ 0 w 174"/>
              <a:gd name="T1" fmla="*/ 102 h 176"/>
              <a:gd name="T2" fmla="*/ 31 w 174"/>
              <a:gd name="T3" fmla="*/ 176 h 176"/>
              <a:gd name="T4" fmla="*/ 0 w 174"/>
              <a:gd name="T5" fmla="*/ 102 h 176"/>
              <a:gd name="T6" fmla="*/ 128 w 174"/>
              <a:gd name="T7" fmla="*/ 0 h 176"/>
              <a:gd name="T8" fmla="*/ 171 w 174"/>
              <a:gd name="T9" fmla="*/ 21 h 176"/>
              <a:gd name="T10" fmla="*/ 174 w 174"/>
              <a:gd name="T11" fmla="*/ 24 h 176"/>
              <a:gd name="T12" fmla="*/ 171 w 174"/>
              <a:gd name="T13" fmla="*/ 21 h 176"/>
              <a:gd name="T14" fmla="*/ 128 w 174"/>
              <a:gd name="T15" fmla="*/ 0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4" h="176">
                <a:moveTo>
                  <a:pt x="0" y="102"/>
                </a:moveTo>
                <a:cubicBezTo>
                  <a:pt x="0" y="129"/>
                  <a:pt x="10" y="156"/>
                  <a:pt x="31" y="176"/>
                </a:cubicBezTo>
                <a:cubicBezTo>
                  <a:pt x="10" y="156"/>
                  <a:pt x="0" y="129"/>
                  <a:pt x="0" y="102"/>
                </a:cubicBezTo>
                <a:moveTo>
                  <a:pt x="128" y="0"/>
                </a:moveTo>
                <a:cubicBezTo>
                  <a:pt x="143" y="3"/>
                  <a:pt x="158" y="11"/>
                  <a:pt x="171" y="21"/>
                </a:cubicBezTo>
                <a:cubicBezTo>
                  <a:pt x="172" y="22"/>
                  <a:pt x="173" y="23"/>
                  <a:pt x="174" y="24"/>
                </a:cubicBezTo>
                <a:cubicBezTo>
                  <a:pt x="173" y="23"/>
                  <a:pt x="172" y="22"/>
                  <a:pt x="171" y="21"/>
                </a:cubicBezTo>
                <a:cubicBezTo>
                  <a:pt x="158" y="11"/>
                  <a:pt x="143" y="3"/>
                  <a:pt x="128" y="0"/>
                </a:cubicBezTo>
              </a:path>
            </a:pathLst>
          </a:custGeom>
          <a:solidFill>
            <a:srgbClr val="2C98D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91" name="Freeform 13">
            <a:extLst>
              <a:ext uri="{FF2B5EF4-FFF2-40B4-BE49-F238E27FC236}">
                <a16:creationId xmlns:a16="http://schemas.microsoft.com/office/drawing/2014/main" id="{44A220E6-F9C5-1B48-AC4A-7AD19FCBEAA2}"/>
              </a:ext>
            </a:extLst>
          </p:cNvPr>
          <p:cNvSpPr>
            <a:spLocks noEditPoints="1"/>
          </p:cNvSpPr>
          <p:nvPr/>
        </p:nvSpPr>
        <p:spPr bwMode="auto">
          <a:xfrm>
            <a:off x="4327145" y="4975352"/>
            <a:ext cx="1192213" cy="1062038"/>
          </a:xfrm>
          <a:custGeom>
            <a:avLst/>
            <a:gdLst>
              <a:gd name="T0" fmla="*/ 76 w 362"/>
              <a:gd name="T1" fmla="*/ 161 h 322"/>
              <a:gd name="T2" fmla="*/ 100 w 362"/>
              <a:gd name="T3" fmla="*/ 94 h 322"/>
              <a:gd name="T4" fmla="*/ 181 w 362"/>
              <a:gd name="T5" fmla="*/ 56 h 322"/>
              <a:gd name="T6" fmla="*/ 248 w 362"/>
              <a:gd name="T7" fmla="*/ 80 h 322"/>
              <a:gd name="T8" fmla="*/ 267 w 362"/>
              <a:gd name="T9" fmla="*/ 102 h 322"/>
              <a:gd name="T10" fmla="*/ 262 w 362"/>
              <a:gd name="T11" fmla="*/ 228 h 322"/>
              <a:gd name="T12" fmla="*/ 181 w 362"/>
              <a:gd name="T13" fmla="*/ 266 h 322"/>
              <a:gd name="T14" fmla="*/ 181 w 362"/>
              <a:gd name="T15" fmla="*/ 266 h 322"/>
              <a:gd name="T16" fmla="*/ 181 w 362"/>
              <a:gd name="T17" fmla="*/ 266 h 322"/>
              <a:gd name="T18" fmla="*/ 127 w 362"/>
              <a:gd name="T19" fmla="*/ 251 h 322"/>
              <a:gd name="T20" fmla="*/ 114 w 362"/>
              <a:gd name="T21" fmla="*/ 242 h 322"/>
              <a:gd name="T22" fmla="*/ 76 w 362"/>
              <a:gd name="T23" fmla="*/ 161 h 322"/>
              <a:gd name="T24" fmla="*/ 181 w 362"/>
              <a:gd name="T25" fmla="*/ 0 h 322"/>
              <a:gd name="T26" fmla="*/ 57 w 362"/>
              <a:gd name="T27" fmla="*/ 59 h 322"/>
              <a:gd name="T28" fmla="*/ 78 w 362"/>
              <a:gd name="T29" fmla="*/ 285 h 322"/>
              <a:gd name="T30" fmla="*/ 181 w 362"/>
              <a:gd name="T31" fmla="*/ 322 h 322"/>
              <a:gd name="T32" fmla="*/ 305 w 362"/>
              <a:gd name="T33" fmla="*/ 264 h 322"/>
              <a:gd name="T34" fmla="*/ 284 w 362"/>
              <a:gd name="T35" fmla="*/ 37 h 322"/>
              <a:gd name="T36" fmla="*/ 181 w 362"/>
              <a:gd name="T37" fmla="*/ 0 h 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362" h="322">
                <a:moveTo>
                  <a:pt x="76" y="161"/>
                </a:moveTo>
                <a:cubicBezTo>
                  <a:pt x="76" y="138"/>
                  <a:pt x="84" y="114"/>
                  <a:pt x="100" y="94"/>
                </a:cubicBezTo>
                <a:cubicBezTo>
                  <a:pt x="121" y="69"/>
                  <a:pt x="151" y="56"/>
                  <a:pt x="181" y="56"/>
                </a:cubicBezTo>
                <a:cubicBezTo>
                  <a:pt x="205" y="56"/>
                  <a:pt x="228" y="64"/>
                  <a:pt x="248" y="80"/>
                </a:cubicBezTo>
                <a:cubicBezTo>
                  <a:pt x="256" y="87"/>
                  <a:pt x="262" y="94"/>
                  <a:pt x="267" y="102"/>
                </a:cubicBezTo>
                <a:cubicBezTo>
                  <a:pt x="293" y="139"/>
                  <a:pt x="292" y="191"/>
                  <a:pt x="262" y="228"/>
                </a:cubicBezTo>
                <a:cubicBezTo>
                  <a:pt x="241" y="253"/>
                  <a:pt x="211" y="266"/>
                  <a:pt x="181" y="266"/>
                </a:cubicBezTo>
                <a:cubicBezTo>
                  <a:pt x="181" y="266"/>
                  <a:pt x="181" y="266"/>
                  <a:pt x="181" y="266"/>
                </a:cubicBezTo>
                <a:cubicBezTo>
                  <a:pt x="181" y="266"/>
                  <a:pt x="181" y="266"/>
                  <a:pt x="181" y="266"/>
                </a:cubicBezTo>
                <a:cubicBezTo>
                  <a:pt x="162" y="266"/>
                  <a:pt x="144" y="261"/>
                  <a:pt x="127" y="251"/>
                </a:cubicBezTo>
                <a:cubicBezTo>
                  <a:pt x="123" y="248"/>
                  <a:pt x="118" y="245"/>
                  <a:pt x="114" y="242"/>
                </a:cubicBezTo>
                <a:cubicBezTo>
                  <a:pt x="89" y="221"/>
                  <a:pt x="76" y="191"/>
                  <a:pt x="76" y="161"/>
                </a:cubicBezTo>
                <a:moveTo>
                  <a:pt x="181" y="0"/>
                </a:moveTo>
                <a:cubicBezTo>
                  <a:pt x="135" y="0"/>
                  <a:pt x="89" y="20"/>
                  <a:pt x="57" y="59"/>
                </a:cubicBezTo>
                <a:cubicBezTo>
                  <a:pt x="0" y="127"/>
                  <a:pt x="10" y="229"/>
                  <a:pt x="78" y="285"/>
                </a:cubicBezTo>
                <a:cubicBezTo>
                  <a:pt x="109" y="310"/>
                  <a:pt x="145" y="322"/>
                  <a:pt x="181" y="322"/>
                </a:cubicBezTo>
                <a:cubicBezTo>
                  <a:pt x="227" y="322"/>
                  <a:pt x="273" y="302"/>
                  <a:pt x="305" y="264"/>
                </a:cubicBezTo>
                <a:cubicBezTo>
                  <a:pt x="362" y="195"/>
                  <a:pt x="352" y="94"/>
                  <a:pt x="284" y="37"/>
                </a:cubicBezTo>
                <a:cubicBezTo>
                  <a:pt x="254" y="12"/>
                  <a:pt x="217" y="0"/>
                  <a:pt x="181" y="0"/>
                </a:cubicBezTo>
              </a:path>
            </a:pathLst>
          </a:custGeom>
          <a:solidFill>
            <a:schemeClr val="accent3"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92" name="Freeform 14">
            <a:extLst>
              <a:ext uri="{FF2B5EF4-FFF2-40B4-BE49-F238E27FC236}">
                <a16:creationId xmlns:a16="http://schemas.microsoft.com/office/drawing/2014/main" id="{161CF74B-F921-1E4D-AF9A-9A63C294B5B3}"/>
              </a:ext>
            </a:extLst>
          </p:cNvPr>
          <p:cNvSpPr>
            <a:spLocks/>
          </p:cNvSpPr>
          <p:nvPr/>
        </p:nvSpPr>
        <p:spPr bwMode="auto">
          <a:xfrm>
            <a:off x="4577970" y="5161090"/>
            <a:ext cx="714375" cy="690563"/>
          </a:xfrm>
          <a:custGeom>
            <a:avLst/>
            <a:gdLst>
              <a:gd name="T0" fmla="*/ 105 w 217"/>
              <a:gd name="T1" fmla="*/ 0 h 210"/>
              <a:gd name="T2" fmla="*/ 24 w 217"/>
              <a:gd name="T3" fmla="*/ 38 h 210"/>
              <a:gd name="T4" fmla="*/ 0 w 217"/>
              <a:gd name="T5" fmla="*/ 105 h 210"/>
              <a:gd name="T6" fmla="*/ 38 w 217"/>
              <a:gd name="T7" fmla="*/ 186 h 210"/>
              <a:gd name="T8" fmla="*/ 51 w 217"/>
              <a:gd name="T9" fmla="*/ 195 h 210"/>
              <a:gd name="T10" fmla="*/ 105 w 217"/>
              <a:gd name="T11" fmla="*/ 210 h 210"/>
              <a:gd name="T12" fmla="*/ 186 w 217"/>
              <a:gd name="T13" fmla="*/ 172 h 210"/>
              <a:gd name="T14" fmla="*/ 191 w 217"/>
              <a:gd name="T15" fmla="*/ 46 h 210"/>
              <a:gd name="T16" fmla="*/ 172 w 217"/>
              <a:gd name="T17" fmla="*/ 24 h 210"/>
              <a:gd name="T18" fmla="*/ 105 w 217"/>
              <a:gd name="T19" fmla="*/ 0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17" h="210">
                <a:moveTo>
                  <a:pt x="105" y="0"/>
                </a:moveTo>
                <a:cubicBezTo>
                  <a:pt x="75" y="0"/>
                  <a:pt x="45" y="13"/>
                  <a:pt x="24" y="38"/>
                </a:cubicBezTo>
                <a:cubicBezTo>
                  <a:pt x="8" y="58"/>
                  <a:pt x="0" y="82"/>
                  <a:pt x="0" y="105"/>
                </a:cubicBezTo>
                <a:cubicBezTo>
                  <a:pt x="0" y="135"/>
                  <a:pt x="13" y="165"/>
                  <a:pt x="38" y="186"/>
                </a:cubicBezTo>
                <a:cubicBezTo>
                  <a:pt x="42" y="189"/>
                  <a:pt x="47" y="192"/>
                  <a:pt x="51" y="195"/>
                </a:cubicBezTo>
                <a:cubicBezTo>
                  <a:pt x="68" y="205"/>
                  <a:pt x="86" y="210"/>
                  <a:pt x="105" y="210"/>
                </a:cubicBezTo>
                <a:cubicBezTo>
                  <a:pt x="135" y="210"/>
                  <a:pt x="165" y="197"/>
                  <a:pt x="186" y="172"/>
                </a:cubicBezTo>
                <a:cubicBezTo>
                  <a:pt x="216" y="135"/>
                  <a:pt x="217" y="83"/>
                  <a:pt x="191" y="46"/>
                </a:cubicBezTo>
                <a:cubicBezTo>
                  <a:pt x="186" y="38"/>
                  <a:pt x="180" y="31"/>
                  <a:pt x="172" y="24"/>
                </a:cubicBezTo>
                <a:cubicBezTo>
                  <a:pt x="152" y="8"/>
                  <a:pt x="129" y="0"/>
                  <a:pt x="105" y="0"/>
                </a:cubicBezTo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93" name="Freeform 15">
            <a:extLst>
              <a:ext uri="{FF2B5EF4-FFF2-40B4-BE49-F238E27FC236}">
                <a16:creationId xmlns:a16="http://schemas.microsoft.com/office/drawing/2014/main" id="{8ED3A4AC-73AB-1045-B699-C4BE8B586AD3}"/>
              </a:ext>
            </a:extLst>
          </p:cNvPr>
          <p:cNvSpPr>
            <a:spLocks noEditPoints="1"/>
          </p:cNvSpPr>
          <p:nvPr/>
        </p:nvSpPr>
        <p:spPr bwMode="auto">
          <a:xfrm>
            <a:off x="4577970" y="5161090"/>
            <a:ext cx="628650" cy="690563"/>
          </a:xfrm>
          <a:custGeom>
            <a:avLst/>
            <a:gdLst>
              <a:gd name="T0" fmla="*/ 51 w 191"/>
              <a:gd name="T1" fmla="*/ 195 h 210"/>
              <a:gd name="T2" fmla="*/ 105 w 191"/>
              <a:gd name="T3" fmla="*/ 210 h 210"/>
              <a:gd name="T4" fmla="*/ 105 w 191"/>
              <a:gd name="T5" fmla="*/ 210 h 210"/>
              <a:gd name="T6" fmla="*/ 51 w 191"/>
              <a:gd name="T7" fmla="*/ 195 h 210"/>
              <a:gd name="T8" fmla="*/ 105 w 191"/>
              <a:gd name="T9" fmla="*/ 0 h 210"/>
              <a:gd name="T10" fmla="*/ 24 w 191"/>
              <a:gd name="T11" fmla="*/ 38 h 210"/>
              <a:gd name="T12" fmla="*/ 0 w 191"/>
              <a:gd name="T13" fmla="*/ 105 h 210"/>
              <a:gd name="T14" fmla="*/ 24 w 191"/>
              <a:gd name="T15" fmla="*/ 38 h 210"/>
              <a:gd name="T16" fmla="*/ 105 w 191"/>
              <a:gd name="T17" fmla="*/ 0 h 210"/>
              <a:gd name="T18" fmla="*/ 172 w 191"/>
              <a:gd name="T19" fmla="*/ 24 h 210"/>
              <a:gd name="T20" fmla="*/ 191 w 191"/>
              <a:gd name="T21" fmla="*/ 46 h 210"/>
              <a:gd name="T22" fmla="*/ 172 w 191"/>
              <a:gd name="T23" fmla="*/ 24 h 210"/>
              <a:gd name="T24" fmla="*/ 105 w 191"/>
              <a:gd name="T25" fmla="*/ 0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1" h="210">
                <a:moveTo>
                  <a:pt x="51" y="195"/>
                </a:moveTo>
                <a:cubicBezTo>
                  <a:pt x="68" y="205"/>
                  <a:pt x="86" y="210"/>
                  <a:pt x="105" y="210"/>
                </a:cubicBezTo>
                <a:cubicBezTo>
                  <a:pt x="105" y="210"/>
                  <a:pt x="105" y="210"/>
                  <a:pt x="105" y="210"/>
                </a:cubicBezTo>
                <a:cubicBezTo>
                  <a:pt x="86" y="210"/>
                  <a:pt x="68" y="205"/>
                  <a:pt x="51" y="195"/>
                </a:cubicBezTo>
                <a:moveTo>
                  <a:pt x="105" y="0"/>
                </a:moveTo>
                <a:cubicBezTo>
                  <a:pt x="75" y="0"/>
                  <a:pt x="45" y="13"/>
                  <a:pt x="24" y="38"/>
                </a:cubicBezTo>
                <a:cubicBezTo>
                  <a:pt x="8" y="58"/>
                  <a:pt x="0" y="82"/>
                  <a:pt x="0" y="105"/>
                </a:cubicBezTo>
                <a:cubicBezTo>
                  <a:pt x="0" y="82"/>
                  <a:pt x="8" y="58"/>
                  <a:pt x="24" y="38"/>
                </a:cubicBezTo>
                <a:cubicBezTo>
                  <a:pt x="45" y="13"/>
                  <a:pt x="75" y="0"/>
                  <a:pt x="105" y="0"/>
                </a:cubicBezTo>
                <a:cubicBezTo>
                  <a:pt x="129" y="0"/>
                  <a:pt x="152" y="8"/>
                  <a:pt x="172" y="24"/>
                </a:cubicBezTo>
                <a:cubicBezTo>
                  <a:pt x="180" y="31"/>
                  <a:pt x="186" y="38"/>
                  <a:pt x="191" y="46"/>
                </a:cubicBezTo>
                <a:cubicBezTo>
                  <a:pt x="186" y="38"/>
                  <a:pt x="180" y="31"/>
                  <a:pt x="172" y="24"/>
                </a:cubicBezTo>
                <a:cubicBezTo>
                  <a:pt x="152" y="8"/>
                  <a:pt x="129" y="0"/>
                  <a:pt x="105" y="0"/>
                </a:cubicBezTo>
              </a:path>
            </a:pathLst>
          </a:custGeom>
          <a:solidFill>
            <a:srgbClr val="0D88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94" name="Freeform 16">
            <a:extLst>
              <a:ext uri="{FF2B5EF4-FFF2-40B4-BE49-F238E27FC236}">
                <a16:creationId xmlns:a16="http://schemas.microsoft.com/office/drawing/2014/main" id="{BA44104A-7AE9-1C4D-91F6-F219DA43A7EA}"/>
              </a:ext>
            </a:extLst>
          </p:cNvPr>
          <p:cNvSpPr>
            <a:spLocks noEditPoints="1"/>
          </p:cNvSpPr>
          <p:nvPr/>
        </p:nvSpPr>
        <p:spPr bwMode="auto">
          <a:xfrm>
            <a:off x="5224083" y="4027615"/>
            <a:ext cx="1192213" cy="1060450"/>
          </a:xfrm>
          <a:custGeom>
            <a:avLst/>
            <a:gdLst>
              <a:gd name="T0" fmla="*/ 181 w 362"/>
              <a:gd name="T1" fmla="*/ 266 h 322"/>
              <a:gd name="T2" fmla="*/ 114 w 362"/>
              <a:gd name="T3" fmla="*/ 242 h 322"/>
              <a:gd name="T4" fmla="*/ 100 w 362"/>
              <a:gd name="T5" fmla="*/ 94 h 322"/>
              <a:gd name="T6" fmla="*/ 181 w 362"/>
              <a:gd name="T7" fmla="*/ 56 h 322"/>
              <a:gd name="T8" fmla="*/ 248 w 362"/>
              <a:gd name="T9" fmla="*/ 80 h 322"/>
              <a:gd name="T10" fmla="*/ 262 w 362"/>
              <a:gd name="T11" fmla="*/ 228 h 322"/>
              <a:gd name="T12" fmla="*/ 181 w 362"/>
              <a:gd name="T13" fmla="*/ 266 h 322"/>
              <a:gd name="T14" fmla="*/ 181 w 362"/>
              <a:gd name="T15" fmla="*/ 0 h 322"/>
              <a:gd name="T16" fmla="*/ 57 w 362"/>
              <a:gd name="T17" fmla="*/ 59 h 322"/>
              <a:gd name="T18" fmla="*/ 78 w 362"/>
              <a:gd name="T19" fmla="*/ 285 h 322"/>
              <a:gd name="T20" fmla="*/ 181 w 362"/>
              <a:gd name="T21" fmla="*/ 322 h 322"/>
              <a:gd name="T22" fmla="*/ 305 w 362"/>
              <a:gd name="T23" fmla="*/ 264 h 322"/>
              <a:gd name="T24" fmla="*/ 283 w 362"/>
              <a:gd name="T25" fmla="*/ 37 h 322"/>
              <a:gd name="T26" fmla="*/ 181 w 362"/>
              <a:gd name="T27" fmla="*/ 0 h 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2" h="322">
                <a:moveTo>
                  <a:pt x="181" y="266"/>
                </a:moveTo>
                <a:cubicBezTo>
                  <a:pt x="157" y="266"/>
                  <a:pt x="134" y="258"/>
                  <a:pt x="114" y="242"/>
                </a:cubicBezTo>
                <a:cubicBezTo>
                  <a:pt x="70" y="205"/>
                  <a:pt x="63" y="139"/>
                  <a:pt x="100" y="94"/>
                </a:cubicBezTo>
                <a:cubicBezTo>
                  <a:pt x="121" y="69"/>
                  <a:pt x="151" y="56"/>
                  <a:pt x="181" y="56"/>
                </a:cubicBezTo>
                <a:cubicBezTo>
                  <a:pt x="204" y="56"/>
                  <a:pt x="228" y="64"/>
                  <a:pt x="248" y="80"/>
                </a:cubicBezTo>
                <a:cubicBezTo>
                  <a:pt x="292" y="117"/>
                  <a:pt x="298" y="183"/>
                  <a:pt x="262" y="228"/>
                </a:cubicBezTo>
                <a:cubicBezTo>
                  <a:pt x="241" y="253"/>
                  <a:pt x="211" y="266"/>
                  <a:pt x="181" y="266"/>
                </a:cubicBezTo>
                <a:moveTo>
                  <a:pt x="181" y="0"/>
                </a:moveTo>
                <a:cubicBezTo>
                  <a:pt x="135" y="0"/>
                  <a:pt x="88" y="20"/>
                  <a:pt x="57" y="59"/>
                </a:cubicBezTo>
                <a:cubicBezTo>
                  <a:pt x="0" y="127"/>
                  <a:pt x="10" y="229"/>
                  <a:pt x="78" y="285"/>
                </a:cubicBezTo>
                <a:cubicBezTo>
                  <a:pt x="108" y="310"/>
                  <a:pt x="145" y="322"/>
                  <a:pt x="181" y="322"/>
                </a:cubicBezTo>
                <a:cubicBezTo>
                  <a:pt x="227" y="322"/>
                  <a:pt x="273" y="302"/>
                  <a:pt x="305" y="264"/>
                </a:cubicBezTo>
                <a:cubicBezTo>
                  <a:pt x="362" y="195"/>
                  <a:pt x="352" y="94"/>
                  <a:pt x="283" y="37"/>
                </a:cubicBezTo>
                <a:cubicBezTo>
                  <a:pt x="253" y="12"/>
                  <a:pt x="217" y="0"/>
                  <a:pt x="181" y="0"/>
                </a:cubicBezTo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95" name="Freeform 17">
            <a:extLst>
              <a:ext uri="{FF2B5EF4-FFF2-40B4-BE49-F238E27FC236}">
                <a16:creationId xmlns:a16="http://schemas.microsoft.com/office/drawing/2014/main" id="{C1910AF4-24C2-AC44-86A4-BBDD9A6E8C9E}"/>
              </a:ext>
            </a:extLst>
          </p:cNvPr>
          <p:cNvSpPr>
            <a:spLocks/>
          </p:cNvSpPr>
          <p:nvPr/>
        </p:nvSpPr>
        <p:spPr bwMode="auto">
          <a:xfrm>
            <a:off x="5430458" y="4172077"/>
            <a:ext cx="774700" cy="774700"/>
          </a:xfrm>
          <a:custGeom>
            <a:avLst/>
            <a:gdLst>
              <a:gd name="T0" fmla="*/ 185 w 235"/>
              <a:gd name="T1" fmla="*/ 36 h 235"/>
              <a:gd name="T2" fmla="*/ 199 w 235"/>
              <a:gd name="T3" fmla="*/ 184 h 235"/>
              <a:gd name="T4" fmla="*/ 51 w 235"/>
              <a:gd name="T5" fmla="*/ 198 h 235"/>
              <a:gd name="T6" fmla="*/ 37 w 235"/>
              <a:gd name="T7" fmla="*/ 50 h 235"/>
              <a:gd name="T8" fmla="*/ 185 w 235"/>
              <a:gd name="T9" fmla="*/ 36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5" h="235">
                <a:moveTo>
                  <a:pt x="185" y="36"/>
                </a:moveTo>
                <a:cubicBezTo>
                  <a:pt x="229" y="73"/>
                  <a:pt x="235" y="139"/>
                  <a:pt x="199" y="184"/>
                </a:cubicBezTo>
                <a:cubicBezTo>
                  <a:pt x="162" y="229"/>
                  <a:pt x="96" y="235"/>
                  <a:pt x="51" y="198"/>
                </a:cubicBezTo>
                <a:cubicBezTo>
                  <a:pt x="7" y="161"/>
                  <a:pt x="0" y="95"/>
                  <a:pt x="37" y="50"/>
                </a:cubicBezTo>
                <a:cubicBezTo>
                  <a:pt x="74" y="6"/>
                  <a:pt x="140" y="0"/>
                  <a:pt x="185" y="3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96" name="Freeform 18">
            <a:extLst>
              <a:ext uri="{FF2B5EF4-FFF2-40B4-BE49-F238E27FC236}">
                <a16:creationId xmlns:a16="http://schemas.microsoft.com/office/drawing/2014/main" id="{B6F06CAF-C859-1A45-920D-21B5B51FAF8C}"/>
              </a:ext>
            </a:extLst>
          </p:cNvPr>
          <p:cNvSpPr>
            <a:spLocks noEditPoints="1"/>
          </p:cNvSpPr>
          <p:nvPr/>
        </p:nvSpPr>
        <p:spPr bwMode="auto">
          <a:xfrm>
            <a:off x="5776533" y="2841752"/>
            <a:ext cx="1193800" cy="1060450"/>
          </a:xfrm>
          <a:custGeom>
            <a:avLst/>
            <a:gdLst>
              <a:gd name="T0" fmla="*/ 181 w 362"/>
              <a:gd name="T1" fmla="*/ 266 h 322"/>
              <a:gd name="T2" fmla="*/ 114 w 362"/>
              <a:gd name="T3" fmla="*/ 242 h 322"/>
              <a:gd name="T4" fmla="*/ 100 w 362"/>
              <a:gd name="T5" fmla="*/ 94 h 322"/>
              <a:gd name="T6" fmla="*/ 181 w 362"/>
              <a:gd name="T7" fmla="*/ 56 h 322"/>
              <a:gd name="T8" fmla="*/ 248 w 362"/>
              <a:gd name="T9" fmla="*/ 80 h 322"/>
              <a:gd name="T10" fmla="*/ 262 w 362"/>
              <a:gd name="T11" fmla="*/ 228 h 322"/>
              <a:gd name="T12" fmla="*/ 181 w 362"/>
              <a:gd name="T13" fmla="*/ 266 h 322"/>
              <a:gd name="T14" fmla="*/ 181 w 362"/>
              <a:gd name="T15" fmla="*/ 0 h 322"/>
              <a:gd name="T16" fmla="*/ 57 w 362"/>
              <a:gd name="T17" fmla="*/ 58 h 322"/>
              <a:gd name="T18" fmla="*/ 78 w 362"/>
              <a:gd name="T19" fmla="*/ 285 h 322"/>
              <a:gd name="T20" fmla="*/ 181 w 362"/>
              <a:gd name="T21" fmla="*/ 322 h 322"/>
              <a:gd name="T22" fmla="*/ 305 w 362"/>
              <a:gd name="T23" fmla="*/ 263 h 322"/>
              <a:gd name="T24" fmla="*/ 283 w 362"/>
              <a:gd name="T25" fmla="*/ 37 h 322"/>
              <a:gd name="T26" fmla="*/ 181 w 362"/>
              <a:gd name="T27" fmla="*/ 0 h 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2" h="322">
                <a:moveTo>
                  <a:pt x="181" y="266"/>
                </a:moveTo>
                <a:cubicBezTo>
                  <a:pt x="157" y="266"/>
                  <a:pt x="134" y="258"/>
                  <a:pt x="114" y="242"/>
                </a:cubicBezTo>
                <a:cubicBezTo>
                  <a:pt x="70" y="205"/>
                  <a:pt x="63" y="139"/>
                  <a:pt x="100" y="94"/>
                </a:cubicBezTo>
                <a:cubicBezTo>
                  <a:pt x="121" y="69"/>
                  <a:pt x="151" y="56"/>
                  <a:pt x="181" y="56"/>
                </a:cubicBezTo>
                <a:cubicBezTo>
                  <a:pt x="204" y="56"/>
                  <a:pt x="228" y="64"/>
                  <a:pt x="248" y="80"/>
                </a:cubicBezTo>
                <a:cubicBezTo>
                  <a:pt x="292" y="117"/>
                  <a:pt x="298" y="183"/>
                  <a:pt x="262" y="228"/>
                </a:cubicBezTo>
                <a:cubicBezTo>
                  <a:pt x="241" y="253"/>
                  <a:pt x="211" y="266"/>
                  <a:pt x="181" y="266"/>
                </a:cubicBezTo>
                <a:moveTo>
                  <a:pt x="181" y="0"/>
                </a:moveTo>
                <a:cubicBezTo>
                  <a:pt x="135" y="0"/>
                  <a:pt x="88" y="20"/>
                  <a:pt x="57" y="58"/>
                </a:cubicBezTo>
                <a:cubicBezTo>
                  <a:pt x="0" y="127"/>
                  <a:pt x="10" y="228"/>
                  <a:pt x="78" y="285"/>
                </a:cubicBezTo>
                <a:cubicBezTo>
                  <a:pt x="108" y="310"/>
                  <a:pt x="145" y="322"/>
                  <a:pt x="181" y="322"/>
                </a:cubicBezTo>
                <a:cubicBezTo>
                  <a:pt x="227" y="322"/>
                  <a:pt x="273" y="302"/>
                  <a:pt x="305" y="263"/>
                </a:cubicBezTo>
                <a:cubicBezTo>
                  <a:pt x="362" y="195"/>
                  <a:pt x="352" y="93"/>
                  <a:pt x="283" y="37"/>
                </a:cubicBezTo>
                <a:cubicBezTo>
                  <a:pt x="253" y="12"/>
                  <a:pt x="217" y="0"/>
                  <a:pt x="181" y="0"/>
                </a:cubicBezTo>
              </a:path>
            </a:pathLst>
          </a:custGeom>
          <a:solidFill>
            <a:schemeClr val="accent4"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97" name="Freeform 19">
            <a:extLst>
              <a:ext uri="{FF2B5EF4-FFF2-40B4-BE49-F238E27FC236}">
                <a16:creationId xmlns:a16="http://schemas.microsoft.com/office/drawing/2014/main" id="{D8AB0ECD-6A06-4D47-B842-6A92182135C9}"/>
              </a:ext>
            </a:extLst>
          </p:cNvPr>
          <p:cNvSpPr>
            <a:spLocks/>
          </p:cNvSpPr>
          <p:nvPr/>
        </p:nvSpPr>
        <p:spPr bwMode="auto">
          <a:xfrm>
            <a:off x="5984495" y="2983040"/>
            <a:ext cx="774700" cy="774700"/>
          </a:xfrm>
          <a:custGeom>
            <a:avLst/>
            <a:gdLst>
              <a:gd name="T0" fmla="*/ 185 w 235"/>
              <a:gd name="T1" fmla="*/ 37 h 235"/>
              <a:gd name="T2" fmla="*/ 199 w 235"/>
              <a:gd name="T3" fmla="*/ 185 h 235"/>
              <a:gd name="T4" fmla="*/ 51 w 235"/>
              <a:gd name="T5" fmla="*/ 199 h 235"/>
              <a:gd name="T6" fmla="*/ 37 w 235"/>
              <a:gd name="T7" fmla="*/ 51 h 235"/>
              <a:gd name="T8" fmla="*/ 185 w 235"/>
              <a:gd name="T9" fmla="*/ 37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5" h="235">
                <a:moveTo>
                  <a:pt x="185" y="37"/>
                </a:moveTo>
                <a:cubicBezTo>
                  <a:pt x="229" y="74"/>
                  <a:pt x="235" y="140"/>
                  <a:pt x="199" y="185"/>
                </a:cubicBezTo>
                <a:cubicBezTo>
                  <a:pt x="162" y="229"/>
                  <a:pt x="96" y="235"/>
                  <a:pt x="51" y="199"/>
                </a:cubicBezTo>
                <a:cubicBezTo>
                  <a:pt x="7" y="162"/>
                  <a:pt x="0" y="96"/>
                  <a:pt x="37" y="51"/>
                </a:cubicBezTo>
                <a:cubicBezTo>
                  <a:pt x="74" y="6"/>
                  <a:pt x="140" y="0"/>
                  <a:pt x="185" y="3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98" name="Freeform 20">
            <a:extLst>
              <a:ext uri="{FF2B5EF4-FFF2-40B4-BE49-F238E27FC236}">
                <a16:creationId xmlns:a16="http://schemas.microsoft.com/office/drawing/2014/main" id="{542B3FD8-53F1-6449-BF44-90BB36C58770}"/>
              </a:ext>
            </a:extLst>
          </p:cNvPr>
          <p:cNvSpPr>
            <a:spLocks noEditPoints="1"/>
          </p:cNvSpPr>
          <p:nvPr/>
        </p:nvSpPr>
        <p:spPr bwMode="auto">
          <a:xfrm>
            <a:off x="6644895" y="1819402"/>
            <a:ext cx="1192213" cy="1065213"/>
          </a:xfrm>
          <a:custGeom>
            <a:avLst/>
            <a:gdLst>
              <a:gd name="T0" fmla="*/ 181 w 362"/>
              <a:gd name="T1" fmla="*/ 266 h 323"/>
              <a:gd name="T2" fmla="*/ 114 w 362"/>
              <a:gd name="T3" fmla="*/ 242 h 323"/>
              <a:gd name="T4" fmla="*/ 100 w 362"/>
              <a:gd name="T5" fmla="*/ 95 h 323"/>
              <a:gd name="T6" fmla="*/ 181 w 362"/>
              <a:gd name="T7" fmla="*/ 57 h 323"/>
              <a:gd name="T8" fmla="*/ 248 w 362"/>
              <a:gd name="T9" fmla="*/ 81 h 323"/>
              <a:gd name="T10" fmla="*/ 262 w 362"/>
              <a:gd name="T11" fmla="*/ 228 h 323"/>
              <a:gd name="T12" fmla="*/ 181 w 362"/>
              <a:gd name="T13" fmla="*/ 266 h 323"/>
              <a:gd name="T14" fmla="*/ 181 w 362"/>
              <a:gd name="T15" fmla="*/ 0 h 323"/>
              <a:gd name="T16" fmla="*/ 57 w 362"/>
              <a:gd name="T17" fmla="*/ 59 h 323"/>
              <a:gd name="T18" fmla="*/ 78 w 362"/>
              <a:gd name="T19" fmla="*/ 286 h 323"/>
              <a:gd name="T20" fmla="*/ 181 w 362"/>
              <a:gd name="T21" fmla="*/ 323 h 323"/>
              <a:gd name="T22" fmla="*/ 305 w 362"/>
              <a:gd name="T23" fmla="*/ 264 h 323"/>
              <a:gd name="T24" fmla="*/ 284 w 362"/>
              <a:gd name="T25" fmla="*/ 37 h 323"/>
              <a:gd name="T26" fmla="*/ 181 w 362"/>
              <a:gd name="T27" fmla="*/ 0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2" h="323">
                <a:moveTo>
                  <a:pt x="181" y="266"/>
                </a:moveTo>
                <a:cubicBezTo>
                  <a:pt x="157" y="266"/>
                  <a:pt x="134" y="258"/>
                  <a:pt x="114" y="242"/>
                </a:cubicBezTo>
                <a:cubicBezTo>
                  <a:pt x="70" y="205"/>
                  <a:pt x="63" y="139"/>
                  <a:pt x="100" y="95"/>
                </a:cubicBezTo>
                <a:cubicBezTo>
                  <a:pt x="121" y="70"/>
                  <a:pt x="151" y="57"/>
                  <a:pt x="181" y="57"/>
                </a:cubicBezTo>
                <a:cubicBezTo>
                  <a:pt x="205" y="57"/>
                  <a:pt x="228" y="65"/>
                  <a:pt x="248" y="81"/>
                </a:cubicBezTo>
                <a:cubicBezTo>
                  <a:pt x="292" y="118"/>
                  <a:pt x="299" y="184"/>
                  <a:pt x="262" y="228"/>
                </a:cubicBezTo>
                <a:cubicBezTo>
                  <a:pt x="241" y="253"/>
                  <a:pt x="211" y="266"/>
                  <a:pt x="181" y="266"/>
                </a:cubicBezTo>
                <a:moveTo>
                  <a:pt x="181" y="0"/>
                </a:moveTo>
                <a:cubicBezTo>
                  <a:pt x="135" y="0"/>
                  <a:pt x="89" y="20"/>
                  <a:pt x="57" y="59"/>
                </a:cubicBezTo>
                <a:cubicBezTo>
                  <a:pt x="0" y="128"/>
                  <a:pt x="10" y="229"/>
                  <a:pt x="78" y="286"/>
                </a:cubicBezTo>
                <a:cubicBezTo>
                  <a:pt x="108" y="311"/>
                  <a:pt x="145" y="323"/>
                  <a:pt x="181" y="323"/>
                </a:cubicBezTo>
                <a:cubicBezTo>
                  <a:pt x="227" y="323"/>
                  <a:pt x="273" y="303"/>
                  <a:pt x="305" y="264"/>
                </a:cubicBezTo>
                <a:cubicBezTo>
                  <a:pt x="362" y="196"/>
                  <a:pt x="352" y="94"/>
                  <a:pt x="284" y="37"/>
                </a:cubicBezTo>
                <a:cubicBezTo>
                  <a:pt x="254" y="12"/>
                  <a:pt x="217" y="0"/>
                  <a:pt x="181" y="0"/>
                </a:cubicBezTo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99" name="Freeform 21">
            <a:extLst>
              <a:ext uri="{FF2B5EF4-FFF2-40B4-BE49-F238E27FC236}">
                <a16:creationId xmlns:a16="http://schemas.microsoft.com/office/drawing/2014/main" id="{F615D553-5CEE-2B40-AE33-F320CF900357}"/>
              </a:ext>
            </a:extLst>
          </p:cNvPr>
          <p:cNvSpPr>
            <a:spLocks/>
          </p:cNvSpPr>
          <p:nvPr/>
        </p:nvSpPr>
        <p:spPr bwMode="auto">
          <a:xfrm>
            <a:off x="6851270" y="1965452"/>
            <a:ext cx="777875" cy="773113"/>
          </a:xfrm>
          <a:custGeom>
            <a:avLst/>
            <a:gdLst>
              <a:gd name="T0" fmla="*/ 185 w 236"/>
              <a:gd name="T1" fmla="*/ 37 h 235"/>
              <a:gd name="T2" fmla="*/ 199 w 236"/>
              <a:gd name="T3" fmla="*/ 184 h 235"/>
              <a:gd name="T4" fmla="*/ 51 w 236"/>
              <a:gd name="T5" fmla="*/ 198 h 235"/>
              <a:gd name="T6" fmla="*/ 37 w 236"/>
              <a:gd name="T7" fmla="*/ 51 h 235"/>
              <a:gd name="T8" fmla="*/ 185 w 236"/>
              <a:gd name="T9" fmla="*/ 37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6" h="235">
                <a:moveTo>
                  <a:pt x="185" y="37"/>
                </a:moveTo>
                <a:cubicBezTo>
                  <a:pt x="229" y="74"/>
                  <a:pt x="236" y="140"/>
                  <a:pt x="199" y="184"/>
                </a:cubicBezTo>
                <a:cubicBezTo>
                  <a:pt x="162" y="229"/>
                  <a:pt x="96" y="235"/>
                  <a:pt x="51" y="198"/>
                </a:cubicBezTo>
                <a:cubicBezTo>
                  <a:pt x="7" y="161"/>
                  <a:pt x="0" y="95"/>
                  <a:pt x="37" y="51"/>
                </a:cubicBezTo>
                <a:cubicBezTo>
                  <a:pt x="74" y="6"/>
                  <a:pt x="140" y="0"/>
                  <a:pt x="185" y="37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00" name="Freeform 22">
            <a:extLst>
              <a:ext uri="{FF2B5EF4-FFF2-40B4-BE49-F238E27FC236}">
                <a16:creationId xmlns:a16="http://schemas.microsoft.com/office/drawing/2014/main" id="{105A0664-27BD-9940-87AC-A569924ACF03}"/>
              </a:ext>
            </a:extLst>
          </p:cNvPr>
          <p:cNvSpPr>
            <a:spLocks noEditPoints="1"/>
          </p:cNvSpPr>
          <p:nvPr/>
        </p:nvSpPr>
        <p:spPr bwMode="auto">
          <a:xfrm>
            <a:off x="7840283" y="1359027"/>
            <a:ext cx="1193800" cy="1063625"/>
          </a:xfrm>
          <a:custGeom>
            <a:avLst/>
            <a:gdLst>
              <a:gd name="T0" fmla="*/ 76 w 362"/>
              <a:gd name="T1" fmla="*/ 161 h 323"/>
              <a:gd name="T2" fmla="*/ 100 w 362"/>
              <a:gd name="T3" fmla="*/ 95 h 323"/>
              <a:gd name="T4" fmla="*/ 181 w 362"/>
              <a:gd name="T5" fmla="*/ 57 h 323"/>
              <a:gd name="T6" fmla="*/ 222 w 362"/>
              <a:gd name="T7" fmla="*/ 65 h 323"/>
              <a:gd name="T8" fmla="*/ 247 w 362"/>
              <a:gd name="T9" fmla="*/ 81 h 323"/>
              <a:gd name="T10" fmla="*/ 285 w 362"/>
              <a:gd name="T11" fmla="*/ 162 h 323"/>
              <a:gd name="T12" fmla="*/ 261 w 362"/>
              <a:gd name="T13" fmla="*/ 228 h 323"/>
              <a:gd name="T14" fmla="*/ 181 w 362"/>
              <a:gd name="T15" fmla="*/ 266 h 323"/>
              <a:gd name="T16" fmla="*/ 114 w 362"/>
              <a:gd name="T17" fmla="*/ 242 h 323"/>
              <a:gd name="T18" fmla="*/ 100 w 362"/>
              <a:gd name="T19" fmla="*/ 228 h 323"/>
              <a:gd name="T20" fmla="*/ 76 w 362"/>
              <a:gd name="T21" fmla="*/ 161 h 323"/>
              <a:gd name="T22" fmla="*/ 181 w 362"/>
              <a:gd name="T23" fmla="*/ 0 h 323"/>
              <a:gd name="T24" fmla="*/ 56 w 362"/>
              <a:gd name="T25" fmla="*/ 59 h 323"/>
              <a:gd name="T26" fmla="*/ 78 w 362"/>
              <a:gd name="T27" fmla="*/ 286 h 323"/>
              <a:gd name="T28" fmla="*/ 181 w 362"/>
              <a:gd name="T29" fmla="*/ 323 h 323"/>
              <a:gd name="T30" fmla="*/ 305 w 362"/>
              <a:gd name="T31" fmla="*/ 264 h 323"/>
              <a:gd name="T32" fmla="*/ 283 w 362"/>
              <a:gd name="T33" fmla="*/ 37 h 323"/>
              <a:gd name="T34" fmla="*/ 181 w 362"/>
              <a:gd name="T35" fmla="*/ 0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62" h="323">
                <a:moveTo>
                  <a:pt x="76" y="161"/>
                </a:moveTo>
                <a:cubicBezTo>
                  <a:pt x="76" y="138"/>
                  <a:pt x="84" y="114"/>
                  <a:pt x="100" y="95"/>
                </a:cubicBezTo>
                <a:cubicBezTo>
                  <a:pt x="121" y="70"/>
                  <a:pt x="151" y="57"/>
                  <a:pt x="181" y="57"/>
                </a:cubicBezTo>
                <a:cubicBezTo>
                  <a:pt x="195" y="57"/>
                  <a:pt x="209" y="60"/>
                  <a:pt x="222" y="65"/>
                </a:cubicBezTo>
                <a:cubicBezTo>
                  <a:pt x="231" y="69"/>
                  <a:pt x="240" y="74"/>
                  <a:pt x="247" y="81"/>
                </a:cubicBezTo>
                <a:cubicBezTo>
                  <a:pt x="272" y="102"/>
                  <a:pt x="285" y="131"/>
                  <a:pt x="285" y="162"/>
                </a:cubicBezTo>
                <a:cubicBezTo>
                  <a:pt x="285" y="185"/>
                  <a:pt x="278" y="209"/>
                  <a:pt x="261" y="228"/>
                </a:cubicBezTo>
                <a:cubicBezTo>
                  <a:pt x="241" y="253"/>
                  <a:pt x="211" y="266"/>
                  <a:pt x="181" y="266"/>
                </a:cubicBezTo>
                <a:cubicBezTo>
                  <a:pt x="157" y="266"/>
                  <a:pt x="133" y="258"/>
                  <a:pt x="114" y="242"/>
                </a:cubicBezTo>
                <a:cubicBezTo>
                  <a:pt x="109" y="238"/>
                  <a:pt x="104" y="233"/>
                  <a:pt x="100" y="228"/>
                </a:cubicBezTo>
                <a:cubicBezTo>
                  <a:pt x="84" y="209"/>
                  <a:pt x="76" y="185"/>
                  <a:pt x="76" y="161"/>
                </a:cubicBezTo>
                <a:moveTo>
                  <a:pt x="181" y="0"/>
                </a:moveTo>
                <a:cubicBezTo>
                  <a:pt x="134" y="0"/>
                  <a:pt x="88" y="20"/>
                  <a:pt x="56" y="59"/>
                </a:cubicBezTo>
                <a:cubicBezTo>
                  <a:pt x="0" y="128"/>
                  <a:pt x="9" y="229"/>
                  <a:pt x="78" y="286"/>
                </a:cubicBezTo>
                <a:cubicBezTo>
                  <a:pt x="108" y="311"/>
                  <a:pt x="144" y="323"/>
                  <a:pt x="181" y="323"/>
                </a:cubicBezTo>
                <a:cubicBezTo>
                  <a:pt x="227" y="323"/>
                  <a:pt x="273" y="303"/>
                  <a:pt x="305" y="264"/>
                </a:cubicBezTo>
                <a:cubicBezTo>
                  <a:pt x="362" y="196"/>
                  <a:pt x="352" y="94"/>
                  <a:pt x="283" y="37"/>
                </a:cubicBezTo>
                <a:cubicBezTo>
                  <a:pt x="253" y="12"/>
                  <a:pt x="217" y="0"/>
                  <a:pt x="181" y="0"/>
                </a:cubicBezTo>
              </a:path>
            </a:pathLst>
          </a:custGeom>
          <a:solidFill>
            <a:schemeClr val="accent3"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01" name="Freeform 23">
            <a:extLst>
              <a:ext uri="{FF2B5EF4-FFF2-40B4-BE49-F238E27FC236}">
                <a16:creationId xmlns:a16="http://schemas.microsoft.com/office/drawing/2014/main" id="{F85033C3-6BF7-764E-9E98-7B4154D1BBDC}"/>
              </a:ext>
            </a:extLst>
          </p:cNvPr>
          <p:cNvSpPr>
            <a:spLocks/>
          </p:cNvSpPr>
          <p:nvPr/>
        </p:nvSpPr>
        <p:spPr bwMode="auto">
          <a:xfrm>
            <a:off x="8091108" y="1546352"/>
            <a:ext cx="688975" cy="688975"/>
          </a:xfrm>
          <a:custGeom>
            <a:avLst/>
            <a:gdLst>
              <a:gd name="T0" fmla="*/ 105 w 209"/>
              <a:gd name="T1" fmla="*/ 0 h 209"/>
              <a:gd name="T2" fmla="*/ 24 w 209"/>
              <a:gd name="T3" fmla="*/ 38 h 209"/>
              <a:gd name="T4" fmla="*/ 0 w 209"/>
              <a:gd name="T5" fmla="*/ 104 h 209"/>
              <a:gd name="T6" fmla="*/ 24 w 209"/>
              <a:gd name="T7" fmla="*/ 171 h 209"/>
              <a:gd name="T8" fmla="*/ 38 w 209"/>
              <a:gd name="T9" fmla="*/ 185 h 209"/>
              <a:gd name="T10" fmla="*/ 105 w 209"/>
              <a:gd name="T11" fmla="*/ 209 h 209"/>
              <a:gd name="T12" fmla="*/ 185 w 209"/>
              <a:gd name="T13" fmla="*/ 171 h 209"/>
              <a:gd name="T14" fmla="*/ 209 w 209"/>
              <a:gd name="T15" fmla="*/ 105 h 209"/>
              <a:gd name="T16" fmla="*/ 171 w 209"/>
              <a:gd name="T17" fmla="*/ 24 h 209"/>
              <a:gd name="T18" fmla="*/ 146 w 209"/>
              <a:gd name="T19" fmla="*/ 8 h 209"/>
              <a:gd name="T20" fmla="*/ 105 w 209"/>
              <a:gd name="T21" fmla="*/ 0 h 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9" h="209">
                <a:moveTo>
                  <a:pt x="105" y="0"/>
                </a:moveTo>
                <a:cubicBezTo>
                  <a:pt x="75" y="0"/>
                  <a:pt x="45" y="13"/>
                  <a:pt x="24" y="38"/>
                </a:cubicBezTo>
                <a:cubicBezTo>
                  <a:pt x="8" y="57"/>
                  <a:pt x="0" y="81"/>
                  <a:pt x="0" y="104"/>
                </a:cubicBezTo>
                <a:cubicBezTo>
                  <a:pt x="0" y="128"/>
                  <a:pt x="8" y="152"/>
                  <a:pt x="24" y="171"/>
                </a:cubicBezTo>
                <a:cubicBezTo>
                  <a:pt x="28" y="176"/>
                  <a:pt x="33" y="181"/>
                  <a:pt x="38" y="185"/>
                </a:cubicBezTo>
                <a:cubicBezTo>
                  <a:pt x="57" y="201"/>
                  <a:pt x="81" y="209"/>
                  <a:pt x="105" y="209"/>
                </a:cubicBezTo>
                <a:cubicBezTo>
                  <a:pt x="135" y="209"/>
                  <a:pt x="165" y="196"/>
                  <a:pt x="185" y="171"/>
                </a:cubicBezTo>
                <a:cubicBezTo>
                  <a:pt x="202" y="152"/>
                  <a:pt x="209" y="128"/>
                  <a:pt x="209" y="105"/>
                </a:cubicBezTo>
                <a:cubicBezTo>
                  <a:pt x="209" y="74"/>
                  <a:pt x="196" y="45"/>
                  <a:pt x="171" y="24"/>
                </a:cubicBezTo>
                <a:cubicBezTo>
                  <a:pt x="164" y="17"/>
                  <a:pt x="155" y="12"/>
                  <a:pt x="146" y="8"/>
                </a:cubicBezTo>
                <a:cubicBezTo>
                  <a:pt x="133" y="3"/>
                  <a:pt x="119" y="0"/>
                  <a:pt x="105" y="0"/>
                </a:cubicBezTo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02" name="Freeform 24">
            <a:extLst>
              <a:ext uri="{FF2B5EF4-FFF2-40B4-BE49-F238E27FC236}">
                <a16:creationId xmlns:a16="http://schemas.microsoft.com/office/drawing/2014/main" id="{5F68BE13-1F5A-CF42-8E56-B411CDE4E54D}"/>
              </a:ext>
            </a:extLst>
          </p:cNvPr>
          <p:cNvSpPr>
            <a:spLocks noEditPoints="1"/>
          </p:cNvSpPr>
          <p:nvPr/>
        </p:nvSpPr>
        <p:spPr bwMode="auto">
          <a:xfrm>
            <a:off x="8091108" y="1573340"/>
            <a:ext cx="688975" cy="536575"/>
          </a:xfrm>
          <a:custGeom>
            <a:avLst/>
            <a:gdLst>
              <a:gd name="T0" fmla="*/ 0 w 209"/>
              <a:gd name="T1" fmla="*/ 96 h 163"/>
              <a:gd name="T2" fmla="*/ 24 w 209"/>
              <a:gd name="T3" fmla="*/ 163 h 163"/>
              <a:gd name="T4" fmla="*/ 0 w 209"/>
              <a:gd name="T5" fmla="*/ 96 h 163"/>
              <a:gd name="T6" fmla="*/ 146 w 209"/>
              <a:gd name="T7" fmla="*/ 0 h 163"/>
              <a:gd name="T8" fmla="*/ 171 w 209"/>
              <a:gd name="T9" fmla="*/ 16 h 163"/>
              <a:gd name="T10" fmla="*/ 209 w 209"/>
              <a:gd name="T11" fmla="*/ 97 h 163"/>
              <a:gd name="T12" fmla="*/ 171 w 209"/>
              <a:gd name="T13" fmla="*/ 16 h 163"/>
              <a:gd name="T14" fmla="*/ 146 w 209"/>
              <a:gd name="T15" fmla="*/ 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9" h="163">
                <a:moveTo>
                  <a:pt x="0" y="96"/>
                </a:moveTo>
                <a:cubicBezTo>
                  <a:pt x="0" y="120"/>
                  <a:pt x="8" y="144"/>
                  <a:pt x="24" y="163"/>
                </a:cubicBezTo>
                <a:cubicBezTo>
                  <a:pt x="8" y="144"/>
                  <a:pt x="0" y="120"/>
                  <a:pt x="0" y="96"/>
                </a:cubicBezTo>
                <a:moveTo>
                  <a:pt x="146" y="0"/>
                </a:moveTo>
                <a:cubicBezTo>
                  <a:pt x="155" y="4"/>
                  <a:pt x="164" y="9"/>
                  <a:pt x="171" y="16"/>
                </a:cubicBezTo>
                <a:cubicBezTo>
                  <a:pt x="196" y="37"/>
                  <a:pt x="209" y="66"/>
                  <a:pt x="209" y="97"/>
                </a:cubicBezTo>
                <a:cubicBezTo>
                  <a:pt x="209" y="66"/>
                  <a:pt x="196" y="37"/>
                  <a:pt x="171" y="16"/>
                </a:cubicBezTo>
                <a:cubicBezTo>
                  <a:pt x="164" y="9"/>
                  <a:pt x="155" y="4"/>
                  <a:pt x="146" y="0"/>
                </a:cubicBezTo>
              </a:path>
            </a:pathLst>
          </a:custGeom>
          <a:solidFill>
            <a:srgbClr val="0D88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03" name="Freeform 25">
            <a:extLst>
              <a:ext uri="{FF2B5EF4-FFF2-40B4-BE49-F238E27FC236}">
                <a16:creationId xmlns:a16="http://schemas.microsoft.com/office/drawing/2014/main" id="{8C117068-4545-5642-9B75-934F05D20D12}"/>
              </a:ext>
            </a:extLst>
          </p:cNvPr>
          <p:cNvSpPr>
            <a:spLocks noEditPoints="1"/>
          </p:cNvSpPr>
          <p:nvPr/>
        </p:nvSpPr>
        <p:spPr bwMode="auto">
          <a:xfrm>
            <a:off x="9113458" y="1359027"/>
            <a:ext cx="1193800" cy="1063625"/>
          </a:xfrm>
          <a:custGeom>
            <a:avLst/>
            <a:gdLst>
              <a:gd name="T0" fmla="*/ 77 w 362"/>
              <a:gd name="T1" fmla="*/ 161 h 323"/>
              <a:gd name="T2" fmla="*/ 101 w 362"/>
              <a:gd name="T3" fmla="*/ 95 h 323"/>
              <a:gd name="T4" fmla="*/ 181 w 362"/>
              <a:gd name="T5" fmla="*/ 57 h 323"/>
              <a:gd name="T6" fmla="*/ 222 w 362"/>
              <a:gd name="T7" fmla="*/ 65 h 323"/>
              <a:gd name="T8" fmla="*/ 222 w 362"/>
              <a:gd name="T9" fmla="*/ 65 h 323"/>
              <a:gd name="T10" fmla="*/ 222 w 362"/>
              <a:gd name="T11" fmla="*/ 65 h 323"/>
              <a:gd name="T12" fmla="*/ 223 w 362"/>
              <a:gd name="T13" fmla="*/ 65 h 323"/>
              <a:gd name="T14" fmla="*/ 223 w 362"/>
              <a:gd name="T15" fmla="*/ 65 h 323"/>
              <a:gd name="T16" fmla="*/ 248 w 362"/>
              <a:gd name="T17" fmla="*/ 81 h 323"/>
              <a:gd name="T18" fmla="*/ 286 w 362"/>
              <a:gd name="T19" fmla="*/ 162 h 323"/>
              <a:gd name="T20" fmla="*/ 262 w 362"/>
              <a:gd name="T21" fmla="*/ 228 h 323"/>
              <a:gd name="T22" fmla="*/ 181 w 362"/>
              <a:gd name="T23" fmla="*/ 266 h 323"/>
              <a:gd name="T24" fmla="*/ 115 w 362"/>
              <a:gd name="T25" fmla="*/ 242 h 323"/>
              <a:gd name="T26" fmla="*/ 101 w 362"/>
              <a:gd name="T27" fmla="*/ 228 h 323"/>
              <a:gd name="T28" fmla="*/ 77 w 362"/>
              <a:gd name="T29" fmla="*/ 161 h 323"/>
              <a:gd name="T30" fmla="*/ 181 w 362"/>
              <a:gd name="T31" fmla="*/ 0 h 323"/>
              <a:gd name="T32" fmla="*/ 57 w 362"/>
              <a:gd name="T33" fmla="*/ 59 h 323"/>
              <a:gd name="T34" fmla="*/ 79 w 362"/>
              <a:gd name="T35" fmla="*/ 286 h 323"/>
              <a:gd name="T36" fmla="*/ 181 w 362"/>
              <a:gd name="T37" fmla="*/ 323 h 323"/>
              <a:gd name="T38" fmla="*/ 306 w 362"/>
              <a:gd name="T39" fmla="*/ 264 h 323"/>
              <a:gd name="T40" fmla="*/ 284 w 362"/>
              <a:gd name="T41" fmla="*/ 37 h 323"/>
              <a:gd name="T42" fmla="*/ 181 w 362"/>
              <a:gd name="T43" fmla="*/ 0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62" h="323">
                <a:moveTo>
                  <a:pt x="77" y="161"/>
                </a:moveTo>
                <a:cubicBezTo>
                  <a:pt x="77" y="138"/>
                  <a:pt x="84" y="114"/>
                  <a:pt x="101" y="95"/>
                </a:cubicBezTo>
                <a:cubicBezTo>
                  <a:pt x="121" y="70"/>
                  <a:pt x="151" y="57"/>
                  <a:pt x="181" y="57"/>
                </a:cubicBezTo>
                <a:cubicBezTo>
                  <a:pt x="195" y="57"/>
                  <a:pt x="209" y="59"/>
                  <a:pt x="222" y="65"/>
                </a:cubicBezTo>
                <a:cubicBezTo>
                  <a:pt x="222" y="65"/>
                  <a:pt x="222" y="65"/>
                  <a:pt x="222" y="65"/>
                </a:cubicBezTo>
                <a:cubicBezTo>
                  <a:pt x="222" y="65"/>
                  <a:pt x="222" y="65"/>
                  <a:pt x="222" y="65"/>
                </a:cubicBezTo>
                <a:cubicBezTo>
                  <a:pt x="222" y="65"/>
                  <a:pt x="223" y="65"/>
                  <a:pt x="223" y="65"/>
                </a:cubicBezTo>
                <a:cubicBezTo>
                  <a:pt x="223" y="65"/>
                  <a:pt x="223" y="65"/>
                  <a:pt x="223" y="65"/>
                </a:cubicBezTo>
                <a:cubicBezTo>
                  <a:pt x="232" y="69"/>
                  <a:pt x="240" y="74"/>
                  <a:pt x="248" y="81"/>
                </a:cubicBezTo>
                <a:cubicBezTo>
                  <a:pt x="273" y="102"/>
                  <a:pt x="286" y="131"/>
                  <a:pt x="286" y="162"/>
                </a:cubicBezTo>
                <a:cubicBezTo>
                  <a:pt x="286" y="185"/>
                  <a:pt x="278" y="209"/>
                  <a:pt x="262" y="228"/>
                </a:cubicBezTo>
                <a:cubicBezTo>
                  <a:pt x="241" y="253"/>
                  <a:pt x="211" y="266"/>
                  <a:pt x="181" y="266"/>
                </a:cubicBezTo>
                <a:cubicBezTo>
                  <a:pt x="158" y="266"/>
                  <a:pt x="134" y="258"/>
                  <a:pt x="115" y="242"/>
                </a:cubicBezTo>
                <a:cubicBezTo>
                  <a:pt x="109" y="238"/>
                  <a:pt x="105" y="233"/>
                  <a:pt x="101" y="228"/>
                </a:cubicBezTo>
                <a:cubicBezTo>
                  <a:pt x="85" y="209"/>
                  <a:pt x="77" y="185"/>
                  <a:pt x="77" y="161"/>
                </a:cubicBezTo>
                <a:moveTo>
                  <a:pt x="181" y="0"/>
                </a:moveTo>
                <a:cubicBezTo>
                  <a:pt x="135" y="0"/>
                  <a:pt x="89" y="20"/>
                  <a:pt x="57" y="59"/>
                </a:cubicBezTo>
                <a:cubicBezTo>
                  <a:pt x="0" y="128"/>
                  <a:pt x="10" y="229"/>
                  <a:pt x="79" y="286"/>
                </a:cubicBezTo>
                <a:cubicBezTo>
                  <a:pt x="109" y="311"/>
                  <a:pt x="145" y="323"/>
                  <a:pt x="181" y="323"/>
                </a:cubicBezTo>
                <a:cubicBezTo>
                  <a:pt x="228" y="323"/>
                  <a:pt x="274" y="303"/>
                  <a:pt x="306" y="264"/>
                </a:cubicBezTo>
                <a:cubicBezTo>
                  <a:pt x="362" y="196"/>
                  <a:pt x="353" y="94"/>
                  <a:pt x="284" y="37"/>
                </a:cubicBezTo>
                <a:cubicBezTo>
                  <a:pt x="254" y="12"/>
                  <a:pt x="218" y="0"/>
                  <a:pt x="181" y="0"/>
                </a:cubicBezTo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04" name="Freeform 26">
            <a:extLst>
              <a:ext uri="{FF2B5EF4-FFF2-40B4-BE49-F238E27FC236}">
                <a16:creationId xmlns:a16="http://schemas.microsoft.com/office/drawing/2014/main" id="{BF2BA249-BD59-0043-A47B-7A0B7FCACE7A}"/>
              </a:ext>
            </a:extLst>
          </p:cNvPr>
          <p:cNvSpPr>
            <a:spLocks/>
          </p:cNvSpPr>
          <p:nvPr/>
        </p:nvSpPr>
        <p:spPr bwMode="auto">
          <a:xfrm>
            <a:off x="9367458" y="1546352"/>
            <a:ext cx="688975" cy="688975"/>
          </a:xfrm>
          <a:custGeom>
            <a:avLst/>
            <a:gdLst>
              <a:gd name="T0" fmla="*/ 104 w 209"/>
              <a:gd name="T1" fmla="*/ 0 h 209"/>
              <a:gd name="T2" fmla="*/ 24 w 209"/>
              <a:gd name="T3" fmla="*/ 38 h 209"/>
              <a:gd name="T4" fmla="*/ 0 w 209"/>
              <a:gd name="T5" fmla="*/ 104 h 209"/>
              <a:gd name="T6" fmla="*/ 24 w 209"/>
              <a:gd name="T7" fmla="*/ 171 h 209"/>
              <a:gd name="T8" fmla="*/ 38 w 209"/>
              <a:gd name="T9" fmla="*/ 185 h 209"/>
              <a:gd name="T10" fmla="*/ 104 w 209"/>
              <a:gd name="T11" fmla="*/ 209 h 209"/>
              <a:gd name="T12" fmla="*/ 185 w 209"/>
              <a:gd name="T13" fmla="*/ 171 h 209"/>
              <a:gd name="T14" fmla="*/ 209 w 209"/>
              <a:gd name="T15" fmla="*/ 105 h 209"/>
              <a:gd name="T16" fmla="*/ 171 w 209"/>
              <a:gd name="T17" fmla="*/ 24 h 209"/>
              <a:gd name="T18" fmla="*/ 146 w 209"/>
              <a:gd name="T19" fmla="*/ 8 h 209"/>
              <a:gd name="T20" fmla="*/ 146 w 209"/>
              <a:gd name="T21" fmla="*/ 8 h 209"/>
              <a:gd name="T22" fmla="*/ 145 w 209"/>
              <a:gd name="T23" fmla="*/ 8 h 209"/>
              <a:gd name="T24" fmla="*/ 145 w 209"/>
              <a:gd name="T25" fmla="*/ 8 h 209"/>
              <a:gd name="T26" fmla="*/ 145 w 209"/>
              <a:gd name="T27" fmla="*/ 8 h 209"/>
              <a:gd name="T28" fmla="*/ 104 w 209"/>
              <a:gd name="T29" fmla="*/ 0 h 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09" h="209">
                <a:moveTo>
                  <a:pt x="104" y="0"/>
                </a:moveTo>
                <a:cubicBezTo>
                  <a:pt x="74" y="0"/>
                  <a:pt x="44" y="13"/>
                  <a:pt x="24" y="38"/>
                </a:cubicBezTo>
                <a:cubicBezTo>
                  <a:pt x="7" y="57"/>
                  <a:pt x="0" y="81"/>
                  <a:pt x="0" y="104"/>
                </a:cubicBezTo>
                <a:cubicBezTo>
                  <a:pt x="0" y="128"/>
                  <a:pt x="8" y="152"/>
                  <a:pt x="24" y="171"/>
                </a:cubicBezTo>
                <a:cubicBezTo>
                  <a:pt x="28" y="176"/>
                  <a:pt x="32" y="181"/>
                  <a:pt x="38" y="185"/>
                </a:cubicBezTo>
                <a:cubicBezTo>
                  <a:pt x="57" y="201"/>
                  <a:pt x="81" y="209"/>
                  <a:pt x="104" y="209"/>
                </a:cubicBezTo>
                <a:cubicBezTo>
                  <a:pt x="134" y="209"/>
                  <a:pt x="164" y="196"/>
                  <a:pt x="185" y="171"/>
                </a:cubicBezTo>
                <a:cubicBezTo>
                  <a:pt x="201" y="152"/>
                  <a:pt x="209" y="128"/>
                  <a:pt x="209" y="105"/>
                </a:cubicBezTo>
                <a:cubicBezTo>
                  <a:pt x="209" y="74"/>
                  <a:pt x="196" y="45"/>
                  <a:pt x="171" y="24"/>
                </a:cubicBezTo>
                <a:cubicBezTo>
                  <a:pt x="163" y="17"/>
                  <a:pt x="155" y="12"/>
                  <a:pt x="146" y="8"/>
                </a:cubicBezTo>
                <a:cubicBezTo>
                  <a:pt x="146" y="8"/>
                  <a:pt x="146" y="8"/>
                  <a:pt x="146" y="8"/>
                </a:cubicBezTo>
                <a:cubicBezTo>
                  <a:pt x="146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32" y="2"/>
                  <a:pt x="118" y="0"/>
                  <a:pt x="104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05" name="Freeform 27">
            <a:extLst>
              <a:ext uri="{FF2B5EF4-FFF2-40B4-BE49-F238E27FC236}">
                <a16:creationId xmlns:a16="http://schemas.microsoft.com/office/drawing/2014/main" id="{A8C73CCF-ACBB-7142-8D0E-641523362EC6}"/>
              </a:ext>
            </a:extLst>
          </p:cNvPr>
          <p:cNvSpPr>
            <a:spLocks noEditPoints="1"/>
          </p:cNvSpPr>
          <p:nvPr/>
        </p:nvSpPr>
        <p:spPr bwMode="auto">
          <a:xfrm>
            <a:off x="9367458" y="1573340"/>
            <a:ext cx="688975" cy="536575"/>
          </a:xfrm>
          <a:custGeom>
            <a:avLst/>
            <a:gdLst>
              <a:gd name="T0" fmla="*/ 0 w 209"/>
              <a:gd name="T1" fmla="*/ 96 h 163"/>
              <a:gd name="T2" fmla="*/ 24 w 209"/>
              <a:gd name="T3" fmla="*/ 163 h 163"/>
              <a:gd name="T4" fmla="*/ 0 w 209"/>
              <a:gd name="T5" fmla="*/ 96 h 163"/>
              <a:gd name="T6" fmla="*/ 146 w 209"/>
              <a:gd name="T7" fmla="*/ 0 h 163"/>
              <a:gd name="T8" fmla="*/ 171 w 209"/>
              <a:gd name="T9" fmla="*/ 16 h 163"/>
              <a:gd name="T10" fmla="*/ 209 w 209"/>
              <a:gd name="T11" fmla="*/ 97 h 163"/>
              <a:gd name="T12" fmla="*/ 171 w 209"/>
              <a:gd name="T13" fmla="*/ 16 h 163"/>
              <a:gd name="T14" fmla="*/ 146 w 209"/>
              <a:gd name="T15" fmla="*/ 0 h 163"/>
              <a:gd name="T16" fmla="*/ 145 w 209"/>
              <a:gd name="T17" fmla="*/ 0 h 163"/>
              <a:gd name="T18" fmla="*/ 146 w 209"/>
              <a:gd name="T19" fmla="*/ 0 h 163"/>
              <a:gd name="T20" fmla="*/ 145 w 209"/>
              <a:gd name="T21" fmla="*/ 0 h 163"/>
              <a:gd name="T22" fmla="*/ 145 w 209"/>
              <a:gd name="T23" fmla="*/ 0 h 163"/>
              <a:gd name="T24" fmla="*/ 145 w 209"/>
              <a:gd name="T25" fmla="*/ 0 h 163"/>
              <a:gd name="T26" fmla="*/ 145 w 209"/>
              <a:gd name="T27" fmla="*/ 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09" h="163">
                <a:moveTo>
                  <a:pt x="0" y="96"/>
                </a:moveTo>
                <a:cubicBezTo>
                  <a:pt x="0" y="120"/>
                  <a:pt x="8" y="144"/>
                  <a:pt x="24" y="163"/>
                </a:cubicBezTo>
                <a:cubicBezTo>
                  <a:pt x="8" y="144"/>
                  <a:pt x="0" y="120"/>
                  <a:pt x="0" y="96"/>
                </a:cubicBezTo>
                <a:moveTo>
                  <a:pt x="146" y="0"/>
                </a:moveTo>
                <a:cubicBezTo>
                  <a:pt x="155" y="4"/>
                  <a:pt x="163" y="9"/>
                  <a:pt x="171" y="16"/>
                </a:cubicBezTo>
                <a:cubicBezTo>
                  <a:pt x="196" y="37"/>
                  <a:pt x="209" y="66"/>
                  <a:pt x="209" y="97"/>
                </a:cubicBezTo>
                <a:cubicBezTo>
                  <a:pt x="209" y="66"/>
                  <a:pt x="196" y="37"/>
                  <a:pt x="171" y="16"/>
                </a:cubicBezTo>
                <a:cubicBezTo>
                  <a:pt x="163" y="9"/>
                  <a:pt x="155" y="4"/>
                  <a:pt x="146" y="0"/>
                </a:cubicBezTo>
                <a:moveTo>
                  <a:pt x="145" y="0"/>
                </a:moveTo>
                <a:cubicBezTo>
                  <a:pt x="145" y="0"/>
                  <a:pt x="146" y="0"/>
                  <a:pt x="146" y="0"/>
                </a:cubicBezTo>
                <a:cubicBezTo>
                  <a:pt x="146" y="0"/>
                  <a:pt x="145" y="0"/>
                  <a:pt x="145" y="0"/>
                </a:cubicBezTo>
                <a:moveTo>
                  <a:pt x="145" y="0"/>
                </a:moveTo>
                <a:cubicBezTo>
                  <a:pt x="145" y="0"/>
                  <a:pt x="145" y="0"/>
                  <a:pt x="145" y="0"/>
                </a:cubicBezTo>
                <a:cubicBezTo>
                  <a:pt x="145" y="0"/>
                  <a:pt x="145" y="0"/>
                  <a:pt x="145" y="0"/>
                </a:cubicBezTo>
              </a:path>
            </a:pathLst>
          </a:custGeom>
          <a:solidFill>
            <a:srgbClr val="2C98D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06" name="Freeform 28">
            <a:extLst>
              <a:ext uri="{FF2B5EF4-FFF2-40B4-BE49-F238E27FC236}">
                <a16:creationId xmlns:a16="http://schemas.microsoft.com/office/drawing/2014/main" id="{18F21369-66CE-B647-BDA5-2127F5979E27}"/>
              </a:ext>
            </a:extLst>
          </p:cNvPr>
          <p:cNvSpPr>
            <a:spLocks/>
          </p:cNvSpPr>
          <p:nvPr/>
        </p:nvSpPr>
        <p:spPr bwMode="auto">
          <a:xfrm>
            <a:off x="10518395" y="1990852"/>
            <a:ext cx="777875" cy="774700"/>
          </a:xfrm>
          <a:custGeom>
            <a:avLst/>
            <a:gdLst>
              <a:gd name="T0" fmla="*/ 185 w 236"/>
              <a:gd name="T1" fmla="*/ 37 h 235"/>
              <a:gd name="T2" fmla="*/ 199 w 236"/>
              <a:gd name="T3" fmla="*/ 184 h 235"/>
              <a:gd name="T4" fmla="*/ 51 w 236"/>
              <a:gd name="T5" fmla="*/ 198 h 235"/>
              <a:gd name="T6" fmla="*/ 37 w 236"/>
              <a:gd name="T7" fmla="*/ 51 h 235"/>
              <a:gd name="T8" fmla="*/ 185 w 236"/>
              <a:gd name="T9" fmla="*/ 37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6" h="235">
                <a:moveTo>
                  <a:pt x="185" y="37"/>
                </a:moveTo>
                <a:cubicBezTo>
                  <a:pt x="229" y="74"/>
                  <a:pt x="236" y="140"/>
                  <a:pt x="199" y="184"/>
                </a:cubicBezTo>
                <a:cubicBezTo>
                  <a:pt x="162" y="229"/>
                  <a:pt x="96" y="235"/>
                  <a:pt x="51" y="198"/>
                </a:cubicBezTo>
                <a:cubicBezTo>
                  <a:pt x="7" y="161"/>
                  <a:pt x="0" y="95"/>
                  <a:pt x="37" y="51"/>
                </a:cubicBezTo>
                <a:cubicBezTo>
                  <a:pt x="74" y="6"/>
                  <a:pt x="140" y="0"/>
                  <a:pt x="185" y="3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07" name="Freeform 29">
            <a:extLst>
              <a:ext uri="{FF2B5EF4-FFF2-40B4-BE49-F238E27FC236}">
                <a16:creationId xmlns:a16="http://schemas.microsoft.com/office/drawing/2014/main" id="{8A97F017-8478-AD40-81D0-FEC0BD2D43DC}"/>
              </a:ext>
            </a:extLst>
          </p:cNvPr>
          <p:cNvSpPr>
            <a:spLocks/>
          </p:cNvSpPr>
          <p:nvPr/>
        </p:nvSpPr>
        <p:spPr bwMode="auto">
          <a:xfrm>
            <a:off x="10210420" y="1919415"/>
            <a:ext cx="228600" cy="220663"/>
          </a:xfrm>
          <a:custGeom>
            <a:avLst/>
            <a:gdLst>
              <a:gd name="T0" fmla="*/ 69 w 69"/>
              <a:gd name="T1" fmla="*/ 46 h 67"/>
              <a:gd name="T2" fmla="*/ 49 w 69"/>
              <a:gd name="T3" fmla="*/ 2 h 67"/>
              <a:gd name="T4" fmla="*/ 45 w 69"/>
              <a:gd name="T5" fmla="*/ 12 h 67"/>
              <a:gd name="T6" fmla="*/ 9 w 69"/>
              <a:gd name="T7" fmla="*/ 0 h 67"/>
              <a:gd name="T8" fmla="*/ 0 w 69"/>
              <a:gd name="T9" fmla="*/ 47 h 67"/>
              <a:gd name="T10" fmla="*/ 27 w 69"/>
              <a:gd name="T11" fmla="*/ 56 h 67"/>
              <a:gd name="T12" fmla="*/ 22 w 69"/>
              <a:gd name="T13" fmla="*/ 67 h 67"/>
              <a:gd name="T14" fmla="*/ 69 w 69"/>
              <a:gd name="T15" fmla="*/ 46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9" h="67">
                <a:moveTo>
                  <a:pt x="69" y="46"/>
                </a:moveTo>
                <a:cubicBezTo>
                  <a:pt x="49" y="2"/>
                  <a:pt x="49" y="2"/>
                  <a:pt x="49" y="2"/>
                </a:cubicBezTo>
                <a:cubicBezTo>
                  <a:pt x="45" y="12"/>
                  <a:pt x="45" y="12"/>
                  <a:pt x="45" y="12"/>
                </a:cubicBezTo>
                <a:cubicBezTo>
                  <a:pt x="33" y="8"/>
                  <a:pt x="22" y="4"/>
                  <a:pt x="9" y="0"/>
                </a:cubicBezTo>
                <a:cubicBezTo>
                  <a:pt x="9" y="16"/>
                  <a:pt x="5" y="31"/>
                  <a:pt x="0" y="47"/>
                </a:cubicBezTo>
                <a:cubicBezTo>
                  <a:pt x="9" y="50"/>
                  <a:pt x="18" y="53"/>
                  <a:pt x="27" y="56"/>
                </a:cubicBezTo>
                <a:cubicBezTo>
                  <a:pt x="22" y="67"/>
                  <a:pt x="22" y="67"/>
                  <a:pt x="22" y="67"/>
                </a:cubicBezTo>
                <a:lnTo>
                  <a:pt x="69" y="46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08" name="Freeform 30">
            <a:extLst>
              <a:ext uri="{FF2B5EF4-FFF2-40B4-BE49-F238E27FC236}">
                <a16:creationId xmlns:a16="http://schemas.microsoft.com/office/drawing/2014/main" id="{685ADFA6-7959-544C-B8E0-300B420FCCC7}"/>
              </a:ext>
            </a:extLst>
          </p:cNvPr>
          <p:cNvSpPr>
            <a:spLocks/>
          </p:cNvSpPr>
          <p:nvPr/>
        </p:nvSpPr>
        <p:spPr bwMode="auto">
          <a:xfrm>
            <a:off x="7698995" y="2017840"/>
            <a:ext cx="207963" cy="211138"/>
          </a:xfrm>
          <a:custGeom>
            <a:avLst/>
            <a:gdLst>
              <a:gd name="T0" fmla="*/ 63 w 63"/>
              <a:gd name="T1" fmla="*/ 17 h 64"/>
              <a:gd name="T2" fmla="*/ 18 w 63"/>
              <a:gd name="T3" fmla="*/ 0 h 64"/>
              <a:gd name="T4" fmla="*/ 22 w 63"/>
              <a:gd name="T5" fmla="*/ 9 h 64"/>
              <a:gd name="T6" fmla="*/ 0 w 63"/>
              <a:gd name="T7" fmla="*/ 19 h 64"/>
              <a:gd name="T8" fmla="*/ 18 w 63"/>
              <a:gd name="T9" fmla="*/ 64 h 64"/>
              <a:gd name="T10" fmla="*/ 41 w 63"/>
              <a:gd name="T11" fmla="*/ 54 h 64"/>
              <a:gd name="T12" fmla="*/ 45 w 63"/>
              <a:gd name="T13" fmla="*/ 64 h 64"/>
              <a:gd name="T14" fmla="*/ 63 w 63"/>
              <a:gd name="T15" fmla="*/ 1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" h="64">
                <a:moveTo>
                  <a:pt x="63" y="17"/>
                </a:moveTo>
                <a:cubicBezTo>
                  <a:pt x="18" y="0"/>
                  <a:pt x="18" y="0"/>
                  <a:pt x="18" y="0"/>
                </a:cubicBezTo>
                <a:cubicBezTo>
                  <a:pt x="22" y="9"/>
                  <a:pt x="22" y="9"/>
                  <a:pt x="22" y="9"/>
                </a:cubicBezTo>
                <a:cubicBezTo>
                  <a:pt x="15" y="13"/>
                  <a:pt x="7" y="16"/>
                  <a:pt x="0" y="19"/>
                </a:cubicBezTo>
                <a:cubicBezTo>
                  <a:pt x="8" y="34"/>
                  <a:pt x="14" y="49"/>
                  <a:pt x="18" y="64"/>
                </a:cubicBezTo>
                <a:cubicBezTo>
                  <a:pt x="25" y="61"/>
                  <a:pt x="33" y="57"/>
                  <a:pt x="41" y="54"/>
                </a:cubicBezTo>
                <a:cubicBezTo>
                  <a:pt x="45" y="64"/>
                  <a:pt x="45" y="64"/>
                  <a:pt x="45" y="64"/>
                </a:cubicBezTo>
                <a:lnTo>
                  <a:pt x="63" y="17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09" name="Freeform 31">
            <a:extLst>
              <a:ext uri="{FF2B5EF4-FFF2-40B4-BE49-F238E27FC236}">
                <a16:creationId xmlns:a16="http://schemas.microsoft.com/office/drawing/2014/main" id="{AF6996AF-16FB-FE4E-84A6-1466E6C38978}"/>
              </a:ext>
            </a:extLst>
          </p:cNvPr>
          <p:cNvSpPr>
            <a:spLocks/>
          </p:cNvSpPr>
          <p:nvPr/>
        </p:nvSpPr>
        <p:spPr bwMode="auto">
          <a:xfrm>
            <a:off x="5292345" y="4999165"/>
            <a:ext cx="227013" cy="254000"/>
          </a:xfrm>
          <a:custGeom>
            <a:avLst/>
            <a:gdLst>
              <a:gd name="T0" fmla="*/ 69 w 69"/>
              <a:gd name="T1" fmla="*/ 50 h 77"/>
              <a:gd name="T2" fmla="*/ 59 w 69"/>
              <a:gd name="T3" fmla="*/ 0 h 77"/>
              <a:gd name="T4" fmla="*/ 12 w 69"/>
              <a:gd name="T5" fmla="*/ 8 h 77"/>
              <a:gd name="T6" fmla="*/ 20 w 69"/>
              <a:gd name="T7" fmla="*/ 15 h 77"/>
              <a:gd name="T8" fmla="*/ 0 w 69"/>
              <a:gd name="T9" fmla="*/ 39 h 77"/>
              <a:gd name="T10" fmla="*/ 30 w 69"/>
              <a:gd name="T11" fmla="*/ 77 h 77"/>
              <a:gd name="T12" fmla="*/ 59 w 69"/>
              <a:gd name="T13" fmla="*/ 43 h 77"/>
              <a:gd name="T14" fmla="*/ 69 w 69"/>
              <a:gd name="T15" fmla="*/ 50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9" h="77">
                <a:moveTo>
                  <a:pt x="69" y="50"/>
                </a:moveTo>
                <a:cubicBezTo>
                  <a:pt x="59" y="0"/>
                  <a:pt x="59" y="0"/>
                  <a:pt x="59" y="0"/>
                </a:cubicBezTo>
                <a:cubicBezTo>
                  <a:pt x="12" y="8"/>
                  <a:pt x="12" y="8"/>
                  <a:pt x="12" y="8"/>
                </a:cubicBezTo>
                <a:cubicBezTo>
                  <a:pt x="20" y="15"/>
                  <a:pt x="20" y="15"/>
                  <a:pt x="20" y="15"/>
                </a:cubicBezTo>
                <a:cubicBezTo>
                  <a:pt x="14" y="23"/>
                  <a:pt x="7" y="31"/>
                  <a:pt x="0" y="39"/>
                </a:cubicBezTo>
                <a:cubicBezTo>
                  <a:pt x="12" y="50"/>
                  <a:pt x="22" y="63"/>
                  <a:pt x="30" y="77"/>
                </a:cubicBezTo>
                <a:cubicBezTo>
                  <a:pt x="40" y="66"/>
                  <a:pt x="49" y="54"/>
                  <a:pt x="59" y="43"/>
                </a:cubicBezTo>
                <a:lnTo>
                  <a:pt x="69" y="50"/>
                </a:lnTo>
                <a:close/>
              </a:path>
            </a:pathLst>
          </a:custGeom>
          <a:solidFill>
            <a:schemeClr val="accent3"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10" name="Freeform 32">
            <a:extLst>
              <a:ext uri="{FF2B5EF4-FFF2-40B4-BE49-F238E27FC236}">
                <a16:creationId xmlns:a16="http://schemas.microsoft.com/office/drawing/2014/main" id="{4BC0CB2C-57C0-1A43-B93F-745FE33F181F}"/>
              </a:ext>
            </a:extLst>
          </p:cNvPr>
          <p:cNvSpPr>
            <a:spLocks/>
          </p:cNvSpPr>
          <p:nvPr/>
        </p:nvSpPr>
        <p:spPr bwMode="auto">
          <a:xfrm>
            <a:off x="4250945" y="5786565"/>
            <a:ext cx="217488" cy="230188"/>
          </a:xfrm>
          <a:custGeom>
            <a:avLst/>
            <a:gdLst>
              <a:gd name="T0" fmla="*/ 66 w 66"/>
              <a:gd name="T1" fmla="*/ 16 h 70"/>
              <a:gd name="T2" fmla="*/ 21 w 66"/>
              <a:gd name="T3" fmla="*/ 0 h 70"/>
              <a:gd name="T4" fmla="*/ 26 w 66"/>
              <a:gd name="T5" fmla="*/ 11 h 70"/>
              <a:gd name="T6" fmla="*/ 0 w 66"/>
              <a:gd name="T7" fmla="*/ 21 h 70"/>
              <a:gd name="T8" fmla="*/ 7 w 66"/>
              <a:gd name="T9" fmla="*/ 70 h 70"/>
              <a:gd name="T10" fmla="*/ 45 w 66"/>
              <a:gd name="T11" fmla="*/ 55 h 70"/>
              <a:gd name="T12" fmla="*/ 49 w 66"/>
              <a:gd name="T13" fmla="*/ 64 h 70"/>
              <a:gd name="T14" fmla="*/ 66 w 66"/>
              <a:gd name="T15" fmla="*/ 16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" h="70">
                <a:moveTo>
                  <a:pt x="66" y="16"/>
                </a:moveTo>
                <a:cubicBezTo>
                  <a:pt x="21" y="0"/>
                  <a:pt x="21" y="0"/>
                  <a:pt x="21" y="0"/>
                </a:cubicBezTo>
                <a:cubicBezTo>
                  <a:pt x="26" y="11"/>
                  <a:pt x="26" y="11"/>
                  <a:pt x="26" y="11"/>
                </a:cubicBezTo>
                <a:cubicBezTo>
                  <a:pt x="17" y="15"/>
                  <a:pt x="9" y="18"/>
                  <a:pt x="0" y="21"/>
                </a:cubicBezTo>
                <a:cubicBezTo>
                  <a:pt x="5" y="37"/>
                  <a:pt x="7" y="53"/>
                  <a:pt x="7" y="70"/>
                </a:cubicBezTo>
                <a:cubicBezTo>
                  <a:pt x="20" y="65"/>
                  <a:pt x="32" y="60"/>
                  <a:pt x="45" y="55"/>
                </a:cubicBezTo>
                <a:cubicBezTo>
                  <a:pt x="49" y="64"/>
                  <a:pt x="49" y="64"/>
                  <a:pt x="49" y="64"/>
                </a:cubicBezTo>
                <a:lnTo>
                  <a:pt x="66" y="16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11" name="Freeform 33">
            <a:extLst>
              <a:ext uri="{FF2B5EF4-FFF2-40B4-BE49-F238E27FC236}">
                <a16:creationId xmlns:a16="http://schemas.microsoft.com/office/drawing/2014/main" id="{EE89BE4F-9DC4-F04A-97EC-B8F6177157D3}"/>
              </a:ext>
            </a:extLst>
          </p:cNvPr>
          <p:cNvSpPr>
            <a:spLocks/>
          </p:cNvSpPr>
          <p:nvPr/>
        </p:nvSpPr>
        <p:spPr bwMode="auto">
          <a:xfrm>
            <a:off x="2988883" y="5980240"/>
            <a:ext cx="196850" cy="231775"/>
          </a:xfrm>
          <a:custGeom>
            <a:avLst/>
            <a:gdLst>
              <a:gd name="T0" fmla="*/ 60 w 60"/>
              <a:gd name="T1" fmla="*/ 35 h 70"/>
              <a:gd name="T2" fmla="*/ 27 w 60"/>
              <a:gd name="T3" fmla="*/ 0 h 70"/>
              <a:gd name="T4" fmla="*/ 27 w 60"/>
              <a:gd name="T5" fmla="*/ 11 h 70"/>
              <a:gd name="T6" fmla="*/ 7 w 60"/>
              <a:gd name="T7" fmla="*/ 9 h 70"/>
              <a:gd name="T8" fmla="*/ 0 w 60"/>
              <a:gd name="T9" fmla="*/ 57 h 70"/>
              <a:gd name="T10" fmla="*/ 24 w 60"/>
              <a:gd name="T11" fmla="*/ 59 h 70"/>
              <a:gd name="T12" fmla="*/ 23 w 60"/>
              <a:gd name="T13" fmla="*/ 70 h 70"/>
              <a:gd name="T14" fmla="*/ 60 w 60"/>
              <a:gd name="T15" fmla="*/ 35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0" h="70">
                <a:moveTo>
                  <a:pt x="60" y="35"/>
                </a:moveTo>
                <a:cubicBezTo>
                  <a:pt x="27" y="0"/>
                  <a:pt x="27" y="0"/>
                  <a:pt x="27" y="0"/>
                </a:cubicBezTo>
                <a:cubicBezTo>
                  <a:pt x="27" y="11"/>
                  <a:pt x="27" y="11"/>
                  <a:pt x="27" y="11"/>
                </a:cubicBezTo>
                <a:cubicBezTo>
                  <a:pt x="20" y="10"/>
                  <a:pt x="14" y="10"/>
                  <a:pt x="7" y="9"/>
                </a:cubicBezTo>
                <a:cubicBezTo>
                  <a:pt x="7" y="25"/>
                  <a:pt x="5" y="41"/>
                  <a:pt x="0" y="57"/>
                </a:cubicBezTo>
                <a:cubicBezTo>
                  <a:pt x="8" y="57"/>
                  <a:pt x="16" y="58"/>
                  <a:pt x="24" y="59"/>
                </a:cubicBezTo>
                <a:cubicBezTo>
                  <a:pt x="23" y="70"/>
                  <a:pt x="23" y="70"/>
                  <a:pt x="23" y="70"/>
                </a:cubicBezTo>
                <a:lnTo>
                  <a:pt x="60" y="35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12" name="Freeform 34">
            <a:extLst>
              <a:ext uri="{FF2B5EF4-FFF2-40B4-BE49-F238E27FC236}">
                <a16:creationId xmlns:a16="http://schemas.microsoft.com/office/drawing/2014/main" id="{5CD53441-085C-314A-97CF-7B51AE23C738}"/>
              </a:ext>
            </a:extLst>
          </p:cNvPr>
          <p:cNvSpPr>
            <a:spLocks/>
          </p:cNvSpPr>
          <p:nvPr/>
        </p:nvSpPr>
        <p:spPr bwMode="auto">
          <a:xfrm>
            <a:off x="1703008" y="5691315"/>
            <a:ext cx="233363" cy="214313"/>
          </a:xfrm>
          <a:custGeom>
            <a:avLst/>
            <a:gdLst>
              <a:gd name="T0" fmla="*/ 71 w 71"/>
              <a:gd name="T1" fmla="*/ 46 h 65"/>
              <a:gd name="T2" fmla="*/ 53 w 71"/>
              <a:gd name="T3" fmla="*/ 2 h 65"/>
              <a:gd name="T4" fmla="*/ 49 w 71"/>
              <a:gd name="T5" fmla="*/ 10 h 65"/>
              <a:gd name="T6" fmla="*/ 26 w 71"/>
              <a:gd name="T7" fmla="*/ 0 h 65"/>
              <a:gd name="T8" fmla="*/ 2 w 71"/>
              <a:gd name="T9" fmla="*/ 39 h 65"/>
              <a:gd name="T10" fmla="*/ 0 w 71"/>
              <a:gd name="T11" fmla="*/ 41 h 65"/>
              <a:gd name="T12" fmla="*/ 28 w 71"/>
              <a:gd name="T13" fmla="*/ 54 h 65"/>
              <a:gd name="T14" fmla="*/ 23 w 71"/>
              <a:gd name="T15" fmla="*/ 65 h 65"/>
              <a:gd name="T16" fmla="*/ 71 w 71"/>
              <a:gd name="T17" fmla="*/ 46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1" h="65">
                <a:moveTo>
                  <a:pt x="71" y="46"/>
                </a:moveTo>
                <a:cubicBezTo>
                  <a:pt x="53" y="2"/>
                  <a:pt x="53" y="2"/>
                  <a:pt x="53" y="2"/>
                </a:cubicBezTo>
                <a:cubicBezTo>
                  <a:pt x="49" y="10"/>
                  <a:pt x="49" y="10"/>
                  <a:pt x="49" y="10"/>
                </a:cubicBezTo>
                <a:cubicBezTo>
                  <a:pt x="41" y="7"/>
                  <a:pt x="33" y="3"/>
                  <a:pt x="26" y="0"/>
                </a:cubicBezTo>
                <a:cubicBezTo>
                  <a:pt x="20" y="14"/>
                  <a:pt x="12" y="27"/>
                  <a:pt x="2" y="39"/>
                </a:cubicBezTo>
                <a:cubicBezTo>
                  <a:pt x="1" y="40"/>
                  <a:pt x="1" y="40"/>
                  <a:pt x="0" y="41"/>
                </a:cubicBezTo>
                <a:cubicBezTo>
                  <a:pt x="9" y="45"/>
                  <a:pt x="19" y="50"/>
                  <a:pt x="28" y="54"/>
                </a:cubicBezTo>
                <a:cubicBezTo>
                  <a:pt x="23" y="65"/>
                  <a:pt x="23" y="65"/>
                  <a:pt x="23" y="65"/>
                </a:cubicBezTo>
                <a:lnTo>
                  <a:pt x="71" y="46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13" name="Freeform 35">
            <a:extLst>
              <a:ext uri="{FF2B5EF4-FFF2-40B4-BE49-F238E27FC236}">
                <a16:creationId xmlns:a16="http://schemas.microsoft.com/office/drawing/2014/main" id="{629BDD72-B816-964A-BB5D-519DD378FEFD}"/>
              </a:ext>
            </a:extLst>
          </p:cNvPr>
          <p:cNvSpPr>
            <a:spLocks/>
          </p:cNvSpPr>
          <p:nvPr/>
        </p:nvSpPr>
        <p:spPr bwMode="auto">
          <a:xfrm>
            <a:off x="5938458" y="3849815"/>
            <a:ext cx="231775" cy="249238"/>
          </a:xfrm>
          <a:custGeom>
            <a:avLst/>
            <a:gdLst>
              <a:gd name="T0" fmla="*/ 70 w 70"/>
              <a:gd name="T1" fmla="*/ 46 h 76"/>
              <a:gd name="T2" fmla="*/ 47 w 70"/>
              <a:gd name="T3" fmla="*/ 0 h 76"/>
              <a:gd name="T4" fmla="*/ 4 w 70"/>
              <a:gd name="T5" fmla="*/ 22 h 76"/>
              <a:gd name="T6" fmla="*/ 13 w 70"/>
              <a:gd name="T7" fmla="*/ 25 h 76"/>
              <a:gd name="T8" fmla="*/ 5 w 70"/>
              <a:gd name="T9" fmla="*/ 45 h 76"/>
              <a:gd name="T10" fmla="*/ 0 w 70"/>
              <a:gd name="T11" fmla="*/ 58 h 76"/>
              <a:gd name="T12" fmla="*/ 44 w 70"/>
              <a:gd name="T13" fmla="*/ 76 h 76"/>
              <a:gd name="T14" fmla="*/ 49 w 70"/>
              <a:gd name="T15" fmla="*/ 63 h 76"/>
              <a:gd name="T16" fmla="*/ 58 w 70"/>
              <a:gd name="T17" fmla="*/ 42 h 76"/>
              <a:gd name="T18" fmla="*/ 70 w 70"/>
              <a:gd name="T19" fmla="*/ 46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0" h="76">
                <a:moveTo>
                  <a:pt x="70" y="46"/>
                </a:moveTo>
                <a:cubicBezTo>
                  <a:pt x="47" y="0"/>
                  <a:pt x="47" y="0"/>
                  <a:pt x="47" y="0"/>
                </a:cubicBezTo>
                <a:cubicBezTo>
                  <a:pt x="4" y="22"/>
                  <a:pt x="4" y="22"/>
                  <a:pt x="4" y="22"/>
                </a:cubicBezTo>
                <a:cubicBezTo>
                  <a:pt x="13" y="25"/>
                  <a:pt x="13" y="25"/>
                  <a:pt x="13" y="25"/>
                </a:cubicBezTo>
                <a:cubicBezTo>
                  <a:pt x="10" y="32"/>
                  <a:pt x="7" y="39"/>
                  <a:pt x="5" y="45"/>
                </a:cubicBezTo>
                <a:cubicBezTo>
                  <a:pt x="3" y="50"/>
                  <a:pt x="1" y="54"/>
                  <a:pt x="0" y="58"/>
                </a:cubicBezTo>
                <a:cubicBezTo>
                  <a:pt x="15" y="62"/>
                  <a:pt x="30" y="67"/>
                  <a:pt x="44" y="76"/>
                </a:cubicBezTo>
                <a:cubicBezTo>
                  <a:pt x="46" y="71"/>
                  <a:pt x="48" y="67"/>
                  <a:pt x="49" y="63"/>
                </a:cubicBezTo>
                <a:cubicBezTo>
                  <a:pt x="52" y="56"/>
                  <a:pt x="55" y="49"/>
                  <a:pt x="58" y="42"/>
                </a:cubicBezTo>
                <a:lnTo>
                  <a:pt x="70" y="46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14" name="Freeform 36">
            <a:extLst>
              <a:ext uri="{FF2B5EF4-FFF2-40B4-BE49-F238E27FC236}">
                <a16:creationId xmlns:a16="http://schemas.microsoft.com/office/drawing/2014/main" id="{9EC18EB9-FD98-094B-A340-05EC0FC925F3}"/>
              </a:ext>
            </a:extLst>
          </p:cNvPr>
          <p:cNvSpPr>
            <a:spLocks/>
          </p:cNvSpPr>
          <p:nvPr/>
        </p:nvSpPr>
        <p:spPr bwMode="auto">
          <a:xfrm>
            <a:off x="6614733" y="2756027"/>
            <a:ext cx="247650" cy="233363"/>
          </a:xfrm>
          <a:custGeom>
            <a:avLst/>
            <a:gdLst>
              <a:gd name="T0" fmla="*/ 75 w 75"/>
              <a:gd name="T1" fmla="*/ 51 h 71"/>
              <a:gd name="T2" fmla="*/ 71 w 75"/>
              <a:gd name="T3" fmla="*/ 0 h 71"/>
              <a:gd name="T4" fmla="*/ 23 w 75"/>
              <a:gd name="T5" fmla="*/ 4 h 71"/>
              <a:gd name="T6" fmla="*/ 30 w 75"/>
              <a:gd name="T7" fmla="*/ 10 h 71"/>
              <a:gd name="T8" fmla="*/ 0 w 75"/>
              <a:gd name="T9" fmla="*/ 43 h 71"/>
              <a:gd name="T10" fmla="*/ 29 w 75"/>
              <a:gd name="T11" fmla="*/ 63 h 71"/>
              <a:gd name="T12" fmla="*/ 39 w 75"/>
              <a:gd name="T13" fmla="*/ 71 h 71"/>
              <a:gd name="T14" fmla="*/ 66 w 75"/>
              <a:gd name="T15" fmla="*/ 43 h 71"/>
              <a:gd name="T16" fmla="*/ 75 w 75"/>
              <a:gd name="T17" fmla="*/ 5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5" h="71">
                <a:moveTo>
                  <a:pt x="75" y="51"/>
                </a:moveTo>
                <a:cubicBezTo>
                  <a:pt x="71" y="0"/>
                  <a:pt x="71" y="0"/>
                  <a:pt x="71" y="0"/>
                </a:cubicBezTo>
                <a:cubicBezTo>
                  <a:pt x="23" y="4"/>
                  <a:pt x="23" y="4"/>
                  <a:pt x="23" y="4"/>
                </a:cubicBezTo>
                <a:cubicBezTo>
                  <a:pt x="30" y="10"/>
                  <a:pt x="30" y="10"/>
                  <a:pt x="30" y="10"/>
                </a:cubicBezTo>
                <a:cubicBezTo>
                  <a:pt x="19" y="21"/>
                  <a:pt x="9" y="32"/>
                  <a:pt x="0" y="43"/>
                </a:cubicBezTo>
                <a:cubicBezTo>
                  <a:pt x="10" y="48"/>
                  <a:pt x="20" y="55"/>
                  <a:pt x="29" y="63"/>
                </a:cubicBezTo>
                <a:cubicBezTo>
                  <a:pt x="33" y="65"/>
                  <a:pt x="36" y="68"/>
                  <a:pt x="39" y="71"/>
                </a:cubicBezTo>
                <a:cubicBezTo>
                  <a:pt x="48" y="62"/>
                  <a:pt x="57" y="52"/>
                  <a:pt x="66" y="43"/>
                </a:cubicBezTo>
                <a:lnTo>
                  <a:pt x="75" y="51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15" name="Freeform 37">
            <a:extLst>
              <a:ext uri="{FF2B5EF4-FFF2-40B4-BE49-F238E27FC236}">
                <a16:creationId xmlns:a16="http://schemas.microsoft.com/office/drawing/2014/main" id="{373A4F44-3874-7949-9ACB-EE3A9EBC2B76}"/>
              </a:ext>
            </a:extLst>
          </p:cNvPr>
          <p:cNvSpPr>
            <a:spLocks/>
          </p:cNvSpPr>
          <p:nvPr/>
        </p:nvSpPr>
        <p:spPr bwMode="auto">
          <a:xfrm>
            <a:off x="8951533" y="1724152"/>
            <a:ext cx="198438" cy="230188"/>
          </a:xfrm>
          <a:custGeom>
            <a:avLst/>
            <a:gdLst>
              <a:gd name="T0" fmla="*/ 60 w 60"/>
              <a:gd name="T1" fmla="*/ 34 h 70"/>
              <a:gd name="T2" fmla="*/ 26 w 60"/>
              <a:gd name="T3" fmla="*/ 0 h 70"/>
              <a:gd name="T4" fmla="*/ 26 w 60"/>
              <a:gd name="T5" fmla="*/ 11 h 70"/>
              <a:gd name="T6" fmla="*/ 0 w 60"/>
              <a:gd name="T7" fmla="*/ 12 h 70"/>
              <a:gd name="T8" fmla="*/ 5 w 60"/>
              <a:gd name="T9" fmla="*/ 60 h 70"/>
              <a:gd name="T10" fmla="*/ 25 w 60"/>
              <a:gd name="T11" fmla="*/ 59 h 70"/>
              <a:gd name="T12" fmla="*/ 24 w 60"/>
              <a:gd name="T13" fmla="*/ 70 h 70"/>
              <a:gd name="T14" fmla="*/ 60 w 60"/>
              <a:gd name="T15" fmla="*/ 34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0" h="70">
                <a:moveTo>
                  <a:pt x="60" y="34"/>
                </a:moveTo>
                <a:cubicBezTo>
                  <a:pt x="26" y="0"/>
                  <a:pt x="26" y="0"/>
                  <a:pt x="26" y="0"/>
                </a:cubicBezTo>
                <a:cubicBezTo>
                  <a:pt x="26" y="11"/>
                  <a:pt x="26" y="11"/>
                  <a:pt x="26" y="11"/>
                </a:cubicBezTo>
                <a:cubicBezTo>
                  <a:pt x="17" y="11"/>
                  <a:pt x="9" y="12"/>
                  <a:pt x="0" y="12"/>
                </a:cubicBezTo>
                <a:cubicBezTo>
                  <a:pt x="4" y="28"/>
                  <a:pt x="5" y="44"/>
                  <a:pt x="5" y="60"/>
                </a:cubicBezTo>
                <a:cubicBezTo>
                  <a:pt x="11" y="60"/>
                  <a:pt x="18" y="60"/>
                  <a:pt x="25" y="59"/>
                </a:cubicBezTo>
                <a:cubicBezTo>
                  <a:pt x="24" y="70"/>
                  <a:pt x="24" y="70"/>
                  <a:pt x="24" y="70"/>
                </a:cubicBezTo>
                <a:lnTo>
                  <a:pt x="60" y="34"/>
                </a:lnTo>
                <a:close/>
              </a:path>
            </a:pathLst>
          </a:custGeom>
          <a:solidFill>
            <a:schemeClr val="accent3"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F7C0FAD8-3B17-7140-8E26-AECF1C40A931}"/>
              </a:ext>
            </a:extLst>
          </p:cNvPr>
          <p:cNvSpPr txBox="1"/>
          <p:nvPr/>
        </p:nvSpPr>
        <p:spPr>
          <a:xfrm>
            <a:off x="1076542" y="5288772"/>
            <a:ext cx="445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BE298EB3-C75E-A948-98EB-D6D7AFD60BBF}"/>
              </a:ext>
            </a:extLst>
          </p:cNvPr>
          <p:cNvSpPr txBox="1"/>
          <p:nvPr/>
        </p:nvSpPr>
        <p:spPr>
          <a:xfrm>
            <a:off x="2261628" y="5806686"/>
            <a:ext cx="445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D0F0C46F-E60A-4A43-B5F7-7FB4AF7303E5}"/>
              </a:ext>
            </a:extLst>
          </p:cNvPr>
          <p:cNvSpPr txBox="1"/>
          <p:nvPr/>
        </p:nvSpPr>
        <p:spPr>
          <a:xfrm>
            <a:off x="3510899" y="5825736"/>
            <a:ext cx="445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327F7FBF-24CD-0146-9AB9-5A7E8D61B348}"/>
              </a:ext>
            </a:extLst>
          </p:cNvPr>
          <p:cNvSpPr txBox="1"/>
          <p:nvPr/>
        </p:nvSpPr>
        <p:spPr>
          <a:xfrm>
            <a:off x="4686912" y="5309283"/>
            <a:ext cx="445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B0EC3C3B-B06A-FE43-A416-C79639E475B9}"/>
              </a:ext>
            </a:extLst>
          </p:cNvPr>
          <p:cNvSpPr txBox="1"/>
          <p:nvPr/>
        </p:nvSpPr>
        <p:spPr>
          <a:xfrm>
            <a:off x="5594963" y="4373174"/>
            <a:ext cx="445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312963E7-0A9A-2A4A-8D23-ADA220B97DA7}"/>
              </a:ext>
            </a:extLst>
          </p:cNvPr>
          <p:cNvSpPr txBox="1"/>
          <p:nvPr/>
        </p:nvSpPr>
        <p:spPr>
          <a:xfrm>
            <a:off x="6149993" y="3184304"/>
            <a:ext cx="445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501878C-108F-5242-984A-77ECB23EFF6B}"/>
              </a:ext>
            </a:extLst>
          </p:cNvPr>
          <p:cNvSpPr txBox="1"/>
          <p:nvPr/>
        </p:nvSpPr>
        <p:spPr>
          <a:xfrm>
            <a:off x="7008848" y="2164167"/>
            <a:ext cx="445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7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740A484D-4988-6A4B-BA60-BB8E3456FAEA}"/>
              </a:ext>
            </a:extLst>
          </p:cNvPr>
          <p:cNvSpPr txBox="1"/>
          <p:nvPr/>
        </p:nvSpPr>
        <p:spPr>
          <a:xfrm>
            <a:off x="8205426" y="1702843"/>
            <a:ext cx="445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8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A0E1073-6F98-344F-ABEC-EB2587A5933B}"/>
              </a:ext>
            </a:extLst>
          </p:cNvPr>
          <p:cNvSpPr txBox="1"/>
          <p:nvPr/>
        </p:nvSpPr>
        <p:spPr>
          <a:xfrm>
            <a:off x="9482769" y="1702843"/>
            <a:ext cx="445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9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CBF9925-0322-2845-89C1-55268C621635}"/>
              </a:ext>
            </a:extLst>
          </p:cNvPr>
          <p:cNvSpPr txBox="1"/>
          <p:nvPr/>
        </p:nvSpPr>
        <p:spPr>
          <a:xfrm>
            <a:off x="10600286" y="2193536"/>
            <a:ext cx="573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6DDCBAAF-4B1A-1643-B2CE-0EFA90C80DF8}"/>
              </a:ext>
            </a:extLst>
          </p:cNvPr>
          <p:cNvSpPr txBox="1"/>
          <p:nvPr/>
        </p:nvSpPr>
        <p:spPr>
          <a:xfrm>
            <a:off x="508608" y="4431673"/>
            <a:ext cx="1573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Develop Goals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5143A4BD-ABE6-9F41-A270-6FC477909A46}"/>
              </a:ext>
            </a:extLst>
          </p:cNvPr>
          <p:cNvSpPr txBox="1"/>
          <p:nvPr/>
        </p:nvSpPr>
        <p:spPr>
          <a:xfrm>
            <a:off x="4695052" y="2083662"/>
            <a:ext cx="1865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Promote Event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08D7FDD0-4359-A34A-A830-93883D40D3B4}"/>
              </a:ext>
            </a:extLst>
          </p:cNvPr>
          <p:cNvSpPr txBox="1"/>
          <p:nvPr/>
        </p:nvSpPr>
        <p:spPr>
          <a:xfrm>
            <a:off x="4352250" y="3107360"/>
            <a:ext cx="1361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Create a Master Plan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BE38C438-21A2-244A-A556-8E27B42193A2}"/>
              </a:ext>
            </a:extLst>
          </p:cNvPr>
          <p:cNvSpPr txBox="1"/>
          <p:nvPr/>
        </p:nvSpPr>
        <p:spPr>
          <a:xfrm>
            <a:off x="6483963" y="4366560"/>
            <a:ext cx="23593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Determine Processes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8A213D40-AD09-FE40-ABB2-33D2BF16AFF4}"/>
              </a:ext>
            </a:extLst>
          </p:cNvPr>
          <p:cNvSpPr txBox="1"/>
          <p:nvPr/>
        </p:nvSpPr>
        <p:spPr>
          <a:xfrm>
            <a:off x="1452599" y="4958168"/>
            <a:ext cx="2119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Organize a Team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CE9314F7-B2CF-0047-9363-205AA650EF96}"/>
              </a:ext>
            </a:extLst>
          </p:cNvPr>
          <p:cNvSpPr txBox="1"/>
          <p:nvPr/>
        </p:nvSpPr>
        <p:spPr>
          <a:xfrm>
            <a:off x="4231588" y="6223128"/>
            <a:ext cx="2119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Set a Date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E3EC88B0-7D56-1041-A014-CF060BFE7323}"/>
              </a:ext>
            </a:extLst>
          </p:cNvPr>
          <p:cNvSpPr txBox="1"/>
          <p:nvPr/>
        </p:nvSpPr>
        <p:spPr>
          <a:xfrm>
            <a:off x="5595557" y="5336580"/>
            <a:ext cx="2505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Establish Partnerships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DB2C8D2A-577F-5341-B489-459DE86496F4}"/>
              </a:ext>
            </a:extLst>
          </p:cNvPr>
          <p:cNvSpPr txBox="1"/>
          <p:nvPr/>
        </p:nvSpPr>
        <p:spPr>
          <a:xfrm>
            <a:off x="7790835" y="2545652"/>
            <a:ext cx="13334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Create a Publicity Plan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DC49B8CD-4934-154C-89A2-AE6E119228AF}"/>
              </a:ext>
            </a:extLst>
          </p:cNvPr>
          <p:cNvSpPr txBox="1"/>
          <p:nvPr/>
        </p:nvSpPr>
        <p:spPr>
          <a:xfrm>
            <a:off x="9141779" y="665488"/>
            <a:ext cx="11937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Establish a Budget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236857B2-BD7C-8E45-8560-950BC261F312}"/>
              </a:ext>
            </a:extLst>
          </p:cNvPr>
          <p:cNvSpPr txBox="1"/>
          <p:nvPr/>
        </p:nvSpPr>
        <p:spPr>
          <a:xfrm>
            <a:off x="9959425" y="1199583"/>
            <a:ext cx="1865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Evaluation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Process</a:t>
            </a:r>
          </a:p>
        </p:txBody>
      </p: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47F60D86-3BAF-F248-BB67-1A3A4160671D}"/>
              </a:ext>
            </a:extLst>
          </p:cNvPr>
          <p:cNvCxnSpPr>
            <a:cxnSpLocks/>
          </p:cNvCxnSpPr>
          <p:nvPr/>
        </p:nvCxnSpPr>
        <p:spPr>
          <a:xfrm>
            <a:off x="1308214" y="4820878"/>
            <a:ext cx="0" cy="154474"/>
          </a:xfrm>
          <a:prstGeom prst="line">
            <a:avLst/>
          </a:prstGeom>
          <a:ln>
            <a:solidFill>
              <a:srgbClr val="809F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A6B9147E-FEE3-4B44-A964-618D0AF2F1D7}"/>
              </a:ext>
            </a:extLst>
          </p:cNvPr>
          <p:cNvCxnSpPr>
            <a:cxnSpLocks/>
          </p:cNvCxnSpPr>
          <p:nvPr/>
        </p:nvCxnSpPr>
        <p:spPr>
          <a:xfrm>
            <a:off x="2480883" y="5316615"/>
            <a:ext cx="0" cy="154474"/>
          </a:xfrm>
          <a:prstGeom prst="line">
            <a:avLst/>
          </a:prstGeom>
          <a:ln>
            <a:solidFill>
              <a:srgbClr val="809F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613C109C-E66D-444E-8281-984B97572680}"/>
              </a:ext>
            </a:extLst>
          </p:cNvPr>
          <p:cNvCxnSpPr/>
          <p:nvPr/>
        </p:nvCxnSpPr>
        <p:spPr>
          <a:xfrm>
            <a:off x="4074426" y="6407794"/>
            <a:ext cx="157162" cy="0"/>
          </a:xfrm>
          <a:prstGeom prst="line">
            <a:avLst/>
          </a:prstGeom>
          <a:ln>
            <a:solidFill>
              <a:srgbClr val="F08C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4CEE5AA2-34E0-3249-B665-6AF368E0245B}"/>
              </a:ext>
            </a:extLst>
          </p:cNvPr>
          <p:cNvCxnSpPr/>
          <p:nvPr/>
        </p:nvCxnSpPr>
        <p:spPr>
          <a:xfrm>
            <a:off x="5430458" y="5521246"/>
            <a:ext cx="157162" cy="0"/>
          </a:xfrm>
          <a:prstGeom prst="line">
            <a:avLst/>
          </a:prstGeom>
          <a:ln>
            <a:solidFill>
              <a:srgbClr val="F2A4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09816181-049C-C64F-86BD-C692AFCE1315}"/>
              </a:ext>
            </a:extLst>
          </p:cNvPr>
          <p:cNvCxnSpPr/>
          <p:nvPr/>
        </p:nvCxnSpPr>
        <p:spPr>
          <a:xfrm>
            <a:off x="6322254" y="4554322"/>
            <a:ext cx="157162" cy="0"/>
          </a:xfrm>
          <a:prstGeom prst="line">
            <a:avLst/>
          </a:prstGeom>
          <a:ln>
            <a:solidFill>
              <a:srgbClr val="F8C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02C59495-141A-6843-B159-91C9B1A44E70}"/>
              </a:ext>
            </a:extLst>
          </p:cNvPr>
          <p:cNvCxnSpPr/>
          <p:nvPr/>
        </p:nvCxnSpPr>
        <p:spPr>
          <a:xfrm>
            <a:off x="5700922" y="3386168"/>
            <a:ext cx="157162" cy="0"/>
          </a:xfrm>
          <a:prstGeom prst="line">
            <a:avLst/>
          </a:prstGeom>
          <a:ln>
            <a:solidFill>
              <a:srgbClr val="82B2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526BAF59-AF24-1842-9754-83932903EA45}"/>
              </a:ext>
            </a:extLst>
          </p:cNvPr>
          <p:cNvCxnSpPr/>
          <p:nvPr/>
        </p:nvCxnSpPr>
        <p:spPr>
          <a:xfrm>
            <a:off x="6566314" y="2283409"/>
            <a:ext cx="157162" cy="0"/>
          </a:xfrm>
          <a:prstGeom prst="line">
            <a:avLst/>
          </a:prstGeom>
          <a:ln>
            <a:solidFill>
              <a:srgbClr val="87C5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CFCD147F-7077-4B43-9615-D2989E005605}"/>
              </a:ext>
            </a:extLst>
          </p:cNvPr>
          <p:cNvCxnSpPr>
            <a:cxnSpLocks/>
          </p:cNvCxnSpPr>
          <p:nvPr/>
        </p:nvCxnSpPr>
        <p:spPr>
          <a:xfrm>
            <a:off x="8457568" y="2398075"/>
            <a:ext cx="0" cy="154474"/>
          </a:xfrm>
          <a:prstGeom prst="line">
            <a:avLst/>
          </a:prstGeom>
          <a:ln>
            <a:solidFill>
              <a:srgbClr val="EE89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4FAB11CE-92DB-8941-8744-87AA2D02D6EC}"/>
              </a:ext>
            </a:extLst>
          </p:cNvPr>
          <p:cNvCxnSpPr>
            <a:cxnSpLocks/>
          </p:cNvCxnSpPr>
          <p:nvPr/>
        </p:nvCxnSpPr>
        <p:spPr>
          <a:xfrm>
            <a:off x="9731014" y="1236027"/>
            <a:ext cx="0" cy="154474"/>
          </a:xfrm>
          <a:prstGeom prst="line">
            <a:avLst/>
          </a:prstGeom>
          <a:ln>
            <a:solidFill>
              <a:srgbClr val="E0CD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0CA58174-CB58-0645-BB6C-E091C2DB8C8E}"/>
              </a:ext>
            </a:extLst>
          </p:cNvPr>
          <p:cNvCxnSpPr>
            <a:cxnSpLocks/>
          </p:cNvCxnSpPr>
          <p:nvPr/>
        </p:nvCxnSpPr>
        <p:spPr>
          <a:xfrm>
            <a:off x="10906539" y="1724152"/>
            <a:ext cx="0" cy="154474"/>
          </a:xfrm>
          <a:prstGeom prst="line">
            <a:avLst/>
          </a:prstGeom>
          <a:ln>
            <a:solidFill>
              <a:srgbClr val="F1D9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9393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0481F90E-4203-2D44-BCEE-6DE3576872AE}"/>
              </a:ext>
            </a:extLst>
          </p:cNvPr>
          <p:cNvSpPr txBox="1">
            <a:spLocks/>
          </p:cNvSpPr>
          <p:nvPr/>
        </p:nvSpPr>
        <p:spPr>
          <a:xfrm>
            <a:off x="412586" y="339365"/>
            <a:ext cx="10905239" cy="775451"/>
          </a:xfrm>
          <a:prstGeom prst="rect">
            <a:avLst/>
          </a:prstGeom>
        </p:spPr>
        <p:txBody>
          <a:bodyPr/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Title – 2 lines text. Kanye, Adam Neumann, Elizabeth Holmes all walk into a Lower East Side bar and …</a:t>
            </a:r>
          </a:p>
        </p:txBody>
      </p:sp>
      <p:sp>
        <p:nvSpPr>
          <p:cNvPr id="29" name="Freeform 80">
            <a:extLst>
              <a:ext uri="{FF2B5EF4-FFF2-40B4-BE49-F238E27FC236}">
                <a16:creationId xmlns:a16="http://schemas.microsoft.com/office/drawing/2014/main" id="{AE5520D4-0ECF-4441-A4E3-DB8782B47026}"/>
              </a:ext>
            </a:extLst>
          </p:cNvPr>
          <p:cNvSpPr>
            <a:spLocks/>
          </p:cNvSpPr>
          <p:nvPr/>
        </p:nvSpPr>
        <p:spPr bwMode="auto">
          <a:xfrm>
            <a:off x="3964916" y="2118933"/>
            <a:ext cx="1646649" cy="2541327"/>
          </a:xfrm>
          <a:custGeom>
            <a:avLst/>
            <a:gdLst>
              <a:gd name="T0" fmla="*/ 725 w 739"/>
              <a:gd name="T1" fmla="*/ 1 h 1142"/>
              <a:gd name="T2" fmla="*/ 429 w 739"/>
              <a:gd name="T3" fmla="*/ 40 h 1142"/>
              <a:gd name="T4" fmla="*/ 426 w 739"/>
              <a:gd name="T5" fmla="*/ 49 h 1142"/>
              <a:gd name="T6" fmla="*/ 463 w 739"/>
              <a:gd name="T7" fmla="*/ 85 h 1142"/>
              <a:gd name="T8" fmla="*/ 153 w 739"/>
              <a:gd name="T9" fmla="*/ 395 h 1142"/>
              <a:gd name="T10" fmla="*/ 154 w 739"/>
              <a:gd name="T11" fmla="*/ 395 h 1142"/>
              <a:gd name="T12" fmla="*/ 154 w 739"/>
              <a:gd name="T13" fmla="*/ 953 h 1142"/>
              <a:gd name="T14" fmla="*/ 693 w 739"/>
              <a:gd name="T15" fmla="*/ 973 h 1142"/>
              <a:gd name="T16" fmla="*/ 387 w 739"/>
              <a:gd name="T17" fmla="*/ 1005 h 1142"/>
              <a:gd name="T18" fmla="*/ 334 w 739"/>
              <a:gd name="T19" fmla="*/ 597 h 1142"/>
              <a:gd name="T20" fmla="*/ 654 w 739"/>
              <a:gd name="T21" fmla="*/ 277 h 1142"/>
              <a:gd name="T22" fmla="*/ 691 w 739"/>
              <a:gd name="T23" fmla="*/ 313 h 1142"/>
              <a:gd name="T24" fmla="*/ 699 w 739"/>
              <a:gd name="T25" fmla="*/ 310 h 1142"/>
              <a:gd name="T26" fmla="*/ 738 w 739"/>
              <a:gd name="T27" fmla="*/ 14 h 1142"/>
              <a:gd name="T28" fmla="*/ 725 w 739"/>
              <a:gd name="T29" fmla="*/ 1 h 1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39" h="1142">
                <a:moveTo>
                  <a:pt x="725" y="1"/>
                </a:moveTo>
                <a:cubicBezTo>
                  <a:pt x="429" y="40"/>
                  <a:pt x="429" y="40"/>
                  <a:pt x="429" y="40"/>
                </a:cubicBezTo>
                <a:cubicBezTo>
                  <a:pt x="425" y="41"/>
                  <a:pt x="424" y="46"/>
                  <a:pt x="426" y="49"/>
                </a:cubicBezTo>
                <a:cubicBezTo>
                  <a:pt x="463" y="85"/>
                  <a:pt x="463" y="85"/>
                  <a:pt x="463" y="85"/>
                </a:cubicBezTo>
                <a:cubicBezTo>
                  <a:pt x="153" y="395"/>
                  <a:pt x="153" y="395"/>
                  <a:pt x="153" y="395"/>
                </a:cubicBezTo>
                <a:cubicBezTo>
                  <a:pt x="154" y="395"/>
                  <a:pt x="154" y="395"/>
                  <a:pt x="154" y="395"/>
                </a:cubicBezTo>
                <a:cubicBezTo>
                  <a:pt x="0" y="549"/>
                  <a:pt x="0" y="799"/>
                  <a:pt x="154" y="953"/>
                </a:cubicBezTo>
                <a:cubicBezTo>
                  <a:pt x="288" y="1087"/>
                  <a:pt x="524" y="1142"/>
                  <a:pt x="693" y="973"/>
                </a:cubicBezTo>
                <a:cubicBezTo>
                  <a:pt x="593" y="1031"/>
                  <a:pt x="502" y="1078"/>
                  <a:pt x="387" y="1005"/>
                </a:cubicBezTo>
                <a:cubicBezTo>
                  <a:pt x="224" y="902"/>
                  <a:pt x="232" y="699"/>
                  <a:pt x="334" y="597"/>
                </a:cubicBezTo>
                <a:cubicBezTo>
                  <a:pt x="654" y="277"/>
                  <a:pt x="654" y="277"/>
                  <a:pt x="654" y="277"/>
                </a:cubicBezTo>
                <a:cubicBezTo>
                  <a:pt x="691" y="313"/>
                  <a:pt x="691" y="313"/>
                  <a:pt x="691" y="313"/>
                </a:cubicBezTo>
                <a:cubicBezTo>
                  <a:pt x="694" y="316"/>
                  <a:pt x="698" y="314"/>
                  <a:pt x="699" y="310"/>
                </a:cubicBezTo>
                <a:cubicBezTo>
                  <a:pt x="738" y="14"/>
                  <a:pt x="738" y="14"/>
                  <a:pt x="738" y="14"/>
                </a:cubicBezTo>
                <a:cubicBezTo>
                  <a:pt x="739" y="7"/>
                  <a:pt x="733" y="0"/>
                  <a:pt x="725" y="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0" name="Freeform 81">
            <a:extLst>
              <a:ext uri="{FF2B5EF4-FFF2-40B4-BE49-F238E27FC236}">
                <a16:creationId xmlns:a16="http://schemas.microsoft.com/office/drawing/2014/main" id="{B1BE5DBE-8DDE-45C5-85E1-869B75B8D213}"/>
              </a:ext>
            </a:extLst>
          </p:cNvPr>
          <p:cNvSpPr>
            <a:spLocks/>
          </p:cNvSpPr>
          <p:nvPr/>
        </p:nvSpPr>
        <p:spPr bwMode="auto">
          <a:xfrm>
            <a:off x="4908994" y="2118933"/>
            <a:ext cx="697080" cy="118925"/>
          </a:xfrm>
          <a:custGeom>
            <a:avLst/>
            <a:gdLst>
              <a:gd name="T0" fmla="*/ 11 w 313"/>
              <a:gd name="T1" fmla="*/ 46 h 54"/>
              <a:gd name="T2" fmla="*/ 306 w 313"/>
              <a:gd name="T3" fmla="*/ 7 h 54"/>
              <a:gd name="T4" fmla="*/ 313 w 313"/>
              <a:gd name="T5" fmla="*/ 8 h 54"/>
              <a:gd name="T6" fmla="*/ 301 w 313"/>
              <a:gd name="T7" fmla="*/ 1 h 54"/>
              <a:gd name="T8" fmla="*/ 5 w 313"/>
              <a:gd name="T9" fmla="*/ 40 h 54"/>
              <a:gd name="T10" fmla="*/ 2 w 313"/>
              <a:gd name="T11" fmla="*/ 49 h 54"/>
              <a:gd name="T12" fmla="*/ 8 w 313"/>
              <a:gd name="T13" fmla="*/ 54 h 54"/>
              <a:gd name="T14" fmla="*/ 11 w 313"/>
              <a:gd name="T15" fmla="*/ 46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13" h="54">
                <a:moveTo>
                  <a:pt x="11" y="46"/>
                </a:moveTo>
                <a:cubicBezTo>
                  <a:pt x="306" y="7"/>
                  <a:pt x="306" y="7"/>
                  <a:pt x="306" y="7"/>
                </a:cubicBezTo>
                <a:cubicBezTo>
                  <a:pt x="309" y="6"/>
                  <a:pt x="311" y="7"/>
                  <a:pt x="313" y="8"/>
                </a:cubicBezTo>
                <a:cubicBezTo>
                  <a:pt x="311" y="3"/>
                  <a:pt x="306" y="0"/>
                  <a:pt x="301" y="1"/>
                </a:cubicBezTo>
                <a:cubicBezTo>
                  <a:pt x="5" y="40"/>
                  <a:pt x="5" y="40"/>
                  <a:pt x="5" y="40"/>
                </a:cubicBezTo>
                <a:cubicBezTo>
                  <a:pt x="1" y="41"/>
                  <a:pt x="0" y="46"/>
                  <a:pt x="2" y="49"/>
                </a:cubicBezTo>
                <a:cubicBezTo>
                  <a:pt x="8" y="54"/>
                  <a:pt x="8" y="54"/>
                  <a:pt x="8" y="54"/>
                </a:cubicBezTo>
                <a:cubicBezTo>
                  <a:pt x="5" y="51"/>
                  <a:pt x="7" y="46"/>
                  <a:pt x="11" y="46"/>
                </a:cubicBezTo>
                <a:close/>
              </a:path>
            </a:pathLst>
          </a:custGeom>
          <a:solidFill>
            <a:srgbClr val="385D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1" name="Freeform 82">
            <a:extLst>
              <a:ext uri="{FF2B5EF4-FFF2-40B4-BE49-F238E27FC236}">
                <a16:creationId xmlns:a16="http://schemas.microsoft.com/office/drawing/2014/main" id="{B22585EA-A0F6-4C64-8052-13EBA7B3FE00}"/>
              </a:ext>
            </a:extLst>
          </p:cNvPr>
          <p:cNvSpPr>
            <a:spLocks/>
          </p:cNvSpPr>
          <p:nvPr/>
        </p:nvSpPr>
        <p:spPr bwMode="auto">
          <a:xfrm>
            <a:off x="3964916" y="2307382"/>
            <a:ext cx="1042878" cy="1937556"/>
          </a:xfrm>
          <a:custGeom>
            <a:avLst/>
            <a:gdLst>
              <a:gd name="T0" fmla="*/ 160 w 468"/>
              <a:gd name="T1" fmla="*/ 315 h 871"/>
              <a:gd name="T2" fmla="*/ 158 w 468"/>
              <a:gd name="T3" fmla="*/ 315 h 871"/>
              <a:gd name="T4" fmla="*/ 468 w 468"/>
              <a:gd name="T5" fmla="*/ 5 h 871"/>
              <a:gd name="T6" fmla="*/ 463 w 468"/>
              <a:gd name="T7" fmla="*/ 0 h 871"/>
              <a:gd name="T8" fmla="*/ 153 w 468"/>
              <a:gd name="T9" fmla="*/ 310 h 871"/>
              <a:gd name="T10" fmla="*/ 154 w 468"/>
              <a:gd name="T11" fmla="*/ 310 h 871"/>
              <a:gd name="T12" fmla="*/ 154 w 468"/>
              <a:gd name="T13" fmla="*/ 868 h 871"/>
              <a:gd name="T14" fmla="*/ 157 w 468"/>
              <a:gd name="T15" fmla="*/ 871 h 871"/>
              <a:gd name="T16" fmla="*/ 160 w 468"/>
              <a:gd name="T17" fmla="*/ 315 h 8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8" h="871">
                <a:moveTo>
                  <a:pt x="160" y="315"/>
                </a:moveTo>
                <a:cubicBezTo>
                  <a:pt x="158" y="315"/>
                  <a:pt x="158" y="315"/>
                  <a:pt x="158" y="315"/>
                </a:cubicBezTo>
                <a:cubicBezTo>
                  <a:pt x="468" y="5"/>
                  <a:pt x="468" y="5"/>
                  <a:pt x="468" y="5"/>
                </a:cubicBezTo>
                <a:cubicBezTo>
                  <a:pt x="463" y="0"/>
                  <a:pt x="463" y="0"/>
                  <a:pt x="463" y="0"/>
                </a:cubicBezTo>
                <a:cubicBezTo>
                  <a:pt x="153" y="310"/>
                  <a:pt x="153" y="310"/>
                  <a:pt x="153" y="310"/>
                </a:cubicBezTo>
                <a:cubicBezTo>
                  <a:pt x="154" y="310"/>
                  <a:pt x="154" y="310"/>
                  <a:pt x="154" y="310"/>
                </a:cubicBezTo>
                <a:cubicBezTo>
                  <a:pt x="0" y="464"/>
                  <a:pt x="0" y="714"/>
                  <a:pt x="154" y="868"/>
                </a:cubicBezTo>
                <a:cubicBezTo>
                  <a:pt x="155" y="869"/>
                  <a:pt x="156" y="870"/>
                  <a:pt x="157" y="871"/>
                </a:cubicBezTo>
                <a:cubicBezTo>
                  <a:pt x="5" y="717"/>
                  <a:pt x="6" y="468"/>
                  <a:pt x="160" y="315"/>
                </a:cubicBezTo>
                <a:close/>
              </a:path>
            </a:pathLst>
          </a:custGeom>
          <a:solidFill>
            <a:srgbClr val="385D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2" name="Freeform 83">
            <a:extLst>
              <a:ext uri="{FF2B5EF4-FFF2-40B4-BE49-F238E27FC236}">
                <a16:creationId xmlns:a16="http://schemas.microsoft.com/office/drawing/2014/main" id="{FFEC9809-B37B-4028-BFC3-F25C2BB79F48}"/>
              </a:ext>
            </a:extLst>
          </p:cNvPr>
          <p:cNvSpPr>
            <a:spLocks/>
          </p:cNvSpPr>
          <p:nvPr/>
        </p:nvSpPr>
        <p:spPr bwMode="auto">
          <a:xfrm>
            <a:off x="4586983" y="3326475"/>
            <a:ext cx="1145336" cy="1148994"/>
          </a:xfrm>
          <a:custGeom>
            <a:avLst/>
            <a:gdLst>
              <a:gd name="T0" fmla="*/ 91 w 515"/>
              <a:gd name="T1" fmla="*/ 424 h 516"/>
              <a:gd name="T2" fmla="*/ 424 w 515"/>
              <a:gd name="T3" fmla="*/ 424 h 516"/>
              <a:gd name="T4" fmla="*/ 424 w 515"/>
              <a:gd name="T5" fmla="*/ 92 h 516"/>
              <a:gd name="T6" fmla="*/ 91 w 515"/>
              <a:gd name="T7" fmla="*/ 92 h 516"/>
              <a:gd name="T8" fmla="*/ 91 w 515"/>
              <a:gd name="T9" fmla="*/ 424 h 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5" h="516">
                <a:moveTo>
                  <a:pt x="91" y="424"/>
                </a:moveTo>
                <a:cubicBezTo>
                  <a:pt x="183" y="516"/>
                  <a:pt x="332" y="516"/>
                  <a:pt x="424" y="424"/>
                </a:cubicBezTo>
                <a:cubicBezTo>
                  <a:pt x="515" y="332"/>
                  <a:pt x="515" y="184"/>
                  <a:pt x="424" y="92"/>
                </a:cubicBezTo>
                <a:cubicBezTo>
                  <a:pt x="332" y="0"/>
                  <a:pt x="183" y="0"/>
                  <a:pt x="91" y="92"/>
                </a:cubicBezTo>
                <a:cubicBezTo>
                  <a:pt x="0" y="184"/>
                  <a:pt x="0" y="332"/>
                  <a:pt x="91" y="42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3" name="Freeform 84">
            <a:extLst>
              <a:ext uri="{FF2B5EF4-FFF2-40B4-BE49-F238E27FC236}">
                <a16:creationId xmlns:a16="http://schemas.microsoft.com/office/drawing/2014/main" id="{936B0283-7FF8-4BD5-A947-B7BF05F9E703}"/>
              </a:ext>
            </a:extLst>
          </p:cNvPr>
          <p:cNvSpPr>
            <a:spLocks/>
          </p:cNvSpPr>
          <p:nvPr/>
        </p:nvSpPr>
        <p:spPr bwMode="auto">
          <a:xfrm>
            <a:off x="5351759" y="1754840"/>
            <a:ext cx="2543157" cy="1648478"/>
          </a:xfrm>
          <a:custGeom>
            <a:avLst/>
            <a:gdLst>
              <a:gd name="T0" fmla="*/ 1141 w 1142"/>
              <a:gd name="T1" fmla="*/ 725 h 740"/>
              <a:gd name="T2" fmla="*/ 1102 w 1142"/>
              <a:gd name="T3" fmla="*/ 430 h 740"/>
              <a:gd name="T4" fmla="*/ 1094 w 1142"/>
              <a:gd name="T5" fmla="*/ 427 h 740"/>
              <a:gd name="T6" fmla="*/ 1057 w 1142"/>
              <a:gd name="T7" fmla="*/ 463 h 740"/>
              <a:gd name="T8" fmla="*/ 747 w 1142"/>
              <a:gd name="T9" fmla="*/ 153 h 740"/>
              <a:gd name="T10" fmla="*/ 748 w 1142"/>
              <a:gd name="T11" fmla="*/ 155 h 740"/>
              <a:gd name="T12" fmla="*/ 189 w 1142"/>
              <a:gd name="T13" fmla="*/ 155 h 740"/>
              <a:gd name="T14" fmla="*/ 169 w 1142"/>
              <a:gd name="T15" fmla="*/ 693 h 740"/>
              <a:gd name="T16" fmla="*/ 137 w 1142"/>
              <a:gd name="T17" fmla="*/ 387 h 740"/>
              <a:gd name="T18" fmla="*/ 545 w 1142"/>
              <a:gd name="T19" fmla="*/ 334 h 740"/>
              <a:gd name="T20" fmla="*/ 866 w 1142"/>
              <a:gd name="T21" fmla="*/ 655 h 740"/>
              <a:gd name="T22" fmla="*/ 829 w 1142"/>
              <a:gd name="T23" fmla="*/ 691 h 740"/>
              <a:gd name="T24" fmla="*/ 832 w 1142"/>
              <a:gd name="T25" fmla="*/ 700 h 740"/>
              <a:gd name="T26" fmla="*/ 1128 w 1142"/>
              <a:gd name="T27" fmla="*/ 739 h 740"/>
              <a:gd name="T28" fmla="*/ 1141 w 1142"/>
              <a:gd name="T29" fmla="*/ 725 h 7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42" h="740">
                <a:moveTo>
                  <a:pt x="1141" y="725"/>
                </a:moveTo>
                <a:cubicBezTo>
                  <a:pt x="1102" y="430"/>
                  <a:pt x="1102" y="430"/>
                  <a:pt x="1102" y="430"/>
                </a:cubicBezTo>
                <a:cubicBezTo>
                  <a:pt x="1101" y="426"/>
                  <a:pt x="1096" y="424"/>
                  <a:pt x="1094" y="427"/>
                </a:cubicBezTo>
                <a:cubicBezTo>
                  <a:pt x="1057" y="463"/>
                  <a:pt x="1057" y="463"/>
                  <a:pt x="1057" y="463"/>
                </a:cubicBezTo>
                <a:cubicBezTo>
                  <a:pt x="747" y="153"/>
                  <a:pt x="747" y="153"/>
                  <a:pt x="747" y="153"/>
                </a:cubicBezTo>
                <a:cubicBezTo>
                  <a:pt x="748" y="155"/>
                  <a:pt x="748" y="155"/>
                  <a:pt x="748" y="155"/>
                </a:cubicBezTo>
                <a:cubicBezTo>
                  <a:pt x="593" y="0"/>
                  <a:pt x="343" y="0"/>
                  <a:pt x="189" y="155"/>
                </a:cubicBezTo>
                <a:cubicBezTo>
                  <a:pt x="55" y="289"/>
                  <a:pt x="0" y="524"/>
                  <a:pt x="169" y="693"/>
                </a:cubicBezTo>
                <a:cubicBezTo>
                  <a:pt x="111" y="594"/>
                  <a:pt x="64" y="502"/>
                  <a:pt x="137" y="387"/>
                </a:cubicBezTo>
                <a:cubicBezTo>
                  <a:pt x="240" y="224"/>
                  <a:pt x="444" y="233"/>
                  <a:pt x="545" y="334"/>
                </a:cubicBezTo>
                <a:cubicBezTo>
                  <a:pt x="866" y="655"/>
                  <a:pt x="866" y="655"/>
                  <a:pt x="866" y="655"/>
                </a:cubicBezTo>
                <a:cubicBezTo>
                  <a:pt x="829" y="691"/>
                  <a:pt x="829" y="691"/>
                  <a:pt x="829" y="691"/>
                </a:cubicBezTo>
                <a:cubicBezTo>
                  <a:pt x="826" y="694"/>
                  <a:pt x="828" y="699"/>
                  <a:pt x="832" y="700"/>
                </a:cubicBezTo>
                <a:cubicBezTo>
                  <a:pt x="1128" y="739"/>
                  <a:pt x="1128" y="739"/>
                  <a:pt x="1128" y="739"/>
                </a:cubicBezTo>
                <a:cubicBezTo>
                  <a:pt x="1135" y="740"/>
                  <a:pt x="1142" y="733"/>
                  <a:pt x="1141" y="72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4" name="Freeform 85">
            <a:extLst>
              <a:ext uri="{FF2B5EF4-FFF2-40B4-BE49-F238E27FC236}">
                <a16:creationId xmlns:a16="http://schemas.microsoft.com/office/drawing/2014/main" id="{C9597630-5181-4F63-994D-9E8D4E7A3CF2}"/>
              </a:ext>
            </a:extLst>
          </p:cNvPr>
          <p:cNvSpPr>
            <a:spLocks/>
          </p:cNvSpPr>
          <p:nvPr/>
        </p:nvSpPr>
        <p:spPr bwMode="auto">
          <a:xfrm>
            <a:off x="7774162" y="2698918"/>
            <a:ext cx="120755" cy="698910"/>
          </a:xfrm>
          <a:custGeom>
            <a:avLst/>
            <a:gdLst>
              <a:gd name="T0" fmla="*/ 8 w 54"/>
              <a:gd name="T1" fmla="*/ 11 h 314"/>
              <a:gd name="T2" fmla="*/ 48 w 54"/>
              <a:gd name="T3" fmla="*/ 307 h 314"/>
              <a:gd name="T4" fmla="*/ 46 w 54"/>
              <a:gd name="T5" fmla="*/ 314 h 314"/>
              <a:gd name="T6" fmla="*/ 53 w 54"/>
              <a:gd name="T7" fmla="*/ 301 h 314"/>
              <a:gd name="T8" fmla="*/ 14 w 54"/>
              <a:gd name="T9" fmla="*/ 6 h 314"/>
              <a:gd name="T10" fmla="*/ 6 w 54"/>
              <a:gd name="T11" fmla="*/ 3 h 314"/>
              <a:gd name="T12" fmla="*/ 0 w 54"/>
              <a:gd name="T13" fmla="*/ 8 h 314"/>
              <a:gd name="T14" fmla="*/ 8 w 54"/>
              <a:gd name="T15" fmla="*/ 11 h 3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4" h="314">
                <a:moveTo>
                  <a:pt x="8" y="11"/>
                </a:moveTo>
                <a:cubicBezTo>
                  <a:pt x="48" y="307"/>
                  <a:pt x="48" y="307"/>
                  <a:pt x="48" y="307"/>
                </a:cubicBezTo>
                <a:cubicBezTo>
                  <a:pt x="48" y="309"/>
                  <a:pt x="47" y="312"/>
                  <a:pt x="46" y="314"/>
                </a:cubicBezTo>
                <a:cubicBezTo>
                  <a:pt x="51" y="311"/>
                  <a:pt x="54" y="307"/>
                  <a:pt x="53" y="301"/>
                </a:cubicBezTo>
                <a:cubicBezTo>
                  <a:pt x="14" y="6"/>
                  <a:pt x="14" y="6"/>
                  <a:pt x="14" y="6"/>
                </a:cubicBezTo>
                <a:cubicBezTo>
                  <a:pt x="13" y="2"/>
                  <a:pt x="8" y="0"/>
                  <a:pt x="6" y="3"/>
                </a:cubicBezTo>
                <a:cubicBezTo>
                  <a:pt x="0" y="8"/>
                  <a:pt x="0" y="8"/>
                  <a:pt x="0" y="8"/>
                </a:cubicBezTo>
                <a:cubicBezTo>
                  <a:pt x="3" y="5"/>
                  <a:pt x="8" y="7"/>
                  <a:pt x="8" y="11"/>
                </a:cubicBezTo>
                <a:close/>
              </a:path>
            </a:pathLst>
          </a:custGeom>
          <a:solidFill>
            <a:srgbClr val="010F2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5" name="Freeform 86">
            <a:extLst>
              <a:ext uri="{FF2B5EF4-FFF2-40B4-BE49-F238E27FC236}">
                <a16:creationId xmlns:a16="http://schemas.microsoft.com/office/drawing/2014/main" id="{8350011E-8389-40C7-AD9D-25A60B5E4A15}"/>
              </a:ext>
            </a:extLst>
          </p:cNvPr>
          <p:cNvSpPr>
            <a:spLocks/>
          </p:cNvSpPr>
          <p:nvPr/>
        </p:nvSpPr>
        <p:spPr bwMode="auto">
          <a:xfrm>
            <a:off x="5767081" y="1754840"/>
            <a:ext cx="1937556" cy="1044706"/>
          </a:xfrm>
          <a:custGeom>
            <a:avLst/>
            <a:gdLst>
              <a:gd name="T0" fmla="*/ 556 w 871"/>
              <a:gd name="T1" fmla="*/ 160 h 469"/>
              <a:gd name="T2" fmla="*/ 556 w 871"/>
              <a:gd name="T3" fmla="*/ 159 h 469"/>
              <a:gd name="T4" fmla="*/ 866 w 871"/>
              <a:gd name="T5" fmla="*/ 469 h 469"/>
              <a:gd name="T6" fmla="*/ 871 w 871"/>
              <a:gd name="T7" fmla="*/ 463 h 469"/>
              <a:gd name="T8" fmla="*/ 561 w 871"/>
              <a:gd name="T9" fmla="*/ 153 h 469"/>
              <a:gd name="T10" fmla="*/ 562 w 871"/>
              <a:gd name="T11" fmla="*/ 155 h 469"/>
              <a:gd name="T12" fmla="*/ 3 w 871"/>
              <a:gd name="T13" fmla="*/ 155 h 469"/>
              <a:gd name="T14" fmla="*/ 0 w 871"/>
              <a:gd name="T15" fmla="*/ 158 h 469"/>
              <a:gd name="T16" fmla="*/ 556 w 871"/>
              <a:gd name="T17" fmla="*/ 160 h 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71" h="469">
                <a:moveTo>
                  <a:pt x="556" y="160"/>
                </a:moveTo>
                <a:cubicBezTo>
                  <a:pt x="556" y="159"/>
                  <a:pt x="556" y="159"/>
                  <a:pt x="556" y="159"/>
                </a:cubicBezTo>
                <a:cubicBezTo>
                  <a:pt x="866" y="469"/>
                  <a:pt x="866" y="469"/>
                  <a:pt x="866" y="469"/>
                </a:cubicBezTo>
                <a:cubicBezTo>
                  <a:pt x="871" y="463"/>
                  <a:pt x="871" y="463"/>
                  <a:pt x="871" y="463"/>
                </a:cubicBezTo>
                <a:cubicBezTo>
                  <a:pt x="561" y="153"/>
                  <a:pt x="561" y="153"/>
                  <a:pt x="561" y="153"/>
                </a:cubicBezTo>
                <a:cubicBezTo>
                  <a:pt x="562" y="155"/>
                  <a:pt x="562" y="155"/>
                  <a:pt x="562" y="155"/>
                </a:cubicBezTo>
                <a:cubicBezTo>
                  <a:pt x="407" y="0"/>
                  <a:pt x="157" y="0"/>
                  <a:pt x="3" y="155"/>
                </a:cubicBezTo>
                <a:cubicBezTo>
                  <a:pt x="2" y="156"/>
                  <a:pt x="1" y="157"/>
                  <a:pt x="0" y="158"/>
                </a:cubicBezTo>
                <a:cubicBezTo>
                  <a:pt x="154" y="6"/>
                  <a:pt x="403" y="7"/>
                  <a:pt x="556" y="160"/>
                </a:cubicBezTo>
                <a:close/>
              </a:path>
            </a:pathLst>
          </a:custGeom>
          <a:solidFill>
            <a:srgbClr val="010F2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6" name="Freeform 87">
            <a:extLst>
              <a:ext uri="{FF2B5EF4-FFF2-40B4-BE49-F238E27FC236}">
                <a16:creationId xmlns:a16="http://schemas.microsoft.com/office/drawing/2014/main" id="{D5138C46-487D-4533-8E82-ABD5326D3678}"/>
              </a:ext>
            </a:extLst>
          </p:cNvPr>
          <p:cNvSpPr>
            <a:spLocks/>
          </p:cNvSpPr>
          <p:nvPr/>
        </p:nvSpPr>
        <p:spPr bwMode="auto">
          <a:xfrm>
            <a:off x="5536550" y="2376907"/>
            <a:ext cx="1148995" cy="1147165"/>
          </a:xfrm>
          <a:custGeom>
            <a:avLst/>
            <a:gdLst>
              <a:gd name="T0" fmla="*/ 92 w 516"/>
              <a:gd name="T1" fmla="*/ 92 h 516"/>
              <a:gd name="T2" fmla="*/ 92 w 516"/>
              <a:gd name="T3" fmla="*/ 424 h 516"/>
              <a:gd name="T4" fmla="*/ 424 w 516"/>
              <a:gd name="T5" fmla="*/ 424 h 516"/>
              <a:gd name="T6" fmla="*/ 424 w 516"/>
              <a:gd name="T7" fmla="*/ 92 h 516"/>
              <a:gd name="T8" fmla="*/ 92 w 516"/>
              <a:gd name="T9" fmla="*/ 92 h 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6" h="516">
                <a:moveTo>
                  <a:pt x="92" y="92"/>
                </a:moveTo>
                <a:cubicBezTo>
                  <a:pt x="0" y="184"/>
                  <a:pt x="0" y="332"/>
                  <a:pt x="92" y="424"/>
                </a:cubicBezTo>
                <a:cubicBezTo>
                  <a:pt x="184" y="516"/>
                  <a:pt x="333" y="516"/>
                  <a:pt x="424" y="424"/>
                </a:cubicBezTo>
                <a:cubicBezTo>
                  <a:pt x="516" y="332"/>
                  <a:pt x="516" y="184"/>
                  <a:pt x="424" y="92"/>
                </a:cubicBezTo>
                <a:cubicBezTo>
                  <a:pt x="333" y="0"/>
                  <a:pt x="184" y="0"/>
                  <a:pt x="92" y="9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7" name="Freeform 88">
            <a:extLst>
              <a:ext uri="{FF2B5EF4-FFF2-40B4-BE49-F238E27FC236}">
                <a16:creationId xmlns:a16="http://schemas.microsoft.com/office/drawing/2014/main" id="{B41C5E89-588F-4E57-A0CC-858E715E59DB}"/>
              </a:ext>
            </a:extLst>
          </p:cNvPr>
          <p:cNvSpPr>
            <a:spLocks/>
          </p:cNvSpPr>
          <p:nvPr/>
        </p:nvSpPr>
        <p:spPr bwMode="auto">
          <a:xfrm>
            <a:off x="6592234" y="3138026"/>
            <a:ext cx="1648479" cy="2541327"/>
          </a:xfrm>
          <a:custGeom>
            <a:avLst/>
            <a:gdLst>
              <a:gd name="T0" fmla="*/ 15 w 740"/>
              <a:gd name="T1" fmla="*/ 1141 h 1142"/>
              <a:gd name="T2" fmla="*/ 310 w 740"/>
              <a:gd name="T3" fmla="*/ 1102 h 1142"/>
              <a:gd name="T4" fmla="*/ 313 w 740"/>
              <a:gd name="T5" fmla="*/ 1094 h 1142"/>
              <a:gd name="T6" fmla="*/ 277 w 740"/>
              <a:gd name="T7" fmla="*/ 1057 h 1142"/>
              <a:gd name="T8" fmla="*/ 587 w 740"/>
              <a:gd name="T9" fmla="*/ 747 h 1142"/>
              <a:gd name="T10" fmla="*/ 585 w 740"/>
              <a:gd name="T11" fmla="*/ 748 h 1142"/>
              <a:gd name="T12" fmla="*/ 585 w 740"/>
              <a:gd name="T13" fmla="*/ 189 h 1142"/>
              <a:gd name="T14" fmla="*/ 47 w 740"/>
              <a:gd name="T15" fmla="*/ 169 h 1142"/>
              <a:gd name="T16" fmla="*/ 353 w 740"/>
              <a:gd name="T17" fmla="*/ 137 h 1142"/>
              <a:gd name="T18" fmla="*/ 406 w 740"/>
              <a:gd name="T19" fmla="*/ 545 h 1142"/>
              <a:gd name="T20" fmla="*/ 85 w 740"/>
              <a:gd name="T21" fmla="*/ 866 h 1142"/>
              <a:gd name="T22" fmla="*/ 49 w 740"/>
              <a:gd name="T23" fmla="*/ 829 h 1142"/>
              <a:gd name="T24" fmla="*/ 41 w 740"/>
              <a:gd name="T25" fmla="*/ 832 h 1142"/>
              <a:gd name="T26" fmla="*/ 1 w 740"/>
              <a:gd name="T27" fmla="*/ 1128 h 1142"/>
              <a:gd name="T28" fmla="*/ 15 w 740"/>
              <a:gd name="T29" fmla="*/ 1141 h 1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40" h="1142">
                <a:moveTo>
                  <a:pt x="15" y="1141"/>
                </a:moveTo>
                <a:cubicBezTo>
                  <a:pt x="310" y="1102"/>
                  <a:pt x="310" y="1102"/>
                  <a:pt x="310" y="1102"/>
                </a:cubicBezTo>
                <a:cubicBezTo>
                  <a:pt x="314" y="1101"/>
                  <a:pt x="316" y="1096"/>
                  <a:pt x="313" y="1094"/>
                </a:cubicBezTo>
                <a:cubicBezTo>
                  <a:pt x="277" y="1057"/>
                  <a:pt x="277" y="1057"/>
                  <a:pt x="277" y="1057"/>
                </a:cubicBezTo>
                <a:cubicBezTo>
                  <a:pt x="587" y="747"/>
                  <a:pt x="587" y="747"/>
                  <a:pt x="587" y="747"/>
                </a:cubicBezTo>
                <a:cubicBezTo>
                  <a:pt x="585" y="748"/>
                  <a:pt x="585" y="748"/>
                  <a:pt x="585" y="748"/>
                </a:cubicBezTo>
                <a:cubicBezTo>
                  <a:pt x="740" y="593"/>
                  <a:pt x="740" y="343"/>
                  <a:pt x="585" y="189"/>
                </a:cubicBezTo>
                <a:cubicBezTo>
                  <a:pt x="451" y="55"/>
                  <a:pt x="216" y="0"/>
                  <a:pt x="47" y="169"/>
                </a:cubicBezTo>
                <a:cubicBezTo>
                  <a:pt x="146" y="111"/>
                  <a:pt x="238" y="64"/>
                  <a:pt x="353" y="137"/>
                </a:cubicBezTo>
                <a:cubicBezTo>
                  <a:pt x="516" y="240"/>
                  <a:pt x="507" y="444"/>
                  <a:pt x="406" y="545"/>
                </a:cubicBezTo>
                <a:cubicBezTo>
                  <a:pt x="85" y="866"/>
                  <a:pt x="85" y="866"/>
                  <a:pt x="85" y="866"/>
                </a:cubicBezTo>
                <a:cubicBezTo>
                  <a:pt x="49" y="829"/>
                  <a:pt x="49" y="829"/>
                  <a:pt x="49" y="829"/>
                </a:cubicBezTo>
                <a:cubicBezTo>
                  <a:pt x="46" y="826"/>
                  <a:pt x="41" y="828"/>
                  <a:pt x="41" y="832"/>
                </a:cubicBezTo>
                <a:cubicBezTo>
                  <a:pt x="1" y="1128"/>
                  <a:pt x="1" y="1128"/>
                  <a:pt x="1" y="1128"/>
                </a:cubicBezTo>
                <a:cubicBezTo>
                  <a:pt x="0" y="1135"/>
                  <a:pt x="7" y="1142"/>
                  <a:pt x="15" y="114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8" name="Freeform 89">
            <a:extLst>
              <a:ext uri="{FF2B5EF4-FFF2-40B4-BE49-F238E27FC236}">
                <a16:creationId xmlns:a16="http://schemas.microsoft.com/office/drawing/2014/main" id="{5E7AFE61-4D1F-4793-A6A6-031EFDAC868F}"/>
              </a:ext>
            </a:extLst>
          </p:cNvPr>
          <p:cNvSpPr>
            <a:spLocks/>
          </p:cNvSpPr>
          <p:nvPr/>
        </p:nvSpPr>
        <p:spPr bwMode="auto">
          <a:xfrm>
            <a:off x="6597723" y="5558598"/>
            <a:ext cx="698910" cy="120755"/>
          </a:xfrm>
          <a:custGeom>
            <a:avLst/>
            <a:gdLst>
              <a:gd name="T0" fmla="*/ 303 w 314"/>
              <a:gd name="T1" fmla="*/ 8 h 54"/>
              <a:gd name="T2" fmla="*/ 7 w 314"/>
              <a:gd name="T3" fmla="*/ 48 h 54"/>
              <a:gd name="T4" fmla="*/ 0 w 314"/>
              <a:gd name="T5" fmla="*/ 46 h 54"/>
              <a:gd name="T6" fmla="*/ 13 w 314"/>
              <a:gd name="T7" fmla="*/ 53 h 54"/>
              <a:gd name="T8" fmla="*/ 308 w 314"/>
              <a:gd name="T9" fmla="*/ 14 h 54"/>
              <a:gd name="T10" fmla="*/ 311 w 314"/>
              <a:gd name="T11" fmla="*/ 6 h 54"/>
              <a:gd name="T12" fmla="*/ 306 w 314"/>
              <a:gd name="T13" fmla="*/ 0 h 54"/>
              <a:gd name="T14" fmla="*/ 303 w 314"/>
              <a:gd name="T15" fmla="*/ 8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14" h="54">
                <a:moveTo>
                  <a:pt x="303" y="8"/>
                </a:moveTo>
                <a:cubicBezTo>
                  <a:pt x="7" y="48"/>
                  <a:pt x="7" y="48"/>
                  <a:pt x="7" y="48"/>
                </a:cubicBezTo>
                <a:cubicBezTo>
                  <a:pt x="5" y="48"/>
                  <a:pt x="2" y="47"/>
                  <a:pt x="0" y="46"/>
                </a:cubicBezTo>
                <a:cubicBezTo>
                  <a:pt x="3" y="51"/>
                  <a:pt x="7" y="54"/>
                  <a:pt x="13" y="53"/>
                </a:cubicBezTo>
                <a:cubicBezTo>
                  <a:pt x="308" y="14"/>
                  <a:pt x="308" y="14"/>
                  <a:pt x="308" y="14"/>
                </a:cubicBezTo>
                <a:cubicBezTo>
                  <a:pt x="312" y="13"/>
                  <a:pt x="314" y="8"/>
                  <a:pt x="311" y="6"/>
                </a:cubicBezTo>
                <a:cubicBezTo>
                  <a:pt x="306" y="0"/>
                  <a:pt x="306" y="0"/>
                  <a:pt x="306" y="0"/>
                </a:cubicBezTo>
                <a:cubicBezTo>
                  <a:pt x="309" y="3"/>
                  <a:pt x="307" y="8"/>
                  <a:pt x="303" y="8"/>
                </a:cubicBezTo>
                <a:close/>
              </a:path>
            </a:pathLst>
          </a:custGeom>
          <a:solidFill>
            <a:srgbClr val="0221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9" name="Freeform 90">
            <a:extLst>
              <a:ext uri="{FF2B5EF4-FFF2-40B4-BE49-F238E27FC236}">
                <a16:creationId xmlns:a16="http://schemas.microsoft.com/office/drawing/2014/main" id="{CFCC28AE-8502-4302-847F-960F40D4B07A}"/>
              </a:ext>
            </a:extLst>
          </p:cNvPr>
          <p:cNvSpPr>
            <a:spLocks/>
          </p:cNvSpPr>
          <p:nvPr/>
        </p:nvSpPr>
        <p:spPr bwMode="auto">
          <a:xfrm>
            <a:off x="7196005" y="3551517"/>
            <a:ext cx="1044706" cy="1937556"/>
          </a:xfrm>
          <a:custGeom>
            <a:avLst/>
            <a:gdLst>
              <a:gd name="T0" fmla="*/ 309 w 469"/>
              <a:gd name="T1" fmla="*/ 556 h 871"/>
              <a:gd name="T2" fmla="*/ 310 w 469"/>
              <a:gd name="T3" fmla="*/ 556 h 871"/>
              <a:gd name="T4" fmla="*/ 0 w 469"/>
              <a:gd name="T5" fmla="*/ 866 h 871"/>
              <a:gd name="T6" fmla="*/ 6 w 469"/>
              <a:gd name="T7" fmla="*/ 871 h 871"/>
              <a:gd name="T8" fmla="*/ 316 w 469"/>
              <a:gd name="T9" fmla="*/ 561 h 871"/>
              <a:gd name="T10" fmla="*/ 314 w 469"/>
              <a:gd name="T11" fmla="*/ 562 h 871"/>
              <a:gd name="T12" fmla="*/ 314 w 469"/>
              <a:gd name="T13" fmla="*/ 3 h 871"/>
              <a:gd name="T14" fmla="*/ 311 w 469"/>
              <a:gd name="T15" fmla="*/ 0 h 871"/>
              <a:gd name="T16" fmla="*/ 309 w 469"/>
              <a:gd name="T17" fmla="*/ 556 h 8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9" h="871">
                <a:moveTo>
                  <a:pt x="309" y="556"/>
                </a:moveTo>
                <a:cubicBezTo>
                  <a:pt x="310" y="556"/>
                  <a:pt x="310" y="556"/>
                  <a:pt x="310" y="556"/>
                </a:cubicBezTo>
                <a:cubicBezTo>
                  <a:pt x="0" y="866"/>
                  <a:pt x="0" y="866"/>
                  <a:pt x="0" y="866"/>
                </a:cubicBezTo>
                <a:cubicBezTo>
                  <a:pt x="6" y="871"/>
                  <a:pt x="6" y="871"/>
                  <a:pt x="6" y="871"/>
                </a:cubicBezTo>
                <a:cubicBezTo>
                  <a:pt x="316" y="561"/>
                  <a:pt x="316" y="561"/>
                  <a:pt x="316" y="561"/>
                </a:cubicBezTo>
                <a:cubicBezTo>
                  <a:pt x="314" y="562"/>
                  <a:pt x="314" y="562"/>
                  <a:pt x="314" y="562"/>
                </a:cubicBezTo>
                <a:cubicBezTo>
                  <a:pt x="469" y="407"/>
                  <a:pt x="469" y="157"/>
                  <a:pt x="314" y="3"/>
                </a:cubicBezTo>
                <a:cubicBezTo>
                  <a:pt x="313" y="2"/>
                  <a:pt x="312" y="1"/>
                  <a:pt x="311" y="0"/>
                </a:cubicBezTo>
                <a:cubicBezTo>
                  <a:pt x="463" y="154"/>
                  <a:pt x="462" y="403"/>
                  <a:pt x="309" y="556"/>
                </a:cubicBezTo>
                <a:close/>
              </a:path>
            </a:pathLst>
          </a:custGeom>
          <a:solidFill>
            <a:srgbClr val="0221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0" name="Freeform 91">
            <a:extLst>
              <a:ext uri="{FF2B5EF4-FFF2-40B4-BE49-F238E27FC236}">
                <a16:creationId xmlns:a16="http://schemas.microsoft.com/office/drawing/2014/main" id="{29157332-5CD1-44EE-8119-43212545F38F}"/>
              </a:ext>
            </a:extLst>
          </p:cNvPr>
          <p:cNvSpPr>
            <a:spLocks/>
          </p:cNvSpPr>
          <p:nvPr/>
        </p:nvSpPr>
        <p:spPr bwMode="auto">
          <a:xfrm>
            <a:off x="6469651" y="3322815"/>
            <a:ext cx="1148995" cy="1147165"/>
          </a:xfrm>
          <a:custGeom>
            <a:avLst/>
            <a:gdLst>
              <a:gd name="T0" fmla="*/ 424 w 516"/>
              <a:gd name="T1" fmla="*/ 92 h 516"/>
              <a:gd name="T2" fmla="*/ 92 w 516"/>
              <a:gd name="T3" fmla="*/ 92 h 516"/>
              <a:gd name="T4" fmla="*/ 92 w 516"/>
              <a:gd name="T5" fmla="*/ 424 h 516"/>
              <a:gd name="T6" fmla="*/ 424 w 516"/>
              <a:gd name="T7" fmla="*/ 424 h 516"/>
              <a:gd name="T8" fmla="*/ 424 w 516"/>
              <a:gd name="T9" fmla="*/ 92 h 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6" h="516">
                <a:moveTo>
                  <a:pt x="424" y="92"/>
                </a:moveTo>
                <a:cubicBezTo>
                  <a:pt x="332" y="0"/>
                  <a:pt x="184" y="0"/>
                  <a:pt x="92" y="92"/>
                </a:cubicBezTo>
                <a:cubicBezTo>
                  <a:pt x="0" y="184"/>
                  <a:pt x="0" y="333"/>
                  <a:pt x="92" y="424"/>
                </a:cubicBezTo>
                <a:cubicBezTo>
                  <a:pt x="184" y="516"/>
                  <a:pt x="332" y="516"/>
                  <a:pt x="424" y="424"/>
                </a:cubicBezTo>
                <a:cubicBezTo>
                  <a:pt x="516" y="333"/>
                  <a:pt x="516" y="184"/>
                  <a:pt x="424" y="9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7" name="Freeform 92">
            <a:extLst>
              <a:ext uri="{FF2B5EF4-FFF2-40B4-BE49-F238E27FC236}">
                <a16:creationId xmlns:a16="http://schemas.microsoft.com/office/drawing/2014/main" id="{0E7EF255-7761-4F1C-A259-FBC7C81EA0D8}"/>
              </a:ext>
            </a:extLst>
          </p:cNvPr>
          <p:cNvSpPr>
            <a:spLocks/>
          </p:cNvSpPr>
          <p:nvPr/>
        </p:nvSpPr>
        <p:spPr bwMode="auto">
          <a:xfrm>
            <a:off x="4308882" y="4394967"/>
            <a:ext cx="2543157" cy="1646648"/>
          </a:xfrm>
          <a:custGeom>
            <a:avLst/>
            <a:gdLst>
              <a:gd name="T0" fmla="*/ 1 w 1143"/>
              <a:gd name="T1" fmla="*/ 15 h 740"/>
              <a:gd name="T2" fmla="*/ 41 w 1143"/>
              <a:gd name="T3" fmla="*/ 311 h 740"/>
              <a:gd name="T4" fmla="*/ 49 w 1143"/>
              <a:gd name="T5" fmla="*/ 313 h 740"/>
              <a:gd name="T6" fmla="*/ 85 w 1143"/>
              <a:gd name="T7" fmla="*/ 277 h 740"/>
              <a:gd name="T8" fmla="*/ 395 w 1143"/>
              <a:gd name="T9" fmla="*/ 587 h 740"/>
              <a:gd name="T10" fmla="*/ 395 w 1143"/>
              <a:gd name="T11" fmla="*/ 586 h 740"/>
              <a:gd name="T12" fmla="*/ 954 w 1143"/>
              <a:gd name="T13" fmla="*/ 586 h 740"/>
              <a:gd name="T14" fmla="*/ 973 w 1143"/>
              <a:gd name="T15" fmla="*/ 47 h 740"/>
              <a:gd name="T16" fmla="*/ 1006 w 1143"/>
              <a:gd name="T17" fmla="*/ 353 h 740"/>
              <a:gd name="T18" fmla="*/ 597 w 1143"/>
              <a:gd name="T19" fmla="*/ 406 h 740"/>
              <a:gd name="T20" fmla="*/ 277 w 1143"/>
              <a:gd name="T21" fmla="*/ 85 h 740"/>
              <a:gd name="T22" fmla="*/ 313 w 1143"/>
              <a:gd name="T23" fmla="*/ 49 h 740"/>
              <a:gd name="T24" fmla="*/ 311 w 1143"/>
              <a:gd name="T25" fmla="*/ 41 h 740"/>
              <a:gd name="T26" fmla="*/ 15 w 1143"/>
              <a:gd name="T27" fmla="*/ 1 h 740"/>
              <a:gd name="T28" fmla="*/ 1 w 1143"/>
              <a:gd name="T29" fmla="*/ 15 h 7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43" h="740">
                <a:moveTo>
                  <a:pt x="1" y="15"/>
                </a:moveTo>
                <a:cubicBezTo>
                  <a:pt x="41" y="311"/>
                  <a:pt x="41" y="311"/>
                  <a:pt x="41" y="311"/>
                </a:cubicBezTo>
                <a:cubicBezTo>
                  <a:pt x="41" y="315"/>
                  <a:pt x="46" y="316"/>
                  <a:pt x="49" y="313"/>
                </a:cubicBezTo>
                <a:cubicBezTo>
                  <a:pt x="85" y="277"/>
                  <a:pt x="85" y="277"/>
                  <a:pt x="85" y="277"/>
                </a:cubicBezTo>
                <a:cubicBezTo>
                  <a:pt x="395" y="587"/>
                  <a:pt x="395" y="587"/>
                  <a:pt x="395" y="587"/>
                </a:cubicBezTo>
                <a:cubicBezTo>
                  <a:pt x="395" y="586"/>
                  <a:pt x="395" y="586"/>
                  <a:pt x="395" y="586"/>
                </a:cubicBezTo>
                <a:cubicBezTo>
                  <a:pt x="549" y="740"/>
                  <a:pt x="799" y="740"/>
                  <a:pt x="954" y="586"/>
                </a:cubicBezTo>
                <a:cubicBezTo>
                  <a:pt x="1088" y="451"/>
                  <a:pt x="1143" y="216"/>
                  <a:pt x="973" y="47"/>
                </a:cubicBezTo>
                <a:cubicBezTo>
                  <a:pt x="1031" y="146"/>
                  <a:pt x="1079" y="238"/>
                  <a:pt x="1006" y="353"/>
                </a:cubicBezTo>
                <a:cubicBezTo>
                  <a:pt x="902" y="516"/>
                  <a:pt x="699" y="507"/>
                  <a:pt x="597" y="406"/>
                </a:cubicBezTo>
                <a:cubicBezTo>
                  <a:pt x="277" y="85"/>
                  <a:pt x="277" y="85"/>
                  <a:pt x="277" y="85"/>
                </a:cubicBezTo>
                <a:cubicBezTo>
                  <a:pt x="313" y="49"/>
                  <a:pt x="313" y="49"/>
                  <a:pt x="313" y="49"/>
                </a:cubicBezTo>
                <a:cubicBezTo>
                  <a:pt x="316" y="46"/>
                  <a:pt x="314" y="41"/>
                  <a:pt x="311" y="41"/>
                </a:cubicBezTo>
                <a:cubicBezTo>
                  <a:pt x="15" y="1"/>
                  <a:pt x="15" y="1"/>
                  <a:pt x="15" y="1"/>
                </a:cubicBezTo>
                <a:cubicBezTo>
                  <a:pt x="7" y="0"/>
                  <a:pt x="0" y="7"/>
                  <a:pt x="1" y="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8" name="Freeform 93">
            <a:extLst>
              <a:ext uri="{FF2B5EF4-FFF2-40B4-BE49-F238E27FC236}">
                <a16:creationId xmlns:a16="http://schemas.microsoft.com/office/drawing/2014/main" id="{A3F3EC90-2F52-4AB5-A273-56105A9D29AE}"/>
              </a:ext>
            </a:extLst>
          </p:cNvPr>
          <p:cNvSpPr>
            <a:spLocks/>
          </p:cNvSpPr>
          <p:nvPr/>
        </p:nvSpPr>
        <p:spPr bwMode="auto">
          <a:xfrm>
            <a:off x="4310712" y="4402285"/>
            <a:ext cx="117095" cy="695252"/>
          </a:xfrm>
          <a:custGeom>
            <a:avLst/>
            <a:gdLst>
              <a:gd name="T0" fmla="*/ 45 w 53"/>
              <a:gd name="T1" fmla="*/ 302 h 313"/>
              <a:gd name="T2" fmla="*/ 6 w 53"/>
              <a:gd name="T3" fmla="*/ 6 h 313"/>
              <a:gd name="T4" fmla="*/ 7 w 53"/>
              <a:gd name="T5" fmla="*/ 0 h 313"/>
              <a:gd name="T6" fmla="*/ 0 w 53"/>
              <a:gd name="T7" fmla="*/ 12 h 313"/>
              <a:gd name="T8" fmla="*/ 40 w 53"/>
              <a:gd name="T9" fmla="*/ 308 h 313"/>
              <a:gd name="T10" fmla="*/ 48 w 53"/>
              <a:gd name="T11" fmla="*/ 310 h 313"/>
              <a:gd name="T12" fmla="*/ 53 w 53"/>
              <a:gd name="T13" fmla="*/ 305 h 313"/>
              <a:gd name="T14" fmla="*/ 45 w 53"/>
              <a:gd name="T15" fmla="*/ 302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3" h="313">
                <a:moveTo>
                  <a:pt x="45" y="302"/>
                </a:moveTo>
                <a:cubicBezTo>
                  <a:pt x="6" y="6"/>
                  <a:pt x="6" y="6"/>
                  <a:pt x="6" y="6"/>
                </a:cubicBezTo>
                <a:cubicBezTo>
                  <a:pt x="6" y="4"/>
                  <a:pt x="6" y="2"/>
                  <a:pt x="7" y="0"/>
                </a:cubicBezTo>
                <a:cubicBezTo>
                  <a:pt x="3" y="2"/>
                  <a:pt x="0" y="6"/>
                  <a:pt x="0" y="12"/>
                </a:cubicBezTo>
                <a:cubicBezTo>
                  <a:pt x="40" y="308"/>
                  <a:pt x="40" y="308"/>
                  <a:pt x="40" y="308"/>
                </a:cubicBezTo>
                <a:cubicBezTo>
                  <a:pt x="40" y="312"/>
                  <a:pt x="45" y="313"/>
                  <a:pt x="48" y="310"/>
                </a:cubicBezTo>
                <a:cubicBezTo>
                  <a:pt x="53" y="305"/>
                  <a:pt x="53" y="305"/>
                  <a:pt x="53" y="305"/>
                </a:cubicBezTo>
                <a:cubicBezTo>
                  <a:pt x="50" y="308"/>
                  <a:pt x="46" y="306"/>
                  <a:pt x="45" y="302"/>
                </a:cubicBezTo>
                <a:close/>
              </a:path>
            </a:pathLst>
          </a:custGeom>
          <a:solidFill>
            <a:srgbClr val="02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9" name="Freeform 94">
            <a:extLst>
              <a:ext uri="{FF2B5EF4-FFF2-40B4-BE49-F238E27FC236}">
                <a16:creationId xmlns:a16="http://schemas.microsoft.com/office/drawing/2014/main" id="{DA565D0E-A3CC-4892-8E90-E46D910FF31B}"/>
              </a:ext>
            </a:extLst>
          </p:cNvPr>
          <p:cNvSpPr>
            <a:spLocks/>
          </p:cNvSpPr>
          <p:nvPr/>
        </p:nvSpPr>
        <p:spPr bwMode="auto">
          <a:xfrm>
            <a:off x="4497332" y="4998737"/>
            <a:ext cx="1941216" cy="1042878"/>
          </a:xfrm>
          <a:custGeom>
            <a:avLst/>
            <a:gdLst>
              <a:gd name="T0" fmla="*/ 315 w 872"/>
              <a:gd name="T1" fmla="*/ 309 h 469"/>
              <a:gd name="T2" fmla="*/ 316 w 872"/>
              <a:gd name="T3" fmla="*/ 310 h 469"/>
              <a:gd name="T4" fmla="*/ 6 w 872"/>
              <a:gd name="T5" fmla="*/ 0 h 469"/>
              <a:gd name="T6" fmla="*/ 0 w 872"/>
              <a:gd name="T7" fmla="*/ 6 h 469"/>
              <a:gd name="T8" fmla="*/ 310 w 872"/>
              <a:gd name="T9" fmla="*/ 316 h 469"/>
              <a:gd name="T10" fmla="*/ 310 w 872"/>
              <a:gd name="T11" fmla="*/ 315 h 469"/>
              <a:gd name="T12" fmla="*/ 869 w 872"/>
              <a:gd name="T13" fmla="*/ 315 h 469"/>
              <a:gd name="T14" fmla="*/ 872 w 872"/>
              <a:gd name="T15" fmla="*/ 312 h 469"/>
              <a:gd name="T16" fmla="*/ 315 w 872"/>
              <a:gd name="T17" fmla="*/ 309 h 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72" h="469">
                <a:moveTo>
                  <a:pt x="315" y="309"/>
                </a:moveTo>
                <a:cubicBezTo>
                  <a:pt x="316" y="310"/>
                  <a:pt x="316" y="310"/>
                  <a:pt x="316" y="310"/>
                </a:cubicBezTo>
                <a:cubicBezTo>
                  <a:pt x="6" y="0"/>
                  <a:pt x="6" y="0"/>
                  <a:pt x="6" y="0"/>
                </a:cubicBezTo>
                <a:cubicBezTo>
                  <a:pt x="0" y="6"/>
                  <a:pt x="0" y="6"/>
                  <a:pt x="0" y="6"/>
                </a:cubicBezTo>
                <a:cubicBezTo>
                  <a:pt x="310" y="316"/>
                  <a:pt x="310" y="316"/>
                  <a:pt x="310" y="316"/>
                </a:cubicBezTo>
                <a:cubicBezTo>
                  <a:pt x="310" y="315"/>
                  <a:pt x="310" y="315"/>
                  <a:pt x="310" y="315"/>
                </a:cubicBezTo>
                <a:cubicBezTo>
                  <a:pt x="464" y="469"/>
                  <a:pt x="714" y="469"/>
                  <a:pt x="869" y="315"/>
                </a:cubicBezTo>
                <a:cubicBezTo>
                  <a:pt x="870" y="314"/>
                  <a:pt x="871" y="313"/>
                  <a:pt x="872" y="312"/>
                </a:cubicBezTo>
                <a:cubicBezTo>
                  <a:pt x="717" y="463"/>
                  <a:pt x="469" y="463"/>
                  <a:pt x="315" y="309"/>
                </a:cubicBezTo>
                <a:close/>
              </a:path>
            </a:pathLst>
          </a:custGeom>
          <a:solidFill>
            <a:srgbClr val="02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0" name="Freeform 95">
            <a:extLst>
              <a:ext uri="{FF2B5EF4-FFF2-40B4-BE49-F238E27FC236}">
                <a16:creationId xmlns:a16="http://schemas.microsoft.com/office/drawing/2014/main" id="{A35B3EDB-3DC4-44F0-9C12-8A2157799512}"/>
              </a:ext>
            </a:extLst>
          </p:cNvPr>
          <p:cNvSpPr>
            <a:spLocks/>
          </p:cNvSpPr>
          <p:nvPr/>
        </p:nvSpPr>
        <p:spPr bwMode="auto">
          <a:xfrm>
            <a:off x="5516425" y="4272383"/>
            <a:ext cx="1148995" cy="1148994"/>
          </a:xfrm>
          <a:custGeom>
            <a:avLst/>
            <a:gdLst>
              <a:gd name="T0" fmla="*/ 424 w 516"/>
              <a:gd name="T1" fmla="*/ 424 h 516"/>
              <a:gd name="T2" fmla="*/ 424 w 516"/>
              <a:gd name="T3" fmla="*/ 92 h 516"/>
              <a:gd name="T4" fmla="*/ 92 w 516"/>
              <a:gd name="T5" fmla="*/ 92 h 516"/>
              <a:gd name="T6" fmla="*/ 92 w 516"/>
              <a:gd name="T7" fmla="*/ 424 h 516"/>
              <a:gd name="T8" fmla="*/ 424 w 516"/>
              <a:gd name="T9" fmla="*/ 424 h 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6" h="516">
                <a:moveTo>
                  <a:pt x="424" y="424"/>
                </a:moveTo>
                <a:cubicBezTo>
                  <a:pt x="516" y="333"/>
                  <a:pt x="516" y="184"/>
                  <a:pt x="424" y="92"/>
                </a:cubicBezTo>
                <a:cubicBezTo>
                  <a:pt x="333" y="0"/>
                  <a:pt x="184" y="0"/>
                  <a:pt x="92" y="92"/>
                </a:cubicBezTo>
                <a:cubicBezTo>
                  <a:pt x="0" y="184"/>
                  <a:pt x="0" y="333"/>
                  <a:pt x="92" y="424"/>
                </a:cubicBezTo>
                <a:cubicBezTo>
                  <a:pt x="184" y="516"/>
                  <a:pt x="333" y="516"/>
                  <a:pt x="424" y="42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1" name="Freeform 102">
            <a:extLst>
              <a:ext uri="{FF2B5EF4-FFF2-40B4-BE49-F238E27FC236}">
                <a16:creationId xmlns:a16="http://schemas.microsoft.com/office/drawing/2014/main" id="{7C2CF9F9-3DF7-4F00-A848-238E1D58B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029" y="2781956"/>
            <a:ext cx="373085" cy="333464"/>
          </a:xfrm>
          <a:custGeom>
            <a:avLst/>
            <a:gdLst>
              <a:gd name="T0" fmla="*/ 80 w 498"/>
              <a:gd name="T1" fmla="*/ 151 h 445"/>
              <a:gd name="T2" fmla="*/ 80 w 498"/>
              <a:gd name="T3" fmla="*/ 151 h 445"/>
              <a:gd name="T4" fmla="*/ 142 w 498"/>
              <a:gd name="T5" fmla="*/ 169 h 445"/>
              <a:gd name="T6" fmla="*/ 151 w 498"/>
              <a:gd name="T7" fmla="*/ 169 h 445"/>
              <a:gd name="T8" fmla="*/ 195 w 498"/>
              <a:gd name="T9" fmla="*/ 134 h 445"/>
              <a:gd name="T10" fmla="*/ 195 w 498"/>
              <a:gd name="T11" fmla="*/ 125 h 445"/>
              <a:gd name="T12" fmla="*/ 178 w 498"/>
              <a:gd name="T13" fmla="*/ 107 h 445"/>
              <a:gd name="T14" fmla="*/ 275 w 498"/>
              <a:gd name="T15" fmla="*/ 10 h 445"/>
              <a:gd name="T16" fmla="*/ 195 w 498"/>
              <a:gd name="T17" fmla="*/ 0 h 445"/>
              <a:gd name="T18" fmla="*/ 107 w 498"/>
              <a:gd name="T19" fmla="*/ 54 h 445"/>
              <a:gd name="T20" fmla="*/ 72 w 498"/>
              <a:gd name="T21" fmla="*/ 81 h 445"/>
              <a:gd name="T22" fmla="*/ 53 w 498"/>
              <a:gd name="T23" fmla="*/ 116 h 445"/>
              <a:gd name="T24" fmla="*/ 18 w 498"/>
              <a:gd name="T25" fmla="*/ 125 h 445"/>
              <a:gd name="T26" fmla="*/ 0 w 498"/>
              <a:gd name="T27" fmla="*/ 143 h 445"/>
              <a:gd name="T28" fmla="*/ 0 w 498"/>
              <a:gd name="T29" fmla="*/ 151 h 445"/>
              <a:gd name="T30" fmla="*/ 36 w 498"/>
              <a:gd name="T31" fmla="*/ 187 h 445"/>
              <a:gd name="T32" fmla="*/ 53 w 498"/>
              <a:gd name="T33" fmla="*/ 196 h 445"/>
              <a:gd name="T34" fmla="*/ 72 w 498"/>
              <a:gd name="T35" fmla="*/ 178 h 445"/>
              <a:gd name="T36" fmla="*/ 80 w 498"/>
              <a:gd name="T37" fmla="*/ 151 h 445"/>
              <a:gd name="T38" fmla="*/ 222 w 498"/>
              <a:gd name="T39" fmla="*/ 160 h 445"/>
              <a:gd name="T40" fmla="*/ 222 w 498"/>
              <a:gd name="T41" fmla="*/ 160 h 445"/>
              <a:gd name="T42" fmla="*/ 213 w 498"/>
              <a:gd name="T43" fmla="*/ 160 h 445"/>
              <a:gd name="T44" fmla="*/ 178 w 498"/>
              <a:gd name="T45" fmla="*/ 187 h 445"/>
              <a:gd name="T46" fmla="*/ 169 w 498"/>
              <a:gd name="T47" fmla="*/ 204 h 445"/>
              <a:gd name="T48" fmla="*/ 381 w 498"/>
              <a:gd name="T49" fmla="*/ 435 h 445"/>
              <a:gd name="T50" fmla="*/ 399 w 498"/>
              <a:gd name="T51" fmla="*/ 435 h 445"/>
              <a:gd name="T52" fmla="*/ 426 w 498"/>
              <a:gd name="T53" fmla="*/ 417 h 445"/>
              <a:gd name="T54" fmla="*/ 426 w 498"/>
              <a:gd name="T55" fmla="*/ 400 h 445"/>
              <a:gd name="T56" fmla="*/ 222 w 498"/>
              <a:gd name="T57" fmla="*/ 160 h 445"/>
              <a:gd name="T58" fmla="*/ 497 w 498"/>
              <a:gd name="T59" fmla="*/ 63 h 445"/>
              <a:gd name="T60" fmla="*/ 497 w 498"/>
              <a:gd name="T61" fmla="*/ 63 h 445"/>
              <a:gd name="T62" fmla="*/ 479 w 498"/>
              <a:gd name="T63" fmla="*/ 54 h 445"/>
              <a:gd name="T64" fmla="*/ 461 w 498"/>
              <a:gd name="T65" fmla="*/ 89 h 445"/>
              <a:gd name="T66" fmla="*/ 408 w 498"/>
              <a:gd name="T67" fmla="*/ 107 h 445"/>
              <a:gd name="T68" fmla="*/ 399 w 498"/>
              <a:gd name="T69" fmla="*/ 63 h 445"/>
              <a:gd name="T70" fmla="*/ 417 w 498"/>
              <a:gd name="T71" fmla="*/ 19 h 445"/>
              <a:gd name="T72" fmla="*/ 408 w 498"/>
              <a:gd name="T73" fmla="*/ 10 h 445"/>
              <a:gd name="T74" fmla="*/ 337 w 498"/>
              <a:gd name="T75" fmla="*/ 72 h 445"/>
              <a:gd name="T76" fmla="*/ 319 w 498"/>
              <a:gd name="T77" fmla="*/ 151 h 445"/>
              <a:gd name="T78" fmla="*/ 284 w 498"/>
              <a:gd name="T79" fmla="*/ 187 h 445"/>
              <a:gd name="T80" fmla="*/ 319 w 498"/>
              <a:gd name="T81" fmla="*/ 231 h 445"/>
              <a:gd name="T82" fmla="*/ 364 w 498"/>
              <a:gd name="T83" fmla="*/ 187 h 445"/>
              <a:gd name="T84" fmla="*/ 408 w 498"/>
              <a:gd name="T85" fmla="*/ 178 h 445"/>
              <a:gd name="T86" fmla="*/ 488 w 498"/>
              <a:gd name="T87" fmla="*/ 143 h 445"/>
              <a:gd name="T88" fmla="*/ 497 w 498"/>
              <a:gd name="T89" fmla="*/ 63 h 445"/>
              <a:gd name="T90" fmla="*/ 72 w 498"/>
              <a:gd name="T91" fmla="*/ 400 h 445"/>
              <a:gd name="T92" fmla="*/ 72 w 498"/>
              <a:gd name="T93" fmla="*/ 400 h 445"/>
              <a:gd name="T94" fmla="*/ 72 w 498"/>
              <a:gd name="T95" fmla="*/ 417 h 445"/>
              <a:gd name="T96" fmla="*/ 89 w 498"/>
              <a:gd name="T97" fmla="*/ 444 h 445"/>
              <a:gd name="T98" fmla="*/ 107 w 498"/>
              <a:gd name="T99" fmla="*/ 435 h 445"/>
              <a:gd name="T100" fmla="*/ 231 w 498"/>
              <a:gd name="T101" fmla="*/ 320 h 445"/>
              <a:gd name="T102" fmla="*/ 195 w 498"/>
              <a:gd name="T103" fmla="*/ 275 h 445"/>
              <a:gd name="T104" fmla="*/ 72 w 498"/>
              <a:gd name="T105" fmla="*/ 400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498" h="445">
                <a:moveTo>
                  <a:pt x="80" y="151"/>
                </a:moveTo>
                <a:lnTo>
                  <a:pt x="80" y="151"/>
                </a:lnTo>
                <a:cubicBezTo>
                  <a:pt x="97" y="134"/>
                  <a:pt x="116" y="143"/>
                  <a:pt x="142" y="169"/>
                </a:cubicBezTo>
                <a:cubicBezTo>
                  <a:pt x="151" y="178"/>
                  <a:pt x="151" y="169"/>
                  <a:pt x="151" y="169"/>
                </a:cubicBezTo>
                <a:cubicBezTo>
                  <a:pt x="160" y="169"/>
                  <a:pt x="186" y="134"/>
                  <a:pt x="195" y="134"/>
                </a:cubicBezTo>
                <a:cubicBezTo>
                  <a:pt x="195" y="134"/>
                  <a:pt x="195" y="134"/>
                  <a:pt x="195" y="125"/>
                </a:cubicBezTo>
                <a:cubicBezTo>
                  <a:pt x="186" y="125"/>
                  <a:pt x="178" y="116"/>
                  <a:pt x="178" y="107"/>
                </a:cubicBezTo>
                <a:cubicBezTo>
                  <a:pt x="133" y="45"/>
                  <a:pt x="301" y="10"/>
                  <a:pt x="275" y="10"/>
                </a:cubicBezTo>
                <a:cubicBezTo>
                  <a:pt x="257" y="0"/>
                  <a:pt x="204" y="0"/>
                  <a:pt x="195" y="0"/>
                </a:cubicBezTo>
                <a:cubicBezTo>
                  <a:pt x="169" y="10"/>
                  <a:pt x="125" y="36"/>
                  <a:pt x="107" y="54"/>
                </a:cubicBezTo>
                <a:cubicBezTo>
                  <a:pt x="80" y="72"/>
                  <a:pt x="72" y="81"/>
                  <a:pt x="72" y="81"/>
                </a:cubicBezTo>
                <a:cubicBezTo>
                  <a:pt x="62" y="89"/>
                  <a:pt x="72" y="107"/>
                  <a:pt x="53" y="116"/>
                </a:cubicBezTo>
                <a:cubicBezTo>
                  <a:pt x="36" y="125"/>
                  <a:pt x="27" y="116"/>
                  <a:pt x="18" y="125"/>
                </a:cubicBezTo>
                <a:cubicBezTo>
                  <a:pt x="18" y="134"/>
                  <a:pt x="9" y="134"/>
                  <a:pt x="0" y="143"/>
                </a:cubicBezTo>
                <a:lnTo>
                  <a:pt x="0" y="151"/>
                </a:lnTo>
                <a:lnTo>
                  <a:pt x="36" y="187"/>
                </a:lnTo>
                <a:cubicBezTo>
                  <a:pt x="36" y="196"/>
                  <a:pt x="44" y="196"/>
                  <a:pt x="53" y="196"/>
                </a:cubicBezTo>
                <a:cubicBezTo>
                  <a:pt x="53" y="187"/>
                  <a:pt x="62" y="178"/>
                  <a:pt x="72" y="178"/>
                </a:cubicBezTo>
                <a:cubicBezTo>
                  <a:pt x="72" y="178"/>
                  <a:pt x="72" y="151"/>
                  <a:pt x="80" y="151"/>
                </a:cubicBezTo>
                <a:close/>
                <a:moveTo>
                  <a:pt x="222" y="160"/>
                </a:moveTo>
                <a:lnTo>
                  <a:pt x="222" y="160"/>
                </a:lnTo>
                <a:cubicBezTo>
                  <a:pt x="213" y="160"/>
                  <a:pt x="213" y="160"/>
                  <a:pt x="213" y="160"/>
                </a:cubicBezTo>
                <a:cubicBezTo>
                  <a:pt x="178" y="187"/>
                  <a:pt x="178" y="187"/>
                  <a:pt x="178" y="187"/>
                </a:cubicBezTo>
                <a:cubicBezTo>
                  <a:pt x="169" y="196"/>
                  <a:pt x="169" y="196"/>
                  <a:pt x="169" y="204"/>
                </a:cubicBezTo>
                <a:cubicBezTo>
                  <a:pt x="381" y="435"/>
                  <a:pt x="381" y="435"/>
                  <a:pt x="381" y="435"/>
                </a:cubicBezTo>
                <a:cubicBezTo>
                  <a:pt x="381" y="444"/>
                  <a:pt x="391" y="444"/>
                  <a:pt x="399" y="435"/>
                </a:cubicBezTo>
                <a:cubicBezTo>
                  <a:pt x="426" y="417"/>
                  <a:pt x="426" y="417"/>
                  <a:pt x="426" y="417"/>
                </a:cubicBezTo>
                <a:cubicBezTo>
                  <a:pt x="426" y="408"/>
                  <a:pt x="426" y="400"/>
                  <a:pt x="426" y="400"/>
                </a:cubicBezTo>
                <a:lnTo>
                  <a:pt x="222" y="160"/>
                </a:lnTo>
                <a:close/>
                <a:moveTo>
                  <a:pt x="497" y="63"/>
                </a:moveTo>
                <a:lnTo>
                  <a:pt x="497" y="63"/>
                </a:lnTo>
                <a:cubicBezTo>
                  <a:pt x="488" y="45"/>
                  <a:pt x="488" y="54"/>
                  <a:pt x="479" y="54"/>
                </a:cubicBezTo>
                <a:cubicBezTo>
                  <a:pt x="479" y="63"/>
                  <a:pt x="461" y="81"/>
                  <a:pt x="461" y="89"/>
                </a:cubicBezTo>
                <a:cubicBezTo>
                  <a:pt x="452" y="107"/>
                  <a:pt x="435" y="125"/>
                  <a:pt x="408" y="107"/>
                </a:cubicBezTo>
                <a:cubicBezTo>
                  <a:pt x="381" y="81"/>
                  <a:pt x="391" y="72"/>
                  <a:pt x="399" y="63"/>
                </a:cubicBezTo>
                <a:cubicBezTo>
                  <a:pt x="399" y="54"/>
                  <a:pt x="417" y="28"/>
                  <a:pt x="417" y="19"/>
                </a:cubicBezTo>
                <a:cubicBezTo>
                  <a:pt x="426" y="19"/>
                  <a:pt x="417" y="10"/>
                  <a:pt x="408" y="10"/>
                </a:cubicBezTo>
                <a:cubicBezTo>
                  <a:pt x="399" y="19"/>
                  <a:pt x="346" y="36"/>
                  <a:pt x="337" y="72"/>
                </a:cubicBezTo>
                <a:cubicBezTo>
                  <a:pt x="328" y="98"/>
                  <a:pt x="346" y="125"/>
                  <a:pt x="319" y="151"/>
                </a:cubicBezTo>
                <a:cubicBezTo>
                  <a:pt x="284" y="187"/>
                  <a:pt x="284" y="187"/>
                  <a:pt x="284" y="187"/>
                </a:cubicBezTo>
                <a:cubicBezTo>
                  <a:pt x="319" y="231"/>
                  <a:pt x="319" y="231"/>
                  <a:pt x="319" y="231"/>
                </a:cubicBezTo>
                <a:cubicBezTo>
                  <a:pt x="364" y="187"/>
                  <a:pt x="364" y="187"/>
                  <a:pt x="364" y="187"/>
                </a:cubicBezTo>
                <a:cubicBezTo>
                  <a:pt x="372" y="178"/>
                  <a:pt x="391" y="169"/>
                  <a:pt x="408" y="178"/>
                </a:cubicBezTo>
                <a:cubicBezTo>
                  <a:pt x="452" y="187"/>
                  <a:pt x="470" y="169"/>
                  <a:pt x="488" y="143"/>
                </a:cubicBezTo>
                <a:cubicBezTo>
                  <a:pt x="497" y="116"/>
                  <a:pt x="497" y="72"/>
                  <a:pt x="497" y="63"/>
                </a:cubicBezTo>
                <a:close/>
                <a:moveTo>
                  <a:pt x="72" y="400"/>
                </a:moveTo>
                <a:lnTo>
                  <a:pt x="72" y="400"/>
                </a:lnTo>
                <a:cubicBezTo>
                  <a:pt x="62" y="408"/>
                  <a:pt x="62" y="417"/>
                  <a:pt x="72" y="417"/>
                </a:cubicBezTo>
                <a:cubicBezTo>
                  <a:pt x="89" y="444"/>
                  <a:pt x="89" y="444"/>
                  <a:pt x="89" y="444"/>
                </a:cubicBezTo>
                <a:cubicBezTo>
                  <a:pt x="97" y="444"/>
                  <a:pt x="107" y="444"/>
                  <a:pt x="107" y="435"/>
                </a:cubicBezTo>
                <a:cubicBezTo>
                  <a:pt x="231" y="320"/>
                  <a:pt x="231" y="320"/>
                  <a:pt x="231" y="320"/>
                </a:cubicBezTo>
                <a:cubicBezTo>
                  <a:pt x="195" y="275"/>
                  <a:pt x="195" y="275"/>
                  <a:pt x="195" y="275"/>
                </a:cubicBezTo>
                <a:lnTo>
                  <a:pt x="72" y="4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2" name="Freeform 75">
            <a:extLst>
              <a:ext uri="{FF2B5EF4-FFF2-40B4-BE49-F238E27FC236}">
                <a16:creationId xmlns:a16="http://schemas.microsoft.com/office/drawing/2014/main" id="{6E5296DD-E7AA-4215-8AA8-E64186E9A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7" y="3744922"/>
            <a:ext cx="362302" cy="291764"/>
          </a:xfrm>
          <a:custGeom>
            <a:avLst/>
            <a:gdLst>
              <a:gd name="T0" fmla="*/ 443 w 497"/>
              <a:gd name="T1" fmla="*/ 0 h 400"/>
              <a:gd name="T2" fmla="*/ 443 w 497"/>
              <a:gd name="T3" fmla="*/ 0 h 400"/>
              <a:gd name="T4" fmla="*/ 53 w 497"/>
              <a:gd name="T5" fmla="*/ 0 h 400"/>
              <a:gd name="T6" fmla="*/ 0 w 497"/>
              <a:gd name="T7" fmla="*/ 44 h 400"/>
              <a:gd name="T8" fmla="*/ 0 w 497"/>
              <a:gd name="T9" fmla="*/ 346 h 400"/>
              <a:gd name="T10" fmla="*/ 53 w 497"/>
              <a:gd name="T11" fmla="*/ 399 h 400"/>
              <a:gd name="T12" fmla="*/ 443 w 497"/>
              <a:gd name="T13" fmla="*/ 399 h 400"/>
              <a:gd name="T14" fmla="*/ 496 w 497"/>
              <a:gd name="T15" fmla="*/ 346 h 400"/>
              <a:gd name="T16" fmla="*/ 496 w 497"/>
              <a:gd name="T17" fmla="*/ 44 h 400"/>
              <a:gd name="T18" fmla="*/ 443 w 497"/>
              <a:gd name="T19" fmla="*/ 0 h 400"/>
              <a:gd name="T20" fmla="*/ 443 w 497"/>
              <a:gd name="T21" fmla="*/ 346 h 400"/>
              <a:gd name="T22" fmla="*/ 443 w 497"/>
              <a:gd name="T23" fmla="*/ 346 h 400"/>
              <a:gd name="T24" fmla="*/ 53 w 497"/>
              <a:gd name="T25" fmla="*/ 346 h 400"/>
              <a:gd name="T26" fmla="*/ 53 w 497"/>
              <a:gd name="T27" fmla="*/ 44 h 400"/>
              <a:gd name="T28" fmla="*/ 443 w 497"/>
              <a:gd name="T29" fmla="*/ 44 h 400"/>
              <a:gd name="T30" fmla="*/ 443 w 497"/>
              <a:gd name="T31" fmla="*/ 346 h 400"/>
              <a:gd name="T32" fmla="*/ 222 w 497"/>
              <a:gd name="T33" fmla="*/ 249 h 400"/>
              <a:gd name="T34" fmla="*/ 222 w 497"/>
              <a:gd name="T35" fmla="*/ 249 h 400"/>
              <a:gd name="T36" fmla="*/ 97 w 497"/>
              <a:gd name="T37" fmla="*/ 249 h 400"/>
              <a:gd name="T38" fmla="*/ 97 w 497"/>
              <a:gd name="T39" fmla="*/ 293 h 400"/>
              <a:gd name="T40" fmla="*/ 222 w 497"/>
              <a:gd name="T41" fmla="*/ 293 h 400"/>
              <a:gd name="T42" fmla="*/ 222 w 497"/>
              <a:gd name="T43" fmla="*/ 249 h 400"/>
              <a:gd name="T44" fmla="*/ 222 w 497"/>
              <a:gd name="T45" fmla="*/ 178 h 400"/>
              <a:gd name="T46" fmla="*/ 222 w 497"/>
              <a:gd name="T47" fmla="*/ 178 h 400"/>
              <a:gd name="T48" fmla="*/ 97 w 497"/>
              <a:gd name="T49" fmla="*/ 178 h 400"/>
              <a:gd name="T50" fmla="*/ 97 w 497"/>
              <a:gd name="T51" fmla="*/ 222 h 400"/>
              <a:gd name="T52" fmla="*/ 222 w 497"/>
              <a:gd name="T53" fmla="*/ 222 h 400"/>
              <a:gd name="T54" fmla="*/ 222 w 497"/>
              <a:gd name="T55" fmla="*/ 178 h 400"/>
              <a:gd name="T56" fmla="*/ 222 w 497"/>
              <a:gd name="T57" fmla="*/ 98 h 400"/>
              <a:gd name="T58" fmla="*/ 222 w 497"/>
              <a:gd name="T59" fmla="*/ 98 h 400"/>
              <a:gd name="T60" fmla="*/ 97 w 497"/>
              <a:gd name="T61" fmla="*/ 98 h 400"/>
              <a:gd name="T62" fmla="*/ 97 w 497"/>
              <a:gd name="T63" fmla="*/ 143 h 400"/>
              <a:gd name="T64" fmla="*/ 222 w 497"/>
              <a:gd name="T65" fmla="*/ 143 h 400"/>
              <a:gd name="T66" fmla="*/ 222 w 497"/>
              <a:gd name="T67" fmla="*/ 98 h 400"/>
              <a:gd name="T68" fmla="*/ 389 w 497"/>
              <a:gd name="T69" fmla="*/ 257 h 400"/>
              <a:gd name="T70" fmla="*/ 389 w 497"/>
              <a:gd name="T71" fmla="*/ 257 h 400"/>
              <a:gd name="T72" fmla="*/ 354 w 497"/>
              <a:gd name="T73" fmla="*/ 231 h 400"/>
              <a:gd name="T74" fmla="*/ 381 w 497"/>
              <a:gd name="T75" fmla="*/ 151 h 400"/>
              <a:gd name="T76" fmla="*/ 336 w 497"/>
              <a:gd name="T77" fmla="*/ 98 h 400"/>
              <a:gd name="T78" fmla="*/ 292 w 497"/>
              <a:gd name="T79" fmla="*/ 151 h 400"/>
              <a:gd name="T80" fmla="*/ 319 w 497"/>
              <a:gd name="T81" fmla="*/ 231 h 400"/>
              <a:gd name="T82" fmla="*/ 275 w 497"/>
              <a:gd name="T83" fmla="*/ 257 h 400"/>
              <a:gd name="T84" fmla="*/ 275 w 497"/>
              <a:gd name="T85" fmla="*/ 293 h 400"/>
              <a:gd name="T86" fmla="*/ 398 w 497"/>
              <a:gd name="T87" fmla="*/ 293 h 400"/>
              <a:gd name="T88" fmla="*/ 389 w 497"/>
              <a:gd name="T89" fmla="*/ 257 h 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97" h="400">
                <a:moveTo>
                  <a:pt x="443" y="0"/>
                </a:moveTo>
                <a:lnTo>
                  <a:pt x="443" y="0"/>
                </a:lnTo>
                <a:cubicBezTo>
                  <a:pt x="53" y="0"/>
                  <a:pt x="53" y="0"/>
                  <a:pt x="53" y="0"/>
                </a:cubicBezTo>
                <a:cubicBezTo>
                  <a:pt x="17" y="0"/>
                  <a:pt x="0" y="18"/>
                  <a:pt x="0" y="44"/>
                </a:cubicBezTo>
                <a:cubicBezTo>
                  <a:pt x="0" y="346"/>
                  <a:pt x="0" y="346"/>
                  <a:pt x="0" y="346"/>
                </a:cubicBezTo>
                <a:cubicBezTo>
                  <a:pt x="0" y="373"/>
                  <a:pt x="17" y="399"/>
                  <a:pt x="53" y="399"/>
                </a:cubicBezTo>
                <a:cubicBezTo>
                  <a:pt x="443" y="399"/>
                  <a:pt x="443" y="399"/>
                  <a:pt x="443" y="399"/>
                </a:cubicBezTo>
                <a:cubicBezTo>
                  <a:pt x="470" y="399"/>
                  <a:pt x="496" y="373"/>
                  <a:pt x="496" y="346"/>
                </a:cubicBezTo>
                <a:cubicBezTo>
                  <a:pt x="496" y="44"/>
                  <a:pt x="496" y="44"/>
                  <a:pt x="496" y="44"/>
                </a:cubicBezTo>
                <a:cubicBezTo>
                  <a:pt x="496" y="18"/>
                  <a:pt x="470" y="0"/>
                  <a:pt x="443" y="0"/>
                </a:cubicBezTo>
                <a:close/>
                <a:moveTo>
                  <a:pt x="443" y="346"/>
                </a:moveTo>
                <a:lnTo>
                  <a:pt x="443" y="346"/>
                </a:lnTo>
                <a:cubicBezTo>
                  <a:pt x="53" y="346"/>
                  <a:pt x="53" y="346"/>
                  <a:pt x="53" y="346"/>
                </a:cubicBezTo>
                <a:cubicBezTo>
                  <a:pt x="53" y="44"/>
                  <a:pt x="53" y="44"/>
                  <a:pt x="53" y="44"/>
                </a:cubicBezTo>
                <a:cubicBezTo>
                  <a:pt x="443" y="44"/>
                  <a:pt x="443" y="44"/>
                  <a:pt x="443" y="44"/>
                </a:cubicBezTo>
                <a:lnTo>
                  <a:pt x="443" y="346"/>
                </a:lnTo>
                <a:close/>
                <a:moveTo>
                  <a:pt x="222" y="249"/>
                </a:moveTo>
                <a:lnTo>
                  <a:pt x="222" y="249"/>
                </a:lnTo>
                <a:cubicBezTo>
                  <a:pt x="97" y="249"/>
                  <a:pt x="97" y="249"/>
                  <a:pt x="97" y="249"/>
                </a:cubicBezTo>
                <a:cubicBezTo>
                  <a:pt x="97" y="293"/>
                  <a:pt x="97" y="293"/>
                  <a:pt x="97" y="293"/>
                </a:cubicBezTo>
                <a:cubicBezTo>
                  <a:pt x="222" y="293"/>
                  <a:pt x="222" y="293"/>
                  <a:pt x="222" y="293"/>
                </a:cubicBezTo>
                <a:lnTo>
                  <a:pt x="222" y="249"/>
                </a:lnTo>
                <a:close/>
                <a:moveTo>
                  <a:pt x="222" y="178"/>
                </a:moveTo>
                <a:lnTo>
                  <a:pt x="222" y="178"/>
                </a:lnTo>
                <a:cubicBezTo>
                  <a:pt x="97" y="178"/>
                  <a:pt x="97" y="178"/>
                  <a:pt x="97" y="178"/>
                </a:cubicBezTo>
                <a:cubicBezTo>
                  <a:pt x="97" y="222"/>
                  <a:pt x="97" y="222"/>
                  <a:pt x="97" y="222"/>
                </a:cubicBezTo>
                <a:cubicBezTo>
                  <a:pt x="222" y="222"/>
                  <a:pt x="222" y="222"/>
                  <a:pt x="222" y="222"/>
                </a:cubicBezTo>
                <a:lnTo>
                  <a:pt x="222" y="178"/>
                </a:lnTo>
                <a:close/>
                <a:moveTo>
                  <a:pt x="222" y="98"/>
                </a:moveTo>
                <a:lnTo>
                  <a:pt x="222" y="98"/>
                </a:lnTo>
                <a:cubicBezTo>
                  <a:pt x="97" y="98"/>
                  <a:pt x="97" y="98"/>
                  <a:pt x="97" y="98"/>
                </a:cubicBezTo>
                <a:cubicBezTo>
                  <a:pt x="97" y="143"/>
                  <a:pt x="97" y="143"/>
                  <a:pt x="97" y="143"/>
                </a:cubicBezTo>
                <a:cubicBezTo>
                  <a:pt x="222" y="143"/>
                  <a:pt x="222" y="143"/>
                  <a:pt x="222" y="143"/>
                </a:cubicBezTo>
                <a:lnTo>
                  <a:pt x="222" y="98"/>
                </a:lnTo>
                <a:close/>
                <a:moveTo>
                  <a:pt x="389" y="257"/>
                </a:moveTo>
                <a:lnTo>
                  <a:pt x="389" y="257"/>
                </a:lnTo>
                <a:cubicBezTo>
                  <a:pt x="389" y="257"/>
                  <a:pt x="354" y="249"/>
                  <a:pt x="354" y="231"/>
                </a:cubicBezTo>
                <a:cubicBezTo>
                  <a:pt x="354" y="204"/>
                  <a:pt x="381" y="196"/>
                  <a:pt x="381" y="151"/>
                </a:cubicBezTo>
                <a:cubicBezTo>
                  <a:pt x="381" y="125"/>
                  <a:pt x="372" y="98"/>
                  <a:pt x="336" y="98"/>
                </a:cubicBezTo>
                <a:cubicBezTo>
                  <a:pt x="301" y="98"/>
                  <a:pt x="292" y="125"/>
                  <a:pt x="292" y="151"/>
                </a:cubicBezTo>
                <a:cubicBezTo>
                  <a:pt x="292" y="196"/>
                  <a:pt x="319" y="204"/>
                  <a:pt x="319" y="231"/>
                </a:cubicBezTo>
                <a:cubicBezTo>
                  <a:pt x="319" y="249"/>
                  <a:pt x="275" y="257"/>
                  <a:pt x="275" y="257"/>
                </a:cubicBezTo>
                <a:lnTo>
                  <a:pt x="275" y="293"/>
                </a:lnTo>
                <a:cubicBezTo>
                  <a:pt x="398" y="293"/>
                  <a:pt x="398" y="293"/>
                  <a:pt x="398" y="293"/>
                </a:cubicBezTo>
                <a:cubicBezTo>
                  <a:pt x="398" y="293"/>
                  <a:pt x="398" y="257"/>
                  <a:pt x="389" y="257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3" name="Freeform 82">
            <a:extLst>
              <a:ext uri="{FF2B5EF4-FFF2-40B4-BE49-F238E27FC236}">
                <a16:creationId xmlns:a16="http://schemas.microsoft.com/office/drawing/2014/main" id="{31FDB94A-2079-4AEA-9984-D20A5DA10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8629" y="4719431"/>
            <a:ext cx="344586" cy="307994"/>
          </a:xfrm>
          <a:custGeom>
            <a:avLst/>
            <a:gdLst>
              <a:gd name="T0" fmla="*/ 443 w 497"/>
              <a:gd name="T1" fmla="*/ 0 h 444"/>
              <a:gd name="T2" fmla="*/ 443 w 497"/>
              <a:gd name="T3" fmla="*/ 0 h 444"/>
              <a:gd name="T4" fmla="*/ 53 w 497"/>
              <a:gd name="T5" fmla="*/ 0 h 444"/>
              <a:gd name="T6" fmla="*/ 0 w 497"/>
              <a:gd name="T7" fmla="*/ 53 h 444"/>
              <a:gd name="T8" fmla="*/ 0 w 497"/>
              <a:gd name="T9" fmla="*/ 345 h 444"/>
              <a:gd name="T10" fmla="*/ 53 w 497"/>
              <a:gd name="T11" fmla="*/ 399 h 444"/>
              <a:gd name="T12" fmla="*/ 151 w 497"/>
              <a:gd name="T13" fmla="*/ 399 h 444"/>
              <a:gd name="T14" fmla="*/ 151 w 497"/>
              <a:gd name="T15" fmla="*/ 345 h 444"/>
              <a:gd name="T16" fmla="*/ 44 w 497"/>
              <a:gd name="T17" fmla="*/ 345 h 444"/>
              <a:gd name="T18" fmla="*/ 44 w 497"/>
              <a:gd name="T19" fmla="*/ 124 h 444"/>
              <a:gd name="T20" fmla="*/ 443 w 497"/>
              <a:gd name="T21" fmla="*/ 124 h 444"/>
              <a:gd name="T22" fmla="*/ 443 w 497"/>
              <a:gd name="T23" fmla="*/ 345 h 444"/>
              <a:gd name="T24" fmla="*/ 345 w 497"/>
              <a:gd name="T25" fmla="*/ 345 h 444"/>
              <a:gd name="T26" fmla="*/ 345 w 497"/>
              <a:gd name="T27" fmla="*/ 399 h 444"/>
              <a:gd name="T28" fmla="*/ 443 w 497"/>
              <a:gd name="T29" fmla="*/ 399 h 444"/>
              <a:gd name="T30" fmla="*/ 496 w 497"/>
              <a:gd name="T31" fmla="*/ 345 h 444"/>
              <a:gd name="T32" fmla="*/ 496 w 497"/>
              <a:gd name="T33" fmla="*/ 53 h 444"/>
              <a:gd name="T34" fmla="*/ 443 w 497"/>
              <a:gd name="T35" fmla="*/ 0 h 444"/>
              <a:gd name="T36" fmla="*/ 62 w 497"/>
              <a:gd name="T37" fmla="*/ 80 h 444"/>
              <a:gd name="T38" fmla="*/ 62 w 497"/>
              <a:gd name="T39" fmla="*/ 80 h 444"/>
              <a:gd name="T40" fmla="*/ 44 w 497"/>
              <a:gd name="T41" fmla="*/ 62 h 444"/>
              <a:gd name="T42" fmla="*/ 62 w 497"/>
              <a:gd name="T43" fmla="*/ 45 h 444"/>
              <a:gd name="T44" fmla="*/ 79 w 497"/>
              <a:gd name="T45" fmla="*/ 62 h 444"/>
              <a:gd name="T46" fmla="*/ 62 w 497"/>
              <a:gd name="T47" fmla="*/ 80 h 444"/>
              <a:gd name="T48" fmla="*/ 116 w 497"/>
              <a:gd name="T49" fmla="*/ 80 h 444"/>
              <a:gd name="T50" fmla="*/ 116 w 497"/>
              <a:gd name="T51" fmla="*/ 80 h 444"/>
              <a:gd name="T52" fmla="*/ 97 w 497"/>
              <a:gd name="T53" fmla="*/ 62 h 444"/>
              <a:gd name="T54" fmla="*/ 116 w 497"/>
              <a:gd name="T55" fmla="*/ 45 h 444"/>
              <a:gd name="T56" fmla="*/ 132 w 497"/>
              <a:gd name="T57" fmla="*/ 62 h 444"/>
              <a:gd name="T58" fmla="*/ 116 w 497"/>
              <a:gd name="T59" fmla="*/ 80 h 444"/>
              <a:gd name="T60" fmla="*/ 443 w 497"/>
              <a:gd name="T61" fmla="*/ 80 h 444"/>
              <a:gd name="T62" fmla="*/ 443 w 497"/>
              <a:gd name="T63" fmla="*/ 80 h 444"/>
              <a:gd name="T64" fmla="*/ 151 w 497"/>
              <a:gd name="T65" fmla="*/ 80 h 444"/>
              <a:gd name="T66" fmla="*/ 151 w 497"/>
              <a:gd name="T67" fmla="*/ 53 h 444"/>
              <a:gd name="T68" fmla="*/ 443 w 497"/>
              <a:gd name="T69" fmla="*/ 53 h 444"/>
              <a:gd name="T70" fmla="*/ 443 w 497"/>
              <a:gd name="T71" fmla="*/ 80 h 444"/>
              <a:gd name="T72" fmla="*/ 248 w 497"/>
              <a:gd name="T73" fmla="*/ 177 h 444"/>
              <a:gd name="T74" fmla="*/ 248 w 497"/>
              <a:gd name="T75" fmla="*/ 177 h 444"/>
              <a:gd name="T76" fmla="*/ 124 w 497"/>
              <a:gd name="T77" fmla="*/ 301 h 444"/>
              <a:gd name="T78" fmla="*/ 204 w 497"/>
              <a:gd name="T79" fmla="*/ 301 h 444"/>
              <a:gd name="T80" fmla="*/ 204 w 497"/>
              <a:gd name="T81" fmla="*/ 443 h 444"/>
              <a:gd name="T82" fmla="*/ 292 w 497"/>
              <a:gd name="T83" fmla="*/ 443 h 444"/>
              <a:gd name="T84" fmla="*/ 292 w 497"/>
              <a:gd name="T85" fmla="*/ 301 h 444"/>
              <a:gd name="T86" fmla="*/ 363 w 497"/>
              <a:gd name="T87" fmla="*/ 301 h 444"/>
              <a:gd name="T88" fmla="*/ 248 w 497"/>
              <a:gd name="T89" fmla="*/ 177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97" h="444">
                <a:moveTo>
                  <a:pt x="443" y="0"/>
                </a:moveTo>
                <a:lnTo>
                  <a:pt x="443" y="0"/>
                </a:lnTo>
                <a:cubicBezTo>
                  <a:pt x="53" y="0"/>
                  <a:pt x="53" y="0"/>
                  <a:pt x="53" y="0"/>
                </a:cubicBezTo>
                <a:cubicBezTo>
                  <a:pt x="17" y="0"/>
                  <a:pt x="0" y="26"/>
                  <a:pt x="0" y="53"/>
                </a:cubicBezTo>
                <a:cubicBezTo>
                  <a:pt x="0" y="345"/>
                  <a:pt x="0" y="345"/>
                  <a:pt x="0" y="345"/>
                </a:cubicBezTo>
                <a:cubicBezTo>
                  <a:pt x="0" y="373"/>
                  <a:pt x="17" y="399"/>
                  <a:pt x="53" y="399"/>
                </a:cubicBezTo>
                <a:cubicBezTo>
                  <a:pt x="151" y="399"/>
                  <a:pt x="151" y="399"/>
                  <a:pt x="151" y="399"/>
                </a:cubicBezTo>
                <a:cubicBezTo>
                  <a:pt x="151" y="345"/>
                  <a:pt x="151" y="345"/>
                  <a:pt x="151" y="345"/>
                </a:cubicBezTo>
                <a:cubicBezTo>
                  <a:pt x="44" y="345"/>
                  <a:pt x="44" y="345"/>
                  <a:pt x="44" y="345"/>
                </a:cubicBezTo>
                <a:cubicBezTo>
                  <a:pt x="44" y="124"/>
                  <a:pt x="44" y="124"/>
                  <a:pt x="44" y="124"/>
                </a:cubicBezTo>
                <a:cubicBezTo>
                  <a:pt x="443" y="124"/>
                  <a:pt x="443" y="124"/>
                  <a:pt x="443" y="124"/>
                </a:cubicBezTo>
                <a:cubicBezTo>
                  <a:pt x="443" y="345"/>
                  <a:pt x="443" y="345"/>
                  <a:pt x="443" y="345"/>
                </a:cubicBezTo>
                <a:cubicBezTo>
                  <a:pt x="345" y="345"/>
                  <a:pt x="345" y="345"/>
                  <a:pt x="345" y="345"/>
                </a:cubicBezTo>
                <a:cubicBezTo>
                  <a:pt x="345" y="399"/>
                  <a:pt x="345" y="399"/>
                  <a:pt x="345" y="399"/>
                </a:cubicBezTo>
                <a:cubicBezTo>
                  <a:pt x="443" y="399"/>
                  <a:pt x="443" y="399"/>
                  <a:pt x="443" y="399"/>
                </a:cubicBezTo>
                <a:cubicBezTo>
                  <a:pt x="470" y="399"/>
                  <a:pt x="496" y="373"/>
                  <a:pt x="496" y="345"/>
                </a:cubicBezTo>
                <a:cubicBezTo>
                  <a:pt x="496" y="53"/>
                  <a:pt x="496" y="53"/>
                  <a:pt x="496" y="53"/>
                </a:cubicBezTo>
                <a:cubicBezTo>
                  <a:pt x="496" y="26"/>
                  <a:pt x="470" y="0"/>
                  <a:pt x="443" y="0"/>
                </a:cubicBezTo>
                <a:close/>
                <a:moveTo>
                  <a:pt x="62" y="80"/>
                </a:moveTo>
                <a:lnTo>
                  <a:pt x="62" y="80"/>
                </a:lnTo>
                <a:cubicBezTo>
                  <a:pt x="53" y="80"/>
                  <a:pt x="44" y="71"/>
                  <a:pt x="44" y="62"/>
                </a:cubicBezTo>
                <a:cubicBezTo>
                  <a:pt x="44" y="53"/>
                  <a:pt x="53" y="45"/>
                  <a:pt x="62" y="45"/>
                </a:cubicBezTo>
                <a:cubicBezTo>
                  <a:pt x="71" y="45"/>
                  <a:pt x="79" y="53"/>
                  <a:pt x="79" y="62"/>
                </a:cubicBezTo>
                <a:cubicBezTo>
                  <a:pt x="79" y="71"/>
                  <a:pt x="71" y="80"/>
                  <a:pt x="62" y="80"/>
                </a:cubicBezTo>
                <a:close/>
                <a:moveTo>
                  <a:pt x="116" y="80"/>
                </a:moveTo>
                <a:lnTo>
                  <a:pt x="116" y="80"/>
                </a:lnTo>
                <a:cubicBezTo>
                  <a:pt x="107" y="80"/>
                  <a:pt x="97" y="71"/>
                  <a:pt x="97" y="62"/>
                </a:cubicBezTo>
                <a:cubicBezTo>
                  <a:pt x="97" y="53"/>
                  <a:pt x="107" y="45"/>
                  <a:pt x="116" y="45"/>
                </a:cubicBezTo>
                <a:cubicBezTo>
                  <a:pt x="124" y="45"/>
                  <a:pt x="132" y="53"/>
                  <a:pt x="132" y="62"/>
                </a:cubicBezTo>
                <a:cubicBezTo>
                  <a:pt x="132" y="71"/>
                  <a:pt x="124" y="80"/>
                  <a:pt x="116" y="80"/>
                </a:cubicBezTo>
                <a:close/>
                <a:moveTo>
                  <a:pt x="443" y="80"/>
                </a:moveTo>
                <a:lnTo>
                  <a:pt x="443" y="80"/>
                </a:lnTo>
                <a:cubicBezTo>
                  <a:pt x="151" y="80"/>
                  <a:pt x="151" y="80"/>
                  <a:pt x="151" y="80"/>
                </a:cubicBezTo>
                <a:cubicBezTo>
                  <a:pt x="151" y="53"/>
                  <a:pt x="151" y="53"/>
                  <a:pt x="151" y="53"/>
                </a:cubicBezTo>
                <a:cubicBezTo>
                  <a:pt x="443" y="53"/>
                  <a:pt x="443" y="53"/>
                  <a:pt x="443" y="53"/>
                </a:cubicBezTo>
                <a:lnTo>
                  <a:pt x="443" y="80"/>
                </a:lnTo>
                <a:close/>
                <a:moveTo>
                  <a:pt x="248" y="177"/>
                </a:moveTo>
                <a:lnTo>
                  <a:pt x="248" y="177"/>
                </a:lnTo>
                <a:cubicBezTo>
                  <a:pt x="124" y="301"/>
                  <a:pt x="124" y="301"/>
                  <a:pt x="124" y="301"/>
                </a:cubicBezTo>
                <a:cubicBezTo>
                  <a:pt x="204" y="301"/>
                  <a:pt x="204" y="301"/>
                  <a:pt x="204" y="301"/>
                </a:cubicBezTo>
                <a:cubicBezTo>
                  <a:pt x="204" y="443"/>
                  <a:pt x="204" y="443"/>
                  <a:pt x="204" y="443"/>
                </a:cubicBezTo>
                <a:cubicBezTo>
                  <a:pt x="292" y="443"/>
                  <a:pt x="292" y="443"/>
                  <a:pt x="292" y="443"/>
                </a:cubicBezTo>
                <a:cubicBezTo>
                  <a:pt x="292" y="301"/>
                  <a:pt x="292" y="301"/>
                  <a:pt x="292" y="301"/>
                </a:cubicBezTo>
                <a:cubicBezTo>
                  <a:pt x="363" y="301"/>
                  <a:pt x="363" y="301"/>
                  <a:pt x="363" y="301"/>
                </a:cubicBezTo>
                <a:lnTo>
                  <a:pt x="248" y="177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4" name="Freeform 69">
            <a:extLst>
              <a:ext uri="{FF2B5EF4-FFF2-40B4-BE49-F238E27FC236}">
                <a16:creationId xmlns:a16="http://schemas.microsoft.com/office/drawing/2014/main" id="{FD411BB8-B536-4A2B-BF3F-D4D40CDEF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982" y="3747879"/>
            <a:ext cx="346790" cy="308611"/>
          </a:xfrm>
          <a:custGeom>
            <a:avLst/>
            <a:gdLst>
              <a:gd name="T0" fmla="*/ 26 w 479"/>
              <a:gd name="T1" fmla="*/ 123 h 426"/>
              <a:gd name="T2" fmla="*/ 26 w 479"/>
              <a:gd name="T3" fmla="*/ 123 h 426"/>
              <a:gd name="T4" fmla="*/ 451 w 479"/>
              <a:gd name="T5" fmla="*/ 123 h 426"/>
              <a:gd name="T6" fmla="*/ 451 w 479"/>
              <a:gd name="T7" fmla="*/ 106 h 426"/>
              <a:gd name="T8" fmla="*/ 354 w 479"/>
              <a:gd name="T9" fmla="*/ 79 h 426"/>
              <a:gd name="T10" fmla="*/ 336 w 479"/>
              <a:gd name="T11" fmla="*/ 79 h 426"/>
              <a:gd name="T12" fmla="*/ 336 w 479"/>
              <a:gd name="T13" fmla="*/ 0 h 426"/>
              <a:gd name="T14" fmla="*/ 141 w 479"/>
              <a:gd name="T15" fmla="*/ 0 h 426"/>
              <a:gd name="T16" fmla="*/ 141 w 479"/>
              <a:gd name="T17" fmla="*/ 79 h 426"/>
              <a:gd name="T18" fmla="*/ 124 w 479"/>
              <a:gd name="T19" fmla="*/ 79 h 426"/>
              <a:gd name="T20" fmla="*/ 26 w 479"/>
              <a:gd name="T21" fmla="*/ 106 h 426"/>
              <a:gd name="T22" fmla="*/ 26 w 479"/>
              <a:gd name="T23" fmla="*/ 123 h 426"/>
              <a:gd name="T24" fmla="*/ 451 w 479"/>
              <a:gd name="T25" fmla="*/ 159 h 426"/>
              <a:gd name="T26" fmla="*/ 451 w 479"/>
              <a:gd name="T27" fmla="*/ 159 h 426"/>
              <a:gd name="T28" fmla="*/ 26 w 479"/>
              <a:gd name="T29" fmla="*/ 159 h 426"/>
              <a:gd name="T30" fmla="*/ 0 w 479"/>
              <a:gd name="T31" fmla="*/ 185 h 426"/>
              <a:gd name="T32" fmla="*/ 0 w 479"/>
              <a:gd name="T33" fmla="*/ 274 h 426"/>
              <a:gd name="T34" fmla="*/ 26 w 479"/>
              <a:gd name="T35" fmla="*/ 300 h 426"/>
              <a:gd name="T36" fmla="*/ 71 w 479"/>
              <a:gd name="T37" fmla="*/ 300 h 426"/>
              <a:gd name="T38" fmla="*/ 53 w 479"/>
              <a:gd name="T39" fmla="*/ 425 h 426"/>
              <a:gd name="T40" fmla="*/ 425 w 479"/>
              <a:gd name="T41" fmla="*/ 425 h 426"/>
              <a:gd name="T42" fmla="*/ 407 w 479"/>
              <a:gd name="T43" fmla="*/ 300 h 426"/>
              <a:gd name="T44" fmla="*/ 451 w 479"/>
              <a:gd name="T45" fmla="*/ 300 h 426"/>
              <a:gd name="T46" fmla="*/ 478 w 479"/>
              <a:gd name="T47" fmla="*/ 274 h 426"/>
              <a:gd name="T48" fmla="*/ 478 w 479"/>
              <a:gd name="T49" fmla="*/ 185 h 426"/>
              <a:gd name="T50" fmla="*/ 451 w 479"/>
              <a:gd name="T51" fmla="*/ 159 h 426"/>
              <a:gd name="T52" fmla="*/ 97 w 479"/>
              <a:gd name="T53" fmla="*/ 372 h 426"/>
              <a:gd name="T54" fmla="*/ 97 w 479"/>
              <a:gd name="T55" fmla="*/ 372 h 426"/>
              <a:gd name="T56" fmla="*/ 132 w 479"/>
              <a:gd name="T57" fmla="*/ 212 h 426"/>
              <a:gd name="T58" fmla="*/ 345 w 479"/>
              <a:gd name="T59" fmla="*/ 212 h 426"/>
              <a:gd name="T60" fmla="*/ 381 w 479"/>
              <a:gd name="T61" fmla="*/ 372 h 426"/>
              <a:gd name="T62" fmla="*/ 97 w 479"/>
              <a:gd name="T63" fmla="*/ 372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79" h="426">
                <a:moveTo>
                  <a:pt x="26" y="123"/>
                </a:moveTo>
                <a:lnTo>
                  <a:pt x="26" y="123"/>
                </a:lnTo>
                <a:cubicBezTo>
                  <a:pt x="451" y="123"/>
                  <a:pt x="451" y="123"/>
                  <a:pt x="451" y="123"/>
                </a:cubicBezTo>
                <a:cubicBezTo>
                  <a:pt x="460" y="123"/>
                  <a:pt x="460" y="115"/>
                  <a:pt x="451" y="106"/>
                </a:cubicBezTo>
                <a:cubicBezTo>
                  <a:pt x="451" y="106"/>
                  <a:pt x="372" y="79"/>
                  <a:pt x="354" y="79"/>
                </a:cubicBezTo>
                <a:cubicBezTo>
                  <a:pt x="336" y="79"/>
                  <a:pt x="336" y="79"/>
                  <a:pt x="336" y="79"/>
                </a:cubicBezTo>
                <a:cubicBezTo>
                  <a:pt x="336" y="0"/>
                  <a:pt x="336" y="0"/>
                  <a:pt x="336" y="0"/>
                </a:cubicBezTo>
                <a:cubicBezTo>
                  <a:pt x="141" y="0"/>
                  <a:pt x="141" y="0"/>
                  <a:pt x="141" y="0"/>
                </a:cubicBezTo>
                <a:cubicBezTo>
                  <a:pt x="141" y="79"/>
                  <a:pt x="141" y="79"/>
                  <a:pt x="141" y="79"/>
                </a:cubicBezTo>
                <a:cubicBezTo>
                  <a:pt x="124" y="79"/>
                  <a:pt x="124" y="79"/>
                  <a:pt x="124" y="79"/>
                </a:cubicBezTo>
                <a:cubicBezTo>
                  <a:pt x="106" y="79"/>
                  <a:pt x="26" y="106"/>
                  <a:pt x="26" y="106"/>
                </a:cubicBezTo>
                <a:cubicBezTo>
                  <a:pt x="17" y="115"/>
                  <a:pt x="17" y="123"/>
                  <a:pt x="26" y="123"/>
                </a:cubicBezTo>
                <a:close/>
                <a:moveTo>
                  <a:pt x="451" y="159"/>
                </a:moveTo>
                <a:lnTo>
                  <a:pt x="451" y="159"/>
                </a:lnTo>
                <a:cubicBezTo>
                  <a:pt x="26" y="159"/>
                  <a:pt x="26" y="159"/>
                  <a:pt x="26" y="159"/>
                </a:cubicBezTo>
                <a:cubicBezTo>
                  <a:pt x="8" y="159"/>
                  <a:pt x="0" y="168"/>
                  <a:pt x="0" y="185"/>
                </a:cubicBezTo>
                <a:cubicBezTo>
                  <a:pt x="0" y="274"/>
                  <a:pt x="0" y="274"/>
                  <a:pt x="0" y="274"/>
                </a:cubicBezTo>
                <a:cubicBezTo>
                  <a:pt x="0" y="283"/>
                  <a:pt x="8" y="300"/>
                  <a:pt x="26" y="300"/>
                </a:cubicBezTo>
                <a:cubicBezTo>
                  <a:pt x="71" y="300"/>
                  <a:pt x="71" y="300"/>
                  <a:pt x="71" y="300"/>
                </a:cubicBezTo>
                <a:cubicBezTo>
                  <a:pt x="53" y="425"/>
                  <a:pt x="53" y="425"/>
                  <a:pt x="53" y="425"/>
                </a:cubicBezTo>
                <a:cubicBezTo>
                  <a:pt x="425" y="425"/>
                  <a:pt x="425" y="425"/>
                  <a:pt x="425" y="425"/>
                </a:cubicBezTo>
                <a:cubicBezTo>
                  <a:pt x="407" y="300"/>
                  <a:pt x="407" y="300"/>
                  <a:pt x="407" y="300"/>
                </a:cubicBezTo>
                <a:cubicBezTo>
                  <a:pt x="451" y="300"/>
                  <a:pt x="451" y="300"/>
                  <a:pt x="451" y="300"/>
                </a:cubicBezTo>
                <a:cubicBezTo>
                  <a:pt x="469" y="300"/>
                  <a:pt x="478" y="283"/>
                  <a:pt x="478" y="274"/>
                </a:cubicBezTo>
                <a:cubicBezTo>
                  <a:pt x="478" y="185"/>
                  <a:pt x="478" y="185"/>
                  <a:pt x="478" y="185"/>
                </a:cubicBezTo>
                <a:cubicBezTo>
                  <a:pt x="478" y="168"/>
                  <a:pt x="469" y="159"/>
                  <a:pt x="451" y="159"/>
                </a:cubicBezTo>
                <a:close/>
                <a:moveTo>
                  <a:pt x="97" y="372"/>
                </a:moveTo>
                <a:lnTo>
                  <a:pt x="97" y="372"/>
                </a:lnTo>
                <a:cubicBezTo>
                  <a:pt x="132" y="212"/>
                  <a:pt x="132" y="212"/>
                  <a:pt x="132" y="212"/>
                </a:cubicBezTo>
                <a:cubicBezTo>
                  <a:pt x="345" y="212"/>
                  <a:pt x="345" y="212"/>
                  <a:pt x="345" y="212"/>
                </a:cubicBezTo>
                <a:cubicBezTo>
                  <a:pt x="381" y="372"/>
                  <a:pt x="381" y="372"/>
                  <a:pt x="381" y="372"/>
                </a:cubicBezTo>
                <a:lnTo>
                  <a:pt x="97" y="37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A5693FB-48EA-4FC6-AEAB-81D1A08F9806}"/>
              </a:ext>
            </a:extLst>
          </p:cNvPr>
          <p:cNvSpPr txBox="1"/>
          <p:nvPr/>
        </p:nvSpPr>
        <p:spPr>
          <a:xfrm rot="2683359">
            <a:off x="6238673" y="2371237"/>
            <a:ext cx="1508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Text Here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B600836-3D8C-45D6-8252-C043CFAC30BA}"/>
              </a:ext>
            </a:extLst>
          </p:cNvPr>
          <p:cNvSpPr txBox="1"/>
          <p:nvPr/>
        </p:nvSpPr>
        <p:spPr>
          <a:xfrm rot="18887800">
            <a:off x="6737115" y="4625770"/>
            <a:ext cx="1508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Text Here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D076AD5-D684-4547-92A2-E7D91353BBF5}"/>
              </a:ext>
            </a:extLst>
          </p:cNvPr>
          <p:cNvSpPr txBox="1"/>
          <p:nvPr/>
        </p:nvSpPr>
        <p:spPr>
          <a:xfrm rot="18822754" flipH="1">
            <a:off x="3872245" y="2953411"/>
            <a:ext cx="1508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Text Here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7DE5778-A903-4E0F-A892-5BEE05AC9F5B}"/>
              </a:ext>
            </a:extLst>
          </p:cNvPr>
          <p:cNvSpPr txBox="1"/>
          <p:nvPr/>
        </p:nvSpPr>
        <p:spPr>
          <a:xfrm rot="2687822">
            <a:off x="4495378" y="5202751"/>
            <a:ext cx="1508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Text Here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80DB47B-2780-442F-9C60-013DF2C94B2B}"/>
              </a:ext>
            </a:extLst>
          </p:cNvPr>
          <p:cNvSpPr txBox="1"/>
          <p:nvPr/>
        </p:nvSpPr>
        <p:spPr>
          <a:xfrm>
            <a:off x="7243320" y="1580361"/>
            <a:ext cx="30674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Lorem ipsum dolor sit amet, consectetur adipiscing elit. Sed dignissim hendrerit velit in accumsan.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5A4A2BF-99C0-414A-B949-EADF55C4A8FE}"/>
              </a:ext>
            </a:extLst>
          </p:cNvPr>
          <p:cNvSpPr txBox="1"/>
          <p:nvPr/>
        </p:nvSpPr>
        <p:spPr>
          <a:xfrm>
            <a:off x="7984199" y="5146476"/>
            <a:ext cx="30674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Lorem ipsum dolor sit amet, consectetur adipiscing elit. Sed dignissim hendrerit velit in accumsan.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366424D-7A0D-4AB5-9CFA-D02065D89A0A}"/>
              </a:ext>
            </a:extLst>
          </p:cNvPr>
          <p:cNvSpPr txBox="1"/>
          <p:nvPr/>
        </p:nvSpPr>
        <p:spPr>
          <a:xfrm>
            <a:off x="1231074" y="2431568"/>
            <a:ext cx="30674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Lorem ipsum 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dolor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 sit 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amet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consectetur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adipiscing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elit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. 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Sed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dignissim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hendrerit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velit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 in </a:t>
            </a:r>
            <a:r>
              <a:rPr kumimoji="0" lang="en-IN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accumsan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E1940C8-ADB9-4701-BBD9-2C995948596E}"/>
              </a:ext>
            </a:extLst>
          </p:cNvPr>
          <p:cNvSpPr txBox="1"/>
          <p:nvPr/>
        </p:nvSpPr>
        <p:spPr>
          <a:xfrm>
            <a:off x="1231074" y="2144622"/>
            <a:ext cx="2559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C766FF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Your Text Here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FECE21B-17B2-460A-98A9-240AA352B6F3}"/>
              </a:ext>
            </a:extLst>
          </p:cNvPr>
          <p:cNvSpPr txBox="1"/>
          <p:nvPr/>
        </p:nvSpPr>
        <p:spPr>
          <a:xfrm>
            <a:off x="7243320" y="1304014"/>
            <a:ext cx="2559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Your Text Here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33D1E8B-13E9-4961-8478-05F67A3624A5}"/>
              </a:ext>
            </a:extLst>
          </p:cNvPr>
          <p:cNvSpPr txBox="1"/>
          <p:nvPr/>
        </p:nvSpPr>
        <p:spPr>
          <a:xfrm>
            <a:off x="7984198" y="4846787"/>
            <a:ext cx="2559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Your Text Here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6FD17DF-B464-43C5-8157-93073E5355C9}"/>
              </a:ext>
            </a:extLst>
          </p:cNvPr>
          <p:cNvSpPr txBox="1"/>
          <p:nvPr/>
        </p:nvSpPr>
        <p:spPr>
          <a:xfrm>
            <a:off x="2063991" y="5733761"/>
            <a:ext cx="30674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Lorem ipsum dolor sit amet, consectetur adipiscing elit. Sed dignissim hendrerit velit in accumsan. 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9A9FD7C-A04D-4BD5-8809-8A846B52A784}"/>
              </a:ext>
            </a:extLst>
          </p:cNvPr>
          <p:cNvSpPr txBox="1"/>
          <p:nvPr/>
        </p:nvSpPr>
        <p:spPr>
          <a:xfrm>
            <a:off x="2063991" y="5446815"/>
            <a:ext cx="2559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Your Text Here</a:t>
            </a:r>
          </a:p>
        </p:txBody>
      </p:sp>
    </p:spTree>
    <p:extLst>
      <p:ext uri="{BB962C8B-B14F-4D97-AF65-F5344CB8AC3E}">
        <p14:creationId xmlns:p14="http://schemas.microsoft.com/office/powerpoint/2010/main" val="1811400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BDDD9-EEF4-792F-0D8E-14EFAE941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990600"/>
          </a:xfrm>
        </p:spPr>
        <p:txBody>
          <a:bodyPr/>
          <a:lstStyle/>
          <a:p>
            <a:r>
              <a:rPr lang="de-CH"/>
              <a:t>Framework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3BE35-4F87-4808-CD6C-24F94043A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806831-282E-B352-3A1E-3D2C9A2D2EB9}"/>
              </a:ext>
            </a:extLst>
          </p:cNvPr>
          <p:cNvGrpSpPr/>
          <p:nvPr/>
        </p:nvGrpSpPr>
        <p:grpSpPr>
          <a:xfrm>
            <a:off x="381000" y="1371600"/>
            <a:ext cx="11410470" cy="4780457"/>
            <a:chOff x="492963" y="1525525"/>
            <a:chExt cx="11410470" cy="478045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7A91546-9335-A27C-6C4D-5253B7CCF78A}"/>
                </a:ext>
              </a:extLst>
            </p:cNvPr>
            <p:cNvSpPr/>
            <p:nvPr/>
          </p:nvSpPr>
          <p:spPr>
            <a:xfrm>
              <a:off x="492963" y="1664125"/>
              <a:ext cx="4094277" cy="464185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1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1C81BE-B9C2-975C-1DEC-B8B000A2742B}"/>
                </a:ext>
              </a:extLst>
            </p:cNvPr>
            <p:cNvSpPr txBox="1"/>
            <p:nvPr/>
          </p:nvSpPr>
          <p:spPr>
            <a:xfrm>
              <a:off x="714591" y="1525525"/>
              <a:ext cx="3717849" cy="23334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A100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Headline…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74F0889-FBB3-601E-263B-C5BA52840E53}"/>
                </a:ext>
              </a:extLst>
            </p:cNvPr>
            <p:cNvGrpSpPr/>
            <p:nvPr/>
          </p:nvGrpSpPr>
          <p:grpSpPr>
            <a:xfrm>
              <a:off x="751179" y="2226024"/>
              <a:ext cx="3603545" cy="3508196"/>
              <a:chOff x="2444064" y="2345747"/>
              <a:chExt cx="3079052" cy="2940091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3A0B33C6-B3C6-A3F1-320B-17520B37818C}"/>
                  </a:ext>
                </a:extLst>
              </p:cNvPr>
              <p:cNvGrpSpPr/>
              <p:nvPr/>
            </p:nvGrpSpPr>
            <p:grpSpPr>
              <a:xfrm>
                <a:off x="2444064" y="2345747"/>
                <a:ext cx="3079052" cy="2940091"/>
                <a:chOff x="3764353" y="1414607"/>
                <a:chExt cx="4660120" cy="4615927"/>
              </a:xfrm>
            </p:grpSpPr>
            <p:sp>
              <p:nvSpPr>
                <p:cNvPr id="108" name="Freeform 11">
                  <a:extLst>
                    <a:ext uri="{FF2B5EF4-FFF2-40B4-BE49-F238E27FC236}">
                      <a16:creationId xmlns:a16="http://schemas.microsoft.com/office/drawing/2014/main" id="{462B8AE8-8CE5-C6E9-F468-10FC68E340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46623" y="1427544"/>
                  <a:ext cx="3966407" cy="2496007"/>
                </a:xfrm>
                <a:custGeom>
                  <a:avLst/>
                  <a:gdLst>
                    <a:gd name="T0" fmla="*/ 1662 w 2916"/>
                    <a:gd name="T1" fmla="*/ 3 h 1835"/>
                    <a:gd name="T2" fmla="*/ 1737 w 2916"/>
                    <a:gd name="T3" fmla="*/ 16 h 1835"/>
                    <a:gd name="T4" fmla="*/ 1802 w 2916"/>
                    <a:gd name="T5" fmla="*/ 36 h 1835"/>
                    <a:gd name="T6" fmla="*/ 1855 w 2916"/>
                    <a:gd name="T7" fmla="*/ 60 h 1835"/>
                    <a:gd name="T8" fmla="*/ 1894 w 2916"/>
                    <a:gd name="T9" fmla="*/ 82 h 1835"/>
                    <a:gd name="T10" fmla="*/ 1919 w 2916"/>
                    <a:gd name="T11" fmla="*/ 99 h 1835"/>
                    <a:gd name="T12" fmla="*/ 1929 w 2916"/>
                    <a:gd name="T13" fmla="*/ 105 h 1835"/>
                    <a:gd name="T14" fmla="*/ 2884 w 2916"/>
                    <a:gd name="T15" fmla="*/ 742 h 1835"/>
                    <a:gd name="T16" fmla="*/ 2816 w 2916"/>
                    <a:gd name="T17" fmla="*/ 719 h 1835"/>
                    <a:gd name="T18" fmla="*/ 2741 w 2916"/>
                    <a:gd name="T19" fmla="*/ 716 h 1835"/>
                    <a:gd name="T20" fmla="*/ 2661 w 2916"/>
                    <a:gd name="T21" fmla="*/ 730 h 1835"/>
                    <a:gd name="T22" fmla="*/ 2577 w 2916"/>
                    <a:gd name="T23" fmla="*/ 761 h 1835"/>
                    <a:gd name="T24" fmla="*/ 2491 w 2916"/>
                    <a:gd name="T25" fmla="*/ 804 h 1835"/>
                    <a:gd name="T26" fmla="*/ 2404 w 2916"/>
                    <a:gd name="T27" fmla="*/ 856 h 1835"/>
                    <a:gd name="T28" fmla="*/ 2318 w 2916"/>
                    <a:gd name="T29" fmla="*/ 916 h 1835"/>
                    <a:gd name="T30" fmla="*/ 2233 w 2916"/>
                    <a:gd name="T31" fmla="*/ 982 h 1835"/>
                    <a:gd name="T32" fmla="*/ 2149 w 2916"/>
                    <a:gd name="T33" fmla="*/ 1048 h 1835"/>
                    <a:gd name="T34" fmla="*/ 2071 w 2916"/>
                    <a:gd name="T35" fmla="*/ 1115 h 1835"/>
                    <a:gd name="T36" fmla="*/ 1997 w 2916"/>
                    <a:gd name="T37" fmla="*/ 1179 h 1835"/>
                    <a:gd name="T38" fmla="*/ 1930 w 2916"/>
                    <a:gd name="T39" fmla="*/ 1237 h 1835"/>
                    <a:gd name="T40" fmla="*/ 1870 w 2916"/>
                    <a:gd name="T41" fmla="*/ 1286 h 1835"/>
                    <a:gd name="T42" fmla="*/ 1819 w 2916"/>
                    <a:gd name="T43" fmla="*/ 1325 h 1835"/>
                    <a:gd name="T44" fmla="*/ 1761 w 2916"/>
                    <a:gd name="T45" fmla="*/ 1367 h 1835"/>
                    <a:gd name="T46" fmla="*/ 1694 w 2916"/>
                    <a:gd name="T47" fmla="*/ 1413 h 1835"/>
                    <a:gd name="T48" fmla="*/ 1623 w 2916"/>
                    <a:gd name="T49" fmla="*/ 1464 h 1835"/>
                    <a:gd name="T50" fmla="*/ 1547 w 2916"/>
                    <a:gd name="T51" fmla="*/ 1518 h 1835"/>
                    <a:gd name="T52" fmla="*/ 1469 w 2916"/>
                    <a:gd name="T53" fmla="*/ 1572 h 1835"/>
                    <a:gd name="T54" fmla="*/ 1393 w 2916"/>
                    <a:gd name="T55" fmla="*/ 1627 h 1835"/>
                    <a:gd name="T56" fmla="*/ 1322 w 2916"/>
                    <a:gd name="T57" fmla="*/ 1677 h 1835"/>
                    <a:gd name="T58" fmla="*/ 1255 w 2916"/>
                    <a:gd name="T59" fmla="*/ 1723 h 1835"/>
                    <a:gd name="T60" fmla="*/ 1198 w 2916"/>
                    <a:gd name="T61" fmla="*/ 1764 h 1835"/>
                    <a:gd name="T62" fmla="*/ 1151 w 2916"/>
                    <a:gd name="T63" fmla="*/ 1797 h 1835"/>
                    <a:gd name="T64" fmla="*/ 1118 w 2916"/>
                    <a:gd name="T65" fmla="*/ 1821 h 1835"/>
                    <a:gd name="T66" fmla="*/ 1100 w 2916"/>
                    <a:gd name="T67" fmla="*/ 1833 h 1835"/>
                    <a:gd name="T68" fmla="*/ 0 w 2916"/>
                    <a:gd name="T69" fmla="*/ 1076 h 1835"/>
                    <a:gd name="T70" fmla="*/ 1387 w 2916"/>
                    <a:gd name="T71" fmla="*/ 51 h 1835"/>
                    <a:gd name="T72" fmla="*/ 1485 w 2916"/>
                    <a:gd name="T73" fmla="*/ 17 h 1835"/>
                    <a:gd name="T74" fmla="*/ 1578 w 2916"/>
                    <a:gd name="T75" fmla="*/ 1 h 18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2916" h="1835">
                      <a:moveTo>
                        <a:pt x="1620" y="0"/>
                      </a:moveTo>
                      <a:lnTo>
                        <a:pt x="1662" y="3"/>
                      </a:lnTo>
                      <a:lnTo>
                        <a:pt x="1701" y="8"/>
                      </a:lnTo>
                      <a:lnTo>
                        <a:pt x="1737" y="16"/>
                      </a:lnTo>
                      <a:lnTo>
                        <a:pt x="1771" y="26"/>
                      </a:lnTo>
                      <a:lnTo>
                        <a:pt x="1802" y="36"/>
                      </a:lnTo>
                      <a:lnTo>
                        <a:pt x="1830" y="48"/>
                      </a:lnTo>
                      <a:lnTo>
                        <a:pt x="1855" y="60"/>
                      </a:lnTo>
                      <a:lnTo>
                        <a:pt x="1877" y="72"/>
                      </a:lnTo>
                      <a:lnTo>
                        <a:pt x="1894" y="82"/>
                      </a:lnTo>
                      <a:lnTo>
                        <a:pt x="1909" y="92"/>
                      </a:lnTo>
                      <a:lnTo>
                        <a:pt x="1919" y="99"/>
                      </a:lnTo>
                      <a:lnTo>
                        <a:pt x="1926" y="104"/>
                      </a:lnTo>
                      <a:lnTo>
                        <a:pt x="1929" y="105"/>
                      </a:lnTo>
                      <a:lnTo>
                        <a:pt x="2916" y="761"/>
                      </a:lnTo>
                      <a:lnTo>
                        <a:pt x="2884" y="742"/>
                      </a:lnTo>
                      <a:lnTo>
                        <a:pt x="2851" y="727"/>
                      </a:lnTo>
                      <a:lnTo>
                        <a:pt x="2816" y="719"/>
                      </a:lnTo>
                      <a:lnTo>
                        <a:pt x="2778" y="715"/>
                      </a:lnTo>
                      <a:lnTo>
                        <a:pt x="2741" y="716"/>
                      </a:lnTo>
                      <a:lnTo>
                        <a:pt x="2701" y="721"/>
                      </a:lnTo>
                      <a:lnTo>
                        <a:pt x="2661" y="730"/>
                      </a:lnTo>
                      <a:lnTo>
                        <a:pt x="2619" y="744"/>
                      </a:lnTo>
                      <a:lnTo>
                        <a:pt x="2577" y="761"/>
                      </a:lnTo>
                      <a:lnTo>
                        <a:pt x="2535" y="781"/>
                      </a:lnTo>
                      <a:lnTo>
                        <a:pt x="2491" y="804"/>
                      </a:lnTo>
                      <a:lnTo>
                        <a:pt x="2448" y="829"/>
                      </a:lnTo>
                      <a:lnTo>
                        <a:pt x="2404" y="856"/>
                      </a:lnTo>
                      <a:lnTo>
                        <a:pt x="2361" y="886"/>
                      </a:lnTo>
                      <a:lnTo>
                        <a:pt x="2318" y="916"/>
                      </a:lnTo>
                      <a:lnTo>
                        <a:pt x="2275" y="948"/>
                      </a:lnTo>
                      <a:lnTo>
                        <a:pt x="2233" y="982"/>
                      </a:lnTo>
                      <a:lnTo>
                        <a:pt x="2191" y="1015"/>
                      </a:lnTo>
                      <a:lnTo>
                        <a:pt x="2149" y="1048"/>
                      </a:lnTo>
                      <a:lnTo>
                        <a:pt x="2110" y="1083"/>
                      </a:lnTo>
                      <a:lnTo>
                        <a:pt x="2071" y="1115"/>
                      </a:lnTo>
                      <a:lnTo>
                        <a:pt x="2034" y="1147"/>
                      </a:lnTo>
                      <a:lnTo>
                        <a:pt x="1997" y="1179"/>
                      </a:lnTo>
                      <a:lnTo>
                        <a:pt x="1963" y="1208"/>
                      </a:lnTo>
                      <a:lnTo>
                        <a:pt x="1930" y="1237"/>
                      </a:lnTo>
                      <a:lnTo>
                        <a:pt x="1899" y="1263"/>
                      </a:lnTo>
                      <a:lnTo>
                        <a:pt x="1870" y="1286"/>
                      </a:lnTo>
                      <a:lnTo>
                        <a:pt x="1844" y="1307"/>
                      </a:lnTo>
                      <a:lnTo>
                        <a:pt x="1819" y="1325"/>
                      </a:lnTo>
                      <a:lnTo>
                        <a:pt x="1791" y="1345"/>
                      </a:lnTo>
                      <a:lnTo>
                        <a:pt x="1761" y="1367"/>
                      </a:lnTo>
                      <a:lnTo>
                        <a:pt x="1729" y="1389"/>
                      </a:lnTo>
                      <a:lnTo>
                        <a:pt x="1694" y="1413"/>
                      </a:lnTo>
                      <a:lnTo>
                        <a:pt x="1659" y="1438"/>
                      </a:lnTo>
                      <a:lnTo>
                        <a:pt x="1623" y="1464"/>
                      </a:lnTo>
                      <a:lnTo>
                        <a:pt x="1584" y="1491"/>
                      </a:lnTo>
                      <a:lnTo>
                        <a:pt x="1547" y="1518"/>
                      </a:lnTo>
                      <a:lnTo>
                        <a:pt x="1508" y="1545"/>
                      </a:lnTo>
                      <a:lnTo>
                        <a:pt x="1469" y="1572"/>
                      </a:lnTo>
                      <a:lnTo>
                        <a:pt x="1431" y="1599"/>
                      </a:lnTo>
                      <a:lnTo>
                        <a:pt x="1393" y="1627"/>
                      </a:lnTo>
                      <a:lnTo>
                        <a:pt x="1357" y="1651"/>
                      </a:lnTo>
                      <a:lnTo>
                        <a:pt x="1322" y="1677"/>
                      </a:lnTo>
                      <a:lnTo>
                        <a:pt x="1287" y="1701"/>
                      </a:lnTo>
                      <a:lnTo>
                        <a:pt x="1255" y="1723"/>
                      </a:lnTo>
                      <a:lnTo>
                        <a:pt x="1226" y="1745"/>
                      </a:lnTo>
                      <a:lnTo>
                        <a:pt x="1198" y="1764"/>
                      </a:lnTo>
                      <a:lnTo>
                        <a:pt x="1173" y="1781"/>
                      </a:lnTo>
                      <a:lnTo>
                        <a:pt x="1151" y="1797"/>
                      </a:lnTo>
                      <a:lnTo>
                        <a:pt x="1133" y="1811"/>
                      </a:lnTo>
                      <a:lnTo>
                        <a:pt x="1118" y="1821"/>
                      </a:lnTo>
                      <a:lnTo>
                        <a:pt x="1107" y="1828"/>
                      </a:lnTo>
                      <a:lnTo>
                        <a:pt x="1100" y="1833"/>
                      </a:lnTo>
                      <a:lnTo>
                        <a:pt x="1098" y="1835"/>
                      </a:lnTo>
                      <a:lnTo>
                        <a:pt x="0" y="1076"/>
                      </a:lnTo>
                      <a:lnTo>
                        <a:pt x="1336" y="78"/>
                      </a:lnTo>
                      <a:lnTo>
                        <a:pt x="1387" y="51"/>
                      </a:lnTo>
                      <a:lnTo>
                        <a:pt x="1437" y="31"/>
                      </a:lnTo>
                      <a:lnTo>
                        <a:pt x="1485" y="17"/>
                      </a:lnTo>
                      <a:lnTo>
                        <a:pt x="1532" y="6"/>
                      </a:lnTo>
                      <a:lnTo>
                        <a:pt x="1578" y="1"/>
                      </a:lnTo>
                      <a:lnTo>
                        <a:pt x="1620" y="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62527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3" name="Freeform 6">
                  <a:extLst>
                    <a:ext uri="{FF2B5EF4-FFF2-40B4-BE49-F238E27FC236}">
                      <a16:creationId xmlns:a16="http://schemas.microsoft.com/office/drawing/2014/main" id="{10D2E605-7389-5157-8E13-550E5327FE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36952" y="4410510"/>
                  <a:ext cx="496483" cy="1218758"/>
                </a:xfrm>
                <a:custGeom>
                  <a:avLst/>
                  <a:gdLst>
                    <a:gd name="T0" fmla="*/ 52 w 365"/>
                    <a:gd name="T1" fmla="*/ 0 h 896"/>
                    <a:gd name="T2" fmla="*/ 55 w 365"/>
                    <a:gd name="T3" fmla="*/ 2 h 896"/>
                    <a:gd name="T4" fmla="*/ 61 w 365"/>
                    <a:gd name="T5" fmla="*/ 7 h 896"/>
                    <a:gd name="T6" fmla="*/ 73 w 365"/>
                    <a:gd name="T7" fmla="*/ 13 h 896"/>
                    <a:gd name="T8" fmla="*/ 87 w 365"/>
                    <a:gd name="T9" fmla="*/ 22 h 896"/>
                    <a:gd name="T10" fmla="*/ 104 w 365"/>
                    <a:gd name="T11" fmla="*/ 34 h 896"/>
                    <a:gd name="T12" fmla="*/ 124 w 365"/>
                    <a:gd name="T13" fmla="*/ 47 h 896"/>
                    <a:gd name="T14" fmla="*/ 146 w 365"/>
                    <a:gd name="T15" fmla="*/ 64 h 896"/>
                    <a:gd name="T16" fmla="*/ 169 w 365"/>
                    <a:gd name="T17" fmla="*/ 82 h 896"/>
                    <a:gd name="T18" fmla="*/ 192 w 365"/>
                    <a:gd name="T19" fmla="*/ 103 h 896"/>
                    <a:gd name="T20" fmla="*/ 217 w 365"/>
                    <a:gd name="T21" fmla="*/ 126 h 896"/>
                    <a:gd name="T22" fmla="*/ 241 w 365"/>
                    <a:gd name="T23" fmla="*/ 151 h 896"/>
                    <a:gd name="T24" fmla="*/ 264 w 365"/>
                    <a:gd name="T25" fmla="*/ 179 h 896"/>
                    <a:gd name="T26" fmla="*/ 287 w 365"/>
                    <a:gd name="T27" fmla="*/ 208 h 896"/>
                    <a:gd name="T28" fmla="*/ 307 w 365"/>
                    <a:gd name="T29" fmla="*/ 239 h 896"/>
                    <a:gd name="T30" fmla="*/ 326 w 365"/>
                    <a:gd name="T31" fmla="*/ 273 h 896"/>
                    <a:gd name="T32" fmla="*/ 341 w 365"/>
                    <a:gd name="T33" fmla="*/ 307 h 896"/>
                    <a:gd name="T34" fmla="*/ 353 w 365"/>
                    <a:gd name="T35" fmla="*/ 345 h 896"/>
                    <a:gd name="T36" fmla="*/ 361 w 365"/>
                    <a:gd name="T37" fmla="*/ 383 h 896"/>
                    <a:gd name="T38" fmla="*/ 365 w 365"/>
                    <a:gd name="T39" fmla="*/ 422 h 896"/>
                    <a:gd name="T40" fmla="*/ 364 w 365"/>
                    <a:gd name="T41" fmla="*/ 464 h 896"/>
                    <a:gd name="T42" fmla="*/ 358 w 365"/>
                    <a:gd name="T43" fmla="*/ 508 h 896"/>
                    <a:gd name="T44" fmla="*/ 346 w 365"/>
                    <a:gd name="T45" fmla="*/ 555 h 896"/>
                    <a:gd name="T46" fmla="*/ 330 w 365"/>
                    <a:gd name="T47" fmla="*/ 597 h 896"/>
                    <a:gd name="T48" fmla="*/ 312 w 365"/>
                    <a:gd name="T49" fmla="*/ 638 h 896"/>
                    <a:gd name="T50" fmla="*/ 291 w 365"/>
                    <a:gd name="T51" fmla="*/ 673 h 896"/>
                    <a:gd name="T52" fmla="*/ 268 w 365"/>
                    <a:gd name="T53" fmla="*/ 706 h 896"/>
                    <a:gd name="T54" fmla="*/ 245 w 365"/>
                    <a:gd name="T55" fmla="*/ 737 h 896"/>
                    <a:gd name="T56" fmla="*/ 219 w 365"/>
                    <a:gd name="T57" fmla="*/ 763 h 896"/>
                    <a:gd name="T58" fmla="*/ 194 w 365"/>
                    <a:gd name="T59" fmla="*/ 786 h 896"/>
                    <a:gd name="T60" fmla="*/ 167 w 365"/>
                    <a:gd name="T61" fmla="*/ 807 h 896"/>
                    <a:gd name="T62" fmla="*/ 141 w 365"/>
                    <a:gd name="T63" fmla="*/ 826 h 896"/>
                    <a:gd name="T64" fmla="*/ 116 w 365"/>
                    <a:gd name="T65" fmla="*/ 843 h 896"/>
                    <a:gd name="T66" fmla="*/ 93 w 365"/>
                    <a:gd name="T67" fmla="*/ 856 h 896"/>
                    <a:gd name="T68" fmla="*/ 71 w 365"/>
                    <a:gd name="T69" fmla="*/ 868 h 896"/>
                    <a:gd name="T70" fmla="*/ 51 w 365"/>
                    <a:gd name="T71" fmla="*/ 876 h 896"/>
                    <a:gd name="T72" fmla="*/ 34 w 365"/>
                    <a:gd name="T73" fmla="*/ 883 h 896"/>
                    <a:gd name="T74" fmla="*/ 20 w 365"/>
                    <a:gd name="T75" fmla="*/ 889 h 896"/>
                    <a:gd name="T76" fmla="*/ 9 w 365"/>
                    <a:gd name="T77" fmla="*/ 893 h 896"/>
                    <a:gd name="T78" fmla="*/ 2 w 365"/>
                    <a:gd name="T79" fmla="*/ 895 h 896"/>
                    <a:gd name="T80" fmla="*/ 0 w 365"/>
                    <a:gd name="T81" fmla="*/ 896 h 896"/>
                    <a:gd name="T82" fmla="*/ 52 w 365"/>
                    <a:gd name="T83" fmla="*/ 0 h 8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65" h="896">
                      <a:moveTo>
                        <a:pt x="52" y="0"/>
                      </a:moveTo>
                      <a:lnTo>
                        <a:pt x="55" y="2"/>
                      </a:lnTo>
                      <a:lnTo>
                        <a:pt x="61" y="7"/>
                      </a:lnTo>
                      <a:lnTo>
                        <a:pt x="73" y="13"/>
                      </a:lnTo>
                      <a:lnTo>
                        <a:pt x="87" y="22"/>
                      </a:lnTo>
                      <a:lnTo>
                        <a:pt x="104" y="34"/>
                      </a:lnTo>
                      <a:lnTo>
                        <a:pt x="124" y="47"/>
                      </a:lnTo>
                      <a:lnTo>
                        <a:pt x="146" y="64"/>
                      </a:lnTo>
                      <a:lnTo>
                        <a:pt x="169" y="82"/>
                      </a:lnTo>
                      <a:lnTo>
                        <a:pt x="192" y="103"/>
                      </a:lnTo>
                      <a:lnTo>
                        <a:pt x="217" y="126"/>
                      </a:lnTo>
                      <a:lnTo>
                        <a:pt x="241" y="151"/>
                      </a:lnTo>
                      <a:lnTo>
                        <a:pt x="264" y="179"/>
                      </a:lnTo>
                      <a:lnTo>
                        <a:pt x="287" y="208"/>
                      </a:lnTo>
                      <a:lnTo>
                        <a:pt x="307" y="239"/>
                      </a:lnTo>
                      <a:lnTo>
                        <a:pt x="326" y="273"/>
                      </a:lnTo>
                      <a:lnTo>
                        <a:pt x="341" y="307"/>
                      </a:lnTo>
                      <a:lnTo>
                        <a:pt x="353" y="345"/>
                      </a:lnTo>
                      <a:lnTo>
                        <a:pt x="361" y="383"/>
                      </a:lnTo>
                      <a:lnTo>
                        <a:pt x="365" y="422"/>
                      </a:lnTo>
                      <a:lnTo>
                        <a:pt x="364" y="464"/>
                      </a:lnTo>
                      <a:lnTo>
                        <a:pt x="358" y="508"/>
                      </a:lnTo>
                      <a:lnTo>
                        <a:pt x="346" y="555"/>
                      </a:lnTo>
                      <a:lnTo>
                        <a:pt x="330" y="597"/>
                      </a:lnTo>
                      <a:lnTo>
                        <a:pt x="312" y="638"/>
                      </a:lnTo>
                      <a:lnTo>
                        <a:pt x="291" y="673"/>
                      </a:lnTo>
                      <a:lnTo>
                        <a:pt x="268" y="706"/>
                      </a:lnTo>
                      <a:lnTo>
                        <a:pt x="245" y="737"/>
                      </a:lnTo>
                      <a:lnTo>
                        <a:pt x="219" y="763"/>
                      </a:lnTo>
                      <a:lnTo>
                        <a:pt x="194" y="786"/>
                      </a:lnTo>
                      <a:lnTo>
                        <a:pt x="167" y="807"/>
                      </a:lnTo>
                      <a:lnTo>
                        <a:pt x="141" y="826"/>
                      </a:lnTo>
                      <a:lnTo>
                        <a:pt x="116" y="843"/>
                      </a:lnTo>
                      <a:lnTo>
                        <a:pt x="93" y="856"/>
                      </a:lnTo>
                      <a:lnTo>
                        <a:pt x="71" y="868"/>
                      </a:lnTo>
                      <a:lnTo>
                        <a:pt x="51" y="876"/>
                      </a:lnTo>
                      <a:lnTo>
                        <a:pt x="34" y="883"/>
                      </a:lnTo>
                      <a:lnTo>
                        <a:pt x="20" y="889"/>
                      </a:lnTo>
                      <a:lnTo>
                        <a:pt x="9" y="893"/>
                      </a:lnTo>
                      <a:lnTo>
                        <a:pt x="2" y="895"/>
                      </a:lnTo>
                      <a:lnTo>
                        <a:pt x="0" y="896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62527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Freeform 7">
                  <a:extLst>
                    <a:ext uri="{FF2B5EF4-FFF2-40B4-BE49-F238E27FC236}">
                      <a16:creationId xmlns:a16="http://schemas.microsoft.com/office/drawing/2014/main" id="{C36BC276-C3A6-EB7F-F8C8-8345E15637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39767" y="2344333"/>
                  <a:ext cx="1152108" cy="669229"/>
                </a:xfrm>
                <a:custGeom>
                  <a:avLst/>
                  <a:gdLst>
                    <a:gd name="T0" fmla="*/ 414 w 847"/>
                    <a:gd name="T1" fmla="*/ 0 h 492"/>
                    <a:gd name="T2" fmla="*/ 453 w 847"/>
                    <a:gd name="T3" fmla="*/ 3 h 492"/>
                    <a:gd name="T4" fmla="*/ 493 w 847"/>
                    <a:gd name="T5" fmla="*/ 10 h 492"/>
                    <a:gd name="T6" fmla="*/ 532 w 847"/>
                    <a:gd name="T7" fmla="*/ 23 h 492"/>
                    <a:gd name="T8" fmla="*/ 572 w 847"/>
                    <a:gd name="T9" fmla="*/ 41 h 492"/>
                    <a:gd name="T10" fmla="*/ 617 w 847"/>
                    <a:gd name="T11" fmla="*/ 67 h 492"/>
                    <a:gd name="T12" fmla="*/ 655 w 847"/>
                    <a:gd name="T13" fmla="*/ 96 h 492"/>
                    <a:gd name="T14" fmla="*/ 690 w 847"/>
                    <a:gd name="T15" fmla="*/ 126 h 492"/>
                    <a:gd name="T16" fmla="*/ 720 w 847"/>
                    <a:gd name="T17" fmla="*/ 157 h 492"/>
                    <a:gd name="T18" fmla="*/ 746 w 847"/>
                    <a:gd name="T19" fmla="*/ 190 h 492"/>
                    <a:gd name="T20" fmla="*/ 768 w 847"/>
                    <a:gd name="T21" fmla="*/ 224 h 492"/>
                    <a:gd name="T22" fmla="*/ 786 w 847"/>
                    <a:gd name="T23" fmla="*/ 257 h 492"/>
                    <a:gd name="T24" fmla="*/ 802 w 847"/>
                    <a:gd name="T25" fmla="*/ 289 h 492"/>
                    <a:gd name="T26" fmla="*/ 815 w 847"/>
                    <a:gd name="T27" fmla="*/ 321 h 492"/>
                    <a:gd name="T28" fmla="*/ 824 w 847"/>
                    <a:gd name="T29" fmla="*/ 352 h 492"/>
                    <a:gd name="T30" fmla="*/ 832 w 847"/>
                    <a:gd name="T31" fmla="*/ 381 h 492"/>
                    <a:gd name="T32" fmla="*/ 837 w 847"/>
                    <a:gd name="T33" fmla="*/ 408 h 492"/>
                    <a:gd name="T34" fmla="*/ 842 w 847"/>
                    <a:gd name="T35" fmla="*/ 432 h 492"/>
                    <a:gd name="T36" fmla="*/ 845 w 847"/>
                    <a:gd name="T37" fmla="*/ 451 h 492"/>
                    <a:gd name="T38" fmla="*/ 846 w 847"/>
                    <a:gd name="T39" fmla="*/ 468 h 492"/>
                    <a:gd name="T40" fmla="*/ 847 w 847"/>
                    <a:gd name="T41" fmla="*/ 480 h 492"/>
                    <a:gd name="T42" fmla="*/ 847 w 847"/>
                    <a:gd name="T43" fmla="*/ 489 h 492"/>
                    <a:gd name="T44" fmla="*/ 847 w 847"/>
                    <a:gd name="T45" fmla="*/ 492 h 492"/>
                    <a:gd name="T46" fmla="*/ 0 w 847"/>
                    <a:gd name="T47" fmla="*/ 194 h 492"/>
                    <a:gd name="T48" fmla="*/ 2 w 847"/>
                    <a:gd name="T49" fmla="*/ 192 h 492"/>
                    <a:gd name="T50" fmla="*/ 8 w 847"/>
                    <a:gd name="T51" fmla="*/ 187 h 492"/>
                    <a:gd name="T52" fmla="*/ 17 w 847"/>
                    <a:gd name="T53" fmla="*/ 178 h 492"/>
                    <a:gd name="T54" fmla="*/ 31 w 847"/>
                    <a:gd name="T55" fmla="*/ 167 h 492"/>
                    <a:gd name="T56" fmla="*/ 46 w 847"/>
                    <a:gd name="T57" fmla="*/ 154 h 492"/>
                    <a:gd name="T58" fmla="*/ 65 w 847"/>
                    <a:gd name="T59" fmla="*/ 138 h 492"/>
                    <a:gd name="T60" fmla="*/ 87 w 847"/>
                    <a:gd name="T61" fmla="*/ 122 h 492"/>
                    <a:gd name="T62" fmla="*/ 111 w 847"/>
                    <a:gd name="T63" fmla="*/ 105 h 492"/>
                    <a:gd name="T64" fmla="*/ 138 w 847"/>
                    <a:gd name="T65" fmla="*/ 87 h 492"/>
                    <a:gd name="T66" fmla="*/ 167 w 847"/>
                    <a:gd name="T67" fmla="*/ 71 h 492"/>
                    <a:gd name="T68" fmla="*/ 197 w 847"/>
                    <a:gd name="T69" fmla="*/ 54 h 492"/>
                    <a:gd name="T70" fmla="*/ 230 w 847"/>
                    <a:gd name="T71" fmla="*/ 39 h 492"/>
                    <a:gd name="T72" fmla="*/ 265 w 847"/>
                    <a:gd name="T73" fmla="*/ 26 h 492"/>
                    <a:gd name="T74" fmla="*/ 300 w 847"/>
                    <a:gd name="T75" fmla="*/ 16 h 492"/>
                    <a:gd name="T76" fmla="*/ 337 w 847"/>
                    <a:gd name="T77" fmla="*/ 7 h 492"/>
                    <a:gd name="T78" fmla="*/ 375 w 847"/>
                    <a:gd name="T79" fmla="*/ 2 h 492"/>
                    <a:gd name="T80" fmla="*/ 414 w 847"/>
                    <a:gd name="T81" fmla="*/ 0 h 4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847" h="492">
                      <a:moveTo>
                        <a:pt x="414" y="0"/>
                      </a:moveTo>
                      <a:lnTo>
                        <a:pt x="453" y="3"/>
                      </a:lnTo>
                      <a:lnTo>
                        <a:pt x="493" y="10"/>
                      </a:lnTo>
                      <a:lnTo>
                        <a:pt x="532" y="23"/>
                      </a:lnTo>
                      <a:lnTo>
                        <a:pt x="572" y="41"/>
                      </a:lnTo>
                      <a:lnTo>
                        <a:pt x="617" y="67"/>
                      </a:lnTo>
                      <a:lnTo>
                        <a:pt x="655" y="96"/>
                      </a:lnTo>
                      <a:lnTo>
                        <a:pt x="690" y="126"/>
                      </a:lnTo>
                      <a:lnTo>
                        <a:pt x="720" y="157"/>
                      </a:lnTo>
                      <a:lnTo>
                        <a:pt x="746" y="190"/>
                      </a:lnTo>
                      <a:lnTo>
                        <a:pt x="768" y="224"/>
                      </a:lnTo>
                      <a:lnTo>
                        <a:pt x="786" y="257"/>
                      </a:lnTo>
                      <a:lnTo>
                        <a:pt x="802" y="289"/>
                      </a:lnTo>
                      <a:lnTo>
                        <a:pt x="815" y="321"/>
                      </a:lnTo>
                      <a:lnTo>
                        <a:pt x="824" y="352"/>
                      </a:lnTo>
                      <a:lnTo>
                        <a:pt x="832" y="381"/>
                      </a:lnTo>
                      <a:lnTo>
                        <a:pt x="837" y="408"/>
                      </a:lnTo>
                      <a:lnTo>
                        <a:pt x="842" y="432"/>
                      </a:lnTo>
                      <a:lnTo>
                        <a:pt x="845" y="451"/>
                      </a:lnTo>
                      <a:lnTo>
                        <a:pt x="846" y="468"/>
                      </a:lnTo>
                      <a:lnTo>
                        <a:pt x="847" y="480"/>
                      </a:lnTo>
                      <a:lnTo>
                        <a:pt x="847" y="489"/>
                      </a:lnTo>
                      <a:lnTo>
                        <a:pt x="847" y="492"/>
                      </a:lnTo>
                      <a:lnTo>
                        <a:pt x="0" y="194"/>
                      </a:lnTo>
                      <a:lnTo>
                        <a:pt x="2" y="192"/>
                      </a:lnTo>
                      <a:lnTo>
                        <a:pt x="8" y="187"/>
                      </a:lnTo>
                      <a:lnTo>
                        <a:pt x="17" y="178"/>
                      </a:lnTo>
                      <a:lnTo>
                        <a:pt x="31" y="167"/>
                      </a:lnTo>
                      <a:lnTo>
                        <a:pt x="46" y="154"/>
                      </a:lnTo>
                      <a:lnTo>
                        <a:pt x="65" y="138"/>
                      </a:lnTo>
                      <a:lnTo>
                        <a:pt x="87" y="122"/>
                      </a:lnTo>
                      <a:lnTo>
                        <a:pt x="111" y="105"/>
                      </a:lnTo>
                      <a:lnTo>
                        <a:pt x="138" y="87"/>
                      </a:lnTo>
                      <a:lnTo>
                        <a:pt x="167" y="71"/>
                      </a:lnTo>
                      <a:lnTo>
                        <a:pt x="197" y="54"/>
                      </a:lnTo>
                      <a:lnTo>
                        <a:pt x="230" y="39"/>
                      </a:lnTo>
                      <a:lnTo>
                        <a:pt x="265" y="26"/>
                      </a:lnTo>
                      <a:lnTo>
                        <a:pt x="300" y="16"/>
                      </a:lnTo>
                      <a:lnTo>
                        <a:pt x="337" y="7"/>
                      </a:lnTo>
                      <a:lnTo>
                        <a:pt x="375" y="2"/>
                      </a:lnTo>
                      <a:lnTo>
                        <a:pt x="414" y="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0">
                  <a:solidFill>
                    <a:schemeClr val="accent2">
                      <a:lumMod val="40000"/>
                      <a:lumOff val="60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62527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5" name="Freeform 8">
                  <a:extLst>
                    <a:ext uri="{FF2B5EF4-FFF2-40B4-BE49-F238E27FC236}">
                      <a16:creationId xmlns:a16="http://schemas.microsoft.com/office/drawing/2014/main" id="{0A7F8F45-DB5A-C0BC-0656-FB270194B8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50514" y="5415713"/>
                  <a:ext cx="1184754" cy="602578"/>
                </a:xfrm>
                <a:custGeom>
                  <a:avLst/>
                  <a:gdLst>
                    <a:gd name="T0" fmla="*/ 871 w 871"/>
                    <a:gd name="T1" fmla="*/ 0 h 443"/>
                    <a:gd name="T2" fmla="*/ 871 w 871"/>
                    <a:gd name="T3" fmla="*/ 2 h 443"/>
                    <a:gd name="T4" fmla="*/ 869 w 871"/>
                    <a:gd name="T5" fmla="*/ 9 h 443"/>
                    <a:gd name="T6" fmla="*/ 866 w 871"/>
                    <a:gd name="T7" fmla="*/ 20 h 443"/>
                    <a:gd name="T8" fmla="*/ 863 w 871"/>
                    <a:gd name="T9" fmla="*/ 36 h 443"/>
                    <a:gd name="T10" fmla="*/ 857 w 871"/>
                    <a:gd name="T11" fmla="*/ 54 h 443"/>
                    <a:gd name="T12" fmla="*/ 850 w 871"/>
                    <a:gd name="T13" fmla="*/ 76 h 443"/>
                    <a:gd name="T14" fmla="*/ 842 w 871"/>
                    <a:gd name="T15" fmla="*/ 99 h 443"/>
                    <a:gd name="T16" fmla="*/ 832 w 871"/>
                    <a:gd name="T17" fmla="*/ 124 h 443"/>
                    <a:gd name="T18" fmla="*/ 820 w 871"/>
                    <a:gd name="T19" fmla="*/ 153 h 443"/>
                    <a:gd name="T20" fmla="*/ 807 w 871"/>
                    <a:gd name="T21" fmla="*/ 181 h 443"/>
                    <a:gd name="T22" fmla="*/ 791 w 871"/>
                    <a:gd name="T23" fmla="*/ 210 h 443"/>
                    <a:gd name="T24" fmla="*/ 774 w 871"/>
                    <a:gd name="T25" fmla="*/ 238 h 443"/>
                    <a:gd name="T26" fmla="*/ 755 w 871"/>
                    <a:gd name="T27" fmla="*/ 267 h 443"/>
                    <a:gd name="T28" fmla="*/ 734 w 871"/>
                    <a:gd name="T29" fmla="*/ 295 h 443"/>
                    <a:gd name="T30" fmla="*/ 710 w 871"/>
                    <a:gd name="T31" fmla="*/ 322 h 443"/>
                    <a:gd name="T32" fmla="*/ 684 w 871"/>
                    <a:gd name="T33" fmla="*/ 347 h 443"/>
                    <a:gd name="T34" fmla="*/ 656 w 871"/>
                    <a:gd name="T35" fmla="*/ 371 h 443"/>
                    <a:gd name="T36" fmla="*/ 624 w 871"/>
                    <a:gd name="T37" fmla="*/ 392 h 443"/>
                    <a:gd name="T38" fmla="*/ 592 w 871"/>
                    <a:gd name="T39" fmla="*/ 409 h 443"/>
                    <a:gd name="T40" fmla="*/ 556 w 871"/>
                    <a:gd name="T41" fmla="*/ 423 h 443"/>
                    <a:gd name="T42" fmla="*/ 517 w 871"/>
                    <a:gd name="T43" fmla="*/ 434 h 443"/>
                    <a:gd name="T44" fmla="*/ 476 w 871"/>
                    <a:gd name="T45" fmla="*/ 440 h 443"/>
                    <a:gd name="T46" fmla="*/ 424 w 871"/>
                    <a:gd name="T47" fmla="*/ 443 h 443"/>
                    <a:gd name="T48" fmla="*/ 377 w 871"/>
                    <a:gd name="T49" fmla="*/ 440 h 443"/>
                    <a:gd name="T50" fmla="*/ 331 w 871"/>
                    <a:gd name="T51" fmla="*/ 433 h 443"/>
                    <a:gd name="T52" fmla="*/ 289 w 871"/>
                    <a:gd name="T53" fmla="*/ 423 h 443"/>
                    <a:gd name="T54" fmla="*/ 250 w 871"/>
                    <a:gd name="T55" fmla="*/ 409 h 443"/>
                    <a:gd name="T56" fmla="*/ 212 w 871"/>
                    <a:gd name="T57" fmla="*/ 394 h 443"/>
                    <a:gd name="T58" fmla="*/ 179 w 871"/>
                    <a:gd name="T59" fmla="*/ 376 h 443"/>
                    <a:gd name="T60" fmla="*/ 148 w 871"/>
                    <a:gd name="T61" fmla="*/ 356 h 443"/>
                    <a:gd name="T62" fmla="*/ 119 w 871"/>
                    <a:gd name="T63" fmla="*/ 337 h 443"/>
                    <a:gd name="T64" fmla="*/ 94 w 871"/>
                    <a:gd name="T65" fmla="*/ 317 h 443"/>
                    <a:gd name="T66" fmla="*/ 73 w 871"/>
                    <a:gd name="T67" fmla="*/ 297 h 443"/>
                    <a:gd name="T68" fmla="*/ 53 w 871"/>
                    <a:gd name="T69" fmla="*/ 277 h 443"/>
                    <a:gd name="T70" fmla="*/ 37 w 871"/>
                    <a:gd name="T71" fmla="*/ 260 h 443"/>
                    <a:gd name="T72" fmla="*/ 24 w 871"/>
                    <a:gd name="T73" fmla="*/ 244 h 443"/>
                    <a:gd name="T74" fmla="*/ 13 w 871"/>
                    <a:gd name="T75" fmla="*/ 230 h 443"/>
                    <a:gd name="T76" fmla="*/ 5 w 871"/>
                    <a:gd name="T77" fmla="*/ 221 h 443"/>
                    <a:gd name="T78" fmla="*/ 1 w 871"/>
                    <a:gd name="T79" fmla="*/ 215 h 443"/>
                    <a:gd name="T80" fmla="*/ 0 w 871"/>
                    <a:gd name="T81" fmla="*/ 212 h 443"/>
                    <a:gd name="T82" fmla="*/ 871 w 871"/>
                    <a:gd name="T83" fmla="*/ 0 h 4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871" h="443">
                      <a:moveTo>
                        <a:pt x="871" y="0"/>
                      </a:moveTo>
                      <a:lnTo>
                        <a:pt x="871" y="2"/>
                      </a:lnTo>
                      <a:lnTo>
                        <a:pt x="869" y="9"/>
                      </a:lnTo>
                      <a:lnTo>
                        <a:pt x="866" y="20"/>
                      </a:lnTo>
                      <a:lnTo>
                        <a:pt x="863" y="36"/>
                      </a:lnTo>
                      <a:lnTo>
                        <a:pt x="857" y="54"/>
                      </a:lnTo>
                      <a:lnTo>
                        <a:pt x="850" y="76"/>
                      </a:lnTo>
                      <a:lnTo>
                        <a:pt x="842" y="99"/>
                      </a:lnTo>
                      <a:lnTo>
                        <a:pt x="832" y="124"/>
                      </a:lnTo>
                      <a:lnTo>
                        <a:pt x="820" y="153"/>
                      </a:lnTo>
                      <a:lnTo>
                        <a:pt x="807" y="181"/>
                      </a:lnTo>
                      <a:lnTo>
                        <a:pt x="791" y="210"/>
                      </a:lnTo>
                      <a:lnTo>
                        <a:pt x="774" y="238"/>
                      </a:lnTo>
                      <a:lnTo>
                        <a:pt x="755" y="267"/>
                      </a:lnTo>
                      <a:lnTo>
                        <a:pt x="734" y="295"/>
                      </a:lnTo>
                      <a:lnTo>
                        <a:pt x="710" y="322"/>
                      </a:lnTo>
                      <a:lnTo>
                        <a:pt x="684" y="347"/>
                      </a:lnTo>
                      <a:lnTo>
                        <a:pt x="656" y="371"/>
                      </a:lnTo>
                      <a:lnTo>
                        <a:pt x="624" y="392"/>
                      </a:lnTo>
                      <a:lnTo>
                        <a:pt x="592" y="409"/>
                      </a:lnTo>
                      <a:lnTo>
                        <a:pt x="556" y="423"/>
                      </a:lnTo>
                      <a:lnTo>
                        <a:pt x="517" y="434"/>
                      </a:lnTo>
                      <a:lnTo>
                        <a:pt x="476" y="440"/>
                      </a:lnTo>
                      <a:lnTo>
                        <a:pt x="424" y="443"/>
                      </a:lnTo>
                      <a:lnTo>
                        <a:pt x="377" y="440"/>
                      </a:lnTo>
                      <a:lnTo>
                        <a:pt x="331" y="433"/>
                      </a:lnTo>
                      <a:lnTo>
                        <a:pt x="289" y="423"/>
                      </a:lnTo>
                      <a:lnTo>
                        <a:pt x="250" y="409"/>
                      </a:lnTo>
                      <a:lnTo>
                        <a:pt x="212" y="394"/>
                      </a:lnTo>
                      <a:lnTo>
                        <a:pt x="179" y="376"/>
                      </a:lnTo>
                      <a:lnTo>
                        <a:pt x="148" y="356"/>
                      </a:lnTo>
                      <a:lnTo>
                        <a:pt x="119" y="337"/>
                      </a:lnTo>
                      <a:lnTo>
                        <a:pt x="94" y="317"/>
                      </a:lnTo>
                      <a:lnTo>
                        <a:pt x="73" y="297"/>
                      </a:lnTo>
                      <a:lnTo>
                        <a:pt x="53" y="277"/>
                      </a:lnTo>
                      <a:lnTo>
                        <a:pt x="37" y="260"/>
                      </a:lnTo>
                      <a:lnTo>
                        <a:pt x="24" y="244"/>
                      </a:lnTo>
                      <a:lnTo>
                        <a:pt x="13" y="230"/>
                      </a:lnTo>
                      <a:lnTo>
                        <a:pt x="5" y="221"/>
                      </a:lnTo>
                      <a:lnTo>
                        <a:pt x="1" y="215"/>
                      </a:lnTo>
                      <a:lnTo>
                        <a:pt x="0" y="212"/>
                      </a:lnTo>
                      <a:lnTo>
                        <a:pt x="871" y="0"/>
                      </a:lnTo>
                      <a:close/>
                    </a:path>
                  </a:pathLst>
                </a:custGeom>
                <a:solidFill>
                  <a:srgbClr val="8409FF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62527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6" name="Freeform 9">
                  <a:extLst>
                    <a:ext uri="{FF2B5EF4-FFF2-40B4-BE49-F238E27FC236}">
                      <a16:creationId xmlns:a16="http://schemas.microsoft.com/office/drawing/2014/main" id="{33600A88-7705-36F8-8F20-1CABCA40F7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64353" y="3161827"/>
                  <a:ext cx="795730" cy="1039210"/>
                </a:xfrm>
                <a:custGeom>
                  <a:avLst/>
                  <a:gdLst>
                    <a:gd name="T0" fmla="*/ 109 w 585"/>
                    <a:gd name="T1" fmla="*/ 0 h 764"/>
                    <a:gd name="T2" fmla="*/ 585 w 585"/>
                    <a:gd name="T3" fmla="*/ 760 h 764"/>
                    <a:gd name="T4" fmla="*/ 582 w 585"/>
                    <a:gd name="T5" fmla="*/ 760 h 764"/>
                    <a:gd name="T6" fmla="*/ 575 w 585"/>
                    <a:gd name="T7" fmla="*/ 761 h 764"/>
                    <a:gd name="T8" fmla="*/ 563 w 585"/>
                    <a:gd name="T9" fmla="*/ 762 h 764"/>
                    <a:gd name="T10" fmla="*/ 548 w 585"/>
                    <a:gd name="T11" fmla="*/ 763 h 764"/>
                    <a:gd name="T12" fmla="*/ 529 w 585"/>
                    <a:gd name="T13" fmla="*/ 763 h 764"/>
                    <a:gd name="T14" fmla="*/ 506 w 585"/>
                    <a:gd name="T15" fmla="*/ 764 h 764"/>
                    <a:gd name="T16" fmla="*/ 481 w 585"/>
                    <a:gd name="T17" fmla="*/ 763 h 764"/>
                    <a:gd name="T18" fmla="*/ 454 w 585"/>
                    <a:gd name="T19" fmla="*/ 762 h 764"/>
                    <a:gd name="T20" fmla="*/ 424 w 585"/>
                    <a:gd name="T21" fmla="*/ 759 h 764"/>
                    <a:gd name="T22" fmla="*/ 393 w 585"/>
                    <a:gd name="T23" fmla="*/ 756 h 764"/>
                    <a:gd name="T24" fmla="*/ 360 w 585"/>
                    <a:gd name="T25" fmla="*/ 750 h 764"/>
                    <a:gd name="T26" fmla="*/ 328 w 585"/>
                    <a:gd name="T27" fmla="*/ 743 h 764"/>
                    <a:gd name="T28" fmla="*/ 295 w 585"/>
                    <a:gd name="T29" fmla="*/ 733 h 764"/>
                    <a:gd name="T30" fmla="*/ 261 w 585"/>
                    <a:gd name="T31" fmla="*/ 722 h 764"/>
                    <a:gd name="T32" fmla="*/ 228 w 585"/>
                    <a:gd name="T33" fmla="*/ 708 h 764"/>
                    <a:gd name="T34" fmla="*/ 196 w 585"/>
                    <a:gd name="T35" fmla="*/ 692 h 764"/>
                    <a:gd name="T36" fmla="*/ 165 w 585"/>
                    <a:gd name="T37" fmla="*/ 672 h 764"/>
                    <a:gd name="T38" fmla="*/ 135 w 585"/>
                    <a:gd name="T39" fmla="*/ 649 h 764"/>
                    <a:gd name="T40" fmla="*/ 108 w 585"/>
                    <a:gd name="T41" fmla="*/ 623 h 764"/>
                    <a:gd name="T42" fmla="*/ 83 w 585"/>
                    <a:gd name="T43" fmla="*/ 594 h 764"/>
                    <a:gd name="T44" fmla="*/ 61 w 585"/>
                    <a:gd name="T45" fmla="*/ 561 h 764"/>
                    <a:gd name="T46" fmla="*/ 43 w 585"/>
                    <a:gd name="T47" fmla="*/ 523 h 764"/>
                    <a:gd name="T48" fmla="*/ 24 w 585"/>
                    <a:gd name="T49" fmla="*/ 475 h 764"/>
                    <a:gd name="T50" fmla="*/ 11 w 585"/>
                    <a:gd name="T51" fmla="*/ 428 h 764"/>
                    <a:gd name="T52" fmla="*/ 4 w 585"/>
                    <a:gd name="T53" fmla="*/ 384 h 764"/>
                    <a:gd name="T54" fmla="*/ 0 w 585"/>
                    <a:gd name="T55" fmla="*/ 340 h 764"/>
                    <a:gd name="T56" fmla="*/ 1 w 585"/>
                    <a:gd name="T57" fmla="*/ 298 h 764"/>
                    <a:gd name="T58" fmla="*/ 4 w 585"/>
                    <a:gd name="T59" fmla="*/ 259 h 764"/>
                    <a:gd name="T60" fmla="*/ 10 w 585"/>
                    <a:gd name="T61" fmla="*/ 222 h 764"/>
                    <a:gd name="T62" fmla="*/ 19 w 585"/>
                    <a:gd name="T63" fmla="*/ 186 h 764"/>
                    <a:gd name="T64" fmla="*/ 29 w 585"/>
                    <a:gd name="T65" fmla="*/ 153 h 764"/>
                    <a:gd name="T66" fmla="*/ 41 w 585"/>
                    <a:gd name="T67" fmla="*/ 123 h 764"/>
                    <a:gd name="T68" fmla="*/ 52 w 585"/>
                    <a:gd name="T69" fmla="*/ 96 h 764"/>
                    <a:gd name="T70" fmla="*/ 65 w 585"/>
                    <a:gd name="T71" fmla="*/ 71 h 764"/>
                    <a:gd name="T72" fmla="*/ 76 w 585"/>
                    <a:gd name="T73" fmla="*/ 50 h 764"/>
                    <a:gd name="T74" fmla="*/ 86 w 585"/>
                    <a:gd name="T75" fmla="*/ 32 h 764"/>
                    <a:gd name="T76" fmla="*/ 96 w 585"/>
                    <a:gd name="T77" fmla="*/ 19 h 764"/>
                    <a:gd name="T78" fmla="*/ 103 w 585"/>
                    <a:gd name="T79" fmla="*/ 8 h 764"/>
                    <a:gd name="T80" fmla="*/ 108 w 585"/>
                    <a:gd name="T81" fmla="*/ 2 h 764"/>
                    <a:gd name="T82" fmla="*/ 109 w 585"/>
                    <a:gd name="T83" fmla="*/ 0 h 7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585" h="764">
                      <a:moveTo>
                        <a:pt x="109" y="0"/>
                      </a:moveTo>
                      <a:lnTo>
                        <a:pt x="585" y="760"/>
                      </a:lnTo>
                      <a:lnTo>
                        <a:pt x="582" y="760"/>
                      </a:lnTo>
                      <a:lnTo>
                        <a:pt x="575" y="761"/>
                      </a:lnTo>
                      <a:lnTo>
                        <a:pt x="563" y="762"/>
                      </a:lnTo>
                      <a:lnTo>
                        <a:pt x="548" y="763"/>
                      </a:lnTo>
                      <a:lnTo>
                        <a:pt x="529" y="763"/>
                      </a:lnTo>
                      <a:lnTo>
                        <a:pt x="506" y="764"/>
                      </a:lnTo>
                      <a:lnTo>
                        <a:pt x="481" y="763"/>
                      </a:lnTo>
                      <a:lnTo>
                        <a:pt x="454" y="762"/>
                      </a:lnTo>
                      <a:lnTo>
                        <a:pt x="424" y="759"/>
                      </a:lnTo>
                      <a:lnTo>
                        <a:pt x="393" y="756"/>
                      </a:lnTo>
                      <a:lnTo>
                        <a:pt x="360" y="750"/>
                      </a:lnTo>
                      <a:lnTo>
                        <a:pt x="328" y="743"/>
                      </a:lnTo>
                      <a:lnTo>
                        <a:pt x="295" y="733"/>
                      </a:lnTo>
                      <a:lnTo>
                        <a:pt x="261" y="722"/>
                      </a:lnTo>
                      <a:lnTo>
                        <a:pt x="228" y="708"/>
                      </a:lnTo>
                      <a:lnTo>
                        <a:pt x="196" y="692"/>
                      </a:lnTo>
                      <a:lnTo>
                        <a:pt x="165" y="672"/>
                      </a:lnTo>
                      <a:lnTo>
                        <a:pt x="135" y="649"/>
                      </a:lnTo>
                      <a:lnTo>
                        <a:pt x="108" y="623"/>
                      </a:lnTo>
                      <a:lnTo>
                        <a:pt x="83" y="594"/>
                      </a:lnTo>
                      <a:lnTo>
                        <a:pt x="61" y="561"/>
                      </a:lnTo>
                      <a:lnTo>
                        <a:pt x="43" y="523"/>
                      </a:lnTo>
                      <a:lnTo>
                        <a:pt x="24" y="475"/>
                      </a:lnTo>
                      <a:lnTo>
                        <a:pt x="11" y="428"/>
                      </a:lnTo>
                      <a:lnTo>
                        <a:pt x="4" y="384"/>
                      </a:lnTo>
                      <a:lnTo>
                        <a:pt x="0" y="340"/>
                      </a:lnTo>
                      <a:lnTo>
                        <a:pt x="1" y="298"/>
                      </a:lnTo>
                      <a:lnTo>
                        <a:pt x="4" y="259"/>
                      </a:lnTo>
                      <a:lnTo>
                        <a:pt x="10" y="222"/>
                      </a:lnTo>
                      <a:lnTo>
                        <a:pt x="19" y="186"/>
                      </a:lnTo>
                      <a:lnTo>
                        <a:pt x="29" y="153"/>
                      </a:lnTo>
                      <a:lnTo>
                        <a:pt x="41" y="123"/>
                      </a:lnTo>
                      <a:lnTo>
                        <a:pt x="52" y="96"/>
                      </a:lnTo>
                      <a:lnTo>
                        <a:pt x="65" y="71"/>
                      </a:lnTo>
                      <a:lnTo>
                        <a:pt x="76" y="50"/>
                      </a:lnTo>
                      <a:lnTo>
                        <a:pt x="86" y="32"/>
                      </a:lnTo>
                      <a:lnTo>
                        <a:pt x="96" y="19"/>
                      </a:lnTo>
                      <a:lnTo>
                        <a:pt x="103" y="8"/>
                      </a:lnTo>
                      <a:lnTo>
                        <a:pt x="108" y="2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62527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7" name="Freeform 10">
                  <a:extLst>
                    <a:ext uri="{FF2B5EF4-FFF2-40B4-BE49-F238E27FC236}">
                      <a16:creationId xmlns:a16="http://schemas.microsoft.com/office/drawing/2014/main" id="{0E49FBFC-5C48-E731-3554-CC3196C659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19134" y="1543163"/>
                  <a:ext cx="850139" cy="998403"/>
                </a:xfrm>
                <a:custGeom>
                  <a:avLst/>
                  <a:gdLst>
                    <a:gd name="T0" fmla="*/ 470 w 625"/>
                    <a:gd name="T1" fmla="*/ 0 h 734"/>
                    <a:gd name="T2" fmla="*/ 503 w 625"/>
                    <a:gd name="T3" fmla="*/ 1 h 734"/>
                    <a:gd name="T4" fmla="*/ 532 w 625"/>
                    <a:gd name="T5" fmla="*/ 3 h 734"/>
                    <a:gd name="T6" fmla="*/ 560 w 625"/>
                    <a:gd name="T7" fmla="*/ 7 h 734"/>
                    <a:gd name="T8" fmla="*/ 581 w 625"/>
                    <a:gd name="T9" fmla="*/ 11 h 734"/>
                    <a:gd name="T10" fmla="*/ 600 w 625"/>
                    <a:gd name="T11" fmla="*/ 15 h 734"/>
                    <a:gd name="T12" fmla="*/ 614 w 625"/>
                    <a:gd name="T13" fmla="*/ 18 h 734"/>
                    <a:gd name="T14" fmla="*/ 622 w 625"/>
                    <a:gd name="T15" fmla="*/ 21 h 734"/>
                    <a:gd name="T16" fmla="*/ 625 w 625"/>
                    <a:gd name="T17" fmla="*/ 22 h 734"/>
                    <a:gd name="T18" fmla="*/ 79 w 625"/>
                    <a:gd name="T19" fmla="*/ 734 h 734"/>
                    <a:gd name="T20" fmla="*/ 77 w 625"/>
                    <a:gd name="T21" fmla="*/ 730 h 734"/>
                    <a:gd name="T22" fmla="*/ 74 w 625"/>
                    <a:gd name="T23" fmla="*/ 723 h 734"/>
                    <a:gd name="T24" fmla="*/ 68 w 625"/>
                    <a:gd name="T25" fmla="*/ 712 h 734"/>
                    <a:gd name="T26" fmla="*/ 62 w 625"/>
                    <a:gd name="T27" fmla="*/ 696 h 734"/>
                    <a:gd name="T28" fmla="*/ 54 w 625"/>
                    <a:gd name="T29" fmla="*/ 677 h 734"/>
                    <a:gd name="T30" fmla="*/ 45 w 625"/>
                    <a:gd name="T31" fmla="*/ 654 h 734"/>
                    <a:gd name="T32" fmla="*/ 37 w 625"/>
                    <a:gd name="T33" fmla="*/ 628 h 734"/>
                    <a:gd name="T34" fmla="*/ 28 w 625"/>
                    <a:gd name="T35" fmla="*/ 600 h 734"/>
                    <a:gd name="T36" fmla="*/ 20 w 625"/>
                    <a:gd name="T37" fmla="*/ 569 h 734"/>
                    <a:gd name="T38" fmla="*/ 13 w 625"/>
                    <a:gd name="T39" fmla="*/ 537 h 734"/>
                    <a:gd name="T40" fmla="*/ 7 w 625"/>
                    <a:gd name="T41" fmla="*/ 503 h 734"/>
                    <a:gd name="T42" fmla="*/ 3 w 625"/>
                    <a:gd name="T43" fmla="*/ 467 h 734"/>
                    <a:gd name="T44" fmla="*/ 0 w 625"/>
                    <a:gd name="T45" fmla="*/ 430 h 734"/>
                    <a:gd name="T46" fmla="*/ 1 w 625"/>
                    <a:gd name="T47" fmla="*/ 392 h 734"/>
                    <a:gd name="T48" fmla="*/ 5 w 625"/>
                    <a:gd name="T49" fmla="*/ 355 h 734"/>
                    <a:gd name="T50" fmla="*/ 12 w 625"/>
                    <a:gd name="T51" fmla="*/ 318 h 734"/>
                    <a:gd name="T52" fmla="*/ 22 w 625"/>
                    <a:gd name="T53" fmla="*/ 280 h 734"/>
                    <a:gd name="T54" fmla="*/ 38 w 625"/>
                    <a:gd name="T55" fmla="*/ 244 h 734"/>
                    <a:gd name="T56" fmla="*/ 57 w 625"/>
                    <a:gd name="T57" fmla="*/ 208 h 734"/>
                    <a:gd name="T58" fmla="*/ 82 w 625"/>
                    <a:gd name="T59" fmla="*/ 175 h 734"/>
                    <a:gd name="T60" fmla="*/ 111 w 625"/>
                    <a:gd name="T61" fmla="*/ 143 h 734"/>
                    <a:gd name="T62" fmla="*/ 151 w 625"/>
                    <a:gd name="T63" fmla="*/ 107 h 734"/>
                    <a:gd name="T64" fmla="*/ 193 w 625"/>
                    <a:gd name="T65" fmla="*/ 77 h 734"/>
                    <a:gd name="T66" fmla="*/ 235 w 625"/>
                    <a:gd name="T67" fmla="*/ 54 h 734"/>
                    <a:gd name="T68" fmla="*/ 276 w 625"/>
                    <a:gd name="T69" fmla="*/ 36 h 734"/>
                    <a:gd name="T70" fmla="*/ 318 w 625"/>
                    <a:gd name="T71" fmla="*/ 21 h 734"/>
                    <a:gd name="T72" fmla="*/ 359 w 625"/>
                    <a:gd name="T73" fmla="*/ 11 h 734"/>
                    <a:gd name="T74" fmla="*/ 397 w 625"/>
                    <a:gd name="T75" fmla="*/ 5 h 734"/>
                    <a:gd name="T76" fmla="*/ 435 w 625"/>
                    <a:gd name="T77" fmla="*/ 1 h 734"/>
                    <a:gd name="T78" fmla="*/ 470 w 625"/>
                    <a:gd name="T79" fmla="*/ 0 h 7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625" h="734">
                      <a:moveTo>
                        <a:pt x="470" y="0"/>
                      </a:moveTo>
                      <a:lnTo>
                        <a:pt x="503" y="1"/>
                      </a:lnTo>
                      <a:lnTo>
                        <a:pt x="532" y="3"/>
                      </a:lnTo>
                      <a:lnTo>
                        <a:pt x="560" y="7"/>
                      </a:lnTo>
                      <a:lnTo>
                        <a:pt x="581" y="11"/>
                      </a:lnTo>
                      <a:lnTo>
                        <a:pt x="600" y="15"/>
                      </a:lnTo>
                      <a:lnTo>
                        <a:pt x="614" y="18"/>
                      </a:lnTo>
                      <a:lnTo>
                        <a:pt x="622" y="21"/>
                      </a:lnTo>
                      <a:lnTo>
                        <a:pt x="625" y="22"/>
                      </a:lnTo>
                      <a:lnTo>
                        <a:pt x="79" y="734"/>
                      </a:lnTo>
                      <a:lnTo>
                        <a:pt x="77" y="730"/>
                      </a:lnTo>
                      <a:lnTo>
                        <a:pt x="74" y="723"/>
                      </a:lnTo>
                      <a:lnTo>
                        <a:pt x="68" y="712"/>
                      </a:lnTo>
                      <a:lnTo>
                        <a:pt x="62" y="696"/>
                      </a:lnTo>
                      <a:lnTo>
                        <a:pt x="54" y="677"/>
                      </a:lnTo>
                      <a:lnTo>
                        <a:pt x="45" y="654"/>
                      </a:lnTo>
                      <a:lnTo>
                        <a:pt x="37" y="628"/>
                      </a:lnTo>
                      <a:lnTo>
                        <a:pt x="28" y="600"/>
                      </a:lnTo>
                      <a:lnTo>
                        <a:pt x="20" y="569"/>
                      </a:lnTo>
                      <a:lnTo>
                        <a:pt x="13" y="537"/>
                      </a:lnTo>
                      <a:lnTo>
                        <a:pt x="7" y="503"/>
                      </a:lnTo>
                      <a:lnTo>
                        <a:pt x="3" y="467"/>
                      </a:lnTo>
                      <a:lnTo>
                        <a:pt x="0" y="430"/>
                      </a:lnTo>
                      <a:lnTo>
                        <a:pt x="1" y="392"/>
                      </a:lnTo>
                      <a:lnTo>
                        <a:pt x="5" y="355"/>
                      </a:lnTo>
                      <a:lnTo>
                        <a:pt x="12" y="318"/>
                      </a:lnTo>
                      <a:lnTo>
                        <a:pt x="22" y="280"/>
                      </a:lnTo>
                      <a:lnTo>
                        <a:pt x="38" y="244"/>
                      </a:lnTo>
                      <a:lnTo>
                        <a:pt x="57" y="208"/>
                      </a:lnTo>
                      <a:lnTo>
                        <a:pt x="82" y="175"/>
                      </a:lnTo>
                      <a:lnTo>
                        <a:pt x="111" y="143"/>
                      </a:lnTo>
                      <a:lnTo>
                        <a:pt x="151" y="107"/>
                      </a:lnTo>
                      <a:lnTo>
                        <a:pt x="193" y="77"/>
                      </a:lnTo>
                      <a:lnTo>
                        <a:pt x="235" y="54"/>
                      </a:lnTo>
                      <a:lnTo>
                        <a:pt x="276" y="36"/>
                      </a:lnTo>
                      <a:lnTo>
                        <a:pt x="318" y="21"/>
                      </a:lnTo>
                      <a:lnTo>
                        <a:pt x="359" y="11"/>
                      </a:lnTo>
                      <a:lnTo>
                        <a:pt x="397" y="5"/>
                      </a:lnTo>
                      <a:lnTo>
                        <a:pt x="435" y="1"/>
                      </a:lnTo>
                      <a:lnTo>
                        <a:pt x="470" y="0"/>
                      </a:lnTo>
                      <a:close/>
                    </a:path>
                  </a:pathLst>
                </a:custGeom>
                <a:solidFill>
                  <a:srgbClr val="5F0095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62527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Freeform 12">
                  <a:extLst>
                    <a:ext uri="{FF2B5EF4-FFF2-40B4-BE49-F238E27FC236}">
                      <a16:creationId xmlns:a16="http://schemas.microsoft.com/office/drawing/2014/main" id="{ACFA0A0F-7945-D936-1D50-322F70617B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88837" y="1684626"/>
                  <a:ext cx="2188597" cy="3879351"/>
                </a:xfrm>
                <a:custGeom>
                  <a:avLst/>
                  <a:gdLst>
                    <a:gd name="T0" fmla="*/ 1112 w 1609"/>
                    <a:gd name="T1" fmla="*/ 25 h 2852"/>
                    <a:gd name="T2" fmla="*/ 1075 w 1609"/>
                    <a:gd name="T3" fmla="*/ 85 h 2852"/>
                    <a:gd name="T4" fmla="*/ 1053 w 1609"/>
                    <a:gd name="T5" fmla="*/ 153 h 2852"/>
                    <a:gd name="T6" fmla="*/ 1046 w 1609"/>
                    <a:gd name="T7" fmla="*/ 219 h 2852"/>
                    <a:gd name="T8" fmla="*/ 1045 w 1609"/>
                    <a:gd name="T9" fmla="*/ 251 h 2852"/>
                    <a:gd name="T10" fmla="*/ 1046 w 1609"/>
                    <a:gd name="T11" fmla="*/ 280 h 2852"/>
                    <a:gd name="T12" fmla="*/ 1049 w 1609"/>
                    <a:gd name="T13" fmla="*/ 314 h 2852"/>
                    <a:gd name="T14" fmla="*/ 1053 w 1609"/>
                    <a:gd name="T15" fmla="*/ 347 h 2852"/>
                    <a:gd name="T16" fmla="*/ 1059 w 1609"/>
                    <a:gd name="T17" fmla="*/ 381 h 2852"/>
                    <a:gd name="T18" fmla="*/ 1065 w 1609"/>
                    <a:gd name="T19" fmla="*/ 416 h 2852"/>
                    <a:gd name="T20" fmla="*/ 1072 w 1609"/>
                    <a:gd name="T21" fmla="*/ 450 h 2852"/>
                    <a:gd name="T22" fmla="*/ 1091 w 1609"/>
                    <a:gd name="T23" fmla="*/ 519 h 2852"/>
                    <a:gd name="T24" fmla="*/ 1101 w 1609"/>
                    <a:gd name="T25" fmla="*/ 558 h 2852"/>
                    <a:gd name="T26" fmla="*/ 1113 w 1609"/>
                    <a:gd name="T27" fmla="*/ 591 h 2852"/>
                    <a:gd name="T28" fmla="*/ 1124 w 1609"/>
                    <a:gd name="T29" fmla="*/ 628 h 2852"/>
                    <a:gd name="T30" fmla="*/ 1137 w 1609"/>
                    <a:gd name="T31" fmla="*/ 665 h 2852"/>
                    <a:gd name="T32" fmla="*/ 1149 w 1609"/>
                    <a:gd name="T33" fmla="*/ 699 h 2852"/>
                    <a:gd name="T34" fmla="*/ 1176 w 1609"/>
                    <a:gd name="T35" fmla="*/ 770 h 2852"/>
                    <a:gd name="T36" fmla="*/ 1203 w 1609"/>
                    <a:gd name="T37" fmla="*/ 840 h 2852"/>
                    <a:gd name="T38" fmla="*/ 1218 w 1609"/>
                    <a:gd name="T39" fmla="*/ 875 h 2852"/>
                    <a:gd name="T40" fmla="*/ 1231 w 1609"/>
                    <a:gd name="T41" fmla="*/ 908 h 2852"/>
                    <a:gd name="T42" fmla="*/ 1253 w 1609"/>
                    <a:gd name="T43" fmla="*/ 959 h 2852"/>
                    <a:gd name="T44" fmla="*/ 1284 w 1609"/>
                    <a:gd name="T45" fmla="*/ 1031 h 2852"/>
                    <a:gd name="T46" fmla="*/ 1294 w 1609"/>
                    <a:gd name="T47" fmla="*/ 1057 h 2852"/>
                    <a:gd name="T48" fmla="*/ 1306 w 1609"/>
                    <a:gd name="T49" fmla="*/ 1087 h 2852"/>
                    <a:gd name="T50" fmla="*/ 1316 w 1609"/>
                    <a:gd name="T51" fmla="*/ 1111 h 2852"/>
                    <a:gd name="T52" fmla="*/ 1326 w 1609"/>
                    <a:gd name="T53" fmla="*/ 1137 h 2852"/>
                    <a:gd name="T54" fmla="*/ 1335 w 1609"/>
                    <a:gd name="T55" fmla="*/ 1160 h 2852"/>
                    <a:gd name="T56" fmla="*/ 1343 w 1609"/>
                    <a:gd name="T57" fmla="*/ 1181 h 2852"/>
                    <a:gd name="T58" fmla="*/ 1350 w 1609"/>
                    <a:gd name="T59" fmla="*/ 1204 h 2852"/>
                    <a:gd name="T60" fmla="*/ 1367 w 1609"/>
                    <a:gd name="T61" fmla="*/ 1260 h 2852"/>
                    <a:gd name="T62" fmla="*/ 1390 w 1609"/>
                    <a:gd name="T63" fmla="*/ 1332 h 2852"/>
                    <a:gd name="T64" fmla="*/ 1413 w 1609"/>
                    <a:gd name="T65" fmla="*/ 1408 h 2852"/>
                    <a:gd name="T66" fmla="*/ 1438 w 1609"/>
                    <a:gd name="T67" fmla="*/ 1488 h 2852"/>
                    <a:gd name="T68" fmla="*/ 1467 w 1609"/>
                    <a:gd name="T69" fmla="*/ 1582 h 2852"/>
                    <a:gd name="T70" fmla="*/ 1495 w 1609"/>
                    <a:gd name="T71" fmla="*/ 1676 h 2852"/>
                    <a:gd name="T72" fmla="*/ 1523 w 1609"/>
                    <a:gd name="T73" fmla="*/ 1765 h 2852"/>
                    <a:gd name="T74" fmla="*/ 1548 w 1609"/>
                    <a:gd name="T75" fmla="*/ 1847 h 2852"/>
                    <a:gd name="T76" fmla="*/ 1571 w 1609"/>
                    <a:gd name="T77" fmla="*/ 1920 h 2852"/>
                    <a:gd name="T78" fmla="*/ 1589 w 1609"/>
                    <a:gd name="T79" fmla="*/ 1979 h 2852"/>
                    <a:gd name="T80" fmla="*/ 1602 w 1609"/>
                    <a:gd name="T81" fmla="*/ 2021 h 2852"/>
                    <a:gd name="T82" fmla="*/ 1608 w 1609"/>
                    <a:gd name="T83" fmla="*/ 2044 h 2852"/>
                    <a:gd name="T84" fmla="*/ 545 w 1609"/>
                    <a:gd name="T85" fmla="*/ 2852 h 2852"/>
                    <a:gd name="T86" fmla="*/ 4 w 1609"/>
                    <a:gd name="T87" fmla="*/ 1219 h 2852"/>
                    <a:gd name="T88" fmla="*/ 0 w 1609"/>
                    <a:gd name="T89" fmla="*/ 1119 h 2852"/>
                    <a:gd name="T90" fmla="*/ 12 w 1609"/>
                    <a:gd name="T91" fmla="*/ 1031 h 2852"/>
                    <a:gd name="T92" fmla="*/ 37 w 1609"/>
                    <a:gd name="T93" fmla="*/ 954 h 2852"/>
                    <a:gd name="T94" fmla="*/ 69 w 1609"/>
                    <a:gd name="T95" fmla="*/ 887 h 2852"/>
                    <a:gd name="T96" fmla="*/ 107 w 1609"/>
                    <a:gd name="T97" fmla="*/ 832 h 2852"/>
                    <a:gd name="T98" fmla="*/ 144 w 1609"/>
                    <a:gd name="T99" fmla="*/ 788 h 2852"/>
                    <a:gd name="T100" fmla="*/ 179 w 1609"/>
                    <a:gd name="T101" fmla="*/ 754 h 2852"/>
                    <a:gd name="T102" fmla="*/ 206 w 1609"/>
                    <a:gd name="T103" fmla="*/ 732 h 2852"/>
                    <a:gd name="T104" fmla="*/ 220 w 1609"/>
                    <a:gd name="T105" fmla="*/ 721 h 2852"/>
                    <a:gd name="T106" fmla="*/ 1137 w 1609"/>
                    <a:gd name="T107" fmla="*/ 0 h 28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609" h="2852">
                      <a:moveTo>
                        <a:pt x="1137" y="0"/>
                      </a:moveTo>
                      <a:lnTo>
                        <a:pt x="1112" y="25"/>
                      </a:lnTo>
                      <a:lnTo>
                        <a:pt x="1091" y="53"/>
                      </a:lnTo>
                      <a:lnTo>
                        <a:pt x="1075" y="85"/>
                      </a:lnTo>
                      <a:lnTo>
                        <a:pt x="1063" y="118"/>
                      </a:lnTo>
                      <a:lnTo>
                        <a:pt x="1053" y="153"/>
                      </a:lnTo>
                      <a:lnTo>
                        <a:pt x="1048" y="192"/>
                      </a:lnTo>
                      <a:lnTo>
                        <a:pt x="1046" y="219"/>
                      </a:lnTo>
                      <a:lnTo>
                        <a:pt x="1046" y="224"/>
                      </a:lnTo>
                      <a:lnTo>
                        <a:pt x="1045" y="251"/>
                      </a:lnTo>
                      <a:lnTo>
                        <a:pt x="1045" y="252"/>
                      </a:lnTo>
                      <a:lnTo>
                        <a:pt x="1046" y="280"/>
                      </a:lnTo>
                      <a:lnTo>
                        <a:pt x="1047" y="285"/>
                      </a:lnTo>
                      <a:lnTo>
                        <a:pt x="1049" y="314"/>
                      </a:lnTo>
                      <a:lnTo>
                        <a:pt x="1049" y="318"/>
                      </a:lnTo>
                      <a:lnTo>
                        <a:pt x="1053" y="347"/>
                      </a:lnTo>
                      <a:lnTo>
                        <a:pt x="1053" y="350"/>
                      </a:lnTo>
                      <a:lnTo>
                        <a:pt x="1059" y="381"/>
                      </a:lnTo>
                      <a:lnTo>
                        <a:pt x="1060" y="385"/>
                      </a:lnTo>
                      <a:lnTo>
                        <a:pt x="1065" y="416"/>
                      </a:lnTo>
                      <a:lnTo>
                        <a:pt x="1066" y="417"/>
                      </a:lnTo>
                      <a:lnTo>
                        <a:pt x="1072" y="450"/>
                      </a:lnTo>
                      <a:lnTo>
                        <a:pt x="1074" y="455"/>
                      </a:lnTo>
                      <a:lnTo>
                        <a:pt x="1091" y="519"/>
                      </a:lnTo>
                      <a:lnTo>
                        <a:pt x="1092" y="524"/>
                      </a:lnTo>
                      <a:lnTo>
                        <a:pt x="1101" y="558"/>
                      </a:lnTo>
                      <a:lnTo>
                        <a:pt x="1102" y="560"/>
                      </a:lnTo>
                      <a:lnTo>
                        <a:pt x="1113" y="591"/>
                      </a:lnTo>
                      <a:lnTo>
                        <a:pt x="1114" y="595"/>
                      </a:lnTo>
                      <a:lnTo>
                        <a:pt x="1124" y="628"/>
                      </a:lnTo>
                      <a:lnTo>
                        <a:pt x="1126" y="633"/>
                      </a:lnTo>
                      <a:lnTo>
                        <a:pt x="1137" y="665"/>
                      </a:lnTo>
                      <a:lnTo>
                        <a:pt x="1138" y="667"/>
                      </a:lnTo>
                      <a:lnTo>
                        <a:pt x="1149" y="699"/>
                      </a:lnTo>
                      <a:lnTo>
                        <a:pt x="1151" y="704"/>
                      </a:lnTo>
                      <a:lnTo>
                        <a:pt x="1176" y="770"/>
                      </a:lnTo>
                      <a:lnTo>
                        <a:pt x="1178" y="775"/>
                      </a:lnTo>
                      <a:lnTo>
                        <a:pt x="1203" y="840"/>
                      </a:lnTo>
                      <a:lnTo>
                        <a:pt x="1205" y="843"/>
                      </a:lnTo>
                      <a:lnTo>
                        <a:pt x="1218" y="875"/>
                      </a:lnTo>
                      <a:lnTo>
                        <a:pt x="1219" y="876"/>
                      </a:lnTo>
                      <a:lnTo>
                        <a:pt x="1231" y="908"/>
                      </a:lnTo>
                      <a:lnTo>
                        <a:pt x="1232" y="908"/>
                      </a:lnTo>
                      <a:lnTo>
                        <a:pt x="1253" y="959"/>
                      </a:lnTo>
                      <a:lnTo>
                        <a:pt x="1273" y="1007"/>
                      </a:lnTo>
                      <a:lnTo>
                        <a:pt x="1284" y="1031"/>
                      </a:lnTo>
                      <a:lnTo>
                        <a:pt x="1285" y="1035"/>
                      </a:lnTo>
                      <a:lnTo>
                        <a:pt x="1294" y="1057"/>
                      </a:lnTo>
                      <a:lnTo>
                        <a:pt x="1297" y="1063"/>
                      </a:lnTo>
                      <a:lnTo>
                        <a:pt x="1306" y="1087"/>
                      </a:lnTo>
                      <a:lnTo>
                        <a:pt x="1309" y="1090"/>
                      </a:lnTo>
                      <a:lnTo>
                        <a:pt x="1316" y="1111"/>
                      </a:lnTo>
                      <a:lnTo>
                        <a:pt x="1318" y="1115"/>
                      </a:lnTo>
                      <a:lnTo>
                        <a:pt x="1326" y="1137"/>
                      </a:lnTo>
                      <a:lnTo>
                        <a:pt x="1328" y="1141"/>
                      </a:lnTo>
                      <a:lnTo>
                        <a:pt x="1335" y="1160"/>
                      </a:lnTo>
                      <a:lnTo>
                        <a:pt x="1336" y="1162"/>
                      </a:lnTo>
                      <a:lnTo>
                        <a:pt x="1343" y="1181"/>
                      </a:lnTo>
                      <a:lnTo>
                        <a:pt x="1344" y="1185"/>
                      </a:lnTo>
                      <a:lnTo>
                        <a:pt x="1350" y="1204"/>
                      </a:lnTo>
                      <a:lnTo>
                        <a:pt x="1358" y="1231"/>
                      </a:lnTo>
                      <a:lnTo>
                        <a:pt x="1367" y="1260"/>
                      </a:lnTo>
                      <a:lnTo>
                        <a:pt x="1371" y="1271"/>
                      </a:lnTo>
                      <a:lnTo>
                        <a:pt x="1390" y="1332"/>
                      </a:lnTo>
                      <a:lnTo>
                        <a:pt x="1391" y="1336"/>
                      </a:lnTo>
                      <a:lnTo>
                        <a:pt x="1413" y="1408"/>
                      </a:lnTo>
                      <a:lnTo>
                        <a:pt x="1437" y="1484"/>
                      </a:lnTo>
                      <a:lnTo>
                        <a:pt x="1438" y="1488"/>
                      </a:lnTo>
                      <a:lnTo>
                        <a:pt x="1452" y="1535"/>
                      </a:lnTo>
                      <a:lnTo>
                        <a:pt x="1467" y="1582"/>
                      </a:lnTo>
                      <a:lnTo>
                        <a:pt x="1481" y="1629"/>
                      </a:lnTo>
                      <a:lnTo>
                        <a:pt x="1495" y="1676"/>
                      </a:lnTo>
                      <a:lnTo>
                        <a:pt x="1509" y="1720"/>
                      </a:lnTo>
                      <a:lnTo>
                        <a:pt x="1523" y="1765"/>
                      </a:lnTo>
                      <a:lnTo>
                        <a:pt x="1535" y="1807"/>
                      </a:lnTo>
                      <a:lnTo>
                        <a:pt x="1548" y="1847"/>
                      </a:lnTo>
                      <a:lnTo>
                        <a:pt x="1559" y="1885"/>
                      </a:lnTo>
                      <a:lnTo>
                        <a:pt x="1571" y="1920"/>
                      </a:lnTo>
                      <a:lnTo>
                        <a:pt x="1580" y="1951"/>
                      </a:lnTo>
                      <a:lnTo>
                        <a:pt x="1589" y="1979"/>
                      </a:lnTo>
                      <a:lnTo>
                        <a:pt x="1596" y="2002"/>
                      </a:lnTo>
                      <a:lnTo>
                        <a:pt x="1602" y="2021"/>
                      </a:lnTo>
                      <a:lnTo>
                        <a:pt x="1606" y="2035"/>
                      </a:lnTo>
                      <a:lnTo>
                        <a:pt x="1608" y="2044"/>
                      </a:lnTo>
                      <a:lnTo>
                        <a:pt x="1609" y="2047"/>
                      </a:lnTo>
                      <a:lnTo>
                        <a:pt x="545" y="2852"/>
                      </a:lnTo>
                      <a:lnTo>
                        <a:pt x="12" y="1273"/>
                      </a:lnTo>
                      <a:lnTo>
                        <a:pt x="4" y="1219"/>
                      </a:lnTo>
                      <a:lnTo>
                        <a:pt x="0" y="1168"/>
                      </a:lnTo>
                      <a:lnTo>
                        <a:pt x="0" y="1119"/>
                      </a:lnTo>
                      <a:lnTo>
                        <a:pt x="4" y="1075"/>
                      </a:lnTo>
                      <a:lnTo>
                        <a:pt x="12" y="1031"/>
                      </a:lnTo>
                      <a:lnTo>
                        <a:pt x="23" y="991"/>
                      </a:lnTo>
                      <a:lnTo>
                        <a:pt x="37" y="954"/>
                      </a:lnTo>
                      <a:lnTo>
                        <a:pt x="53" y="920"/>
                      </a:lnTo>
                      <a:lnTo>
                        <a:pt x="69" y="887"/>
                      </a:lnTo>
                      <a:lnTo>
                        <a:pt x="88" y="858"/>
                      </a:lnTo>
                      <a:lnTo>
                        <a:pt x="107" y="832"/>
                      </a:lnTo>
                      <a:lnTo>
                        <a:pt x="126" y="808"/>
                      </a:lnTo>
                      <a:lnTo>
                        <a:pt x="144" y="788"/>
                      </a:lnTo>
                      <a:lnTo>
                        <a:pt x="162" y="770"/>
                      </a:lnTo>
                      <a:lnTo>
                        <a:pt x="179" y="754"/>
                      </a:lnTo>
                      <a:lnTo>
                        <a:pt x="193" y="742"/>
                      </a:lnTo>
                      <a:lnTo>
                        <a:pt x="206" y="732"/>
                      </a:lnTo>
                      <a:lnTo>
                        <a:pt x="214" y="725"/>
                      </a:lnTo>
                      <a:lnTo>
                        <a:pt x="220" y="721"/>
                      </a:lnTo>
                      <a:lnTo>
                        <a:pt x="223" y="720"/>
                      </a:lnTo>
                      <a:lnTo>
                        <a:pt x="1137" y="0"/>
                      </a:lnTo>
                      <a:close/>
                    </a:path>
                  </a:pathLst>
                </a:custGeom>
                <a:solidFill>
                  <a:srgbClr val="380089"/>
                </a:solidFill>
                <a:ln w="0">
                  <a:solidFill>
                    <a:srgbClr val="380089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62527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Freeform 13">
                  <a:extLst>
                    <a:ext uri="{FF2B5EF4-FFF2-40B4-BE49-F238E27FC236}">
                      <a16:creationId xmlns:a16="http://schemas.microsoft.com/office/drawing/2014/main" id="{95CBDDC0-742F-52B2-871F-BB17A3C9FC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87477" y="3764405"/>
                  <a:ext cx="3363828" cy="2143709"/>
                </a:xfrm>
                <a:custGeom>
                  <a:avLst/>
                  <a:gdLst>
                    <a:gd name="T0" fmla="*/ 12 w 2473"/>
                    <a:gd name="T1" fmla="*/ 34 h 1576"/>
                    <a:gd name="T2" fmla="*/ 50 w 2473"/>
                    <a:gd name="T3" fmla="*/ 94 h 1576"/>
                    <a:gd name="T4" fmla="*/ 103 w 2473"/>
                    <a:gd name="T5" fmla="*/ 143 h 1576"/>
                    <a:gd name="T6" fmla="*/ 171 w 2473"/>
                    <a:gd name="T7" fmla="*/ 180 h 1576"/>
                    <a:gd name="T8" fmla="*/ 251 w 2473"/>
                    <a:gd name="T9" fmla="*/ 209 h 1576"/>
                    <a:gd name="T10" fmla="*/ 340 w 2473"/>
                    <a:gd name="T11" fmla="*/ 230 h 1576"/>
                    <a:gd name="T12" fmla="*/ 437 w 2473"/>
                    <a:gd name="T13" fmla="*/ 243 h 1576"/>
                    <a:gd name="T14" fmla="*/ 538 w 2473"/>
                    <a:gd name="T15" fmla="*/ 252 h 1576"/>
                    <a:gd name="T16" fmla="*/ 641 w 2473"/>
                    <a:gd name="T17" fmla="*/ 255 h 1576"/>
                    <a:gd name="T18" fmla="*/ 744 w 2473"/>
                    <a:gd name="T19" fmla="*/ 255 h 1576"/>
                    <a:gd name="T20" fmla="*/ 845 w 2473"/>
                    <a:gd name="T21" fmla="*/ 253 h 1576"/>
                    <a:gd name="T22" fmla="*/ 942 w 2473"/>
                    <a:gd name="T23" fmla="*/ 250 h 1576"/>
                    <a:gd name="T24" fmla="*/ 1032 w 2473"/>
                    <a:gd name="T25" fmla="*/ 247 h 1576"/>
                    <a:gd name="T26" fmla="*/ 1112 w 2473"/>
                    <a:gd name="T27" fmla="*/ 243 h 1576"/>
                    <a:gd name="T28" fmla="*/ 1179 w 2473"/>
                    <a:gd name="T29" fmla="*/ 243 h 1576"/>
                    <a:gd name="T30" fmla="*/ 1248 w 2473"/>
                    <a:gd name="T31" fmla="*/ 248 h 1576"/>
                    <a:gd name="T32" fmla="*/ 1337 w 2473"/>
                    <a:gd name="T33" fmla="*/ 253 h 1576"/>
                    <a:gd name="T34" fmla="*/ 1435 w 2473"/>
                    <a:gd name="T35" fmla="*/ 258 h 1576"/>
                    <a:gd name="T36" fmla="*/ 1541 w 2473"/>
                    <a:gd name="T37" fmla="*/ 264 h 1576"/>
                    <a:gd name="T38" fmla="*/ 1648 w 2473"/>
                    <a:gd name="T39" fmla="*/ 271 h 1576"/>
                    <a:gd name="T40" fmla="*/ 1752 w 2473"/>
                    <a:gd name="T41" fmla="*/ 278 h 1576"/>
                    <a:gd name="T42" fmla="*/ 1850 w 2473"/>
                    <a:gd name="T43" fmla="*/ 283 h 1576"/>
                    <a:gd name="T44" fmla="*/ 1936 w 2473"/>
                    <a:gd name="T45" fmla="*/ 288 h 1576"/>
                    <a:gd name="T46" fmla="*/ 2008 w 2473"/>
                    <a:gd name="T47" fmla="*/ 293 h 1576"/>
                    <a:gd name="T48" fmla="*/ 2060 w 2473"/>
                    <a:gd name="T49" fmla="*/ 296 h 1576"/>
                    <a:gd name="T50" fmla="*/ 2087 w 2473"/>
                    <a:gd name="T51" fmla="*/ 297 h 1576"/>
                    <a:gd name="T52" fmla="*/ 2473 w 2473"/>
                    <a:gd name="T53" fmla="*/ 1576 h 1576"/>
                    <a:gd name="T54" fmla="*/ 753 w 2473"/>
                    <a:gd name="T55" fmla="*/ 1510 h 1576"/>
                    <a:gd name="T56" fmla="*/ 663 w 2473"/>
                    <a:gd name="T57" fmla="*/ 1481 h 1576"/>
                    <a:gd name="T58" fmla="*/ 587 w 2473"/>
                    <a:gd name="T59" fmla="*/ 1441 h 1576"/>
                    <a:gd name="T60" fmla="*/ 524 w 2473"/>
                    <a:gd name="T61" fmla="*/ 1394 h 1576"/>
                    <a:gd name="T62" fmla="*/ 473 w 2473"/>
                    <a:gd name="T63" fmla="*/ 1343 h 1576"/>
                    <a:gd name="T64" fmla="*/ 434 w 2473"/>
                    <a:gd name="T65" fmla="*/ 1291 h 1576"/>
                    <a:gd name="T66" fmla="*/ 405 w 2473"/>
                    <a:gd name="T67" fmla="*/ 1241 h 1576"/>
                    <a:gd name="T68" fmla="*/ 383 w 2473"/>
                    <a:gd name="T69" fmla="*/ 1197 h 1576"/>
                    <a:gd name="T70" fmla="*/ 369 w 2473"/>
                    <a:gd name="T71" fmla="*/ 1162 h 1576"/>
                    <a:gd name="T72" fmla="*/ 362 w 2473"/>
                    <a:gd name="T73" fmla="*/ 1138 h 1576"/>
                    <a:gd name="T74" fmla="*/ 360 w 2473"/>
                    <a:gd name="T75" fmla="*/ 1129 h 15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2473" h="1576">
                      <a:moveTo>
                        <a:pt x="0" y="0"/>
                      </a:moveTo>
                      <a:lnTo>
                        <a:pt x="12" y="34"/>
                      </a:lnTo>
                      <a:lnTo>
                        <a:pt x="28" y="66"/>
                      </a:lnTo>
                      <a:lnTo>
                        <a:pt x="50" y="94"/>
                      </a:lnTo>
                      <a:lnTo>
                        <a:pt x="75" y="120"/>
                      </a:lnTo>
                      <a:lnTo>
                        <a:pt x="103" y="143"/>
                      </a:lnTo>
                      <a:lnTo>
                        <a:pt x="135" y="162"/>
                      </a:lnTo>
                      <a:lnTo>
                        <a:pt x="171" y="180"/>
                      </a:lnTo>
                      <a:lnTo>
                        <a:pt x="210" y="196"/>
                      </a:lnTo>
                      <a:lnTo>
                        <a:pt x="251" y="209"/>
                      </a:lnTo>
                      <a:lnTo>
                        <a:pt x="294" y="219"/>
                      </a:lnTo>
                      <a:lnTo>
                        <a:pt x="340" y="230"/>
                      </a:lnTo>
                      <a:lnTo>
                        <a:pt x="388" y="237"/>
                      </a:lnTo>
                      <a:lnTo>
                        <a:pt x="437" y="243"/>
                      </a:lnTo>
                      <a:lnTo>
                        <a:pt x="487" y="248"/>
                      </a:lnTo>
                      <a:lnTo>
                        <a:pt x="538" y="252"/>
                      </a:lnTo>
                      <a:lnTo>
                        <a:pt x="589" y="254"/>
                      </a:lnTo>
                      <a:lnTo>
                        <a:pt x="641" y="255"/>
                      </a:lnTo>
                      <a:lnTo>
                        <a:pt x="693" y="255"/>
                      </a:lnTo>
                      <a:lnTo>
                        <a:pt x="744" y="255"/>
                      </a:lnTo>
                      <a:lnTo>
                        <a:pt x="795" y="254"/>
                      </a:lnTo>
                      <a:lnTo>
                        <a:pt x="845" y="253"/>
                      </a:lnTo>
                      <a:lnTo>
                        <a:pt x="894" y="251"/>
                      </a:lnTo>
                      <a:lnTo>
                        <a:pt x="942" y="250"/>
                      </a:lnTo>
                      <a:lnTo>
                        <a:pt x="988" y="248"/>
                      </a:lnTo>
                      <a:lnTo>
                        <a:pt x="1032" y="247"/>
                      </a:lnTo>
                      <a:lnTo>
                        <a:pt x="1072" y="244"/>
                      </a:lnTo>
                      <a:lnTo>
                        <a:pt x="1112" y="243"/>
                      </a:lnTo>
                      <a:lnTo>
                        <a:pt x="1147" y="243"/>
                      </a:lnTo>
                      <a:lnTo>
                        <a:pt x="1179" y="243"/>
                      </a:lnTo>
                      <a:lnTo>
                        <a:pt x="1209" y="244"/>
                      </a:lnTo>
                      <a:lnTo>
                        <a:pt x="1248" y="248"/>
                      </a:lnTo>
                      <a:lnTo>
                        <a:pt x="1291" y="250"/>
                      </a:lnTo>
                      <a:lnTo>
                        <a:pt x="1337" y="253"/>
                      </a:lnTo>
                      <a:lnTo>
                        <a:pt x="1386" y="255"/>
                      </a:lnTo>
                      <a:lnTo>
                        <a:pt x="1435" y="258"/>
                      </a:lnTo>
                      <a:lnTo>
                        <a:pt x="1488" y="261"/>
                      </a:lnTo>
                      <a:lnTo>
                        <a:pt x="1541" y="264"/>
                      </a:lnTo>
                      <a:lnTo>
                        <a:pt x="1594" y="268"/>
                      </a:lnTo>
                      <a:lnTo>
                        <a:pt x="1648" y="271"/>
                      </a:lnTo>
                      <a:lnTo>
                        <a:pt x="1700" y="275"/>
                      </a:lnTo>
                      <a:lnTo>
                        <a:pt x="1752" y="278"/>
                      </a:lnTo>
                      <a:lnTo>
                        <a:pt x="1802" y="281"/>
                      </a:lnTo>
                      <a:lnTo>
                        <a:pt x="1850" y="283"/>
                      </a:lnTo>
                      <a:lnTo>
                        <a:pt x="1895" y="286"/>
                      </a:lnTo>
                      <a:lnTo>
                        <a:pt x="1936" y="288"/>
                      </a:lnTo>
                      <a:lnTo>
                        <a:pt x="1975" y="291"/>
                      </a:lnTo>
                      <a:lnTo>
                        <a:pt x="2008" y="293"/>
                      </a:lnTo>
                      <a:lnTo>
                        <a:pt x="2036" y="294"/>
                      </a:lnTo>
                      <a:lnTo>
                        <a:pt x="2060" y="296"/>
                      </a:lnTo>
                      <a:lnTo>
                        <a:pt x="2077" y="297"/>
                      </a:lnTo>
                      <a:lnTo>
                        <a:pt x="2087" y="297"/>
                      </a:lnTo>
                      <a:lnTo>
                        <a:pt x="2091" y="297"/>
                      </a:lnTo>
                      <a:lnTo>
                        <a:pt x="2473" y="1576"/>
                      </a:lnTo>
                      <a:lnTo>
                        <a:pt x="806" y="1519"/>
                      </a:lnTo>
                      <a:lnTo>
                        <a:pt x="753" y="1510"/>
                      </a:lnTo>
                      <a:lnTo>
                        <a:pt x="707" y="1496"/>
                      </a:lnTo>
                      <a:lnTo>
                        <a:pt x="663" y="1481"/>
                      </a:lnTo>
                      <a:lnTo>
                        <a:pt x="623" y="1462"/>
                      </a:lnTo>
                      <a:lnTo>
                        <a:pt x="587" y="1441"/>
                      </a:lnTo>
                      <a:lnTo>
                        <a:pt x="554" y="1418"/>
                      </a:lnTo>
                      <a:lnTo>
                        <a:pt x="524" y="1394"/>
                      </a:lnTo>
                      <a:lnTo>
                        <a:pt x="497" y="1369"/>
                      </a:lnTo>
                      <a:lnTo>
                        <a:pt x="473" y="1343"/>
                      </a:lnTo>
                      <a:lnTo>
                        <a:pt x="453" y="1317"/>
                      </a:lnTo>
                      <a:lnTo>
                        <a:pt x="434" y="1291"/>
                      </a:lnTo>
                      <a:lnTo>
                        <a:pt x="418" y="1266"/>
                      </a:lnTo>
                      <a:lnTo>
                        <a:pt x="405" y="1241"/>
                      </a:lnTo>
                      <a:lnTo>
                        <a:pt x="393" y="1218"/>
                      </a:lnTo>
                      <a:lnTo>
                        <a:pt x="383" y="1197"/>
                      </a:lnTo>
                      <a:lnTo>
                        <a:pt x="376" y="1178"/>
                      </a:lnTo>
                      <a:lnTo>
                        <a:pt x="369" y="1162"/>
                      </a:lnTo>
                      <a:lnTo>
                        <a:pt x="365" y="1148"/>
                      </a:lnTo>
                      <a:lnTo>
                        <a:pt x="362" y="1138"/>
                      </a:lnTo>
                      <a:lnTo>
                        <a:pt x="361" y="1131"/>
                      </a:lnTo>
                      <a:lnTo>
                        <a:pt x="360" y="11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100FF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62527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1" name="Freeform 14">
                  <a:extLst>
                    <a:ext uri="{FF2B5EF4-FFF2-40B4-BE49-F238E27FC236}">
                      <a16:creationId xmlns:a16="http://schemas.microsoft.com/office/drawing/2014/main" id="{BABDE472-0A46-0355-98D1-62ECB51BB6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3721" y="3442032"/>
                  <a:ext cx="3090424" cy="2588502"/>
                </a:xfrm>
                <a:custGeom>
                  <a:avLst/>
                  <a:gdLst>
                    <a:gd name="T0" fmla="*/ 2272 w 2272"/>
                    <a:gd name="T1" fmla="*/ 38 h 1903"/>
                    <a:gd name="T2" fmla="*/ 1670 w 2272"/>
                    <a:gd name="T3" fmla="*/ 1650 h 1903"/>
                    <a:gd name="T4" fmla="*/ 1611 w 2272"/>
                    <a:gd name="T5" fmla="*/ 1730 h 1903"/>
                    <a:gd name="T6" fmla="*/ 1545 w 2272"/>
                    <a:gd name="T7" fmla="*/ 1791 h 1903"/>
                    <a:gd name="T8" fmla="*/ 1478 w 2272"/>
                    <a:gd name="T9" fmla="*/ 1836 h 1903"/>
                    <a:gd name="T10" fmla="*/ 1411 w 2272"/>
                    <a:gd name="T11" fmla="*/ 1868 h 1903"/>
                    <a:gd name="T12" fmla="*/ 1347 w 2272"/>
                    <a:gd name="T13" fmla="*/ 1887 h 1903"/>
                    <a:gd name="T14" fmla="*/ 1289 w 2272"/>
                    <a:gd name="T15" fmla="*/ 1898 h 1903"/>
                    <a:gd name="T16" fmla="*/ 1242 w 2272"/>
                    <a:gd name="T17" fmla="*/ 1902 h 1903"/>
                    <a:gd name="T18" fmla="*/ 1207 w 2272"/>
                    <a:gd name="T19" fmla="*/ 1903 h 1903"/>
                    <a:gd name="T20" fmla="*/ 1188 w 2272"/>
                    <a:gd name="T21" fmla="*/ 1902 h 1903"/>
                    <a:gd name="T22" fmla="*/ 0 w 2272"/>
                    <a:gd name="T23" fmla="*/ 1891 h 1903"/>
                    <a:gd name="T24" fmla="*/ 73 w 2272"/>
                    <a:gd name="T25" fmla="*/ 1883 h 1903"/>
                    <a:gd name="T26" fmla="*/ 141 w 2272"/>
                    <a:gd name="T27" fmla="*/ 1854 h 1903"/>
                    <a:gd name="T28" fmla="*/ 202 w 2272"/>
                    <a:gd name="T29" fmla="*/ 1806 h 1903"/>
                    <a:gd name="T30" fmla="*/ 258 w 2272"/>
                    <a:gd name="T31" fmla="*/ 1743 h 1903"/>
                    <a:gd name="T32" fmla="*/ 309 w 2272"/>
                    <a:gd name="T33" fmla="*/ 1666 h 1903"/>
                    <a:gd name="T34" fmla="*/ 355 w 2272"/>
                    <a:gd name="T35" fmla="*/ 1579 h 1903"/>
                    <a:gd name="T36" fmla="*/ 397 w 2272"/>
                    <a:gd name="T37" fmla="*/ 1484 h 1903"/>
                    <a:gd name="T38" fmla="*/ 435 w 2272"/>
                    <a:gd name="T39" fmla="*/ 1384 h 1903"/>
                    <a:gd name="T40" fmla="*/ 470 w 2272"/>
                    <a:gd name="T41" fmla="*/ 1282 h 1903"/>
                    <a:gd name="T42" fmla="*/ 500 w 2272"/>
                    <a:gd name="T43" fmla="*/ 1182 h 1903"/>
                    <a:gd name="T44" fmla="*/ 529 w 2272"/>
                    <a:gd name="T45" fmla="*/ 1086 h 1903"/>
                    <a:gd name="T46" fmla="*/ 554 w 2272"/>
                    <a:gd name="T47" fmla="*/ 996 h 1903"/>
                    <a:gd name="T48" fmla="*/ 578 w 2272"/>
                    <a:gd name="T49" fmla="*/ 916 h 1903"/>
                    <a:gd name="T50" fmla="*/ 600 w 2272"/>
                    <a:gd name="T51" fmla="*/ 849 h 1903"/>
                    <a:gd name="T52" fmla="*/ 624 w 2272"/>
                    <a:gd name="T53" fmla="*/ 787 h 1903"/>
                    <a:gd name="T54" fmla="*/ 654 w 2272"/>
                    <a:gd name="T55" fmla="*/ 712 h 1903"/>
                    <a:gd name="T56" fmla="*/ 687 w 2272"/>
                    <a:gd name="T57" fmla="*/ 629 h 1903"/>
                    <a:gd name="T58" fmla="*/ 723 w 2272"/>
                    <a:gd name="T59" fmla="*/ 541 h 1903"/>
                    <a:gd name="T60" fmla="*/ 759 w 2272"/>
                    <a:gd name="T61" fmla="*/ 449 h 1903"/>
                    <a:gd name="T62" fmla="*/ 795 w 2272"/>
                    <a:gd name="T63" fmla="*/ 359 h 1903"/>
                    <a:gd name="T64" fmla="*/ 829 w 2272"/>
                    <a:gd name="T65" fmla="*/ 272 h 1903"/>
                    <a:gd name="T66" fmla="*/ 861 w 2272"/>
                    <a:gd name="T67" fmla="*/ 192 h 1903"/>
                    <a:gd name="T68" fmla="*/ 889 w 2272"/>
                    <a:gd name="T69" fmla="*/ 123 h 1903"/>
                    <a:gd name="T70" fmla="*/ 911 w 2272"/>
                    <a:gd name="T71" fmla="*/ 65 h 1903"/>
                    <a:gd name="T72" fmla="*/ 928 w 2272"/>
                    <a:gd name="T73" fmla="*/ 25 h 1903"/>
                    <a:gd name="T74" fmla="*/ 937 w 2272"/>
                    <a:gd name="T75" fmla="*/ 2 h 19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2272" h="1903">
                      <a:moveTo>
                        <a:pt x="938" y="0"/>
                      </a:moveTo>
                      <a:lnTo>
                        <a:pt x="2272" y="38"/>
                      </a:lnTo>
                      <a:lnTo>
                        <a:pt x="1697" y="1602"/>
                      </a:lnTo>
                      <a:lnTo>
                        <a:pt x="1670" y="1650"/>
                      </a:lnTo>
                      <a:lnTo>
                        <a:pt x="1641" y="1693"/>
                      </a:lnTo>
                      <a:lnTo>
                        <a:pt x="1611" y="1730"/>
                      </a:lnTo>
                      <a:lnTo>
                        <a:pt x="1579" y="1763"/>
                      </a:lnTo>
                      <a:lnTo>
                        <a:pt x="1545" y="1791"/>
                      </a:lnTo>
                      <a:lnTo>
                        <a:pt x="1512" y="1816"/>
                      </a:lnTo>
                      <a:lnTo>
                        <a:pt x="1478" y="1836"/>
                      </a:lnTo>
                      <a:lnTo>
                        <a:pt x="1444" y="1853"/>
                      </a:lnTo>
                      <a:lnTo>
                        <a:pt x="1411" y="1868"/>
                      </a:lnTo>
                      <a:lnTo>
                        <a:pt x="1378" y="1878"/>
                      </a:lnTo>
                      <a:lnTo>
                        <a:pt x="1347" y="1887"/>
                      </a:lnTo>
                      <a:lnTo>
                        <a:pt x="1317" y="1894"/>
                      </a:lnTo>
                      <a:lnTo>
                        <a:pt x="1289" y="1898"/>
                      </a:lnTo>
                      <a:lnTo>
                        <a:pt x="1264" y="1901"/>
                      </a:lnTo>
                      <a:lnTo>
                        <a:pt x="1242" y="1902"/>
                      </a:lnTo>
                      <a:lnTo>
                        <a:pt x="1223" y="1903"/>
                      </a:lnTo>
                      <a:lnTo>
                        <a:pt x="1207" y="1903"/>
                      </a:lnTo>
                      <a:lnTo>
                        <a:pt x="1196" y="1903"/>
                      </a:lnTo>
                      <a:lnTo>
                        <a:pt x="1188" y="1902"/>
                      </a:lnTo>
                      <a:lnTo>
                        <a:pt x="1186" y="1902"/>
                      </a:lnTo>
                      <a:lnTo>
                        <a:pt x="0" y="1891"/>
                      </a:lnTo>
                      <a:lnTo>
                        <a:pt x="38" y="1889"/>
                      </a:lnTo>
                      <a:lnTo>
                        <a:pt x="73" y="1883"/>
                      </a:lnTo>
                      <a:lnTo>
                        <a:pt x="107" y="1872"/>
                      </a:lnTo>
                      <a:lnTo>
                        <a:pt x="141" y="1854"/>
                      </a:lnTo>
                      <a:lnTo>
                        <a:pt x="172" y="1832"/>
                      </a:lnTo>
                      <a:lnTo>
                        <a:pt x="202" y="1806"/>
                      </a:lnTo>
                      <a:lnTo>
                        <a:pt x="231" y="1777"/>
                      </a:lnTo>
                      <a:lnTo>
                        <a:pt x="258" y="1743"/>
                      </a:lnTo>
                      <a:lnTo>
                        <a:pt x="284" y="1705"/>
                      </a:lnTo>
                      <a:lnTo>
                        <a:pt x="309" y="1666"/>
                      </a:lnTo>
                      <a:lnTo>
                        <a:pt x="332" y="1623"/>
                      </a:lnTo>
                      <a:lnTo>
                        <a:pt x="355" y="1579"/>
                      </a:lnTo>
                      <a:lnTo>
                        <a:pt x="377" y="1532"/>
                      </a:lnTo>
                      <a:lnTo>
                        <a:pt x="397" y="1484"/>
                      </a:lnTo>
                      <a:lnTo>
                        <a:pt x="417" y="1434"/>
                      </a:lnTo>
                      <a:lnTo>
                        <a:pt x="435" y="1384"/>
                      </a:lnTo>
                      <a:lnTo>
                        <a:pt x="452" y="1333"/>
                      </a:lnTo>
                      <a:lnTo>
                        <a:pt x="470" y="1282"/>
                      </a:lnTo>
                      <a:lnTo>
                        <a:pt x="485" y="1232"/>
                      </a:lnTo>
                      <a:lnTo>
                        <a:pt x="500" y="1182"/>
                      </a:lnTo>
                      <a:lnTo>
                        <a:pt x="515" y="1133"/>
                      </a:lnTo>
                      <a:lnTo>
                        <a:pt x="529" y="1086"/>
                      </a:lnTo>
                      <a:lnTo>
                        <a:pt x="542" y="1040"/>
                      </a:lnTo>
                      <a:lnTo>
                        <a:pt x="554" y="996"/>
                      </a:lnTo>
                      <a:lnTo>
                        <a:pt x="567" y="955"/>
                      </a:lnTo>
                      <a:lnTo>
                        <a:pt x="578" y="916"/>
                      </a:lnTo>
                      <a:lnTo>
                        <a:pt x="590" y="881"/>
                      </a:lnTo>
                      <a:lnTo>
                        <a:pt x="600" y="849"/>
                      </a:lnTo>
                      <a:lnTo>
                        <a:pt x="611" y="820"/>
                      </a:lnTo>
                      <a:lnTo>
                        <a:pt x="624" y="787"/>
                      </a:lnTo>
                      <a:lnTo>
                        <a:pt x="638" y="751"/>
                      </a:lnTo>
                      <a:lnTo>
                        <a:pt x="654" y="712"/>
                      </a:lnTo>
                      <a:lnTo>
                        <a:pt x="671" y="672"/>
                      </a:lnTo>
                      <a:lnTo>
                        <a:pt x="687" y="629"/>
                      </a:lnTo>
                      <a:lnTo>
                        <a:pt x="705" y="585"/>
                      </a:lnTo>
                      <a:lnTo>
                        <a:pt x="723" y="541"/>
                      </a:lnTo>
                      <a:lnTo>
                        <a:pt x="741" y="495"/>
                      </a:lnTo>
                      <a:lnTo>
                        <a:pt x="759" y="449"/>
                      </a:lnTo>
                      <a:lnTo>
                        <a:pt x="777" y="403"/>
                      </a:lnTo>
                      <a:lnTo>
                        <a:pt x="795" y="359"/>
                      </a:lnTo>
                      <a:lnTo>
                        <a:pt x="812" y="315"/>
                      </a:lnTo>
                      <a:lnTo>
                        <a:pt x="829" y="272"/>
                      </a:lnTo>
                      <a:lnTo>
                        <a:pt x="846" y="232"/>
                      </a:lnTo>
                      <a:lnTo>
                        <a:pt x="861" y="192"/>
                      </a:lnTo>
                      <a:lnTo>
                        <a:pt x="876" y="156"/>
                      </a:lnTo>
                      <a:lnTo>
                        <a:pt x="889" y="123"/>
                      </a:lnTo>
                      <a:lnTo>
                        <a:pt x="901" y="92"/>
                      </a:lnTo>
                      <a:lnTo>
                        <a:pt x="911" y="65"/>
                      </a:lnTo>
                      <a:lnTo>
                        <a:pt x="921" y="43"/>
                      </a:lnTo>
                      <a:lnTo>
                        <a:pt x="928" y="25"/>
                      </a:lnTo>
                      <a:lnTo>
                        <a:pt x="933" y="11"/>
                      </a:lnTo>
                      <a:lnTo>
                        <a:pt x="937" y="2"/>
                      </a:lnTo>
                      <a:lnTo>
                        <a:pt x="938" y="0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62527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Freeform 15">
                  <a:extLst>
                    <a:ext uri="{FF2B5EF4-FFF2-40B4-BE49-F238E27FC236}">
                      <a16:creationId xmlns:a16="http://schemas.microsoft.com/office/drawing/2014/main" id="{8C72A807-D2E4-F4FF-ACAB-4C41BC8776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01965" y="1520038"/>
                  <a:ext cx="2622508" cy="3690281"/>
                </a:xfrm>
                <a:custGeom>
                  <a:avLst/>
                  <a:gdLst>
                    <a:gd name="T0" fmla="*/ 1757 w 1928"/>
                    <a:gd name="T1" fmla="*/ 1007 h 2713"/>
                    <a:gd name="T2" fmla="*/ 1830 w 1928"/>
                    <a:gd name="T3" fmla="*/ 1092 h 2713"/>
                    <a:gd name="T4" fmla="*/ 1880 w 1928"/>
                    <a:gd name="T5" fmla="*/ 1176 h 2713"/>
                    <a:gd name="T6" fmla="*/ 1910 w 1928"/>
                    <a:gd name="T7" fmla="*/ 1259 h 2713"/>
                    <a:gd name="T8" fmla="*/ 1924 w 1928"/>
                    <a:gd name="T9" fmla="*/ 1338 h 2713"/>
                    <a:gd name="T10" fmla="*/ 1928 w 1928"/>
                    <a:gd name="T11" fmla="*/ 1411 h 2713"/>
                    <a:gd name="T12" fmla="*/ 1921 w 1928"/>
                    <a:gd name="T13" fmla="*/ 1473 h 2713"/>
                    <a:gd name="T14" fmla="*/ 1912 w 1928"/>
                    <a:gd name="T15" fmla="*/ 1524 h 2713"/>
                    <a:gd name="T16" fmla="*/ 1902 w 1928"/>
                    <a:gd name="T17" fmla="*/ 1562 h 2713"/>
                    <a:gd name="T18" fmla="*/ 1894 w 1928"/>
                    <a:gd name="T19" fmla="*/ 1580 h 2713"/>
                    <a:gd name="T20" fmla="*/ 1534 w 1928"/>
                    <a:gd name="T21" fmla="*/ 2713 h 2713"/>
                    <a:gd name="T22" fmla="*/ 1550 w 1928"/>
                    <a:gd name="T23" fmla="*/ 2632 h 2713"/>
                    <a:gd name="T24" fmla="*/ 1537 w 1928"/>
                    <a:gd name="T25" fmla="*/ 2551 h 2713"/>
                    <a:gd name="T26" fmla="*/ 1500 w 1928"/>
                    <a:gd name="T27" fmla="*/ 2470 h 2713"/>
                    <a:gd name="T28" fmla="*/ 1443 w 1928"/>
                    <a:gd name="T29" fmla="*/ 2389 h 2713"/>
                    <a:gd name="T30" fmla="*/ 1372 w 1928"/>
                    <a:gd name="T31" fmla="*/ 2311 h 2713"/>
                    <a:gd name="T32" fmla="*/ 1286 w 1928"/>
                    <a:gd name="T33" fmla="*/ 2234 h 2713"/>
                    <a:gd name="T34" fmla="*/ 1194 w 1928"/>
                    <a:gd name="T35" fmla="*/ 2161 h 2713"/>
                    <a:gd name="T36" fmla="*/ 1097 w 1928"/>
                    <a:gd name="T37" fmla="*/ 2091 h 2713"/>
                    <a:gd name="T38" fmla="*/ 1000 w 1928"/>
                    <a:gd name="T39" fmla="*/ 2024 h 2713"/>
                    <a:gd name="T40" fmla="*/ 907 w 1928"/>
                    <a:gd name="T41" fmla="*/ 1963 h 2713"/>
                    <a:gd name="T42" fmla="*/ 822 w 1928"/>
                    <a:gd name="T43" fmla="*/ 1908 h 2713"/>
                    <a:gd name="T44" fmla="*/ 748 w 1928"/>
                    <a:gd name="T45" fmla="*/ 1858 h 2713"/>
                    <a:gd name="T46" fmla="*/ 690 w 1928"/>
                    <a:gd name="T47" fmla="*/ 1814 h 2713"/>
                    <a:gd name="T48" fmla="*/ 633 w 1928"/>
                    <a:gd name="T49" fmla="*/ 1771 h 2713"/>
                    <a:gd name="T50" fmla="*/ 570 w 1928"/>
                    <a:gd name="T51" fmla="*/ 1719 h 2713"/>
                    <a:gd name="T52" fmla="*/ 501 w 1928"/>
                    <a:gd name="T53" fmla="*/ 1664 h 2713"/>
                    <a:gd name="T54" fmla="*/ 428 w 1928"/>
                    <a:gd name="T55" fmla="*/ 1605 h 2713"/>
                    <a:gd name="T56" fmla="*/ 355 w 1928"/>
                    <a:gd name="T57" fmla="*/ 1546 h 2713"/>
                    <a:gd name="T58" fmla="*/ 282 w 1928"/>
                    <a:gd name="T59" fmla="*/ 1489 h 2713"/>
                    <a:gd name="T60" fmla="*/ 214 w 1928"/>
                    <a:gd name="T61" fmla="*/ 1434 h 2713"/>
                    <a:gd name="T62" fmla="*/ 151 w 1928"/>
                    <a:gd name="T63" fmla="*/ 1383 h 2713"/>
                    <a:gd name="T64" fmla="*/ 96 w 1928"/>
                    <a:gd name="T65" fmla="*/ 1339 h 2713"/>
                    <a:gd name="T66" fmla="*/ 51 w 1928"/>
                    <a:gd name="T67" fmla="*/ 1303 h 2713"/>
                    <a:gd name="T68" fmla="*/ 19 w 1928"/>
                    <a:gd name="T69" fmla="*/ 1278 h 2713"/>
                    <a:gd name="T70" fmla="*/ 2 w 1928"/>
                    <a:gd name="T71" fmla="*/ 1263 h 2713"/>
                    <a:gd name="T72" fmla="*/ 429 w 1928"/>
                    <a:gd name="T73" fmla="*/ 0 h 27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1928" h="2713">
                      <a:moveTo>
                        <a:pt x="429" y="0"/>
                      </a:moveTo>
                      <a:lnTo>
                        <a:pt x="1757" y="1007"/>
                      </a:lnTo>
                      <a:lnTo>
                        <a:pt x="1796" y="1049"/>
                      </a:lnTo>
                      <a:lnTo>
                        <a:pt x="1830" y="1092"/>
                      </a:lnTo>
                      <a:lnTo>
                        <a:pt x="1858" y="1133"/>
                      </a:lnTo>
                      <a:lnTo>
                        <a:pt x="1880" y="1176"/>
                      </a:lnTo>
                      <a:lnTo>
                        <a:pt x="1897" y="1217"/>
                      </a:lnTo>
                      <a:lnTo>
                        <a:pt x="1910" y="1259"/>
                      </a:lnTo>
                      <a:lnTo>
                        <a:pt x="1919" y="1300"/>
                      </a:lnTo>
                      <a:lnTo>
                        <a:pt x="1924" y="1338"/>
                      </a:lnTo>
                      <a:lnTo>
                        <a:pt x="1928" y="1375"/>
                      </a:lnTo>
                      <a:lnTo>
                        <a:pt x="1928" y="1411"/>
                      </a:lnTo>
                      <a:lnTo>
                        <a:pt x="1926" y="1443"/>
                      </a:lnTo>
                      <a:lnTo>
                        <a:pt x="1921" y="1473"/>
                      </a:lnTo>
                      <a:lnTo>
                        <a:pt x="1917" y="1500"/>
                      </a:lnTo>
                      <a:lnTo>
                        <a:pt x="1912" y="1524"/>
                      </a:lnTo>
                      <a:lnTo>
                        <a:pt x="1907" y="1545"/>
                      </a:lnTo>
                      <a:lnTo>
                        <a:pt x="1902" y="1562"/>
                      </a:lnTo>
                      <a:lnTo>
                        <a:pt x="1897" y="1573"/>
                      </a:lnTo>
                      <a:lnTo>
                        <a:pt x="1894" y="1580"/>
                      </a:lnTo>
                      <a:lnTo>
                        <a:pt x="1893" y="1583"/>
                      </a:lnTo>
                      <a:lnTo>
                        <a:pt x="1534" y="2713"/>
                      </a:lnTo>
                      <a:lnTo>
                        <a:pt x="1545" y="2672"/>
                      </a:lnTo>
                      <a:lnTo>
                        <a:pt x="1550" y="2632"/>
                      </a:lnTo>
                      <a:lnTo>
                        <a:pt x="1547" y="2591"/>
                      </a:lnTo>
                      <a:lnTo>
                        <a:pt x="1537" y="2551"/>
                      </a:lnTo>
                      <a:lnTo>
                        <a:pt x="1522" y="2510"/>
                      </a:lnTo>
                      <a:lnTo>
                        <a:pt x="1500" y="2470"/>
                      </a:lnTo>
                      <a:lnTo>
                        <a:pt x="1474" y="2430"/>
                      </a:lnTo>
                      <a:lnTo>
                        <a:pt x="1443" y="2389"/>
                      </a:lnTo>
                      <a:lnTo>
                        <a:pt x="1409" y="2350"/>
                      </a:lnTo>
                      <a:lnTo>
                        <a:pt x="1372" y="2311"/>
                      </a:lnTo>
                      <a:lnTo>
                        <a:pt x="1330" y="2272"/>
                      </a:lnTo>
                      <a:lnTo>
                        <a:pt x="1286" y="2234"/>
                      </a:lnTo>
                      <a:lnTo>
                        <a:pt x="1241" y="2197"/>
                      </a:lnTo>
                      <a:lnTo>
                        <a:pt x="1194" y="2161"/>
                      </a:lnTo>
                      <a:lnTo>
                        <a:pt x="1146" y="2125"/>
                      </a:lnTo>
                      <a:lnTo>
                        <a:pt x="1097" y="2091"/>
                      </a:lnTo>
                      <a:lnTo>
                        <a:pt x="1049" y="2057"/>
                      </a:lnTo>
                      <a:lnTo>
                        <a:pt x="1000" y="2024"/>
                      </a:lnTo>
                      <a:lnTo>
                        <a:pt x="953" y="1993"/>
                      </a:lnTo>
                      <a:lnTo>
                        <a:pt x="907" y="1963"/>
                      </a:lnTo>
                      <a:lnTo>
                        <a:pt x="863" y="1935"/>
                      </a:lnTo>
                      <a:lnTo>
                        <a:pt x="822" y="1908"/>
                      </a:lnTo>
                      <a:lnTo>
                        <a:pt x="783" y="1882"/>
                      </a:lnTo>
                      <a:lnTo>
                        <a:pt x="748" y="1858"/>
                      </a:lnTo>
                      <a:lnTo>
                        <a:pt x="717" y="1835"/>
                      </a:lnTo>
                      <a:lnTo>
                        <a:pt x="690" y="1814"/>
                      </a:lnTo>
                      <a:lnTo>
                        <a:pt x="663" y="1794"/>
                      </a:lnTo>
                      <a:lnTo>
                        <a:pt x="633" y="1771"/>
                      </a:lnTo>
                      <a:lnTo>
                        <a:pt x="603" y="1746"/>
                      </a:lnTo>
                      <a:lnTo>
                        <a:pt x="570" y="1719"/>
                      </a:lnTo>
                      <a:lnTo>
                        <a:pt x="537" y="1692"/>
                      </a:lnTo>
                      <a:lnTo>
                        <a:pt x="501" y="1664"/>
                      </a:lnTo>
                      <a:lnTo>
                        <a:pt x="465" y="1634"/>
                      </a:lnTo>
                      <a:lnTo>
                        <a:pt x="428" y="1605"/>
                      </a:lnTo>
                      <a:lnTo>
                        <a:pt x="392" y="1576"/>
                      </a:lnTo>
                      <a:lnTo>
                        <a:pt x="355" y="1546"/>
                      </a:lnTo>
                      <a:lnTo>
                        <a:pt x="319" y="1517"/>
                      </a:lnTo>
                      <a:lnTo>
                        <a:pt x="282" y="1489"/>
                      </a:lnTo>
                      <a:lnTo>
                        <a:pt x="248" y="1461"/>
                      </a:lnTo>
                      <a:lnTo>
                        <a:pt x="214" y="1434"/>
                      </a:lnTo>
                      <a:lnTo>
                        <a:pt x="181" y="1408"/>
                      </a:lnTo>
                      <a:lnTo>
                        <a:pt x="151" y="1383"/>
                      </a:lnTo>
                      <a:lnTo>
                        <a:pt x="122" y="1360"/>
                      </a:lnTo>
                      <a:lnTo>
                        <a:pt x="96" y="1339"/>
                      </a:lnTo>
                      <a:lnTo>
                        <a:pt x="72" y="1319"/>
                      </a:lnTo>
                      <a:lnTo>
                        <a:pt x="51" y="1303"/>
                      </a:lnTo>
                      <a:lnTo>
                        <a:pt x="34" y="1289"/>
                      </a:lnTo>
                      <a:lnTo>
                        <a:pt x="19" y="1278"/>
                      </a:lnTo>
                      <a:lnTo>
                        <a:pt x="9" y="1268"/>
                      </a:lnTo>
                      <a:lnTo>
                        <a:pt x="2" y="1263"/>
                      </a:lnTo>
                      <a:lnTo>
                        <a:pt x="0" y="1262"/>
                      </a:lnTo>
                      <a:lnTo>
                        <a:pt x="42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62527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3" name="Freeform 16">
                  <a:extLst>
                    <a:ext uri="{FF2B5EF4-FFF2-40B4-BE49-F238E27FC236}">
                      <a16:creationId xmlns:a16="http://schemas.microsoft.com/office/drawing/2014/main" id="{E7212C8A-0666-8D51-6C6A-17785D6886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10269" y="1414607"/>
                  <a:ext cx="2676917" cy="2281092"/>
                </a:xfrm>
                <a:custGeom>
                  <a:avLst/>
                  <a:gdLst>
                    <a:gd name="T0" fmla="*/ 733 w 1968"/>
                    <a:gd name="T1" fmla="*/ 3 h 1677"/>
                    <a:gd name="T2" fmla="*/ 808 w 1968"/>
                    <a:gd name="T3" fmla="*/ 16 h 1677"/>
                    <a:gd name="T4" fmla="*/ 873 w 1968"/>
                    <a:gd name="T5" fmla="*/ 36 h 1677"/>
                    <a:gd name="T6" fmla="*/ 926 w 1968"/>
                    <a:gd name="T7" fmla="*/ 60 h 1677"/>
                    <a:gd name="T8" fmla="*/ 965 w 1968"/>
                    <a:gd name="T9" fmla="*/ 82 h 1677"/>
                    <a:gd name="T10" fmla="*/ 990 w 1968"/>
                    <a:gd name="T11" fmla="*/ 99 h 1677"/>
                    <a:gd name="T12" fmla="*/ 1000 w 1968"/>
                    <a:gd name="T13" fmla="*/ 105 h 1677"/>
                    <a:gd name="T14" fmla="*/ 1935 w 1968"/>
                    <a:gd name="T15" fmla="*/ 732 h 1677"/>
                    <a:gd name="T16" fmla="*/ 1863 w 1968"/>
                    <a:gd name="T17" fmla="*/ 716 h 1677"/>
                    <a:gd name="T18" fmla="*/ 1785 w 1968"/>
                    <a:gd name="T19" fmla="*/ 719 h 1677"/>
                    <a:gd name="T20" fmla="*/ 1702 w 1968"/>
                    <a:gd name="T21" fmla="*/ 739 h 1677"/>
                    <a:gd name="T22" fmla="*/ 1617 w 1968"/>
                    <a:gd name="T23" fmla="*/ 775 h 1677"/>
                    <a:gd name="T24" fmla="*/ 1530 w 1968"/>
                    <a:gd name="T25" fmla="*/ 823 h 1677"/>
                    <a:gd name="T26" fmla="*/ 1441 w 1968"/>
                    <a:gd name="T27" fmla="*/ 880 h 1677"/>
                    <a:gd name="T28" fmla="*/ 1354 w 1968"/>
                    <a:gd name="T29" fmla="*/ 943 h 1677"/>
                    <a:gd name="T30" fmla="*/ 1268 w 1968"/>
                    <a:gd name="T31" fmla="*/ 1010 h 1677"/>
                    <a:gd name="T32" fmla="*/ 1186 w 1968"/>
                    <a:gd name="T33" fmla="*/ 1078 h 1677"/>
                    <a:gd name="T34" fmla="*/ 1108 w 1968"/>
                    <a:gd name="T35" fmla="*/ 1144 h 1677"/>
                    <a:gd name="T36" fmla="*/ 1036 w 1968"/>
                    <a:gd name="T37" fmla="*/ 1206 h 1677"/>
                    <a:gd name="T38" fmla="*/ 972 w 1968"/>
                    <a:gd name="T39" fmla="*/ 1262 h 1677"/>
                    <a:gd name="T40" fmla="*/ 915 w 1968"/>
                    <a:gd name="T41" fmla="*/ 1307 h 1677"/>
                    <a:gd name="T42" fmla="*/ 855 w 1968"/>
                    <a:gd name="T43" fmla="*/ 1351 h 1677"/>
                    <a:gd name="T44" fmla="*/ 772 w 1968"/>
                    <a:gd name="T45" fmla="*/ 1409 h 1677"/>
                    <a:gd name="T46" fmla="*/ 680 w 1968"/>
                    <a:gd name="T47" fmla="*/ 1475 h 1677"/>
                    <a:gd name="T48" fmla="*/ 582 w 1968"/>
                    <a:gd name="T49" fmla="*/ 1543 h 1677"/>
                    <a:gd name="T50" fmla="*/ 485 w 1968"/>
                    <a:gd name="T51" fmla="*/ 1612 h 1677"/>
                    <a:gd name="T52" fmla="*/ 393 w 1968"/>
                    <a:gd name="T53" fmla="*/ 1677 h 1677"/>
                    <a:gd name="T54" fmla="*/ 360 w 1968"/>
                    <a:gd name="T55" fmla="*/ 1572 h 1677"/>
                    <a:gd name="T56" fmla="*/ 330 w 1968"/>
                    <a:gd name="T57" fmla="*/ 1476 h 1677"/>
                    <a:gd name="T58" fmla="*/ 305 w 1968"/>
                    <a:gd name="T59" fmla="*/ 1393 h 1677"/>
                    <a:gd name="T60" fmla="*/ 280 w 1968"/>
                    <a:gd name="T61" fmla="*/ 1323 h 1677"/>
                    <a:gd name="T62" fmla="*/ 246 w 1968"/>
                    <a:gd name="T63" fmla="*/ 1239 h 1677"/>
                    <a:gd name="T64" fmla="*/ 206 w 1968"/>
                    <a:gd name="T65" fmla="*/ 1142 h 1677"/>
                    <a:gd name="T66" fmla="*/ 163 w 1968"/>
                    <a:gd name="T67" fmla="*/ 1037 h 1677"/>
                    <a:gd name="T68" fmla="*/ 119 w 1968"/>
                    <a:gd name="T69" fmla="*/ 927 h 1677"/>
                    <a:gd name="T70" fmla="*/ 77 w 1968"/>
                    <a:gd name="T71" fmla="*/ 812 h 1677"/>
                    <a:gd name="T72" fmla="*/ 43 w 1968"/>
                    <a:gd name="T73" fmla="*/ 697 h 1677"/>
                    <a:gd name="T74" fmla="*/ 17 w 1968"/>
                    <a:gd name="T75" fmla="*/ 586 h 1677"/>
                    <a:gd name="T76" fmla="*/ 2 w 1968"/>
                    <a:gd name="T77" fmla="*/ 478 h 1677"/>
                    <a:gd name="T78" fmla="*/ 3 w 1968"/>
                    <a:gd name="T79" fmla="*/ 381 h 1677"/>
                    <a:gd name="T80" fmla="*/ 458 w 1968"/>
                    <a:gd name="T81" fmla="*/ 51 h 1677"/>
                    <a:gd name="T82" fmla="*/ 556 w 1968"/>
                    <a:gd name="T83" fmla="*/ 17 h 1677"/>
                    <a:gd name="T84" fmla="*/ 649 w 1968"/>
                    <a:gd name="T85" fmla="*/ 1 h 16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968" h="1677">
                      <a:moveTo>
                        <a:pt x="691" y="0"/>
                      </a:moveTo>
                      <a:lnTo>
                        <a:pt x="733" y="3"/>
                      </a:lnTo>
                      <a:lnTo>
                        <a:pt x="772" y="8"/>
                      </a:lnTo>
                      <a:lnTo>
                        <a:pt x="808" y="16"/>
                      </a:lnTo>
                      <a:lnTo>
                        <a:pt x="842" y="26"/>
                      </a:lnTo>
                      <a:lnTo>
                        <a:pt x="873" y="36"/>
                      </a:lnTo>
                      <a:lnTo>
                        <a:pt x="901" y="48"/>
                      </a:lnTo>
                      <a:lnTo>
                        <a:pt x="926" y="60"/>
                      </a:lnTo>
                      <a:lnTo>
                        <a:pt x="948" y="72"/>
                      </a:lnTo>
                      <a:lnTo>
                        <a:pt x="965" y="82"/>
                      </a:lnTo>
                      <a:lnTo>
                        <a:pt x="980" y="92"/>
                      </a:lnTo>
                      <a:lnTo>
                        <a:pt x="990" y="99"/>
                      </a:lnTo>
                      <a:lnTo>
                        <a:pt x="997" y="104"/>
                      </a:lnTo>
                      <a:lnTo>
                        <a:pt x="1000" y="105"/>
                      </a:lnTo>
                      <a:lnTo>
                        <a:pt x="1968" y="749"/>
                      </a:lnTo>
                      <a:lnTo>
                        <a:pt x="1935" y="732"/>
                      </a:lnTo>
                      <a:lnTo>
                        <a:pt x="1899" y="721"/>
                      </a:lnTo>
                      <a:lnTo>
                        <a:pt x="1863" y="716"/>
                      </a:lnTo>
                      <a:lnTo>
                        <a:pt x="1824" y="715"/>
                      </a:lnTo>
                      <a:lnTo>
                        <a:pt x="1785" y="719"/>
                      </a:lnTo>
                      <a:lnTo>
                        <a:pt x="1744" y="727"/>
                      </a:lnTo>
                      <a:lnTo>
                        <a:pt x="1702" y="739"/>
                      </a:lnTo>
                      <a:lnTo>
                        <a:pt x="1660" y="756"/>
                      </a:lnTo>
                      <a:lnTo>
                        <a:pt x="1617" y="775"/>
                      </a:lnTo>
                      <a:lnTo>
                        <a:pt x="1573" y="798"/>
                      </a:lnTo>
                      <a:lnTo>
                        <a:pt x="1530" y="823"/>
                      </a:lnTo>
                      <a:lnTo>
                        <a:pt x="1485" y="850"/>
                      </a:lnTo>
                      <a:lnTo>
                        <a:pt x="1441" y="880"/>
                      </a:lnTo>
                      <a:lnTo>
                        <a:pt x="1397" y="910"/>
                      </a:lnTo>
                      <a:lnTo>
                        <a:pt x="1354" y="943"/>
                      </a:lnTo>
                      <a:lnTo>
                        <a:pt x="1311" y="976"/>
                      </a:lnTo>
                      <a:lnTo>
                        <a:pt x="1268" y="1010"/>
                      </a:lnTo>
                      <a:lnTo>
                        <a:pt x="1227" y="1044"/>
                      </a:lnTo>
                      <a:lnTo>
                        <a:pt x="1186" y="1078"/>
                      </a:lnTo>
                      <a:lnTo>
                        <a:pt x="1146" y="1112"/>
                      </a:lnTo>
                      <a:lnTo>
                        <a:pt x="1108" y="1144"/>
                      </a:lnTo>
                      <a:lnTo>
                        <a:pt x="1071" y="1176"/>
                      </a:lnTo>
                      <a:lnTo>
                        <a:pt x="1036" y="1206"/>
                      </a:lnTo>
                      <a:lnTo>
                        <a:pt x="1003" y="1236"/>
                      </a:lnTo>
                      <a:lnTo>
                        <a:pt x="972" y="1262"/>
                      </a:lnTo>
                      <a:lnTo>
                        <a:pt x="942" y="1285"/>
                      </a:lnTo>
                      <a:lnTo>
                        <a:pt x="915" y="1307"/>
                      </a:lnTo>
                      <a:lnTo>
                        <a:pt x="890" y="1325"/>
                      </a:lnTo>
                      <a:lnTo>
                        <a:pt x="855" y="1351"/>
                      </a:lnTo>
                      <a:lnTo>
                        <a:pt x="814" y="1379"/>
                      </a:lnTo>
                      <a:lnTo>
                        <a:pt x="772" y="1409"/>
                      </a:lnTo>
                      <a:lnTo>
                        <a:pt x="727" y="1441"/>
                      </a:lnTo>
                      <a:lnTo>
                        <a:pt x="680" y="1475"/>
                      </a:lnTo>
                      <a:lnTo>
                        <a:pt x="631" y="1508"/>
                      </a:lnTo>
                      <a:lnTo>
                        <a:pt x="582" y="1543"/>
                      </a:lnTo>
                      <a:lnTo>
                        <a:pt x="533" y="1578"/>
                      </a:lnTo>
                      <a:lnTo>
                        <a:pt x="485" y="1612"/>
                      </a:lnTo>
                      <a:lnTo>
                        <a:pt x="437" y="1645"/>
                      </a:lnTo>
                      <a:lnTo>
                        <a:pt x="393" y="1677"/>
                      </a:lnTo>
                      <a:lnTo>
                        <a:pt x="376" y="1623"/>
                      </a:lnTo>
                      <a:lnTo>
                        <a:pt x="360" y="1572"/>
                      </a:lnTo>
                      <a:lnTo>
                        <a:pt x="345" y="1523"/>
                      </a:lnTo>
                      <a:lnTo>
                        <a:pt x="330" y="1476"/>
                      </a:lnTo>
                      <a:lnTo>
                        <a:pt x="317" y="1432"/>
                      </a:lnTo>
                      <a:lnTo>
                        <a:pt x="305" y="1393"/>
                      </a:lnTo>
                      <a:lnTo>
                        <a:pt x="294" y="1359"/>
                      </a:lnTo>
                      <a:lnTo>
                        <a:pt x="280" y="1323"/>
                      </a:lnTo>
                      <a:lnTo>
                        <a:pt x="265" y="1282"/>
                      </a:lnTo>
                      <a:lnTo>
                        <a:pt x="246" y="1239"/>
                      </a:lnTo>
                      <a:lnTo>
                        <a:pt x="227" y="1192"/>
                      </a:lnTo>
                      <a:lnTo>
                        <a:pt x="206" y="1142"/>
                      </a:lnTo>
                      <a:lnTo>
                        <a:pt x="184" y="1091"/>
                      </a:lnTo>
                      <a:lnTo>
                        <a:pt x="163" y="1037"/>
                      </a:lnTo>
                      <a:lnTo>
                        <a:pt x="141" y="983"/>
                      </a:lnTo>
                      <a:lnTo>
                        <a:pt x="119" y="927"/>
                      </a:lnTo>
                      <a:lnTo>
                        <a:pt x="98" y="869"/>
                      </a:lnTo>
                      <a:lnTo>
                        <a:pt x="77" y="812"/>
                      </a:lnTo>
                      <a:lnTo>
                        <a:pt x="59" y="754"/>
                      </a:lnTo>
                      <a:lnTo>
                        <a:pt x="43" y="697"/>
                      </a:lnTo>
                      <a:lnTo>
                        <a:pt x="28" y="641"/>
                      </a:lnTo>
                      <a:lnTo>
                        <a:pt x="17" y="586"/>
                      </a:lnTo>
                      <a:lnTo>
                        <a:pt x="7" y="530"/>
                      </a:lnTo>
                      <a:lnTo>
                        <a:pt x="2" y="478"/>
                      </a:lnTo>
                      <a:lnTo>
                        <a:pt x="0" y="429"/>
                      </a:lnTo>
                      <a:lnTo>
                        <a:pt x="3" y="381"/>
                      </a:lnTo>
                      <a:lnTo>
                        <a:pt x="407" y="78"/>
                      </a:lnTo>
                      <a:lnTo>
                        <a:pt x="458" y="51"/>
                      </a:lnTo>
                      <a:lnTo>
                        <a:pt x="508" y="31"/>
                      </a:lnTo>
                      <a:lnTo>
                        <a:pt x="556" y="17"/>
                      </a:lnTo>
                      <a:lnTo>
                        <a:pt x="603" y="6"/>
                      </a:lnTo>
                      <a:lnTo>
                        <a:pt x="649" y="1"/>
                      </a:lnTo>
                      <a:lnTo>
                        <a:pt x="691" y="0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 w="0">
                  <a:solidFill>
                    <a:schemeClr val="accent1">
                      <a:lumMod val="40000"/>
                      <a:lumOff val="60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62527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1C384D8-AFF5-C920-8D00-16CD95C8DCF1}"/>
                  </a:ext>
                </a:extLst>
              </p:cNvPr>
              <p:cNvSpPr txBox="1"/>
              <p:nvPr/>
            </p:nvSpPr>
            <p:spPr>
              <a:xfrm>
                <a:off x="3611040" y="2948621"/>
                <a:ext cx="947524" cy="1483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rPr>
                  <a:t>Topic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F0A9A3E2-DDC0-C9BC-0C64-E200DB77FF1E}"/>
                  </a:ext>
                </a:extLst>
              </p:cNvPr>
              <p:cNvSpPr txBox="1"/>
              <p:nvPr/>
            </p:nvSpPr>
            <p:spPr>
              <a:xfrm>
                <a:off x="2660720" y="4482924"/>
                <a:ext cx="1326377" cy="1483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rPr>
                  <a:t>Topic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F4ABFDB-5600-027D-B615-DFB50C182299}"/>
                  </a:ext>
                </a:extLst>
              </p:cNvPr>
              <p:cNvSpPr txBox="1"/>
              <p:nvPr/>
            </p:nvSpPr>
            <p:spPr>
              <a:xfrm>
                <a:off x="2580042" y="3430107"/>
                <a:ext cx="1034163" cy="1483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rPr>
                  <a:t>Topic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A692456-3DB7-06B3-50DA-E4FB711CF3C5}"/>
                  </a:ext>
                </a:extLst>
              </p:cNvPr>
              <p:cNvSpPr txBox="1"/>
              <p:nvPr/>
            </p:nvSpPr>
            <p:spPr>
              <a:xfrm>
                <a:off x="4422924" y="3557128"/>
                <a:ext cx="906778" cy="1483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rPr>
                  <a:t>Topic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0343A92C-12FF-3FA5-680C-B3449A2C731A}"/>
                  </a:ext>
                </a:extLst>
              </p:cNvPr>
              <p:cNvSpPr txBox="1"/>
              <p:nvPr/>
            </p:nvSpPr>
            <p:spPr>
              <a:xfrm>
                <a:off x="3870755" y="4631072"/>
                <a:ext cx="1196286" cy="1483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rPr>
                  <a:t>Topic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E9487ED-34B9-1E25-E5D0-2B87D457C96B}"/>
                </a:ext>
              </a:extLst>
            </p:cNvPr>
            <p:cNvGrpSpPr/>
            <p:nvPr/>
          </p:nvGrpSpPr>
          <p:grpSpPr>
            <a:xfrm>
              <a:off x="5182102" y="1844925"/>
              <a:ext cx="6721331" cy="4280856"/>
              <a:chOff x="4409608" y="1724833"/>
              <a:chExt cx="7035384" cy="428085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F4D2B30-5BFC-98CA-AAC9-540FEAFD8598}"/>
                  </a:ext>
                </a:extLst>
              </p:cNvPr>
              <p:cNvSpPr/>
              <p:nvPr/>
            </p:nvSpPr>
            <p:spPr>
              <a:xfrm>
                <a:off x="4409608" y="1724833"/>
                <a:ext cx="7035384" cy="428085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A100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CA7D550-E72A-36A0-77DA-0C2C7D2196D1}"/>
                  </a:ext>
                </a:extLst>
              </p:cNvPr>
              <p:cNvGrpSpPr/>
              <p:nvPr/>
            </p:nvGrpSpPr>
            <p:grpSpPr>
              <a:xfrm>
                <a:off x="4552017" y="1801396"/>
                <a:ext cx="6750566" cy="4057692"/>
                <a:chOff x="4762444" y="1876108"/>
                <a:chExt cx="6750566" cy="4057692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EB76717A-75DA-E679-2204-46370DD3C044}"/>
                    </a:ext>
                  </a:extLst>
                </p:cNvPr>
                <p:cNvGrpSpPr/>
                <p:nvPr/>
              </p:nvGrpSpPr>
              <p:grpSpPr>
                <a:xfrm>
                  <a:off x="4762444" y="2423390"/>
                  <a:ext cx="6750566" cy="288000"/>
                  <a:chOff x="4421783" y="2287775"/>
                  <a:chExt cx="6750566" cy="288000"/>
                </a:xfrm>
              </p:grpSpPr>
              <p:sp>
                <p:nvSpPr>
                  <p:cNvPr id="89" name="Rectangle 88">
                    <a:extLst>
                      <a:ext uri="{FF2B5EF4-FFF2-40B4-BE49-F238E27FC236}">
                        <a16:creationId xmlns:a16="http://schemas.microsoft.com/office/drawing/2014/main" id="{367E4C6F-7853-C5A1-090A-6D04BE097893}"/>
                      </a:ext>
                    </a:extLst>
                  </p:cNvPr>
                  <p:cNvSpPr/>
                  <p:nvPr/>
                </p:nvSpPr>
                <p:spPr>
                  <a:xfrm>
                    <a:off x="4421783" y="2362333"/>
                    <a:ext cx="1423936" cy="13888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marL="7938" marR="0" lvl="0" indent="0" algn="r" defTabSz="914400" rtl="0" eaLnBrk="1" fontAlgn="auto" latinLnBrk="0" hangingPunct="1">
                      <a:lnSpc>
                        <a:spcPts val="1200"/>
                      </a:lnSpc>
                      <a:spcBef>
                        <a:spcPts val="1260"/>
                      </a:spcBef>
                      <a:spcAft>
                        <a:spcPts val="126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7500C0"/>
                        </a:solidFill>
                        <a:effectLst/>
                        <a:uLnTx/>
                        <a:uFillTx/>
                        <a:latin typeface="Graphik" panose="020B0503030202060203" pitchFamily="34" charset="77"/>
                        <a:ea typeface="+mn-ea"/>
                        <a:cs typeface="+mn-cs"/>
                      </a:rPr>
                      <a:t>Topic</a:t>
                    </a:r>
                  </a:p>
                </p:txBody>
              </p:sp>
              <p:sp>
                <p:nvSpPr>
                  <p:cNvPr id="90" name="Rectangle 89">
                    <a:extLst>
                      <a:ext uri="{FF2B5EF4-FFF2-40B4-BE49-F238E27FC236}">
                        <a16:creationId xmlns:a16="http://schemas.microsoft.com/office/drawing/2014/main" id="{DD9CE08C-293E-751D-7B4B-7D45AB506D82}"/>
                      </a:ext>
                    </a:extLst>
                  </p:cNvPr>
                  <p:cNvSpPr/>
                  <p:nvPr/>
                </p:nvSpPr>
                <p:spPr>
                  <a:xfrm>
                    <a:off x="6027867" y="2287775"/>
                    <a:ext cx="1892935" cy="288000"/>
                  </a:xfrm>
                  <a:custGeom>
                    <a:avLst/>
                    <a:gdLst>
                      <a:gd name="csX0" fmla="*/ 0 w 1892935"/>
                      <a:gd name="csY0" fmla="*/ 0 h 288000"/>
                      <a:gd name="csX1" fmla="*/ 612049 w 1892935"/>
                      <a:gd name="csY1" fmla="*/ 0 h 288000"/>
                      <a:gd name="csX2" fmla="*/ 1186239 w 1892935"/>
                      <a:gd name="csY2" fmla="*/ 0 h 288000"/>
                      <a:gd name="csX3" fmla="*/ 1892935 w 1892935"/>
                      <a:gd name="csY3" fmla="*/ 0 h 288000"/>
                      <a:gd name="csX4" fmla="*/ 1892935 w 1892935"/>
                      <a:gd name="csY4" fmla="*/ 288000 h 288000"/>
                      <a:gd name="csX5" fmla="*/ 1299815 w 1892935"/>
                      <a:gd name="csY5" fmla="*/ 288000 h 288000"/>
                      <a:gd name="csX6" fmla="*/ 630978 w 1892935"/>
                      <a:gd name="csY6" fmla="*/ 288000 h 288000"/>
                      <a:gd name="csX7" fmla="*/ 0 w 1892935"/>
                      <a:gd name="csY7" fmla="*/ 288000 h 288000"/>
                      <a:gd name="csX8" fmla="*/ 0 w 1892935"/>
                      <a:gd name="csY8" fmla="*/ 0 h 288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1892935" h="288000" extrusionOk="0">
                        <a:moveTo>
                          <a:pt x="0" y="0"/>
                        </a:moveTo>
                        <a:cubicBezTo>
                          <a:pt x="202373" y="5791"/>
                          <a:pt x="446872" y="23002"/>
                          <a:pt x="612049" y="0"/>
                        </a:cubicBezTo>
                        <a:cubicBezTo>
                          <a:pt x="777226" y="-23002"/>
                          <a:pt x="1036789" y="3331"/>
                          <a:pt x="1186239" y="0"/>
                        </a:cubicBezTo>
                        <a:cubicBezTo>
                          <a:pt x="1335689" y="-3331"/>
                          <a:pt x="1544231" y="28172"/>
                          <a:pt x="1892935" y="0"/>
                        </a:cubicBezTo>
                        <a:cubicBezTo>
                          <a:pt x="1902322" y="101585"/>
                          <a:pt x="1893015" y="164995"/>
                          <a:pt x="1892935" y="288000"/>
                        </a:cubicBezTo>
                        <a:cubicBezTo>
                          <a:pt x="1601638" y="273408"/>
                          <a:pt x="1460708" y="288897"/>
                          <a:pt x="1299815" y="288000"/>
                        </a:cubicBezTo>
                        <a:cubicBezTo>
                          <a:pt x="1138922" y="287103"/>
                          <a:pt x="908218" y="283606"/>
                          <a:pt x="630978" y="288000"/>
                        </a:cubicBezTo>
                        <a:cubicBezTo>
                          <a:pt x="353738" y="292394"/>
                          <a:pt x="138960" y="282690"/>
                          <a:pt x="0" y="288000"/>
                        </a:cubicBezTo>
                        <a:cubicBezTo>
                          <a:pt x="-4581" y="227316"/>
                          <a:pt x="-9059" y="141512"/>
                          <a:pt x="0" y="0"/>
                        </a:cubicBezTo>
                        <a:close/>
                      </a:path>
                    </a:pathLst>
                  </a:custGeom>
                  <a:noFill/>
                  <a:ln>
                    <a:noFill/>
                    <a:extLst>
                      <a:ext uri="{C807C97D-BFC1-408E-A445-0C87EB9F89A2}">
                        <ask:lineSketchStyleProps xmlns:ask="http://schemas.microsoft.com/office/drawing/2018/sketchyshapes" sd="1219033472">
                          <a:prstGeom prst="rect">
                            <a:avLst/>
                          </a:prstGeom>
                          <ask:type>
                            <ask:lineSketchFreehand/>
                          </ask:type>
                        </ask:lineSketchStyleProps>
                      </a:ext>
                    </a:extLst>
                  </a:ln>
                </p:spPr>
                <p:txBody>
                  <a:bodyPr lIns="36000" tIns="36000" rIns="36000" bIns="36000" anchor="ctr">
                    <a:noAutofit/>
                  </a:bodyPr>
                  <a:lstStyle/>
                  <a:p>
                    <a:pPr marL="7938" marR="0" lvl="0" indent="0" algn="r" defTabSz="914400" rtl="0" eaLnBrk="1" fontAlgn="auto" latinLnBrk="0" hangingPunct="1">
                      <a:lnSpc>
                        <a:spcPts val="12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77"/>
                        <a:ea typeface="+mn-ea"/>
                        <a:cs typeface="+mn-cs"/>
                      </a:rPr>
                      <a:t>Text</a:t>
                    </a:r>
                  </a:p>
                </p:txBody>
              </p:sp>
              <p:sp>
                <p:nvSpPr>
                  <p:cNvPr id="91" name="Rectangle 90">
                    <a:extLst>
                      <a:ext uri="{FF2B5EF4-FFF2-40B4-BE49-F238E27FC236}">
                        <a16:creationId xmlns:a16="http://schemas.microsoft.com/office/drawing/2014/main" id="{94D9F841-539A-4B75-BC45-32B916D8E959}"/>
                      </a:ext>
                    </a:extLst>
                  </p:cNvPr>
                  <p:cNvSpPr/>
                  <p:nvPr/>
                </p:nvSpPr>
                <p:spPr>
                  <a:xfrm>
                    <a:off x="9279414" y="2287775"/>
                    <a:ext cx="1892935" cy="288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lIns="36000" tIns="36000" rIns="36000" bIns="36000" anchor="ctr">
                    <a:noAutofit/>
                  </a:bodyPr>
                  <a:lstStyle/>
                  <a:p>
                    <a:pPr marL="7938" marR="0" lvl="0" indent="0" algn="l" defTabSz="914400" rtl="0" eaLnBrk="1" fontAlgn="auto" latinLnBrk="0" hangingPunct="1">
                      <a:lnSpc>
                        <a:spcPts val="12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77"/>
                        <a:ea typeface="+mn-ea"/>
                        <a:cs typeface="+mn-cs"/>
                      </a:rPr>
                      <a:t>Text</a:t>
                    </a:r>
                  </a:p>
                </p:txBody>
              </p:sp>
              <p:grpSp>
                <p:nvGrpSpPr>
                  <p:cNvPr id="92" name="Group 91">
                    <a:extLst>
                      <a:ext uri="{FF2B5EF4-FFF2-40B4-BE49-F238E27FC236}">
                        <a16:creationId xmlns:a16="http://schemas.microsoft.com/office/drawing/2014/main" id="{88327554-D61D-300B-0D83-DAE9E13BF076}"/>
                      </a:ext>
                    </a:extLst>
                  </p:cNvPr>
                  <p:cNvGrpSpPr/>
                  <p:nvPr/>
                </p:nvGrpSpPr>
                <p:grpSpPr>
                  <a:xfrm>
                    <a:off x="8068937" y="2297306"/>
                    <a:ext cx="1079020" cy="268938"/>
                    <a:chOff x="7138171" y="1922360"/>
                    <a:chExt cx="1717537" cy="268938"/>
                  </a:xfrm>
                </p:grpSpPr>
                <p:sp>
                  <p:nvSpPr>
                    <p:cNvPr id="93" name="Rectangle 10">
                      <a:extLst>
                        <a:ext uri="{FF2B5EF4-FFF2-40B4-BE49-F238E27FC236}">
                          <a16:creationId xmlns:a16="http://schemas.microsoft.com/office/drawing/2014/main" id="{F5C36F36-22C8-B778-9B20-F5FAEBA80C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38171" y="1962701"/>
                      <a:ext cx="68705" cy="188257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1" i="0" u="none" strike="noStrike" kern="1200" cap="all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4" name="Rectangle 10">
                      <a:extLst>
                        <a:ext uri="{FF2B5EF4-FFF2-40B4-BE49-F238E27FC236}">
                          <a16:creationId xmlns:a16="http://schemas.microsoft.com/office/drawing/2014/main" id="{5AB98AF4-379F-0279-3D48-668842A9CB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7003" y="1962701"/>
                      <a:ext cx="68705" cy="188257"/>
                    </a:xfrm>
                    <a:prstGeom prst="rect">
                      <a:avLst/>
                    </a:prstGeom>
                    <a:solidFill>
                      <a:schemeClr val="tx2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all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95" name="Straight Connector 94">
                      <a:extLst>
                        <a:ext uri="{FF2B5EF4-FFF2-40B4-BE49-F238E27FC236}">
                          <a16:creationId xmlns:a16="http://schemas.microsoft.com/office/drawing/2014/main" id="{63F356E7-530C-FAEE-72D1-5D11CD52EFB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7260431" y="2056829"/>
                      <a:ext cx="1456880" cy="1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6" name="Rectangle 10">
                      <a:extLst>
                        <a:ext uri="{FF2B5EF4-FFF2-40B4-BE49-F238E27FC236}">
                          <a16:creationId xmlns:a16="http://schemas.microsoft.com/office/drawing/2014/main" id="{A6BE4471-5679-9046-0F5A-A340194012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41137" y="1922360"/>
                      <a:ext cx="88337" cy="268938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ffectLst>
                      <a:outerShdw sx="0" sy="0" rotWithShape="0">
                        <a:scrgbClr r="0" g="0" b="0"/>
                      </a:outerShdw>
                    </a:effectLst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0" cap="all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A9F0A5D5-7674-01D9-1CB3-0347221E5DE9}"/>
                    </a:ext>
                  </a:extLst>
                </p:cNvPr>
                <p:cNvGrpSpPr/>
                <p:nvPr/>
              </p:nvGrpSpPr>
              <p:grpSpPr>
                <a:xfrm>
                  <a:off x="4762444" y="3485828"/>
                  <a:ext cx="6750565" cy="288000"/>
                  <a:chOff x="4421783" y="3384797"/>
                  <a:chExt cx="6750565" cy="288000"/>
                </a:xfrm>
              </p:grpSpPr>
              <p:sp>
                <p:nvSpPr>
                  <p:cNvPr id="80" name="Rectangle 79">
                    <a:extLst>
                      <a:ext uri="{FF2B5EF4-FFF2-40B4-BE49-F238E27FC236}">
                        <a16:creationId xmlns:a16="http://schemas.microsoft.com/office/drawing/2014/main" id="{76B3F0C8-66B8-8F1A-816A-256D4DBACE50}"/>
                      </a:ext>
                    </a:extLst>
                  </p:cNvPr>
                  <p:cNvSpPr/>
                  <p:nvPr/>
                </p:nvSpPr>
                <p:spPr>
                  <a:xfrm>
                    <a:off x="4421783" y="3459548"/>
                    <a:ext cx="1423936" cy="1384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1680"/>
                      </a:spcBef>
                      <a:spcAft>
                        <a:spcPts val="21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7500C0"/>
                        </a:solidFill>
                        <a:effectLst/>
                        <a:uLnTx/>
                        <a:uFillTx/>
                        <a:latin typeface="Graphik" panose="020B0503030202060203" pitchFamily="34" charset="77"/>
                        <a:ea typeface="+mn-ea"/>
                        <a:cs typeface="+mn-cs"/>
                      </a:rPr>
                      <a:t>Topic</a:t>
                    </a:r>
                  </a:p>
                </p:txBody>
              </p:sp>
              <p:grpSp>
                <p:nvGrpSpPr>
                  <p:cNvPr id="81" name="Group 80">
                    <a:extLst>
                      <a:ext uri="{FF2B5EF4-FFF2-40B4-BE49-F238E27FC236}">
                        <a16:creationId xmlns:a16="http://schemas.microsoft.com/office/drawing/2014/main" id="{32AB11F0-17E1-C074-C9FC-93BB60A5C424}"/>
                      </a:ext>
                    </a:extLst>
                  </p:cNvPr>
                  <p:cNvGrpSpPr/>
                  <p:nvPr/>
                </p:nvGrpSpPr>
                <p:grpSpPr>
                  <a:xfrm>
                    <a:off x="6027866" y="3384797"/>
                    <a:ext cx="5144482" cy="288000"/>
                    <a:chOff x="6027866" y="3384797"/>
                    <a:chExt cx="5144482" cy="288000"/>
                  </a:xfrm>
                </p:grpSpPr>
                <p:sp>
                  <p:nvSpPr>
                    <p:cNvPr id="82" name="Rectangle 81">
                      <a:extLst>
                        <a:ext uri="{FF2B5EF4-FFF2-40B4-BE49-F238E27FC236}">
                          <a16:creationId xmlns:a16="http://schemas.microsoft.com/office/drawing/2014/main" id="{D31D2D52-5D29-81D2-527F-84492B01B2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27866" y="3384797"/>
                      <a:ext cx="1892935" cy="288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lIns="36000" tIns="36000" rIns="36000" bIns="36000" anchor="ctr">
                      <a:noAutofit/>
                    </a:bodyPr>
                    <a:lstStyle/>
                    <a:p>
                      <a:pPr marL="7938" marR="0" lvl="0" indent="0" algn="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77"/>
                          <a:ea typeface="+mn-ea"/>
                          <a:cs typeface="+mn-cs"/>
                        </a:rPr>
                        <a:t>Text</a:t>
                      </a:r>
                    </a:p>
                  </p:txBody>
                </p:sp>
                <p:sp>
                  <p:nvSpPr>
                    <p:cNvPr id="83" name="Rectangle 82">
                      <a:extLst>
                        <a:ext uri="{FF2B5EF4-FFF2-40B4-BE49-F238E27FC236}">
                          <a16:creationId xmlns:a16="http://schemas.microsoft.com/office/drawing/2014/main" id="{6A28908C-371A-51AA-D7FD-061B0CA0A8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79413" y="3384797"/>
                      <a:ext cx="1892935" cy="288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lIns="36000" tIns="36000" rIns="36000" bIns="36000" anchor="ctr">
                      <a:noAutofit/>
                    </a:bodyPr>
                    <a:lstStyle/>
                    <a:p>
                      <a:pPr marL="7938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77"/>
                          <a:ea typeface="+mn-ea"/>
                          <a:cs typeface="+mn-cs"/>
                        </a:rPr>
                        <a:t>Text</a:t>
                      </a:r>
                    </a:p>
                  </p:txBody>
                </p:sp>
                <p:grpSp>
                  <p:nvGrpSpPr>
                    <p:cNvPr id="84" name="Group 83">
                      <a:extLst>
                        <a:ext uri="{FF2B5EF4-FFF2-40B4-BE49-F238E27FC236}">
                          <a16:creationId xmlns:a16="http://schemas.microsoft.com/office/drawing/2014/main" id="{DE6FC2CD-7095-8049-368D-2EE158C7B5B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068931" y="3394328"/>
                      <a:ext cx="1079020" cy="268938"/>
                      <a:chOff x="7147327" y="3302266"/>
                      <a:chExt cx="1717538" cy="268938"/>
                    </a:xfrm>
                  </p:grpSpPr>
                  <p:sp>
                    <p:nvSpPr>
                      <p:cNvPr id="85" name="Rectangle 10">
                        <a:extLst>
                          <a:ext uri="{FF2B5EF4-FFF2-40B4-BE49-F238E27FC236}">
                            <a16:creationId xmlns:a16="http://schemas.microsoft.com/office/drawing/2014/main" id="{3E379917-08D9-714F-12FF-3FB9E1B4B9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47327" y="3342607"/>
                        <a:ext cx="68705" cy="188257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100" b="1" i="0" u="none" strike="noStrike" kern="1200" cap="all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86" name="Rectangle 10">
                        <a:extLst>
                          <a:ext uri="{FF2B5EF4-FFF2-40B4-BE49-F238E27FC236}">
                            <a16:creationId xmlns:a16="http://schemas.microsoft.com/office/drawing/2014/main" id="{B8B5D955-7A6F-59AD-B90F-7825FA3590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96160" y="3342607"/>
                        <a:ext cx="68705" cy="188257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100" b="0" i="0" u="none" strike="noStrike" kern="1200" cap="all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87" name="Straight Connector 86">
                        <a:extLst>
                          <a:ext uri="{FF2B5EF4-FFF2-40B4-BE49-F238E27FC236}">
                            <a16:creationId xmlns:a16="http://schemas.microsoft.com/office/drawing/2014/main" id="{0C832ECE-1C6F-E46D-4417-7B445974DCE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269587" y="3436735"/>
                        <a:ext cx="1456880" cy="1"/>
                      </a:xfrm>
                      <a:prstGeom prst="line">
                        <a:avLst/>
                      </a:prstGeom>
                      <a:ln w="6350">
                        <a:solidFill>
                          <a:schemeClr val="tx1"/>
                        </a:solidFill>
                        <a:headEnd type="none" w="med" len="med"/>
                        <a:tailEnd type="none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8" name="Rectangle 10">
                        <a:extLst>
                          <a:ext uri="{FF2B5EF4-FFF2-40B4-BE49-F238E27FC236}">
                            <a16:creationId xmlns:a16="http://schemas.microsoft.com/office/drawing/2014/main" id="{52CC7B0E-C713-040B-8E28-933646ACDF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661" y="3302266"/>
                        <a:ext cx="88335" cy="268938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>
                        <a:noFill/>
                      </a:ln>
                      <a:effectLst>
                        <a:outerShdw sx="0" sy="0" rotWithShape="0">
                          <a:scrgbClr r="0" g="0" b="0"/>
                        </a:outerShdw>
                      </a:effectLst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    <a:no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100" b="0" i="0" u="none" strike="noStrike" kern="0" cap="all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1E434513-5D87-7913-2D77-C437049F4363}"/>
                    </a:ext>
                  </a:extLst>
                </p:cNvPr>
                <p:cNvGrpSpPr/>
                <p:nvPr/>
              </p:nvGrpSpPr>
              <p:grpSpPr>
                <a:xfrm>
                  <a:off x="4762444" y="2954609"/>
                  <a:ext cx="6750565" cy="288000"/>
                  <a:chOff x="4421783" y="2831342"/>
                  <a:chExt cx="6750565" cy="288000"/>
                </a:xfrm>
              </p:grpSpPr>
              <p:sp>
                <p:nvSpPr>
                  <p:cNvPr id="72" name="Rectangle 71">
                    <a:extLst>
                      <a:ext uri="{FF2B5EF4-FFF2-40B4-BE49-F238E27FC236}">
                        <a16:creationId xmlns:a16="http://schemas.microsoft.com/office/drawing/2014/main" id="{6660667C-9E9F-26A8-BF8C-6ACBCC710483}"/>
                      </a:ext>
                    </a:extLst>
                  </p:cNvPr>
                  <p:cNvSpPr/>
                  <p:nvPr/>
                </p:nvSpPr>
                <p:spPr>
                  <a:xfrm>
                    <a:off x="4421783" y="2905900"/>
                    <a:ext cx="1423936" cy="13888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marL="7938" marR="0" lvl="0" indent="0" algn="r" defTabSz="914400" rtl="0" eaLnBrk="1" fontAlgn="auto" latinLnBrk="0" hangingPunct="1">
                      <a:lnSpc>
                        <a:spcPts val="1200"/>
                      </a:lnSpc>
                      <a:spcBef>
                        <a:spcPts val="1260"/>
                      </a:spcBef>
                      <a:spcAft>
                        <a:spcPts val="126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7500C0"/>
                        </a:solidFill>
                        <a:effectLst/>
                        <a:uLnTx/>
                        <a:uFillTx/>
                        <a:latin typeface="Graphik" panose="020B0503030202060203" pitchFamily="34" charset="77"/>
                        <a:ea typeface="+mn-ea"/>
                        <a:cs typeface="+mn-cs"/>
                      </a:rPr>
                      <a:t>Topic</a:t>
                    </a:r>
                  </a:p>
                </p:txBody>
              </p:sp>
              <p:sp>
                <p:nvSpPr>
                  <p:cNvPr id="73" name="Rectangle 148">
                    <a:extLst>
                      <a:ext uri="{FF2B5EF4-FFF2-40B4-BE49-F238E27FC236}">
                        <a16:creationId xmlns:a16="http://schemas.microsoft.com/office/drawing/2014/main" id="{C7DFA779-4026-EE2D-F58E-C35B264DF8C9}"/>
                      </a:ext>
                    </a:extLst>
                  </p:cNvPr>
                  <p:cNvSpPr/>
                  <p:nvPr/>
                </p:nvSpPr>
                <p:spPr>
                  <a:xfrm>
                    <a:off x="6027866" y="2831342"/>
                    <a:ext cx="1892935" cy="288000"/>
                  </a:xfrm>
                  <a:solidFill>
                    <a:schemeClr val="bg1">
                      <a:alpha val="96188"/>
                    </a:schemeClr>
                  </a:solidFill>
                  <a:ln>
                    <a:solidFill>
                      <a:schemeClr val="bg2"/>
                    </a:solidFill>
                  </a:ln>
                </p:spPr>
                <p:txBody>
                  <a:bodyPr lIns="36000" tIns="36000" rIns="36000" bIns="36000" anchor="ctr">
                    <a:noAutofit/>
                  </a:bodyPr>
                  <a:lstStyle/>
                  <a:p>
                    <a:pPr marL="7938" marR="0" lvl="0" indent="0" algn="r" defTabSz="914400" rtl="0" eaLnBrk="1" fontAlgn="auto" latinLnBrk="0" hangingPunct="1">
                      <a:lnSpc>
                        <a:spcPts val="12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77"/>
                        <a:ea typeface="+mn-ea"/>
                        <a:cs typeface="+mn-cs"/>
                      </a:rPr>
                      <a:t>Text</a:t>
                    </a:r>
                  </a:p>
                </p:txBody>
              </p:sp>
              <p:sp>
                <p:nvSpPr>
                  <p:cNvPr id="74" name="Rectangle 73">
                    <a:extLst>
                      <a:ext uri="{FF2B5EF4-FFF2-40B4-BE49-F238E27FC236}">
                        <a16:creationId xmlns:a16="http://schemas.microsoft.com/office/drawing/2014/main" id="{FDD158A6-8280-9441-CF62-E57D53B5D4A2}"/>
                      </a:ext>
                    </a:extLst>
                  </p:cNvPr>
                  <p:cNvSpPr/>
                  <p:nvPr/>
                </p:nvSpPr>
                <p:spPr>
                  <a:xfrm>
                    <a:off x="9279413" y="2831342"/>
                    <a:ext cx="1892935" cy="288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lIns="36000" tIns="36000" rIns="36000" bIns="36000" anchor="ctr">
                    <a:noAutofit/>
                  </a:bodyPr>
                  <a:lstStyle/>
                  <a:p>
                    <a:pPr marL="7938" marR="0" lvl="0" indent="0" algn="l" defTabSz="914400" rtl="0" eaLnBrk="1" fontAlgn="auto" latinLnBrk="0" hangingPunct="1">
                      <a:lnSpc>
                        <a:spcPts val="12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77"/>
                        <a:ea typeface="+mn-ea"/>
                        <a:cs typeface="+mn-cs"/>
                      </a:rPr>
                      <a:t>Text</a:t>
                    </a:r>
                  </a:p>
                </p:txBody>
              </p:sp>
              <p:grpSp>
                <p:nvGrpSpPr>
                  <p:cNvPr id="75" name="Group 74">
                    <a:extLst>
                      <a:ext uri="{FF2B5EF4-FFF2-40B4-BE49-F238E27FC236}">
                        <a16:creationId xmlns:a16="http://schemas.microsoft.com/office/drawing/2014/main" id="{B9862D4F-EE28-1204-34F8-EACE1BC814EA}"/>
                      </a:ext>
                    </a:extLst>
                  </p:cNvPr>
                  <p:cNvGrpSpPr/>
                  <p:nvPr/>
                </p:nvGrpSpPr>
                <p:grpSpPr>
                  <a:xfrm>
                    <a:off x="8068931" y="2840873"/>
                    <a:ext cx="1079020" cy="268938"/>
                    <a:chOff x="7147327" y="2612313"/>
                    <a:chExt cx="1717538" cy="268938"/>
                  </a:xfrm>
                </p:grpSpPr>
                <p:sp>
                  <p:nvSpPr>
                    <p:cNvPr id="76" name="Rectangle 10">
                      <a:extLst>
                        <a:ext uri="{FF2B5EF4-FFF2-40B4-BE49-F238E27FC236}">
                          <a16:creationId xmlns:a16="http://schemas.microsoft.com/office/drawing/2014/main" id="{E29AA776-4A9D-B868-2097-9BD0C618EB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47327" y="2652654"/>
                      <a:ext cx="68705" cy="188257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1" i="0" u="none" strike="noStrike" kern="1200" cap="all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7" name="Rectangle 10">
                      <a:extLst>
                        <a:ext uri="{FF2B5EF4-FFF2-40B4-BE49-F238E27FC236}">
                          <a16:creationId xmlns:a16="http://schemas.microsoft.com/office/drawing/2014/main" id="{0E7BB151-4642-5857-FF3C-016EF53719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6160" y="2652654"/>
                      <a:ext cx="68705" cy="188257"/>
                    </a:xfrm>
                    <a:prstGeom prst="rect">
                      <a:avLst/>
                    </a:prstGeom>
                    <a:solidFill>
                      <a:schemeClr val="tx2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all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78" name="Straight Connector 77">
                      <a:extLst>
                        <a:ext uri="{FF2B5EF4-FFF2-40B4-BE49-F238E27FC236}">
                          <a16:creationId xmlns:a16="http://schemas.microsoft.com/office/drawing/2014/main" id="{D1BB4E21-C03A-4922-F218-8128510ADB8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7269587" y="2746782"/>
                      <a:ext cx="1456880" cy="1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9" name="Rectangle 10">
                      <a:extLst>
                        <a:ext uri="{FF2B5EF4-FFF2-40B4-BE49-F238E27FC236}">
                          <a16:creationId xmlns:a16="http://schemas.microsoft.com/office/drawing/2014/main" id="{95C11BD6-9EC2-4592-D663-7FE60DB297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71821" y="2612313"/>
                      <a:ext cx="88335" cy="268938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ffectLst>
                      <a:outerShdw sx="0" sy="0" rotWithShape="0">
                        <a:scrgbClr r="0" g="0" b="0"/>
                      </a:outerShdw>
                    </a:effectLst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0" cap="all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0FEE793C-FED7-9066-61CE-658DBBFBDC41}"/>
                    </a:ext>
                  </a:extLst>
                </p:cNvPr>
                <p:cNvGrpSpPr/>
                <p:nvPr/>
              </p:nvGrpSpPr>
              <p:grpSpPr>
                <a:xfrm>
                  <a:off x="4762444" y="4017047"/>
                  <a:ext cx="6750565" cy="288000"/>
                  <a:chOff x="4421783" y="3948141"/>
                  <a:chExt cx="6750565" cy="288000"/>
                </a:xfrm>
              </p:grpSpPr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89039010-4788-76B3-1162-8288F96B473B}"/>
                      </a:ext>
                    </a:extLst>
                  </p:cNvPr>
                  <p:cNvSpPr/>
                  <p:nvPr/>
                </p:nvSpPr>
                <p:spPr>
                  <a:xfrm>
                    <a:off x="4421783" y="4022892"/>
                    <a:ext cx="1423936" cy="1384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marL="0" marR="0" lvl="0" indent="-7620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231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7500C0"/>
                        </a:solidFill>
                        <a:effectLst/>
                        <a:uLnTx/>
                        <a:uFillTx/>
                        <a:latin typeface="Graphik" panose="020B0503030202060203" pitchFamily="34" charset="77"/>
                        <a:ea typeface="+mn-ea"/>
                        <a:cs typeface="+mn-cs"/>
                      </a:rPr>
                      <a:t>Topic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ACA43152-81FB-1FFC-6433-387C61EC6254}"/>
                      </a:ext>
                    </a:extLst>
                  </p:cNvPr>
                  <p:cNvSpPr/>
                  <p:nvPr/>
                </p:nvSpPr>
                <p:spPr>
                  <a:xfrm>
                    <a:off x="6027866" y="3948141"/>
                    <a:ext cx="1892935" cy="288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lIns="36000" tIns="36000" rIns="36000" bIns="36000" anchor="ctr">
                    <a:noAutofit/>
                  </a:bodyPr>
                  <a:lstStyle/>
                  <a:p>
                    <a:pPr marL="7938" marR="0" lvl="0" indent="0" algn="r" defTabSz="914400" rtl="0" eaLnBrk="1" fontAlgn="auto" latinLnBrk="0" hangingPunct="1">
                      <a:lnSpc>
                        <a:spcPts val="12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77"/>
                        <a:ea typeface="+mn-ea"/>
                        <a:cs typeface="+mn-cs"/>
                      </a:rPr>
                      <a:t>Text</a:t>
                    </a:r>
                  </a:p>
                </p:txBody>
              </p:sp>
              <p:grpSp>
                <p:nvGrpSpPr>
                  <p:cNvPr id="66" name="Group 65">
                    <a:extLst>
                      <a:ext uri="{FF2B5EF4-FFF2-40B4-BE49-F238E27FC236}">
                        <a16:creationId xmlns:a16="http://schemas.microsoft.com/office/drawing/2014/main" id="{0DE47C93-BDBB-54AF-FF97-CB57276EC049}"/>
                      </a:ext>
                    </a:extLst>
                  </p:cNvPr>
                  <p:cNvGrpSpPr/>
                  <p:nvPr/>
                </p:nvGrpSpPr>
                <p:grpSpPr>
                  <a:xfrm>
                    <a:off x="8068931" y="3957672"/>
                    <a:ext cx="1079020" cy="268938"/>
                    <a:chOff x="7152314" y="3992219"/>
                    <a:chExt cx="1717538" cy="268938"/>
                  </a:xfrm>
                </p:grpSpPr>
                <p:sp>
                  <p:nvSpPr>
                    <p:cNvPr id="68" name="Rectangle 10">
                      <a:extLst>
                        <a:ext uri="{FF2B5EF4-FFF2-40B4-BE49-F238E27FC236}">
                          <a16:creationId xmlns:a16="http://schemas.microsoft.com/office/drawing/2014/main" id="{F75BD0EB-67F0-3300-AEE1-C6C72D23CB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52314" y="4032560"/>
                      <a:ext cx="68705" cy="188257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1" i="0" u="none" strike="noStrike" kern="1200" cap="all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9" name="Rectangle 10">
                      <a:extLst>
                        <a:ext uri="{FF2B5EF4-FFF2-40B4-BE49-F238E27FC236}">
                          <a16:creationId xmlns:a16="http://schemas.microsoft.com/office/drawing/2014/main" id="{95100DAD-9DB5-B870-FE41-1341EB654A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1147" y="4032560"/>
                      <a:ext cx="68705" cy="188257"/>
                    </a:xfrm>
                    <a:prstGeom prst="rect">
                      <a:avLst/>
                    </a:prstGeom>
                    <a:solidFill>
                      <a:schemeClr val="tx2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all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70" name="Straight Connector 69">
                      <a:extLst>
                        <a:ext uri="{FF2B5EF4-FFF2-40B4-BE49-F238E27FC236}">
                          <a16:creationId xmlns:a16="http://schemas.microsoft.com/office/drawing/2014/main" id="{A17C9FA9-0677-81DC-FB81-749138EDE2F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7274574" y="4126688"/>
                      <a:ext cx="1456880" cy="1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1" name="Rectangle 10">
                      <a:extLst>
                        <a:ext uri="{FF2B5EF4-FFF2-40B4-BE49-F238E27FC236}">
                          <a16:creationId xmlns:a16="http://schemas.microsoft.com/office/drawing/2014/main" id="{4C748954-97B0-2A8E-D7B3-78FFD7525B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55279" y="3992219"/>
                      <a:ext cx="88335" cy="268938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ffectLst>
                      <a:outerShdw sx="0" sy="0" rotWithShape="0">
                        <a:scrgbClr r="0" g="0" b="0"/>
                      </a:outerShdw>
                    </a:effectLst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0" cap="all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67" name="Rectangle 66">
                    <a:extLst>
                      <a:ext uri="{FF2B5EF4-FFF2-40B4-BE49-F238E27FC236}">
                        <a16:creationId xmlns:a16="http://schemas.microsoft.com/office/drawing/2014/main" id="{C99BC404-D324-1C3D-F3F8-E0871328838C}"/>
                      </a:ext>
                    </a:extLst>
                  </p:cNvPr>
                  <p:cNvSpPr/>
                  <p:nvPr/>
                </p:nvSpPr>
                <p:spPr>
                  <a:xfrm>
                    <a:off x="9279413" y="3948141"/>
                    <a:ext cx="1892935" cy="288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lIns="36000" tIns="36000" rIns="36000" bIns="36000" anchor="ctr">
                    <a:noAutofit/>
                  </a:bodyPr>
                  <a:lstStyle/>
                  <a:p>
                    <a:pPr marL="7938" marR="0" lvl="0" indent="0" algn="l" defTabSz="914400" rtl="0" eaLnBrk="1" fontAlgn="auto" latinLnBrk="0" hangingPunct="1">
                      <a:lnSpc>
                        <a:spcPts val="12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77"/>
                        <a:ea typeface="+mn-ea"/>
                        <a:cs typeface="+mn-cs"/>
                      </a:rPr>
                      <a:t>Text</a:t>
                    </a:r>
                  </a:p>
                </p:txBody>
              </p:sp>
            </p:grp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68FCCA49-9063-CE3D-46FA-B9C611E4372E}"/>
                    </a:ext>
                  </a:extLst>
                </p:cNvPr>
                <p:cNvGrpSpPr/>
                <p:nvPr/>
              </p:nvGrpSpPr>
              <p:grpSpPr>
                <a:xfrm>
                  <a:off x="4762444" y="4548266"/>
                  <a:ext cx="6750565" cy="288000"/>
                  <a:chOff x="4421783" y="4511485"/>
                  <a:chExt cx="6750565" cy="288000"/>
                </a:xfrm>
              </p:grpSpPr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B2907EAC-CB74-497E-0382-A0B229F4DD26}"/>
                      </a:ext>
                    </a:extLst>
                  </p:cNvPr>
                  <p:cNvSpPr/>
                  <p:nvPr/>
                </p:nvSpPr>
                <p:spPr>
                  <a:xfrm>
                    <a:off x="4421783" y="4586236"/>
                    <a:ext cx="1423936" cy="1384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marL="0" marR="0" lvl="0" indent="-7620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231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7500C0"/>
                        </a:solidFill>
                        <a:effectLst/>
                        <a:uLnTx/>
                        <a:uFillTx/>
                        <a:latin typeface="Graphik" panose="020B0503030202060203" pitchFamily="34" charset="77"/>
                        <a:ea typeface="+mn-ea"/>
                        <a:cs typeface="+mn-cs"/>
                      </a:rPr>
                      <a:t>Topic</a:t>
                    </a:r>
                  </a:p>
                </p:txBody>
              </p:sp>
              <p:grpSp>
                <p:nvGrpSpPr>
                  <p:cNvPr id="56" name="Group 55">
                    <a:extLst>
                      <a:ext uri="{FF2B5EF4-FFF2-40B4-BE49-F238E27FC236}">
                        <a16:creationId xmlns:a16="http://schemas.microsoft.com/office/drawing/2014/main" id="{97B3C481-8B75-001E-E09D-FE0FFFF8F360}"/>
                      </a:ext>
                    </a:extLst>
                  </p:cNvPr>
                  <p:cNvGrpSpPr/>
                  <p:nvPr/>
                </p:nvGrpSpPr>
                <p:grpSpPr>
                  <a:xfrm>
                    <a:off x="6027866" y="4511485"/>
                    <a:ext cx="5144482" cy="288000"/>
                    <a:chOff x="6027866" y="4511485"/>
                    <a:chExt cx="5144482" cy="288000"/>
                  </a:xfrm>
                </p:grpSpPr>
                <p:grpSp>
                  <p:nvGrpSpPr>
                    <p:cNvPr id="57" name="Group 56">
                      <a:extLst>
                        <a:ext uri="{FF2B5EF4-FFF2-40B4-BE49-F238E27FC236}">
                          <a16:creationId xmlns:a16="http://schemas.microsoft.com/office/drawing/2014/main" id="{CCD38C28-117B-311F-2943-9A0FCC37693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068931" y="4521016"/>
                      <a:ext cx="1079020" cy="268938"/>
                      <a:chOff x="7161470" y="4682172"/>
                      <a:chExt cx="1717538" cy="268938"/>
                    </a:xfrm>
                  </p:grpSpPr>
                  <p:sp>
                    <p:nvSpPr>
                      <p:cNvPr id="60" name="Rectangle 10">
                        <a:extLst>
                          <a:ext uri="{FF2B5EF4-FFF2-40B4-BE49-F238E27FC236}">
                            <a16:creationId xmlns:a16="http://schemas.microsoft.com/office/drawing/2014/main" id="{0CDE200D-2FB3-4973-0780-6B2960B0DE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61470" y="4722513"/>
                        <a:ext cx="68705" cy="188257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100" b="1" i="0" u="none" strike="noStrike" kern="1200" cap="all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61" name="Rectangle 10">
                        <a:extLst>
                          <a:ext uri="{FF2B5EF4-FFF2-40B4-BE49-F238E27FC236}">
                            <a16:creationId xmlns:a16="http://schemas.microsoft.com/office/drawing/2014/main" id="{351107E3-E56D-92C7-72D9-9A62ED9EF8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10303" y="4722513"/>
                        <a:ext cx="68705" cy="188257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100" b="0" i="0" u="none" strike="noStrike" kern="1200" cap="all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62" name="Straight Connector 61">
                        <a:extLst>
                          <a:ext uri="{FF2B5EF4-FFF2-40B4-BE49-F238E27FC236}">
                            <a16:creationId xmlns:a16="http://schemas.microsoft.com/office/drawing/2014/main" id="{15DB980E-73FE-CE0D-5357-032D5F2422B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283730" y="4816641"/>
                        <a:ext cx="1456880" cy="1"/>
                      </a:xfrm>
                      <a:prstGeom prst="line">
                        <a:avLst/>
                      </a:prstGeom>
                      <a:ln w="6350">
                        <a:solidFill>
                          <a:schemeClr val="tx1"/>
                        </a:solidFill>
                        <a:headEnd type="none" w="med" len="med"/>
                        <a:tailEnd type="none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3" name="Rectangle 10">
                        <a:extLst>
                          <a:ext uri="{FF2B5EF4-FFF2-40B4-BE49-F238E27FC236}">
                            <a16:creationId xmlns:a16="http://schemas.microsoft.com/office/drawing/2014/main" id="{FADB5F88-F0E8-B786-B491-294A0AFB60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85964" y="4682172"/>
                        <a:ext cx="88335" cy="268938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>
                        <a:noFill/>
                      </a:ln>
                      <a:effectLst>
                        <a:outerShdw sx="0" sy="0" rotWithShape="0">
                          <a:scrgbClr r="0" g="0" b="0"/>
                        </a:outerShdw>
                      </a:effectLst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    <a:no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100" b="0" i="0" u="none" strike="noStrike" kern="0" cap="all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endParaRPr>
                      </a:p>
                    </p:txBody>
                  </p:sp>
                </p:grpSp>
                <p:sp>
                  <p:nvSpPr>
                    <p:cNvPr id="58" name="Rectangle 57">
                      <a:extLst>
                        <a:ext uri="{FF2B5EF4-FFF2-40B4-BE49-F238E27FC236}">
                          <a16:creationId xmlns:a16="http://schemas.microsoft.com/office/drawing/2014/main" id="{F8FCD6DC-0F9B-5D50-B5E7-4C054C08A9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27866" y="4511485"/>
                      <a:ext cx="1892935" cy="288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lIns="36000" tIns="36000" rIns="36000" bIns="36000" anchor="ctr">
                      <a:noAutofit/>
                    </a:bodyPr>
                    <a:lstStyle/>
                    <a:p>
                      <a:pPr marL="7938" marR="0" lvl="0" indent="0" algn="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77"/>
                          <a:ea typeface="+mn-ea"/>
                          <a:cs typeface="+mn-cs"/>
                        </a:rPr>
                        <a:t>Text</a:t>
                      </a:r>
                    </a:p>
                  </p:txBody>
                </p:sp>
                <p:sp>
                  <p:nvSpPr>
                    <p:cNvPr id="59" name="Rectangle 58">
                      <a:extLst>
                        <a:ext uri="{FF2B5EF4-FFF2-40B4-BE49-F238E27FC236}">
                          <a16:creationId xmlns:a16="http://schemas.microsoft.com/office/drawing/2014/main" id="{562C2DC5-46B2-C146-9923-505CB491CC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79413" y="4511485"/>
                      <a:ext cx="1892935" cy="288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lIns="36000" tIns="36000" rIns="36000" bIns="36000" anchor="ctr">
                      <a:noAutofit/>
                    </a:bodyPr>
                    <a:lstStyle/>
                    <a:p>
                      <a:pPr marL="7938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77"/>
                          <a:ea typeface="+mn-ea"/>
                          <a:cs typeface="+mn-cs"/>
                        </a:rPr>
                        <a:t>Text</a:t>
                      </a:r>
                    </a:p>
                  </p:txBody>
                </p:sp>
              </p:grpSp>
            </p:grp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412C07E4-E65B-0031-D52E-3E4FB77A1EFE}"/>
                    </a:ext>
                  </a:extLst>
                </p:cNvPr>
                <p:cNvGrpSpPr/>
                <p:nvPr/>
              </p:nvGrpSpPr>
              <p:grpSpPr>
                <a:xfrm>
                  <a:off x="4762444" y="5645800"/>
                  <a:ext cx="6750566" cy="288000"/>
                  <a:chOff x="4421783" y="5638167"/>
                  <a:chExt cx="6750566" cy="288000"/>
                </a:xfrm>
              </p:grpSpPr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250D2B53-9EED-E8B5-D2DC-664BDE18B294}"/>
                      </a:ext>
                    </a:extLst>
                  </p:cNvPr>
                  <p:cNvSpPr/>
                  <p:nvPr/>
                </p:nvSpPr>
                <p:spPr>
                  <a:xfrm>
                    <a:off x="4421783" y="5712918"/>
                    <a:ext cx="1423936" cy="1384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1680"/>
                      </a:spcBef>
                      <a:spcAft>
                        <a:spcPts val="21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7500C0"/>
                        </a:solidFill>
                        <a:effectLst/>
                        <a:uLnTx/>
                        <a:uFillTx/>
                        <a:latin typeface="Graphik" panose="020B0503030202060203" pitchFamily="34" charset="77"/>
                        <a:ea typeface="+mn-ea"/>
                        <a:cs typeface="+mn-cs"/>
                      </a:rPr>
                      <a:t>Topic</a:t>
                    </a:r>
                  </a:p>
                </p:txBody>
              </p:sp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2A178AF0-8D80-B320-2BB2-064C0E8B5BFD}"/>
                      </a:ext>
                    </a:extLst>
                  </p:cNvPr>
                  <p:cNvGrpSpPr/>
                  <p:nvPr/>
                </p:nvGrpSpPr>
                <p:grpSpPr>
                  <a:xfrm>
                    <a:off x="8068932" y="5647698"/>
                    <a:ext cx="1079020" cy="268938"/>
                    <a:chOff x="7147327" y="5912878"/>
                    <a:chExt cx="1717538" cy="268938"/>
                  </a:xfrm>
                </p:grpSpPr>
                <p:sp>
                  <p:nvSpPr>
                    <p:cNvPr id="51" name="Rectangle 10">
                      <a:extLst>
                        <a:ext uri="{FF2B5EF4-FFF2-40B4-BE49-F238E27FC236}">
                          <a16:creationId xmlns:a16="http://schemas.microsoft.com/office/drawing/2014/main" id="{4BF35804-1013-2E1E-8F33-25C5626DBD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47327" y="5953219"/>
                      <a:ext cx="68705" cy="188257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1" i="0" u="none" strike="noStrike" kern="1200" cap="all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2" name="Rectangle 10">
                      <a:extLst>
                        <a:ext uri="{FF2B5EF4-FFF2-40B4-BE49-F238E27FC236}">
                          <a16:creationId xmlns:a16="http://schemas.microsoft.com/office/drawing/2014/main" id="{45D28FD3-2375-0655-B0F0-82B134F5F3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6160" y="5953219"/>
                      <a:ext cx="68705" cy="188257"/>
                    </a:xfrm>
                    <a:prstGeom prst="rect">
                      <a:avLst/>
                    </a:prstGeom>
                    <a:solidFill>
                      <a:schemeClr val="tx2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all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53" name="Straight Arrow Connector 52">
                      <a:extLst>
                        <a:ext uri="{FF2B5EF4-FFF2-40B4-BE49-F238E27FC236}">
                          <a16:creationId xmlns:a16="http://schemas.microsoft.com/office/drawing/2014/main" id="{7ADDB7E7-F5A6-4E35-5ECF-3E79CBF6708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269587" y="6047347"/>
                      <a:ext cx="1456880" cy="0"/>
                    </a:xfrm>
                    <a:prstGeom prst="straightConnector1">
                      <a:avLst/>
                    </a:prstGeom>
                    <a:ln w="6350"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4" name="Rectangle 10">
                      <a:extLst>
                        <a:ext uri="{FF2B5EF4-FFF2-40B4-BE49-F238E27FC236}">
                          <a16:creationId xmlns:a16="http://schemas.microsoft.com/office/drawing/2014/main" id="{6853FF7E-32A9-A7B5-BD14-D7EDB4B8C5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79030" y="5912878"/>
                      <a:ext cx="88335" cy="268938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ffectLst>
                      <a:outerShdw sx="0" sy="0" rotWithShape="0">
                        <a:scrgbClr r="0" g="0" b="0"/>
                      </a:outerShdw>
                    </a:effectLst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0" cap="all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69493098-95D1-EEE2-7C20-16219FC096F1}"/>
                      </a:ext>
                    </a:extLst>
                  </p:cNvPr>
                  <p:cNvSpPr/>
                  <p:nvPr/>
                </p:nvSpPr>
                <p:spPr>
                  <a:xfrm>
                    <a:off x="6027867" y="5638167"/>
                    <a:ext cx="1892935" cy="288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lIns="36000" tIns="36000" rIns="36000" bIns="36000" anchor="ctr">
                    <a:noAutofit/>
                  </a:bodyPr>
                  <a:lstStyle/>
                  <a:p>
                    <a:pPr marL="7938" marR="0" lvl="0" indent="0" algn="r" defTabSz="914400" rtl="0" eaLnBrk="1" fontAlgn="auto" latinLnBrk="0" hangingPunct="1">
                      <a:lnSpc>
                        <a:spcPts val="12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77"/>
                        <a:ea typeface="+mn-ea"/>
                        <a:cs typeface="+mn-cs"/>
                      </a:rPr>
                      <a:t>Text</a:t>
                    </a:r>
                  </a:p>
                </p:txBody>
              </p:sp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909BFB8B-EB68-43AA-62ED-13FB630038A0}"/>
                      </a:ext>
                    </a:extLst>
                  </p:cNvPr>
                  <p:cNvSpPr/>
                  <p:nvPr/>
                </p:nvSpPr>
                <p:spPr>
                  <a:xfrm>
                    <a:off x="9279414" y="5638167"/>
                    <a:ext cx="1892935" cy="288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lIns="36000" tIns="36000" rIns="36000" bIns="36000" anchor="ctr">
                    <a:noAutofit/>
                  </a:bodyPr>
                  <a:lstStyle/>
                  <a:p>
                    <a:pPr marL="7938" marR="0" lvl="0" indent="0" algn="l" defTabSz="914400" rtl="0" eaLnBrk="1" fontAlgn="auto" latinLnBrk="0" hangingPunct="1">
                      <a:lnSpc>
                        <a:spcPts val="12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77"/>
                        <a:ea typeface="+mn-ea"/>
                        <a:cs typeface="+mn-cs"/>
                      </a:rPr>
                      <a:t>Text</a:t>
                    </a:r>
                  </a:p>
                </p:txBody>
              </p:sp>
            </p:grp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9EE04A6A-693E-0613-3F91-34CF78265C38}"/>
                    </a:ext>
                  </a:extLst>
                </p:cNvPr>
                <p:cNvGrpSpPr/>
                <p:nvPr/>
              </p:nvGrpSpPr>
              <p:grpSpPr>
                <a:xfrm>
                  <a:off x="4762444" y="1876108"/>
                  <a:ext cx="6750565" cy="425673"/>
                  <a:chOff x="4421783" y="1734319"/>
                  <a:chExt cx="6750565" cy="425673"/>
                </a:xfrm>
              </p:grpSpPr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99F93190-A75F-2495-871B-BF5BA62887CE}"/>
                      </a:ext>
                    </a:extLst>
                  </p:cNvPr>
                  <p:cNvSpPr/>
                  <p:nvPr/>
                </p:nvSpPr>
                <p:spPr>
                  <a:xfrm>
                    <a:off x="4421783" y="1808877"/>
                    <a:ext cx="1423936" cy="13888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marL="0" marR="0" lvl="0" indent="0" algn="r" defTabSz="914400" rtl="0" eaLnBrk="1" fontAlgn="auto" latinLnBrk="0" hangingPunct="1">
                      <a:lnSpc>
                        <a:spcPts val="1200"/>
                      </a:lnSpc>
                      <a:spcBef>
                        <a:spcPts val="0"/>
                      </a:spcBef>
                      <a:spcAft>
                        <a:spcPts val="126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7500C0"/>
                        </a:solidFill>
                        <a:effectLst/>
                        <a:uLnTx/>
                        <a:uFillTx/>
                        <a:latin typeface="Graphik" panose="020B0503030202060203" pitchFamily="34" charset="77"/>
                        <a:ea typeface="+mn-ea"/>
                        <a:cs typeface="+mn-cs"/>
                      </a:rPr>
                      <a:t>Topic</a:t>
                    </a:r>
                  </a:p>
                </p:txBody>
              </p:sp>
              <p:sp>
                <p:nvSpPr>
                  <p:cNvPr id="39" name="Rectangle 150">
                    <a:extLst>
                      <a:ext uri="{FF2B5EF4-FFF2-40B4-BE49-F238E27FC236}">
                        <a16:creationId xmlns:a16="http://schemas.microsoft.com/office/drawing/2014/main" id="{2186A9C1-E9FB-0420-2032-8EF402A6CC6E}"/>
                      </a:ext>
                    </a:extLst>
                  </p:cNvPr>
                  <p:cNvSpPr/>
                  <p:nvPr/>
                </p:nvSpPr>
                <p:spPr>
                  <a:xfrm>
                    <a:off x="6027866" y="1734319"/>
                    <a:ext cx="1892935" cy="288000"/>
                  </a:xfrm>
                  <a:solidFill>
                    <a:schemeClr val="bg1">
                      <a:alpha val="96188"/>
                    </a:schemeClr>
                  </a:solidFill>
                  <a:ln>
                    <a:solidFill>
                      <a:schemeClr val="bg2"/>
                    </a:solidFill>
                    <a:extLst>
                      <a:ext uri="{C807C97D-BFC1-408E-A445-0C87EB9F89A2}">
                        <ask:lineSketchStyleProps xmlns:ask="http://schemas.microsoft.com/office/drawing/2018/sketchyshapes" sd="2357136044">
                          <ask:type>
                            <ask:lineSketchFreehand/>
                          </ask:type>
                        </ask:lineSketchStyleProps>
                      </a:ext>
                    </a:extLst>
                  </a:ln>
                </p:spPr>
                <p:txBody>
                  <a:bodyPr lIns="36000" tIns="36000" rIns="36000" bIns="36000" anchor="ctr">
                    <a:noAutofit/>
                  </a:bodyPr>
                  <a:lstStyle/>
                  <a:p>
                    <a:pPr marL="7938" marR="0" lvl="0" indent="0" algn="r" defTabSz="914400" rtl="0" eaLnBrk="1" fontAlgn="auto" latinLnBrk="0" hangingPunct="1">
                      <a:lnSpc>
                        <a:spcPts val="12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77"/>
                        <a:ea typeface="+mn-ea"/>
                        <a:cs typeface="+mn-cs"/>
                      </a:rPr>
                      <a:t>Text</a:t>
                    </a:r>
                  </a:p>
                </p:txBody>
              </p:sp>
              <p:sp>
                <p:nvSpPr>
                  <p:cNvPr id="40" name="Rectangle 151">
                    <a:extLst>
                      <a:ext uri="{FF2B5EF4-FFF2-40B4-BE49-F238E27FC236}">
                        <a16:creationId xmlns:a16="http://schemas.microsoft.com/office/drawing/2014/main" id="{794016EA-C35D-51A1-33A7-E7A4BDD23855}"/>
                      </a:ext>
                    </a:extLst>
                  </p:cNvPr>
                  <p:cNvSpPr/>
                  <p:nvPr/>
                </p:nvSpPr>
                <p:spPr>
                  <a:xfrm>
                    <a:off x="9279413" y="1734319"/>
                    <a:ext cx="1892935" cy="288000"/>
                  </a:xfrm>
                  <a:solidFill>
                    <a:schemeClr val="bg1">
                      <a:alpha val="96188"/>
                    </a:schemeClr>
                  </a:solidFill>
                  <a:ln>
                    <a:solidFill>
                      <a:schemeClr val="bg2"/>
                    </a:solidFill>
                  </a:ln>
                </p:spPr>
                <p:txBody>
                  <a:bodyPr lIns="36000" tIns="36000" rIns="36000" bIns="36000" anchor="ctr">
                    <a:noAutofit/>
                  </a:bodyPr>
                  <a:lstStyle/>
                  <a:p>
                    <a:pPr marL="7938" marR="0" lvl="0" indent="0" algn="l" defTabSz="914400" rtl="0" eaLnBrk="1" fontAlgn="auto" latinLnBrk="0" hangingPunct="1">
                      <a:lnSpc>
                        <a:spcPts val="12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77"/>
                        <a:ea typeface="+mn-ea"/>
                        <a:cs typeface="+mn-cs"/>
                      </a:rPr>
                      <a:t>Text</a:t>
                    </a:r>
                  </a:p>
                </p:txBody>
              </p:sp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747B0647-97F7-9A91-90E7-E32D3E90A523}"/>
                      </a:ext>
                    </a:extLst>
                  </p:cNvPr>
                  <p:cNvGrpSpPr/>
                  <p:nvPr/>
                </p:nvGrpSpPr>
                <p:grpSpPr>
                  <a:xfrm>
                    <a:off x="8068931" y="1743850"/>
                    <a:ext cx="1079020" cy="268938"/>
                    <a:chOff x="7133184" y="1232407"/>
                    <a:chExt cx="1717538" cy="268938"/>
                  </a:xfrm>
                </p:grpSpPr>
                <p:sp>
                  <p:nvSpPr>
                    <p:cNvPr id="43" name="Rectangle 10">
                      <a:extLst>
                        <a:ext uri="{FF2B5EF4-FFF2-40B4-BE49-F238E27FC236}">
                          <a16:creationId xmlns:a16="http://schemas.microsoft.com/office/drawing/2014/main" id="{F45BB247-B4E4-59E4-68AF-4059BB2371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33184" y="1272748"/>
                      <a:ext cx="68705" cy="188257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1" i="0" u="none" strike="noStrike" kern="1200" cap="all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4" name="Rectangle 10">
                      <a:extLst>
                        <a:ext uri="{FF2B5EF4-FFF2-40B4-BE49-F238E27FC236}">
                          <a16:creationId xmlns:a16="http://schemas.microsoft.com/office/drawing/2014/main" id="{58BF0E81-9F23-D3E1-CAA4-C9D3132700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2017" y="1272748"/>
                      <a:ext cx="68705" cy="188257"/>
                    </a:xfrm>
                    <a:prstGeom prst="rect">
                      <a:avLst/>
                    </a:prstGeom>
                    <a:solidFill>
                      <a:schemeClr val="tx2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all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45" name="Straight Arrow Connector 44">
                      <a:extLst>
                        <a:ext uri="{FF2B5EF4-FFF2-40B4-BE49-F238E27FC236}">
                          <a16:creationId xmlns:a16="http://schemas.microsoft.com/office/drawing/2014/main" id="{4E40AF4A-795C-760A-234D-5621A0D05A7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255444" y="1366876"/>
                      <a:ext cx="1456880" cy="0"/>
                    </a:xfrm>
                    <a:prstGeom prst="straightConnector1">
                      <a:avLst/>
                    </a:prstGeom>
                    <a:ln w="6350"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6" name="Rectangle 10">
                      <a:extLst>
                        <a:ext uri="{FF2B5EF4-FFF2-40B4-BE49-F238E27FC236}">
                          <a16:creationId xmlns:a16="http://schemas.microsoft.com/office/drawing/2014/main" id="{2BF062F2-E57A-8F91-B25D-E130AD970D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64887" y="1232407"/>
                      <a:ext cx="88335" cy="268938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ffectLst>
                      <a:outerShdw sx="0" sy="0" rotWithShape="0">
                        <a:scrgbClr r="0" g="0" b="0"/>
                      </a:outerShdw>
                    </a:effectLst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0" cap="all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53CAD817-2FE5-2321-8800-4003876A49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440348" y="2159991"/>
                    <a:ext cx="6732000" cy="1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85000"/>
                      </a:schemeClr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22D55518-616D-8FAD-340E-C34D6A2327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62444" y="2832999"/>
                  <a:ext cx="6732000" cy="1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349197F6-73AA-4380-5A86-03D4A9801B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62444" y="3364218"/>
                  <a:ext cx="6732000" cy="1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E0B5549A-8D75-1785-FB2A-9CFF4CDBD4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62444" y="3895437"/>
                  <a:ext cx="6732000" cy="1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487AEF3F-E52A-10D9-B7AE-5F11CA098E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62444" y="4426656"/>
                  <a:ext cx="6732000" cy="1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19CD9A21-0328-D291-F77C-B7F65D2274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62444" y="4957875"/>
                  <a:ext cx="6732000" cy="1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D1BE8CEB-5FCB-CD98-8DA4-79D12E795647}"/>
                    </a:ext>
                  </a:extLst>
                </p:cNvPr>
                <p:cNvSpPr/>
                <p:nvPr/>
              </p:nvSpPr>
              <p:spPr>
                <a:xfrm>
                  <a:off x="4762444" y="5154236"/>
                  <a:ext cx="1423936" cy="1384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>
                  <a:spAutoFit/>
                </a:bodyPr>
                <a:lstStyle/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1680"/>
                    </a:spcBef>
                    <a:spcAft>
                      <a:spcPts val="21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7500C0"/>
                      </a:solidFill>
                      <a:effectLst/>
                      <a:uLnTx/>
                      <a:uFillTx/>
                      <a:latin typeface="Graphik" panose="020B0503030202060203" pitchFamily="34" charset="77"/>
                      <a:ea typeface="+mn-ea"/>
                      <a:cs typeface="+mn-cs"/>
                    </a:rPr>
                    <a:t>Topic</a:t>
                  </a: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578F624E-3F27-C9AE-D708-082C3218340E}"/>
                    </a:ext>
                  </a:extLst>
                </p:cNvPr>
                <p:cNvSpPr/>
                <p:nvPr/>
              </p:nvSpPr>
              <p:spPr>
                <a:xfrm>
                  <a:off x="6368527" y="5079485"/>
                  <a:ext cx="1892935" cy="28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36000" tIns="36000" rIns="36000" bIns="36000" anchor="ctr">
                  <a:noAutofit/>
                </a:bodyPr>
                <a:lstStyle/>
                <a:p>
                  <a:pPr marL="7938" marR="0" lvl="0" indent="0" algn="r" defTabSz="914400" rtl="0" eaLnBrk="1" fontAlgn="auto" latinLnBrk="0" hangingPunct="1">
                    <a:lnSpc>
                      <a:spcPts val="12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Graphik" panose="020B0503030202060203" pitchFamily="34" charset="77"/>
                      <a:ea typeface="+mn-ea"/>
                      <a:cs typeface="+mn-cs"/>
                    </a:rPr>
                    <a:t>Text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338A763-2D6F-6404-ABAB-82C998C92510}"/>
                    </a:ext>
                  </a:extLst>
                </p:cNvPr>
                <p:cNvSpPr/>
                <p:nvPr/>
              </p:nvSpPr>
              <p:spPr>
                <a:xfrm>
                  <a:off x="9620074" y="5079485"/>
                  <a:ext cx="1892935" cy="28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36000" tIns="36000" rIns="36000" bIns="36000" anchor="ctr">
                  <a:noAutofit/>
                </a:bodyPr>
                <a:lstStyle/>
                <a:p>
                  <a:pPr marL="7938" marR="0" lvl="0" indent="0" algn="l" defTabSz="914400" rtl="0" eaLnBrk="1" fontAlgn="auto" latinLnBrk="0" hangingPunct="1">
                    <a:lnSpc>
                      <a:spcPts val="12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Graphik" panose="020B0503030202060203" pitchFamily="34" charset="77"/>
                      <a:ea typeface="+mn-ea"/>
                      <a:cs typeface="+mn-cs"/>
                    </a:rPr>
                    <a:t>Text</a:t>
                  </a:r>
                </a:p>
              </p:txBody>
            </p: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3573109D-7024-816A-B503-43C2A118B9F4}"/>
                    </a:ext>
                  </a:extLst>
                </p:cNvPr>
                <p:cNvGrpSpPr/>
                <p:nvPr/>
              </p:nvGrpSpPr>
              <p:grpSpPr>
                <a:xfrm>
                  <a:off x="8409592" y="5089016"/>
                  <a:ext cx="1079020" cy="268938"/>
                  <a:chOff x="7147327" y="5372122"/>
                  <a:chExt cx="1717538" cy="268938"/>
                </a:xfrm>
              </p:grpSpPr>
              <p:sp>
                <p:nvSpPr>
                  <p:cNvPr id="34" name="Rectangle 10">
                    <a:extLst>
                      <a:ext uri="{FF2B5EF4-FFF2-40B4-BE49-F238E27FC236}">
                        <a16:creationId xmlns:a16="http://schemas.microsoft.com/office/drawing/2014/main" id="{24624795-C7E0-2DC9-99FE-5F25699DE615}"/>
                      </a:ext>
                    </a:extLst>
                  </p:cNvPr>
                  <p:cNvSpPr/>
                  <p:nvPr/>
                </p:nvSpPr>
                <p:spPr>
                  <a:xfrm>
                    <a:off x="7147327" y="5412463"/>
                    <a:ext cx="68705" cy="188257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100" b="1" i="0" u="none" strike="noStrike" kern="1200" cap="all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Graphik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" name="Rectangle 10">
                    <a:extLst>
                      <a:ext uri="{FF2B5EF4-FFF2-40B4-BE49-F238E27FC236}">
                        <a16:creationId xmlns:a16="http://schemas.microsoft.com/office/drawing/2014/main" id="{42C95657-E310-9BDF-C728-F8AF5608DE90}"/>
                      </a:ext>
                    </a:extLst>
                  </p:cNvPr>
                  <p:cNvSpPr/>
                  <p:nvPr/>
                </p:nvSpPr>
                <p:spPr>
                  <a:xfrm>
                    <a:off x="8796160" y="5412463"/>
                    <a:ext cx="68705" cy="188257"/>
                  </a:xfrm>
                  <a:prstGeom prst="rect">
                    <a:avLst/>
                  </a:prstGeom>
                  <a:solidFill>
                    <a:schemeClr val="tx2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100" b="0" i="0" u="none" strike="noStrike" kern="1200" cap="all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Graphik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6" name="Straight Arrow Connector 35">
                    <a:extLst>
                      <a:ext uri="{FF2B5EF4-FFF2-40B4-BE49-F238E27FC236}">
                        <a16:creationId xmlns:a16="http://schemas.microsoft.com/office/drawing/2014/main" id="{A833B66A-368D-F8CA-35CF-DF7C846935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269587" y="5506591"/>
                    <a:ext cx="1456880" cy="0"/>
                  </a:xfrm>
                  <a:prstGeom prst="straightConnector1">
                    <a:avLst/>
                  </a:prstGeom>
                  <a:ln w="63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7" name="Rectangle 10">
                    <a:extLst>
                      <a:ext uri="{FF2B5EF4-FFF2-40B4-BE49-F238E27FC236}">
                        <a16:creationId xmlns:a16="http://schemas.microsoft.com/office/drawing/2014/main" id="{3CFA5F17-BC2E-8E61-436C-A0E6CE0D7A3A}"/>
                      </a:ext>
                    </a:extLst>
                  </p:cNvPr>
                  <p:cNvSpPr/>
                  <p:nvPr/>
                </p:nvSpPr>
                <p:spPr>
                  <a:xfrm>
                    <a:off x="7579030" y="5372122"/>
                    <a:ext cx="88335" cy="268938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>
                    <a:outerShdw sx="0" sy="0" rotWithShape="0">
                      <a:scrgbClr r="0" g="0" b="0"/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100" b="0" i="0" u="none" strike="noStrike" kern="0" cap="all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Graphik"/>
                      <a:ea typeface="+mn-ea"/>
                      <a:cs typeface="+mn-cs"/>
                    </a:endParaRPr>
                  </a:p>
                </p:txBody>
              </p:sp>
            </p:grp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858F103C-D142-E45C-0A6C-DAEB3BF27A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62444" y="5524189"/>
                  <a:ext cx="6732000" cy="1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000B3AC-3B2F-ED66-F80D-09B3C9592B84}"/>
                </a:ext>
              </a:extLst>
            </p:cNvPr>
            <p:cNvSpPr txBox="1"/>
            <p:nvPr/>
          </p:nvSpPr>
          <p:spPr>
            <a:xfrm>
              <a:off x="5182102" y="1540765"/>
              <a:ext cx="6721330" cy="21366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A100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…Headline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9C0AB91-7373-CB8F-23CC-C24539C04B3B}"/>
                </a:ext>
              </a:extLst>
            </p:cNvPr>
            <p:cNvGrpSpPr/>
            <p:nvPr/>
          </p:nvGrpSpPr>
          <p:grpSpPr>
            <a:xfrm>
              <a:off x="4633896" y="1664125"/>
              <a:ext cx="519865" cy="4641857"/>
              <a:chOff x="4598721" y="1680401"/>
              <a:chExt cx="365510" cy="4638648"/>
            </a:xfrm>
            <a:solidFill>
              <a:schemeClr val="bg1">
                <a:lumMod val="95000"/>
              </a:schemeClr>
            </a:solidFill>
          </p:grpSpPr>
          <p:sp>
            <p:nvSpPr>
              <p:cNvPr id="12" name="Isosceles Triangle 11">
                <a:extLst>
                  <a:ext uri="{FF2B5EF4-FFF2-40B4-BE49-F238E27FC236}">
                    <a16:creationId xmlns:a16="http://schemas.microsoft.com/office/drawing/2014/main" id="{B415950C-0BA9-B4FE-2971-60364D1138CC}"/>
                  </a:ext>
                </a:extLst>
              </p:cNvPr>
              <p:cNvSpPr/>
              <p:nvPr/>
            </p:nvSpPr>
            <p:spPr>
              <a:xfrm>
                <a:off x="4598721" y="1680401"/>
                <a:ext cx="358839" cy="180675"/>
              </a:xfrm>
              <a:prstGeom prst="triangle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AFB061DA-90DD-DCFD-FA79-E88494F363BF}"/>
                  </a:ext>
                </a:extLst>
              </p:cNvPr>
              <p:cNvSpPr/>
              <p:nvPr/>
            </p:nvSpPr>
            <p:spPr>
              <a:xfrm flipV="1">
                <a:off x="4598721" y="6138374"/>
                <a:ext cx="358839" cy="180675"/>
              </a:xfrm>
              <a:prstGeom prst="triangle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6814AAA-9F8A-E5B3-B69E-790FC4FA2C58}"/>
                  </a:ext>
                </a:extLst>
              </p:cNvPr>
              <p:cNvSpPr/>
              <p:nvPr/>
            </p:nvSpPr>
            <p:spPr>
              <a:xfrm>
                <a:off x="4598721" y="1861675"/>
                <a:ext cx="365510" cy="427729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38646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EF147-2011-E612-3A0F-E0584C740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raphik" panose="020B0503030202060203" pitchFamily="34" charset="0"/>
              </a:rPr>
              <a:t>Five Key Points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F9146-2A62-46F4-C977-A97499AB4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8E9F92C6-BF0E-5783-7E2A-097EF05C4128}"/>
              </a:ext>
            </a:extLst>
          </p:cNvPr>
          <p:cNvSpPr/>
          <p:nvPr/>
        </p:nvSpPr>
        <p:spPr>
          <a:xfrm rot="8540356">
            <a:off x="168185" y="1484391"/>
            <a:ext cx="1399298" cy="1419526"/>
          </a:xfrm>
          <a:custGeom>
            <a:avLst/>
            <a:gdLst>
              <a:gd name="connsiteX0" fmla="*/ 758768 w 1399298"/>
              <a:gd name="connsiteY0" fmla="*/ 1419526 h 1419526"/>
              <a:gd name="connsiteX1" fmla="*/ 603239 w 1399298"/>
              <a:gd name="connsiteY1" fmla="*/ 1286450 h 1419526"/>
              <a:gd name="connsiteX2" fmla="*/ 36569 w 1399298"/>
              <a:gd name="connsiteY2" fmla="*/ 393963 h 1419526"/>
              <a:gd name="connsiteX3" fmla="*/ 0 w 1399298"/>
              <a:gd name="connsiteY3" fmla="*/ 262552 h 1419526"/>
              <a:gd name="connsiteX4" fmla="*/ 1013942 w 1399298"/>
              <a:gd name="connsiteY4" fmla="*/ 0 h 1419526"/>
              <a:gd name="connsiteX5" fmla="*/ 1031726 w 1399298"/>
              <a:gd name="connsiteY5" fmla="*/ 63903 h 1419526"/>
              <a:gd name="connsiteX6" fmla="*/ 1325317 w 1399298"/>
              <a:gd name="connsiteY6" fmla="*/ 526301 h 1419526"/>
              <a:gd name="connsiteX7" fmla="*/ 1399298 w 1399298"/>
              <a:gd name="connsiteY7" fmla="*/ 589602 h 1419526"/>
              <a:gd name="connsiteX8" fmla="*/ 758768 w 1399298"/>
              <a:gd name="connsiteY8" fmla="*/ 1419526 h 141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99298" h="1419526">
                <a:moveTo>
                  <a:pt x="758768" y="1419526"/>
                </a:moveTo>
                <a:lnTo>
                  <a:pt x="603239" y="1286450"/>
                </a:lnTo>
                <a:cubicBezTo>
                  <a:pt x="336452" y="1033637"/>
                  <a:pt x="146190" y="725490"/>
                  <a:pt x="36569" y="393963"/>
                </a:cubicBezTo>
                <a:lnTo>
                  <a:pt x="0" y="262552"/>
                </a:lnTo>
                <a:lnTo>
                  <a:pt x="1013942" y="0"/>
                </a:lnTo>
                <a:lnTo>
                  <a:pt x="1031726" y="63903"/>
                </a:lnTo>
                <a:cubicBezTo>
                  <a:pt x="1088520" y="235667"/>
                  <a:pt x="1187095" y="395318"/>
                  <a:pt x="1325317" y="526301"/>
                </a:cubicBezTo>
                <a:lnTo>
                  <a:pt x="1399298" y="589602"/>
                </a:lnTo>
                <a:lnTo>
                  <a:pt x="758768" y="141952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588B0E0C-A0E0-298F-1E34-E00125491DEC}"/>
              </a:ext>
            </a:extLst>
          </p:cNvPr>
          <p:cNvSpPr/>
          <p:nvPr/>
        </p:nvSpPr>
        <p:spPr>
          <a:xfrm rot="8540356">
            <a:off x="1155314" y="2296866"/>
            <a:ext cx="1114255" cy="1274706"/>
          </a:xfrm>
          <a:custGeom>
            <a:avLst/>
            <a:gdLst>
              <a:gd name="connsiteX0" fmla="*/ 69109 w 1114255"/>
              <a:gd name="connsiteY0" fmla="*/ 1274706 h 1274706"/>
              <a:gd name="connsiteX1" fmla="*/ 54441 w 1114255"/>
              <a:gd name="connsiteY1" fmla="*/ 1221995 h 1274706"/>
              <a:gd name="connsiteX2" fmla="*/ 71344 w 1114255"/>
              <a:gd name="connsiteY2" fmla="*/ 184178 h 1274706"/>
              <a:gd name="connsiteX3" fmla="*/ 129619 w 1114255"/>
              <a:gd name="connsiteY3" fmla="*/ 0 h 1274706"/>
              <a:gd name="connsiteX4" fmla="*/ 1114255 w 1114255"/>
              <a:gd name="connsiteY4" fmla="*/ 360046 h 1274706"/>
              <a:gd name="connsiteX5" fmla="*/ 1085372 w 1114255"/>
              <a:gd name="connsiteY5" fmla="*/ 451329 h 1274706"/>
              <a:gd name="connsiteX6" fmla="*/ 1076615 w 1114255"/>
              <a:gd name="connsiteY6" fmla="*/ 989022 h 1274706"/>
              <a:gd name="connsiteX7" fmla="*/ 1083052 w 1114255"/>
              <a:gd name="connsiteY7" fmla="*/ 1012154 h 1274706"/>
              <a:gd name="connsiteX8" fmla="*/ 69109 w 1114255"/>
              <a:gd name="connsiteY8" fmla="*/ 1274706 h 127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4255" h="1274706">
                <a:moveTo>
                  <a:pt x="69109" y="1274706"/>
                </a:moveTo>
                <a:lnTo>
                  <a:pt x="54441" y="1221995"/>
                </a:lnTo>
                <a:cubicBezTo>
                  <a:pt x="-22760" y="882394"/>
                  <a:pt x="-18498" y="525804"/>
                  <a:pt x="71344" y="184178"/>
                </a:cubicBezTo>
                <a:lnTo>
                  <a:pt x="129619" y="0"/>
                </a:lnTo>
                <a:lnTo>
                  <a:pt x="1114255" y="360046"/>
                </a:lnTo>
                <a:lnTo>
                  <a:pt x="1085372" y="451329"/>
                </a:lnTo>
                <a:cubicBezTo>
                  <a:pt x="1038825" y="628325"/>
                  <a:pt x="1036617" y="813074"/>
                  <a:pt x="1076615" y="989022"/>
                </a:cubicBezTo>
                <a:lnTo>
                  <a:pt x="1083052" y="1012154"/>
                </a:lnTo>
                <a:lnTo>
                  <a:pt x="69109" y="127470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2C33742E-3B8B-CB47-926F-26C7716B855A}"/>
              </a:ext>
            </a:extLst>
          </p:cNvPr>
          <p:cNvSpPr/>
          <p:nvPr/>
        </p:nvSpPr>
        <p:spPr>
          <a:xfrm rot="8540356">
            <a:off x="1399422" y="3191396"/>
            <a:ext cx="1400330" cy="1399197"/>
          </a:xfrm>
          <a:custGeom>
            <a:avLst/>
            <a:gdLst>
              <a:gd name="connsiteX0" fmla="*/ 0 w 1400330"/>
              <a:gd name="connsiteY0" fmla="*/ 1039032 h 1399197"/>
              <a:gd name="connsiteX1" fmla="*/ 496 w 1400330"/>
              <a:gd name="connsiteY1" fmla="*/ 1037465 h 1399197"/>
              <a:gd name="connsiteX2" fmla="*/ 318326 w 1400330"/>
              <a:gd name="connsiteY2" fmla="*/ 465580 h 1399197"/>
              <a:gd name="connsiteX3" fmla="*/ 791010 w 1400330"/>
              <a:gd name="connsiteY3" fmla="*/ 13210 h 1399197"/>
              <a:gd name="connsiteX4" fmla="*/ 811957 w 1400330"/>
              <a:gd name="connsiteY4" fmla="*/ 0 h 1399197"/>
              <a:gd name="connsiteX5" fmla="*/ 1400330 w 1400330"/>
              <a:gd name="connsiteY5" fmla="*/ 867209 h 1399197"/>
              <a:gd name="connsiteX6" fmla="*/ 1393148 w 1400330"/>
              <a:gd name="connsiteY6" fmla="*/ 871738 h 1399197"/>
              <a:gd name="connsiteX7" fmla="*/ 1148251 w 1400330"/>
              <a:gd name="connsiteY7" fmla="*/ 1106111 h 1399197"/>
              <a:gd name="connsiteX8" fmla="*/ 1027592 w 1400330"/>
              <a:gd name="connsiteY8" fmla="*/ 1299925 h 1399197"/>
              <a:gd name="connsiteX9" fmla="*/ 984961 w 1400330"/>
              <a:gd name="connsiteY9" fmla="*/ 1399197 h 1399197"/>
              <a:gd name="connsiteX10" fmla="*/ 0 w 1400330"/>
              <a:gd name="connsiteY10" fmla="*/ 1039032 h 1399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0330" h="1399197">
                <a:moveTo>
                  <a:pt x="0" y="1039032"/>
                </a:moveTo>
                <a:lnTo>
                  <a:pt x="496" y="1037465"/>
                </a:lnTo>
                <a:cubicBezTo>
                  <a:pt x="75038" y="836848"/>
                  <a:pt x="180685" y="643919"/>
                  <a:pt x="318326" y="465580"/>
                </a:cubicBezTo>
                <a:cubicBezTo>
                  <a:pt x="455967" y="287241"/>
                  <a:pt x="615829" y="136155"/>
                  <a:pt x="791010" y="13210"/>
                </a:cubicBezTo>
                <a:lnTo>
                  <a:pt x="811957" y="0"/>
                </a:lnTo>
                <a:lnTo>
                  <a:pt x="1400330" y="867209"/>
                </a:lnTo>
                <a:lnTo>
                  <a:pt x="1393148" y="871738"/>
                </a:lnTo>
                <a:cubicBezTo>
                  <a:pt x="1302387" y="935435"/>
                  <a:pt x="1219562" y="1013713"/>
                  <a:pt x="1148251" y="1106111"/>
                </a:cubicBezTo>
                <a:cubicBezTo>
                  <a:pt x="1100710" y="1167709"/>
                  <a:pt x="1060536" y="1232667"/>
                  <a:pt x="1027592" y="1299925"/>
                </a:cubicBezTo>
                <a:lnTo>
                  <a:pt x="984961" y="1399197"/>
                </a:lnTo>
                <a:lnTo>
                  <a:pt x="0" y="103903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9727E5CD-898F-C2E6-0CC0-3A0100B3DC4A}"/>
              </a:ext>
            </a:extLst>
          </p:cNvPr>
          <p:cNvSpPr/>
          <p:nvPr/>
        </p:nvSpPr>
        <p:spPr>
          <a:xfrm rot="8540356">
            <a:off x="1201599" y="4082540"/>
            <a:ext cx="1204329" cy="1237253"/>
          </a:xfrm>
          <a:custGeom>
            <a:avLst/>
            <a:gdLst>
              <a:gd name="connsiteX0" fmla="*/ 588373 w 1204329"/>
              <a:gd name="connsiteY0" fmla="*/ 1237253 h 1237253"/>
              <a:gd name="connsiteX1" fmla="*/ 0 w 1204329"/>
              <a:gd name="connsiteY1" fmla="*/ 370044 h 1237253"/>
              <a:gd name="connsiteX2" fmla="*/ 143849 w 1204329"/>
              <a:gd name="connsiteY2" fmla="*/ 279329 h 1237253"/>
              <a:gd name="connsiteX3" fmla="*/ 1143511 w 1204329"/>
              <a:gd name="connsiteY3" fmla="*/ 0 h 1237253"/>
              <a:gd name="connsiteX4" fmla="*/ 1204329 w 1204329"/>
              <a:gd name="connsiteY4" fmla="*/ 926 h 1237253"/>
              <a:gd name="connsiteX5" fmla="*/ 1204329 w 1204329"/>
              <a:gd name="connsiteY5" fmla="*/ 1048261 h 1237253"/>
              <a:gd name="connsiteX6" fmla="*/ 1177156 w 1204329"/>
              <a:gd name="connsiteY6" fmla="*/ 1047847 h 1237253"/>
              <a:gd name="connsiteX7" fmla="*/ 659231 w 1204329"/>
              <a:gd name="connsiteY7" fmla="*/ 1192568 h 1237253"/>
              <a:gd name="connsiteX8" fmla="*/ 588373 w 1204329"/>
              <a:gd name="connsiteY8" fmla="*/ 1237253 h 1237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04329" h="1237253">
                <a:moveTo>
                  <a:pt x="588373" y="1237253"/>
                </a:moveTo>
                <a:lnTo>
                  <a:pt x="0" y="370044"/>
                </a:lnTo>
                <a:lnTo>
                  <a:pt x="143849" y="279329"/>
                </a:lnTo>
                <a:cubicBezTo>
                  <a:pt x="451560" y="105854"/>
                  <a:pt x="795431" y="11372"/>
                  <a:pt x="1143511" y="0"/>
                </a:cubicBezTo>
                <a:lnTo>
                  <a:pt x="1204329" y="926"/>
                </a:lnTo>
                <a:lnTo>
                  <a:pt x="1204329" y="1048261"/>
                </a:lnTo>
                <a:lnTo>
                  <a:pt x="1177156" y="1047847"/>
                </a:lnTo>
                <a:cubicBezTo>
                  <a:pt x="996816" y="1053739"/>
                  <a:pt x="818656" y="1102690"/>
                  <a:pt x="659231" y="1192568"/>
                </a:cubicBezTo>
                <a:lnTo>
                  <a:pt x="588373" y="123725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CBC06894-E7D6-98B1-4181-637203254EA5}"/>
              </a:ext>
            </a:extLst>
          </p:cNvPr>
          <p:cNvSpPr/>
          <p:nvPr/>
        </p:nvSpPr>
        <p:spPr>
          <a:xfrm rot="8540356">
            <a:off x="132494" y="4829352"/>
            <a:ext cx="1305373" cy="1270664"/>
          </a:xfrm>
          <a:custGeom>
            <a:avLst/>
            <a:gdLst>
              <a:gd name="connsiteX0" fmla="*/ 0 w 1305373"/>
              <a:gd name="connsiteY0" fmla="*/ 1047335 h 1270664"/>
              <a:gd name="connsiteX1" fmla="*/ 0 w 1305373"/>
              <a:gd name="connsiteY1" fmla="*/ 0 h 1270664"/>
              <a:gd name="connsiteX2" fmla="*/ 130279 w 1305373"/>
              <a:gd name="connsiteY2" fmla="*/ 1984 h 1270664"/>
              <a:gd name="connsiteX3" fmla="*/ 1137230 w 1305373"/>
              <a:gd name="connsiteY3" fmla="*/ 324007 h 1270664"/>
              <a:gd name="connsiteX4" fmla="*/ 1305373 w 1305373"/>
              <a:gd name="connsiteY4" fmla="*/ 440739 h 1270664"/>
              <a:gd name="connsiteX5" fmla="*/ 664842 w 1305373"/>
              <a:gd name="connsiteY5" fmla="*/ 1270664 h 1270664"/>
              <a:gd name="connsiteX6" fmla="*/ 584861 w 1305373"/>
              <a:gd name="connsiteY6" fmla="*/ 1215137 h 1270664"/>
              <a:gd name="connsiteX7" fmla="*/ 63160 w 1305373"/>
              <a:gd name="connsiteY7" fmla="*/ 1048297 h 1270664"/>
              <a:gd name="connsiteX8" fmla="*/ 0 w 1305373"/>
              <a:gd name="connsiteY8" fmla="*/ 1047335 h 1270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05373" h="1270664">
                <a:moveTo>
                  <a:pt x="0" y="1047335"/>
                </a:moveTo>
                <a:lnTo>
                  <a:pt x="0" y="0"/>
                </a:lnTo>
                <a:lnTo>
                  <a:pt x="130279" y="1984"/>
                </a:lnTo>
                <a:cubicBezTo>
                  <a:pt x="478764" y="24020"/>
                  <a:pt x="825065" y="129989"/>
                  <a:pt x="1137230" y="324007"/>
                </a:cubicBezTo>
                <a:lnTo>
                  <a:pt x="1305373" y="440739"/>
                </a:lnTo>
                <a:lnTo>
                  <a:pt x="664842" y="1270664"/>
                </a:lnTo>
                <a:lnTo>
                  <a:pt x="584861" y="1215137"/>
                </a:lnTo>
                <a:cubicBezTo>
                  <a:pt x="423128" y="1114616"/>
                  <a:pt x="243710" y="1059714"/>
                  <a:pt x="63160" y="1048297"/>
                </a:cubicBezTo>
                <a:lnTo>
                  <a:pt x="0" y="104733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91EC736-C9E4-0B27-7DBA-5CE089553EAD}"/>
              </a:ext>
            </a:extLst>
          </p:cNvPr>
          <p:cNvCxnSpPr>
            <a:cxnSpLocks/>
            <a:endCxn id="64" idx="1"/>
          </p:cNvCxnSpPr>
          <p:nvPr/>
        </p:nvCxnSpPr>
        <p:spPr>
          <a:xfrm>
            <a:off x="1054362" y="1816993"/>
            <a:ext cx="2204962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BE9BB6E-9951-C147-E778-7CD2C1CAAFBB}"/>
              </a:ext>
            </a:extLst>
          </p:cNvPr>
          <p:cNvCxnSpPr>
            <a:cxnSpLocks/>
            <a:endCxn id="65" idx="1"/>
          </p:cNvCxnSpPr>
          <p:nvPr/>
        </p:nvCxnSpPr>
        <p:spPr>
          <a:xfrm>
            <a:off x="2164910" y="2834369"/>
            <a:ext cx="2201628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AEF60DE-A4AE-1E70-54D3-3445686A792B}"/>
              </a:ext>
            </a:extLst>
          </p:cNvPr>
          <p:cNvCxnSpPr>
            <a:cxnSpLocks/>
            <a:endCxn id="66" idx="1"/>
          </p:cNvCxnSpPr>
          <p:nvPr/>
        </p:nvCxnSpPr>
        <p:spPr>
          <a:xfrm>
            <a:off x="2542901" y="3846609"/>
            <a:ext cx="2202511" cy="5136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7B1BC9B-5490-24BB-24B7-DA4164690AAA}"/>
              </a:ext>
            </a:extLst>
          </p:cNvPr>
          <p:cNvCxnSpPr>
            <a:cxnSpLocks/>
            <a:endCxn id="67" idx="1"/>
          </p:cNvCxnSpPr>
          <p:nvPr/>
        </p:nvCxnSpPr>
        <p:spPr>
          <a:xfrm>
            <a:off x="2127125" y="4861417"/>
            <a:ext cx="2239413" cy="7703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8FCBA39-5579-A8E8-EDCA-B3F22CC06529}"/>
              </a:ext>
            </a:extLst>
          </p:cNvPr>
          <p:cNvCxnSpPr>
            <a:cxnSpLocks/>
            <a:endCxn id="68" idx="1"/>
          </p:cNvCxnSpPr>
          <p:nvPr/>
        </p:nvCxnSpPr>
        <p:spPr>
          <a:xfrm>
            <a:off x="1097881" y="5842345"/>
            <a:ext cx="2261299" cy="0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DBFAD7B-8806-6145-D5BB-5EE77A48B1C1}"/>
              </a:ext>
            </a:extLst>
          </p:cNvPr>
          <p:cNvSpPr txBox="1"/>
          <p:nvPr/>
        </p:nvSpPr>
        <p:spPr>
          <a:xfrm>
            <a:off x="3259324" y="1347437"/>
            <a:ext cx="5705350" cy="939111"/>
          </a:xfrm>
          <a:prstGeom prst="rect">
            <a:avLst/>
          </a:prstGeom>
          <a:noFill/>
        </p:spPr>
        <p:txBody>
          <a:bodyPr wrap="square" lIns="7200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DCA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Objective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Description Objective 1</a:t>
            </a:r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6587127-E379-A9EA-21A9-66B4CE211ED8}"/>
              </a:ext>
            </a:extLst>
          </p:cNvPr>
          <p:cNvSpPr txBox="1"/>
          <p:nvPr/>
        </p:nvSpPr>
        <p:spPr>
          <a:xfrm>
            <a:off x="4366538" y="2364813"/>
            <a:ext cx="6933192" cy="939111"/>
          </a:xfrm>
          <a:prstGeom prst="rect">
            <a:avLst/>
          </a:prstGeom>
          <a:noFill/>
        </p:spPr>
        <p:txBody>
          <a:bodyPr wrap="square" lIns="7200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DCA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Objective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Description Objective 2</a:t>
            </a:r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6AB7CE4-9663-85D8-A08A-EF0F8974B638}"/>
              </a:ext>
            </a:extLst>
          </p:cNvPr>
          <p:cNvSpPr txBox="1"/>
          <p:nvPr/>
        </p:nvSpPr>
        <p:spPr>
          <a:xfrm>
            <a:off x="4745412" y="3382189"/>
            <a:ext cx="6554318" cy="939111"/>
          </a:xfrm>
          <a:prstGeom prst="rect">
            <a:avLst/>
          </a:prstGeom>
          <a:noFill/>
        </p:spPr>
        <p:txBody>
          <a:bodyPr wrap="square" lIns="7200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DCA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Objective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Description Objective 3</a:t>
            </a:r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DCE6CFE-5C9C-1900-EFAF-DD974171449A}"/>
              </a:ext>
            </a:extLst>
          </p:cNvPr>
          <p:cNvSpPr txBox="1"/>
          <p:nvPr/>
        </p:nvSpPr>
        <p:spPr>
          <a:xfrm>
            <a:off x="4366538" y="4399564"/>
            <a:ext cx="5841311" cy="939111"/>
          </a:xfrm>
          <a:prstGeom prst="rect">
            <a:avLst/>
          </a:prstGeom>
          <a:noFill/>
        </p:spPr>
        <p:txBody>
          <a:bodyPr wrap="square" lIns="7200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DCA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Objective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Description Objective 4</a:t>
            </a:r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206412C-EC93-0191-BE6F-9F99595A258C}"/>
              </a:ext>
            </a:extLst>
          </p:cNvPr>
          <p:cNvSpPr txBox="1"/>
          <p:nvPr/>
        </p:nvSpPr>
        <p:spPr>
          <a:xfrm>
            <a:off x="3359180" y="5372789"/>
            <a:ext cx="5985607" cy="939111"/>
          </a:xfrm>
          <a:prstGeom prst="rect">
            <a:avLst/>
          </a:prstGeom>
          <a:noFill/>
        </p:spPr>
        <p:txBody>
          <a:bodyPr wrap="square" lIns="7200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DCA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Objective 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Description Objective 5</a:t>
            </a:r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B8D07A2-C05A-7171-F74C-341D9C31D36B}"/>
              </a:ext>
            </a:extLst>
          </p:cNvPr>
          <p:cNvGrpSpPr/>
          <p:nvPr/>
        </p:nvGrpSpPr>
        <p:grpSpPr>
          <a:xfrm>
            <a:off x="1490549" y="4586824"/>
            <a:ext cx="426803" cy="442418"/>
            <a:chOff x="3875689" y="5428818"/>
            <a:chExt cx="426803" cy="442418"/>
          </a:xfrm>
        </p:grpSpPr>
        <p:sp>
          <p:nvSpPr>
            <p:cNvPr id="70" name="Freeform 160">
              <a:extLst>
                <a:ext uri="{FF2B5EF4-FFF2-40B4-BE49-F238E27FC236}">
                  <a16:creationId xmlns:a16="http://schemas.microsoft.com/office/drawing/2014/main" id="{E2C5B89C-0BC1-CADC-F161-21CEDAF60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689" y="5834802"/>
              <a:ext cx="37475" cy="36434"/>
            </a:xfrm>
            <a:custGeom>
              <a:avLst/>
              <a:gdLst>
                <a:gd name="T0" fmla="*/ 18 w 24"/>
                <a:gd name="T1" fmla="*/ 24 h 24"/>
                <a:gd name="T2" fmla="*/ 6 w 24"/>
                <a:gd name="T3" fmla="*/ 24 h 24"/>
                <a:gd name="T4" fmla="*/ 0 w 24"/>
                <a:gd name="T5" fmla="*/ 18 h 24"/>
                <a:gd name="T6" fmla="*/ 0 w 24"/>
                <a:gd name="T7" fmla="*/ 6 h 24"/>
                <a:gd name="T8" fmla="*/ 6 w 24"/>
                <a:gd name="T9" fmla="*/ 0 h 24"/>
                <a:gd name="T10" fmla="*/ 12 w 24"/>
                <a:gd name="T11" fmla="*/ 6 h 24"/>
                <a:gd name="T12" fmla="*/ 12 w 24"/>
                <a:gd name="T13" fmla="*/ 12 h 24"/>
                <a:gd name="T14" fmla="*/ 18 w 24"/>
                <a:gd name="T15" fmla="*/ 12 h 24"/>
                <a:gd name="T16" fmla="*/ 24 w 24"/>
                <a:gd name="T17" fmla="*/ 18 h 24"/>
                <a:gd name="T18" fmla="*/ 18 w 24"/>
                <a:gd name="T1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8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21" y="12"/>
                    <a:pt x="24" y="15"/>
                    <a:pt x="24" y="18"/>
                  </a:cubicBezTo>
                  <a:cubicBezTo>
                    <a:pt x="24" y="22"/>
                    <a:pt x="21" y="24"/>
                    <a:pt x="18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71" name="Freeform 161">
              <a:extLst>
                <a:ext uri="{FF2B5EF4-FFF2-40B4-BE49-F238E27FC236}">
                  <a16:creationId xmlns:a16="http://schemas.microsoft.com/office/drawing/2014/main" id="{D418833C-986A-60C2-0582-7DF5285EB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2246" y="5834802"/>
              <a:ext cx="37475" cy="36434"/>
            </a:xfrm>
            <a:custGeom>
              <a:avLst/>
              <a:gdLst>
                <a:gd name="T0" fmla="*/ 18 w 24"/>
                <a:gd name="T1" fmla="*/ 24 h 24"/>
                <a:gd name="T2" fmla="*/ 6 w 24"/>
                <a:gd name="T3" fmla="*/ 24 h 24"/>
                <a:gd name="T4" fmla="*/ 0 w 24"/>
                <a:gd name="T5" fmla="*/ 18 h 24"/>
                <a:gd name="T6" fmla="*/ 6 w 24"/>
                <a:gd name="T7" fmla="*/ 12 h 24"/>
                <a:gd name="T8" fmla="*/ 12 w 24"/>
                <a:gd name="T9" fmla="*/ 12 h 24"/>
                <a:gd name="T10" fmla="*/ 12 w 24"/>
                <a:gd name="T11" fmla="*/ 6 h 24"/>
                <a:gd name="T12" fmla="*/ 18 w 24"/>
                <a:gd name="T13" fmla="*/ 0 h 24"/>
                <a:gd name="T14" fmla="*/ 24 w 24"/>
                <a:gd name="T15" fmla="*/ 6 h 24"/>
                <a:gd name="T16" fmla="*/ 24 w 24"/>
                <a:gd name="T17" fmla="*/ 18 h 24"/>
                <a:gd name="T18" fmla="*/ 18 w 24"/>
                <a:gd name="T1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8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3" y="24"/>
                    <a:pt x="0" y="22"/>
                    <a:pt x="0" y="18"/>
                  </a:cubicBezTo>
                  <a:cubicBezTo>
                    <a:pt x="0" y="15"/>
                    <a:pt x="3" y="12"/>
                    <a:pt x="6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3"/>
                    <a:pt x="15" y="0"/>
                    <a:pt x="18" y="0"/>
                  </a:cubicBezTo>
                  <a:cubicBezTo>
                    <a:pt x="21" y="0"/>
                    <a:pt x="24" y="3"/>
                    <a:pt x="24" y="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22"/>
                    <a:pt x="21" y="24"/>
                    <a:pt x="18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72" name="Freeform 162">
              <a:extLst>
                <a:ext uri="{FF2B5EF4-FFF2-40B4-BE49-F238E27FC236}">
                  <a16:creationId xmlns:a16="http://schemas.microsoft.com/office/drawing/2014/main" id="{F3AEE7D7-095F-DE7A-FBE2-0AD4CF4069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689" y="5779629"/>
              <a:ext cx="18738" cy="36434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9" y="24"/>
                    <a:pt x="6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73" name="Freeform 163">
              <a:extLst>
                <a:ext uri="{FF2B5EF4-FFF2-40B4-BE49-F238E27FC236}">
                  <a16:creationId xmlns:a16="http://schemas.microsoft.com/office/drawing/2014/main" id="{52DED298-C16C-F216-6989-350B46E75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0861" y="5852498"/>
              <a:ext cx="37475" cy="1873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0"/>
                    <a:pt x="24" y="3"/>
                    <a:pt x="24" y="6"/>
                  </a:cubicBezTo>
                  <a:cubicBezTo>
                    <a:pt x="24" y="10"/>
                    <a:pt x="21" y="12"/>
                    <a:pt x="18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74" name="Freeform 164">
              <a:extLst>
                <a:ext uri="{FF2B5EF4-FFF2-40B4-BE49-F238E27FC236}">
                  <a16:creationId xmlns:a16="http://schemas.microsoft.com/office/drawing/2014/main" id="{404DC6A2-F976-B454-130A-CD2B74BDC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0861" y="5668244"/>
              <a:ext cx="37475" cy="1873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0"/>
                    <a:pt x="24" y="3"/>
                    <a:pt x="24" y="6"/>
                  </a:cubicBezTo>
                  <a:cubicBezTo>
                    <a:pt x="24" y="10"/>
                    <a:pt x="21" y="12"/>
                    <a:pt x="18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75" name="Freeform 165">
              <a:extLst>
                <a:ext uri="{FF2B5EF4-FFF2-40B4-BE49-F238E27FC236}">
                  <a16:creationId xmlns:a16="http://schemas.microsoft.com/office/drawing/2014/main" id="{A59562A4-AC0B-F57E-05AF-1E72082B75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074" y="5852498"/>
              <a:ext cx="36434" cy="1873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0"/>
                    <a:pt x="24" y="3"/>
                    <a:pt x="24" y="6"/>
                  </a:cubicBezTo>
                  <a:cubicBezTo>
                    <a:pt x="24" y="10"/>
                    <a:pt x="21" y="12"/>
                    <a:pt x="18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76" name="Freeform 166">
              <a:extLst>
                <a:ext uri="{FF2B5EF4-FFF2-40B4-BE49-F238E27FC236}">
                  <a16:creationId xmlns:a16="http://schemas.microsoft.com/office/drawing/2014/main" id="{D9F70AA1-D4E3-D6E9-8B17-A4BAD0FEB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074" y="5668244"/>
              <a:ext cx="36434" cy="1873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0"/>
                    <a:pt x="24" y="3"/>
                    <a:pt x="24" y="6"/>
                  </a:cubicBezTo>
                  <a:cubicBezTo>
                    <a:pt x="24" y="10"/>
                    <a:pt x="21" y="12"/>
                    <a:pt x="18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77" name="Freeform 167">
              <a:extLst>
                <a:ext uri="{FF2B5EF4-FFF2-40B4-BE49-F238E27FC236}">
                  <a16:creationId xmlns:a16="http://schemas.microsoft.com/office/drawing/2014/main" id="{420142D9-5011-2012-0E61-4C955510B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2246" y="5668244"/>
              <a:ext cx="37475" cy="37475"/>
            </a:xfrm>
            <a:custGeom>
              <a:avLst/>
              <a:gdLst>
                <a:gd name="T0" fmla="*/ 18 w 24"/>
                <a:gd name="T1" fmla="*/ 24 h 24"/>
                <a:gd name="T2" fmla="*/ 12 w 24"/>
                <a:gd name="T3" fmla="*/ 18 h 24"/>
                <a:gd name="T4" fmla="*/ 12 w 24"/>
                <a:gd name="T5" fmla="*/ 12 h 24"/>
                <a:gd name="T6" fmla="*/ 6 w 24"/>
                <a:gd name="T7" fmla="*/ 12 h 24"/>
                <a:gd name="T8" fmla="*/ 0 w 24"/>
                <a:gd name="T9" fmla="*/ 6 h 24"/>
                <a:gd name="T10" fmla="*/ 6 w 24"/>
                <a:gd name="T11" fmla="*/ 0 h 24"/>
                <a:gd name="T12" fmla="*/ 18 w 24"/>
                <a:gd name="T13" fmla="*/ 0 h 24"/>
                <a:gd name="T14" fmla="*/ 24 w 24"/>
                <a:gd name="T15" fmla="*/ 6 h 24"/>
                <a:gd name="T16" fmla="*/ 24 w 24"/>
                <a:gd name="T17" fmla="*/ 18 h 24"/>
                <a:gd name="T18" fmla="*/ 18 w 24"/>
                <a:gd name="T1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8" y="24"/>
                  </a:moveTo>
                  <a:cubicBezTo>
                    <a:pt x="15" y="24"/>
                    <a:pt x="12" y="22"/>
                    <a:pt x="12" y="18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0"/>
                    <a:pt x="24" y="3"/>
                    <a:pt x="24" y="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22"/>
                    <a:pt x="21" y="24"/>
                    <a:pt x="18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78" name="Freeform 168">
              <a:extLst>
                <a:ext uri="{FF2B5EF4-FFF2-40B4-BE49-F238E27FC236}">
                  <a16:creationId xmlns:a16="http://schemas.microsoft.com/office/drawing/2014/main" id="{0783EEC1-01D6-6CCF-C5C0-2CE52BEAC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984" y="5723416"/>
              <a:ext cx="18738" cy="37475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9" y="24"/>
                    <a:pt x="6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79" name="Freeform 169">
              <a:extLst>
                <a:ext uri="{FF2B5EF4-FFF2-40B4-BE49-F238E27FC236}">
                  <a16:creationId xmlns:a16="http://schemas.microsoft.com/office/drawing/2014/main" id="{5FF328F1-0293-6221-3928-828AF7501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689" y="5668244"/>
              <a:ext cx="37475" cy="37475"/>
            </a:xfrm>
            <a:custGeom>
              <a:avLst/>
              <a:gdLst>
                <a:gd name="T0" fmla="*/ 6 w 24"/>
                <a:gd name="T1" fmla="*/ 24 h 24"/>
                <a:gd name="T2" fmla="*/ 0 w 24"/>
                <a:gd name="T3" fmla="*/ 18 h 24"/>
                <a:gd name="T4" fmla="*/ 0 w 24"/>
                <a:gd name="T5" fmla="*/ 6 h 24"/>
                <a:gd name="T6" fmla="*/ 6 w 24"/>
                <a:gd name="T7" fmla="*/ 0 h 24"/>
                <a:gd name="T8" fmla="*/ 18 w 24"/>
                <a:gd name="T9" fmla="*/ 0 h 24"/>
                <a:gd name="T10" fmla="*/ 24 w 24"/>
                <a:gd name="T11" fmla="*/ 6 h 24"/>
                <a:gd name="T12" fmla="*/ 18 w 24"/>
                <a:gd name="T13" fmla="*/ 12 h 24"/>
                <a:gd name="T14" fmla="*/ 12 w 24"/>
                <a:gd name="T15" fmla="*/ 12 h 24"/>
                <a:gd name="T16" fmla="*/ 12 w 24"/>
                <a:gd name="T17" fmla="*/ 18 h 24"/>
                <a:gd name="T18" fmla="*/ 6 w 24"/>
                <a:gd name="T1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0"/>
                    <a:pt x="24" y="3"/>
                    <a:pt x="24" y="6"/>
                  </a:cubicBezTo>
                  <a:cubicBezTo>
                    <a:pt x="24" y="10"/>
                    <a:pt x="21" y="12"/>
                    <a:pt x="18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9" y="24"/>
                    <a:pt x="6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80" name="Freeform 170">
              <a:extLst>
                <a:ext uri="{FF2B5EF4-FFF2-40B4-BE49-F238E27FC236}">
                  <a16:creationId xmlns:a16="http://schemas.microsoft.com/office/drawing/2014/main" id="{F7C078D3-6A70-3792-27AC-8A6B41C48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689" y="5723416"/>
              <a:ext cx="18738" cy="37475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9" y="24"/>
                    <a:pt x="6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81" name="Freeform 171">
              <a:extLst>
                <a:ext uri="{FF2B5EF4-FFF2-40B4-BE49-F238E27FC236}">
                  <a16:creationId xmlns:a16="http://schemas.microsoft.com/office/drawing/2014/main" id="{48921E39-3478-1CAB-77D0-C06CDD9D3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984" y="5779629"/>
              <a:ext cx="18738" cy="36434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9" y="24"/>
                    <a:pt x="6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82" name="Freeform 172">
              <a:extLst>
                <a:ext uri="{FF2B5EF4-FFF2-40B4-BE49-F238E27FC236}">
                  <a16:creationId xmlns:a16="http://schemas.microsoft.com/office/drawing/2014/main" id="{3B948B4F-62CD-D687-9509-8BACE44AED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5689" y="5428818"/>
              <a:ext cx="204033" cy="202992"/>
            </a:xfrm>
            <a:custGeom>
              <a:avLst/>
              <a:gdLst>
                <a:gd name="T0" fmla="*/ 126 w 132"/>
                <a:gd name="T1" fmla="*/ 132 h 132"/>
                <a:gd name="T2" fmla="*/ 6 w 132"/>
                <a:gd name="T3" fmla="*/ 132 h 132"/>
                <a:gd name="T4" fmla="*/ 0 w 132"/>
                <a:gd name="T5" fmla="*/ 126 h 132"/>
                <a:gd name="T6" fmla="*/ 0 w 132"/>
                <a:gd name="T7" fmla="*/ 6 h 132"/>
                <a:gd name="T8" fmla="*/ 6 w 132"/>
                <a:gd name="T9" fmla="*/ 0 h 132"/>
                <a:gd name="T10" fmla="*/ 126 w 132"/>
                <a:gd name="T11" fmla="*/ 0 h 132"/>
                <a:gd name="T12" fmla="*/ 132 w 132"/>
                <a:gd name="T13" fmla="*/ 6 h 132"/>
                <a:gd name="T14" fmla="*/ 132 w 132"/>
                <a:gd name="T15" fmla="*/ 126 h 132"/>
                <a:gd name="T16" fmla="*/ 126 w 132"/>
                <a:gd name="T17" fmla="*/ 132 h 132"/>
                <a:gd name="T18" fmla="*/ 12 w 132"/>
                <a:gd name="T19" fmla="*/ 120 h 132"/>
                <a:gd name="T20" fmla="*/ 120 w 132"/>
                <a:gd name="T21" fmla="*/ 120 h 132"/>
                <a:gd name="T22" fmla="*/ 120 w 132"/>
                <a:gd name="T23" fmla="*/ 12 h 132"/>
                <a:gd name="T24" fmla="*/ 12 w 132"/>
                <a:gd name="T25" fmla="*/ 12 h 132"/>
                <a:gd name="T26" fmla="*/ 12 w 132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2" h="132">
                  <a:moveTo>
                    <a:pt x="126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3" y="132"/>
                    <a:pt x="0" y="130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9" y="0"/>
                    <a:pt x="132" y="3"/>
                    <a:pt x="132" y="6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2" y="130"/>
                    <a:pt x="129" y="132"/>
                    <a:pt x="126" y="132"/>
                  </a:cubicBezTo>
                  <a:close/>
                  <a:moveTo>
                    <a:pt x="12" y="120"/>
                  </a:moveTo>
                  <a:cubicBezTo>
                    <a:pt x="120" y="120"/>
                    <a:pt x="120" y="120"/>
                    <a:pt x="120" y="120"/>
                  </a:cubicBezTo>
                  <a:cubicBezTo>
                    <a:pt x="120" y="12"/>
                    <a:pt x="120" y="12"/>
                    <a:pt x="120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83" name="Freeform 173">
              <a:extLst>
                <a:ext uri="{FF2B5EF4-FFF2-40B4-BE49-F238E27FC236}">
                  <a16:creationId xmlns:a16="http://schemas.microsoft.com/office/drawing/2014/main" id="{8CB83C5A-68B7-72AD-309B-47BC68BF3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2812" y="5694269"/>
              <a:ext cx="169680" cy="93689"/>
            </a:xfrm>
            <a:custGeom>
              <a:avLst/>
              <a:gdLst>
                <a:gd name="T0" fmla="*/ 55 w 110"/>
                <a:gd name="T1" fmla="*/ 61 h 61"/>
                <a:gd name="T2" fmla="*/ 51 w 110"/>
                <a:gd name="T3" fmla="*/ 59 h 61"/>
                <a:gd name="T4" fmla="*/ 3 w 110"/>
                <a:gd name="T5" fmla="*/ 11 h 61"/>
                <a:gd name="T6" fmla="*/ 3 w 110"/>
                <a:gd name="T7" fmla="*/ 3 h 61"/>
                <a:gd name="T8" fmla="*/ 11 w 110"/>
                <a:gd name="T9" fmla="*/ 3 h 61"/>
                <a:gd name="T10" fmla="*/ 55 w 110"/>
                <a:gd name="T11" fmla="*/ 47 h 61"/>
                <a:gd name="T12" fmla="*/ 99 w 110"/>
                <a:gd name="T13" fmla="*/ 3 h 61"/>
                <a:gd name="T14" fmla="*/ 107 w 110"/>
                <a:gd name="T15" fmla="*/ 3 h 61"/>
                <a:gd name="T16" fmla="*/ 107 w 110"/>
                <a:gd name="T17" fmla="*/ 11 h 61"/>
                <a:gd name="T18" fmla="*/ 59 w 110"/>
                <a:gd name="T19" fmla="*/ 59 h 61"/>
                <a:gd name="T20" fmla="*/ 55 w 110"/>
                <a:gd name="T2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0" h="61">
                  <a:moveTo>
                    <a:pt x="55" y="61"/>
                  </a:moveTo>
                  <a:cubicBezTo>
                    <a:pt x="54" y="61"/>
                    <a:pt x="52" y="60"/>
                    <a:pt x="51" y="59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9"/>
                    <a:pt x="0" y="5"/>
                    <a:pt x="3" y="3"/>
                  </a:cubicBezTo>
                  <a:cubicBezTo>
                    <a:pt x="5" y="0"/>
                    <a:pt x="9" y="0"/>
                    <a:pt x="11" y="3"/>
                  </a:cubicBezTo>
                  <a:cubicBezTo>
                    <a:pt x="55" y="47"/>
                    <a:pt x="55" y="47"/>
                    <a:pt x="55" y="47"/>
                  </a:cubicBezTo>
                  <a:cubicBezTo>
                    <a:pt x="99" y="3"/>
                    <a:pt x="99" y="3"/>
                    <a:pt x="99" y="3"/>
                  </a:cubicBezTo>
                  <a:cubicBezTo>
                    <a:pt x="101" y="0"/>
                    <a:pt x="105" y="0"/>
                    <a:pt x="107" y="3"/>
                  </a:cubicBezTo>
                  <a:cubicBezTo>
                    <a:pt x="110" y="5"/>
                    <a:pt x="110" y="9"/>
                    <a:pt x="107" y="11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58" y="60"/>
                    <a:pt x="57" y="61"/>
                    <a:pt x="55" y="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84" name="Freeform 174">
              <a:extLst>
                <a:ext uri="{FF2B5EF4-FFF2-40B4-BE49-F238E27FC236}">
                  <a16:creationId xmlns:a16="http://schemas.microsoft.com/office/drawing/2014/main" id="{C99B399A-867F-F4D2-1118-5FB6903241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8804" y="5483990"/>
              <a:ext cx="18738" cy="303967"/>
            </a:xfrm>
            <a:custGeom>
              <a:avLst/>
              <a:gdLst>
                <a:gd name="T0" fmla="*/ 6 w 12"/>
                <a:gd name="T1" fmla="*/ 198 h 198"/>
                <a:gd name="T2" fmla="*/ 0 w 12"/>
                <a:gd name="T3" fmla="*/ 192 h 198"/>
                <a:gd name="T4" fmla="*/ 0 w 12"/>
                <a:gd name="T5" fmla="*/ 6 h 198"/>
                <a:gd name="T6" fmla="*/ 6 w 12"/>
                <a:gd name="T7" fmla="*/ 0 h 198"/>
                <a:gd name="T8" fmla="*/ 12 w 12"/>
                <a:gd name="T9" fmla="*/ 6 h 198"/>
                <a:gd name="T10" fmla="*/ 12 w 12"/>
                <a:gd name="T11" fmla="*/ 192 h 198"/>
                <a:gd name="T12" fmla="*/ 6 w 12"/>
                <a:gd name="T13" fmla="*/ 19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98">
                  <a:moveTo>
                    <a:pt x="6" y="198"/>
                  </a:moveTo>
                  <a:cubicBezTo>
                    <a:pt x="3" y="198"/>
                    <a:pt x="0" y="195"/>
                    <a:pt x="0" y="19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92"/>
                    <a:pt x="12" y="192"/>
                    <a:pt x="12" y="192"/>
                  </a:cubicBezTo>
                  <a:cubicBezTo>
                    <a:pt x="12" y="195"/>
                    <a:pt x="9" y="198"/>
                    <a:pt x="6" y="1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</p:grpSp>
      <p:sp>
        <p:nvSpPr>
          <p:cNvPr id="85" name="Freeform 33">
            <a:extLst>
              <a:ext uri="{FF2B5EF4-FFF2-40B4-BE49-F238E27FC236}">
                <a16:creationId xmlns:a16="http://schemas.microsoft.com/office/drawing/2014/main" id="{F5E789E2-8545-9446-08A8-C9937C13EF1E}"/>
              </a:ext>
            </a:extLst>
          </p:cNvPr>
          <p:cNvSpPr>
            <a:spLocks noEditPoints="1"/>
          </p:cNvSpPr>
          <p:nvPr/>
        </p:nvSpPr>
        <p:spPr bwMode="auto">
          <a:xfrm>
            <a:off x="636064" y="5165142"/>
            <a:ext cx="458164" cy="459338"/>
          </a:xfrm>
          <a:custGeom>
            <a:avLst/>
            <a:gdLst>
              <a:gd name="T0" fmla="*/ 258 w 264"/>
              <a:gd name="T1" fmla="*/ 264 h 264"/>
              <a:gd name="T2" fmla="*/ 255 w 264"/>
              <a:gd name="T3" fmla="*/ 263 h 264"/>
              <a:gd name="T4" fmla="*/ 174 w 264"/>
              <a:gd name="T5" fmla="*/ 205 h 264"/>
              <a:gd name="T6" fmla="*/ 94 w 264"/>
              <a:gd name="T7" fmla="*/ 263 h 264"/>
              <a:gd name="T8" fmla="*/ 87 w 264"/>
              <a:gd name="T9" fmla="*/ 263 h 264"/>
              <a:gd name="T10" fmla="*/ 3 w 264"/>
              <a:gd name="T11" fmla="*/ 203 h 264"/>
              <a:gd name="T12" fmla="*/ 0 w 264"/>
              <a:gd name="T13" fmla="*/ 198 h 264"/>
              <a:gd name="T14" fmla="*/ 0 w 264"/>
              <a:gd name="T15" fmla="*/ 6 h 264"/>
              <a:gd name="T16" fmla="*/ 4 w 264"/>
              <a:gd name="T17" fmla="*/ 1 h 264"/>
              <a:gd name="T18" fmla="*/ 10 w 264"/>
              <a:gd name="T19" fmla="*/ 1 h 264"/>
              <a:gd name="T20" fmla="*/ 90 w 264"/>
              <a:gd name="T21" fmla="*/ 59 h 264"/>
              <a:gd name="T22" fmla="*/ 171 w 264"/>
              <a:gd name="T23" fmla="*/ 1 h 264"/>
              <a:gd name="T24" fmla="*/ 178 w 264"/>
              <a:gd name="T25" fmla="*/ 1 h 264"/>
              <a:gd name="T26" fmla="*/ 262 w 264"/>
              <a:gd name="T27" fmla="*/ 61 h 264"/>
              <a:gd name="T28" fmla="*/ 264 w 264"/>
              <a:gd name="T29" fmla="*/ 66 h 264"/>
              <a:gd name="T30" fmla="*/ 264 w 264"/>
              <a:gd name="T31" fmla="*/ 258 h 264"/>
              <a:gd name="T32" fmla="*/ 261 w 264"/>
              <a:gd name="T33" fmla="*/ 263 h 264"/>
              <a:gd name="T34" fmla="*/ 258 w 264"/>
              <a:gd name="T35" fmla="*/ 264 h 264"/>
              <a:gd name="T36" fmla="*/ 12 w 264"/>
              <a:gd name="T37" fmla="*/ 195 h 264"/>
              <a:gd name="T38" fmla="*/ 90 w 264"/>
              <a:gd name="T39" fmla="*/ 251 h 264"/>
              <a:gd name="T40" fmla="*/ 171 w 264"/>
              <a:gd name="T41" fmla="*/ 193 h 264"/>
              <a:gd name="T42" fmla="*/ 178 w 264"/>
              <a:gd name="T43" fmla="*/ 193 h 264"/>
              <a:gd name="T44" fmla="*/ 252 w 264"/>
              <a:gd name="T45" fmla="*/ 246 h 264"/>
              <a:gd name="T46" fmla="*/ 252 w 264"/>
              <a:gd name="T47" fmla="*/ 69 h 264"/>
              <a:gd name="T48" fmla="*/ 174 w 264"/>
              <a:gd name="T49" fmla="*/ 13 h 264"/>
              <a:gd name="T50" fmla="*/ 94 w 264"/>
              <a:gd name="T51" fmla="*/ 71 h 264"/>
              <a:gd name="T52" fmla="*/ 87 w 264"/>
              <a:gd name="T53" fmla="*/ 71 h 264"/>
              <a:gd name="T54" fmla="*/ 12 w 264"/>
              <a:gd name="T55" fmla="*/ 18 h 264"/>
              <a:gd name="T56" fmla="*/ 12 w 264"/>
              <a:gd name="T57" fmla="*/ 195 h 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64" h="264">
                <a:moveTo>
                  <a:pt x="258" y="264"/>
                </a:moveTo>
                <a:cubicBezTo>
                  <a:pt x="257" y="264"/>
                  <a:pt x="256" y="264"/>
                  <a:pt x="255" y="263"/>
                </a:cubicBezTo>
                <a:cubicBezTo>
                  <a:pt x="174" y="205"/>
                  <a:pt x="174" y="205"/>
                  <a:pt x="174" y="205"/>
                </a:cubicBezTo>
                <a:cubicBezTo>
                  <a:pt x="94" y="263"/>
                  <a:pt x="94" y="263"/>
                  <a:pt x="94" y="263"/>
                </a:cubicBezTo>
                <a:cubicBezTo>
                  <a:pt x="92" y="264"/>
                  <a:pt x="89" y="264"/>
                  <a:pt x="87" y="263"/>
                </a:cubicBezTo>
                <a:cubicBezTo>
                  <a:pt x="3" y="203"/>
                  <a:pt x="3" y="203"/>
                  <a:pt x="3" y="203"/>
                </a:cubicBezTo>
                <a:cubicBezTo>
                  <a:pt x="1" y="202"/>
                  <a:pt x="0" y="200"/>
                  <a:pt x="0" y="198"/>
                </a:cubicBezTo>
                <a:cubicBezTo>
                  <a:pt x="0" y="6"/>
                  <a:pt x="0" y="6"/>
                  <a:pt x="0" y="6"/>
                </a:cubicBezTo>
                <a:cubicBezTo>
                  <a:pt x="0" y="4"/>
                  <a:pt x="2" y="2"/>
                  <a:pt x="4" y="1"/>
                </a:cubicBezTo>
                <a:cubicBezTo>
                  <a:pt x="6" y="0"/>
                  <a:pt x="8" y="0"/>
                  <a:pt x="10" y="1"/>
                </a:cubicBezTo>
                <a:cubicBezTo>
                  <a:pt x="90" y="59"/>
                  <a:pt x="90" y="59"/>
                  <a:pt x="90" y="59"/>
                </a:cubicBezTo>
                <a:cubicBezTo>
                  <a:pt x="171" y="1"/>
                  <a:pt x="171" y="1"/>
                  <a:pt x="171" y="1"/>
                </a:cubicBezTo>
                <a:cubicBezTo>
                  <a:pt x="173" y="0"/>
                  <a:pt x="176" y="0"/>
                  <a:pt x="178" y="1"/>
                </a:cubicBezTo>
                <a:cubicBezTo>
                  <a:pt x="262" y="61"/>
                  <a:pt x="262" y="61"/>
                  <a:pt x="262" y="61"/>
                </a:cubicBezTo>
                <a:cubicBezTo>
                  <a:pt x="264" y="62"/>
                  <a:pt x="264" y="64"/>
                  <a:pt x="264" y="66"/>
                </a:cubicBezTo>
                <a:cubicBezTo>
                  <a:pt x="264" y="258"/>
                  <a:pt x="264" y="258"/>
                  <a:pt x="264" y="258"/>
                </a:cubicBezTo>
                <a:cubicBezTo>
                  <a:pt x="264" y="260"/>
                  <a:pt x="263" y="262"/>
                  <a:pt x="261" y="263"/>
                </a:cubicBezTo>
                <a:cubicBezTo>
                  <a:pt x="260" y="264"/>
                  <a:pt x="259" y="264"/>
                  <a:pt x="258" y="264"/>
                </a:cubicBezTo>
                <a:close/>
                <a:moveTo>
                  <a:pt x="12" y="195"/>
                </a:moveTo>
                <a:cubicBezTo>
                  <a:pt x="90" y="251"/>
                  <a:pt x="90" y="251"/>
                  <a:pt x="90" y="251"/>
                </a:cubicBezTo>
                <a:cubicBezTo>
                  <a:pt x="171" y="193"/>
                  <a:pt x="171" y="193"/>
                  <a:pt x="171" y="193"/>
                </a:cubicBezTo>
                <a:cubicBezTo>
                  <a:pt x="173" y="192"/>
                  <a:pt x="176" y="192"/>
                  <a:pt x="178" y="193"/>
                </a:cubicBezTo>
                <a:cubicBezTo>
                  <a:pt x="252" y="246"/>
                  <a:pt x="252" y="246"/>
                  <a:pt x="252" y="246"/>
                </a:cubicBezTo>
                <a:cubicBezTo>
                  <a:pt x="252" y="69"/>
                  <a:pt x="252" y="69"/>
                  <a:pt x="252" y="69"/>
                </a:cubicBezTo>
                <a:cubicBezTo>
                  <a:pt x="174" y="13"/>
                  <a:pt x="174" y="13"/>
                  <a:pt x="174" y="13"/>
                </a:cubicBezTo>
                <a:cubicBezTo>
                  <a:pt x="94" y="71"/>
                  <a:pt x="94" y="71"/>
                  <a:pt x="94" y="71"/>
                </a:cubicBezTo>
                <a:cubicBezTo>
                  <a:pt x="92" y="72"/>
                  <a:pt x="89" y="72"/>
                  <a:pt x="87" y="71"/>
                </a:cubicBezTo>
                <a:cubicBezTo>
                  <a:pt x="12" y="18"/>
                  <a:pt x="12" y="18"/>
                  <a:pt x="12" y="18"/>
                </a:cubicBezTo>
                <a:lnTo>
                  <a:pt x="12" y="1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grpSp>
        <p:nvGrpSpPr>
          <p:cNvPr id="86" name="Group 140">
            <a:extLst>
              <a:ext uri="{FF2B5EF4-FFF2-40B4-BE49-F238E27FC236}">
                <a16:creationId xmlns:a16="http://schemas.microsoft.com/office/drawing/2014/main" id="{FE3AADE7-82E5-44F0-81B8-0B6AA240D64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786639" y="3623211"/>
            <a:ext cx="432000" cy="431998"/>
            <a:chOff x="1560" y="3157"/>
            <a:chExt cx="426" cy="426"/>
          </a:xfrm>
          <a:solidFill>
            <a:srgbClr val="FFFFFF"/>
          </a:solidFill>
        </p:grpSpPr>
        <p:sp>
          <p:nvSpPr>
            <p:cNvPr id="87" name="Freeform 141">
              <a:extLst>
                <a:ext uri="{FF2B5EF4-FFF2-40B4-BE49-F238E27FC236}">
                  <a16:creationId xmlns:a16="http://schemas.microsoft.com/office/drawing/2014/main" id="{F5D17208-41B3-8508-28E0-643CD06EA6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2" y="3211"/>
              <a:ext cx="142" cy="141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12 h 96"/>
                <a:gd name="T12" fmla="*/ 12 w 96"/>
                <a:gd name="T13" fmla="*/ 48 h 96"/>
                <a:gd name="T14" fmla="*/ 48 w 96"/>
                <a:gd name="T15" fmla="*/ 84 h 96"/>
                <a:gd name="T16" fmla="*/ 84 w 96"/>
                <a:gd name="T17" fmla="*/ 48 h 96"/>
                <a:gd name="T18" fmla="*/ 48 w 96"/>
                <a:gd name="T19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5" y="0"/>
                    <a:pt x="96" y="22"/>
                    <a:pt x="96" y="48"/>
                  </a:cubicBezTo>
                  <a:cubicBezTo>
                    <a:pt x="96" y="75"/>
                    <a:pt x="75" y="96"/>
                    <a:pt x="48" y="96"/>
                  </a:cubicBezTo>
                  <a:close/>
                  <a:moveTo>
                    <a:pt x="48" y="12"/>
                  </a:moveTo>
                  <a:cubicBezTo>
                    <a:pt x="28" y="12"/>
                    <a:pt x="12" y="29"/>
                    <a:pt x="12" y="48"/>
                  </a:cubicBezTo>
                  <a:cubicBezTo>
                    <a:pt x="12" y="68"/>
                    <a:pt x="28" y="84"/>
                    <a:pt x="48" y="84"/>
                  </a:cubicBezTo>
                  <a:cubicBezTo>
                    <a:pt x="68" y="84"/>
                    <a:pt x="84" y="68"/>
                    <a:pt x="84" y="48"/>
                  </a:cubicBezTo>
                  <a:cubicBezTo>
                    <a:pt x="84" y="29"/>
                    <a:pt x="68" y="12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88" name="Freeform 142">
              <a:extLst>
                <a:ext uri="{FF2B5EF4-FFF2-40B4-BE49-F238E27FC236}">
                  <a16:creationId xmlns:a16="http://schemas.microsoft.com/office/drawing/2014/main" id="{EECB0A4B-8E98-8909-DFAF-80DF589FB9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43" y="3157"/>
              <a:ext cx="262" cy="392"/>
            </a:xfrm>
            <a:custGeom>
              <a:avLst/>
              <a:gdLst>
                <a:gd name="T0" fmla="*/ 88 w 177"/>
                <a:gd name="T1" fmla="*/ 265 h 265"/>
                <a:gd name="T2" fmla="*/ 88 w 177"/>
                <a:gd name="T3" fmla="*/ 265 h 265"/>
                <a:gd name="T4" fmla="*/ 83 w 177"/>
                <a:gd name="T5" fmla="*/ 262 h 265"/>
                <a:gd name="T6" fmla="*/ 0 w 177"/>
                <a:gd name="T7" fmla="*/ 89 h 265"/>
                <a:gd name="T8" fmla="*/ 88 w 177"/>
                <a:gd name="T9" fmla="*/ 0 h 265"/>
                <a:gd name="T10" fmla="*/ 177 w 177"/>
                <a:gd name="T11" fmla="*/ 89 h 265"/>
                <a:gd name="T12" fmla="*/ 93 w 177"/>
                <a:gd name="T13" fmla="*/ 262 h 265"/>
                <a:gd name="T14" fmla="*/ 88 w 177"/>
                <a:gd name="T15" fmla="*/ 265 h 265"/>
                <a:gd name="T16" fmla="*/ 88 w 177"/>
                <a:gd name="T17" fmla="*/ 12 h 265"/>
                <a:gd name="T18" fmla="*/ 12 w 177"/>
                <a:gd name="T19" fmla="*/ 89 h 265"/>
                <a:gd name="T20" fmla="*/ 88 w 177"/>
                <a:gd name="T21" fmla="*/ 248 h 265"/>
                <a:gd name="T22" fmla="*/ 165 w 177"/>
                <a:gd name="T23" fmla="*/ 89 h 265"/>
                <a:gd name="T24" fmla="*/ 88 w 177"/>
                <a:gd name="T25" fmla="*/ 12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7" h="265">
                  <a:moveTo>
                    <a:pt x="88" y="265"/>
                  </a:moveTo>
                  <a:cubicBezTo>
                    <a:pt x="88" y="265"/>
                    <a:pt x="88" y="265"/>
                    <a:pt x="88" y="265"/>
                  </a:cubicBezTo>
                  <a:cubicBezTo>
                    <a:pt x="86" y="265"/>
                    <a:pt x="84" y="264"/>
                    <a:pt x="83" y="262"/>
                  </a:cubicBezTo>
                  <a:cubicBezTo>
                    <a:pt x="80" y="257"/>
                    <a:pt x="0" y="135"/>
                    <a:pt x="0" y="89"/>
                  </a:cubicBezTo>
                  <a:cubicBezTo>
                    <a:pt x="0" y="40"/>
                    <a:pt x="40" y="0"/>
                    <a:pt x="88" y="0"/>
                  </a:cubicBezTo>
                  <a:cubicBezTo>
                    <a:pt x="137" y="0"/>
                    <a:pt x="177" y="40"/>
                    <a:pt x="177" y="89"/>
                  </a:cubicBezTo>
                  <a:cubicBezTo>
                    <a:pt x="177" y="135"/>
                    <a:pt x="97" y="257"/>
                    <a:pt x="93" y="262"/>
                  </a:cubicBezTo>
                  <a:cubicBezTo>
                    <a:pt x="92" y="264"/>
                    <a:pt x="90" y="265"/>
                    <a:pt x="88" y="265"/>
                  </a:cubicBezTo>
                  <a:close/>
                  <a:moveTo>
                    <a:pt x="88" y="12"/>
                  </a:moveTo>
                  <a:cubicBezTo>
                    <a:pt x="46" y="12"/>
                    <a:pt x="12" y="47"/>
                    <a:pt x="12" y="89"/>
                  </a:cubicBezTo>
                  <a:cubicBezTo>
                    <a:pt x="12" y="126"/>
                    <a:pt x="71" y="220"/>
                    <a:pt x="88" y="248"/>
                  </a:cubicBezTo>
                  <a:cubicBezTo>
                    <a:pt x="106" y="220"/>
                    <a:pt x="165" y="126"/>
                    <a:pt x="165" y="89"/>
                  </a:cubicBezTo>
                  <a:cubicBezTo>
                    <a:pt x="165" y="47"/>
                    <a:pt x="130" y="12"/>
                    <a:pt x="8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89" name="Freeform 143">
              <a:extLst>
                <a:ext uri="{FF2B5EF4-FFF2-40B4-BE49-F238E27FC236}">
                  <a16:creationId xmlns:a16="http://schemas.microsoft.com/office/drawing/2014/main" id="{A35960B7-6330-476F-E655-947BA6F699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0" y="3499"/>
              <a:ext cx="426" cy="84"/>
            </a:xfrm>
            <a:custGeom>
              <a:avLst/>
              <a:gdLst>
                <a:gd name="T0" fmla="*/ 144 w 288"/>
                <a:gd name="T1" fmla="*/ 57 h 57"/>
                <a:gd name="T2" fmla="*/ 0 w 288"/>
                <a:gd name="T3" fmla="*/ 27 h 57"/>
                <a:gd name="T4" fmla="*/ 83 w 288"/>
                <a:gd name="T5" fmla="*/ 0 h 57"/>
                <a:gd name="T6" fmla="*/ 90 w 288"/>
                <a:gd name="T7" fmla="*/ 5 h 57"/>
                <a:gd name="T8" fmla="*/ 84 w 288"/>
                <a:gd name="T9" fmla="*/ 12 h 57"/>
                <a:gd name="T10" fmla="*/ 13 w 288"/>
                <a:gd name="T11" fmla="*/ 27 h 57"/>
                <a:gd name="T12" fmla="*/ 144 w 288"/>
                <a:gd name="T13" fmla="*/ 45 h 57"/>
                <a:gd name="T14" fmla="*/ 276 w 288"/>
                <a:gd name="T15" fmla="*/ 27 h 57"/>
                <a:gd name="T16" fmla="*/ 204 w 288"/>
                <a:gd name="T17" fmla="*/ 12 h 57"/>
                <a:gd name="T18" fmla="*/ 198 w 288"/>
                <a:gd name="T19" fmla="*/ 5 h 57"/>
                <a:gd name="T20" fmla="*/ 205 w 288"/>
                <a:gd name="T21" fmla="*/ 0 h 57"/>
                <a:gd name="T22" fmla="*/ 288 w 288"/>
                <a:gd name="T23" fmla="*/ 27 h 57"/>
                <a:gd name="T24" fmla="*/ 144 w 288"/>
                <a:gd name="T25" fmla="*/ 57 h 57"/>
                <a:gd name="T26" fmla="*/ 276 w 288"/>
                <a:gd name="T27" fmla="*/ 28 h 57"/>
                <a:gd name="T28" fmla="*/ 276 w 288"/>
                <a:gd name="T29" fmla="*/ 2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57">
                  <a:moveTo>
                    <a:pt x="144" y="57"/>
                  </a:moveTo>
                  <a:cubicBezTo>
                    <a:pt x="130" y="57"/>
                    <a:pt x="0" y="57"/>
                    <a:pt x="0" y="27"/>
                  </a:cubicBezTo>
                  <a:cubicBezTo>
                    <a:pt x="0" y="14"/>
                    <a:pt x="28" y="5"/>
                    <a:pt x="83" y="0"/>
                  </a:cubicBezTo>
                  <a:cubicBezTo>
                    <a:pt x="87" y="0"/>
                    <a:pt x="89" y="2"/>
                    <a:pt x="90" y="5"/>
                  </a:cubicBezTo>
                  <a:cubicBezTo>
                    <a:pt x="90" y="9"/>
                    <a:pt x="88" y="12"/>
                    <a:pt x="84" y="12"/>
                  </a:cubicBezTo>
                  <a:cubicBezTo>
                    <a:pt x="33" y="16"/>
                    <a:pt x="16" y="24"/>
                    <a:pt x="13" y="27"/>
                  </a:cubicBezTo>
                  <a:cubicBezTo>
                    <a:pt x="18" y="34"/>
                    <a:pt x="65" y="45"/>
                    <a:pt x="144" y="45"/>
                  </a:cubicBezTo>
                  <a:cubicBezTo>
                    <a:pt x="223" y="45"/>
                    <a:pt x="270" y="34"/>
                    <a:pt x="276" y="27"/>
                  </a:cubicBezTo>
                  <a:cubicBezTo>
                    <a:pt x="273" y="24"/>
                    <a:pt x="255" y="16"/>
                    <a:pt x="204" y="12"/>
                  </a:cubicBezTo>
                  <a:cubicBezTo>
                    <a:pt x="200" y="12"/>
                    <a:pt x="198" y="9"/>
                    <a:pt x="198" y="5"/>
                  </a:cubicBezTo>
                  <a:cubicBezTo>
                    <a:pt x="199" y="2"/>
                    <a:pt x="201" y="0"/>
                    <a:pt x="205" y="0"/>
                  </a:cubicBezTo>
                  <a:cubicBezTo>
                    <a:pt x="260" y="5"/>
                    <a:pt x="288" y="14"/>
                    <a:pt x="288" y="27"/>
                  </a:cubicBezTo>
                  <a:cubicBezTo>
                    <a:pt x="288" y="57"/>
                    <a:pt x="159" y="57"/>
                    <a:pt x="144" y="57"/>
                  </a:cubicBezTo>
                  <a:close/>
                  <a:moveTo>
                    <a:pt x="276" y="28"/>
                  </a:moveTo>
                  <a:cubicBezTo>
                    <a:pt x="276" y="28"/>
                    <a:pt x="276" y="28"/>
                    <a:pt x="276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</p:grpSp>
      <p:grpSp>
        <p:nvGrpSpPr>
          <p:cNvPr id="90" name="Group 12">
            <a:extLst>
              <a:ext uri="{FF2B5EF4-FFF2-40B4-BE49-F238E27FC236}">
                <a16:creationId xmlns:a16="http://schemas.microsoft.com/office/drawing/2014/main" id="{644894F9-7330-8BC5-5F02-412764F17A5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84309" y="2629140"/>
            <a:ext cx="466230" cy="456403"/>
            <a:chOff x="1371" y="443"/>
            <a:chExt cx="427" cy="418"/>
          </a:xfrm>
          <a:solidFill>
            <a:srgbClr val="FFFFFF"/>
          </a:solidFill>
        </p:grpSpPr>
        <p:sp>
          <p:nvSpPr>
            <p:cNvPr id="91" name="Freeform 13">
              <a:extLst>
                <a:ext uri="{FF2B5EF4-FFF2-40B4-BE49-F238E27FC236}">
                  <a16:creationId xmlns:a16="http://schemas.microsoft.com/office/drawing/2014/main" id="{082C6310-6C6E-041E-3A6D-080C52620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5" y="550"/>
              <a:ext cx="97" cy="18"/>
            </a:xfrm>
            <a:custGeom>
              <a:avLst/>
              <a:gdLst>
                <a:gd name="T0" fmla="*/ 60 w 66"/>
                <a:gd name="T1" fmla="*/ 12 h 12"/>
                <a:gd name="T2" fmla="*/ 6 w 66"/>
                <a:gd name="T3" fmla="*/ 12 h 12"/>
                <a:gd name="T4" fmla="*/ 0 w 66"/>
                <a:gd name="T5" fmla="*/ 6 h 12"/>
                <a:gd name="T6" fmla="*/ 6 w 66"/>
                <a:gd name="T7" fmla="*/ 0 h 12"/>
                <a:gd name="T8" fmla="*/ 60 w 66"/>
                <a:gd name="T9" fmla="*/ 0 h 12"/>
                <a:gd name="T10" fmla="*/ 66 w 66"/>
                <a:gd name="T11" fmla="*/ 6 h 12"/>
                <a:gd name="T12" fmla="*/ 60 w 6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12">
                  <a:moveTo>
                    <a:pt x="6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3" y="0"/>
                    <a:pt x="66" y="2"/>
                    <a:pt x="66" y="6"/>
                  </a:cubicBezTo>
                  <a:cubicBezTo>
                    <a:pt x="66" y="9"/>
                    <a:pt x="63" y="12"/>
                    <a:pt x="6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92" name="Freeform 14">
              <a:extLst>
                <a:ext uri="{FF2B5EF4-FFF2-40B4-BE49-F238E27FC236}">
                  <a16:creationId xmlns:a16="http://schemas.microsoft.com/office/drawing/2014/main" id="{B0D85D78-7F9E-5989-1DD7-AE9D61E5A7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5" y="603"/>
              <a:ext cx="159" cy="18"/>
            </a:xfrm>
            <a:custGeom>
              <a:avLst/>
              <a:gdLst>
                <a:gd name="T0" fmla="*/ 102 w 108"/>
                <a:gd name="T1" fmla="*/ 12 h 12"/>
                <a:gd name="T2" fmla="*/ 6 w 108"/>
                <a:gd name="T3" fmla="*/ 12 h 12"/>
                <a:gd name="T4" fmla="*/ 0 w 108"/>
                <a:gd name="T5" fmla="*/ 6 h 12"/>
                <a:gd name="T6" fmla="*/ 6 w 108"/>
                <a:gd name="T7" fmla="*/ 0 h 12"/>
                <a:gd name="T8" fmla="*/ 102 w 108"/>
                <a:gd name="T9" fmla="*/ 0 h 12"/>
                <a:gd name="T10" fmla="*/ 108 w 108"/>
                <a:gd name="T11" fmla="*/ 6 h 12"/>
                <a:gd name="T12" fmla="*/ 102 w 10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" h="12">
                  <a:moveTo>
                    <a:pt x="10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5" y="0"/>
                    <a:pt x="108" y="2"/>
                    <a:pt x="108" y="6"/>
                  </a:cubicBezTo>
                  <a:cubicBezTo>
                    <a:pt x="108" y="9"/>
                    <a:pt x="105" y="12"/>
                    <a:pt x="10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93" name="Freeform 15">
              <a:extLst>
                <a:ext uri="{FF2B5EF4-FFF2-40B4-BE49-F238E27FC236}">
                  <a16:creationId xmlns:a16="http://schemas.microsoft.com/office/drawing/2014/main" id="{38898780-62DD-EF76-FAFF-5FBC9C33F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5" y="656"/>
              <a:ext cx="124" cy="18"/>
            </a:xfrm>
            <a:custGeom>
              <a:avLst/>
              <a:gdLst>
                <a:gd name="T0" fmla="*/ 78 w 84"/>
                <a:gd name="T1" fmla="*/ 12 h 12"/>
                <a:gd name="T2" fmla="*/ 6 w 84"/>
                <a:gd name="T3" fmla="*/ 12 h 12"/>
                <a:gd name="T4" fmla="*/ 0 w 84"/>
                <a:gd name="T5" fmla="*/ 6 h 12"/>
                <a:gd name="T6" fmla="*/ 6 w 84"/>
                <a:gd name="T7" fmla="*/ 0 h 12"/>
                <a:gd name="T8" fmla="*/ 78 w 84"/>
                <a:gd name="T9" fmla="*/ 0 h 12"/>
                <a:gd name="T10" fmla="*/ 84 w 84"/>
                <a:gd name="T11" fmla="*/ 6 h 12"/>
                <a:gd name="T12" fmla="*/ 78 w 8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2">
                  <a:moveTo>
                    <a:pt x="7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2"/>
                    <a:pt x="84" y="6"/>
                  </a:cubicBezTo>
                  <a:cubicBezTo>
                    <a:pt x="84" y="9"/>
                    <a:pt x="81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94" name="Freeform 16">
              <a:extLst>
                <a:ext uri="{FF2B5EF4-FFF2-40B4-BE49-F238E27FC236}">
                  <a16:creationId xmlns:a16="http://schemas.microsoft.com/office/drawing/2014/main" id="{CAEA9C51-67B9-0A3A-B966-0DD168F2F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5" y="710"/>
              <a:ext cx="106" cy="18"/>
            </a:xfrm>
            <a:custGeom>
              <a:avLst/>
              <a:gdLst>
                <a:gd name="T0" fmla="*/ 66 w 72"/>
                <a:gd name="T1" fmla="*/ 12 h 12"/>
                <a:gd name="T2" fmla="*/ 6 w 72"/>
                <a:gd name="T3" fmla="*/ 12 h 12"/>
                <a:gd name="T4" fmla="*/ 0 w 72"/>
                <a:gd name="T5" fmla="*/ 6 h 12"/>
                <a:gd name="T6" fmla="*/ 6 w 72"/>
                <a:gd name="T7" fmla="*/ 0 h 12"/>
                <a:gd name="T8" fmla="*/ 66 w 72"/>
                <a:gd name="T9" fmla="*/ 0 h 12"/>
                <a:gd name="T10" fmla="*/ 72 w 72"/>
                <a:gd name="T11" fmla="*/ 6 h 12"/>
                <a:gd name="T12" fmla="*/ 66 w 7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12">
                  <a:moveTo>
                    <a:pt x="6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2" y="2"/>
                    <a:pt x="72" y="6"/>
                  </a:cubicBezTo>
                  <a:cubicBezTo>
                    <a:pt x="72" y="9"/>
                    <a:pt x="69" y="12"/>
                    <a:pt x="6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95" name="Freeform 17">
              <a:extLst>
                <a:ext uri="{FF2B5EF4-FFF2-40B4-BE49-F238E27FC236}">
                  <a16:creationId xmlns:a16="http://schemas.microsoft.com/office/drawing/2014/main" id="{6B9A1F23-733D-21AD-A6EF-FA2E2ACD8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3" y="646"/>
              <a:ext cx="215" cy="215"/>
            </a:xfrm>
            <a:custGeom>
              <a:avLst/>
              <a:gdLst>
                <a:gd name="T0" fmla="*/ 7 w 145"/>
                <a:gd name="T1" fmla="*/ 145 h 145"/>
                <a:gd name="T2" fmla="*/ 3 w 145"/>
                <a:gd name="T3" fmla="*/ 143 h 145"/>
                <a:gd name="T4" fmla="*/ 1 w 145"/>
                <a:gd name="T5" fmla="*/ 137 h 145"/>
                <a:gd name="T6" fmla="*/ 13 w 145"/>
                <a:gd name="T7" fmla="*/ 95 h 145"/>
                <a:gd name="T8" fmla="*/ 15 w 145"/>
                <a:gd name="T9" fmla="*/ 92 h 145"/>
                <a:gd name="T10" fmla="*/ 105 w 145"/>
                <a:gd name="T11" fmla="*/ 2 h 145"/>
                <a:gd name="T12" fmla="*/ 113 w 145"/>
                <a:gd name="T13" fmla="*/ 2 h 145"/>
                <a:gd name="T14" fmla="*/ 143 w 145"/>
                <a:gd name="T15" fmla="*/ 32 h 145"/>
                <a:gd name="T16" fmla="*/ 143 w 145"/>
                <a:gd name="T17" fmla="*/ 41 h 145"/>
                <a:gd name="T18" fmla="*/ 53 w 145"/>
                <a:gd name="T19" fmla="*/ 131 h 145"/>
                <a:gd name="T20" fmla="*/ 50 w 145"/>
                <a:gd name="T21" fmla="*/ 132 h 145"/>
                <a:gd name="T22" fmla="*/ 8 w 145"/>
                <a:gd name="T23" fmla="*/ 144 h 145"/>
                <a:gd name="T24" fmla="*/ 7 w 145"/>
                <a:gd name="T25" fmla="*/ 145 h 145"/>
                <a:gd name="T26" fmla="*/ 24 w 145"/>
                <a:gd name="T27" fmla="*/ 100 h 145"/>
                <a:gd name="T28" fmla="*/ 16 w 145"/>
                <a:gd name="T29" fmla="*/ 130 h 145"/>
                <a:gd name="T30" fmla="*/ 46 w 145"/>
                <a:gd name="T31" fmla="*/ 121 h 145"/>
                <a:gd name="T32" fmla="*/ 130 w 145"/>
                <a:gd name="T33" fmla="*/ 37 h 145"/>
                <a:gd name="T34" fmla="*/ 109 w 145"/>
                <a:gd name="T35" fmla="*/ 15 h 145"/>
                <a:gd name="T36" fmla="*/ 24 w 145"/>
                <a:gd name="T37" fmla="*/ 100 h 145"/>
                <a:gd name="T38" fmla="*/ 49 w 145"/>
                <a:gd name="T39" fmla="*/ 127 h 145"/>
                <a:gd name="T40" fmla="*/ 49 w 145"/>
                <a:gd name="T41" fmla="*/ 12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5" h="145">
                  <a:moveTo>
                    <a:pt x="7" y="145"/>
                  </a:moveTo>
                  <a:cubicBezTo>
                    <a:pt x="5" y="145"/>
                    <a:pt x="4" y="144"/>
                    <a:pt x="3" y="143"/>
                  </a:cubicBezTo>
                  <a:cubicBezTo>
                    <a:pt x="1" y="141"/>
                    <a:pt x="0" y="139"/>
                    <a:pt x="1" y="137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13" y="94"/>
                    <a:pt x="14" y="93"/>
                    <a:pt x="15" y="92"/>
                  </a:cubicBezTo>
                  <a:cubicBezTo>
                    <a:pt x="105" y="2"/>
                    <a:pt x="105" y="2"/>
                    <a:pt x="105" y="2"/>
                  </a:cubicBezTo>
                  <a:cubicBezTo>
                    <a:pt x="107" y="0"/>
                    <a:pt x="111" y="0"/>
                    <a:pt x="113" y="2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5" y="35"/>
                    <a:pt x="145" y="39"/>
                    <a:pt x="143" y="41"/>
                  </a:cubicBezTo>
                  <a:cubicBezTo>
                    <a:pt x="53" y="131"/>
                    <a:pt x="53" y="131"/>
                    <a:pt x="53" y="131"/>
                  </a:cubicBezTo>
                  <a:cubicBezTo>
                    <a:pt x="52" y="132"/>
                    <a:pt x="51" y="132"/>
                    <a:pt x="50" y="132"/>
                  </a:cubicBezTo>
                  <a:cubicBezTo>
                    <a:pt x="8" y="144"/>
                    <a:pt x="8" y="144"/>
                    <a:pt x="8" y="144"/>
                  </a:cubicBezTo>
                  <a:cubicBezTo>
                    <a:pt x="8" y="145"/>
                    <a:pt x="7" y="145"/>
                    <a:pt x="7" y="145"/>
                  </a:cubicBezTo>
                  <a:close/>
                  <a:moveTo>
                    <a:pt x="24" y="100"/>
                  </a:moveTo>
                  <a:cubicBezTo>
                    <a:pt x="16" y="130"/>
                    <a:pt x="16" y="130"/>
                    <a:pt x="16" y="130"/>
                  </a:cubicBezTo>
                  <a:cubicBezTo>
                    <a:pt x="46" y="121"/>
                    <a:pt x="46" y="121"/>
                    <a:pt x="46" y="121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09" y="15"/>
                    <a:pt x="109" y="15"/>
                    <a:pt x="109" y="15"/>
                  </a:cubicBezTo>
                  <a:lnTo>
                    <a:pt x="24" y="100"/>
                  </a:lnTo>
                  <a:close/>
                  <a:moveTo>
                    <a:pt x="49" y="127"/>
                  </a:moveTo>
                  <a:cubicBezTo>
                    <a:pt x="49" y="127"/>
                    <a:pt x="49" y="127"/>
                    <a:pt x="49" y="1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96" name="Freeform 18">
              <a:extLst>
                <a:ext uri="{FF2B5EF4-FFF2-40B4-BE49-F238E27FC236}">
                  <a16:creationId xmlns:a16="http://schemas.microsoft.com/office/drawing/2014/main" id="{2F0C9B13-2F9C-8E2A-88F1-72202B1B9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3" y="685"/>
              <a:ext cx="56" cy="57"/>
            </a:xfrm>
            <a:custGeom>
              <a:avLst/>
              <a:gdLst>
                <a:gd name="T0" fmla="*/ 44 w 56"/>
                <a:gd name="T1" fmla="*/ 57 h 57"/>
                <a:gd name="T2" fmla="*/ 0 w 56"/>
                <a:gd name="T3" fmla="*/ 13 h 57"/>
                <a:gd name="T4" fmla="*/ 12 w 56"/>
                <a:gd name="T5" fmla="*/ 0 h 57"/>
                <a:gd name="T6" fmla="*/ 56 w 56"/>
                <a:gd name="T7" fmla="*/ 44 h 57"/>
                <a:gd name="T8" fmla="*/ 44 w 56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7">
                  <a:moveTo>
                    <a:pt x="44" y="57"/>
                  </a:moveTo>
                  <a:lnTo>
                    <a:pt x="0" y="13"/>
                  </a:lnTo>
                  <a:lnTo>
                    <a:pt x="12" y="0"/>
                  </a:lnTo>
                  <a:lnTo>
                    <a:pt x="56" y="44"/>
                  </a:lnTo>
                  <a:lnTo>
                    <a:pt x="44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97" name="Freeform 19">
              <a:extLst>
                <a:ext uri="{FF2B5EF4-FFF2-40B4-BE49-F238E27FC236}">
                  <a16:creationId xmlns:a16="http://schemas.microsoft.com/office/drawing/2014/main" id="{A53C8253-FE04-AF02-3ACA-F0B91021A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" y="779"/>
              <a:ext cx="63" cy="64"/>
            </a:xfrm>
            <a:custGeom>
              <a:avLst/>
              <a:gdLst>
                <a:gd name="T0" fmla="*/ 37 w 43"/>
                <a:gd name="T1" fmla="*/ 43 h 43"/>
                <a:gd name="T2" fmla="*/ 33 w 43"/>
                <a:gd name="T3" fmla="*/ 41 h 43"/>
                <a:gd name="T4" fmla="*/ 3 w 43"/>
                <a:gd name="T5" fmla="*/ 11 h 43"/>
                <a:gd name="T6" fmla="*/ 3 w 43"/>
                <a:gd name="T7" fmla="*/ 2 h 43"/>
                <a:gd name="T8" fmla="*/ 11 w 43"/>
                <a:gd name="T9" fmla="*/ 2 h 43"/>
                <a:gd name="T10" fmla="*/ 41 w 43"/>
                <a:gd name="T11" fmla="*/ 32 h 43"/>
                <a:gd name="T12" fmla="*/ 41 w 43"/>
                <a:gd name="T13" fmla="*/ 41 h 43"/>
                <a:gd name="T14" fmla="*/ 37 w 43"/>
                <a:gd name="T15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3">
                  <a:moveTo>
                    <a:pt x="37" y="43"/>
                  </a:moveTo>
                  <a:cubicBezTo>
                    <a:pt x="35" y="43"/>
                    <a:pt x="34" y="42"/>
                    <a:pt x="33" y="4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5" y="0"/>
                    <a:pt x="9" y="0"/>
                    <a:pt x="11" y="2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3" y="35"/>
                    <a:pt x="43" y="39"/>
                    <a:pt x="41" y="41"/>
                  </a:cubicBezTo>
                  <a:cubicBezTo>
                    <a:pt x="40" y="42"/>
                    <a:pt x="38" y="43"/>
                    <a:pt x="37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98" name="Freeform 20">
              <a:extLst>
                <a:ext uri="{FF2B5EF4-FFF2-40B4-BE49-F238E27FC236}">
                  <a16:creationId xmlns:a16="http://schemas.microsoft.com/office/drawing/2014/main" id="{E15E324F-9896-55AF-FF79-A37A875A5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" y="443"/>
              <a:ext cx="302" cy="391"/>
            </a:xfrm>
            <a:custGeom>
              <a:avLst/>
              <a:gdLst>
                <a:gd name="T0" fmla="*/ 132 w 204"/>
                <a:gd name="T1" fmla="*/ 264 h 264"/>
                <a:gd name="T2" fmla="*/ 6 w 204"/>
                <a:gd name="T3" fmla="*/ 264 h 264"/>
                <a:gd name="T4" fmla="*/ 0 w 204"/>
                <a:gd name="T5" fmla="*/ 258 h 264"/>
                <a:gd name="T6" fmla="*/ 0 w 204"/>
                <a:gd name="T7" fmla="*/ 6 h 264"/>
                <a:gd name="T8" fmla="*/ 6 w 204"/>
                <a:gd name="T9" fmla="*/ 0 h 264"/>
                <a:gd name="T10" fmla="*/ 138 w 204"/>
                <a:gd name="T11" fmla="*/ 0 h 264"/>
                <a:gd name="T12" fmla="*/ 142 w 204"/>
                <a:gd name="T13" fmla="*/ 1 h 264"/>
                <a:gd name="T14" fmla="*/ 202 w 204"/>
                <a:gd name="T15" fmla="*/ 61 h 264"/>
                <a:gd name="T16" fmla="*/ 204 w 204"/>
                <a:gd name="T17" fmla="*/ 66 h 264"/>
                <a:gd name="T18" fmla="*/ 204 w 204"/>
                <a:gd name="T19" fmla="*/ 144 h 264"/>
                <a:gd name="T20" fmla="*/ 192 w 204"/>
                <a:gd name="T21" fmla="*/ 144 h 264"/>
                <a:gd name="T22" fmla="*/ 192 w 204"/>
                <a:gd name="T23" fmla="*/ 68 h 264"/>
                <a:gd name="T24" fmla="*/ 135 w 204"/>
                <a:gd name="T25" fmla="*/ 12 h 264"/>
                <a:gd name="T26" fmla="*/ 12 w 204"/>
                <a:gd name="T27" fmla="*/ 12 h 264"/>
                <a:gd name="T28" fmla="*/ 12 w 204"/>
                <a:gd name="T29" fmla="*/ 252 h 264"/>
                <a:gd name="T30" fmla="*/ 132 w 204"/>
                <a:gd name="T31" fmla="*/ 252 h 264"/>
                <a:gd name="T32" fmla="*/ 132 w 204"/>
                <a:gd name="T33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4" h="264">
                  <a:moveTo>
                    <a:pt x="132" y="264"/>
                  </a:moveTo>
                  <a:cubicBezTo>
                    <a:pt x="6" y="264"/>
                    <a:pt x="6" y="264"/>
                    <a:pt x="6" y="264"/>
                  </a:cubicBezTo>
                  <a:cubicBezTo>
                    <a:pt x="3" y="264"/>
                    <a:pt x="0" y="261"/>
                    <a:pt x="0" y="25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41" y="0"/>
                    <a:pt x="142" y="1"/>
                  </a:cubicBezTo>
                  <a:cubicBezTo>
                    <a:pt x="202" y="61"/>
                    <a:pt x="202" y="61"/>
                    <a:pt x="202" y="61"/>
                  </a:cubicBezTo>
                  <a:cubicBezTo>
                    <a:pt x="203" y="63"/>
                    <a:pt x="204" y="64"/>
                    <a:pt x="204" y="66"/>
                  </a:cubicBezTo>
                  <a:cubicBezTo>
                    <a:pt x="204" y="144"/>
                    <a:pt x="204" y="144"/>
                    <a:pt x="204" y="144"/>
                  </a:cubicBezTo>
                  <a:cubicBezTo>
                    <a:pt x="192" y="144"/>
                    <a:pt x="192" y="144"/>
                    <a:pt x="192" y="144"/>
                  </a:cubicBezTo>
                  <a:cubicBezTo>
                    <a:pt x="192" y="68"/>
                    <a:pt x="192" y="68"/>
                    <a:pt x="192" y="68"/>
                  </a:cubicBezTo>
                  <a:cubicBezTo>
                    <a:pt x="135" y="12"/>
                    <a:pt x="135" y="12"/>
                    <a:pt x="135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252"/>
                    <a:pt x="12" y="252"/>
                    <a:pt x="12" y="252"/>
                  </a:cubicBezTo>
                  <a:cubicBezTo>
                    <a:pt x="132" y="252"/>
                    <a:pt x="132" y="252"/>
                    <a:pt x="132" y="252"/>
                  </a:cubicBezTo>
                  <a:lnTo>
                    <a:pt x="132" y="2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99" name="Freeform 21">
              <a:extLst>
                <a:ext uri="{FF2B5EF4-FFF2-40B4-BE49-F238E27FC236}">
                  <a16:creationId xmlns:a16="http://schemas.microsoft.com/office/drawing/2014/main" id="{9F88B4F9-8D53-CD13-B89A-4615C8880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443"/>
              <a:ext cx="106" cy="107"/>
            </a:xfrm>
            <a:custGeom>
              <a:avLst/>
              <a:gdLst>
                <a:gd name="T0" fmla="*/ 66 w 72"/>
                <a:gd name="T1" fmla="*/ 72 h 72"/>
                <a:gd name="T2" fmla="*/ 6 w 72"/>
                <a:gd name="T3" fmla="*/ 72 h 72"/>
                <a:gd name="T4" fmla="*/ 0 w 72"/>
                <a:gd name="T5" fmla="*/ 66 h 72"/>
                <a:gd name="T6" fmla="*/ 0 w 72"/>
                <a:gd name="T7" fmla="*/ 6 h 72"/>
                <a:gd name="T8" fmla="*/ 6 w 72"/>
                <a:gd name="T9" fmla="*/ 0 h 72"/>
                <a:gd name="T10" fmla="*/ 12 w 72"/>
                <a:gd name="T11" fmla="*/ 6 h 72"/>
                <a:gd name="T12" fmla="*/ 12 w 72"/>
                <a:gd name="T13" fmla="*/ 60 h 72"/>
                <a:gd name="T14" fmla="*/ 66 w 72"/>
                <a:gd name="T15" fmla="*/ 60 h 72"/>
                <a:gd name="T16" fmla="*/ 72 w 72"/>
                <a:gd name="T17" fmla="*/ 66 h 72"/>
                <a:gd name="T18" fmla="*/ 66 w 72"/>
                <a:gd name="T1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66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3" y="72"/>
                    <a:pt x="0" y="69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66" y="60"/>
                    <a:pt x="66" y="60"/>
                    <a:pt x="66" y="60"/>
                  </a:cubicBezTo>
                  <a:cubicBezTo>
                    <a:pt x="69" y="60"/>
                    <a:pt x="72" y="62"/>
                    <a:pt x="72" y="66"/>
                  </a:cubicBezTo>
                  <a:cubicBezTo>
                    <a:pt x="72" y="69"/>
                    <a:pt x="69" y="72"/>
                    <a:pt x="66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</p:grpSp>
      <p:grpSp>
        <p:nvGrpSpPr>
          <p:cNvPr id="100" name="Group 10">
            <a:extLst>
              <a:ext uri="{FF2B5EF4-FFF2-40B4-BE49-F238E27FC236}">
                <a16:creationId xmlns:a16="http://schemas.microsoft.com/office/drawing/2014/main" id="{9693101A-D38D-9AAB-9ED5-AD1959F3415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68602" y="2122993"/>
            <a:ext cx="416595" cy="289983"/>
            <a:chOff x="1364" y="511"/>
            <a:chExt cx="408" cy="284"/>
          </a:xfrm>
          <a:solidFill>
            <a:srgbClr val="FFFFFF"/>
          </a:solidFill>
        </p:grpSpPr>
        <p:sp>
          <p:nvSpPr>
            <p:cNvPr id="101" name="Freeform 11">
              <a:extLst>
                <a:ext uri="{FF2B5EF4-FFF2-40B4-BE49-F238E27FC236}">
                  <a16:creationId xmlns:a16="http://schemas.microsoft.com/office/drawing/2014/main" id="{0511AE9E-381B-07A7-9408-D8A69D89E9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70" y="511"/>
              <a:ext cx="302" cy="71"/>
            </a:xfrm>
            <a:custGeom>
              <a:avLst/>
              <a:gdLst>
                <a:gd name="T0" fmla="*/ 198 w 204"/>
                <a:gd name="T1" fmla="*/ 48 h 48"/>
                <a:gd name="T2" fmla="*/ 6 w 204"/>
                <a:gd name="T3" fmla="*/ 48 h 48"/>
                <a:gd name="T4" fmla="*/ 0 w 204"/>
                <a:gd name="T5" fmla="*/ 42 h 48"/>
                <a:gd name="T6" fmla="*/ 0 w 204"/>
                <a:gd name="T7" fmla="*/ 6 h 48"/>
                <a:gd name="T8" fmla="*/ 6 w 204"/>
                <a:gd name="T9" fmla="*/ 0 h 48"/>
                <a:gd name="T10" fmla="*/ 198 w 204"/>
                <a:gd name="T11" fmla="*/ 0 h 48"/>
                <a:gd name="T12" fmla="*/ 204 w 204"/>
                <a:gd name="T13" fmla="*/ 6 h 48"/>
                <a:gd name="T14" fmla="*/ 204 w 204"/>
                <a:gd name="T15" fmla="*/ 42 h 48"/>
                <a:gd name="T16" fmla="*/ 198 w 204"/>
                <a:gd name="T17" fmla="*/ 48 h 48"/>
                <a:gd name="T18" fmla="*/ 12 w 204"/>
                <a:gd name="T19" fmla="*/ 36 h 48"/>
                <a:gd name="T20" fmla="*/ 192 w 204"/>
                <a:gd name="T21" fmla="*/ 36 h 48"/>
                <a:gd name="T22" fmla="*/ 192 w 204"/>
                <a:gd name="T23" fmla="*/ 12 h 48"/>
                <a:gd name="T24" fmla="*/ 12 w 204"/>
                <a:gd name="T25" fmla="*/ 12 h 48"/>
                <a:gd name="T26" fmla="*/ 12 w 204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4" h="48">
                  <a:moveTo>
                    <a:pt x="198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6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202" y="0"/>
                    <a:pt x="204" y="3"/>
                    <a:pt x="204" y="6"/>
                  </a:cubicBezTo>
                  <a:cubicBezTo>
                    <a:pt x="204" y="42"/>
                    <a:pt x="204" y="42"/>
                    <a:pt x="204" y="42"/>
                  </a:cubicBezTo>
                  <a:cubicBezTo>
                    <a:pt x="204" y="46"/>
                    <a:pt x="202" y="48"/>
                    <a:pt x="198" y="48"/>
                  </a:cubicBezTo>
                  <a:close/>
                  <a:moveTo>
                    <a:pt x="12" y="36"/>
                  </a:moveTo>
                  <a:cubicBezTo>
                    <a:pt x="192" y="36"/>
                    <a:pt x="192" y="36"/>
                    <a:pt x="192" y="36"/>
                  </a:cubicBezTo>
                  <a:cubicBezTo>
                    <a:pt x="192" y="12"/>
                    <a:pt x="192" y="12"/>
                    <a:pt x="192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102" name="Freeform 12">
              <a:extLst>
                <a:ext uri="{FF2B5EF4-FFF2-40B4-BE49-F238E27FC236}">
                  <a16:creationId xmlns:a16="http://schemas.microsoft.com/office/drawing/2014/main" id="{F143F53F-8A6F-C7F9-2C22-91CE2BA76B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7" y="618"/>
              <a:ext cx="302" cy="71"/>
            </a:xfrm>
            <a:custGeom>
              <a:avLst/>
              <a:gdLst>
                <a:gd name="T0" fmla="*/ 198 w 204"/>
                <a:gd name="T1" fmla="*/ 48 h 48"/>
                <a:gd name="T2" fmla="*/ 6 w 204"/>
                <a:gd name="T3" fmla="*/ 48 h 48"/>
                <a:gd name="T4" fmla="*/ 0 w 204"/>
                <a:gd name="T5" fmla="*/ 42 h 48"/>
                <a:gd name="T6" fmla="*/ 0 w 204"/>
                <a:gd name="T7" fmla="*/ 6 h 48"/>
                <a:gd name="T8" fmla="*/ 6 w 204"/>
                <a:gd name="T9" fmla="*/ 0 h 48"/>
                <a:gd name="T10" fmla="*/ 198 w 204"/>
                <a:gd name="T11" fmla="*/ 0 h 48"/>
                <a:gd name="T12" fmla="*/ 204 w 204"/>
                <a:gd name="T13" fmla="*/ 6 h 48"/>
                <a:gd name="T14" fmla="*/ 204 w 204"/>
                <a:gd name="T15" fmla="*/ 42 h 48"/>
                <a:gd name="T16" fmla="*/ 198 w 204"/>
                <a:gd name="T17" fmla="*/ 48 h 48"/>
                <a:gd name="T18" fmla="*/ 12 w 204"/>
                <a:gd name="T19" fmla="*/ 36 h 48"/>
                <a:gd name="T20" fmla="*/ 192 w 204"/>
                <a:gd name="T21" fmla="*/ 36 h 48"/>
                <a:gd name="T22" fmla="*/ 192 w 204"/>
                <a:gd name="T23" fmla="*/ 12 h 48"/>
                <a:gd name="T24" fmla="*/ 12 w 204"/>
                <a:gd name="T25" fmla="*/ 12 h 48"/>
                <a:gd name="T26" fmla="*/ 12 w 204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4" h="48">
                  <a:moveTo>
                    <a:pt x="198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6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202" y="0"/>
                    <a:pt x="204" y="3"/>
                    <a:pt x="204" y="6"/>
                  </a:cubicBezTo>
                  <a:cubicBezTo>
                    <a:pt x="204" y="42"/>
                    <a:pt x="204" y="42"/>
                    <a:pt x="204" y="42"/>
                  </a:cubicBezTo>
                  <a:cubicBezTo>
                    <a:pt x="204" y="46"/>
                    <a:pt x="202" y="48"/>
                    <a:pt x="198" y="48"/>
                  </a:cubicBezTo>
                  <a:close/>
                  <a:moveTo>
                    <a:pt x="12" y="36"/>
                  </a:moveTo>
                  <a:cubicBezTo>
                    <a:pt x="192" y="36"/>
                    <a:pt x="192" y="36"/>
                    <a:pt x="192" y="36"/>
                  </a:cubicBezTo>
                  <a:cubicBezTo>
                    <a:pt x="192" y="12"/>
                    <a:pt x="192" y="12"/>
                    <a:pt x="192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103" name="Freeform 13">
              <a:extLst>
                <a:ext uri="{FF2B5EF4-FFF2-40B4-BE49-F238E27FC236}">
                  <a16:creationId xmlns:a16="http://schemas.microsoft.com/office/drawing/2014/main" id="{35257ECA-6DC7-5EA2-2CE2-A134BFA317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4" y="724"/>
              <a:ext cx="302" cy="71"/>
            </a:xfrm>
            <a:custGeom>
              <a:avLst/>
              <a:gdLst>
                <a:gd name="T0" fmla="*/ 198 w 204"/>
                <a:gd name="T1" fmla="*/ 48 h 48"/>
                <a:gd name="T2" fmla="*/ 6 w 204"/>
                <a:gd name="T3" fmla="*/ 48 h 48"/>
                <a:gd name="T4" fmla="*/ 0 w 204"/>
                <a:gd name="T5" fmla="*/ 42 h 48"/>
                <a:gd name="T6" fmla="*/ 0 w 204"/>
                <a:gd name="T7" fmla="*/ 6 h 48"/>
                <a:gd name="T8" fmla="*/ 6 w 204"/>
                <a:gd name="T9" fmla="*/ 0 h 48"/>
                <a:gd name="T10" fmla="*/ 198 w 204"/>
                <a:gd name="T11" fmla="*/ 0 h 48"/>
                <a:gd name="T12" fmla="*/ 204 w 204"/>
                <a:gd name="T13" fmla="*/ 6 h 48"/>
                <a:gd name="T14" fmla="*/ 204 w 204"/>
                <a:gd name="T15" fmla="*/ 42 h 48"/>
                <a:gd name="T16" fmla="*/ 198 w 204"/>
                <a:gd name="T17" fmla="*/ 48 h 48"/>
                <a:gd name="T18" fmla="*/ 12 w 204"/>
                <a:gd name="T19" fmla="*/ 36 h 48"/>
                <a:gd name="T20" fmla="*/ 192 w 204"/>
                <a:gd name="T21" fmla="*/ 36 h 48"/>
                <a:gd name="T22" fmla="*/ 192 w 204"/>
                <a:gd name="T23" fmla="*/ 12 h 48"/>
                <a:gd name="T24" fmla="*/ 12 w 204"/>
                <a:gd name="T25" fmla="*/ 12 h 48"/>
                <a:gd name="T26" fmla="*/ 12 w 204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4" h="48">
                  <a:moveTo>
                    <a:pt x="198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6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202" y="0"/>
                    <a:pt x="204" y="3"/>
                    <a:pt x="204" y="6"/>
                  </a:cubicBezTo>
                  <a:cubicBezTo>
                    <a:pt x="204" y="42"/>
                    <a:pt x="204" y="42"/>
                    <a:pt x="204" y="42"/>
                  </a:cubicBezTo>
                  <a:cubicBezTo>
                    <a:pt x="204" y="46"/>
                    <a:pt x="202" y="48"/>
                    <a:pt x="198" y="48"/>
                  </a:cubicBezTo>
                  <a:close/>
                  <a:moveTo>
                    <a:pt x="12" y="36"/>
                  </a:moveTo>
                  <a:cubicBezTo>
                    <a:pt x="192" y="36"/>
                    <a:pt x="192" y="36"/>
                    <a:pt x="192" y="36"/>
                  </a:cubicBezTo>
                  <a:cubicBezTo>
                    <a:pt x="192" y="12"/>
                    <a:pt x="192" y="12"/>
                    <a:pt x="192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383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0481F90E-4203-2D44-BCEE-6DE3576872AE}"/>
              </a:ext>
            </a:extLst>
          </p:cNvPr>
          <p:cNvSpPr txBox="1">
            <a:spLocks/>
          </p:cNvSpPr>
          <p:nvPr/>
        </p:nvSpPr>
        <p:spPr>
          <a:xfrm>
            <a:off x="412586" y="339365"/>
            <a:ext cx="10905239" cy="775451"/>
          </a:xfrm>
          <a:prstGeom prst="rect">
            <a:avLst/>
          </a:prstGeom>
        </p:spPr>
        <p:txBody>
          <a:bodyPr/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Title – 2 lines text. Kanye, Adam Neumann, Elizabeth Holmes all walk into a Lower East Side bar and …</a:t>
            </a:r>
          </a:p>
        </p:txBody>
      </p:sp>
      <p:sp>
        <p:nvSpPr>
          <p:cNvPr id="63" name="Freeform 5">
            <a:extLst>
              <a:ext uri="{FF2B5EF4-FFF2-40B4-BE49-F238E27FC236}">
                <a16:creationId xmlns:a16="http://schemas.microsoft.com/office/drawing/2014/main" id="{63CD7075-4E93-9D40-B29A-0F44B758DCD2}"/>
              </a:ext>
            </a:extLst>
          </p:cNvPr>
          <p:cNvSpPr>
            <a:spLocks/>
          </p:cNvSpPr>
          <p:nvPr/>
        </p:nvSpPr>
        <p:spPr bwMode="auto">
          <a:xfrm flipH="1">
            <a:off x="5192655" y="5508161"/>
            <a:ext cx="5915534" cy="834351"/>
          </a:xfrm>
          <a:custGeom>
            <a:avLst/>
            <a:gdLst>
              <a:gd name="T0" fmla="*/ 0 w 4176"/>
              <a:gd name="T1" fmla="*/ 589 h 589"/>
              <a:gd name="T2" fmla="*/ 370 w 4176"/>
              <a:gd name="T3" fmla="*/ 0 h 589"/>
              <a:gd name="T4" fmla="*/ 3815 w 4176"/>
              <a:gd name="T5" fmla="*/ 0 h 589"/>
              <a:gd name="T6" fmla="*/ 4176 w 4176"/>
              <a:gd name="T7" fmla="*/ 589 h 589"/>
              <a:gd name="T8" fmla="*/ 0 w 4176"/>
              <a:gd name="T9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76" h="589">
                <a:moveTo>
                  <a:pt x="0" y="589"/>
                </a:moveTo>
                <a:lnTo>
                  <a:pt x="370" y="0"/>
                </a:lnTo>
                <a:lnTo>
                  <a:pt x="3815" y="0"/>
                </a:lnTo>
                <a:lnTo>
                  <a:pt x="4176" y="589"/>
                </a:lnTo>
                <a:lnTo>
                  <a:pt x="0" y="58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64" name="Freeform 6">
            <a:extLst>
              <a:ext uri="{FF2B5EF4-FFF2-40B4-BE49-F238E27FC236}">
                <a16:creationId xmlns:a16="http://schemas.microsoft.com/office/drawing/2014/main" id="{24249489-D0B2-B04E-AF2B-342EA51506C4}"/>
              </a:ext>
            </a:extLst>
          </p:cNvPr>
          <p:cNvSpPr>
            <a:spLocks/>
          </p:cNvSpPr>
          <p:nvPr/>
        </p:nvSpPr>
        <p:spPr bwMode="auto">
          <a:xfrm flipH="1">
            <a:off x="5801774" y="4536405"/>
            <a:ext cx="4691630" cy="813102"/>
          </a:xfrm>
          <a:custGeom>
            <a:avLst/>
            <a:gdLst>
              <a:gd name="T0" fmla="*/ 359 w 3312"/>
              <a:gd name="T1" fmla="*/ 0 h 574"/>
              <a:gd name="T2" fmla="*/ 0 w 3312"/>
              <a:gd name="T3" fmla="*/ 574 h 574"/>
              <a:gd name="T4" fmla="*/ 3312 w 3312"/>
              <a:gd name="T5" fmla="*/ 574 h 574"/>
              <a:gd name="T6" fmla="*/ 2956 w 3312"/>
              <a:gd name="T7" fmla="*/ 0 h 574"/>
              <a:gd name="T8" fmla="*/ 359 w 3312"/>
              <a:gd name="T9" fmla="*/ 0 h 5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12" h="574">
                <a:moveTo>
                  <a:pt x="359" y="0"/>
                </a:moveTo>
                <a:lnTo>
                  <a:pt x="0" y="574"/>
                </a:lnTo>
                <a:lnTo>
                  <a:pt x="3312" y="574"/>
                </a:lnTo>
                <a:lnTo>
                  <a:pt x="2956" y="0"/>
                </a:lnTo>
                <a:lnTo>
                  <a:pt x="3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65" name="Freeform 7">
            <a:extLst>
              <a:ext uri="{FF2B5EF4-FFF2-40B4-BE49-F238E27FC236}">
                <a16:creationId xmlns:a16="http://schemas.microsoft.com/office/drawing/2014/main" id="{F8D078A7-8C3F-B44C-BEC0-B47895B4F158}"/>
              </a:ext>
            </a:extLst>
          </p:cNvPr>
          <p:cNvSpPr>
            <a:spLocks/>
          </p:cNvSpPr>
          <p:nvPr/>
        </p:nvSpPr>
        <p:spPr bwMode="auto">
          <a:xfrm flipH="1">
            <a:off x="6413725" y="3550483"/>
            <a:ext cx="3474810" cy="834351"/>
          </a:xfrm>
          <a:custGeom>
            <a:avLst/>
            <a:gdLst>
              <a:gd name="T0" fmla="*/ 0 w 2453"/>
              <a:gd name="T1" fmla="*/ 589 h 589"/>
              <a:gd name="T2" fmla="*/ 361 w 2453"/>
              <a:gd name="T3" fmla="*/ 0 h 589"/>
              <a:gd name="T4" fmla="*/ 2097 w 2453"/>
              <a:gd name="T5" fmla="*/ 0 h 589"/>
              <a:gd name="T6" fmla="*/ 2453 w 2453"/>
              <a:gd name="T7" fmla="*/ 589 h 589"/>
              <a:gd name="T8" fmla="*/ 0 w 2453"/>
              <a:gd name="T9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53" h="589">
                <a:moveTo>
                  <a:pt x="0" y="589"/>
                </a:moveTo>
                <a:lnTo>
                  <a:pt x="361" y="0"/>
                </a:lnTo>
                <a:lnTo>
                  <a:pt x="2097" y="0"/>
                </a:lnTo>
                <a:lnTo>
                  <a:pt x="2453" y="589"/>
                </a:lnTo>
                <a:lnTo>
                  <a:pt x="0" y="5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66" name="Freeform 8">
            <a:extLst>
              <a:ext uri="{FF2B5EF4-FFF2-40B4-BE49-F238E27FC236}">
                <a16:creationId xmlns:a16="http://schemas.microsoft.com/office/drawing/2014/main" id="{788A8986-DA54-694C-A302-A36B019F2BAF}"/>
              </a:ext>
            </a:extLst>
          </p:cNvPr>
          <p:cNvSpPr>
            <a:spLocks/>
          </p:cNvSpPr>
          <p:nvPr/>
        </p:nvSpPr>
        <p:spPr bwMode="auto">
          <a:xfrm flipH="1">
            <a:off x="6998763" y="2581559"/>
            <a:ext cx="2307568" cy="820185"/>
          </a:xfrm>
          <a:custGeom>
            <a:avLst/>
            <a:gdLst>
              <a:gd name="T0" fmla="*/ 0 w 1629"/>
              <a:gd name="T1" fmla="*/ 579 h 579"/>
              <a:gd name="T2" fmla="*/ 359 w 1629"/>
              <a:gd name="T3" fmla="*/ 0 h 579"/>
              <a:gd name="T4" fmla="*/ 1273 w 1629"/>
              <a:gd name="T5" fmla="*/ 0 h 579"/>
              <a:gd name="T6" fmla="*/ 1629 w 1629"/>
              <a:gd name="T7" fmla="*/ 579 h 579"/>
              <a:gd name="T8" fmla="*/ 0 w 1629"/>
              <a:gd name="T9" fmla="*/ 579 h 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9" h="579">
                <a:moveTo>
                  <a:pt x="0" y="579"/>
                </a:moveTo>
                <a:lnTo>
                  <a:pt x="359" y="0"/>
                </a:lnTo>
                <a:lnTo>
                  <a:pt x="1273" y="0"/>
                </a:lnTo>
                <a:lnTo>
                  <a:pt x="1629" y="579"/>
                </a:lnTo>
                <a:lnTo>
                  <a:pt x="0" y="57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67" name="Freeform 9">
            <a:extLst>
              <a:ext uri="{FF2B5EF4-FFF2-40B4-BE49-F238E27FC236}">
                <a16:creationId xmlns:a16="http://schemas.microsoft.com/office/drawing/2014/main" id="{7EDF3934-68A6-5344-9AC9-993665DFC38C}"/>
              </a:ext>
            </a:extLst>
          </p:cNvPr>
          <p:cNvSpPr>
            <a:spLocks/>
          </p:cNvSpPr>
          <p:nvPr/>
        </p:nvSpPr>
        <p:spPr bwMode="auto">
          <a:xfrm flipH="1">
            <a:off x="7185748" y="1211751"/>
            <a:ext cx="1508631" cy="1225320"/>
          </a:xfrm>
          <a:custGeom>
            <a:avLst/>
            <a:gdLst>
              <a:gd name="T0" fmla="*/ 383 w 772"/>
              <a:gd name="T1" fmla="*/ 0 h 627"/>
              <a:gd name="T2" fmla="*/ 0 w 772"/>
              <a:gd name="T3" fmla="*/ 627 h 627"/>
              <a:gd name="T4" fmla="*/ 772 w 772"/>
              <a:gd name="T5" fmla="*/ 627 h 627"/>
              <a:gd name="T6" fmla="*/ 383 w 772"/>
              <a:gd name="T7" fmla="*/ 0 h 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2" h="627">
                <a:moveTo>
                  <a:pt x="383" y="0"/>
                </a:moveTo>
                <a:lnTo>
                  <a:pt x="0" y="627"/>
                </a:lnTo>
                <a:lnTo>
                  <a:pt x="772" y="627"/>
                </a:lnTo>
                <a:lnTo>
                  <a:pt x="3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58" name="Freeform 5">
            <a:extLst>
              <a:ext uri="{FF2B5EF4-FFF2-40B4-BE49-F238E27FC236}">
                <a16:creationId xmlns:a16="http://schemas.microsoft.com/office/drawing/2014/main" id="{3759220F-4038-4348-A7A3-875EC36CCFD5}"/>
              </a:ext>
            </a:extLst>
          </p:cNvPr>
          <p:cNvSpPr>
            <a:spLocks/>
          </p:cNvSpPr>
          <p:nvPr/>
        </p:nvSpPr>
        <p:spPr bwMode="auto">
          <a:xfrm>
            <a:off x="4319947" y="5513197"/>
            <a:ext cx="5915534" cy="834351"/>
          </a:xfrm>
          <a:custGeom>
            <a:avLst/>
            <a:gdLst>
              <a:gd name="T0" fmla="*/ 0 w 4176"/>
              <a:gd name="T1" fmla="*/ 589 h 589"/>
              <a:gd name="T2" fmla="*/ 370 w 4176"/>
              <a:gd name="T3" fmla="*/ 0 h 589"/>
              <a:gd name="T4" fmla="*/ 3815 w 4176"/>
              <a:gd name="T5" fmla="*/ 0 h 589"/>
              <a:gd name="T6" fmla="*/ 4176 w 4176"/>
              <a:gd name="T7" fmla="*/ 589 h 589"/>
              <a:gd name="T8" fmla="*/ 0 w 4176"/>
              <a:gd name="T9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76" h="589">
                <a:moveTo>
                  <a:pt x="0" y="589"/>
                </a:moveTo>
                <a:lnTo>
                  <a:pt x="370" y="0"/>
                </a:lnTo>
                <a:lnTo>
                  <a:pt x="3815" y="0"/>
                </a:lnTo>
                <a:lnTo>
                  <a:pt x="4176" y="589"/>
                </a:lnTo>
                <a:lnTo>
                  <a:pt x="0" y="589"/>
                </a:lnTo>
                <a:close/>
              </a:path>
            </a:pathLst>
          </a:custGeom>
          <a:pattFill prst="ltHorz">
            <a:fgClr>
              <a:schemeClr val="accent5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59" name="Freeform 6">
            <a:extLst>
              <a:ext uri="{FF2B5EF4-FFF2-40B4-BE49-F238E27FC236}">
                <a16:creationId xmlns:a16="http://schemas.microsoft.com/office/drawing/2014/main" id="{F2296195-1CF2-9848-A94A-E4A973C4D4F1}"/>
              </a:ext>
            </a:extLst>
          </p:cNvPr>
          <p:cNvSpPr>
            <a:spLocks/>
          </p:cNvSpPr>
          <p:nvPr/>
        </p:nvSpPr>
        <p:spPr bwMode="auto">
          <a:xfrm>
            <a:off x="4934732" y="4541440"/>
            <a:ext cx="4691630" cy="813103"/>
          </a:xfrm>
          <a:custGeom>
            <a:avLst/>
            <a:gdLst>
              <a:gd name="T0" fmla="*/ 359 w 3312"/>
              <a:gd name="T1" fmla="*/ 0 h 574"/>
              <a:gd name="T2" fmla="*/ 0 w 3312"/>
              <a:gd name="T3" fmla="*/ 574 h 574"/>
              <a:gd name="T4" fmla="*/ 3312 w 3312"/>
              <a:gd name="T5" fmla="*/ 574 h 574"/>
              <a:gd name="T6" fmla="*/ 2956 w 3312"/>
              <a:gd name="T7" fmla="*/ 0 h 574"/>
              <a:gd name="T8" fmla="*/ 359 w 3312"/>
              <a:gd name="T9" fmla="*/ 0 h 5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12" h="574">
                <a:moveTo>
                  <a:pt x="359" y="0"/>
                </a:moveTo>
                <a:lnTo>
                  <a:pt x="0" y="574"/>
                </a:lnTo>
                <a:lnTo>
                  <a:pt x="3312" y="574"/>
                </a:lnTo>
                <a:lnTo>
                  <a:pt x="2956" y="0"/>
                </a:lnTo>
                <a:lnTo>
                  <a:pt x="359" y="0"/>
                </a:lnTo>
                <a:close/>
              </a:path>
            </a:pathLst>
          </a:custGeom>
          <a:pattFill prst="lt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60" name="Freeform 7">
            <a:extLst>
              <a:ext uri="{FF2B5EF4-FFF2-40B4-BE49-F238E27FC236}">
                <a16:creationId xmlns:a16="http://schemas.microsoft.com/office/drawing/2014/main" id="{1ADF7982-69FF-ED43-969A-4C187817BEFC}"/>
              </a:ext>
            </a:extLst>
          </p:cNvPr>
          <p:cNvSpPr>
            <a:spLocks/>
          </p:cNvSpPr>
          <p:nvPr/>
        </p:nvSpPr>
        <p:spPr bwMode="auto">
          <a:xfrm>
            <a:off x="5539601" y="3555518"/>
            <a:ext cx="3474810" cy="834351"/>
          </a:xfrm>
          <a:custGeom>
            <a:avLst/>
            <a:gdLst>
              <a:gd name="T0" fmla="*/ 0 w 2453"/>
              <a:gd name="T1" fmla="*/ 589 h 589"/>
              <a:gd name="T2" fmla="*/ 361 w 2453"/>
              <a:gd name="T3" fmla="*/ 0 h 589"/>
              <a:gd name="T4" fmla="*/ 2097 w 2453"/>
              <a:gd name="T5" fmla="*/ 0 h 589"/>
              <a:gd name="T6" fmla="*/ 2453 w 2453"/>
              <a:gd name="T7" fmla="*/ 589 h 589"/>
              <a:gd name="T8" fmla="*/ 0 w 2453"/>
              <a:gd name="T9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53" h="589">
                <a:moveTo>
                  <a:pt x="0" y="589"/>
                </a:moveTo>
                <a:lnTo>
                  <a:pt x="361" y="0"/>
                </a:lnTo>
                <a:lnTo>
                  <a:pt x="2097" y="0"/>
                </a:lnTo>
                <a:lnTo>
                  <a:pt x="2453" y="589"/>
                </a:lnTo>
                <a:lnTo>
                  <a:pt x="0" y="589"/>
                </a:lnTo>
                <a:close/>
              </a:path>
            </a:pathLst>
          </a:custGeom>
          <a:pattFill prst="ltHorz">
            <a:fgClr>
              <a:schemeClr val="accent4"/>
            </a:fgClr>
            <a:bgClr>
              <a:schemeClr val="bg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61" name="Freeform 8">
            <a:extLst>
              <a:ext uri="{FF2B5EF4-FFF2-40B4-BE49-F238E27FC236}">
                <a16:creationId xmlns:a16="http://schemas.microsoft.com/office/drawing/2014/main" id="{1CE327E6-609C-DC45-A571-9E6DB6BC5453}"/>
              </a:ext>
            </a:extLst>
          </p:cNvPr>
          <p:cNvSpPr>
            <a:spLocks/>
          </p:cNvSpPr>
          <p:nvPr/>
        </p:nvSpPr>
        <p:spPr bwMode="auto">
          <a:xfrm>
            <a:off x="6121805" y="2586594"/>
            <a:ext cx="2307568" cy="820185"/>
          </a:xfrm>
          <a:custGeom>
            <a:avLst/>
            <a:gdLst>
              <a:gd name="T0" fmla="*/ 0 w 1629"/>
              <a:gd name="T1" fmla="*/ 579 h 579"/>
              <a:gd name="T2" fmla="*/ 359 w 1629"/>
              <a:gd name="T3" fmla="*/ 0 h 579"/>
              <a:gd name="T4" fmla="*/ 1273 w 1629"/>
              <a:gd name="T5" fmla="*/ 0 h 579"/>
              <a:gd name="T6" fmla="*/ 1629 w 1629"/>
              <a:gd name="T7" fmla="*/ 579 h 579"/>
              <a:gd name="T8" fmla="*/ 0 w 1629"/>
              <a:gd name="T9" fmla="*/ 579 h 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9" h="579">
                <a:moveTo>
                  <a:pt x="0" y="579"/>
                </a:moveTo>
                <a:lnTo>
                  <a:pt x="359" y="0"/>
                </a:lnTo>
                <a:lnTo>
                  <a:pt x="1273" y="0"/>
                </a:lnTo>
                <a:lnTo>
                  <a:pt x="1629" y="579"/>
                </a:lnTo>
                <a:lnTo>
                  <a:pt x="0" y="579"/>
                </a:lnTo>
                <a:close/>
              </a:path>
            </a:pathLst>
          </a:custGeom>
          <a:pattFill prst="ltHorz">
            <a:fgClr>
              <a:schemeClr val="accent2"/>
            </a:fgClr>
            <a:bgClr>
              <a:schemeClr val="bg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62" name="Freeform 9">
            <a:extLst>
              <a:ext uri="{FF2B5EF4-FFF2-40B4-BE49-F238E27FC236}">
                <a16:creationId xmlns:a16="http://schemas.microsoft.com/office/drawing/2014/main" id="{92B70B58-1218-414F-BB47-DF8C27EC385B}"/>
              </a:ext>
            </a:extLst>
          </p:cNvPr>
          <p:cNvSpPr>
            <a:spLocks/>
          </p:cNvSpPr>
          <p:nvPr/>
        </p:nvSpPr>
        <p:spPr bwMode="auto">
          <a:xfrm>
            <a:off x="6733757" y="1216785"/>
            <a:ext cx="1508631" cy="1225320"/>
          </a:xfrm>
          <a:custGeom>
            <a:avLst/>
            <a:gdLst>
              <a:gd name="T0" fmla="*/ 383 w 772"/>
              <a:gd name="T1" fmla="*/ 0 h 627"/>
              <a:gd name="T2" fmla="*/ 0 w 772"/>
              <a:gd name="T3" fmla="*/ 627 h 627"/>
              <a:gd name="T4" fmla="*/ 772 w 772"/>
              <a:gd name="T5" fmla="*/ 627 h 627"/>
              <a:gd name="T6" fmla="*/ 383 w 772"/>
              <a:gd name="T7" fmla="*/ 0 h 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2" h="627">
                <a:moveTo>
                  <a:pt x="383" y="0"/>
                </a:moveTo>
                <a:lnTo>
                  <a:pt x="0" y="627"/>
                </a:lnTo>
                <a:lnTo>
                  <a:pt x="772" y="627"/>
                </a:lnTo>
                <a:lnTo>
                  <a:pt x="383" y="0"/>
                </a:lnTo>
                <a:close/>
              </a:path>
            </a:pathLst>
          </a:custGeom>
          <a:pattFill prst="ltHorz">
            <a:fgClr>
              <a:schemeClr val="accent3"/>
            </a:fgClr>
            <a:bgClr>
              <a:schemeClr val="bg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53" name="Freeform 5">
            <a:extLst>
              <a:ext uri="{FF2B5EF4-FFF2-40B4-BE49-F238E27FC236}">
                <a16:creationId xmlns:a16="http://schemas.microsoft.com/office/drawing/2014/main" id="{EA276653-2085-D84B-8DB3-9099686CDDE5}"/>
              </a:ext>
            </a:extLst>
          </p:cNvPr>
          <p:cNvSpPr>
            <a:spLocks/>
          </p:cNvSpPr>
          <p:nvPr/>
        </p:nvSpPr>
        <p:spPr bwMode="auto">
          <a:xfrm>
            <a:off x="4749483" y="5508162"/>
            <a:ext cx="5915534" cy="834351"/>
          </a:xfrm>
          <a:custGeom>
            <a:avLst/>
            <a:gdLst>
              <a:gd name="T0" fmla="*/ 0 w 4176"/>
              <a:gd name="T1" fmla="*/ 589 h 589"/>
              <a:gd name="T2" fmla="*/ 370 w 4176"/>
              <a:gd name="T3" fmla="*/ 0 h 589"/>
              <a:gd name="T4" fmla="*/ 3815 w 4176"/>
              <a:gd name="T5" fmla="*/ 0 h 589"/>
              <a:gd name="T6" fmla="*/ 4176 w 4176"/>
              <a:gd name="T7" fmla="*/ 589 h 589"/>
              <a:gd name="T8" fmla="*/ 0 w 4176"/>
              <a:gd name="T9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76" h="589">
                <a:moveTo>
                  <a:pt x="0" y="589"/>
                </a:moveTo>
                <a:lnTo>
                  <a:pt x="370" y="0"/>
                </a:lnTo>
                <a:lnTo>
                  <a:pt x="3815" y="0"/>
                </a:lnTo>
                <a:lnTo>
                  <a:pt x="4176" y="589"/>
                </a:lnTo>
                <a:lnTo>
                  <a:pt x="0" y="589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accent5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54" name="Freeform 6">
            <a:extLst>
              <a:ext uri="{FF2B5EF4-FFF2-40B4-BE49-F238E27FC236}">
                <a16:creationId xmlns:a16="http://schemas.microsoft.com/office/drawing/2014/main" id="{D706517C-6127-A54A-BE08-5A1B75810108}"/>
              </a:ext>
            </a:extLst>
          </p:cNvPr>
          <p:cNvSpPr>
            <a:spLocks/>
          </p:cNvSpPr>
          <p:nvPr/>
        </p:nvSpPr>
        <p:spPr bwMode="auto">
          <a:xfrm>
            <a:off x="5364268" y="4536406"/>
            <a:ext cx="4691630" cy="813102"/>
          </a:xfrm>
          <a:custGeom>
            <a:avLst/>
            <a:gdLst>
              <a:gd name="T0" fmla="*/ 359 w 3312"/>
              <a:gd name="T1" fmla="*/ 0 h 574"/>
              <a:gd name="T2" fmla="*/ 0 w 3312"/>
              <a:gd name="T3" fmla="*/ 574 h 574"/>
              <a:gd name="T4" fmla="*/ 3312 w 3312"/>
              <a:gd name="T5" fmla="*/ 574 h 574"/>
              <a:gd name="T6" fmla="*/ 2956 w 3312"/>
              <a:gd name="T7" fmla="*/ 0 h 574"/>
              <a:gd name="T8" fmla="*/ 359 w 3312"/>
              <a:gd name="T9" fmla="*/ 0 h 5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12" h="574">
                <a:moveTo>
                  <a:pt x="359" y="0"/>
                </a:moveTo>
                <a:lnTo>
                  <a:pt x="0" y="574"/>
                </a:lnTo>
                <a:lnTo>
                  <a:pt x="3312" y="574"/>
                </a:lnTo>
                <a:lnTo>
                  <a:pt x="2956" y="0"/>
                </a:lnTo>
                <a:lnTo>
                  <a:pt x="359" y="0"/>
                </a:lnTo>
                <a:close/>
              </a:path>
            </a:pathLst>
          </a:custGeom>
          <a:solidFill>
            <a:schemeClr val="bg1"/>
          </a:solidFill>
          <a:ln w="15875">
            <a:solidFill>
              <a:schemeClr val="accent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55" name="Freeform 7">
            <a:extLst>
              <a:ext uri="{FF2B5EF4-FFF2-40B4-BE49-F238E27FC236}">
                <a16:creationId xmlns:a16="http://schemas.microsoft.com/office/drawing/2014/main" id="{274E0600-01AA-F148-99B1-07790C9A310D}"/>
              </a:ext>
            </a:extLst>
          </p:cNvPr>
          <p:cNvSpPr>
            <a:spLocks/>
          </p:cNvSpPr>
          <p:nvPr/>
        </p:nvSpPr>
        <p:spPr bwMode="auto">
          <a:xfrm>
            <a:off x="5969137" y="3550484"/>
            <a:ext cx="3474810" cy="834351"/>
          </a:xfrm>
          <a:custGeom>
            <a:avLst/>
            <a:gdLst>
              <a:gd name="T0" fmla="*/ 0 w 2453"/>
              <a:gd name="T1" fmla="*/ 589 h 589"/>
              <a:gd name="T2" fmla="*/ 361 w 2453"/>
              <a:gd name="T3" fmla="*/ 0 h 589"/>
              <a:gd name="T4" fmla="*/ 2097 w 2453"/>
              <a:gd name="T5" fmla="*/ 0 h 589"/>
              <a:gd name="T6" fmla="*/ 2453 w 2453"/>
              <a:gd name="T7" fmla="*/ 589 h 589"/>
              <a:gd name="T8" fmla="*/ 0 w 2453"/>
              <a:gd name="T9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53" h="589">
                <a:moveTo>
                  <a:pt x="0" y="589"/>
                </a:moveTo>
                <a:lnTo>
                  <a:pt x="361" y="0"/>
                </a:lnTo>
                <a:lnTo>
                  <a:pt x="2097" y="0"/>
                </a:lnTo>
                <a:lnTo>
                  <a:pt x="2453" y="589"/>
                </a:lnTo>
                <a:lnTo>
                  <a:pt x="0" y="589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accent4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56" name="Freeform 8">
            <a:extLst>
              <a:ext uri="{FF2B5EF4-FFF2-40B4-BE49-F238E27FC236}">
                <a16:creationId xmlns:a16="http://schemas.microsoft.com/office/drawing/2014/main" id="{CB62784B-478C-014A-8C69-23685124C7A4}"/>
              </a:ext>
            </a:extLst>
          </p:cNvPr>
          <p:cNvSpPr>
            <a:spLocks/>
          </p:cNvSpPr>
          <p:nvPr/>
        </p:nvSpPr>
        <p:spPr bwMode="auto">
          <a:xfrm>
            <a:off x="6551341" y="2581560"/>
            <a:ext cx="2307568" cy="820185"/>
          </a:xfrm>
          <a:custGeom>
            <a:avLst/>
            <a:gdLst>
              <a:gd name="T0" fmla="*/ 0 w 1629"/>
              <a:gd name="T1" fmla="*/ 579 h 579"/>
              <a:gd name="T2" fmla="*/ 359 w 1629"/>
              <a:gd name="T3" fmla="*/ 0 h 579"/>
              <a:gd name="T4" fmla="*/ 1273 w 1629"/>
              <a:gd name="T5" fmla="*/ 0 h 579"/>
              <a:gd name="T6" fmla="*/ 1629 w 1629"/>
              <a:gd name="T7" fmla="*/ 579 h 579"/>
              <a:gd name="T8" fmla="*/ 0 w 1629"/>
              <a:gd name="T9" fmla="*/ 579 h 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9" h="579">
                <a:moveTo>
                  <a:pt x="0" y="579"/>
                </a:moveTo>
                <a:lnTo>
                  <a:pt x="359" y="0"/>
                </a:lnTo>
                <a:lnTo>
                  <a:pt x="1273" y="0"/>
                </a:lnTo>
                <a:lnTo>
                  <a:pt x="1629" y="579"/>
                </a:lnTo>
                <a:lnTo>
                  <a:pt x="0" y="579"/>
                </a:lnTo>
                <a:close/>
              </a:path>
            </a:pathLst>
          </a:custGeom>
          <a:solidFill>
            <a:schemeClr val="bg1"/>
          </a:solidFill>
          <a:ln w="15875">
            <a:solidFill>
              <a:schemeClr val="accent2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57" name="Freeform 9">
            <a:extLst>
              <a:ext uri="{FF2B5EF4-FFF2-40B4-BE49-F238E27FC236}">
                <a16:creationId xmlns:a16="http://schemas.microsoft.com/office/drawing/2014/main" id="{D0263CC2-9F7B-A847-A502-D06D7DC0E871}"/>
              </a:ext>
            </a:extLst>
          </p:cNvPr>
          <p:cNvSpPr>
            <a:spLocks/>
          </p:cNvSpPr>
          <p:nvPr/>
        </p:nvSpPr>
        <p:spPr bwMode="auto">
          <a:xfrm>
            <a:off x="7163293" y="1548892"/>
            <a:ext cx="1093581" cy="888180"/>
          </a:xfrm>
          <a:custGeom>
            <a:avLst/>
            <a:gdLst>
              <a:gd name="T0" fmla="*/ 383 w 772"/>
              <a:gd name="T1" fmla="*/ 0 h 627"/>
              <a:gd name="T2" fmla="*/ 0 w 772"/>
              <a:gd name="T3" fmla="*/ 627 h 627"/>
              <a:gd name="T4" fmla="*/ 772 w 772"/>
              <a:gd name="T5" fmla="*/ 627 h 627"/>
              <a:gd name="T6" fmla="*/ 383 w 772"/>
              <a:gd name="T7" fmla="*/ 0 h 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2" h="627">
                <a:moveTo>
                  <a:pt x="383" y="0"/>
                </a:moveTo>
                <a:lnTo>
                  <a:pt x="0" y="627"/>
                </a:lnTo>
                <a:lnTo>
                  <a:pt x="772" y="627"/>
                </a:lnTo>
                <a:lnTo>
                  <a:pt x="383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accent3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6D887C-9838-D74B-B37D-2F4BF7FE2193}"/>
              </a:ext>
            </a:extLst>
          </p:cNvPr>
          <p:cNvSpPr txBox="1"/>
          <p:nvPr/>
        </p:nvSpPr>
        <p:spPr>
          <a:xfrm>
            <a:off x="10866972" y="5686809"/>
            <a:ext cx="73733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>
                <a:ln>
                  <a:noFill/>
                </a:ln>
                <a:solidFill>
                  <a:srgbClr val="BE82FF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82FD0F-D668-A344-AAC7-1BE1A62D0838}"/>
              </a:ext>
            </a:extLst>
          </p:cNvPr>
          <p:cNvSpPr txBox="1"/>
          <p:nvPr/>
        </p:nvSpPr>
        <p:spPr>
          <a:xfrm>
            <a:off x="10277902" y="4704429"/>
            <a:ext cx="73733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04E0F3-4B76-7B41-A2EF-1F612F72EE29}"/>
              </a:ext>
            </a:extLst>
          </p:cNvPr>
          <p:cNvSpPr txBox="1"/>
          <p:nvPr/>
        </p:nvSpPr>
        <p:spPr>
          <a:xfrm>
            <a:off x="9628457" y="3729131"/>
            <a:ext cx="73733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>
                <a:ln>
                  <a:noFill/>
                </a:ln>
                <a:solidFill>
                  <a:srgbClr val="B455AA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A54415-93D8-B049-8A4D-39D2B38CC802}"/>
              </a:ext>
            </a:extLst>
          </p:cNvPr>
          <p:cNvSpPr txBox="1"/>
          <p:nvPr/>
        </p:nvSpPr>
        <p:spPr>
          <a:xfrm>
            <a:off x="9017471" y="2753124"/>
            <a:ext cx="73733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3626FE-EBDB-3544-BDC3-D92F93628EF7}"/>
              </a:ext>
            </a:extLst>
          </p:cNvPr>
          <p:cNvSpPr txBox="1"/>
          <p:nvPr/>
        </p:nvSpPr>
        <p:spPr>
          <a:xfrm>
            <a:off x="8324826" y="1585884"/>
            <a:ext cx="73733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4400CA-ECF1-3746-8BB2-33E1D42A0771}"/>
              </a:ext>
            </a:extLst>
          </p:cNvPr>
          <p:cNvSpPr txBox="1"/>
          <p:nvPr/>
        </p:nvSpPr>
        <p:spPr>
          <a:xfrm>
            <a:off x="6950180" y="2117018"/>
            <a:ext cx="1531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Optimizing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3414BC-EA0E-1947-B04E-337970421F7F}"/>
              </a:ext>
            </a:extLst>
          </p:cNvPr>
          <p:cNvSpPr txBox="1"/>
          <p:nvPr/>
        </p:nvSpPr>
        <p:spPr>
          <a:xfrm>
            <a:off x="6939256" y="2760820"/>
            <a:ext cx="1531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Quantitatively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Managed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838CFF-0A9F-BA4C-9773-96AAF965920A}"/>
              </a:ext>
            </a:extLst>
          </p:cNvPr>
          <p:cNvSpPr txBox="1"/>
          <p:nvPr/>
        </p:nvSpPr>
        <p:spPr>
          <a:xfrm>
            <a:off x="6950180" y="3829160"/>
            <a:ext cx="1531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Defined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AFC3A0-659D-B742-8326-06B2D5D60719}"/>
              </a:ext>
            </a:extLst>
          </p:cNvPr>
          <p:cNvSpPr txBox="1"/>
          <p:nvPr/>
        </p:nvSpPr>
        <p:spPr>
          <a:xfrm>
            <a:off x="6998763" y="4804458"/>
            <a:ext cx="1531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Managed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043CD7-ABA2-E340-AD18-605EEA5A57A7}"/>
              </a:ext>
            </a:extLst>
          </p:cNvPr>
          <p:cNvSpPr txBox="1"/>
          <p:nvPr/>
        </p:nvSpPr>
        <p:spPr>
          <a:xfrm>
            <a:off x="6939256" y="5786838"/>
            <a:ext cx="1531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Initial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27CC0D8-A4F3-6B4D-921F-74C6133C3281}"/>
              </a:ext>
            </a:extLst>
          </p:cNvPr>
          <p:cNvSpPr txBox="1"/>
          <p:nvPr/>
        </p:nvSpPr>
        <p:spPr>
          <a:xfrm>
            <a:off x="630370" y="5507424"/>
            <a:ext cx="34748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text of the printing and typesetting it is industry. Lorem Ipsum has been the industry's standard dummy text printing and typesetting it is industry.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02CBC3-5345-BF43-A799-D0F9483F0AF6}"/>
              </a:ext>
            </a:extLst>
          </p:cNvPr>
          <p:cNvSpPr txBox="1"/>
          <p:nvPr/>
        </p:nvSpPr>
        <p:spPr>
          <a:xfrm>
            <a:off x="1241171" y="4522873"/>
            <a:ext cx="34748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text of the printing and typesetting it is industry. Lorem Ipsum has been the industry's standard dummy text printing and typesetting it is industry.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D7C8B7-553B-9D4F-BF2F-A71F829F1147}"/>
              </a:ext>
            </a:extLst>
          </p:cNvPr>
          <p:cNvSpPr txBox="1"/>
          <p:nvPr/>
        </p:nvSpPr>
        <p:spPr>
          <a:xfrm>
            <a:off x="1850024" y="3566836"/>
            <a:ext cx="34748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text of the printing and typesetting it is industry. Lorem Ipsum has been the industry's standard dummy text printing and typesetting it is industry.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3E0E00F-1446-6C4F-8731-868A84CF9C41}"/>
              </a:ext>
            </a:extLst>
          </p:cNvPr>
          <p:cNvSpPr txBox="1"/>
          <p:nvPr/>
        </p:nvSpPr>
        <p:spPr>
          <a:xfrm>
            <a:off x="2434179" y="2572168"/>
            <a:ext cx="34748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text of the printing and typesetting it is industry. Lorem Ipsum has been the industry's standard dummy text printing and typesetting it is industry.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0421454-0846-5D4B-B0E2-863132A837D0}"/>
              </a:ext>
            </a:extLst>
          </p:cNvPr>
          <p:cNvSpPr txBox="1"/>
          <p:nvPr/>
        </p:nvSpPr>
        <p:spPr>
          <a:xfrm>
            <a:off x="2950907" y="1696145"/>
            <a:ext cx="34748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Arial" panose="020B0604020202020204" pitchFamily="34" charset="0"/>
              </a:rPr>
              <a:t>text of the printing and typesetting it is industry. Lorem Ipsum has been the industry's standard dummy text printing and typesetting it is industry.</a:t>
            </a:r>
          </a:p>
        </p:txBody>
      </p:sp>
    </p:spTree>
    <p:extLst>
      <p:ext uri="{BB962C8B-B14F-4D97-AF65-F5344CB8AC3E}">
        <p14:creationId xmlns:p14="http://schemas.microsoft.com/office/powerpoint/2010/main" val="2777021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0481F90E-4203-2D44-BCEE-6DE3576872AE}"/>
              </a:ext>
            </a:extLst>
          </p:cNvPr>
          <p:cNvSpPr txBox="1">
            <a:spLocks/>
          </p:cNvSpPr>
          <p:nvPr/>
        </p:nvSpPr>
        <p:spPr>
          <a:xfrm>
            <a:off x="412586" y="339365"/>
            <a:ext cx="10905239" cy="775451"/>
          </a:xfrm>
          <a:prstGeom prst="rect">
            <a:avLst/>
          </a:prstGeom>
        </p:spPr>
        <p:txBody>
          <a:bodyPr/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Title – 2 lines text. Kanye, Adam Neumann, Elizabeth Holmes all walk into a Lower East Side bar and …</a:t>
            </a:r>
          </a:p>
        </p:txBody>
      </p:sp>
      <p:sp>
        <p:nvSpPr>
          <p:cNvPr id="40" name="Slide Number Placeholder 1">
            <a:extLst>
              <a:ext uri="{FF2B5EF4-FFF2-40B4-BE49-F238E27FC236}">
                <a16:creationId xmlns:a16="http://schemas.microsoft.com/office/drawing/2014/main" id="{E9B0BD63-94EA-1C4E-ACA6-D5FF91C10777}"/>
              </a:ext>
            </a:extLst>
          </p:cNvPr>
          <p:cNvSpPr txBox="1">
            <a:spLocks/>
          </p:cNvSpPr>
          <p:nvPr/>
        </p:nvSpPr>
        <p:spPr>
          <a:xfrm>
            <a:off x="11806238" y="6518275"/>
            <a:ext cx="385762" cy="2063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E00CA04-3FF8-4C56-B2BC-4D9324969F41}"/>
              </a:ext>
            </a:extLst>
          </p:cNvPr>
          <p:cNvCxnSpPr>
            <a:cxnSpLocks/>
            <a:stCxn id="123" idx="6"/>
          </p:cNvCxnSpPr>
          <p:nvPr/>
        </p:nvCxnSpPr>
        <p:spPr>
          <a:xfrm>
            <a:off x="7442860" y="2981592"/>
            <a:ext cx="79325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32C2234-4922-4F3F-B5AE-396BE124734C}"/>
              </a:ext>
            </a:extLst>
          </p:cNvPr>
          <p:cNvCxnSpPr>
            <a:cxnSpLocks/>
          </p:cNvCxnSpPr>
          <p:nvPr/>
        </p:nvCxnSpPr>
        <p:spPr>
          <a:xfrm>
            <a:off x="8641181" y="4784520"/>
            <a:ext cx="63957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085CA69-5DCE-408E-9FD3-48C4644629D7}"/>
              </a:ext>
            </a:extLst>
          </p:cNvPr>
          <p:cNvCxnSpPr>
            <a:cxnSpLocks/>
            <a:endCxn id="121" idx="2"/>
          </p:cNvCxnSpPr>
          <p:nvPr/>
        </p:nvCxnSpPr>
        <p:spPr>
          <a:xfrm>
            <a:off x="3904850" y="2952842"/>
            <a:ext cx="891532" cy="913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4D22DDA-8E80-4F09-BF14-90A467C61926}"/>
              </a:ext>
            </a:extLst>
          </p:cNvPr>
          <p:cNvCxnSpPr>
            <a:cxnSpLocks/>
          </p:cNvCxnSpPr>
          <p:nvPr/>
        </p:nvCxnSpPr>
        <p:spPr>
          <a:xfrm>
            <a:off x="3402279" y="3817282"/>
            <a:ext cx="74319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D64669F-C2F6-40DF-8343-13B5244FFE1F}"/>
              </a:ext>
            </a:extLst>
          </p:cNvPr>
          <p:cNvCxnSpPr>
            <a:cxnSpLocks/>
            <a:endCxn id="115" idx="2"/>
          </p:cNvCxnSpPr>
          <p:nvPr/>
        </p:nvCxnSpPr>
        <p:spPr>
          <a:xfrm>
            <a:off x="2796453" y="4763500"/>
            <a:ext cx="69483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22AC1DC-200B-4256-A0B6-59C02E5B4FD5}"/>
              </a:ext>
            </a:extLst>
          </p:cNvPr>
          <p:cNvGrpSpPr/>
          <p:nvPr/>
        </p:nvGrpSpPr>
        <p:grpSpPr>
          <a:xfrm>
            <a:off x="3433100" y="1477069"/>
            <a:ext cx="5325800" cy="4059864"/>
            <a:chOff x="3038266" y="1960537"/>
            <a:chExt cx="5325800" cy="4059864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C0F74E94-BA91-4264-8350-8F92E58AE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4856" y="5347347"/>
              <a:ext cx="4990806" cy="673054"/>
            </a:xfrm>
            <a:prstGeom prst="rect">
              <a:avLst/>
            </a:prstGeom>
          </p:spPr>
        </p:pic>
        <p:sp>
          <p:nvSpPr>
            <p:cNvPr id="74" name="Freeform 76">
              <a:extLst>
                <a:ext uri="{FF2B5EF4-FFF2-40B4-BE49-F238E27FC236}">
                  <a16:creationId xmlns:a16="http://schemas.microsoft.com/office/drawing/2014/main" id="{1978E047-A295-40EB-9D2A-5D43EA10C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970" y="4656264"/>
              <a:ext cx="1252346" cy="490325"/>
            </a:xfrm>
            <a:custGeom>
              <a:avLst/>
              <a:gdLst>
                <a:gd name="T0" fmla="*/ 590 w 590"/>
                <a:gd name="T1" fmla="*/ 116 h 231"/>
                <a:gd name="T2" fmla="*/ 295 w 590"/>
                <a:gd name="T3" fmla="*/ 0 h 231"/>
                <a:gd name="T4" fmla="*/ 0 w 590"/>
                <a:gd name="T5" fmla="*/ 116 h 231"/>
                <a:gd name="T6" fmla="*/ 295 w 590"/>
                <a:gd name="T7" fmla="*/ 231 h 231"/>
                <a:gd name="T8" fmla="*/ 590 w 590"/>
                <a:gd name="T9" fmla="*/ 116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231">
                  <a:moveTo>
                    <a:pt x="590" y="116"/>
                  </a:moveTo>
                  <a:lnTo>
                    <a:pt x="295" y="0"/>
                  </a:lnTo>
                  <a:lnTo>
                    <a:pt x="0" y="116"/>
                  </a:lnTo>
                  <a:lnTo>
                    <a:pt x="295" y="231"/>
                  </a:lnTo>
                  <a:lnTo>
                    <a:pt x="590" y="116"/>
                  </a:lnTo>
                  <a:close/>
                </a:path>
              </a:pathLst>
            </a:custGeom>
            <a:gradFill>
              <a:gsLst>
                <a:gs pos="97000">
                  <a:srgbClr val="95A5A6"/>
                </a:gs>
                <a:gs pos="64000">
                  <a:srgbClr val="95A5A6">
                    <a:lumMod val="40000"/>
                    <a:lumOff val="60000"/>
                  </a:srgbClr>
                </a:gs>
                <a:gs pos="0">
                  <a:sysClr val="window" lastClr="FFFFFF"/>
                </a:gs>
              </a:gsLst>
              <a:lin ang="189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75" name="Freeform 77">
              <a:extLst>
                <a:ext uri="{FF2B5EF4-FFF2-40B4-BE49-F238E27FC236}">
                  <a16:creationId xmlns:a16="http://schemas.microsoft.com/office/drawing/2014/main" id="{0C01300E-1D67-418D-812A-97A7E17F9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970" y="4902488"/>
              <a:ext cx="1252346" cy="897868"/>
            </a:xfrm>
            <a:custGeom>
              <a:avLst/>
              <a:gdLst>
                <a:gd name="T0" fmla="*/ 590 w 590"/>
                <a:gd name="T1" fmla="*/ 0 h 423"/>
                <a:gd name="T2" fmla="*/ 295 w 590"/>
                <a:gd name="T3" fmla="*/ 115 h 423"/>
                <a:gd name="T4" fmla="*/ 0 w 590"/>
                <a:gd name="T5" fmla="*/ 0 h 423"/>
                <a:gd name="T6" fmla="*/ 0 w 590"/>
                <a:gd name="T7" fmla="*/ 307 h 423"/>
                <a:gd name="T8" fmla="*/ 295 w 590"/>
                <a:gd name="T9" fmla="*/ 423 h 423"/>
                <a:gd name="T10" fmla="*/ 590 w 590"/>
                <a:gd name="T11" fmla="*/ 307 h 423"/>
                <a:gd name="T12" fmla="*/ 590 w 590"/>
                <a:gd name="T13" fmla="*/ 0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0" h="423">
                  <a:moveTo>
                    <a:pt x="590" y="0"/>
                  </a:moveTo>
                  <a:lnTo>
                    <a:pt x="295" y="115"/>
                  </a:lnTo>
                  <a:lnTo>
                    <a:pt x="0" y="0"/>
                  </a:lnTo>
                  <a:lnTo>
                    <a:pt x="0" y="307"/>
                  </a:lnTo>
                  <a:lnTo>
                    <a:pt x="295" y="423"/>
                  </a:lnTo>
                  <a:lnTo>
                    <a:pt x="590" y="307"/>
                  </a:lnTo>
                  <a:lnTo>
                    <a:pt x="590" y="0"/>
                  </a:lnTo>
                  <a:close/>
                </a:path>
              </a:pathLst>
            </a:custGeom>
            <a:gradFill>
              <a:gsLst>
                <a:gs pos="0">
                  <a:srgbClr val="95A5A6"/>
                </a:gs>
                <a:gs pos="50000">
                  <a:srgbClr val="95A5A6">
                    <a:lumMod val="60000"/>
                    <a:lumOff val="40000"/>
                  </a:srgbClr>
                </a:gs>
                <a:gs pos="100000">
                  <a:srgbClr val="95A5A6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76" name="Freeform 78">
              <a:extLst>
                <a:ext uri="{FF2B5EF4-FFF2-40B4-BE49-F238E27FC236}">
                  <a16:creationId xmlns:a16="http://schemas.microsoft.com/office/drawing/2014/main" id="{664E65F8-B271-4E77-961E-B4C479161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5131" y="4656264"/>
              <a:ext cx="1254469" cy="490325"/>
            </a:xfrm>
            <a:custGeom>
              <a:avLst/>
              <a:gdLst>
                <a:gd name="T0" fmla="*/ 591 w 591"/>
                <a:gd name="T1" fmla="*/ 116 h 231"/>
                <a:gd name="T2" fmla="*/ 296 w 591"/>
                <a:gd name="T3" fmla="*/ 0 h 231"/>
                <a:gd name="T4" fmla="*/ 0 w 591"/>
                <a:gd name="T5" fmla="*/ 116 h 231"/>
                <a:gd name="T6" fmla="*/ 296 w 591"/>
                <a:gd name="T7" fmla="*/ 231 h 231"/>
                <a:gd name="T8" fmla="*/ 591 w 591"/>
                <a:gd name="T9" fmla="*/ 116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1" h="231">
                  <a:moveTo>
                    <a:pt x="591" y="116"/>
                  </a:moveTo>
                  <a:lnTo>
                    <a:pt x="296" y="0"/>
                  </a:lnTo>
                  <a:lnTo>
                    <a:pt x="0" y="116"/>
                  </a:lnTo>
                  <a:lnTo>
                    <a:pt x="296" y="231"/>
                  </a:lnTo>
                  <a:lnTo>
                    <a:pt x="591" y="116"/>
                  </a:lnTo>
                  <a:close/>
                </a:path>
              </a:pathLst>
            </a:custGeom>
            <a:gradFill flip="none" rotWithShape="1">
              <a:gsLst>
                <a:gs pos="97000">
                  <a:srgbClr val="95A5A6"/>
                </a:gs>
                <a:gs pos="64000">
                  <a:srgbClr val="95A5A6">
                    <a:lumMod val="40000"/>
                    <a:lumOff val="60000"/>
                  </a:srgbClr>
                </a:gs>
                <a:gs pos="0">
                  <a:sysClr val="window" lastClr="FFFFFF"/>
                </a:gs>
              </a:gsLst>
              <a:lin ang="135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77" name="Freeform 79">
              <a:extLst>
                <a:ext uri="{FF2B5EF4-FFF2-40B4-BE49-F238E27FC236}">
                  <a16:creationId xmlns:a16="http://schemas.microsoft.com/office/drawing/2014/main" id="{423E170E-8CEC-4144-9D42-05D88774C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5131" y="4902488"/>
              <a:ext cx="1254469" cy="897868"/>
            </a:xfrm>
            <a:custGeom>
              <a:avLst/>
              <a:gdLst>
                <a:gd name="T0" fmla="*/ 591 w 591"/>
                <a:gd name="T1" fmla="*/ 0 h 423"/>
                <a:gd name="T2" fmla="*/ 296 w 591"/>
                <a:gd name="T3" fmla="*/ 115 h 423"/>
                <a:gd name="T4" fmla="*/ 0 w 591"/>
                <a:gd name="T5" fmla="*/ 0 h 423"/>
                <a:gd name="T6" fmla="*/ 0 w 591"/>
                <a:gd name="T7" fmla="*/ 307 h 423"/>
                <a:gd name="T8" fmla="*/ 296 w 591"/>
                <a:gd name="T9" fmla="*/ 423 h 423"/>
                <a:gd name="T10" fmla="*/ 591 w 591"/>
                <a:gd name="T11" fmla="*/ 307 h 423"/>
                <a:gd name="T12" fmla="*/ 591 w 591"/>
                <a:gd name="T13" fmla="*/ 0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1" h="423">
                  <a:moveTo>
                    <a:pt x="591" y="0"/>
                  </a:moveTo>
                  <a:lnTo>
                    <a:pt x="296" y="115"/>
                  </a:lnTo>
                  <a:lnTo>
                    <a:pt x="0" y="0"/>
                  </a:lnTo>
                  <a:lnTo>
                    <a:pt x="0" y="307"/>
                  </a:lnTo>
                  <a:lnTo>
                    <a:pt x="296" y="423"/>
                  </a:lnTo>
                  <a:lnTo>
                    <a:pt x="591" y="307"/>
                  </a:lnTo>
                  <a:lnTo>
                    <a:pt x="591" y="0"/>
                  </a:lnTo>
                  <a:close/>
                </a:path>
              </a:pathLst>
            </a:custGeom>
            <a:gradFill>
              <a:gsLst>
                <a:gs pos="0">
                  <a:srgbClr val="95A5A6"/>
                </a:gs>
                <a:gs pos="50000">
                  <a:srgbClr val="95A5A6">
                    <a:lumMod val="60000"/>
                    <a:lumOff val="40000"/>
                  </a:srgbClr>
                </a:gs>
                <a:gs pos="100000">
                  <a:srgbClr val="95A5A6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78" name="Freeform 80">
              <a:extLst>
                <a:ext uri="{FF2B5EF4-FFF2-40B4-BE49-F238E27FC236}">
                  <a16:creationId xmlns:a16="http://schemas.microsoft.com/office/drawing/2014/main" id="{BDD7B8C1-195F-41A1-9FEC-73E6B6F8E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8317" y="4656264"/>
              <a:ext cx="1254469" cy="490325"/>
            </a:xfrm>
            <a:custGeom>
              <a:avLst/>
              <a:gdLst>
                <a:gd name="T0" fmla="*/ 591 w 591"/>
                <a:gd name="T1" fmla="*/ 116 h 231"/>
                <a:gd name="T2" fmla="*/ 295 w 591"/>
                <a:gd name="T3" fmla="*/ 0 h 231"/>
                <a:gd name="T4" fmla="*/ 0 w 591"/>
                <a:gd name="T5" fmla="*/ 116 h 231"/>
                <a:gd name="T6" fmla="*/ 295 w 591"/>
                <a:gd name="T7" fmla="*/ 231 h 231"/>
                <a:gd name="T8" fmla="*/ 591 w 591"/>
                <a:gd name="T9" fmla="*/ 116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1" h="231">
                  <a:moveTo>
                    <a:pt x="591" y="116"/>
                  </a:moveTo>
                  <a:lnTo>
                    <a:pt x="295" y="0"/>
                  </a:lnTo>
                  <a:lnTo>
                    <a:pt x="0" y="116"/>
                  </a:lnTo>
                  <a:lnTo>
                    <a:pt x="295" y="231"/>
                  </a:lnTo>
                  <a:lnTo>
                    <a:pt x="591" y="116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79" name="Freeform 81">
              <a:extLst>
                <a:ext uri="{FF2B5EF4-FFF2-40B4-BE49-F238E27FC236}">
                  <a16:creationId xmlns:a16="http://schemas.microsoft.com/office/drawing/2014/main" id="{B992B4E6-F212-42B2-A436-50F590A9E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8317" y="4902488"/>
              <a:ext cx="1254469" cy="897868"/>
            </a:xfrm>
            <a:custGeom>
              <a:avLst/>
              <a:gdLst>
                <a:gd name="T0" fmla="*/ 591 w 591"/>
                <a:gd name="T1" fmla="*/ 0 h 423"/>
                <a:gd name="T2" fmla="*/ 295 w 591"/>
                <a:gd name="T3" fmla="*/ 115 h 423"/>
                <a:gd name="T4" fmla="*/ 0 w 591"/>
                <a:gd name="T5" fmla="*/ 0 h 423"/>
                <a:gd name="T6" fmla="*/ 0 w 591"/>
                <a:gd name="T7" fmla="*/ 307 h 423"/>
                <a:gd name="T8" fmla="*/ 295 w 591"/>
                <a:gd name="T9" fmla="*/ 423 h 423"/>
                <a:gd name="T10" fmla="*/ 591 w 591"/>
                <a:gd name="T11" fmla="*/ 307 h 423"/>
                <a:gd name="T12" fmla="*/ 591 w 591"/>
                <a:gd name="T13" fmla="*/ 0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1" h="423">
                  <a:moveTo>
                    <a:pt x="591" y="0"/>
                  </a:moveTo>
                  <a:lnTo>
                    <a:pt x="295" y="115"/>
                  </a:lnTo>
                  <a:lnTo>
                    <a:pt x="0" y="0"/>
                  </a:lnTo>
                  <a:lnTo>
                    <a:pt x="0" y="307"/>
                  </a:lnTo>
                  <a:lnTo>
                    <a:pt x="295" y="423"/>
                  </a:lnTo>
                  <a:lnTo>
                    <a:pt x="591" y="307"/>
                  </a:lnTo>
                  <a:lnTo>
                    <a:pt x="591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0" name="Freeform 82">
              <a:extLst>
                <a:ext uri="{FF2B5EF4-FFF2-40B4-BE49-F238E27FC236}">
                  <a16:creationId xmlns:a16="http://schemas.microsoft.com/office/drawing/2014/main" id="{76ED5862-FF8C-46B1-94C1-DAE94E2FE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2785" y="4656264"/>
              <a:ext cx="1252346" cy="490325"/>
            </a:xfrm>
            <a:custGeom>
              <a:avLst/>
              <a:gdLst>
                <a:gd name="T0" fmla="*/ 590 w 590"/>
                <a:gd name="T1" fmla="*/ 116 h 231"/>
                <a:gd name="T2" fmla="*/ 295 w 590"/>
                <a:gd name="T3" fmla="*/ 0 h 231"/>
                <a:gd name="T4" fmla="*/ 0 w 590"/>
                <a:gd name="T5" fmla="*/ 116 h 231"/>
                <a:gd name="T6" fmla="*/ 295 w 590"/>
                <a:gd name="T7" fmla="*/ 231 h 231"/>
                <a:gd name="T8" fmla="*/ 590 w 590"/>
                <a:gd name="T9" fmla="*/ 116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231">
                  <a:moveTo>
                    <a:pt x="590" y="116"/>
                  </a:moveTo>
                  <a:lnTo>
                    <a:pt x="295" y="0"/>
                  </a:lnTo>
                  <a:lnTo>
                    <a:pt x="0" y="116"/>
                  </a:lnTo>
                  <a:lnTo>
                    <a:pt x="295" y="231"/>
                  </a:lnTo>
                  <a:lnTo>
                    <a:pt x="590" y="116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1" name="Freeform 83">
              <a:extLst>
                <a:ext uri="{FF2B5EF4-FFF2-40B4-BE49-F238E27FC236}">
                  <a16:creationId xmlns:a16="http://schemas.microsoft.com/office/drawing/2014/main" id="{5E06D53E-3D49-4A9D-A5EB-E83BB193C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2785" y="4902488"/>
              <a:ext cx="1252346" cy="897868"/>
            </a:xfrm>
            <a:custGeom>
              <a:avLst/>
              <a:gdLst>
                <a:gd name="T0" fmla="*/ 590 w 590"/>
                <a:gd name="T1" fmla="*/ 0 h 423"/>
                <a:gd name="T2" fmla="*/ 295 w 590"/>
                <a:gd name="T3" fmla="*/ 115 h 423"/>
                <a:gd name="T4" fmla="*/ 0 w 590"/>
                <a:gd name="T5" fmla="*/ 0 h 423"/>
                <a:gd name="T6" fmla="*/ 0 w 590"/>
                <a:gd name="T7" fmla="*/ 307 h 423"/>
                <a:gd name="T8" fmla="*/ 295 w 590"/>
                <a:gd name="T9" fmla="*/ 423 h 423"/>
                <a:gd name="T10" fmla="*/ 590 w 590"/>
                <a:gd name="T11" fmla="*/ 307 h 423"/>
                <a:gd name="T12" fmla="*/ 590 w 590"/>
                <a:gd name="T13" fmla="*/ 0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0" h="423">
                  <a:moveTo>
                    <a:pt x="590" y="0"/>
                  </a:moveTo>
                  <a:lnTo>
                    <a:pt x="295" y="115"/>
                  </a:lnTo>
                  <a:lnTo>
                    <a:pt x="0" y="0"/>
                  </a:lnTo>
                  <a:lnTo>
                    <a:pt x="0" y="307"/>
                  </a:lnTo>
                  <a:lnTo>
                    <a:pt x="295" y="423"/>
                  </a:lnTo>
                  <a:lnTo>
                    <a:pt x="590" y="307"/>
                  </a:lnTo>
                  <a:lnTo>
                    <a:pt x="59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shade val="30000"/>
                    <a:satMod val="115000"/>
                  </a:schemeClr>
                </a:gs>
                <a:gs pos="50000">
                  <a:schemeClr val="accent2">
                    <a:shade val="67500"/>
                    <a:satMod val="115000"/>
                  </a:schemeClr>
                </a:gs>
                <a:gs pos="100000">
                  <a:schemeClr val="accent2"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2" name="Freeform 84">
              <a:extLst>
                <a:ext uri="{FF2B5EF4-FFF2-40B4-BE49-F238E27FC236}">
                  <a16:creationId xmlns:a16="http://schemas.microsoft.com/office/drawing/2014/main" id="{E647F6B4-92D9-4363-ACF7-11F18ABDE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2144" y="3756273"/>
              <a:ext cx="1252346" cy="494570"/>
            </a:xfrm>
            <a:custGeom>
              <a:avLst/>
              <a:gdLst>
                <a:gd name="T0" fmla="*/ 590 w 590"/>
                <a:gd name="T1" fmla="*/ 116 h 233"/>
                <a:gd name="T2" fmla="*/ 295 w 590"/>
                <a:gd name="T3" fmla="*/ 0 h 233"/>
                <a:gd name="T4" fmla="*/ 0 w 590"/>
                <a:gd name="T5" fmla="*/ 116 h 233"/>
                <a:gd name="T6" fmla="*/ 295 w 590"/>
                <a:gd name="T7" fmla="*/ 233 h 233"/>
                <a:gd name="T8" fmla="*/ 590 w 590"/>
                <a:gd name="T9" fmla="*/ 116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233">
                  <a:moveTo>
                    <a:pt x="590" y="116"/>
                  </a:moveTo>
                  <a:lnTo>
                    <a:pt x="295" y="0"/>
                  </a:lnTo>
                  <a:lnTo>
                    <a:pt x="0" y="116"/>
                  </a:lnTo>
                  <a:lnTo>
                    <a:pt x="295" y="233"/>
                  </a:lnTo>
                  <a:lnTo>
                    <a:pt x="590" y="116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3" name="Freeform 85">
              <a:extLst>
                <a:ext uri="{FF2B5EF4-FFF2-40B4-BE49-F238E27FC236}">
                  <a16:creationId xmlns:a16="http://schemas.microsoft.com/office/drawing/2014/main" id="{C57E3424-65DC-479B-A9EF-F37C818EF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2144" y="4002497"/>
              <a:ext cx="1252346" cy="899991"/>
            </a:xfrm>
            <a:custGeom>
              <a:avLst/>
              <a:gdLst>
                <a:gd name="T0" fmla="*/ 590 w 590"/>
                <a:gd name="T1" fmla="*/ 0 h 424"/>
                <a:gd name="T2" fmla="*/ 295 w 590"/>
                <a:gd name="T3" fmla="*/ 117 h 424"/>
                <a:gd name="T4" fmla="*/ 0 w 590"/>
                <a:gd name="T5" fmla="*/ 0 h 424"/>
                <a:gd name="T6" fmla="*/ 0 w 590"/>
                <a:gd name="T7" fmla="*/ 308 h 424"/>
                <a:gd name="T8" fmla="*/ 295 w 590"/>
                <a:gd name="T9" fmla="*/ 424 h 424"/>
                <a:gd name="T10" fmla="*/ 590 w 590"/>
                <a:gd name="T11" fmla="*/ 308 h 424"/>
                <a:gd name="T12" fmla="*/ 590 w 590"/>
                <a:gd name="T13" fmla="*/ 0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0" h="424">
                  <a:moveTo>
                    <a:pt x="590" y="0"/>
                  </a:moveTo>
                  <a:lnTo>
                    <a:pt x="295" y="117"/>
                  </a:lnTo>
                  <a:lnTo>
                    <a:pt x="0" y="0"/>
                  </a:lnTo>
                  <a:lnTo>
                    <a:pt x="0" y="308"/>
                  </a:lnTo>
                  <a:lnTo>
                    <a:pt x="295" y="424"/>
                  </a:lnTo>
                  <a:lnTo>
                    <a:pt x="590" y="308"/>
                  </a:lnTo>
                  <a:lnTo>
                    <a:pt x="59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shade val="30000"/>
                    <a:satMod val="115000"/>
                  </a:schemeClr>
                </a:gs>
                <a:gs pos="50000">
                  <a:schemeClr val="accent4">
                    <a:shade val="67500"/>
                    <a:satMod val="115000"/>
                  </a:schemeClr>
                </a:gs>
                <a:gs pos="100000">
                  <a:schemeClr val="accent4"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4" name="Freeform 86">
              <a:extLst>
                <a:ext uri="{FF2B5EF4-FFF2-40B4-BE49-F238E27FC236}">
                  <a16:creationId xmlns:a16="http://schemas.microsoft.com/office/drawing/2014/main" id="{B34897E1-64AC-4F33-80DB-B30DED7C5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8959" y="3756273"/>
              <a:ext cx="1254469" cy="494570"/>
            </a:xfrm>
            <a:custGeom>
              <a:avLst/>
              <a:gdLst>
                <a:gd name="T0" fmla="*/ 591 w 591"/>
                <a:gd name="T1" fmla="*/ 116 h 233"/>
                <a:gd name="T2" fmla="*/ 295 w 591"/>
                <a:gd name="T3" fmla="*/ 0 h 233"/>
                <a:gd name="T4" fmla="*/ 0 w 591"/>
                <a:gd name="T5" fmla="*/ 116 h 233"/>
                <a:gd name="T6" fmla="*/ 295 w 591"/>
                <a:gd name="T7" fmla="*/ 233 h 233"/>
                <a:gd name="T8" fmla="*/ 591 w 591"/>
                <a:gd name="T9" fmla="*/ 116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1" h="233">
                  <a:moveTo>
                    <a:pt x="591" y="116"/>
                  </a:moveTo>
                  <a:lnTo>
                    <a:pt x="295" y="0"/>
                  </a:lnTo>
                  <a:lnTo>
                    <a:pt x="0" y="116"/>
                  </a:lnTo>
                  <a:lnTo>
                    <a:pt x="295" y="233"/>
                  </a:lnTo>
                  <a:lnTo>
                    <a:pt x="591" y="116"/>
                  </a:lnTo>
                  <a:close/>
                </a:path>
              </a:pathLst>
            </a:custGeom>
            <a:gradFill>
              <a:gsLst>
                <a:gs pos="97000">
                  <a:srgbClr val="95A5A6"/>
                </a:gs>
                <a:gs pos="64000">
                  <a:srgbClr val="95A5A6">
                    <a:lumMod val="40000"/>
                    <a:lumOff val="60000"/>
                  </a:srgbClr>
                </a:gs>
                <a:gs pos="0">
                  <a:sysClr val="window" lastClr="FFFFFF"/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5" name="Freeform 87">
              <a:extLst>
                <a:ext uri="{FF2B5EF4-FFF2-40B4-BE49-F238E27FC236}">
                  <a16:creationId xmlns:a16="http://schemas.microsoft.com/office/drawing/2014/main" id="{D3FFF797-20FD-40D8-B69E-958AD4868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8959" y="4002497"/>
              <a:ext cx="1254469" cy="899991"/>
            </a:xfrm>
            <a:custGeom>
              <a:avLst/>
              <a:gdLst>
                <a:gd name="T0" fmla="*/ 591 w 591"/>
                <a:gd name="T1" fmla="*/ 0 h 424"/>
                <a:gd name="T2" fmla="*/ 295 w 591"/>
                <a:gd name="T3" fmla="*/ 117 h 424"/>
                <a:gd name="T4" fmla="*/ 0 w 591"/>
                <a:gd name="T5" fmla="*/ 0 h 424"/>
                <a:gd name="T6" fmla="*/ 0 w 591"/>
                <a:gd name="T7" fmla="*/ 308 h 424"/>
                <a:gd name="T8" fmla="*/ 295 w 591"/>
                <a:gd name="T9" fmla="*/ 424 h 424"/>
                <a:gd name="T10" fmla="*/ 591 w 591"/>
                <a:gd name="T11" fmla="*/ 308 h 424"/>
                <a:gd name="T12" fmla="*/ 591 w 591"/>
                <a:gd name="T13" fmla="*/ 0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1" h="424">
                  <a:moveTo>
                    <a:pt x="591" y="0"/>
                  </a:moveTo>
                  <a:lnTo>
                    <a:pt x="295" y="117"/>
                  </a:lnTo>
                  <a:lnTo>
                    <a:pt x="0" y="0"/>
                  </a:lnTo>
                  <a:lnTo>
                    <a:pt x="0" y="308"/>
                  </a:lnTo>
                  <a:lnTo>
                    <a:pt x="295" y="424"/>
                  </a:lnTo>
                  <a:lnTo>
                    <a:pt x="591" y="308"/>
                  </a:lnTo>
                  <a:lnTo>
                    <a:pt x="591" y="0"/>
                  </a:lnTo>
                  <a:close/>
                </a:path>
              </a:pathLst>
            </a:custGeom>
            <a:gradFill>
              <a:gsLst>
                <a:gs pos="0">
                  <a:srgbClr val="95A5A6"/>
                </a:gs>
                <a:gs pos="50000">
                  <a:srgbClr val="95A5A6">
                    <a:lumMod val="60000"/>
                    <a:lumOff val="40000"/>
                  </a:srgbClr>
                </a:gs>
                <a:gs pos="100000">
                  <a:srgbClr val="95A5A6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6" name="Freeform 88">
              <a:extLst>
                <a:ext uri="{FF2B5EF4-FFF2-40B4-BE49-F238E27FC236}">
                  <a16:creationId xmlns:a16="http://schemas.microsoft.com/office/drawing/2014/main" id="{25B44658-A65B-4FF6-BA39-5B77F8EDA8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4489" y="3756273"/>
              <a:ext cx="1254469" cy="494570"/>
            </a:xfrm>
            <a:custGeom>
              <a:avLst/>
              <a:gdLst>
                <a:gd name="T0" fmla="*/ 591 w 591"/>
                <a:gd name="T1" fmla="*/ 116 h 233"/>
                <a:gd name="T2" fmla="*/ 296 w 591"/>
                <a:gd name="T3" fmla="*/ 0 h 233"/>
                <a:gd name="T4" fmla="*/ 0 w 591"/>
                <a:gd name="T5" fmla="*/ 116 h 233"/>
                <a:gd name="T6" fmla="*/ 296 w 591"/>
                <a:gd name="T7" fmla="*/ 233 h 233"/>
                <a:gd name="T8" fmla="*/ 591 w 591"/>
                <a:gd name="T9" fmla="*/ 116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1" h="233">
                  <a:moveTo>
                    <a:pt x="591" y="116"/>
                  </a:moveTo>
                  <a:lnTo>
                    <a:pt x="296" y="0"/>
                  </a:lnTo>
                  <a:lnTo>
                    <a:pt x="0" y="116"/>
                  </a:lnTo>
                  <a:lnTo>
                    <a:pt x="296" y="233"/>
                  </a:lnTo>
                  <a:lnTo>
                    <a:pt x="591" y="116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7" name="Freeform 89">
              <a:extLst>
                <a:ext uri="{FF2B5EF4-FFF2-40B4-BE49-F238E27FC236}">
                  <a16:creationId xmlns:a16="http://schemas.microsoft.com/office/drawing/2014/main" id="{5E2CCC4A-2B9E-4816-B634-E42D5ECC4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4489" y="4002497"/>
              <a:ext cx="1254469" cy="899991"/>
            </a:xfrm>
            <a:custGeom>
              <a:avLst/>
              <a:gdLst>
                <a:gd name="T0" fmla="*/ 591 w 591"/>
                <a:gd name="T1" fmla="*/ 0 h 424"/>
                <a:gd name="T2" fmla="*/ 296 w 591"/>
                <a:gd name="T3" fmla="*/ 117 h 424"/>
                <a:gd name="T4" fmla="*/ 0 w 591"/>
                <a:gd name="T5" fmla="*/ 0 h 424"/>
                <a:gd name="T6" fmla="*/ 0 w 591"/>
                <a:gd name="T7" fmla="*/ 308 h 424"/>
                <a:gd name="T8" fmla="*/ 296 w 591"/>
                <a:gd name="T9" fmla="*/ 424 h 424"/>
                <a:gd name="T10" fmla="*/ 591 w 591"/>
                <a:gd name="T11" fmla="*/ 308 h 424"/>
                <a:gd name="T12" fmla="*/ 591 w 591"/>
                <a:gd name="T13" fmla="*/ 0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1" h="424">
                  <a:moveTo>
                    <a:pt x="591" y="0"/>
                  </a:moveTo>
                  <a:lnTo>
                    <a:pt x="296" y="117"/>
                  </a:lnTo>
                  <a:lnTo>
                    <a:pt x="0" y="0"/>
                  </a:lnTo>
                  <a:lnTo>
                    <a:pt x="0" y="308"/>
                  </a:lnTo>
                  <a:lnTo>
                    <a:pt x="296" y="424"/>
                  </a:lnTo>
                  <a:lnTo>
                    <a:pt x="591" y="308"/>
                  </a:lnTo>
                  <a:lnTo>
                    <a:pt x="591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shade val="30000"/>
                    <a:satMod val="115000"/>
                  </a:schemeClr>
                </a:gs>
                <a:gs pos="50000">
                  <a:schemeClr val="accent3">
                    <a:shade val="67500"/>
                    <a:satMod val="115000"/>
                  </a:schemeClr>
                </a:gs>
                <a:gs pos="100000">
                  <a:schemeClr val="accent3"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8" name="Freeform 90">
              <a:extLst>
                <a:ext uri="{FF2B5EF4-FFF2-40B4-BE49-F238E27FC236}">
                  <a16:creationId xmlns:a16="http://schemas.microsoft.com/office/drawing/2014/main" id="{16F8B856-FCE6-4A88-93D2-84B5AE6B9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8317" y="2858406"/>
              <a:ext cx="1254469" cy="492448"/>
            </a:xfrm>
            <a:custGeom>
              <a:avLst/>
              <a:gdLst>
                <a:gd name="T0" fmla="*/ 591 w 591"/>
                <a:gd name="T1" fmla="*/ 116 h 232"/>
                <a:gd name="T2" fmla="*/ 295 w 591"/>
                <a:gd name="T3" fmla="*/ 0 h 232"/>
                <a:gd name="T4" fmla="*/ 0 w 591"/>
                <a:gd name="T5" fmla="*/ 116 h 232"/>
                <a:gd name="T6" fmla="*/ 295 w 591"/>
                <a:gd name="T7" fmla="*/ 232 h 232"/>
                <a:gd name="T8" fmla="*/ 591 w 591"/>
                <a:gd name="T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1" h="232">
                  <a:moveTo>
                    <a:pt x="591" y="116"/>
                  </a:moveTo>
                  <a:lnTo>
                    <a:pt x="295" y="0"/>
                  </a:lnTo>
                  <a:lnTo>
                    <a:pt x="0" y="116"/>
                  </a:lnTo>
                  <a:lnTo>
                    <a:pt x="295" y="232"/>
                  </a:lnTo>
                  <a:lnTo>
                    <a:pt x="591" y="116"/>
                  </a:lnTo>
                  <a:close/>
                </a:path>
              </a:pathLst>
            </a:custGeom>
            <a:gradFill flip="none" rotWithShape="1">
              <a:gsLst>
                <a:gs pos="97000">
                  <a:srgbClr val="95A5A6"/>
                </a:gs>
                <a:gs pos="64000">
                  <a:srgbClr val="95A5A6">
                    <a:lumMod val="40000"/>
                    <a:lumOff val="60000"/>
                  </a:srgbClr>
                </a:gs>
                <a:gs pos="0">
                  <a:sysClr val="window" lastClr="FFFFFF"/>
                </a:gs>
              </a:gsLst>
              <a:lin ang="189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9" name="Freeform 91">
              <a:extLst>
                <a:ext uri="{FF2B5EF4-FFF2-40B4-BE49-F238E27FC236}">
                  <a16:creationId xmlns:a16="http://schemas.microsoft.com/office/drawing/2014/main" id="{8E7068F5-578A-4A0F-A4C3-ED11F8485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8317" y="3104630"/>
              <a:ext cx="1254469" cy="897868"/>
            </a:xfrm>
            <a:custGeom>
              <a:avLst/>
              <a:gdLst>
                <a:gd name="T0" fmla="*/ 591 w 591"/>
                <a:gd name="T1" fmla="*/ 0 h 423"/>
                <a:gd name="T2" fmla="*/ 295 w 591"/>
                <a:gd name="T3" fmla="*/ 116 h 423"/>
                <a:gd name="T4" fmla="*/ 0 w 591"/>
                <a:gd name="T5" fmla="*/ 0 h 423"/>
                <a:gd name="T6" fmla="*/ 0 w 591"/>
                <a:gd name="T7" fmla="*/ 307 h 423"/>
                <a:gd name="T8" fmla="*/ 295 w 591"/>
                <a:gd name="T9" fmla="*/ 423 h 423"/>
                <a:gd name="T10" fmla="*/ 591 w 591"/>
                <a:gd name="T11" fmla="*/ 307 h 423"/>
                <a:gd name="T12" fmla="*/ 591 w 591"/>
                <a:gd name="T13" fmla="*/ 0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1" h="423">
                  <a:moveTo>
                    <a:pt x="591" y="0"/>
                  </a:moveTo>
                  <a:lnTo>
                    <a:pt x="295" y="116"/>
                  </a:lnTo>
                  <a:lnTo>
                    <a:pt x="0" y="0"/>
                  </a:lnTo>
                  <a:lnTo>
                    <a:pt x="0" y="307"/>
                  </a:lnTo>
                  <a:lnTo>
                    <a:pt x="295" y="423"/>
                  </a:lnTo>
                  <a:lnTo>
                    <a:pt x="591" y="307"/>
                  </a:lnTo>
                  <a:lnTo>
                    <a:pt x="591" y="0"/>
                  </a:lnTo>
                  <a:close/>
                </a:path>
              </a:pathLst>
            </a:custGeom>
            <a:gradFill>
              <a:gsLst>
                <a:gs pos="0">
                  <a:srgbClr val="95A5A6"/>
                </a:gs>
                <a:gs pos="50000">
                  <a:srgbClr val="95A5A6">
                    <a:lumMod val="60000"/>
                    <a:lumOff val="40000"/>
                  </a:srgbClr>
                </a:gs>
                <a:gs pos="100000">
                  <a:srgbClr val="95A5A6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0" name="Freeform 92">
              <a:extLst>
                <a:ext uri="{FF2B5EF4-FFF2-40B4-BE49-F238E27FC236}">
                  <a16:creationId xmlns:a16="http://schemas.microsoft.com/office/drawing/2014/main" id="{35F1A2F1-64F8-47D2-A71B-AC5879FBED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2785" y="2858406"/>
              <a:ext cx="1252346" cy="492448"/>
            </a:xfrm>
            <a:custGeom>
              <a:avLst/>
              <a:gdLst>
                <a:gd name="T0" fmla="*/ 590 w 590"/>
                <a:gd name="T1" fmla="*/ 116 h 232"/>
                <a:gd name="T2" fmla="*/ 295 w 590"/>
                <a:gd name="T3" fmla="*/ 0 h 232"/>
                <a:gd name="T4" fmla="*/ 0 w 590"/>
                <a:gd name="T5" fmla="*/ 116 h 232"/>
                <a:gd name="T6" fmla="*/ 295 w 590"/>
                <a:gd name="T7" fmla="*/ 232 h 232"/>
                <a:gd name="T8" fmla="*/ 590 w 590"/>
                <a:gd name="T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232">
                  <a:moveTo>
                    <a:pt x="590" y="116"/>
                  </a:moveTo>
                  <a:lnTo>
                    <a:pt x="295" y="0"/>
                  </a:lnTo>
                  <a:lnTo>
                    <a:pt x="0" y="116"/>
                  </a:lnTo>
                  <a:lnTo>
                    <a:pt x="295" y="232"/>
                  </a:lnTo>
                  <a:lnTo>
                    <a:pt x="590" y="116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1" name="Freeform 93">
              <a:extLst>
                <a:ext uri="{FF2B5EF4-FFF2-40B4-BE49-F238E27FC236}">
                  <a16:creationId xmlns:a16="http://schemas.microsoft.com/office/drawing/2014/main" id="{7F3D6104-AE2C-42C9-86BC-C6492B897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2785" y="3104630"/>
              <a:ext cx="1252346" cy="897868"/>
            </a:xfrm>
            <a:custGeom>
              <a:avLst/>
              <a:gdLst>
                <a:gd name="T0" fmla="*/ 590 w 590"/>
                <a:gd name="T1" fmla="*/ 0 h 423"/>
                <a:gd name="T2" fmla="*/ 295 w 590"/>
                <a:gd name="T3" fmla="*/ 116 h 423"/>
                <a:gd name="T4" fmla="*/ 0 w 590"/>
                <a:gd name="T5" fmla="*/ 0 h 423"/>
                <a:gd name="T6" fmla="*/ 0 w 590"/>
                <a:gd name="T7" fmla="*/ 307 h 423"/>
                <a:gd name="T8" fmla="*/ 295 w 590"/>
                <a:gd name="T9" fmla="*/ 423 h 423"/>
                <a:gd name="T10" fmla="*/ 590 w 590"/>
                <a:gd name="T11" fmla="*/ 307 h 423"/>
                <a:gd name="T12" fmla="*/ 590 w 590"/>
                <a:gd name="T13" fmla="*/ 0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0" h="423">
                  <a:moveTo>
                    <a:pt x="590" y="0"/>
                  </a:moveTo>
                  <a:lnTo>
                    <a:pt x="295" y="116"/>
                  </a:lnTo>
                  <a:lnTo>
                    <a:pt x="0" y="0"/>
                  </a:lnTo>
                  <a:lnTo>
                    <a:pt x="0" y="307"/>
                  </a:lnTo>
                  <a:lnTo>
                    <a:pt x="295" y="423"/>
                  </a:lnTo>
                  <a:lnTo>
                    <a:pt x="590" y="307"/>
                  </a:lnTo>
                  <a:lnTo>
                    <a:pt x="59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5">
                    <a:shade val="30000"/>
                    <a:satMod val="115000"/>
                  </a:schemeClr>
                </a:gs>
                <a:gs pos="50000">
                  <a:schemeClr val="accent5">
                    <a:shade val="67500"/>
                    <a:satMod val="115000"/>
                  </a:schemeClr>
                </a:gs>
                <a:gs pos="100000">
                  <a:schemeClr val="accent5"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2" name="Freeform 94">
              <a:extLst>
                <a:ext uri="{FF2B5EF4-FFF2-40B4-BE49-F238E27FC236}">
                  <a16:creationId xmlns:a16="http://schemas.microsoft.com/office/drawing/2014/main" id="{F3E518C3-7DBB-4D34-9025-A8A1BEE4C5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4489" y="1960537"/>
              <a:ext cx="1254469" cy="492448"/>
            </a:xfrm>
            <a:custGeom>
              <a:avLst/>
              <a:gdLst>
                <a:gd name="T0" fmla="*/ 591 w 591"/>
                <a:gd name="T1" fmla="*/ 116 h 232"/>
                <a:gd name="T2" fmla="*/ 296 w 591"/>
                <a:gd name="T3" fmla="*/ 0 h 232"/>
                <a:gd name="T4" fmla="*/ 0 w 591"/>
                <a:gd name="T5" fmla="*/ 116 h 232"/>
                <a:gd name="T6" fmla="*/ 296 w 591"/>
                <a:gd name="T7" fmla="*/ 232 h 232"/>
                <a:gd name="T8" fmla="*/ 591 w 591"/>
                <a:gd name="T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1" h="232">
                  <a:moveTo>
                    <a:pt x="591" y="116"/>
                  </a:moveTo>
                  <a:lnTo>
                    <a:pt x="296" y="0"/>
                  </a:lnTo>
                  <a:lnTo>
                    <a:pt x="0" y="116"/>
                  </a:lnTo>
                  <a:lnTo>
                    <a:pt x="296" y="232"/>
                  </a:lnTo>
                  <a:lnTo>
                    <a:pt x="591" y="116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3" name="Freeform 95">
              <a:extLst>
                <a:ext uri="{FF2B5EF4-FFF2-40B4-BE49-F238E27FC236}">
                  <a16:creationId xmlns:a16="http://schemas.microsoft.com/office/drawing/2014/main" id="{3DF92C11-6D02-4162-A047-9977B2A9D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4489" y="2206761"/>
              <a:ext cx="1254469" cy="897868"/>
            </a:xfrm>
            <a:custGeom>
              <a:avLst/>
              <a:gdLst>
                <a:gd name="T0" fmla="*/ 591 w 591"/>
                <a:gd name="T1" fmla="*/ 0 h 423"/>
                <a:gd name="T2" fmla="*/ 296 w 591"/>
                <a:gd name="T3" fmla="*/ 116 h 423"/>
                <a:gd name="T4" fmla="*/ 0 w 591"/>
                <a:gd name="T5" fmla="*/ 0 h 423"/>
                <a:gd name="T6" fmla="*/ 0 w 591"/>
                <a:gd name="T7" fmla="*/ 307 h 423"/>
                <a:gd name="T8" fmla="*/ 296 w 591"/>
                <a:gd name="T9" fmla="*/ 423 h 423"/>
                <a:gd name="T10" fmla="*/ 591 w 591"/>
                <a:gd name="T11" fmla="*/ 307 h 423"/>
                <a:gd name="T12" fmla="*/ 591 w 591"/>
                <a:gd name="T13" fmla="*/ 0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1" h="423">
                  <a:moveTo>
                    <a:pt x="591" y="0"/>
                  </a:moveTo>
                  <a:lnTo>
                    <a:pt x="296" y="116"/>
                  </a:lnTo>
                  <a:lnTo>
                    <a:pt x="0" y="0"/>
                  </a:lnTo>
                  <a:lnTo>
                    <a:pt x="0" y="307"/>
                  </a:lnTo>
                  <a:lnTo>
                    <a:pt x="296" y="423"/>
                  </a:lnTo>
                  <a:lnTo>
                    <a:pt x="591" y="307"/>
                  </a:lnTo>
                  <a:lnTo>
                    <a:pt x="591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shade val="30000"/>
                    <a:satMod val="115000"/>
                  </a:schemeClr>
                </a:gs>
                <a:gs pos="50000">
                  <a:schemeClr val="accent6">
                    <a:shade val="67500"/>
                    <a:satMod val="115000"/>
                  </a:schemeClr>
                </a:gs>
                <a:gs pos="100000">
                  <a:schemeClr val="accent6"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4" name="Freeform 96">
              <a:extLst>
                <a:ext uri="{FF2B5EF4-FFF2-40B4-BE49-F238E27FC236}">
                  <a16:creationId xmlns:a16="http://schemas.microsoft.com/office/drawing/2014/main" id="{165EE1DB-94CA-41CD-B2B0-E8BD6CA66D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2144" y="2206761"/>
              <a:ext cx="4387456" cy="3593595"/>
            </a:xfrm>
            <a:custGeom>
              <a:avLst/>
              <a:gdLst>
                <a:gd name="T0" fmla="*/ 0 w 2067"/>
                <a:gd name="T1" fmla="*/ 1693 h 1693"/>
                <a:gd name="T2" fmla="*/ 295 w 2067"/>
                <a:gd name="T3" fmla="*/ 1577 h 1693"/>
                <a:gd name="T4" fmla="*/ 295 w 2067"/>
                <a:gd name="T5" fmla="*/ 1270 h 1693"/>
                <a:gd name="T6" fmla="*/ 0 w 2067"/>
                <a:gd name="T7" fmla="*/ 1385 h 1693"/>
                <a:gd name="T8" fmla="*/ 0 w 2067"/>
                <a:gd name="T9" fmla="*/ 1693 h 1693"/>
                <a:gd name="T10" fmla="*/ 1772 w 2067"/>
                <a:gd name="T11" fmla="*/ 1385 h 1693"/>
                <a:gd name="T12" fmla="*/ 1772 w 2067"/>
                <a:gd name="T13" fmla="*/ 1693 h 1693"/>
                <a:gd name="T14" fmla="*/ 2067 w 2067"/>
                <a:gd name="T15" fmla="*/ 1577 h 1693"/>
                <a:gd name="T16" fmla="*/ 2067 w 2067"/>
                <a:gd name="T17" fmla="*/ 1270 h 1693"/>
                <a:gd name="T18" fmla="*/ 1772 w 2067"/>
                <a:gd name="T19" fmla="*/ 1385 h 1693"/>
                <a:gd name="T20" fmla="*/ 590 w 2067"/>
                <a:gd name="T21" fmla="*/ 1693 h 1693"/>
                <a:gd name="T22" fmla="*/ 886 w 2067"/>
                <a:gd name="T23" fmla="*/ 1577 h 1693"/>
                <a:gd name="T24" fmla="*/ 886 w 2067"/>
                <a:gd name="T25" fmla="*/ 1270 h 1693"/>
                <a:gd name="T26" fmla="*/ 590 w 2067"/>
                <a:gd name="T27" fmla="*/ 1385 h 1693"/>
                <a:gd name="T28" fmla="*/ 590 w 2067"/>
                <a:gd name="T29" fmla="*/ 1693 h 1693"/>
                <a:gd name="T30" fmla="*/ 590 w 2067"/>
                <a:gd name="T31" fmla="*/ 846 h 1693"/>
                <a:gd name="T32" fmla="*/ 295 w 2067"/>
                <a:gd name="T33" fmla="*/ 963 h 1693"/>
                <a:gd name="T34" fmla="*/ 295 w 2067"/>
                <a:gd name="T35" fmla="*/ 1270 h 1693"/>
                <a:gd name="T36" fmla="*/ 590 w 2067"/>
                <a:gd name="T37" fmla="*/ 1154 h 1693"/>
                <a:gd name="T38" fmla="*/ 590 w 2067"/>
                <a:gd name="T39" fmla="*/ 846 h 1693"/>
                <a:gd name="T40" fmla="*/ 1476 w 2067"/>
                <a:gd name="T41" fmla="*/ 1270 h 1693"/>
                <a:gd name="T42" fmla="*/ 1181 w 2067"/>
                <a:gd name="T43" fmla="*/ 1385 h 1693"/>
                <a:gd name="T44" fmla="*/ 1181 w 2067"/>
                <a:gd name="T45" fmla="*/ 1693 h 1693"/>
                <a:gd name="T46" fmla="*/ 1476 w 2067"/>
                <a:gd name="T47" fmla="*/ 1577 h 1693"/>
                <a:gd name="T48" fmla="*/ 1476 w 2067"/>
                <a:gd name="T49" fmla="*/ 1270 h 1693"/>
                <a:gd name="T50" fmla="*/ 1772 w 2067"/>
                <a:gd name="T51" fmla="*/ 1154 h 1693"/>
                <a:gd name="T52" fmla="*/ 1772 w 2067"/>
                <a:gd name="T53" fmla="*/ 846 h 1693"/>
                <a:gd name="T54" fmla="*/ 1476 w 2067"/>
                <a:gd name="T55" fmla="*/ 963 h 1693"/>
                <a:gd name="T56" fmla="*/ 1476 w 2067"/>
                <a:gd name="T57" fmla="*/ 1270 h 1693"/>
                <a:gd name="T58" fmla="*/ 1181 w 2067"/>
                <a:gd name="T59" fmla="*/ 846 h 1693"/>
                <a:gd name="T60" fmla="*/ 1476 w 2067"/>
                <a:gd name="T61" fmla="*/ 730 h 1693"/>
                <a:gd name="T62" fmla="*/ 1476 w 2067"/>
                <a:gd name="T63" fmla="*/ 423 h 1693"/>
                <a:gd name="T64" fmla="*/ 1181 w 2067"/>
                <a:gd name="T65" fmla="*/ 539 h 1693"/>
                <a:gd name="T66" fmla="*/ 1181 w 2067"/>
                <a:gd name="T67" fmla="*/ 846 h 1693"/>
                <a:gd name="T68" fmla="*/ 886 w 2067"/>
                <a:gd name="T69" fmla="*/ 963 h 1693"/>
                <a:gd name="T70" fmla="*/ 886 w 2067"/>
                <a:gd name="T71" fmla="*/ 1270 h 1693"/>
                <a:gd name="T72" fmla="*/ 1181 w 2067"/>
                <a:gd name="T73" fmla="*/ 1154 h 1693"/>
                <a:gd name="T74" fmla="*/ 1181 w 2067"/>
                <a:gd name="T75" fmla="*/ 846 h 1693"/>
                <a:gd name="T76" fmla="*/ 590 w 2067"/>
                <a:gd name="T77" fmla="*/ 846 h 1693"/>
                <a:gd name="T78" fmla="*/ 886 w 2067"/>
                <a:gd name="T79" fmla="*/ 730 h 1693"/>
                <a:gd name="T80" fmla="*/ 886 w 2067"/>
                <a:gd name="T81" fmla="*/ 423 h 1693"/>
                <a:gd name="T82" fmla="*/ 590 w 2067"/>
                <a:gd name="T83" fmla="*/ 539 h 1693"/>
                <a:gd name="T84" fmla="*/ 590 w 2067"/>
                <a:gd name="T85" fmla="*/ 846 h 1693"/>
                <a:gd name="T86" fmla="*/ 1181 w 2067"/>
                <a:gd name="T87" fmla="*/ 0 h 1693"/>
                <a:gd name="T88" fmla="*/ 886 w 2067"/>
                <a:gd name="T89" fmla="*/ 116 h 1693"/>
                <a:gd name="T90" fmla="*/ 886 w 2067"/>
                <a:gd name="T91" fmla="*/ 423 h 1693"/>
                <a:gd name="T92" fmla="*/ 1181 w 2067"/>
                <a:gd name="T93" fmla="*/ 307 h 1693"/>
                <a:gd name="T94" fmla="*/ 1181 w 2067"/>
                <a:gd name="T95" fmla="*/ 0 h 1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067" h="1693">
                  <a:moveTo>
                    <a:pt x="0" y="1693"/>
                  </a:moveTo>
                  <a:lnTo>
                    <a:pt x="295" y="1577"/>
                  </a:lnTo>
                  <a:lnTo>
                    <a:pt x="295" y="1270"/>
                  </a:lnTo>
                  <a:lnTo>
                    <a:pt x="0" y="1385"/>
                  </a:lnTo>
                  <a:lnTo>
                    <a:pt x="0" y="1693"/>
                  </a:lnTo>
                  <a:close/>
                  <a:moveTo>
                    <a:pt x="1772" y="1385"/>
                  </a:moveTo>
                  <a:lnTo>
                    <a:pt x="1772" y="1693"/>
                  </a:lnTo>
                  <a:lnTo>
                    <a:pt x="2067" y="1577"/>
                  </a:lnTo>
                  <a:lnTo>
                    <a:pt x="2067" y="1270"/>
                  </a:lnTo>
                  <a:lnTo>
                    <a:pt x="1772" y="1385"/>
                  </a:lnTo>
                  <a:close/>
                  <a:moveTo>
                    <a:pt x="590" y="1693"/>
                  </a:moveTo>
                  <a:lnTo>
                    <a:pt x="886" y="1577"/>
                  </a:lnTo>
                  <a:lnTo>
                    <a:pt x="886" y="1270"/>
                  </a:lnTo>
                  <a:lnTo>
                    <a:pt x="590" y="1385"/>
                  </a:lnTo>
                  <a:lnTo>
                    <a:pt x="590" y="1693"/>
                  </a:lnTo>
                  <a:close/>
                  <a:moveTo>
                    <a:pt x="590" y="846"/>
                  </a:moveTo>
                  <a:lnTo>
                    <a:pt x="295" y="963"/>
                  </a:lnTo>
                  <a:lnTo>
                    <a:pt x="295" y="1270"/>
                  </a:lnTo>
                  <a:lnTo>
                    <a:pt x="590" y="1154"/>
                  </a:lnTo>
                  <a:lnTo>
                    <a:pt x="590" y="846"/>
                  </a:lnTo>
                  <a:close/>
                  <a:moveTo>
                    <a:pt x="1476" y="1270"/>
                  </a:moveTo>
                  <a:lnTo>
                    <a:pt x="1181" y="1385"/>
                  </a:lnTo>
                  <a:lnTo>
                    <a:pt x="1181" y="1693"/>
                  </a:lnTo>
                  <a:lnTo>
                    <a:pt x="1476" y="1577"/>
                  </a:lnTo>
                  <a:lnTo>
                    <a:pt x="1476" y="1270"/>
                  </a:lnTo>
                  <a:lnTo>
                    <a:pt x="1772" y="1154"/>
                  </a:lnTo>
                  <a:lnTo>
                    <a:pt x="1772" y="846"/>
                  </a:lnTo>
                  <a:lnTo>
                    <a:pt x="1476" y="963"/>
                  </a:lnTo>
                  <a:lnTo>
                    <a:pt x="1476" y="1270"/>
                  </a:lnTo>
                  <a:close/>
                  <a:moveTo>
                    <a:pt x="1181" y="846"/>
                  </a:moveTo>
                  <a:lnTo>
                    <a:pt x="1476" y="730"/>
                  </a:lnTo>
                  <a:lnTo>
                    <a:pt x="1476" y="423"/>
                  </a:lnTo>
                  <a:lnTo>
                    <a:pt x="1181" y="539"/>
                  </a:lnTo>
                  <a:lnTo>
                    <a:pt x="1181" y="846"/>
                  </a:lnTo>
                  <a:lnTo>
                    <a:pt x="886" y="963"/>
                  </a:lnTo>
                  <a:lnTo>
                    <a:pt x="886" y="1270"/>
                  </a:lnTo>
                  <a:lnTo>
                    <a:pt x="1181" y="1154"/>
                  </a:lnTo>
                  <a:lnTo>
                    <a:pt x="1181" y="846"/>
                  </a:lnTo>
                  <a:close/>
                  <a:moveTo>
                    <a:pt x="590" y="846"/>
                  </a:moveTo>
                  <a:lnTo>
                    <a:pt x="886" y="730"/>
                  </a:lnTo>
                  <a:lnTo>
                    <a:pt x="886" y="423"/>
                  </a:lnTo>
                  <a:lnTo>
                    <a:pt x="590" y="539"/>
                  </a:lnTo>
                  <a:lnTo>
                    <a:pt x="590" y="846"/>
                  </a:lnTo>
                  <a:close/>
                  <a:moveTo>
                    <a:pt x="1181" y="0"/>
                  </a:moveTo>
                  <a:lnTo>
                    <a:pt x="886" y="116"/>
                  </a:lnTo>
                  <a:lnTo>
                    <a:pt x="886" y="423"/>
                  </a:lnTo>
                  <a:lnTo>
                    <a:pt x="1181" y="307"/>
                  </a:lnTo>
                  <a:lnTo>
                    <a:pt x="1181" y="0"/>
                  </a:lnTo>
                  <a:close/>
                </a:path>
              </a:pathLst>
            </a:custGeom>
            <a:solidFill>
              <a:sysClr val="windowText" lastClr="000000">
                <a:alpha val="1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5" name="Freeform 98">
              <a:extLst>
                <a:ext uri="{FF2B5EF4-FFF2-40B4-BE49-F238E27FC236}">
                  <a16:creationId xmlns:a16="http://schemas.microsoft.com/office/drawing/2014/main" id="{E0D24C44-9908-43A7-BADB-6485D88B5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15970" y="2187658"/>
              <a:ext cx="5013630" cy="3612699"/>
            </a:xfrm>
            <a:custGeom>
              <a:avLst/>
              <a:gdLst>
                <a:gd name="T0" fmla="*/ 1181 w 2362"/>
                <a:gd name="T1" fmla="*/ 432 h 1702"/>
                <a:gd name="T2" fmla="*/ 1190 w 2362"/>
                <a:gd name="T3" fmla="*/ 121 h 1702"/>
                <a:gd name="T4" fmla="*/ 1453 w 2362"/>
                <a:gd name="T5" fmla="*/ 0 h 1702"/>
                <a:gd name="T6" fmla="*/ 909 w 2362"/>
                <a:gd name="T7" fmla="*/ 0 h 1702"/>
                <a:gd name="T8" fmla="*/ 1171 w 2362"/>
                <a:gd name="T9" fmla="*/ 121 h 1702"/>
                <a:gd name="T10" fmla="*/ 1190 w 2362"/>
                <a:gd name="T11" fmla="*/ 968 h 1702"/>
                <a:gd name="T12" fmla="*/ 1443 w 2362"/>
                <a:gd name="T13" fmla="*/ 850 h 1702"/>
                <a:gd name="T14" fmla="*/ 919 w 2362"/>
                <a:gd name="T15" fmla="*/ 850 h 1702"/>
                <a:gd name="T16" fmla="*/ 895 w 2362"/>
                <a:gd name="T17" fmla="*/ 859 h 1702"/>
                <a:gd name="T18" fmla="*/ 1171 w 2362"/>
                <a:gd name="T19" fmla="*/ 968 h 1702"/>
                <a:gd name="T20" fmla="*/ 1181 w 2362"/>
                <a:gd name="T21" fmla="*/ 1279 h 1702"/>
                <a:gd name="T22" fmla="*/ 1190 w 2362"/>
                <a:gd name="T23" fmla="*/ 968 h 1702"/>
                <a:gd name="T24" fmla="*/ 624 w 2362"/>
                <a:gd name="T25" fmla="*/ 1274 h 1702"/>
                <a:gd name="T26" fmla="*/ 599 w 2362"/>
                <a:gd name="T27" fmla="*/ 1282 h 1702"/>
                <a:gd name="T28" fmla="*/ 876 w 2362"/>
                <a:gd name="T29" fmla="*/ 1391 h 1702"/>
                <a:gd name="T30" fmla="*/ 885 w 2362"/>
                <a:gd name="T31" fmla="*/ 1702 h 1702"/>
                <a:gd name="T32" fmla="*/ 895 w 2362"/>
                <a:gd name="T33" fmla="*/ 1391 h 1702"/>
                <a:gd name="T34" fmla="*/ 1147 w 2362"/>
                <a:gd name="T35" fmla="*/ 1274 h 1702"/>
                <a:gd name="T36" fmla="*/ 1476 w 2362"/>
                <a:gd name="T37" fmla="*/ 1376 h 1702"/>
                <a:gd name="T38" fmla="*/ 1190 w 2362"/>
                <a:gd name="T39" fmla="*/ 1282 h 1702"/>
                <a:gd name="T40" fmla="*/ 1190 w 2362"/>
                <a:gd name="T41" fmla="*/ 1282 h 1702"/>
                <a:gd name="T42" fmla="*/ 1467 w 2362"/>
                <a:gd name="T43" fmla="*/ 1698 h 1702"/>
                <a:gd name="T44" fmla="*/ 1485 w 2362"/>
                <a:gd name="T45" fmla="*/ 1698 h 1702"/>
                <a:gd name="T46" fmla="*/ 1762 w 2362"/>
                <a:gd name="T47" fmla="*/ 1282 h 1702"/>
                <a:gd name="T48" fmla="*/ 1476 w 2362"/>
                <a:gd name="T49" fmla="*/ 1376 h 1702"/>
                <a:gd name="T50" fmla="*/ 885 w 2362"/>
                <a:gd name="T51" fmla="*/ 855 h 1702"/>
                <a:gd name="T52" fmla="*/ 895 w 2362"/>
                <a:gd name="T53" fmla="*/ 544 h 1702"/>
                <a:gd name="T54" fmla="*/ 1147 w 2362"/>
                <a:gd name="T55" fmla="*/ 427 h 1702"/>
                <a:gd name="T56" fmla="*/ 613 w 2362"/>
                <a:gd name="T57" fmla="*/ 423 h 1702"/>
                <a:gd name="T58" fmla="*/ 876 w 2362"/>
                <a:gd name="T59" fmla="*/ 544 h 1702"/>
                <a:gd name="T60" fmla="*/ 599 w 2362"/>
                <a:gd name="T61" fmla="*/ 968 h 1702"/>
                <a:gd name="T62" fmla="*/ 852 w 2362"/>
                <a:gd name="T63" fmla="*/ 850 h 1702"/>
                <a:gd name="T64" fmla="*/ 318 w 2362"/>
                <a:gd name="T65" fmla="*/ 846 h 1702"/>
                <a:gd name="T66" fmla="*/ 581 w 2362"/>
                <a:gd name="T67" fmla="*/ 968 h 1702"/>
                <a:gd name="T68" fmla="*/ 590 w 2362"/>
                <a:gd name="T69" fmla="*/ 1279 h 1702"/>
                <a:gd name="T70" fmla="*/ 599 w 2362"/>
                <a:gd name="T71" fmla="*/ 968 h 1702"/>
                <a:gd name="T72" fmla="*/ 23 w 2362"/>
                <a:gd name="T73" fmla="*/ 1269 h 1702"/>
                <a:gd name="T74" fmla="*/ 286 w 2362"/>
                <a:gd name="T75" fmla="*/ 1391 h 1702"/>
                <a:gd name="T76" fmla="*/ 295 w 2362"/>
                <a:gd name="T77" fmla="*/ 1702 h 1702"/>
                <a:gd name="T78" fmla="*/ 304 w 2362"/>
                <a:gd name="T79" fmla="*/ 1391 h 1702"/>
                <a:gd name="T80" fmla="*/ 557 w 2362"/>
                <a:gd name="T81" fmla="*/ 1274 h 1702"/>
                <a:gd name="T82" fmla="*/ 2338 w 2362"/>
                <a:gd name="T83" fmla="*/ 1269 h 1702"/>
                <a:gd name="T84" fmla="*/ 1805 w 2362"/>
                <a:gd name="T85" fmla="*/ 1274 h 1702"/>
                <a:gd name="T86" fmla="*/ 2058 w 2362"/>
                <a:gd name="T87" fmla="*/ 1391 h 1702"/>
                <a:gd name="T88" fmla="*/ 2067 w 2362"/>
                <a:gd name="T89" fmla="*/ 1702 h 1702"/>
                <a:gd name="T90" fmla="*/ 2076 w 2362"/>
                <a:gd name="T91" fmla="*/ 1391 h 1702"/>
                <a:gd name="T92" fmla="*/ 2338 w 2362"/>
                <a:gd name="T93" fmla="*/ 1269 h 1702"/>
                <a:gd name="T94" fmla="*/ 1771 w 2362"/>
                <a:gd name="T95" fmla="*/ 953 h 1702"/>
                <a:gd name="T96" fmla="*/ 1485 w 2362"/>
                <a:gd name="T97" fmla="*/ 859 h 1702"/>
                <a:gd name="T98" fmla="*/ 1762 w 2362"/>
                <a:gd name="T99" fmla="*/ 1275 h 1702"/>
                <a:gd name="T100" fmla="*/ 1780 w 2362"/>
                <a:gd name="T101" fmla="*/ 1275 h 1702"/>
                <a:gd name="T102" fmla="*/ 2067 w 2362"/>
                <a:gd name="T103" fmla="*/ 855 h 1702"/>
                <a:gd name="T104" fmla="*/ 1214 w 2362"/>
                <a:gd name="T105" fmla="*/ 427 h 1702"/>
                <a:gd name="T106" fmla="*/ 1467 w 2362"/>
                <a:gd name="T107" fmla="*/ 544 h 1702"/>
                <a:gd name="T108" fmla="*/ 1476 w 2362"/>
                <a:gd name="T109" fmla="*/ 855 h 1702"/>
                <a:gd name="T110" fmla="*/ 1485 w 2362"/>
                <a:gd name="T111" fmla="*/ 544 h 1702"/>
                <a:gd name="T112" fmla="*/ 1748 w 2362"/>
                <a:gd name="T113" fmla="*/ 423 h 1702"/>
                <a:gd name="T114" fmla="*/ 1214 w 2362"/>
                <a:gd name="T115" fmla="*/ 427 h 1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362" h="1702">
                  <a:moveTo>
                    <a:pt x="1171" y="429"/>
                  </a:moveTo>
                  <a:lnTo>
                    <a:pt x="1181" y="432"/>
                  </a:lnTo>
                  <a:lnTo>
                    <a:pt x="1190" y="429"/>
                  </a:lnTo>
                  <a:lnTo>
                    <a:pt x="1190" y="121"/>
                  </a:lnTo>
                  <a:lnTo>
                    <a:pt x="1476" y="9"/>
                  </a:lnTo>
                  <a:lnTo>
                    <a:pt x="1453" y="0"/>
                  </a:lnTo>
                  <a:lnTo>
                    <a:pt x="1181" y="106"/>
                  </a:lnTo>
                  <a:lnTo>
                    <a:pt x="909" y="0"/>
                  </a:lnTo>
                  <a:lnTo>
                    <a:pt x="885" y="9"/>
                  </a:lnTo>
                  <a:lnTo>
                    <a:pt x="1171" y="121"/>
                  </a:lnTo>
                  <a:lnTo>
                    <a:pt x="1171" y="429"/>
                  </a:lnTo>
                  <a:close/>
                  <a:moveTo>
                    <a:pt x="1190" y="968"/>
                  </a:moveTo>
                  <a:lnTo>
                    <a:pt x="1467" y="859"/>
                  </a:lnTo>
                  <a:lnTo>
                    <a:pt x="1443" y="850"/>
                  </a:lnTo>
                  <a:lnTo>
                    <a:pt x="1181" y="953"/>
                  </a:lnTo>
                  <a:lnTo>
                    <a:pt x="919" y="850"/>
                  </a:lnTo>
                  <a:lnTo>
                    <a:pt x="895" y="859"/>
                  </a:lnTo>
                  <a:lnTo>
                    <a:pt x="895" y="859"/>
                  </a:lnTo>
                  <a:lnTo>
                    <a:pt x="895" y="859"/>
                  </a:lnTo>
                  <a:lnTo>
                    <a:pt x="1171" y="968"/>
                  </a:lnTo>
                  <a:lnTo>
                    <a:pt x="1171" y="1275"/>
                  </a:lnTo>
                  <a:lnTo>
                    <a:pt x="1181" y="1279"/>
                  </a:lnTo>
                  <a:lnTo>
                    <a:pt x="1190" y="1275"/>
                  </a:lnTo>
                  <a:lnTo>
                    <a:pt x="1190" y="968"/>
                  </a:lnTo>
                  <a:close/>
                  <a:moveTo>
                    <a:pt x="885" y="1376"/>
                  </a:moveTo>
                  <a:lnTo>
                    <a:pt x="624" y="1274"/>
                  </a:lnTo>
                  <a:lnTo>
                    <a:pt x="599" y="1282"/>
                  </a:lnTo>
                  <a:lnTo>
                    <a:pt x="599" y="1282"/>
                  </a:lnTo>
                  <a:lnTo>
                    <a:pt x="599" y="1282"/>
                  </a:lnTo>
                  <a:lnTo>
                    <a:pt x="876" y="1391"/>
                  </a:lnTo>
                  <a:lnTo>
                    <a:pt x="876" y="1698"/>
                  </a:lnTo>
                  <a:lnTo>
                    <a:pt x="885" y="1702"/>
                  </a:lnTo>
                  <a:lnTo>
                    <a:pt x="895" y="1698"/>
                  </a:lnTo>
                  <a:lnTo>
                    <a:pt x="895" y="1391"/>
                  </a:lnTo>
                  <a:lnTo>
                    <a:pt x="1171" y="1282"/>
                  </a:lnTo>
                  <a:lnTo>
                    <a:pt x="1147" y="1274"/>
                  </a:lnTo>
                  <a:lnTo>
                    <a:pt x="885" y="1376"/>
                  </a:lnTo>
                  <a:close/>
                  <a:moveTo>
                    <a:pt x="1476" y="1376"/>
                  </a:moveTo>
                  <a:lnTo>
                    <a:pt x="1214" y="1274"/>
                  </a:lnTo>
                  <a:lnTo>
                    <a:pt x="1190" y="1282"/>
                  </a:lnTo>
                  <a:lnTo>
                    <a:pt x="1191" y="1282"/>
                  </a:lnTo>
                  <a:lnTo>
                    <a:pt x="1190" y="1282"/>
                  </a:lnTo>
                  <a:lnTo>
                    <a:pt x="1467" y="1391"/>
                  </a:lnTo>
                  <a:lnTo>
                    <a:pt x="1467" y="1698"/>
                  </a:lnTo>
                  <a:lnTo>
                    <a:pt x="1476" y="1702"/>
                  </a:lnTo>
                  <a:lnTo>
                    <a:pt x="1485" y="1698"/>
                  </a:lnTo>
                  <a:lnTo>
                    <a:pt x="1485" y="1391"/>
                  </a:lnTo>
                  <a:lnTo>
                    <a:pt x="1762" y="1282"/>
                  </a:lnTo>
                  <a:lnTo>
                    <a:pt x="1738" y="1274"/>
                  </a:lnTo>
                  <a:lnTo>
                    <a:pt x="1476" y="1376"/>
                  </a:lnTo>
                  <a:close/>
                  <a:moveTo>
                    <a:pt x="876" y="852"/>
                  </a:moveTo>
                  <a:lnTo>
                    <a:pt x="885" y="855"/>
                  </a:lnTo>
                  <a:lnTo>
                    <a:pt x="895" y="852"/>
                  </a:lnTo>
                  <a:lnTo>
                    <a:pt x="895" y="544"/>
                  </a:lnTo>
                  <a:lnTo>
                    <a:pt x="1171" y="436"/>
                  </a:lnTo>
                  <a:lnTo>
                    <a:pt x="1147" y="427"/>
                  </a:lnTo>
                  <a:lnTo>
                    <a:pt x="885" y="530"/>
                  </a:lnTo>
                  <a:lnTo>
                    <a:pt x="613" y="423"/>
                  </a:lnTo>
                  <a:lnTo>
                    <a:pt x="590" y="432"/>
                  </a:lnTo>
                  <a:lnTo>
                    <a:pt x="876" y="544"/>
                  </a:lnTo>
                  <a:lnTo>
                    <a:pt x="876" y="852"/>
                  </a:lnTo>
                  <a:close/>
                  <a:moveTo>
                    <a:pt x="599" y="968"/>
                  </a:moveTo>
                  <a:lnTo>
                    <a:pt x="876" y="859"/>
                  </a:lnTo>
                  <a:lnTo>
                    <a:pt x="852" y="850"/>
                  </a:lnTo>
                  <a:lnTo>
                    <a:pt x="590" y="953"/>
                  </a:lnTo>
                  <a:lnTo>
                    <a:pt x="318" y="846"/>
                  </a:lnTo>
                  <a:lnTo>
                    <a:pt x="295" y="855"/>
                  </a:lnTo>
                  <a:lnTo>
                    <a:pt x="581" y="968"/>
                  </a:lnTo>
                  <a:lnTo>
                    <a:pt x="581" y="1275"/>
                  </a:lnTo>
                  <a:lnTo>
                    <a:pt x="590" y="1279"/>
                  </a:lnTo>
                  <a:lnTo>
                    <a:pt x="599" y="1275"/>
                  </a:lnTo>
                  <a:lnTo>
                    <a:pt x="599" y="968"/>
                  </a:lnTo>
                  <a:close/>
                  <a:moveTo>
                    <a:pt x="295" y="1377"/>
                  </a:moveTo>
                  <a:lnTo>
                    <a:pt x="23" y="1269"/>
                  </a:lnTo>
                  <a:lnTo>
                    <a:pt x="0" y="1279"/>
                  </a:lnTo>
                  <a:lnTo>
                    <a:pt x="286" y="1391"/>
                  </a:lnTo>
                  <a:lnTo>
                    <a:pt x="286" y="1698"/>
                  </a:lnTo>
                  <a:lnTo>
                    <a:pt x="295" y="1702"/>
                  </a:lnTo>
                  <a:lnTo>
                    <a:pt x="304" y="1698"/>
                  </a:lnTo>
                  <a:lnTo>
                    <a:pt x="304" y="1391"/>
                  </a:lnTo>
                  <a:lnTo>
                    <a:pt x="581" y="1282"/>
                  </a:lnTo>
                  <a:lnTo>
                    <a:pt x="557" y="1274"/>
                  </a:lnTo>
                  <a:lnTo>
                    <a:pt x="295" y="1377"/>
                  </a:lnTo>
                  <a:close/>
                  <a:moveTo>
                    <a:pt x="2338" y="1269"/>
                  </a:moveTo>
                  <a:lnTo>
                    <a:pt x="2067" y="1377"/>
                  </a:lnTo>
                  <a:lnTo>
                    <a:pt x="1805" y="1274"/>
                  </a:lnTo>
                  <a:lnTo>
                    <a:pt x="1781" y="1282"/>
                  </a:lnTo>
                  <a:lnTo>
                    <a:pt x="2058" y="1391"/>
                  </a:lnTo>
                  <a:lnTo>
                    <a:pt x="2058" y="1698"/>
                  </a:lnTo>
                  <a:lnTo>
                    <a:pt x="2067" y="1702"/>
                  </a:lnTo>
                  <a:lnTo>
                    <a:pt x="2076" y="1698"/>
                  </a:lnTo>
                  <a:lnTo>
                    <a:pt x="2076" y="1391"/>
                  </a:lnTo>
                  <a:lnTo>
                    <a:pt x="2362" y="1279"/>
                  </a:lnTo>
                  <a:lnTo>
                    <a:pt x="2338" y="1269"/>
                  </a:lnTo>
                  <a:close/>
                  <a:moveTo>
                    <a:pt x="2043" y="846"/>
                  </a:moveTo>
                  <a:lnTo>
                    <a:pt x="1771" y="953"/>
                  </a:lnTo>
                  <a:lnTo>
                    <a:pt x="1509" y="850"/>
                  </a:lnTo>
                  <a:lnTo>
                    <a:pt x="1485" y="859"/>
                  </a:lnTo>
                  <a:lnTo>
                    <a:pt x="1762" y="968"/>
                  </a:lnTo>
                  <a:lnTo>
                    <a:pt x="1762" y="1275"/>
                  </a:lnTo>
                  <a:lnTo>
                    <a:pt x="1771" y="1279"/>
                  </a:lnTo>
                  <a:lnTo>
                    <a:pt x="1780" y="1275"/>
                  </a:lnTo>
                  <a:lnTo>
                    <a:pt x="1780" y="968"/>
                  </a:lnTo>
                  <a:lnTo>
                    <a:pt x="2067" y="855"/>
                  </a:lnTo>
                  <a:lnTo>
                    <a:pt x="2043" y="846"/>
                  </a:lnTo>
                  <a:close/>
                  <a:moveTo>
                    <a:pt x="1214" y="427"/>
                  </a:moveTo>
                  <a:lnTo>
                    <a:pt x="1190" y="436"/>
                  </a:lnTo>
                  <a:lnTo>
                    <a:pt x="1467" y="544"/>
                  </a:lnTo>
                  <a:lnTo>
                    <a:pt x="1467" y="852"/>
                  </a:lnTo>
                  <a:lnTo>
                    <a:pt x="1476" y="855"/>
                  </a:lnTo>
                  <a:lnTo>
                    <a:pt x="1485" y="852"/>
                  </a:lnTo>
                  <a:lnTo>
                    <a:pt x="1485" y="544"/>
                  </a:lnTo>
                  <a:lnTo>
                    <a:pt x="1771" y="432"/>
                  </a:lnTo>
                  <a:lnTo>
                    <a:pt x="1748" y="423"/>
                  </a:lnTo>
                  <a:lnTo>
                    <a:pt x="1476" y="530"/>
                  </a:lnTo>
                  <a:lnTo>
                    <a:pt x="1214" y="427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6DF9F303-F7E2-4FCA-8B78-E6E6C80BA2A8}"/>
                </a:ext>
              </a:extLst>
            </p:cNvPr>
            <p:cNvGrpSpPr/>
            <p:nvPr/>
          </p:nvGrpSpPr>
          <p:grpSpPr>
            <a:xfrm>
              <a:off x="5602205" y="2313923"/>
              <a:ext cx="239036" cy="239036"/>
              <a:chOff x="3204409" y="3245628"/>
              <a:chExt cx="239036" cy="239036"/>
            </a:xfrm>
          </p:grpSpPr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9401A218-AEFB-4731-B5DE-3A60F9BD7A58}"/>
                  </a:ext>
                </a:extLst>
              </p:cNvPr>
              <p:cNvSpPr/>
              <p:nvPr/>
            </p:nvSpPr>
            <p:spPr>
              <a:xfrm>
                <a:off x="3204409" y="3245628"/>
                <a:ext cx="239036" cy="239036"/>
              </a:xfrm>
              <a:prstGeom prst="ellipse">
                <a:avLst/>
              </a:prstGeom>
              <a:solidFill>
                <a:srgbClr val="F8F8F8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ED54D39F-6C51-40E9-9873-C2DAB2DB4608}"/>
                  </a:ext>
                </a:extLst>
              </p:cNvPr>
              <p:cNvSpPr/>
              <p:nvPr/>
            </p:nvSpPr>
            <p:spPr>
              <a:xfrm>
                <a:off x="3262595" y="3303814"/>
                <a:ext cx="122664" cy="122664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3B7BB070-7D84-46CD-B562-A3F417CE7972}"/>
                </a:ext>
              </a:extLst>
            </p:cNvPr>
            <p:cNvGrpSpPr/>
            <p:nvPr/>
          </p:nvGrpSpPr>
          <p:grpSpPr>
            <a:xfrm>
              <a:off x="6867176" y="3345542"/>
              <a:ext cx="239036" cy="239036"/>
              <a:chOff x="3204409" y="3245628"/>
              <a:chExt cx="239036" cy="239036"/>
            </a:xfrm>
          </p:grpSpPr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B4F12B8D-688B-4B8E-A3ED-77A61C188457}"/>
                  </a:ext>
                </a:extLst>
              </p:cNvPr>
              <p:cNvSpPr/>
              <p:nvPr/>
            </p:nvSpPr>
            <p:spPr>
              <a:xfrm>
                <a:off x="3204409" y="3245628"/>
                <a:ext cx="239036" cy="239036"/>
              </a:xfrm>
              <a:prstGeom prst="ellipse">
                <a:avLst/>
              </a:prstGeom>
              <a:solidFill>
                <a:srgbClr val="F8F8F8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C64F8022-1951-461A-90F5-7A3A5628906C}"/>
                  </a:ext>
                </a:extLst>
              </p:cNvPr>
              <p:cNvSpPr/>
              <p:nvPr/>
            </p:nvSpPr>
            <p:spPr>
              <a:xfrm>
                <a:off x="3262595" y="3303814"/>
                <a:ext cx="122664" cy="122664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61AB12AC-AA7F-4DD9-BA44-C1381FD64B75}"/>
                </a:ext>
              </a:extLst>
            </p:cNvPr>
            <p:cNvGrpSpPr/>
            <p:nvPr/>
          </p:nvGrpSpPr>
          <p:grpSpPr>
            <a:xfrm>
              <a:off x="4343362" y="3325922"/>
              <a:ext cx="239036" cy="239036"/>
              <a:chOff x="3204409" y="3245628"/>
              <a:chExt cx="239036" cy="239036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96FBF67-8EC8-4A3B-8808-019601693111}"/>
                  </a:ext>
                </a:extLst>
              </p:cNvPr>
              <p:cNvSpPr/>
              <p:nvPr/>
            </p:nvSpPr>
            <p:spPr>
              <a:xfrm>
                <a:off x="3204409" y="3245628"/>
                <a:ext cx="239036" cy="239036"/>
              </a:xfrm>
              <a:prstGeom prst="ellipse">
                <a:avLst/>
              </a:prstGeom>
              <a:solidFill>
                <a:srgbClr val="F8F8F8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269D0209-38B2-4953-9BDD-96A87E3BA42B}"/>
                  </a:ext>
                </a:extLst>
              </p:cNvPr>
              <p:cNvSpPr/>
              <p:nvPr/>
            </p:nvSpPr>
            <p:spPr>
              <a:xfrm>
                <a:off x="3262595" y="3303814"/>
                <a:ext cx="122664" cy="122664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057AF92E-4674-4576-9E2C-9BACD0BBB486}"/>
                </a:ext>
              </a:extLst>
            </p:cNvPr>
            <p:cNvGrpSpPr/>
            <p:nvPr/>
          </p:nvGrpSpPr>
          <p:grpSpPr>
            <a:xfrm>
              <a:off x="7482847" y="4258031"/>
              <a:ext cx="239036" cy="239036"/>
              <a:chOff x="3204409" y="3245628"/>
              <a:chExt cx="239036" cy="239036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52357D2B-CD10-477D-9C46-D0B66EDF7BA0}"/>
                  </a:ext>
                </a:extLst>
              </p:cNvPr>
              <p:cNvSpPr/>
              <p:nvPr/>
            </p:nvSpPr>
            <p:spPr>
              <a:xfrm>
                <a:off x="3204409" y="3245628"/>
                <a:ext cx="239036" cy="239036"/>
              </a:xfrm>
              <a:prstGeom prst="ellipse">
                <a:avLst/>
              </a:prstGeom>
              <a:solidFill>
                <a:srgbClr val="F8F8F8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96C868E6-989A-4652-A90F-F7CFBAF72428}"/>
                  </a:ext>
                </a:extLst>
              </p:cNvPr>
              <p:cNvSpPr/>
              <p:nvPr/>
            </p:nvSpPr>
            <p:spPr>
              <a:xfrm>
                <a:off x="3262595" y="3303814"/>
                <a:ext cx="122664" cy="122664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D6A8A1A8-A284-406E-9DC8-7E8444B78568}"/>
                </a:ext>
              </a:extLst>
            </p:cNvPr>
            <p:cNvGrpSpPr/>
            <p:nvPr/>
          </p:nvGrpSpPr>
          <p:grpSpPr>
            <a:xfrm>
              <a:off x="8125030" y="5150425"/>
              <a:ext cx="239036" cy="239036"/>
              <a:chOff x="3204409" y="3245628"/>
              <a:chExt cx="239036" cy="239036"/>
            </a:xfrm>
          </p:grpSpPr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B94DEDDE-F34B-4636-99BD-DFBCA9B9E581}"/>
                  </a:ext>
                </a:extLst>
              </p:cNvPr>
              <p:cNvSpPr/>
              <p:nvPr/>
            </p:nvSpPr>
            <p:spPr>
              <a:xfrm>
                <a:off x="3204409" y="3245628"/>
                <a:ext cx="239036" cy="239036"/>
              </a:xfrm>
              <a:prstGeom prst="ellipse">
                <a:avLst/>
              </a:prstGeom>
              <a:solidFill>
                <a:srgbClr val="F8F8F8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3F4A0864-B0F4-409A-BEF6-6E3BD2133270}"/>
                  </a:ext>
                </a:extLst>
              </p:cNvPr>
              <p:cNvSpPr/>
              <p:nvPr/>
            </p:nvSpPr>
            <p:spPr>
              <a:xfrm>
                <a:off x="3262595" y="3303814"/>
                <a:ext cx="122664" cy="122664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B6458270-7B13-40AE-87FD-656DDF941FCA}"/>
                </a:ext>
              </a:extLst>
            </p:cNvPr>
            <p:cNvGrpSpPr/>
            <p:nvPr/>
          </p:nvGrpSpPr>
          <p:grpSpPr>
            <a:xfrm>
              <a:off x="3038266" y="5127450"/>
              <a:ext cx="239036" cy="239036"/>
              <a:chOff x="3204409" y="3245628"/>
              <a:chExt cx="239036" cy="239036"/>
            </a:xfrm>
          </p:grpSpPr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2C68F4A9-DB85-450C-8535-20002A5A9B03}"/>
                  </a:ext>
                </a:extLst>
              </p:cNvPr>
              <p:cNvSpPr/>
              <p:nvPr/>
            </p:nvSpPr>
            <p:spPr>
              <a:xfrm>
                <a:off x="3204409" y="3245628"/>
                <a:ext cx="239036" cy="239036"/>
              </a:xfrm>
              <a:prstGeom prst="ellipse">
                <a:avLst/>
              </a:prstGeom>
              <a:solidFill>
                <a:srgbClr val="F8F8F8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8665178C-07B3-44EE-93EC-DA961CED7FA6}"/>
                  </a:ext>
                </a:extLst>
              </p:cNvPr>
              <p:cNvSpPr/>
              <p:nvPr/>
            </p:nvSpPr>
            <p:spPr>
              <a:xfrm>
                <a:off x="3262595" y="3303814"/>
                <a:ext cx="122664" cy="122664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DEB85B18-9D5C-45B2-AF42-8BF397D71DFA}"/>
                </a:ext>
              </a:extLst>
            </p:cNvPr>
            <p:cNvGrpSpPr/>
            <p:nvPr/>
          </p:nvGrpSpPr>
          <p:grpSpPr>
            <a:xfrm>
              <a:off x="3693533" y="4194799"/>
              <a:ext cx="239036" cy="239036"/>
              <a:chOff x="3204409" y="3245628"/>
              <a:chExt cx="239036" cy="239036"/>
            </a:xfrm>
          </p:grpSpPr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A16A3C8C-F227-4227-B78A-920E6A5BE7E3}"/>
                  </a:ext>
                </a:extLst>
              </p:cNvPr>
              <p:cNvSpPr/>
              <p:nvPr/>
            </p:nvSpPr>
            <p:spPr>
              <a:xfrm>
                <a:off x="3204409" y="3245628"/>
                <a:ext cx="239036" cy="239036"/>
              </a:xfrm>
              <a:prstGeom prst="ellipse">
                <a:avLst/>
              </a:prstGeom>
              <a:solidFill>
                <a:srgbClr val="F8F8F8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2E51C1BE-4223-41A7-9434-0EE5176E3309}"/>
                  </a:ext>
                </a:extLst>
              </p:cNvPr>
              <p:cNvSpPr/>
              <p:nvPr/>
            </p:nvSpPr>
            <p:spPr>
              <a:xfrm>
                <a:off x="3262595" y="3303814"/>
                <a:ext cx="122664" cy="122664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A137E6F1-9A87-4B72-ACCE-5201938ED69B}"/>
                </a:ext>
              </a:extLst>
            </p:cNvPr>
            <p:cNvGrpSpPr/>
            <p:nvPr/>
          </p:nvGrpSpPr>
          <p:grpSpPr>
            <a:xfrm>
              <a:off x="5610741" y="4416434"/>
              <a:ext cx="239036" cy="239036"/>
              <a:chOff x="3204409" y="3245628"/>
              <a:chExt cx="239036" cy="239036"/>
            </a:xfrm>
          </p:grpSpPr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AAD51F03-B579-4E33-80B8-B9AA7DFCB49B}"/>
                  </a:ext>
                </a:extLst>
              </p:cNvPr>
              <p:cNvSpPr/>
              <p:nvPr/>
            </p:nvSpPr>
            <p:spPr>
              <a:xfrm>
                <a:off x="3204409" y="3245628"/>
                <a:ext cx="239036" cy="239036"/>
              </a:xfrm>
              <a:prstGeom prst="ellipse">
                <a:avLst/>
              </a:prstGeom>
              <a:solidFill>
                <a:srgbClr val="F8F8F8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33C00B15-44A8-4BEC-8CA6-CCBB6AB6D9F5}"/>
                  </a:ext>
                </a:extLst>
              </p:cNvPr>
              <p:cNvSpPr/>
              <p:nvPr/>
            </p:nvSpPr>
            <p:spPr>
              <a:xfrm>
                <a:off x="3262595" y="3303814"/>
                <a:ext cx="122664" cy="122664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824B87CA-8D16-4905-B5C1-898D3C1E3F2C}"/>
                </a:ext>
              </a:extLst>
            </p:cNvPr>
            <p:cNvGrpSpPr/>
            <p:nvPr/>
          </p:nvGrpSpPr>
          <p:grpSpPr>
            <a:xfrm>
              <a:off x="4974063" y="5312974"/>
              <a:ext cx="239036" cy="239036"/>
              <a:chOff x="3204409" y="3245628"/>
              <a:chExt cx="239036" cy="239036"/>
            </a:xfrm>
          </p:grpSpPr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B2A7A64D-6408-446A-B9C6-8C145B99A6E7}"/>
                  </a:ext>
                </a:extLst>
              </p:cNvPr>
              <p:cNvSpPr/>
              <p:nvPr/>
            </p:nvSpPr>
            <p:spPr>
              <a:xfrm>
                <a:off x="3204409" y="3245628"/>
                <a:ext cx="239036" cy="239036"/>
              </a:xfrm>
              <a:prstGeom prst="ellipse">
                <a:avLst/>
              </a:prstGeom>
              <a:solidFill>
                <a:srgbClr val="F8F8F8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C5295784-8BBD-4C87-8D9C-B044196E1A93}"/>
                  </a:ext>
                </a:extLst>
              </p:cNvPr>
              <p:cNvSpPr/>
              <p:nvPr/>
            </p:nvSpPr>
            <p:spPr>
              <a:xfrm>
                <a:off x="3262595" y="3303814"/>
                <a:ext cx="122664" cy="122664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2D48761B-A5D4-42A5-A5FF-585F44C776E1}"/>
                </a:ext>
              </a:extLst>
            </p:cNvPr>
            <p:cNvGrpSpPr/>
            <p:nvPr/>
          </p:nvGrpSpPr>
          <p:grpSpPr>
            <a:xfrm>
              <a:off x="6230361" y="5307909"/>
              <a:ext cx="239036" cy="239036"/>
              <a:chOff x="3204409" y="3245628"/>
              <a:chExt cx="239036" cy="239036"/>
            </a:xfrm>
          </p:grpSpPr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0E059F8C-D2C2-4AEA-8CAF-335156EA766F}"/>
                  </a:ext>
                </a:extLst>
              </p:cNvPr>
              <p:cNvSpPr/>
              <p:nvPr/>
            </p:nvSpPr>
            <p:spPr>
              <a:xfrm>
                <a:off x="3204409" y="3245628"/>
                <a:ext cx="239036" cy="239036"/>
              </a:xfrm>
              <a:prstGeom prst="ellipse">
                <a:avLst/>
              </a:prstGeom>
              <a:solidFill>
                <a:srgbClr val="F8F8F8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75976A91-3C90-4F6F-8F6C-714BE8B92832}"/>
                  </a:ext>
                </a:extLst>
              </p:cNvPr>
              <p:cNvSpPr/>
              <p:nvPr/>
            </p:nvSpPr>
            <p:spPr>
              <a:xfrm>
                <a:off x="3262595" y="3303814"/>
                <a:ext cx="122664" cy="122664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FFDA2466-F361-48B2-B6BA-6D950B0F31C5}"/>
              </a:ext>
            </a:extLst>
          </p:cNvPr>
          <p:cNvCxnSpPr>
            <a:cxnSpLocks/>
          </p:cNvCxnSpPr>
          <p:nvPr/>
        </p:nvCxnSpPr>
        <p:spPr>
          <a:xfrm flipV="1">
            <a:off x="8006425" y="3892181"/>
            <a:ext cx="859145" cy="19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FB58B49-03BE-40CC-B89E-4BBA7CF87F9B}"/>
              </a:ext>
            </a:extLst>
          </p:cNvPr>
          <p:cNvGrpSpPr/>
          <p:nvPr/>
        </p:nvGrpSpPr>
        <p:grpSpPr>
          <a:xfrm>
            <a:off x="1576448" y="2667119"/>
            <a:ext cx="2292870" cy="540668"/>
            <a:chOff x="52453" y="3637407"/>
            <a:chExt cx="2292870" cy="540668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81136577-D358-4E54-A807-BB8B35B18E2E}"/>
                </a:ext>
              </a:extLst>
            </p:cNvPr>
            <p:cNvSpPr txBox="1"/>
            <p:nvPr/>
          </p:nvSpPr>
          <p:spPr>
            <a:xfrm>
              <a:off x="751091" y="3637407"/>
              <a:ext cx="159423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Open Sans Semibold" panose="020B0706030804020204" pitchFamily="34" charset="0"/>
                  <a:cs typeface="Arial" panose="020B0604020202020204" pitchFamily="34" charset="0"/>
                </a:rPr>
                <a:t>Your Text Here</a:t>
              </a:r>
              <a:endParaRPr kumimoji="0" lang="id-ID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Open Sans Semibold" panose="020B07060308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DCE82EBF-9F83-478E-8BFA-CA09F3940952}"/>
                </a:ext>
              </a:extLst>
            </p:cNvPr>
            <p:cNvSpPr/>
            <p:nvPr/>
          </p:nvSpPr>
          <p:spPr>
            <a:xfrm>
              <a:off x="52453" y="3808743"/>
              <a:ext cx="22928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  <a:sym typeface="Source Sans Pro" charset="0"/>
                </a:rPr>
                <a:t>Lorem Ipsum is simply dummy text of the printing and typesetting industry.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DE548F30-95E6-45D0-9A2C-CEF488DEAEFA}"/>
              </a:ext>
            </a:extLst>
          </p:cNvPr>
          <p:cNvGrpSpPr/>
          <p:nvPr/>
        </p:nvGrpSpPr>
        <p:grpSpPr>
          <a:xfrm>
            <a:off x="1109409" y="3531559"/>
            <a:ext cx="2292870" cy="540668"/>
            <a:chOff x="52453" y="3637407"/>
            <a:chExt cx="2292870" cy="540668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CD0D91E-9D8B-4148-9BB5-9E1B5380CF5F}"/>
                </a:ext>
              </a:extLst>
            </p:cNvPr>
            <p:cNvSpPr txBox="1"/>
            <p:nvPr/>
          </p:nvSpPr>
          <p:spPr>
            <a:xfrm>
              <a:off x="751091" y="3637407"/>
              <a:ext cx="159423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Open Sans Semibold" panose="020B0706030804020204" pitchFamily="34" charset="0"/>
                  <a:cs typeface="Arial" panose="020B0604020202020204" pitchFamily="34" charset="0"/>
                </a:rPr>
                <a:t>Your Text Here</a:t>
              </a:r>
              <a:endParaRPr kumimoji="0" lang="id-ID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Open Sans Semibold" panose="020B07060308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D3095A29-FF32-4B79-8F17-8592F1AB34B5}"/>
                </a:ext>
              </a:extLst>
            </p:cNvPr>
            <p:cNvSpPr/>
            <p:nvPr/>
          </p:nvSpPr>
          <p:spPr>
            <a:xfrm>
              <a:off x="52453" y="3808743"/>
              <a:ext cx="22928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  <a:sym typeface="Source Sans Pro" charset="0"/>
                </a:rPr>
                <a:t>Lorem Ipsum is simply dummy text of the printing and typesetting industry.</a:t>
              </a: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57C79F6B-FE4D-4E6F-AD7F-9BFAF6B3ED0E}"/>
              </a:ext>
            </a:extLst>
          </p:cNvPr>
          <p:cNvGrpSpPr/>
          <p:nvPr/>
        </p:nvGrpSpPr>
        <p:grpSpPr>
          <a:xfrm>
            <a:off x="490319" y="4480079"/>
            <a:ext cx="2292870" cy="540668"/>
            <a:chOff x="52453" y="3637407"/>
            <a:chExt cx="2292870" cy="540668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3243915-CBC3-40DA-8EBA-8032D80C414D}"/>
                </a:ext>
              </a:extLst>
            </p:cNvPr>
            <p:cNvSpPr txBox="1"/>
            <p:nvPr/>
          </p:nvSpPr>
          <p:spPr>
            <a:xfrm>
              <a:off x="751091" y="3637407"/>
              <a:ext cx="159423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Open Sans Semibold" panose="020B0706030804020204" pitchFamily="34" charset="0"/>
                  <a:cs typeface="Arial" panose="020B0604020202020204" pitchFamily="34" charset="0"/>
                </a:rPr>
                <a:t>Your Text Here</a:t>
              </a:r>
              <a:endParaRPr kumimoji="0" lang="id-ID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Open Sans Semibold" panose="020B07060308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E7C071D7-15EA-453C-85B5-3C9A8351A5C1}"/>
                </a:ext>
              </a:extLst>
            </p:cNvPr>
            <p:cNvSpPr/>
            <p:nvPr/>
          </p:nvSpPr>
          <p:spPr>
            <a:xfrm>
              <a:off x="52453" y="3808743"/>
              <a:ext cx="22928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  <a:sym typeface="Source Sans Pro" charset="0"/>
                </a:rPr>
                <a:t>Lorem Ipsum is simply dummy text of the printing and typesetting industry.</a:t>
              </a: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66E34C3C-7DA7-4E91-B5D0-125DCDDE7905}"/>
              </a:ext>
            </a:extLst>
          </p:cNvPr>
          <p:cNvGrpSpPr/>
          <p:nvPr/>
        </p:nvGrpSpPr>
        <p:grpSpPr>
          <a:xfrm>
            <a:off x="9383859" y="4500752"/>
            <a:ext cx="2292870" cy="540668"/>
            <a:chOff x="52453" y="3637407"/>
            <a:chExt cx="2292870" cy="540668"/>
          </a:xfrm>
        </p:grpSpPr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9124302E-C6D2-48DA-B1F4-AB3AD22D86DA}"/>
                </a:ext>
              </a:extLst>
            </p:cNvPr>
            <p:cNvSpPr txBox="1"/>
            <p:nvPr/>
          </p:nvSpPr>
          <p:spPr>
            <a:xfrm>
              <a:off x="52453" y="3637407"/>
              <a:ext cx="159423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Open Sans Semibold" panose="020B0706030804020204" pitchFamily="34" charset="0"/>
                  <a:cs typeface="Arial" panose="020B0604020202020204" pitchFamily="34" charset="0"/>
                </a:rPr>
                <a:t>Your Text Here</a:t>
              </a:r>
              <a:endParaRPr kumimoji="0" lang="id-ID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Open Sans Semibold" panose="020B07060308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D948C7B5-49FA-48BE-B399-E8571DF4BA5F}"/>
                </a:ext>
              </a:extLst>
            </p:cNvPr>
            <p:cNvSpPr/>
            <p:nvPr/>
          </p:nvSpPr>
          <p:spPr>
            <a:xfrm>
              <a:off x="52453" y="3808743"/>
              <a:ext cx="22928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  <a:sym typeface="Source Sans Pro" charset="0"/>
                </a:rPr>
                <a:t>Lorem Ipsum is simply dummy text of the printing and typesetting industry.</a:t>
              </a: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CEE67F42-773F-4F97-8CFE-8D1DD881DFDB}"/>
              </a:ext>
            </a:extLst>
          </p:cNvPr>
          <p:cNvGrpSpPr/>
          <p:nvPr/>
        </p:nvGrpSpPr>
        <p:grpSpPr>
          <a:xfrm>
            <a:off x="8881491" y="3617227"/>
            <a:ext cx="2292870" cy="540668"/>
            <a:chOff x="52453" y="3637407"/>
            <a:chExt cx="2292870" cy="540668"/>
          </a:xfrm>
        </p:grpSpPr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CEFCA451-1DDD-4629-80D0-1BCDAF2A4256}"/>
                </a:ext>
              </a:extLst>
            </p:cNvPr>
            <p:cNvSpPr txBox="1"/>
            <p:nvPr/>
          </p:nvSpPr>
          <p:spPr>
            <a:xfrm>
              <a:off x="52453" y="3637407"/>
              <a:ext cx="159423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Open Sans Semibold" panose="020B0706030804020204" pitchFamily="34" charset="0"/>
                  <a:cs typeface="Arial" panose="020B0604020202020204" pitchFamily="34" charset="0"/>
                </a:rPr>
                <a:t>Your Text Here</a:t>
              </a:r>
              <a:endParaRPr kumimoji="0" lang="id-ID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Open Sans Semibold" panose="020B07060308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E26580E-5412-4B0B-A494-E47E0D6D603B}"/>
                </a:ext>
              </a:extLst>
            </p:cNvPr>
            <p:cNvSpPr/>
            <p:nvPr/>
          </p:nvSpPr>
          <p:spPr>
            <a:xfrm>
              <a:off x="52453" y="3808743"/>
              <a:ext cx="22928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  <a:sym typeface="Source Sans Pro" charset="0"/>
                </a:rPr>
                <a:t>Lorem Ipsum is simply dummy text of the printing and typesetting industry.</a:t>
              </a: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4824B8A-6853-4A2A-9B6E-FCEE6ACEA953}"/>
              </a:ext>
            </a:extLst>
          </p:cNvPr>
          <p:cNvGrpSpPr/>
          <p:nvPr/>
        </p:nvGrpSpPr>
        <p:grpSpPr>
          <a:xfrm>
            <a:off x="8364066" y="2702532"/>
            <a:ext cx="2292870" cy="540668"/>
            <a:chOff x="52453" y="3637407"/>
            <a:chExt cx="2292870" cy="540668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19799DD8-9F68-4DCE-A13A-79DFD92A6287}"/>
                </a:ext>
              </a:extLst>
            </p:cNvPr>
            <p:cNvSpPr txBox="1"/>
            <p:nvPr/>
          </p:nvSpPr>
          <p:spPr>
            <a:xfrm>
              <a:off x="52453" y="3637407"/>
              <a:ext cx="159423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Open Sans Semibold" panose="020B0706030804020204" pitchFamily="34" charset="0"/>
                  <a:cs typeface="Arial" panose="020B0604020202020204" pitchFamily="34" charset="0"/>
                </a:rPr>
                <a:t>Your Text Here</a:t>
              </a:r>
              <a:endParaRPr kumimoji="0" lang="id-ID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Open Sans Semibold" panose="020B07060308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9B6B3768-60AC-4FAD-BD38-F3FEC84A6511}"/>
                </a:ext>
              </a:extLst>
            </p:cNvPr>
            <p:cNvSpPr/>
            <p:nvPr/>
          </p:nvSpPr>
          <p:spPr>
            <a:xfrm>
              <a:off x="52453" y="3808743"/>
              <a:ext cx="22928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  <a:sym typeface="Source Sans Pro" charset="0"/>
                </a:rPr>
                <a:t>Lorem Ipsum is simply dummy text of the printing and typesetting industry.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C99C98E-BF9D-4936-A631-2BC5CC62651B}"/>
              </a:ext>
            </a:extLst>
          </p:cNvPr>
          <p:cNvGrpSpPr/>
          <p:nvPr/>
        </p:nvGrpSpPr>
        <p:grpSpPr>
          <a:xfrm>
            <a:off x="1198416" y="5588825"/>
            <a:ext cx="2292870" cy="540668"/>
            <a:chOff x="52453" y="3637407"/>
            <a:chExt cx="2292870" cy="540668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8D2AA500-C512-45D6-8D03-CDA19D48F520}"/>
                </a:ext>
              </a:extLst>
            </p:cNvPr>
            <p:cNvSpPr txBox="1"/>
            <p:nvPr/>
          </p:nvSpPr>
          <p:spPr>
            <a:xfrm>
              <a:off x="751091" y="3637407"/>
              <a:ext cx="159423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Open Sans Semibold" panose="020B0706030804020204" pitchFamily="34" charset="0"/>
                  <a:cs typeface="Arial" panose="020B0604020202020204" pitchFamily="34" charset="0"/>
                </a:rPr>
                <a:t>Your Text Here</a:t>
              </a:r>
              <a:endParaRPr kumimoji="0" lang="id-ID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Open Sans Semibold" panose="020B07060308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510E1DF5-7188-4A03-925F-1D443BAACC89}"/>
                </a:ext>
              </a:extLst>
            </p:cNvPr>
            <p:cNvSpPr/>
            <p:nvPr/>
          </p:nvSpPr>
          <p:spPr>
            <a:xfrm>
              <a:off x="52453" y="3808743"/>
              <a:ext cx="22928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  <a:sym typeface="Source Sans Pro" charset="0"/>
                </a:rPr>
                <a:t>Lorem Ipsum is simply dummy text of the printing and typesetting industry.</a:t>
              </a: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EDAF214D-451B-49B1-9F89-833876B9481C}"/>
              </a:ext>
            </a:extLst>
          </p:cNvPr>
          <p:cNvGrpSpPr/>
          <p:nvPr/>
        </p:nvGrpSpPr>
        <p:grpSpPr>
          <a:xfrm>
            <a:off x="8772458" y="5588825"/>
            <a:ext cx="2292870" cy="540668"/>
            <a:chOff x="52453" y="3637407"/>
            <a:chExt cx="2292870" cy="540668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4F9814D9-9AD7-47A5-B36F-A1737F28E7AF}"/>
                </a:ext>
              </a:extLst>
            </p:cNvPr>
            <p:cNvSpPr txBox="1"/>
            <p:nvPr/>
          </p:nvSpPr>
          <p:spPr>
            <a:xfrm>
              <a:off x="52453" y="3637407"/>
              <a:ext cx="159423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Open Sans Semibold" panose="020B0706030804020204" pitchFamily="34" charset="0"/>
                  <a:cs typeface="Arial" panose="020B0604020202020204" pitchFamily="34" charset="0"/>
                </a:rPr>
                <a:t>Your Text Here</a:t>
              </a:r>
              <a:endParaRPr kumimoji="0" lang="id-ID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Open Sans Semibold" panose="020B07060308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58B32426-F9AE-4B0F-B0A3-A2BEA302B18E}"/>
                </a:ext>
              </a:extLst>
            </p:cNvPr>
            <p:cNvSpPr/>
            <p:nvPr/>
          </p:nvSpPr>
          <p:spPr>
            <a:xfrm>
              <a:off x="52453" y="3808743"/>
              <a:ext cx="22928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  <a:sym typeface="Source Sans Pro" charset="0"/>
                </a:rPr>
                <a:t>Lorem Ipsum is simply dummy text of the printing and typesetting industry.</a:t>
              </a: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3C621FAD-8DFC-4EFA-AE2B-C476A202EE29}"/>
              </a:ext>
            </a:extLst>
          </p:cNvPr>
          <p:cNvGrpSpPr/>
          <p:nvPr/>
        </p:nvGrpSpPr>
        <p:grpSpPr>
          <a:xfrm>
            <a:off x="7686524" y="1698681"/>
            <a:ext cx="2292870" cy="540668"/>
            <a:chOff x="52453" y="3637407"/>
            <a:chExt cx="2292870" cy="540668"/>
          </a:xfrm>
        </p:grpSpPr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13EDF6EF-31E1-4AC4-A6E2-5B76D04FB78A}"/>
                </a:ext>
              </a:extLst>
            </p:cNvPr>
            <p:cNvSpPr txBox="1"/>
            <p:nvPr/>
          </p:nvSpPr>
          <p:spPr>
            <a:xfrm>
              <a:off x="52453" y="3637407"/>
              <a:ext cx="159423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Open Sans Semibold" panose="020B0706030804020204" pitchFamily="34" charset="0"/>
                  <a:cs typeface="Arial" panose="020B0604020202020204" pitchFamily="34" charset="0"/>
                </a:rPr>
                <a:t>Your Text Here</a:t>
              </a:r>
              <a:endParaRPr kumimoji="0" lang="id-ID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Open Sans Semibold" panose="020B07060308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D80C902E-E315-4290-97AE-D4ED2C164F96}"/>
                </a:ext>
              </a:extLst>
            </p:cNvPr>
            <p:cNvSpPr/>
            <p:nvPr/>
          </p:nvSpPr>
          <p:spPr>
            <a:xfrm>
              <a:off x="52453" y="3808743"/>
              <a:ext cx="22928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  <a:sym typeface="Source Sans Pro" charset="0"/>
                </a:rPr>
                <a:t>Lorem Ipsum is simply dummy text of the printing and typesetting industry.</a:t>
              </a:r>
            </a:p>
          </p:txBody>
        </p:sp>
      </p:grp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83F0509B-E66C-43B1-A96A-41B3648866FC}"/>
              </a:ext>
            </a:extLst>
          </p:cNvPr>
          <p:cNvCxnSpPr>
            <a:cxnSpLocks/>
          </p:cNvCxnSpPr>
          <p:nvPr/>
        </p:nvCxnSpPr>
        <p:spPr>
          <a:xfrm>
            <a:off x="6244611" y="1960908"/>
            <a:ext cx="138589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0A128A8F-7F8C-45ED-9B77-B5E0C7B51355}"/>
              </a:ext>
            </a:extLst>
          </p:cNvPr>
          <p:cNvGrpSpPr/>
          <p:nvPr/>
        </p:nvGrpSpPr>
        <p:grpSpPr>
          <a:xfrm>
            <a:off x="4985437" y="5967352"/>
            <a:ext cx="2292870" cy="540668"/>
            <a:chOff x="52453" y="3637407"/>
            <a:chExt cx="2292870" cy="540668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6DF2B901-3F31-4DB4-A207-879F04FF39DA}"/>
                </a:ext>
              </a:extLst>
            </p:cNvPr>
            <p:cNvSpPr txBox="1"/>
            <p:nvPr/>
          </p:nvSpPr>
          <p:spPr>
            <a:xfrm>
              <a:off x="401772" y="3637407"/>
              <a:ext cx="159423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Open Sans Semibold" panose="020B0706030804020204" pitchFamily="34" charset="0"/>
                  <a:cs typeface="Arial" panose="020B0604020202020204" pitchFamily="34" charset="0"/>
                </a:rPr>
                <a:t>Your Text Here</a:t>
              </a:r>
              <a:endParaRPr kumimoji="0" lang="id-ID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Open Sans Semibold" panose="020B07060308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8914CDF3-61C1-45A0-B6E6-E1EA503297FB}"/>
                </a:ext>
              </a:extLst>
            </p:cNvPr>
            <p:cNvSpPr/>
            <p:nvPr/>
          </p:nvSpPr>
          <p:spPr>
            <a:xfrm>
              <a:off x="52453" y="3808743"/>
              <a:ext cx="22928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  <a:sym typeface="Source Sans Pro" charset="0"/>
                </a:rPr>
                <a:t>Lorem Ipsum is simply dummy text of the printing and typesetting industry.</a:t>
              </a:r>
            </a:p>
          </p:txBody>
        </p:sp>
      </p:grpSp>
      <p:cxnSp>
        <p:nvCxnSpPr>
          <p:cNvPr id="158" name="Elbow Connector 2057">
            <a:extLst>
              <a:ext uri="{FF2B5EF4-FFF2-40B4-BE49-F238E27FC236}">
                <a16:creationId xmlns:a16="http://schemas.microsoft.com/office/drawing/2014/main" id="{7202F268-F94F-40F9-84C0-6120AE07C02C}"/>
              </a:ext>
            </a:extLst>
          </p:cNvPr>
          <p:cNvCxnSpPr>
            <a:cxnSpLocks/>
            <a:stCxn id="147" idx="3"/>
            <a:endCxn id="108" idx="4"/>
          </p:cNvCxnSpPr>
          <p:nvPr/>
        </p:nvCxnSpPr>
        <p:spPr>
          <a:xfrm flipV="1">
            <a:off x="3491286" y="5068542"/>
            <a:ext cx="1997129" cy="876285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Elbow Connector 2057">
            <a:extLst>
              <a:ext uri="{FF2B5EF4-FFF2-40B4-BE49-F238E27FC236}">
                <a16:creationId xmlns:a16="http://schemas.microsoft.com/office/drawing/2014/main" id="{5323C7C1-7405-49F2-9D88-E2DBC8C81FBC}"/>
              </a:ext>
            </a:extLst>
          </p:cNvPr>
          <p:cNvCxnSpPr>
            <a:cxnSpLocks/>
          </p:cNvCxnSpPr>
          <p:nvPr/>
        </p:nvCxnSpPr>
        <p:spPr>
          <a:xfrm flipH="1" flipV="1">
            <a:off x="6754378" y="5075548"/>
            <a:ext cx="1997129" cy="860239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749A3A5C-94C4-48F5-B239-54E25C81D42D}"/>
              </a:ext>
            </a:extLst>
          </p:cNvPr>
          <p:cNvCxnSpPr>
            <a:cxnSpLocks/>
            <a:endCxn id="156" idx="0"/>
          </p:cNvCxnSpPr>
          <p:nvPr/>
        </p:nvCxnSpPr>
        <p:spPr>
          <a:xfrm>
            <a:off x="6116557" y="4177564"/>
            <a:ext cx="15315" cy="178978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1A3B539-0BF5-4718-B323-2C0216549D17}"/>
              </a:ext>
            </a:extLst>
          </p:cNvPr>
          <p:cNvGrpSpPr/>
          <p:nvPr/>
        </p:nvGrpSpPr>
        <p:grpSpPr>
          <a:xfrm>
            <a:off x="5656910" y="2063061"/>
            <a:ext cx="279149" cy="223781"/>
            <a:chOff x="1754188" y="2898776"/>
            <a:chExt cx="384175" cy="307975"/>
          </a:xfrm>
        </p:grpSpPr>
        <p:sp>
          <p:nvSpPr>
            <p:cNvPr id="162" name="Freeform 194">
              <a:extLst>
                <a:ext uri="{FF2B5EF4-FFF2-40B4-BE49-F238E27FC236}">
                  <a16:creationId xmlns:a16="http://schemas.microsoft.com/office/drawing/2014/main" id="{FC2295A6-192F-416B-AD21-690B0DEA8A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188" y="2946401"/>
              <a:ext cx="157163" cy="150813"/>
            </a:xfrm>
            <a:custGeom>
              <a:avLst/>
              <a:gdLst>
                <a:gd name="T0" fmla="*/ 36 w 36"/>
                <a:gd name="T1" fmla="*/ 34 h 34"/>
                <a:gd name="T2" fmla="*/ 17 w 36"/>
                <a:gd name="T3" fmla="*/ 34 h 34"/>
                <a:gd name="T4" fmla="*/ 0 w 36"/>
                <a:gd name="T5" fmla="*/ 17 h 34"/>
                <a:gd name="T6" fmla="*/ 0 w 36"/>
                <a:gd name="T7" fmla="*/ 17 h 34"/>
                <a:gd name="T8" fmla="*/ 17 w 36"/>
                <a:gd name="T9" fmla="*/ 0 h 34"/>
                <a:gd name="T10" fmla="*/ 36 w 3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" h="34">
                  <a:moveTo>
                    <a:pt x="36" y="34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8" y="34"/>
                    <a:pt x="0" y="27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36" y="0"/>
                    <a:pt x="36" y="0"/>
                    <a:pt x="36" y="0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63" name="Freeform 195">
              <a:extLst>
                <a:ext uri="{FF2B5EF4-FFF2-40B4-BE49-F238E27FC236}">
                  <a16:creationId xmlns:a16="http://schemas.microsoft.com/office/drawing/2014/main" id="{CBF464E6-C08C-43E0-A7BF-30823CCD0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875" y="2898776"/>
              <a:ext cx="73025" cy="246063"/>
            </a:xfrm>
            <a:custGeom>
              <a:avLst/>
              <a:gdLst>
                <a:gd name="T0" fmla="*/ 0 w 46"/>
                <a:gd name="T1" fmla="*/ 125 h 155"/>
                <a:gd name="T2" fmla="*/ 46 w 46"/>
                <a:gd name="T3" fmla="*/ 155 h 155"/>
                <a:gd name="T4" fmla="*/ 46 w 46"/>
                <a:gd name="T5" fmla="*/ 0 h 155"/>
                <a:gd name="T6" fmla="*/ 0 w 46"/>
                <a:gd name="T7" fmla="*/ 30 h 155"/>
                <a:gd name="T8" fmla="*/ 0 w 46"/>
                <a:gd name="T9" fmla="*/ 125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155">
                  <a:moveTo>
                    <a:pt x="0" y="125"/>
                  </a:moveTo>
                  <a:lnTo>
                    <a:pt x="46" y="155"/>
                  </a:lnTo>
                  <a:lnTo>
                    <a:pt x="46" y="0"/>
                  </a:lnTo>
                  <a:lnTo>
                    <a:pt x="0" y="30"/>
                  </a:lnTo>
                  <a:lnTo>
                    <a:pt x="0" y="125"/>
                  </a:ln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64" name="Line 196">
              <a:extLst>
                <a:ext uri="{FF2B5EF4-FFF2-40B4-BE49-F238E27FC236}">
                  <a16:creationId xmlns:a16="http://schemas.microsoft.com/office/drawing/2014/main" id="{67DCFCCC-85FE-4C1D-BF19-6512724C6B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3738" y="2924176"/>
              <a:ext cx="0" cy="198438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65" name="Freeform 197">
              <a:extLst>
                <a:ext uri="{FF2B5EF4-FFF2-40B4-BE49-F238E27FC236}">
                  <a16:creationId xmlns:a16="http://schemas.microsoft.com/office/drawing/2014/main" id="{9687D213-E3F7-4EFF-936B-F7E1B2F8F2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3425" y="2995613"/>
              <a:ext cx="30163" cy="57150"/>
            </a:xfrm>
            <a:custGeom>
              <a:avLst/>
              <a:gdLst>
                <a:gd name="T0" fmla="*/ 0 w 7"/>
                <a:gd name="T1" fmla="*/ 0 h 13"/>
                <a:gd name="T2" fmla="*/ 7 w 7"/>
                <a:gd name="T3" fmla="*/ 7 h 13"/>
                <a:gd name="T4" fmla="*/ 0 w 7"/>
                <a:gd name="T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13">
                  <a:moveTo>
                    <a:pt x="0" y="0"/>
                  </a:moveTo>
                  <a:cubicBezTo>
                    <a:pt x="4" y="0"/>
                    <a:pt x="7" y="3"/>
                    <a:pt x="7" y="7"/>
                  </a:cubicBezTo>
                  <a:cubicBezTo>
                    <a:pt x="7" y="10"/>
                    <a:pt x="4" y="13"/>
                    <a:pt x="0" y="13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66" name="Line 198">
              <a:extLst>
                <a:ext uri="{FF2B5EF4-FFF2-40B4-BE49-F238E27FC236}">
                  <a16:creationId xmlns:a16="http://schemas.microsoft.com/office/drawing/2014/main" id="{812311D1-2D2D-48B1-A35A-709A92F93D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038" y="3008313"/>
              <a:ext cx="42863" cy="0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67" name="Line 199">
              <a:extLst>
                <a:ext uri="{FF2B5EF4-FFF2-40B4-BE49-F238E27FC236}">
                  <a16:creationId xmlns:a16="http://schemas.microsoft.com/office/drawing/2014/main" id="{D543FDFC-2A2C-4CC0-8919-C9C40BD4FD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038" y="3040063"/>
              <a:ext cx="42863" cy="0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68" name="Freeform 200">
              <a:extLst>
                <a:ext uri="{FF2B5EF4-FFF2-40B4-BE49-F238E27FC236}">
                  <a16:creationId xmlns:a16="http://schemas.microsoft.com/office/drawing/2014/main" id="{2E0D0749-D398-4EF5-8461-C069D651B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800" y="3105151"/>
              <a:ext cx="60325" cy="101600"/>
            </a:xfrm>
            <a:custGeom>
              <a:avLst/>
              <a:gdLst>
                <a:gd name="T0" fmla="*/ 38 w 38"/>
                <a:gd name="T1" fmla="*/ 0 h 64"/>
                <a:gd name="T2" fmla="*/ 38 w 38"/>
                <a:gd name="T3" fmla="*/ 64 h 64"/>
                <a:gd name="T4" fmla="*/ 0 w 38"/>
                <a:gd name="T5" fmla="*/ 64 h 64"/>
                <a:gd name="T6" fmla="*/ 0 w 38"/>
                <a:gd name="T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64">
                  <a:moveTo>
                    <a:pt x="38" y="0"/>
                  </a:moveTo>
                  <a:lnTo>
                    <a:pt x="38" y="64"/>
                  </a:lnTo>
                  <a:lnTo>
                    <a:pt x="0" y="64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69" name="Line 201">
              <a:extLst>
                <a:ext uri="{FF2B5EF4-FFF2-40B4-BE49-F238E27FC236}">
                  <a16:creationId xmlns:a16="http://schemas.microsoft.com/office/drawing/2014/main" id="{5BCA3C69-C4CC-4A16-AD2F-CAE1D0D429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9438" y="3127376"/>
              <a:ext cx="0" cy="0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70" name="Line 202">
              <a:extLst>
                <a:ext uri="{FF2B5EF4-FFF2-40B4-BE49-F238E27FC236}">
                  <a16:creationId xmlns:a16="http://schemas.microsoft.com/office/drawing/2014/main" id="{587463B8-1D5A-4EBE-8A90-22FC71ECBA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9438" y="3127376"/>
              <a:ext cx="17463" cy="0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71" name="Line 203">
              <a:extLst>
                <a:ext uri="{FF2B5EF4-FFF2-40B4-BE49-F238E27FC236}">
                  <a16:creationId xmlns:a16="http://schemas.microsoft.com/office/drawing/2014/main" id="{06DB08B2-393B-411B-9EEE-532E909B50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5813" y="2916238"/>
              <a:ext cx="69850" cy="69850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72" name="Line 204">
              <a:extLst>
                <a:ext uri="{FF2B5EF4-FFF2-40B4-BE49-F238E27FC236}">
                  <a16:creationId xmlns:a16="http://schemas.microsoft.com/office/drawing/2014/main" id="{99F07036-6831-46F0-B2ED-3900A03E94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55813" y="3052763"/>
              <a:ext cx="69850" cy="69850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73" name="Line 205">
              <a:extLst>
                <a:ext uri="{FF2B5EF4-FFF2-40B4-BE49-F238E27FC236}">
                  <a16:creationId xmlns:a16="http://schemas.microsoft.com/office/drawing/2014/main" id="{7E34D70C-D92F-44CD-99C6-98F1B89DC7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750" y="3022601"/>
              <a:ext cx="74613" cy="0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6700CD1C-BF9D-4F97-920C-5D32E1C29050}"/>
              </a:ext>
            </a:extLst>
          </p:cNvPr>
          <p:cNvGrpSpPr/>
          <p:nvPr/>
        </p:nvGrpSpPr>
        <p:grpSpPr>
          <a:xfrm>
            <a:off x="5046993" y="2961477"/>
            <a:ext cx="267614" cy="242237"/>
            <a:chOff x="4024313" y="1374776"/>
            <a:chExt cx="368300" cy="333375"/>
          </a:xfrm>
        </p:grpSpPr>
        <p:sp>
          <p:nvSpPr>
            <p:cNvPr id="175" name="Rectangle 30">
              <a:extLst>
                <a:ext uri="{FF2B5EF4-FFF2-40B4-BE49-F238E27FC236}">
                  <a16:creationId xmlns:a16="http://schemas.microsoft.com/office/drawing/2014/main" id="{0CF3D126-151E-4457-AC21-3A9BE132D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4313" y="1427163"/>
              <a:ext cx="368300" cy="176213"/>
            </a:xfrm>
            <a:prstGeom prst="rect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76" name="Rectangle 31">
              <a:extLst>
                <a:ext uri="{FF2B5EF4-FFF2-40B4-BE49-F238E27FC236}">
                  <a16:creationId xmlns:a16="http://schemas.microsoft.com/office/drawing/2014/main" id="{9FF407E3-6558-4607-BFD9-41693CDFE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1776" y="1603376"/>
              <a:ext cx="333375" cy="104775"/>
            </a:xfrm>
            <a:prstGeom prst="rect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77" name="Rectangle 32">
              <a:extLst>
                <a:ext uri="{FF2B5EF4-FFF2-40B4-BE49-F238E27FC236}">
                  <a16:creationId xmlns:a16="http://schemas.microsoft.com/office/drawing/2014/main" id="{8ECBC56B-1BB0-4888-A7B7-6B10651C0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6551" y="1374776"/>
              <a:ext cx="123825" cy="52388"/>
            </a:xfrm>
            <a:prstGeom prst="rect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78" name="Rectangle 33">
              <a:extLst>
                <a:ext uri="{FF2B5EF4-FFF2-40B4-BE49-F238E27FC236}">
                  <a16:creationId xmlns:a16="http://schemas.microsoft.com/office/drawing/2014/main" id="{AE1F1A39-5143-441E-8F13-4B2C7517E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5601" y="1568451"/>
              <a:ext cx="87313" cy="87313"/>
            </a:xfrm>
            <a:prstGeom prst="rect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D73B495A-EE20-47EC-BAA3-75468B0A35DA}"/>
              </a:ext>
            </a:extLst>
          </p:cNvPr>
          <p:cNvGrpSpPr/>
          <p:nvPr/>
        </p:nvGrpSpPr>
        <p:grpSpPr>
          <a:xfrm>
            <a:off x="6913121" y="2956668"/>
            <a:ext cx="284916" cy="236469"/>
            <a:chOff x="4767263" y="1379538"/>
            <a:chExt cx="392112" cy="325438"/>
          </a:xfrm>
        </p:grpSpPr>
        <p:sp>
          <p:nvSpPr>
            <p:cNvPr id="180" name="Freeform 37">
              <a:extLst>
                <a:ext uri="{FF2B5EF4-FFF2-40B4-BE49-F238E27FC236}">
                  <a16:creationId xmlns:a16="http://schemas.microsoft.com/office/drawing/2014/main" id="{81CEF2CF-5739-47C8-8B87-507749042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7263" y="1387476"/>
              <a:ext cx="317500" cy="317500"/>
            </a:xfrm>
            <a:custGeom>
              <a:avLst/>
              <a:gdLst>
                <a:gd name="T0" fmla="*/ 70 w 73"/>
                <a:gd name="T1" fmla="*/ 23 h 72"/>
                <a:gd name="T2" fmla="*/ 73 w 73"/>
                <a:gd name="T3" fmla="*/ 36 h 72"/>
                <a:gd name="T4" fmla="*/ 36 w 73"/>
                <a:gd name="T5" fmla="*/ 72 h 72"/>
                <a:gd name="T6" fmla="*/ 0 w 73"/>
                <a:gd name="T7" fmla="*/ 36 h 72"/>
                <a:gd name="T8" fmla="*/ 36 w 73"/>
                <a:gd name="T9" fmla="*/ 0 h 72"/>
                <a:gd name="T10" fmla="*/ 63 w 73"/>
                <a:gd name="T11" fmla="*/ 1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72">
                  <a:moveTo>
                    <a:pt x="70" y="23"/>
                  </a:moveTo>
                  <a:cubicBezTo>
                    <a:pt x="72" y="27"/>
                    <a:pt x="73" y="31"/>
                    <a:pt x="73" y="36"/>
                  </a:cubicBezTo>
                  <a:cubicBezTo>
                    <a:pt x="73" y="56"/>
                    <a:pt x="56" y="72"/>
                    <a:pt x="36" y="72"/>
                  </a:cubicBez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47" y="0"/>
                    <a:pt x="56" y="4"/>
                    <a:pt x="63" y="11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81" name="Freeform 38">
              <a:extLst>
                <a:ext uri="{FF2B5EF4-FFF2-40B4-BE49-F238E27FC236}">
                  <a16:creationId xmlns:a16="http://schemas.microsoft.com/office/drawing/2014/main" id="{687B3F8F-4FB4-4C80-808A-BFA792863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4888" y="1436688"/>
              <a:ext cx="217487" cy="219075"/>
            </a:xfrm>
            <a:custGeom>
              <a:avLst/>
              <a:gdLst>
                <a:gd name="T0" fmla="*/ 49 w 50"/>
                <a:gd name="T1" fmla="*/ 17 h 50"/>
                <a:gd name="T2" fmla="*/ 50 w 50"/>
                <a:gd name="T3" fmla="*/ 25 h 50"/>
                <a:gd name="T4" fmla="*/ 25 w 50"/>
                <a:gd name="T5" fmla="*/ 50 h 50"/>
                <a:gd name="T6" fmla="*/ 0 w 50"/>
                <a:gd name="T7" fmla="*/ 25 h 50"/>
                <a:gd name="T8" fmla="*/ 25 w 50"/>
                <a:gd name="T9" fmla="*/ 0 h 50"/>
                <a:gd name="T10" fmla="*/ 43 w 50"/>
                <a:gd name="T11" fmla="*/ 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50">
                  <a:moveTo>
                    <a:pt x="49" y="17"/>
                  </a:moveTo>
                  <a:cubicBezTo>
                    <a:pt x="50" y="20"/>
                    <a:pt x="50" y="22"/>
                    <a:pt x="50" y="25"/>
                  </a:cubicBezTo>
                  <a:cubicBezTo>
                    <a:pt x="50" y="39"/>
                    <a:pt x="39" y="50"/>
                    <a:pt x="25" y="50"/>
                  </a:cubicBezTo>
                  <a:cubicBezTo>
                    <a:pt x="12" y="50"/>
                    <a:pt x="0" y="39"/>
                    <a:pt x="0" y="25"/>
                  </a:cubicBezTo>
                  <a:cubicBezTo>
                    <a:pt x="0" y="11"/>
                    <a:pt x="12" y="0"/>
                    <a:pt x="25" y="0"/>
                  </a:cubicBezTo>
                  <a:cubicBezTo>
                    <a:pt x="32" y="0"/>
                    <a:pt x="38" y="3"/>
                    <a:pt x="43" y="7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82" name="Freeform 39">
              <a:extLst>
                <a:ext uri="{FF2B5EF4-FFF2-40B4-BE49-F238E27FC236}">
                  <a16:creationId xmlns:a16="http://schemas.microsoft.com/office/drawing/2014/main" id="{FBE0CAB7-CDAB-4C99-9526-A060BC310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4100" y="1479551"/>
              <a:ext cx="125412" cy="128588"/>
            </a:xfrm>
            <a:custGeom>
              <a:avLst/>
              <a:gdLst>
                <a:gd name="T0" fmla="*/ 29 w 29"/>
                <a:gd name="T1" fmla="*/ 13 h 29"/>
                <a:gd name="T2" fmla="*/ 29 w 29"/>
                <a:gd name="T3" fmla="*/ 15 h 29"/>
                <a:gd name="T4" fmla="*/ 14 w 29"/>
                <a:gd name="T5" fmla="*/ 29 h 29"/>
                <a:gd name="T6" fmla="*/ 0 w 29"/>
                <a:gd name="T7" fmla="*/ 15 h 29"/>
                <a:gd name="T8" fmla="*/ 14 w 29"/>
                <a:gd name="T9" fmla="*/ 0 h 29"/>
                <a:gd name="T10" fmla="*/ 22 w 29"/>
                <a:gd name="T11" fmla="*/ 3 h 29"/>
                <a:gd name="T12" fmla="*/ 23 w 29"/>
                <a:gd name="T13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9">
                  <a:moveTo>
                    <a:pt x="29" y="13"/>
                  </a:moveTo>
                  <a:cubicBezTo>
                    <a:pt x="29" y="14"/>
                    <a:pt x="29" y="14"/>
                    <a:pt x="29" y="15"/>
                  </a:cubicBezTo>
                  <a:cubicBezTo>
                    <a:pt x="29" y="23"/>
                    <a:pt x="22" y="29"/>
                    <a:pt x="14" y="29"/>
                  </a:cubicBezTo>
                  <a:cubicBezTo>
                    <a:pt x="6" y="29"/>
                    <a:pt x="0" y="23"/>
                    <a:pt x="0" y="15"/>
                  </a:cubicBezTo>
                  <a:cubicBezTo>
                    <a:pt x="0" y="7"/>
                    <a:pt x="6" y="0"/>
                    <a:pt x="14" y="0"/>
                  </a:cubicBezTo>
                  <a:cubicBezTo>
                    <a:pt x="17" y="0"/>
                    <a:pt x="20" y="1"/>
                    <a:pt x="22" y="3"/>
                  </a:cubicBezTo>
                  <a:cubicBezTo>
                    <a:pt x="22" y="3"/>
                    <a:pt x="23" y="3"/>
                    <a:pt x="23" y="3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46" name="Line 40">
              <a:extLst>
                <a:ext uri="{FF2B5EF4-FFF2-40B4-BE49-F238E27FC236}">
                  <a16:creationId xmlns:a16="http://schemas.microsoft.com/office/drawing/2014/main" id="{4399D140-792B-48CD-9ABB-E45E49E80A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29188" y="1449388"/>
              <a:ext cx="152400" cy="92075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47" name="Freeform 41">
              <a:extLst>
                <a:ext uri="{FF2B5EF4-FFF2-40B4-BE49-F238E27FC236}">
                  <a16:creationId xmlns:a16="http://schemas.microsoft.com/office/drawing/2014/main" id="{6E564DE0-4CF1-465C-B717-9563CCEA8C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1588" y="1379538"/>
              <a:ext cx="77787" cy="87313"/>
            </a:xfrm>
            <a:custGeom>
              <a:avLst/>
              <a:gdLst>
                <a:gd name="T0" fmla="*/ 27 w 49"/>
                <a:gd name="T1" fmla="*/ 55 h 55"/>
                <a:gd name="T2" fmla="*/ 0 w 49"/>
                <a:gd name="T3" fmla="*/ 44 h 55"/>
                <a:gd name="T4" fmla="*/ 0 w 49"/>
                <a:gd name="T5" fmla="*/ 13 h 55"/>
                <a:gd name="T6" fmla="*/ 21 w 49"/>
                <a:gd name="T7" fmla="*/ 0 h 55"/>
                <a:gd name="T8" fmla="*/ 24 w 49"/>
                <a:gd name="T9" fmla="*/ 27 h 55"/>
                <a:gd name="T10" fmla="*/ 49 w 49"/>
                <a:gd name="T11" fmla="*/ 41 h 55"/>
                <a:gd name="T12" fmla="*/ 27 w 49"/>
                <a:gd name="T13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55">
                  <a:moveTo>
                    <a:pt x="27" y="55"/>
                  </a:moveTo>
                  <a:lnTo>
                    <a:pt x="0" y="44"/>
                  </a:lnTo>
                  <a:lnTo>
                    <a:pt x="0" y="13"/>
                  </a:lnTo>
                  <a:lnTo>
                    <a:pt x="21" y="0"/>
                  </a:lnTo>
                  <a:lnTo>
                    <a:pt x="24" y="27"/>
                  </a:lnTo>
                  <a:lnTo>
                    <a:pt x="49" y="41"/>
                  </a:lnTo>
                  <a:lnTo>
                    <a:pt x="27" y="55"/>
                  </a:ln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48" name="Oval 42">
              <a:extLst>
                <a:ext uri="{FF2B5EF4-FFF2-40B4-BE49-F238E27FC236}">
                  <a16:creationId xmlns:a16="http://schemas.microsoft.com/office/drawing/2014/main" id="{5A29E8F1-2600-4EC0-A26C-5722A73C0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1725" y="1531938"/>
              <a:ext cx="30162" cy="26988"/>
            </a:xfrm>
            <a:prstGeom prst="ellips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270422AC-8D52-440C-9EF1-19DBF22E2434}"/>
              </a:ext>
            </a:extLst>
          </p:cNvPr>
          <p:cNvGrpSpPr/>
          <p:nvPr/>
        </p:nvGrpSpPr>
        <p:grpSpPr>
          <a:xfrm>
            <a:off x="7525184" y="3847011"/>
            <a:ext cx="280988" cy="280987"/>
            <a:chOff x="4768850" y="2103438"/>
            <a:chExt cx="280988" cy="280987"/>
          </a:xfrm>
        </p:grpSpPr>
        <p:sp>
          <p:nvSpPr>
            <p:cNvPr id="250" name="Oval 5">
              <a:extLst>
                <a:ext uri="{FF2B5EF4-FFF2-40B4-BE49-F238E27FC236}">
                  <a16:creationId xmlns:a16="http://schemas.microsoft.com/office/drawing/2014/main" id="{49FC9276-9A38-4656-ADAC-AE2951B8F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225" y="2179638"/>
              <a:ext cx="125413" cy="125412"/>
            </a:xfrm>
            <a:prstGeom prst="ellips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51" name="Freeform 6">
              <a:extLst>
                <a:ext uri="{FF2B5EF4-FFF2-40B4-BE49-F238E27FC236}">
                  <a16:creationId xmlns:a16="http://schemas.microsoft.com/office/drawing/2014/main" id="{844B1907-78AB-4B68-B703-E00E3C8B7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5538" y="2339975"/>
              <a:ext cx="34925" cy="12700"/>
            </a:xfrm>
            <a:custGeom>
              <a:avLst/>
              <a:gdLst>
                <a:gd name="T0" fmla="*/ 11 w 11"/>
                <a:gd name="T1" fmla="*/ 0 h 4"/>
                <a:gd name="T2" fmla="*/ 0 w 11"/>
                <a:gd name="T3" fmla="*/ 4 h 4"/>
                <a:gd name="T4" fmla="*/ 11 w 11"/>
                <a:gd name="T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4">
                  <a:moveTo>
                    <a:pt x="11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4" y="3"/>
                    <a:pt x="7" y="2"/>
                    <a:pt x="11" y="0"/>
                  </a:cubicBez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52" name="Freeform 7">
              <a:extLst>
                <a:ext uri="{FF2B5EF4-FFF2-40B4-BE49-F238E27FC236}">
                  <a16:creationId xmlns:a16="http://schemas.microsoft.com/office/drawing/2014/main" id="{8FADCC22-479F-40E3-9AB2-80D602DBE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400" y="2138363"/>
              <a:ext cx="31750" cy="12700"/>
            </a:xfrm>
            <a:custGeom>
              <a:avLst/>
              <a:gdLst>
                <a:gd name="T0" fmla="*/ 0 w 10"/>
                <a:gd name="T1" fmla="*/ 4 h 4"/>
                <a:gd name="T2" fmla="*/ 10 w 10"/>
                <a:gd name="T3" fmla="*/ 0 h 4"/>
                <a:gd name="T4" fmla="*/ 0 w 10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4">
                  <a:moveTo>
                    <a:pt x="0" y="4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6" y="0"/>
                    <a:pt x="3" y="2"/>
                    <a:pt x="0" y="4"/>
                  </a:cubicBez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53" name="Freeform 8">
              <a:extLst>
                <a:ext uri="{FF2B5EF4-FFF2-40B4-BE49-F238E27FC236}">
                  <a16:creationId xmlns:a16="http://schemas.microsoft.com/office/drawing/2014/main" id="{9FC93363-6766-44BC-8374-308A8AE8A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3775" y="2185988"/>
              <a:ext cx="12700" cy="31750"/>
            </a:xfrm>
            <a:custGeom>
              <a:avLst/>
              <a:gdLst>
                <a:gd name="T0" fmla="*/ 0 w 4"/>
                <a:gd name="T1" fmla="*/ 10 h 10"/>
                <a:gd name="T2" fmla="*/ 4 w 4"/>
                <a:gd name="T3" fmla="*/ 0 h 10"/>
                <a:gd name="T4" fmla="*/ 0 w 4"/>
                <a:gd name="T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10">
                  <a:moveTo>
                    <a:pt x="0" y="1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3"/>
                    <a:pt x="1" y="6"/>
                    <a:pt x="0" y="10"/>
                  </a:cubicBez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54" name="Freeform 9">
              <a:extLst>
                <a:ext uri="{FF2B5EF4-FFF2-40B4-BE49-F238E27FC236}">
                  <a16:creationId xmlns:a16="http://schemas.microsoft.com/office/drawing/2014/main" id="{691BE50D-1164-405B-8C49-93053D0BD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400" y="2339975"/>
              <a:ext cx="31750" cy="12700"/>
            </a:xfrm>
            <a:custGeom>
              <a:avLst/>
              <a:gdLst>
                <a:gd name="T0" fmla="*/ 10 w 10"/>
                <a:gd name="T1" fmla="*/ 4 h 4"/>
                <a:gd name="T2" fmla="*/ 0 w 10"/>
                <a:gd name="T3" fmla="*/ 0 h 4"/>
                <a:gd name="T4" fmla="*/ 10 w 10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4">
                  <a:moveTo>
                    <a:pt x="10" y="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2"/>
                    <a:pt x="6" y="3"/>
                    <a:pt x="10" y="4"/>
                  </a:cubicBez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55" name="Freeform 10">
              <a:extLst>
                <a:ext uri="{FF2B5EF4-FFF2-40B4-BE49-F238E27FC236}">
                  <a16:creationId xmlns:a16="http://schemas.microsoft.com/office/drawing/2014/main" id="{5B9610FF-99A4-4E9D-BEFA-C40E18C73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5388" y="2270125"/>
              <a:ext cx="12700" cy="34925"/>
            </a:xfrm>
            <a:custGeom>
              <a:avLst/>
              <a:gdLst>
                <a:gd name="T0" fmla="*/ 4 w 4"/>
                <a:gd name="T1" fmla="*/ 0 h 11"/>
                <a:gd name="T2" fmla="*/ 0 w 4"/>
                <a:gd name="T3" fmla="*/ 11 h 11"/>
                <a:gd name="T4" fmla="*/ 4 w 4"/>
                <a:gd name="T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11">
                  <a:moveTo>
                    <a:pt x="4" y="0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2" y="7"/>
                    <a:pt x="3" y="4"/>
                    <a:pt x="4" y="0"/>
                  </a:cubicBez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56" name="Freeform 11">
              <a:extLst>
                <a:ext uri="{FF2B5EF4-FFF2-40B4-BE49-F238E27FC236}">
                  <a16:creationId xmlns:a16="http://schemas.microsoft.com/office/drawing/2014/main" id="{CCD22019-7351-4979-A28E-6BFC9FCBB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5538" y="2135188"/>
              <a:ext cx="31750" cy="12700"/>
            </a:xfrm>
            <a:custGeom>
              <a:avLst/>
              <a:gdLst>
                <a:gd name="T0" fmla="*/ 0 w 10"/>
                <a:gd name="T1" fmla="*/ 0 h 4"/>
                <a:gd name="T2" fmla="*/ 10 w 10"/>
                <a:gd name="T3" fmla="*/ 4 h 4"/>
                <a:gd name="T4" fmla="*/ 0 w 10"/>
                <a:gd name="T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4">
                  <a:moveTo>
                    <a:pt x="0" y="0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7" y="3"/>
                    <a:pt x="4" y="1"/>
                    <a:pt x="0" y="0"/>
                  </a:cubicBez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57" name="Freeform 12">
              <a:extLst>
                <a:ext uri="{FF2B5EF4-FFF2-40B4-BE49-F238E27FC236}">
                  <a16:creationId xmlns:a16="http://schemas.microsoft.com/office/drawing/2014/main" id="{19A0B7FC-7F64-4646-B82E-C8DED2358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5388" y="2185988"/>
              <a:ext cx="12700" cy="31750"/>
            </a:xfrm>
            <a:custGeom>
              <a:avLst/>
              <a:gdLst>
                <a:gd name="T0" fmla="*/ 0 w 4"/>
                <a:gd name="T1" fmla="*/ 0 h 10"/>
                <a:gd name="T2" fmla="*/ 4 w 4"/>
                <a:gd name="T3" fmla="*/ 10 h 10"/>
                <a:gd name="T4" fmla="*/ 0 w 4"/>
                <a:gd name="T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10">
                  <a:moveTo>
                    <a:pt x="0" y="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3" y="6"/>
                    <a:pt x="2" y="3"/>
                    <a:pt x="0" y="0"/>
                  </a:cubicBez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58" name="Freeform 13">
              <a:extLst>
                <a:ext uri="{FF2B5EF4-FFF2-40B4-BE49-F238E27FC236}">
                  <a16:creationId xmlns:a16="http://schemas.microsoft.com/office/drawing/2014/main" id="{A2552009-C48C-4942-835A-E69532C53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3775" y="2270125"/>
              <a:ext cx="12700" cy="31750"/>
            </a:xfrm>
            <a:custGeom>
              <a:avLst/>
              <a:gdLst>
                <a:gd name="T0" fmla="*/ 4 w 4"/>
                <a:gd name="T1" fmla="*/ 10 h 10"/>
                <a:gd name="T2" fmla="*/ 0 w 4"/>
                <a:gd name="T3" fmla="*/ 0 h 10"/>
                <a:gd name="T4" fmla="*/ 4 w 4"/>
                <a:gd name="T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10">
                  <a:moveTo>
                    <a:pt x="4" y="1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" y="7"/>
                    <a:pt x="4" y="10"/>
                  </a:cubicBez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59" name="Freeform 14">
              <a:extLst>
                <a:ext uri="{FF2B5EF4-FFF2-40B4-BE49-F238E27FC236}">
                  <a16:creationId xmlns:a16="http://schemas.microsoft.com/office/drawing/2014/main" id="{DEFC57B5-FD53-4BF3-8733-3411CC74FC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2103438"/>
              <a:ext cx="52388" cy="31750"/>
            </a:xfrm>
            <a:custGeom>
              <a:avLst/>
              <a:gdLst>
                <a:gd name="T0" fmla="*/ 16 w 16"/>
                <a:gd name="T1" fmla="*/ 10 h 10"/>
                <a:gd name="T2" fmla="*/ 16 w 16"/>
                <a:gd name="T3" fmla="*/ 7 h 10"/>
                <a:gd name="T4" fmla="*/ 9 w 16"/>
                <a:gd name="T5" fmla="*/ 0 h 10"/>
                <a:gd name="T6" fmla="*/ 7 w 16"/>
                <a:gd name="T7" fmla="*/ 0 h 10"/>
                <a:gd name="T8" fmla="*/ 0 w 16"/>
                <a:gd name="T9" fmla="*/ 7 h 10"/>
                <a:gd name="T10" fmla="*/ 0 w 16"/>
                <a:gd name="T11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10">
                  <a:moveTo>
                    <a:pt x="16" y="10"/>
                  </a:moveTo>
                  <a:cubicBezTo>
                    <a:pt x="16" y="7"/>
                    <a:pt x="16" y="7"/>
                    <a:pt x="16" y="7"/>
                  </a:cubicBezTo>
                  <a:cubicBezTo>
                    <a:pt x="16" y="3"/>
                    <a:pt x="13" y="0"/>
                    <a:pt x="9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0"/>
                    <a:pt x="0" y="10"/>
                    <a:pt x="0" y="10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60" name="Freeform 15">
              <a:extLst>
                <a:ext uri="{FF2B5EF4-FFF2-40B4-BE49-F238E27FC236}">
                  <a16:creationId xmlns:a16="http://schemas.microsoft.com/office/drawing/2014/main" id="{DA4174A7-73D1-4D02-A199-647FDA94B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2352675"/>
              <a:ext cx="52388" cy="31750"/>
            </a:xfrm>
            <a:custGeom>
              <a:avLst/>
              <a:gdLst>
                <a:gd name="T0" fmla="*/ 0 w 16"/>
                <a:gd name="T1" fmla="*/ 0 h 10"/>
                <a:gd name="T2" fmla="*/ 0 w 16"/>
                <a:gd name="T3" fmla="*/ 3 h 10"/>
                <a:gd name="T4" fmla="*/ 7 w 16"/>
                <a:gd name="T5" fmla="*/ 10 h 10"/>
                <a:gd name="T6" fmla="*/ 9 w 16"/>
                <a:gd name="T7" fmla="*/ 10 h 10"/>
                <a:gd name="T8" fmla="*/ 16 w 16"/>
                <a:gd name="T9" fmla="*/ 3 h 10"/>
                <a:gd name="T10" fmla="*/ 16 w 16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10">
                  <a:moveTo>
                    <a:pt x="0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7"/>
                    <a:pt x="3" y="10"/>
                    <a:pt x="7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3" y="10"/>
                    <a:pt x="16" y="7"/>
                    <a:pt x="16" y="3"/>
                  </a:cubicBezTo>
                  <a:cubicBezTo>
                    <a:pt x="16" y="0"/>
                    <a:pt x="16" y="0"/>
                    <a:pt x="16" y="0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61" name="Freeform 16">
              <a:extLst>
                <a:ext uri="{FF2B5EF4-FFF2-40B4-BE49-F238E27FC236}">
                  <a16:creationId xmlns:a16="http://schemas.microsoft.com/office/drawing/2014/main" id="{995FAC51-0421-4CD0-BA85-685A47529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8088" y="2217738"/>
              <a:ext cx="31750" cy="52387"/>
            </a:xfrm>
            <a:custGeom>
              <a:avLst/>
              <a:gdLst>
                <a:gd name="T0" fmla="*/ 0 w 10"/>
                <a:gd name="T1" fmla="*/ 16 h 16"/>
                <a:gd name="T2" fmla="*/ 3 w 10"/>
                <a:gd name="T3" fmla="*/ 16 h 16"/>
                <a:gd name="T4" fmla="*/ 10 w 10"/>
                <a:gd name="T5" fmla="*/ 9 h 16"/>
                <a:gd name="T6" fmla="*/ 10 w 10"/>
                <a:gd name="T7" fmla="*/ 7 h 16"/>
                <a:gd name="T8" fmla="*/ 3 w 10"/>
                <a:gd name="T9" fmla="*/ 0 h 16"/>
                <a:gd name="T10" fmla="*/ 0 w 10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6">
                  <a:moveTo>
                    <a:pt x="0" y="16"/>
                  </a:moveTo>
                  <a:cubicBezTo>
                    <a:pt x="3" y="16"/>
                    <a:pt x="3" y="16"/>
                    <a:pt x="3" y="16"/>
                  </a:cubicBezTo>
                  <a:cubicBezTo>
                    <a:pt x="7" y="16"/>
                    <a:pt x="10" y="13"/>
                    <a:pt x="10" y="9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3"/>
                    <a:pt x="7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62" name="Freeform 17">
              <a:extLst>
                <a:ext uri="{FF2B5EF4-FFF2-40B4-BE49-F238E27FC236}">
                  <a16:creationId xmlns:a16="http://schemas.microsoft.com/office/drawing/2014/main" id="{4F84134F-8372-4419-9DA4-7D59F65293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850" y="2217738"/>
              <a:ext cx="31750" cy="52387"/>
            </a:xfrm>
            <a:custGeom>
              <a:avLst/>
              <a:gdLst>
                <a:gd name="T0" fmla="*/ 10 w 10"/>
                <a:gd name="T1" fmla="*/ 0 h 16"/>
                <a:gd name="T2" fmla="*/ 7 w 10"/>
                <a:gd name="T3" fmla="*/ 0 h 16"/>
                <a:gd name="T4" fmla="*/ 0 w 10"/>
                <a:gd name="T5" fmla="*/ 7 h 16"/>
                <a:gd name="T6" fmla="*/ 0 w 10"/>
                <a:gd name="T7" fmla="*/ 9 h 16"/>
                <a:gd name="T8" fmla="*/ 7 w 10"/>
                <a:gd name="T9" fmla="*/ 16 h 16"/>
                <a:gd name="T10" fmla="*/ 10 w 10"/>
                <a:gd name="T1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6">
                  <a:moveTo>
                    <a:pt x="10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3"/>
                    <a:pt x="3" y="16"/>
                    <a:pt x="7" y="16"/>
                  </a:cubicBezTo>
                  <a:cubicBezTo>
                    <a:pt x="10" y="16"/>
                    <a:pt x="10" y="16"/>
                    <a:pt x="10" y="16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63" name="Freeform 18">
              <a:extLst>
                <a:ext uri="{FF2B5EF4-FFF2-40B4-BE49-F238E27FC236}">
                  <a16:creationId xmlns:a16="http://schemas.microsoft.com/office/drawing/2014/main" id="{554F6FF6-93EC-4FF7-AA00-4731AD7BB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0463" y="2305050"/>
              <a:ext cx="50800" cy="50800"/>
            </a:xfrm>
            <a:custGeom>
              <a:avLst/>
              <a:gdLst>
                <a:gd name="T0" fmla="*/ 0 w 16"/>
                <a:gd name="T1" fmla="*/ 11 h 16"/>
                <a:gd name="T2" fmla="*/ 1 w 16"/>
                <a:gd name="T3" fmla="*/ 13 h 16"/>
                <a:gd name="T4" fmla="*/ 11 w 16"/>
                <a:gd name="T5" fmla="*/ 13 h 16"/>
                <a:gd name="T6" fmla="*/ 13 w 16"/>
                <a:gd name="T7" fmla="*/ 11 h 16"/>
                <a:gd name="T8" fmla="*/ 13 w 16"/>
                <a:gd name="T9" fmla="*/ 1 h 16"/>
                <a:gd name="T10" fmla="*/ 11 w 16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16">
                  <a:moveTo>
                    <a:pt x="0" y="11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4" y="16"/>
                    <a:pt x="9" y="16"/>
                    <a:pt x="11" y="13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6" y="9"/>
                    <a:pt x="16" y="4"/>
                    <a:pt x="13" y="1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64" name="Freeform 19">
              <a:extLst>
                <a:ext uri="{FF2B5EF4-FFF2-40B4-BE49-F238E27FC236}">
                  <a16:creationId xmlns:a16="http://schemas.microsoft.com/office/drawing/2014/main" id="{DD4AB399-2816-4374-B4CE-DE0B8746D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7425" y="2132013"/>
              <a:ext cx="53975" cy="53975"/>
            </a:xfrm>
            <a:custGeom>
              <a:avLst/>
              <a:gdLst>
                <a:gd name="T0" fmla="*/ 17 w 17"/>
                <a:gd name="T1" fmla="*/ 6 h 17"/>
                <a:gd name="T2" fmla="*/ 15 w 17"/>
                <a:gd name="T3" fmla="*/ 3 h 17"/>
                <a:gd name="T4" fmla="*/ 5 w 17"/>
                <a:gd name="T5" fmla="*/ 3 h 17"/>
                <a:gd name="T6" fmla="*/ 3 w 17"/>
                <a:gd name="T7" fmla="*/ 5 h 17"/>
                <a:gd name="T8" fmla="*/ 3 w 17"/>
                <a:gd name="T9" fmla="*/ 15 h 17"/>
                <a:gd name="T10" fmla="*/ 6 w 17"/>
                <a:gd name="T1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17">
                  <a:moveTo>
                    <a:pt x="17" y="6"/>
                  </a:moveTo>
                  <a:cubicBezTo>
                    <a:pt x="15" y="3"/>
                    <a:pt x="15" y="3"/>
                    <a:pt x="15" y="3"/>
                  </a:cubicBezTo>
                  <a:cubicBezTo>
                    <a:pt x="12" y="0"/>
                    <a:pt x="7" y="0"/>
                    <a:pt x="5" y="3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7"/>
                    <a:pt x="0" y="12"/>
                    <a:pt x="3" y="15"/>
                  </a:cubicBezTo>
                  <a:cubicBezTo>
                    <a:pt x="6" y="17"/>
                    <a:pt x="6" y="17"/>
                    <a:pt x="6" y="17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65" name="Freeform 20">
              <a:extLst>
                <a:ext uri="{FF2B5EF4-FFF2-40B4-BE49-F238E27FC236}">
                  <a16:creationId xmlns:a16="http://schemas.microsoft.com/office/drawing/2014/main" id="{E6338003-2241-4584-B8D8-AF401EF5F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288" y="2132013"/>
              <a:ext cx="53975" cy="53975"/>
            </a:xfrm>
            <a:custGeom>
              <a:avLst/>
              <a:gdLst>
                <a:gd name="T0" fmla="*/ 12 w 17"/>
                <a:gd name="T1" fmla="*/ 17 h 17"/>
                <a:gd name="T2" fmla="*/ 14 w 17"/>
                <a:gd name="T3" fmla="*/ 15 h 17"/>
                <a:gd name="T4" fmla="*/ 14 w 17"/>
                <a:gd name="T5" fmla="*/ 5 h 17"/>
                <a:gd name="T6" fmla="*/ 12 w 17"/>
                <a:gd name="T7" fmla="*/ 3 h 17"/>
                <a:gd name="T8" fmla="*/ 2 w 17"/>
                <a:gd name="T9" fmla="*/ 3 h 17"/>
                <a:gd name="T10" fmla="*/ 0 w 17"/>
                <a:gd name="T11" fmla="*/ 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17">
                  <a:moveTo>
                    <a:pt x="12" y="17"/>
                  </a:moveTo>
                  <a:cubicBezTo>
                    <a:pt x="14" y="15"/>
                    <a:pt x="14" y="15"/>
                    <a:pt x="14" y="15"/>
                  </a:cubicBezTo>
                  <a:cubicBezTo>
                    <a:pt x="17" y="12"/>
                    <a:pt x="17" y="7"/>
                    <a:pt x="14" y="5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0" y="0"/>
                    <a:pt x="5" y="0"/>
                    <a:pt x="2" y="3"/>
                  </a:cubicBezTo>
                  <a:cubicBezTo>
                    <a:pt x="0" y="5"/>
                    <a:pt x="0" y="5"/>
                    <a:pt x="0" y="5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66" name="Freeform 21">
              <a:extLst>
                <a:ext uri="{FF2B5EF4-FFF2-40B4-BE49-F238E27FC236}">
                  <a16:creationId xmlns:a16="http://schemas.microsoft.com/office/drawing/2014/main" id="{1F65E292-3E1E-4159-82E9-EFDF7A9B4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7425" y="2301875"/>
              <a:ext cx="53975" cy="53975"/>
            </a:xfrm>
            <a:custGeom>
              <a:avLst/>
              <a:gdLst>
                <a:gd name="T0" fmla="*/ 6 w 17"/>
                <a:gd name="T1" fmla="*/ 0 h 17"/>
                <a:gd name="T2" fmla="*/ 3 w 17"/>
                <a:gd name="T3" fmla="*/ 2 h 17"/>
                <a:gd name="T4" fmla="*/ 3 w 17"/>
                <a:gd name="T5" fmla="*/ 12 h 17"/>
                <a:gd name="T6" fmla="*/ 5 w 17"/>
                <a:gd name="T7" fmla="*/ 14 h 17"/>
                <a:gd name="T8" fmla="*/ 15 w 17"/>
                <a:gd name="T9" fmla="*/ 14 h 17"/>
                <a:gd name="T10" fmla="*/ 17 w 17"/>
                <a:gd name="T11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17">
                  <a:moveTo>
                    <a:pt x="6" y="0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0" y="5"/>
                    <a:pt x="0" y="10"/>
                    <a:pt x="3" y="12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7" y="17"/>
                    <a:pt x="12" y="17"/>
                    <a:pt x="15" y="14"/>
                  </a:cubicBezTo>
                  <a:cubicBezTo>
                    <a:pt x="17" y="12"/>
                    <a:pt x="17" y="12"/>
                    <a:pt x="17" y="12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0E1B3A85-D437-4B1A-992D-729912044B33}"/>
              </a:ext>
            </a:extLst>
          </p:cNvPr>
          <p:cNvGrpSpPr/>
          <p:nvPr/>
        </p:nvGrpSpPr>
        <p:grpSpPr>
          <a:xfrm>
            <a:off x="6334388" y="3878601"/>
            <a:ext cx="267615" cy="205325"/>
            <a:chOff x="7805738" y="1401763"/>
            <a:chExt cx="368301" cy="282575"/>
          </a:xfrm>
        </p:grpSpPr>
        <p:sp>
          <p:nvSpPr>
            <p:cNvPr id="268" name="Rectangle 77">
              <a:extLst>
                <a:ext uri="{FF2B5EF4-FFF2-40B4-BE49-F238E27FC236}">
                  <a16:creationId xmlns:a16="http://schemas.microsoft.com/office/drawing/2014/main" id="{E6B453EF-CF2E-4659-A9DD-84FDF2330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5738" y="1455738"/>
              <a:ext cx="122238" cy="228600"/>
            </a:xfrm>
            <a:prstGeom prst="rect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69" name="Rectangle 78">
              <a:extLst>
                <a:ext uri="{FF2B5EF4-FFF2-40B4-BE49-F238E27FC236}">
                  <a16:creationId xmlns:a16="http://schemas.microsoft.com/office/drawing/2014/main" id="{95DAF819-4A6B-41B4-9644-CCA5DC297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7976" y="1401763"/>
              <a:ext cx="123825" cy="282575"/>
            </a:xfrm>
            <a:prstGeom prst="rect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70" name="Rectangle 79">
              <a:extLst>
                <a:ext uri="{FF2B5EF4-FFF2-40B4-BE49-F238E27FC236}">
                  <a16:creationId xmlns:a16="http://schemas.microsoft.com/office/drawing/2014/main" id="{87DBD7F3-850D-4111-A344-2520F2D83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1801" y="1455738"/>
              <a:ext cx="122238" cy="228600"/>
            </a:xfrm>
            <a:prstGeom prst="rect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71" name="Rectangle 80">
              <a:extLst>
                <a:ext uri="{FF2B5EF4-FFF2-40B4-BE49-F238E27FC236}">
                  <a16:creationId xmlns:a16="http://schemas.microsoft.com/office/drawing/2014/main" id="{0068F5F8-8751-47C2-9B08-43D7A20C4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0663" y="1490663"/>
              <a:ext cx="52388" cy="71438"/>
            </a:xfrm>
            <a:prstGeom prst="rect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72" name="Rectangle 81">
              <a:extLst>
                <a:ext uri="{FF2B5EF4-FFF2-40B4-BE49-F238E27FC236}">
                  <a16:creationId xmlns:a16="http://schemas.microsoft.com/office/drawing/2014/main" id="{590A7EDB-2B11-4171-9BCA-42C992849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6726" y="1490663"/>
              <a:ext cx="52388" cy="71438"/>
            </a:xfrm>
            <a:prstGeom prst="rect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73" name="Rectangle 82">
              <a:extLst>
                <a:ext uri="{FF2B5EF4-FFF2-40B4-BE49-F238E27FC236}">
                  <a16:creationId xmlns:a16="http://schemas.microsoft.com/office/drawing/2014/main" id="{CE058FCB-DC69-48D8-85E7-7B5455CAC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4488" y="1438276"/>
              <a:ext cx="52388" cy="87313"/>
            </a:xfrm>
            <a:prstGeom prst="rect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74" name="Line 83">
              <a:extLst>
                <a:ext uri="{FF2B5EF4-FFF2-40B4-BE49-F238E27FC236}">
                  <a16:creationId xmlns:a16="http://schemas.microsoft.com/office/drawing/2014/main" id="{E63A490E-BEBD-4979-8DDC-5241826DAC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50188" y="1597026"/>
              <a:ext cx="34925" cy="0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75" name="Line 84">
              <a:extLst>
                <a:ext uri="{FF2B5EF4-FFF2-40B4-BE49-F238E27FC236}">
                  <a16:creationId xmlns:a16="http://schemas.microsoft.com/office/drawing/2014/main" id="{97FABE81-8392-4F57-A843-0F2D4A649D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50188" y="1631951"/>
              <a:ext cx="34925" cy="0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76" name="Line 85">
              <a:extLst>
                <a:ext uri="{FF2B5EF4-FFF2-40B4-BE49-F238E27FC236}">
                  <a16:creationId xmlns:a16="http://schemas.microsoft.com/office/drawing/2014/main" id="{007BE0B7-D211-40C0-B117-7B35BD89B7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94663" y="1597026"/>
              <a:ext cx="34925" cy="0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77" name="Line 86">
              <a:extLst>
                <a:ext uri="{FF2B5EF4-FFF2-40B4-BE49-F238E27FC236}">
                  <a16:creationId xmlns:a16="http://schemas.microsoft.com/office/drawing/2014/main" id="{6AC5CC4B-DC24-4A6A-BB82-C2AA800BF6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94663" y="1631951"/>
              <a:ext cx="34925" cy="0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78" name="Line 87">
              <a:extLst>
                <a:ext uri="{FF2B5EF4-FFF2-40B4-BE49-F238E27FC236}">
                  <a16:creationId xmlns:a16="http://schemas.microsoft.com/office/drawing/2014/main" id="{E833F5F1-2B04-4D7E-BF49-BBFFDD951B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2426" y="1562101"/>
              <a:ext cx="34925" cy="0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79" name="Line 88">
              <a:extLst>
                <a:ext uri="{FF2B5EF4-FFF2-40B4-BE49-F238E27FC236}">
                  <a16:creationId xmlns:a16="http://schemas.microsoft.com/office/drawing/2014/main" id="{9ABD8872-6F44-4BAA-88A5-7958D162D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2426" y="1597026"/>
              <a:ext cx="34925" cy="0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F26FC282-650D-41F6-BFB6-626C7C33F6AE}"/>
              </a:ext>
            </a:extLst>
          </p:cNvPr>
          <p:cNvGrpSpPr/>
          <p:nvPr/>
        </p:nvGrpSpPr>
        <p:grpSpPr>
          <a:xfrm>
            <a:off x="4420042" y="3854912"/>
            <a:ext cx="267615" cy="264154"/>
            <a:chOff x="8558213" y="1355726"/>
            <a:chExt cx="368301" cy="363538"/>
          </a:xfrm>
        </p:grpSpPr>
        <p:sp>
          <p:nvSpPr>
            <p:cNvPr id="281" name="Freeform 92">
              <a:extLst>
                <a:ext uri="{FF2B5EF4-FFF2-40B4-BE49-F238E27FC236}">
                  <a16:creationId xmlns:a16="http://schemas.microsoft.com/office/drawing/2014/main" id="{6686912A-A403-4CD1-ADE6-7C748C5C7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7913" y="1438276"/>
              <a:ext cx="88900" cy="87313"/>
            </a:xfrm>
            <a:custGeom>
              <a:avLst/>
              <a:gdLst>
                <a:gd name="T0" fmla="*/ 20 w 20"/>
                <a:gd name="T1" fmla="*/ 20 h 20"/>
                <a:gd name="T2" fmla="*/ 20 w 20"/>
                <a:gd name="T3" fmla="*/ 12 h 20"/>
                <a:gd name="T4" fmla="*/ 10 w 20"/>
                <a:gd name="T5" fmla="*/ 0 h 20"/>
                <a:gd name="T6" fmla="*/ 10 w 20"/>
                <a:gd name="T7" fmla="*/ 0 h 20"/>
                <a:gd name="T8" fmla="*/ 0 w 20"/>
                <a:gd name="T9" fmla="*/ 12 h 20"/>
                <a:gd name="T10" fmla="*/ 0 w 20"/>
                <a:gd name="T11" fmla="*/ 20 h 20"/>
                <a:gd name="T12" fmla="*/ 20 w 20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20"/>
                  </a:moveTo>
                  <a:cubicBezTo>
                    <a:pt x="20" y="12"/>
                    <a:pt x="20" y="12"/>
                    <a:pt x="20" y="12"/>
                  </a:cubicBezTo>
                  <a:cubicBezTo>
                    <a:pt x="20" y="6"/>
                    <a:pt x="1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3" y="0"/>
                    <a:pt x="0" y="6"/>
                    <a:pt x="0" y="12"/>
                  </a:cubicBezTo>
                  <a:cubicBezTo>
                    <a:pt x="0" y="20"/>
                    <a:pt x="0" y="20"/>
                    <a:pt x="0" y="20"/>
                  </a:cubicBezTo>
                  <a:lnTo>
                    <a:pt x="20" y="20"/>
                  </a:ln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82" name="Oval 93">
              <a:extLst>
                <a:ext uri="{FF2B5EF4-FFF2-40B4-BE49-F238E27FC236}">
                  <a16:creationId xmlns:a16="http://schemas.microsoft.com/office/drawing/2014/main" id="{535CD50C-0F1F-4814-9EE9-6E9826CB9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7913" y="1355726"/>
              <a:ext cx="88900" cy="87313"/>
            </a:xfrm>
            <a:prstGeom prst="ellips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83" name="Freeform 94">
              <a:extLst>
                <a:ext uri="{FF2B5EF4-FFF2-40B4-BE49-F238E27FC236}">
                  <a16:creationId xmlns:a16="http://schemas.microsoft.com/office/drawing/2014/main" id="{8BED7D43-3B9B-4A66-982B-D71B3E006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8213" y="1635126"/>
              <a:ext cx="87313" cy="84138"/>
            </a:xfrm>
            <a:custGeom>
              <a:avLst/>
              <a:gdLst>
                <a:gd name="T0" fmla="*/ 20 w 20"/>
                <a:gd name="T1" fmla="*/ 19 h 19"/>
                <a:gd name="T2" fmla="*/ 20 w 20"/>
                <a:gd name="T3" fmla="*/ 12 h 19"/>
                <a:gd name="T4" fmla="*/ 10 w 20"/>
                <a:gd name="T5" fmla="*/ 0 h 19"/>
                <a:gd name="T6" fmla="*/ 10 w 20"/>
                <a:gd name="T7" fmla="*/ 0 h 19"/>
                <a:gd name="T8" fmla="*/ 0 w 20"/>
                <a:gd name="T9" fmla="*/ 12 h 19"/>
                <a:gd name="T10" fmla="*/ 0 w 20"/>
                <a:gd name="T11" fmla="*/ 19 h 19"/>
                <a:gd name="T12" fmla="*/ 20 w 20"/>
                <a:gd name="T13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9">
                  <a:moveTo>
                    <a:pt x="20" y="19"/>
                  </a:moveTo>
                  <a:cubicBezTo>
                    <a:pt x="20" y="12"/>
                    <a:pt x="20" y="12"/>
                    <a:pt x="20" y="12"/>
                  </a:cubicBezTo>
                  <a:cubicBezTo>
                    <a:pt x="20" y="5"/>
                    <a:pt x="1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3" y="0"/>
                    <a:pt x="0" y="5"/>
                    <a:pt x="0" y="12"/>
                  </a:cubicBezTo>
                  <a:cubicBezTo>
                    <a:pt x="0" y="19"/>
                    <a:pt x="0" y="19"/>
                    <a:pt x="0" y="19"/>
                  </a:cubicBezTo>
                  <a:lnTo>
                    <a:pt x="20" y="19"/>
                  </a:ln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84" name="Oval 95">
              <a:extLst>
                <a:ext uri="{FF2B5EF4-FFF2-40B4-BE49-F238E27FC236}">
                  <a16:creationId xmlns:a16="http://schemas.microsoft.com/office/drawing/2014/main" id="{B393BE41-286B-4AAA-B8F6-4CF9BE268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2976" y="1552576"/>
              <a:ext cx="82550" cy="87313"/>
            </a:xfrm>
            <a:prstGeom prst="ellips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85" name="Freeform 96">
              <a:extLst>
                <a:ext uri="{FF2B5EF4-FFF2-40B4-BE49-F238E27FC236}">
                  <a16:creationId xmlns:a16="http://schemas.microsoft.com/office/drawing/2014/main" id="{78AC6474-1268-4FEB-B0B3-BB63CD0E788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9201" y="1635126"/>
              <a:ext cx="87313" cy="84138"/>
            </a:xfrm>
            <a:custGeom>
              <a:avLst/>
              <a:gdLst>
                <a:gd name="T0" fmla="*/ 20 w 20"/>
                <a:gd name="T1" fmla="*/ 19 h 19"/>
                <a:gd name="T2" fmla="*/ 20 w 20"/>
                <a:gd name="T3" fmla="*/ 12 h 19"/>
                <a:gd name="T4" fmla="*/ 10 w 20"/>
                <a:gd name="T5" fmla="*/ 0 h 19"/>
                <a:gd name="T6" fmla="*/ 10 w 20"/>
                <a:gd name="T7" fmla="*/ 0 h 19"/>
                <a:gd name="T8" fmla="*/ 0 w 20"/>
                <a:gd name="T9" fmla="*/ 12 h 19"/>
                <a:gd name="T10" fmla="*/ 0 w 20"/>
                <a:gd name="T11" fmla="*/ 19 h 19"/>
                <a:gd name="T12" fmla="*/ 20 w 20"/>
                <a:gd name="T13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9">
                  <a:moveTo>
                    <a:pt x="20" y="19"/>
                  </a:moveTo>
                  <a:cubicBezTo>
                    <a:pt x="20" y="12"/>
                    <a:pt x="20" y="12"/>
                    <a:pt x="20" y="12"/>
                  </a:cubicBezTo>
                  <a:cubicBezTo>
                    <a:pt x="20" y="5"/>
                    <a:pt x="1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3" y="0"/>
                    <a:pt x="0" y="5"/>
                    <a:pt x="0" y="12"/>
                  </a:cubicBezTo>
                  <a:cubicBezTo>
                    <a:pt x="0" y="19"/>
                    <a:pt x="0" y="19"/>
                    <a:pt x="0" y="19"/>
                  </a:cubicBezTo>
                  <a:lnTo>
                    <a:pt x="20" y="19"/>
                  </a:ln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86" name="Oval 97">
              <a:extLst>
                <a:ext uri="{FF2B5EF4-FFF2-40B4-BE49-F238E27FC236}">
                  <a16:creationId xmlns:a16="http://schemas.microsoft.com/office/drawing/2014/main" id="{11B9A08F-A6FB-40DF-95E5-4F2748441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9201" y="1552576"/>
              <a:ext cx="82550" cy="87313"/>
            </a:xfrm>
            <a:prstGeom prst="ellips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87" name="Freeform 98">
              <a:extLst>
                <a:ext uri="{FF2B5EF4-FFF2-40B4-BE49-F238E27FC236}">
                  <a16:creationId xmlns:a16="http://schemas.microsoft.com/office/drawing/2014/main" id="{3AF99684-2A7A-4755-AE00-8E8AD05B3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5213" y="1552576"/>
              <a:ext cx="52388" cy="74613"/>
            </a:xfrm>
            <a:custGeom>
              <a:avLst/>
              <a:gdLst>
                <a:gd name="T0" fmla="*/ 33 w 33"/>
                <a:gd name="T1" fmla="*/ 0 h 47"/>
                <a:gd name="T2" fmla="*/ 33 w 33"/>
                <a:gd name="T3" fmla="*/ 33 h 47"/>
                <a:gd name="T4" fmla="*/ 0 w 33"/>
                <a:gd name="T5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47">
                  <a:moveTo>
                    <a:pt x="33" y="0"/>
                  </a:moveTo>
                  <a:lnTo>
                    <a:pt x="33" y="33"/>
                  </a:lnTo>
                  <a:lnTo>
                    <a:pt x="0" y="47"/>
                  </a:ln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88" name="Line 99">
              <a:extLst>
                <a:ext uri="{FF2B5EF4-FFF2-40B4-BE49-F238E27FC236}">
                  <a16:creationId xmlns:a16="http://schemas.microsoft.com/office/drawing/2014/main" id="{49759BC3-BD82-43FF-BF72-6D20A845AB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42363" y="1604963"/>
              <a:ext cx="57150" cy="22225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89" name="Line 100">
              <a:extLst>
                <a:ext uri="{FF2B5EF4-FFF2-40B4-BE49-F238E27FC236}">
                  <a16:creationId xmlns:a16="http://schemas.microsoft.com/office/drawing/2014/main" id="{A57CE9B9-2A48-4582-B62A-9A71367426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7738" y="1666876"/>
              <a:ext cx="69850" cy="0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90" name="Line 101">
              <a:extLst>
                <a:ext uri="{FF2B5EF4-FFF2-40B4-BE49-F238E27FC236}">
                  <a16:creationId xmlns:a16="http://schemas.microsoft.com/office/drawing/2014/main" id="{B9AD5339-C434-4BE1-9F26-EB96158FF3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47138" y="1666876"/>
              <a:ext cx="69850" cy="0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91" name="Line 102">
              <a:extLst>
                <a:ext uri="{FF2B5EF4-FFF2-40B4-BE49-F238E27FC236}">
                  <a16:creationId xmlns:a16="http://schemas.microsoft.com/office/drawing/2014/main" id="{2DD73E7A-4127-44F0-B963-298A23E269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7438" y="1473201"/>
              <a:ext cx="69850" cy="0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30E906C9-8FEB-4E43-9CAB-B1C48B6FD9CA}"/>
              </a:ext>
            </a:extLst>
          </p:cNvPr>
          <p:cNvGrpSpPr/>
          <p:nvPr/>
        </p:nvGrpSpPr>
        <p:grpSpPr>
          <a:xfrm>
            <a:off x="3820747" y="4711116"/>
            <a:ext cx="177640" cy="273381"/>
            <a:chOff x="9378951" y="1349376"/>
            <a:chExt cx="244475" cy="376237"/>
          </a:xfrm>
        </p:grpSpPr>
        <p:sp>
          <p:nvSpPr>
            <p:cNvPr id="293" name="Freeform 106">
              <a:extLst>
                <a:ext uri="{FF2B5EF4-FFF2-40B4-BE49-F238E27FC236}">
                  <a16:creationId xmlns:a16="http://schemas.microsoft.com/office/drawing/2014/main" id="{568706DA-CD9F-40C0-9200-D0891CB97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8951" y="1349376"/>
              <a:ext cx="244475" cy="271463"/>
            </a:xfrm>
            <a:custGeom>
              <a:avLst/>
              <a:gdLst>
                <a:gd name="T0" fmla="*/ 11 w 55"/>
                <a:gd name="T1" fmla="*/ 62 h 62"/>
                <a:gd name="T2" fmla="*/ 13 w 55"/>
                <a:gd name="T3" fmla="*/ 50 h 62"/>
                <a:gd name="T4" fmla="*/ 0 w 55"/>
                <a:gd name="T5" fmla="*/ 28 h 62"/>
                <a:gd name="T6" fmla="*/ 28 w 55"/>
                <a:gd name="T7" fmla="*/ 0 h 62"/>
                <a:gd name="T8" fmla="*/ 55 w 55"/>
                <a:gd name="T9" fmla="*/ 28 h 62"/>
                <a:gd name="T10" fmla="*/ 43 w 55"/>
                <a:gd name="T11" fmla="*/ 50 h 62"/>
                <a:gd name="T12" fmla="*/ 43 w 55"/>
                <a:gd name="T13" fmla="*/ 62 h 62"/>
                <a:gd name="T14" fmla="*/ 11 w 55"/>
                <a:gd name="T15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" h="62">
                  <a:moveTo>
                    <a:pt x="11" y="62"/>
                  </a:moveTo>
                  <a:cubicBezTo>
                    <a:pt x="11" y="62"/>
                    <a:pt x="15" y="56"/>
                    <a:pt x="13" y="50"/>
                  </a:cubicBezTo>
                  <a:cubicBezTo>
                    <a:pt x="10" y="45"/>
                    <a:pt x="0" y="37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4" y="0"/>
                    <a:pt x="55" y="13"/>
                    <a:pt x="55" y="28"/>
                  </a:cubicBezTo>
                  <a:cubicBezTo>
                    <a:pt x="55" y="38"/>
                    <a:pt x="46" y="45"/>
                    <a:pt x="43" y="50"/>
                  </a:cubicBezTo>
                  <a:cubicBezTo>
                    <a:pt x="40" y="54"/>
                    <a:pt x="43" y="62"/>
                    <a:pt x="43" y="62"/>
                  </a:cubicBezTo>
                  <a:lnTo>
                    <a:pt x="11" y="62"/>
                  </a:ln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94" name="Line 107">
              <a:extLst>
                <a:ext uri="{FF2B5EF4-FFF2-40B4-BE49-F238E27FC236}">
                  <a16:creationId xmlns:a16="http://schemas.microsoft.com/office/drawing/2014/main" id="{2297263C-D4AA-414A-B7C4-E57B2721F8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36101" y="1655763"/>
              <a:ext cx="125413" cy="0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95" name="Line 108">
              <a:extLst>
                <a:ext uri="{FF2B5EF4-FFF2-40B4-BE49-F238E27FC236}">
                  <a16:creationId xmlns:a16="http://schemas.microsoft.com/office/drawing/2014/main" id="{513C770A-FCBF-4FAF-85C2-DC831CC1C9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3563" y="1690688"/>
              <a:ext cx="90488" cy="0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96" name="Freeform 109">
              <a:extLst>
                <a:ext uri="{FF2B5EF4-FFF2-40B4-BE49-F238E27FC236}">
                  <a16:creationId xmlns:a16="http://schemas.microsoft.com/office/drawing/2014/main" id="{53E0AAAB-40B5-4EB9-B27F-07AE87C5E72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1338" y="1479551"/>
              <a:ext cx="49213" cy="131763"/>
            </a:xfrm>
            <a:custGeom>
              <a:avLst/>
              <a:gdLst>
                <a:gd name="T0" fmla="*/ 31 w 31"/>
                <a:gd name="T1" fmla="*/ 83 h 83"/>
                <a:gd name="T2" fmla="*/ 31 w 31"/>
                <a:gd name="T3" fmla="*/ 56 h 83"/>
                <a:gd name="T4" fmla="*/ 0 w 31"/>
                <a:gd name="T5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" h="83">
                  <a:moveTo>
                    <a:pt x="31" y="83"/>
                  </a:moveTo>
                  <a:lnTo>
                    <a:pt x="31" y="56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97" name="Freeform 110">
              <a:extLst>
                <a:ext uri="{FF2B5EF4-FFF2-40B4-BE49-F238E27FC236}">
                  <a16:creationId xmlns:a16="http://schemas.microsoft.com/office/drawing/2014/main" id="{DDB69860-25AB-486F-BDB8-ED12BFA50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7063" y="1479551"/>
              <a:ext cx="49213" cy="131763"/>
            </a:xfrm>
            <a:custGeom>
              <a:avLst/>
              <a:gdLst>
                <a:gd name="T0" fmla="*/ 0 w 31"/>
                <a:gd name="T1" fmla="*/ 83 h 83"/>
                <a:gd name="T2" fmla="*/ 0 w 31"/>
                <a:gd name="T3" fmla="*/ 56 h 83"/>
                <a:gd name="T4" fmla="*/ 31 w 31"/>
                <a:gd name="T5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" h="83">
                  <a:moveTo>
                    <a:pt x="0" y="83"/>
                  </a:moveTo>
                  <a:lnTo>
                    <a:pt x="0" y="56"/>
                  </a:lnTo>
                  <a:lnTo>
                    <a:pt x="31" y="0"/>
                  </a:ln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98" name="Freeform 111">
              <a:extLst>
                <a:ext uri="{FF2B5EF4-FFF2-40B4-BE49-F238E27FC236}">
                  <a16:creationId xmlns:a16="http://schemas.microsoft.com/office/drawing/2014/main" id="{9391C390-31E4-4B67-8212-971D56BFF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8326" y="1462088"/>
              <a:ext cx="80963" cy="26988"/>
            </a:xfrm>
            <a:custGeom>
              <a:avLst/>
              <a:gdLst>
                <a:gd name="T0" fmla="*/ 0 w 51"/>
                <a:gd name="T1" fmla="*/ 3 h 17"/>
                <a:gd name="T2" fmla="*/ 12 w 51"/>
                <a:gd name="T3" fmla="*/ 17 h 17"/>
                <a:gd name="T4" fmla="*/ 26 w 51"/>
                <a:gd name="T5" fmla="*/ 3 h 17"/>
                <a:gd name="T6" fmla="*/ 37 w 51"/>
                <a:gd name="T7" fmla="*/ 17 h 17"/>
                <a:gd name="T8" fmla="*/ 51 w 51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17">
                  <a:moveTo>
                    <a:pt x="0" y="3"/>
                  </a:moveTo>
                  <a:lnTo>
                    <a:pt x="12" y="17"/>
                  </a:lnTo>
                  <a:lnTo>
                    <a:pt x="26" y="3"/>
                  </a:lnTo>
                  <a:lnTo>
                    <a:pt x="37" y="17"/>
                  </a:lnTo>
                  <a:lnTo>
                    <a:pt x="51" y="0"/>
                  </a:ln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99" name="Rectangle 112">
              <a:extLst>
                <a:ext uri="{FF2B5EF4-FFF2-40B4-BE49-F238E27FC236}">
                  <a16:creationId xmlns:a16="http://schemas.microsoft.com/office/drawing/2014/main" id="{C0DC93A9-E07D-4360-8BD6-F1FADFEEB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8163" y="1620838"/>
              <a:ext cx="142875" cy="34925"/>
            </a:xfrm>
            <a:prstGeom prst="rect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00" name="Rectangle 113">
              <a:extLst>
                <a:ext uri="{FF2B5EF4-FFF2-40B4-BE49-F238E27FC236}">
                  <a16:creationId xmlns:a16="http://schemas.microsoft.com/office/drawing/2014/main" id="{D2644486-0C79-440C-8910-9E89A47F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5626" y="1655763"/>
              <a:ext cx="106363" cy="34925"/>
            </a:xfrm>
            <a:prstGeom prst="rect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01" name="Rectangle 114">
              <a:extLst>
                <a:ext uri="{FF2B5EF4-FFF2-40B4-BE49-F238E27FC236}">
                  <a16:creationId xmlns:a16="http://schemas.microsoft.com/office/drawing/2014/main" id="{8CDDD4C1-12C9-4526-A6FD-7F584141D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3088" y="1690688"/>
              <a:ext cx="71438" cy="34925"/>
            </a:xfrm>
            <a:prstGeom prst="rect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936D6203-102D-48E5-9739-E1902A85FEC4}"/>
              </a:ext>
            </a:extLst>
          </p:cNvPr>
          <p:cNvGrpSpPr/>
          <p:nvPr/>
        </p:nvGrpSpPr>
        <p:grpSpPr>
          <a:xfrm>
            <a:off x="5685094" y="4752280"/>
            <a:ext cx="279149" cy="260693"/>
            <a:chOff x="10067926" y="1362076"/>
            <a:chExt cx="384175" cy="358775"/>
          </a:xfrm>
        </p:grpSpPr>
        <p:sp>
          <p:nvSpPr>
            <p:cNvPr id="303" name="Freeform 118">
              <a:extLst>
                <a:ext uri="{FF2B5EF4-FFF2-40B4-BE49-F238E27FC236}">
                  <a16:creationId xmlns:a16="http://schemas.microsoft.com/office/drawing/2014/main" id="{D097E2C2-DE6E-42AA-BEC7-8C776006C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2701" y="1457326"/>
              <a:ext cx="152400" cy="158750"/>
            </a:xfrm>
            <a:custGeom>
              <a:avLst/>
              <a:gdLst>
                <a:gd name="T0" fmla="*/ 14 w 35"/>
                <a:gd name="T1" fmla="*/ 36 h 36"/>
                <a:gd name="T2" fmla="*/ 0 w 35"/>
                <a:gd name="T3" fmla="*/ 18 h 36"/>
                <a:gd name="T4" fmla="*/ 18 w 35"/>
                <a:gd name="T5" fmla="*/ 0 h 36"/>
                <a:gd name="T6" fmla="*/ 35 w 35"/>
                <a:gd name="T7" fmla="*/ 1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6">
                  <a:moveTo>
                    <a:pt x="14" y="36"/>
                  </a:moveTo>
                  <a:cubicBezTo>
                    <a:pt x="6" y="34"/>
                    <a:pt x="0" y="27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6" y="0"/>
                    <a:pt x="32" y="4"/>
                    <a:pt x="35" y="11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04" name="Freeform 119">
              <a:extLst>
                <a:ext uri="{FF2B5EF4-FFF2-40B4-BE49-F238E27FC236}">
                  <a16:creationId xmlns:a16="http://schemas.microsoft.com/office/drawing/2014/main" id="{1251F905-35B5-40F8-A591-188CA3F64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2238" y="1663701"/>
              <a:ext cx="42863" cy="17463"/>
            </a:xfrm>
            <a:custGeom>
              <a:avLst/>
              <a:gdLst>
                <a:gd name="T0" fmla="*/ 10 w 10"/>
                <a:gd name="T1" fmla="*/ 0 h 4"/>
                <a:gd name="T2" fmla="*/ 0 w 10"/>
                <a:gd name="T3" fmla="*/ 4 h 4"/>
                <a:gd name="T4" fmla="*/ 10 w 10"/>
                <a:gd name="T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4">
                  <a:moveTo>
                    <a:pt x="1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4" y="3"/>
                    <a:pt x="7" y="2"/>
                    <a:pt x="10" y="0"/>
                  </a:cubicBez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05" name="Freeform 120">
              <a:extLst>
                <a:ext uri="{FF2B5EF4-FFF2-40B4-BE49-F238E27FC236}">
                  <a16:creationId xmlns:a16="http://schemas.microsoft.com/office/drawing/2014/main" id="{D5EE3738-EBC5-4BA4-872F-C8067BF42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7463" y="1404938"/>
              <a:ext cx="38100" cy="14288"/>
            </a:xfrm>
            <a:custGeom>
              <a:avLst/>
              <a:gdLst>
                <a:gd name="T0" fmla="*/ 0 w 9"/>
                <a:gd name="T1" fmla="*/ 3 h 3"/>
                <a:gd name="T2" fmla="*/ 9 w 9"/>
                <a:gd name="T3" fmla="*/ 0 h 3"/>
                <a:gd name="T4" fmla="*/ 0 w 9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3">
                  <a:moveTo>
                    <a:pt x="0" y="3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6" y="0"/>
                    <a:pt x="2" y="2"/>
                    <a:pt x="0" y="3"/>
                  </a:cubicBez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06" name="Freeform 121">
              <a:extLst>
                <a:ext uri="{FF2B5EF4-FFF2-40B4-BE49-F238E27FC236}">
                  <a16:creationId xmlns:a16="http://schemas.microsoft.com/office/drawing/2014/main" id="{418324A9-1C57-493E-AA18-337618B29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0788" y="1466851"/>
              <a:ext cx="17463" cy="39688"/>
            </a:xfrm>
            <a:custGeom>
              <a:avLst/>
              <a:gdLst>
                <a:gd name="T0" fmla="*/ 0 w 4"/>
                <a:gd name="T1" fmla="*/ 9 h 9"/>
                <a:gd name="T2" fmla="*/ 4 w 4"/>
                <a:gd name="T3" fmla="*/ 0 h 9"/>
                <a:gd name="T4" fmla="*/ 0 w 4"/>
                <a:gd name="T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9">
                  <a:moveTo>
                    <a:pt x="0" y="9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3"/>
                    <a:pt x="1" y="6"/>
                    <a:pt x="0" y="9"/>
                  </a:cubicBez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07" name="Freeform 122">
              <a:extLst>
                <a:ext uri="{FF2B5EF4-FFF2-40B4-BE49-F238E27FC236}">
                  <a16:creationId xmlns:a16="http://schemas.microsoft.com/office/drawing/2014/main" id="{3E3DFEBE-E8FA-479E-96AD-2BD439C31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2701" y="1663701"/>
              <a:ext cx="42863" cy="17463"/>
            </a:xfrm>
            <a:custGeom>
              <a:avLst/>
              <a:gdLst>
                <a:gd name="T0" fmla="*/ 10 w 10"/>
                <a:gd name="T1" fmla="*/ 4 h 4"/>
                <a:gd name="T2" fmla="*/ 0 w 10"/>
                <a:gd name="T3" fmla="*/ 0 h 4"/>
                <a:gd name="T4" fmla="*/ 10 w 10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4">
                  <a:moveTo>
                    <a:pt x="10" y="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2"/>
                    <a:pt x="6" y="3"/>
                    <a:pt x="10" y="4"/>
                  </a:cubicBez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08" name="Freeform 123">
              <a:extLst>
                <a:ext uri="{FF2B5EF4-FFF2-40B4-BE49-F238E27FC236}">
                  <a16:creationId xmlns:a16="http://schemas.microsoft.com/office/drawing/2014/main" id="{3351652D-DBE1-41E9-8700-E95CE5416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2238" y="1401763"/>
              <a:ext cx="42863" cy="17463"/>
            </a:xfrm>
            <a:custGeom>
              <a:avLst/>
              <a:gdLst>
                <a:gd name="T0" fmla="*/ 0 w 10"/>
                <a:gd name="T1" fmla="*/ 0 h 4"/>
                <a:gd name="T2" fmla="*/ 10 w 10"/>
                <a:gd name="T3" fmla="*/ 4 h 4"/>
                <a:gd name="T4" fmla="*/ 0 w 10"/>
                <a:gd name="T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4">
                  <a:moveTo>
                    <a:pt x="0" y="0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7" y="2"/>
                    <a:pt x="3" y="1"/>
                    <a:pt x="0" y="0"/>
                  </a:cubicBez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09" name="Freeform 124">
              <a:extLst>
                <a:ext uri="{FF2B5EF4-FFF2-40B4-BE49-F238E27FC236}">
                  <a16:creationId xmlns:a16="http://schemas.microsoft.com/office/drawing/2014/main" id="{ACD6B280-9199-4B67-95FC-269E9EDA9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9551" y="1466851"/>
              <a:ext cx="12700" cy="22225"/>
            </a:xfrm>
            <a:custGeom>
              <a:avLst/>
              <a:gdLst>
                <a:gd name="T0" fmla="*/ 3 w 3"/>
                <a:gd name="T1" fmla="*/ 5 h 5"/>
                <a:gd name="T2" fmla="*/ 0 w 3"/>
                <a:gd name="T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5">
                  <a:moveTo>
                    <a:pt x="3" y="5"/>
                  </a:moveTo>
                  <a:cubicBezTo>
                    <a:pt x="2" y="3"/>
                    <a:pt x="1" y="1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10" name="Freeform 125">
              <a:extLst>
                <a:ext uri="{FF2B5EF4-FFF2-40B4-BE49-F238E27FC236}">
                  <a16:creationId xmlns:a16="http://schemas.microsoft.com/office/drawing/2014/main" id="{ABC99DCB-3A92-41F1-9B07-EDE82558D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0788" y="1576388"/>
              <a:ext cx="17463" cy="39688"/>
            </a:xfrm>
            <a:custGeom>
              <a:avLst/>
              <a:gdLst>
                <a:gd name="T0" fmla="*/ 4 w 4"/>
                <a:gd name="T1" fmla="*/ 9 h 9"/>
                <a:gd name="T2" fmla="*/ 0 w 4"/>
                <a:gd name="T3" fmla="*/ 0 h 9"/>
                <a:gd name="T4" fmla="*/ 4 w 4"/>
                <a:gd name="T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9">
                  <a:moveTo>
                    <a:pt x="4" y="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3"/>
                    <a:pt x="2" y="6"/>
                    <a:pt x="4" y="9"/>
                  </a:cubicBez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11" name="Freeform 126">
              <a:extLst>
                <a:ext uri="{FF2B5EF4-FFF2-40B4-BE49-F238E27FC236}">
                  <a16:creationId xmlns:a16="http://schemas.microsoft.com/office/drawing/2014/main" id="{CF779B16-81F0-41D3-BBA8-7587F03683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5563" y="1362076"/>
              <a:ext cx="66675" cy="39688"/>
            </a:xfrm>
            <a:custGeom>
              <a:avLst/>
              <a:gdLst>
                <a:gd name="T0" fmla="*/ 15 w 15"/>
                <a:gd name="T1" fmla="*/ 9 h 9"/>
                <a:gd name="T2" fmla="*/ 15 w 15"/>
                <a:gd name="T3" fmla="*/ 6 h 9"/>
                <a:gd name="T4" fmla="*/ 8 w 15"/>
                <a:gd name="T5" fmla="*/ 0 h 9"/>
                <a:gd name="T6" fmla="*/ 7 w 15"/>
                <a:gd name="T7" fmla="*/ 0 h 9"/>
                <a:gd name="T8" fmla="*/ 0 w 15"/>
                <a:gd name="T9" fmla="*/ 6 h 9"/>
                <a:gd name="T10" fmla="*/ 0 w 15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9">
                  <a:moveTo>
                    <a:pt x="15" y="9"/>
                  </a:moveTo>
                  <a:cubicBezTo>
                    <a:pt x="15" y="6"/>
                    <a:pt x="15" y="6"/>
                    <a:pt x="15" y="6"/>
                  </a:cubicBezTo>
                  <a:cubicBezTo>
                    <a:pt x="15" y="3"/>
                    <a:pt x="12" y="0"/>
                    <a:pt x="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0" y="9"/>
                    <a:pt x="0" y="9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12" name="Freeform 127">
              <a:extLst>
                <a:ext uri="{FF2B5EF4-FFF2-40B4-BE49-F238E27FC236}">
                  <a16:creationId xmlns:a16="http://schemas.microsoft.com/office/drawing/2014/main" id="{DDC50A79-3688-49F3-BBA5-20B03BC8A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5563" y="1681163"/>
              <a:ext cx="66675" cy="39688"/>
            </a:xfrm>
            <a:custGeom>
              <a:avLst/>
              <a:gdLst>
                <a:gd name="T0" fmla="*/ 0 w 15"/>
                <a:gd name="T1" fmla="*/ 0 h 9"/>
                <a:gd name="T2" fmla="*/ 0 w 15"/>
                <a:gd name="T3" fmla="*/ 3 h 9"/>
                <a:gd name="T4" fmla="*/ 7 w 15"/>
                <a:gd name="T5" fmla="*/ 9 h 9"/>
                <a:gd name="T6" fmla="*/ 8 w 15"/>
                <a:gd name="T7" fmla="*/ 9 h 9"/>
                <a:gd name="T8" fmla="*/ 15 w 15"/>
                <a:gd name="T9" fmla="*/ 3 h 9"/>
                <a:gd name="T10" fmla="*/ 15 w 15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9">
                  <a:moveTo>
                    <a:pt x="0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7"/>
                    <a:pt x="3" y="9"/>
                    <a:pt x="7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2" y="9"/>
                    <a:pt x="15" y="7"/>
                    <a:pt x="15" y="3"/>
                  </a:cubicBezTo>
                  <a:cubicBezTo>
                    <a:pt x="15" y="0"/>
                    <a:pt x="15" y="0"/>
                    <a:pt x="15" y="0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13" name="Freeform 128">
              <a:extLst>
                <a:ext uri="{FF2B5EF4-FFF2-40B4-BE49-F238E27FC236}">
                  <a16:creationId xmlns:a16="http://schemas.microsoft.com/office/drawing/2014/main" id="{54D6699E-BD8D-4271-AC53-9E384A6EEA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7926" y="1506538"/>
              <a:ext cx="39688" cy="69850"/>
            </a:xfrm>
            <a:custGeom>
              <a:avLst/>
              <a:gdLst>
                <a:gd name="T0" fmla="*/ 9 w 9"/>
                <a:gd name="T1" fmla="*/ 0 h 16"/>
                <a:gd name="T2" fmla="*/ 7 w 9"/>
                <a:gd name="T3" fmla="*/ 0 h 16"/>
                <a:gd name="T4" fmla="*/ 0 w 9"/>
                <a:gd name="T5" fmla="*/ 7 h 16"/>
                <a:gd name="T6" fmla="*/ 0 w 9"/>
                <a:gd name="T7" fmla="*/ 9 h 16"/>
                <a:gd name="T8" fmla="*/ 7 w 9"/>
                <a:gd name="T9" fmla="*/ 16 h 16"/>
                <a:gd name="T10" fmla="*/ 9 w 9"/>
                <a:gd name="T1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3"/>
                    <a:pt x="3" y="16"/>
                    <a:pt x="7" y="16"/>
                  </a:cubicBezTo>
                  <a:cubicBezTo>
                    <a:pt x="9" y="16"/>
                    <a:pt x="9" y="16"/>
                    <a:pt x="9" y="16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14" name="Freeform 129">
              <a:extLst>
                <a:ext uri="{FF2B5EF4-FFF2-40B4-BE49-F238E27FC236}">
                  <a16:creationId xmlns:a16="http://schemas.microsoft.com/office/drawing/2014/main" id="{3D23DF3C-CAF6-4D84-AF61-CF3463DFA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5101" y="1620838"/>
              <a:ext cx="66675" cy="65088"/>
            </a:xfrm>
            <a:custGeom>
              <a:avLst/>
              <a:gdLst>
                <a:gd name="T0" fmla="*/ 0 w 15"/>
                <a:gd name="T1" fmla="*/ 10 h 15"/>
                <a:gd name="T2" fmla="*/ 2 w 15"/>
                <a:gd name="T3" fmla="*/ 12 h 15"/>
                <a:gd name="T4" fmla="*/ 11 w 15"/>
                <a:gd name="T5" fmla="*/ 12 h 15"/>
                <a:gd name="T6" fmla="*/ 12 w 15"/>
                <a:gd name="T7" fmla="*/ 11 h 15"/>
                <a:gd name="T8" fmla="*/ 12 w 15"/>
                <a:gd name="T9" fmla="*/ 1 h 15"/>
                <a:gd name="T10" fmla="*/ 11 w 15"/>
                <a:gd name="T1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5">
                  <a:moveTo>
                    <a:pt x="0" y="10"/>
                  </a:moveTo>
                  <a:cubicBezTo>
                    <a:pt x="2" y="12"/>
                    <a:pt x="2" y="12"/>
                    <a:pt x="2" y="12"/>
                  </a:cubicBezTo>
                  <a:cubicBezTo>
                    <a:pt x="4" y="15"/>
                    <a:pt x="9" y="15"/>
                    <a:pt x="11" y="12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5" y="8"/>
                    <a:pt x="15" y="4"/>
                    <a:pt x="12" y="1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15" name="Freeform 130">
              <a:extLst>
                <a:ext uri="{FF2B5EF4-FFF2-40B4-BE49-F238E27FC236}">
                  <a16:creationId xmlns:a16="http://schemas.microsoft.com/office/drawing/2014/main" id="{C71D6158-15F9-4FE4-9AE0-284AFA2DF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7613" y="1397001"/>
              <a:ext cx="69850" cy="69850"/>
            </a:xfrm>
            <a:custGeom>
              <a:avLst/>
              <a:gdLst>
                <a:gd name="T0" fmla="*/ 16 w 16"/>
                <a:gd name="T1" fmla="*/ 5 h 16"/>
                <a:gd name="T2" fmla="*/ 13 w 16"/>
                <a:gd name="T3" fmla="*/ 3 h 16"/>
                <a:gd name="T4" fmla="*/ 4 w 16"/>
                <a:gd name="T5" fmla="*/ 3 h 16"/>
                <a:gd name="T6" fmla="*/ 3 w 16"/>
                <a:gd name="T7" fmla="*/ 4 h 16"/>
                <a:gd name="T8" fmla="*/ 3 w 16"/>
                <a:gd name="T9" fmla="*/ 14 h 16"/>
                <a:gd name="T10" fmla="*/ 5 w 16"/>
                <a:gd name="T1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16">
                  <a:moveTo>
                    <a:pt x="16" y="5"/>
                  </a:moveTo>
                  <a:cubicBezTo>
                    <a:pt x="13" y="3"/>
                    <a:pt x="13" y="3"/>
                    <a:pt x="13" y="3"/>
                  </a:cubicBezTo>
                  <a:cubicBezTo>
                    <a:pt x="11" y="0"/>
                    <a:pt x="6" y="0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0" y="7"/>
                    <a:pt x="0" y="11"/>
                    <a:pt x="3" y="14"/>
                  </a:cubicBezTo>
                  <a:cubicBezTo>
                    <a:pt x="5" y="16"/>
                    <a:pt x="5" y="16"/>
                    <a:pt x="5" y="16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16" name="Freeform 131">
              <a:extLst>
                <a:ext uri="{FF2B5EF4-FFF2-40B4-BE49-F238E27FC236}">
                  <a16:creationId xmlns:a16="http://schemas.microsoft.com/office/drawing/2014/main" id="{C2B3F2E2-4506-41DF-95A0-624864266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5101" y="1397001"/>
              <a:ext cx="66675" cy="69850"/>
            </a:xfrm>
            <a:custGeom>
              <a:avLst/>
              <a:gdLst>
                <a:gd name="T0" fmla="*/ 10 w 15"/>
                <a:gd name="T1" fmla="*/ 16 h 16"/>
                <a:gd name="T2" fmla="*/ 12 w 15"/>
                <a:gd name="T3" fmla="*/ 14 h 16"/>
                <a:gd name="T4" fmla="*/ 12 w 15"/>
                <a:gd name="T5" fmla="*/ 4 h 16"/>
                <a:gd name="T6" fmla="*/ 11 w 15"/>
                <a:gd name="T7" fmla="*/ 3 h 16"/>
                <a:gd name="T8" fmla="*/ 2 w 15"/>
                <a:gd name="T9" fmla="*/ 3 h 16"/>
                <a:gd name="T10" fmla="*/ 0 w 15"/>
                <a:gd name="T11" fmla="*/ 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6">
                  <a:moveTo>
                    <a:pt x="10" y="16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5" y="11"/>
                    <a:pt x="15" y="7"/>
                    <a:pt x="12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9" y="0"/>
                    <a:pt x="4" y="0"/>
                    <a:pt x="2" y="3"/>
                  </a:cubicBezTo>
                  <a:cubicBezTo>
                    <a:pt x="0" y="5"/>
                    <a:pt x="0" y="5"/>
                    <a:pt x="0" y="5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17" name="Freeform 132">
              <a:extLst>
                <a:ext uri="{FF2B5EF4-FFF2-40B4-BE49-F238E27FC236}">
                  <a16:creationId xmlns:a16="http://schemas.microsoft.com/office/drawing/2014/main" id="{644610FC-9B3B-4BF0-9768-E388C9043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7613" y="1616076"/>
              <a:ext cx="65088" cy="69850"/>
            </a:xfrm>
            <a:custGeom>
              <a:avLst/>
              <a:gdLst>
                <a:gd name="T0" fmla="*/ 5 w 15"/>
                <a:gd name="T1" fmla="*/ 0 h 16"/>
                <a:gd name="T2" fmla="*/ 3 w 15"/>
                <a:gd name="T3" fmla="*/ 2 h 16"/>
                <a:gd name="T4" fmla="*/ 3 w 15"/>
                <a:gd name="T5" fmla="*/ 12 h 16"/>
                <a:gd name="T6" fmla="*/ 4 w 15"/>
                <a:gd name="T7" fmla="*/ 13 h 16"/>
                <a:gd name="T8" fmla="*/ 13 w 15"/>
                <a:gd name="T9" fmla="*/ 13 h 16"/>
                <a:gd name="T10" fmla="*/ 15 w 15"/>
                <a:gd name="T11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6">
                  <a:moveTo>
                    <a:pt x="5" y="0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0" y="5"/>
                    <a:pt x="0" y="9"/>
                    <a:pt x="3" y="12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6" y="16"/>
                    <a:pt x="11" y="16"/>
                    <a:pt x="13" y="13"/>
                  </a:cubicBezTo>
                  <a:cubicBezTo>
                    <a:pt x="15" y="11"/>
                    <a:pt x="15" y="11"/>
                    <a:pt x="15" y="11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18" name="Freeform 133">
              <a:extLst>
                <a:ext uri="{FF2B5EF4-FFF2-40B4-BE49-F238E27FC236}">
                  <a16:creationId xmlns:a16="http://schemas.microsoft.com/office/drawing/2014/main" id="{6ED92088-7A03-429B-8774-0E2CE2B0B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4463" y="1493838"/>
              <a:ext cx="147638" cy="134938"/>
            </a:xfrm>
            <a:custGeom>
              <a:avLst/>
              <a:gdLst>
                <a:gd name="T0" fmla="*/ 0 w 93"/>
                <a:gd name="T1" fmla="*/ 38 h 85"/>
                <a:gd name="T2" fmla="*/ 93 w 93"/>
                <a:gd name="T3" fmla="*/ 0 h 85"/>
                <a:gd name="T4" fmla="*/ 93 w 93"/>
                <a:gd name="T5" fmla="*/ 44 h 85"/>
                <a:gd name="T6" fmla="*/ 0 w 93"/>
                <a:gd name="T7" fmla="*/ 85 h 85"/>
                <a:gd name="T8" fmla="*/ 0 w 93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" h="85">
                  <a:moveTo>
                    <a:pt x="0" y="38"/>
                  </a:moveTo>
                  <a:lnTo>
                    <a:pt x="93" y="0"/>
                  </a:lnTo>
                  <a:lnTo>
                    <a:pt x="93" y="44"/>
                  </a:lnTo>
                  <a:lnTo>
                    <a:pt x="0" y="85"/>
                  </a:lnTo>
                  <a:lnTo>
                    <a:pt x="0" y="85"/>
                  </a:ln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19" name="Freeform 134">
              <a:extLst>
                <a:ext uri="{FF2B5EF4-FFF2-40B4-BE49-F238E27FC236}">
                  <a16:creationId xmlns:a16="http://schemas.microsoft.com/office/drawing/2014/main" id="{D3802BEF-E26C-400F-A79F-51A0E9711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5563" y="1489076"/>
              <a:ext cx="88900" cy="122238"/>
            </a:xfrm>
            <a:custGeom>
              <a:avLst/>
              <a:gdLst>
                <a:gd name="T0" fmla="*/ 10 w 20"/>
                <a:gd name="T1" fmla="*/ 28 h 28"/>
                <a:gd name="T2" fmla="*/ 2 w 20"/>
                <a:gd name="T3" fmla="*/ 11 h 28"/>
                <a:gd name="T4" fmla="*/ 5 w 20"/>
                <a:gd name="T5" fmla="*/ 2 h 28"/>
                <a:gd name="T6" fmla="*/ 6 w 20"/>
                <a:gd name="T7" fmla="*/ 1 h 28"/>
                <a:gd name="T8" fmla="*/ 15 w 20"/>
                <a:gd name="T9" fmla="*/ 5 h 28"/>
                <a:gd name="T10" fmla="*/ 20 w 20"/>
                <a:gd name="T11" fmla="*/ 1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28">
                  <a:moveTo>
                    <a:pt x="10" y="28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0" y="8"/>
                    <a:pt x="1" y="4"/>
                    <a:pt x="5" y="2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9" y="0"/>
                    <a:pt x="13" y="1"/>
                    <a:pt x="15" y="5"/>
                  </a:cubicBezTo>
                  <a:cubicBezTo>
                    <a:pt x="20" y="15"/>
                    <a:pt x="20" y="15"/>
                    <a:pt x="20" y="15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20" name="Freeform 135">
              <a:extLst>
                <a:ext uri="{FF2B5EF4-FFF2-40B4-BE49-F238E27FC236}">
                  <a16:creationId xmlns:a16="http://schemas.microsoft.com/office/drawing/2014/main" id="{197CE4A1-03C8-4B62-B322-524E7D811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0013" y="1611313"/>
              <a:ext cx="44450" cy="26988"/>
            </a:xfrm>
            <a:custGeom>
              <a:avLst/>
              <a:gdLst>
                <a:gd name="T0" fmla="*/ 10 w 10"/>
                <a:gd name="T1" fmla="*/ 4 h 6"/>
                <a:gd name="T2" fmla="*/ 10 w 10"/>
                <a:gd name="T3" fmla="*/ 4 h 6"/>
                <a:gd name="T4" fmla="*/ 0 w 10"/>
                <a:gd name="T5" fmla="*/ 1 h 6"/>
                <a:gd name="T6" fmla="*/ 0 w 10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6">
                  <a:moveTo>
                    <a:pt x="10" y="4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6" y="6"/>
                    <a:pt x="2" y="5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6FA38F78-1182-4298-A753-9B1EDAC3B51C}"/>
              </a:ext>
            </a:extLst>
          </p:cNvPr>
          <p:cNvGrpSpPr/>
          <p:nvPr/>
        </p:nvGrpSpPr>
        <p:grpSpPr>
          <a:xfrm>
            <a:off x="6978856" y="4717020"/>
            <a:ext cx="205324" cy="282609"/>
            <a:chOff x="9359901" y="2100263"/>
            <a:chExt cx="282575" cy="388938"/>
          </a:xfrm>
        </p:grpSpPr>
        <p:sp>
          <p:nvSpPr>
            <p:cNvPr id="322" name="Freeform 163">
              <a:extLst>
                <a:ext uri="{FF2B5EF4-FFF2-40B4-BE49-F238E27FC236}">
                  <a16:creationId xmlns:a16="http://schemas.microsoft.com/office/drawing/2014/main" id="{B509C955-F456-402D-A5AA-69AB29008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4351" y="2100263"/>
              <a:ext cx="233363" cy="296863"/>
            </a:xfrm>
            <a:custGeom>
              <a:avLst/>
              <a:gdLst>
                <a:gd name="T0" fmla="*/ 39 w 53"/>
                <a:gd name="T1" fmla="*/ 68 h 68"/>
                <a:gd name="T2" fmla="*/ 50 w 53"/>
                <a:gd name="T3" fmla="*/ 26 h 68"/>
                <a:gd name="T4" fmla="*/ 36 w 53"/>
                <a:gd name="T5" fmla="*/ 1 h 68"/>
                <a:gd name="T6" fmla="*/ 11 w 53"/>
                <a:gd name="T7" fmla="*/ 15 h 68"/>
                <a:gd name="T8" fmla="*/ 0 w 53"/>
                <a:gd name="T9" fmla="*/ 58 h 68"/>
                <a:gd name="T10" fmla="*/ 39 w 53"/>
                <a:gd name="T11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68">
                  <a:moveTo>
                    <a:pt x="39" y="68"/>
                  </a:moveTo>
                  <a:cubicBezTo>
                    <a:pt x="50" y="26"/>
                    <a:pt x="50" y="26"/>
                    <a:pt x="50" y="26"/>
                  </a:cubicBezTo>
                  <a:cubicBezTo>
                    <a:pt x="53" y="15"/>
                    <a:pt x="40" y="2"/>
                    <a:pt x="36" y="1"/>
                  </a:cubicBezTo>
                  <a:cubicBezTo>
                    <a:pt x="31" y="0"/>
                    <a:pt x="14" y="5"/>
                    <a:pt x="11" y="15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39" y="68"/>
                  </a:ln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23" name="Freeform 164">
              <a:extLst>
                <a:ext uri="{FF2B5EF4-FFF2-40B4-BE49-F238E27FC236}">
                  <a16:creationId xmlns:a16="http://schemas.microsoft.com/office/drawing/2014/main" id="{D8F7C49E-3A58-4611-AA81-C553957324F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4513" y="2366963"/>
              <a:ext cx="98425" cy="61913"/>
            </a:xfrm>
            <a:custGeom>
              <a:avLst/>
              <a:gdLst>
                <a:gd name="T0" fmla="*/ 9 w 62"/>
                <a:gd name="T1" fmla="*/ 0 h 39"/>
                <a:gd name="T2" fmla="*/ 62 w 62"/>
                <a:gd name="T3" fmla="*/ 14 h 39"/>
                <a:gd name="T4" fmla="*/ 56 w 62"/>
                <a:gd name="T5" fmla="*/ 39 h 39"/>
                <a:gd name="T6" fmla="*/ 0 w 62"/>
                <a:gd name="T7" fmla="*/ 25 h 39"/>
                <a:gd name="T8" fmla="*/ 9 w 62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9">
                  <a:moveTo>
                    <a:pt x="9" y="0"/>
                  </a:moveTo>
                  <a:lnTo>
                    <a:pt x="62" y="14"/>
                  </a:lnTo>
                  <a:lnTo>
                    <a:pt x="56" y="39"/>
                  </a:lnTo>
                  <a:lnTo>
                    <a:pt x="0" y="25"/>
                  </a:lnTo>
                  <a:lnTo>
                    <a:pt x="9" y="0"/>
                  </a:ln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24" name="Freeform 165">
              <a:extLst>
                <a:ext uri="{FF2B5EF4-FFF2-40B4-BE49-F238E27FC236}">
                  <a16:creationId xmlns:a16="http://schemas.microsoft.com/office/drawing/2014/main" id="{F0F538BE-B950-45F3-A036-64D249E8A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9901" y="2227263"/>
              <a:ext cx="74613" cy="114300"/>
            </a:xfrm>
            <a:custGeom>
              <a:avLst/>
              <a:gdLst>
                <a:gd name="T0" fmla="*/ 47 w 47"/>
                <a:gd name="T1" fmla="*/ 0 h 72"/>
                <a:gd name="T2" fmla="*/ 14 w 47"/>
                <a:gd name="T3" fmla="*/ 19 h 72"/>
                <a:gd name="T4" fmla="*/ 0 w 47"/>
                <a:gd name="T5" fmla="*/ 72 h 72"/>
                <a:gd name="T6" fmla="*/ 33 w 47"/>
                <a:gd name="T7" fmla="*/ 5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72">
                  <a:moveTo>
                    <a:pt x="47" y="0"/>
                  </a:moveTo>
                  <a:lnTo>
                    <a:pt x="14" y="19"/>
                  </a:lnTo>
                  <a:lnTo>
                    <a:pt x="0" y="72"/>
                  </a:lnTo>
                  <a:lnTo>
                    <a:pt x="33" y="52"/>
                  </a:ln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25" name="Freeform 166">
              <a:extLst>
                <a:ext uri="{FF2B5EF4-FFF2-40B4-BE49-F238E27FC236}">
                  <a16:creationId xmlns:a16="http://schemas.microsoft.com/office/drawing/2014/main" id="{F6748B12-2F53-4861-8CA3-7FF43E053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90088" y="2270126"/>
              <a:ext cx="52388" cy="141288"/>
            </a:xfrm>
            <a:custGeom>
              <a:avLst/>
              <a:gdLst>
                <a:gd name="T0" fmla="*/ 14 w 33"/>
                <a:gd name="T1" fmla="*/ 0 h 89"/>
                <a:gd name="T2" fmla="*/ 33 w 33"/>
                <a:gd name="T3" fmla="*/ 34 h 89"/>
                <a:gd name="T4" fmla="*/ 19 w 33"/>
                <a:gd name="T5" fmla="*/ 89 h 89"/>
                <a:gd name="T6" fmla="*/ 0 w 33"/>
                <a:gd name="T7" fmla="*/ 5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89">
                  <a:moveTo>
                    <a:pt x="14" y="0"/>
                  </a:moveTo>
                  <a:lnTo>
                    <a:pt x="33" y="34"/>
                  </a:lnTo>
                  <a:lnTo>
                    <a:pt x="19" y="89"/>
                  </a:lnTo>
                  <a:lnTo>
                    <a:pt x="0" y="53"/>
                  </a:ln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26" name="Freeform 167">
              <a:extLst>
                <a:ext uri="{FF2B5EF4-FFF2-40B4-BE49-F238E27FC236}">
                  <a16:creationId xmlns:a16="http://schemas.microsoft.com/office/drawing/2014/main" id="{7610E80A-1F5A-4121-BBAC-7A4356795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8963" y="2165351"/>
              <a:ext cx="106363" cy="104775"/>
            </a:xfrm>
            <a:custGeom>
              <a:avLst/>
              <a:gdLst>
                <a:gd name="T0" fmla="*/ 1 w 24"/>
                <a:gd name="T1" fmla="*/ 10 h 24"/>
                <a:gd name="T2" fmla="*/ 15 w 24"/>
                <a:gd name="T3" fmla="*/ 2 h 24"/>
                <a:gd name="T4" fmla="*/ 23 w 24"/>
                <a:gd name="T5" fmla="*/ 15 h 24"/>
                <a:gd name="T6" fmla="*/ 9 w 24"/>
                <a:gd name="T7" fmla="*/ 23 h 24"/>
                <a:gd name="T8" fmla="*/ 1 w 24"/>
                <a:gd name="T9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4">
                  <a:moveTo>
                    <a:pt x="1" y="10"/>
                  </a:moveTo>
                  <a:cubicBezTo>
                    <a:pt x="3" y="4"/>
                    <a:pt x="9" y="0"/>
                    <a:pt x="15" y="2"/>
                  </a:cubicBezTo>
                  <a:cubicBezTo>
                    <a:pt x="21" y="3"/>
                    <a:pt x="24" y="9"/>
                    <a:pt x="23" y="15"/>
                  </a:cubicBezTo>
                  <a:cubicBezTo>
                    <a:pt x="21" y="21"/>
                    <a:pt x="15" y="24"/>
                    <a:pt x="9" y="23"/>
                  </a:cubicBezTo>
                  <a:cubicBezTo>
                    <a:pt x="3" y="21"/>
                    <a:pt x="0" y="15"/>
                    <a:pt x="1" y="10"/>
                  </a:cubicBez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27" name="Line 168">
              <a:extLst>
                <a:ext uri="{FF2B5EF4-FFF2-40B4-BE49-F238E27FC236}">
                  <a16:creationId xmlns:a16="http://schemas.microsoft.com/office/drawing/2014/main" id="{70A5F365-37FC-4D79-826D-B4061E7D05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34513" y="2432051"/>
              <a:ext cx="9525" cy="44450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28" name="Line 169">
              <a:extLst>
                <a:ext uri="{FF2B5EF4-FFF2-40B4-BE49-F238E27FC236}">
                  <a16:creationId xmlns:a16="http://schemas.microsoft.com/office/drawing/2014/main" id="{5F63BA6C-3FC8-4DC5-9C7F-D00F92BC83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91663" y="2446338"/>
              <a:ext cx="9525" cy="42863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29" name="Line 170">
              <a:extLst>
                <a:ext uri="{FF2B5EF4-FFF2-40B4-BE49-F238E27FC236}">
                  <a16:creationId xmlns:a16="http://schemas.microsoft.com/office/drawing/2014/main" id="{44C19684-0DDF-4462-ABEC-9297036711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61501" y="2441576"/>
              <a:ext cx="12700" cy="42863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30" name="Line 171">
              <a:extLst>
                <a:ext uri="{FF2B5EF4-FFF2-40B4-BE49-F238E27FC236}">
                  <a16:creationId xmlns:a16="http://schemas.microsoft.com/office/drawing/2014/main" id="{A523BACE-0EE6-4C67-AA87-1CDC1DCEA7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510713" y="2205038"/>
              <a:ext cx="34925" cy="12700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31" name="Line 172">
              <a:extLst>
                <a:ext uri="{FF2B5EF4-FFF2-40B4-BE49-F238E27FC236}">
                  <a16:creationId xmlns:a16="http://schemas.microsoft.com/office/drawing/2014/main" id="{43DFFF86-2936-44E3-AF03-AAF23D202C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536113" y="2227263"/>
              <a:ext cx="14288" cy="4763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F206879F-62B0-49AF-BAAA-11BABB549971}"/>
              </a:ext>
            </a:extLst>
          </p:cNvPr>
          <p:cNvGrpSpPr/>
          <p:nvPr/>
        </p:nvGrpSpPr>
        <p:grpSpPr>
          <a:xfrm>
            <a:off x="8169107" y="4754966"/>
            <a:ext cx="249158" cy="254925"/>
            <a:chOff x="10088563" y="2120901"/>
            <a:chExt cx="342900" cy="350837"/>
          </a:xfrm>
        </p:grpSpPr>
        <p:sp>
          <p:nvSpPr>
            <p:cNvPr id="333" name="Freeform 154">
              <a:extLst>
                <a:ext uri="{FF2B5EF4-FFF2-40B4-BE49-F238E27FC236}">
                  <a16:creationId xmlns:a16="http://schemas.microsoft.com/office/drawing/2014/main" id="{4C24EAC7-0230-4379-8E51-7F6E99993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0476" y="2120901"/>
              <a:ext cx="209550" cy="280988"/>
            </a:xfrm>
            <a:custGeom>
              <a:avLst/>
              <a:gdLst>
                <a:gd name="T0" fmla="*/ 0 w 48"/>
                <a:gd name="T1" fmla="*/ 0 h 64"/>
                <a:gd name="T2" fmla="*/ 0 w 48"/>
                <a:gd name="T3" fmla="*/ 29 h 64"/>
                <a:gd name="T4" fmla="*/ 16 w 48"/>
                <a:gd name="T5" fmla="*/ 51 h 64"/>
                <a:gd name="T6" fmla="*/ 16 w 48"/>
                <a:gd name="T7" fmla="*/ 64 h 64"/>
                <a:gd name="T8" fmla="*/ 32 w 48"/>
                <a:gd name="T9" fmla="*/ 64 h 64"/>
                <a:gd name="T10" fmla="*/ 32 w 48"/>
                <a:gd name="T11" fmla="*/ 51 h 64"/>
                <a:gd name="T12" fmla="*/ 48 w 48"/>
                <a:gd name="T13" fmla="*/ 29 h 64"/>
                <a:gd name="T14" fmla="*/ 48 w 48"/>
                <a:gd name="T15" fmla="*/ 0 h 64"/>
                <a:gd name="T16" fmla="*/ 0 w 48"/>
                <a:gd name="T1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64">
                  <a:moveTo>
                    <a:pt x="0" y="0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39"/>
                    <a:pt x="7" y="48"/>
                    <a:pt x="16" y="51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42" y="48"/>
                    <a:pt x="48" y="39"/>
                    <a:pt x="48" y="29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34" name="Freeform 155">
              <a:extLst>
                <a:ext uri="{FF2B5EF4-FFF2-40B4-BE49-F238E27FC236}">
                  <a16:creationId xmlns:a16="http://schemas.microsoft.com/office/drawing/2014/main" id="{DACA8F1B-BB07-4413-9D5B-E4AF035F0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5401" y="2401888"/>
              <a:ext cx="139700" cy="26988"/>
            </a:xfrm>
            <a:custGeom>
              <a:avLst/>
              <a:gdLst>
                <a:gd name="T0" fmla="*/ 88 w 88"/>
                <a:gd name="T1" fmla="*/ 17 h 17"/>
                <a:gd name="T2" fmla="*/ 88 w 88"/>
                <a:gd name="T3" fmla="*/ 0 h 17"/>
                <a:gd name="T4" fmla="*/ 0 w 88"/>
                <a:gd name="T5" fmla="*/ 0 h 17"/>
                <a:gd name="T6" fmla="*/ 0 w 88"/>
                <a:gd name="T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8" h="17">
                  <a:moveTo>
                    <a:pt x="88" y="17"/>
                  </a:moveTo>
                  <a:lnTo>
                    <a:pt x="88" y="0"/>
                  </a:lnTo>
                  <a:lnTo>
                    <a:pt x="0" y="0"/>
                  </a:lnTo>
                  <a:lnTo>
                    <a:pt x="0" y="17"/>
                  </a:ln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35" name="Rectangle 156">
              <a:extLst>
                <a:ext uri="{FF2B5EF4-FFF2-40B4-BE49-F238E27FC236}">
                  <a16:creationId xmlns:a16="http://schemas.microsoft.com/office/drawing/2014/main" id="{AC062110-ED07-4F54-A185-32A98B56B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50476" y="2436813"/>
              <a:ext cx="209550" cy="34925"/>
            </a:xfrm>
            <a:prstGeom prst="rect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36" name="Freeform 157">
              <a:extLst>
                <a:ext uri="{FF2B5EF4-FFF2-40B4-BE49-F238E27FC236}">
                  <a16:creationId xmlns:a16="http://schemas.microsoft.com/office/drawing/2014/main" id="{32CE9B78-07CF-44C8-AA54-CC23A1B75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3338" y="2160588"/>
              <a:ext cx="128588" cy="123825"/>
            </a:xfrm>
            <a:custGeom>
              <a:avLst/>
              <a:gdLst>
                <a:gd name="T0" fmla="*/ 53 w 81"/>
                <a:gd name="T1" fmla="*/ 25 h 78"/>
                <a:gd name="T2" fmla="*/ 81 w 81"/>
                <a:gd name="T3" fmla="*/ 28 h 78"/>
                <a:gd name="T4" fmla="*/ 61 w 81"/>
                <a:gd name="T5" fmla="*/ 50 h 78"/>
                <a:gd name="T6" fmla="*/ 67 w 81"/>
                <a:gd name="T7" fmla="*/ 78 h 78"/>
                <a:gd name="T8" fmla="*/ 39 w 81"/>
                <a:gd name="T9" fmla="*/ 64 h 78"/>
                <a:gd name="T10" fmla="*/ 14 w 81"/>
                <a:gd name="T11" fmla="*/ 78 h 78"/>
                <a:gd name="T12" fmla="*/ 20 w 81"/>
                <a:gd name="T13" fmla="*/ 50 h 78"/>
                <a:gd name="T14" fmla="*/ 0 w 81"/>
                <a:gd name="T15" fmla="*/ 31 h 78"/>
                <a:gd name="T16" fmla="*/ 28 w 81"/>
                <a:gd name="T17" fmla="*/ 25 h 78"/>
                <a:gd name="T18" fmla="*/ 39 w 81"/>
                <a:gd name="T19" fmla="*/ 0 h 78"/>
                <a:gd name="T20" fmla="*/ 53 w 81"/>
                <a:gd name="T21" fmla="*/ 25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1" h="78">
                  <a:moveTo>
                    <a:pt x="53" y="25"/>
                  </a:moveTo>
                  <a:lnTo>
                    <a:pt x="81" y="28"/>
                  </a:lnTo>
                  <a:lnTo>
                    <a:pt x="61" y="50"/>
                  </a:lnTo>
                  <a:lnTo>
                    <a:pt x="67" y="78"/>
                  </a:lnTo>
                  <a:lnTo>
                    <a:pt x="39" y="64"/>
                  </a:lnTo>
                  <a:lnTo>
                    <a:pt x="14" y="78"/>
                  </a:lnTo>
                  <a:lnTo>
                    <a:pt x="20" y="50"/>
                  </a:lnTo>
                  <a:lnTo>
                    <a:pt x="0" y="31"/>
                  </a:lnTo>
                  <a:lnTo>
                    <a:pt x="28" y="25"/>
                  </a:lnTo>
                  <a:lnTo>
                    <a:pt x="39" y="0"/>
                  </a:lnTo>
                  <a:lnTo>
                    <a:pt x="53" y="25"/>
                  </a:lnTo>
                  <a:close/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37" name="Freeform 158">
              <a:extLst>
                <a:ext uri="{FF2B5EF4-FFF2-40B4-BE49-F238E27FC236}">
                  <a16:creationId xmlns:a16="http://schemas.microsoft.com/office/drawing/2014/main" id="{C3B50BBE-E184-4C9A-805A-7B4ABEEEE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8563" y="2157413"/>
              <a:ext cx="61913" cy="130175"/>
            </a:xfrm>
            <a:custGeom>
              <a:avLst/>
              <a:gdLst>
                <a:gd name="T0" fmla="*/ 14 w 14"/>
                <a:gd name="T1" fmla="*/ 30 h 30"/>
                <a:gd name="T2" fmla="*/ 0 w 14"/>
                <a:gd name="T3" fmla="*/ 0 h 30"/>
                <a:gd name="T4" fmla="*/ 12 w 14"/>
                <a:gd name="T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" h="30">
                  <a:moveTo>
                    <a:pt x="14" y="30"/>
                  </a:moveTo>
                  <a:cubicBezTo>
                    <a:pt x="6" y="30"/>
                    <a:pt x="0" y="12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38" name="Freeform 159">
              <a:extLst>
                <a:ext uri="{FF2B5EF4-FFF2-40B4-BE49-F238E27FC236}">
                  <a16:creationId xmlns:a16="http://schemas.microsoft.com/office/drawing/2014/main" id="{942E2274-F63E-469D-BC16-7572831FE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4788" y="2157413"/>
              <a:ext cx="66675" cy="130175"/>
            </a:xfrm>
            <a:custGeom>
              <a:avLst/>
              <a:gdLst>
                <a:gd name="T0" fmla="*/ 0 w 15"/>
                <a:gd name="T1" fmla="*/ 30 h 30"/>
                <a:gd name="T2" fmla="*/ 15 w 15"/>
                <a:gd name="T3" fmla="*/ 0 h 30"/>
                <a:gd name="T4" fmla="*/ 1 w 15"/>
                <a:gd name="T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" h="30">
                  <a:moveTo>
                    <a:pt x="0" y="30"/>
                  </a:moveTo>
                  <a:cubicBezTo>
                    <a:pt x="8" y="30"/>
                    <a:pt x="15" y="12"/>
                    <a:pt x="15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5130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0481F90E-4203-2D44-BCEE-6DE3576872AE}"/>
              </a:ext>
            </a:extLst>
          </p:cNvPr>
          <p:cNvSpPr txBox="1">
            <a:spLocks/>
          </p:cNvSpPr>
          <p:nvPr/>
        </p:nvSpPr>
        <p:spPr>
          <a:xfrm>
            <a:off x="412586" y="339365"/>
            <a:ext cx="10905239" cy="775451"/>
          </a:xfrm>
          <a:prstGeom prst="rect">
            <a:avLst/>
          </a:prstGeom>
        </p:spPr>
        <p:txBody>
          <a:bodyPr/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Title – 2 lines text. Kanye, Adam Neumann, Elizabeth Holmes all walk into a Lower East Side bar and …</a:t>
            </a:r>
          </a:p>
        </p:txBody>
      </p:sp>
      <p:sp>
        <p:nvSpPr>
          <p:cNvPr id="41" name="Freeform 29">
            <a:extLst>
              <a:ext uri="{FF2B5EF4-FFF2-40B4-BE49-F238E27FC236}">
                <a16:creationId xmlns:a16="http://schemas.microsoft.com/office/drawing/2014/main" id="{FC944DAF-FB8C-41FC-AAC5-43CAA2948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5571" y="3692384"/>
            <a:ext cx="351304" cy="365215"/>
          </a:xfrm>
          <a:custGeom>
            <a:avLst/>
            <a:gdLst>
              <a:gd name="T0" fmla="*/ 248 w 444"/>
              <a:gd name="T1" fmla="*/ 337 h 462"/>
              <a:gd name="T2" fmla="*/ 248 w 444"/>
              <a:gd name="T3" fmla="*/ 337 h 462"/>
              <a:gd name="T4" fmla="*/ 320 w 444"/>
              <a:gd name="T5" fmla="*/ 257 h 462"/>
              <a:gd name="T6" fmla="*/ 443 w 444"/>
              <a:gd name="T7" fmla="*/ 71 h 462"/>
              <a:gd name="T8" fmla="*/ 426 w 444"/>
              <a:gd name="T9" fmla="*/ 53 h 462"/>
              <a:gd name="T10" fmla="*/ 346 w 444"/>
              <a:gd name="T11" fmla="*/ 53 h 462"/>
              <a:gd name="T12" fmla="*/ 222 w 444"/>
              <a:gd name="T13" fmla="*/ 0 h 462"/>
              <a:gd name="T14" fmla="*/ 98 w 444"/>
              <a:gd name="T15" fmla="*/ 53 h 462"/>
              <a:gd name="T16" fmla="*/ 18 w 444"/>
              <a:gd name="T17" fmla="*/ 53 h 462"/>
              <a:gd name="T18" fmla="*/ 0 w 444"/>
              <a:gd name="T19" fmla="*/ 71 h 462"/>
              <a:gd name="T20" fmla="*/ 124 w 444"/>
              <a:gd name="T21" fmla="*/ 257 h 462"/>
              <a:gd name="T22" fmla="*/ 195 w 444"/>
              <a:gd name="T23" fmla="*/ 337 h 462"/>
              <a:gd name="T24" fmla="*/ 195 w 444"/>
              <a:gd name="T25" fmla="*/ 372 h 462"/>
              <a:gd name="T26" fmla="*/ 107 w 444"/>
              <a:gd name="T27" fmla="*/ 416 h 462"/>
              <a:gd name="T28" fmla="*/ 222 w 444"/>
              <a:gd name="T29" fmla="*/ 461 h 462"/>
              <a:gd name="T30" fmla="*/ 328 w 444"/>
              <a:gd name="T31" fmla="*/ 416 h 462"/>
              <a:gd name="T32" fmla="*/ 248 w 444"/>
              <a:gd name="T33" fmla="*/ 372 h 462"/>
              <a:gd name="T34" fmla="*/ 248 w 444"/>
              <a:gd name="T35" fmla="*/ 337 h 462"/>
              <a:gd name="T36" fmla="*/ 320 w 444"/>
              <a:gd name="T37" fmla="*/ 212 h 462"/>
              <a:gd name="T38" fmla="*/ 320 w 444"/>
              <a:gd name="T39" fmla="*/ 212 h 462"/>
              <a:gd name="T40" fmla="*/ 346 w 444"/>
              <a:gd name="T41" fmla="*/ 89 h 462"/>
              <a:gd name="T42" fmla="*/ 408 w 444"/>
              <a:gd name="T43" fmla="*/ 89 h 462"/>
              <a:gd name="T44" fmla="*/ 320 w 444"/>
              <a:gd name="T45" fmla="*/ 212 h 462"/>
              <a:gd name="T46" fmla="*/ 222 w 444"/>
              <a:gd name="T47" fmla="*/ 36 h 462"/>
              <a:gd name="T48" fmla="*/ 222 w 444"/>
              <a:gd name="T49" fmla="*/ 36 h 462"/>
              <a:gd name="T50" fmla="*/ 320 w 444"/>
              <a:gd name="T51" fmla="*/ 71 h 462"/>
              <a:gd name="T52" fmla="*/ 222 w 444"/>
              <a:gd name="T53" fmla="*/ 115 h 462"/>
              <a:gd name="T54" fmla="*/ 124 w 444"/>
              <a:gd name="T55" fmla="*/ 71 h 462"/>
              <a:gd name="T56" fmla="*/ 222 w 444"/>
              <a:gd name="T57" fmla="*/ 36 h 462"/>
              <a:gd name="T58" fmla="*/ 36 w 444"/>
              <a:gd name="T59" fmla="*/ 89 h 462"/>
              <a:gd name="T60" fmla="*/ 36 w 444"/>
              <a:gd name="T61" fmla="*/ 89 h 462"/>
              <a:gd name="T62" fmla="*/ 98 w 444"/>
              <a:gd name="T63" fmla="*/ 89 h 462"/>
              <a:gd name="T64" fmla="*/ 124 w 444"/>
              <a:gd name="T65" fmla="*/ 212 h 462"/>
              <a:gd name="T66" fmla="*/ 36 w 444"/>
              <a:gd name="T67" fmla="*/ 89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21F6595-E01D-4973-9277-9E61C5305CD8}"/>
              </a:ext>
            </a:extLst>
          </p:cNvPr>
          <p:cNvGrpSpPr/>
          <p:nvPr/>
        </p:nvGrpSpPr>
        <p:grpSpPr>
          <a:xfrm>
            <a:off x="9036275" y="2303444"/>
            <a:ext cx="2748151" cy="652175"/>
            <a:chOff x="1561331" y="4325506"/>
            <a:chExt cx="1578380" cy="652175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279944D-1BD9-4F6D-B67B-2EF43BDD2C59}"/>
                </a:ext>
              </a:extLst>
            </p:cNvPr>
            <p:cNvSpPr txBox="1"/>
            <p:nvPr/>
          </p:nvSpPr>
          <p:spPr>
            <a:xfrm>
              <a:off x="1561331" y="4325506"/>
              <a:ext cx="15783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Placeholder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B5CDAF3-1AFA-4B41-84E6-B9CF3F6C1601}"/>
                </a:ext>
              </a:extLst>
            </p:cNvPr>
            <p:cNvSpPr txBox="1"/>
            <p:nvPr/>
          </p:nvSpPr>
          <p:spPr>
            <a:xfrm>
              <a:off x="1561331" y="4562183"/>
              <a:ext cx="1524485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Lorem ipsum dolor sit amet felisnec consectetur adipiscing elit. </a:t>
              </a:r>
            </a:p>
          </p:txBody>
        </p:sp>
      </p:grpSp>
      <p:sp>
        <p:nvSpPr>
          <p:cNvPr id="46" name="Freeform 101">
            <a:extLst>
              <a:ext uri="{FF2B5EF4-FFF2-40B4-BE49-F238E27FC236}">
                <a16:creationId xmlns:a16="http://schemas.microsoft.com/office/drawing/2014/main" id="{3FCA3CFB-C078-4776-9EEB-1FBFA7CA7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3689" y="2461014"/>
            <a:ext cx="372586" cy="286856"/>
          </a:xfrm>
          <a:custGeom>
            <a:avLst/>
            <a:gdLst>
              <a:gd name="T0" fmla="*/ 80 w 497"/>
              <a:gd name="T1" fmla="*/ 248 h 382"/>
              <a:gd name="T2" fmla="*/ 80 w 497"/>
              <a:gd name="T3" fmla="*/ 248 h 382"/>
              <a:gd name="T4" fmla="*/ 159 w 497"/>
              <a:gd name="T5" fmla="*/ 328 h 382"/>
              <a:gd name="T6" fmla="*/ 248 w 497"/>
              <a:gd name="T7" fmla="*/ 381 h 382"/>
              <a:gd name="T8" fmla="*/ 337 w 497"/>
              <a:gd name="T9" fmla="*/ 337 h 382"/>
              <a:gd name="T10" fmla="*/ 390 w 497"/>
              <a:gd name="T11" fmla="*/ 258 h 382"/>
              <a:gd name="T12" fmla="*/ 248 w 497"/>
              <a:gd name="T13" fmla="*/ 328 h 382"/>
              <a:gd name="T14" fmla="*/ 80 w 497"/>
              <a:gd name="T15" fmla="*/ 248 h 382"/>
              <a:gd name="T16" fmla="*/ 487 w 497"/>
              <a:gd name="T17" fmla="*/ 124 h 382"/>
              <a:gd name="T18" fmla="*/ 487 w 497"/>
              <a:gd name="T19" fmla="*/ 124 h 382"/>
              <a:gd name="T20" fmla="*/ 274 w 497"/>
              <a:gd name="T21" fmla="*/ 9 h 382"/>
              <a:gd name="T22" fmla="*/ 221 w 497"/>
              <a:gd name="T23" fmla="*/ 9 h 382"/>
              <a:gd name="T24" fmla="*/ 9 w 497"/>
              <a:gd name="T25" fmla="*/ 124 h 382"/>
              <a:gd name="T26" fmla="*/ 9 w 497"/>
              <a:gd name="T27" fmla="*/ 160 h 382"/>
              <a:gd name="T28" fmla="*/ 221 w 497"/>
              <a:gd name="T29" fmla="*/ 275 h 382"/>
              <a:gd name="T30" fmla="*/ 274 w 497"/>
              <a:gd name="T31" fmla="*/ 275 h 382"/>
              <a:gd name="T32" fmla="*/ 408 w 497"/>
              <a:gd name="T33" fmla="*/ 195 h 382"/>
              <a:gd name="T34" fmla="*/ 266 w 497"/>
              <a:gd name="T35" fmla="*/ 160 h 382"/>
              <a:gd name="T36" fmla="*/ 248 w 497"/>
              <a:gd name="T37" fmla="*/ 168 h 382"/>
              <a:gd name="T38" fmla="*/ 203 w 497"/>
              <a:gd name="T39" fmla="*/ 133 h 382"/>
              <a:gd name="T40" fmla="*/ 248 w 497"/>
              <a:gd name="T41" fmla="*/ 107 h 382"/>
              <a:gd name="T42" fmla="*/ 293 w 497"/>
              <a:gd name="T43" fmla="*/ 124 h 382"/>
              <a:gd name="T44" fmla="*/ 443 w 497"/>
              <a:gd name="T45" fmla="*/ 177 h 382"/>
              <a:gd name="T46" fmla="*/ 487 w 497"/>
              <a:gd name="T47" fmla="*/ 160 h 382"/>
              <a:gd name="T48" fmla="*/ 487 w 497"/>
              <a:gd name="T49" fmla="*/ 124 h 382"/>
              <a:gd name="T50" fmla="*/ 425 w 497"/>
              <a:gd name="T51" fmla="*/ 346 h 382"/>
              <a:gd name="T52" fmla="*/ 425 w 497"/>
              <a:gd name="T53" fmla="*/ 346 h 382"/>
              <a:gd name="T54" fmla="*/ 461 w 497"/>
              <a:gd name="T55" fmla="*/ 337 h 382"/>
              <a:gd name="T56" fmla="*/ 443 w 497"/>
              <a:gd name="T57" fmla="*/ 177 h 382"/>
              <a:gd name="T58" fmla="*/ 408 w 497"/>
              <a:gd name="T59" fmla="*/ 195 h 382"/>
              <a:gd name="T60" fmla="*/ 425 w 497"/>
              <a:gd name="T61" fmla="*/ 346 h 3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497" h="382">
                <a:moveTo>
                  <a:pt x="80" y="248"/>
                </a:moveTo>
                <a:lnTo>
                  <a:pt x="80" y="248"/>
                </a:lnTo>
                <a:cubicBezTo>
                  <a:pt x="97" y="293"/>
                  <a:pt x="106" y="311"/>
                  <a:pt x="159" y="328"/>
                </a:cubicBezTo>
                <a:cubicBezTo>
                  <a:pt x="203" y="355"/>
                  <a:pt x="230" y="381"/>
                  <a:pt x="248" y="381"/>
                </a:cubicBezTo>
                <a:cubicBezTo>
                  <a:pt x="266" y="381"/>
                  <a:pt x="293" y="355"/>
                  <a:pt x="337" y="337"/>
                </a:cubicBezTo>
                <a:cubicBezTo>
                  <a:pt x="390" y="311"/>
                  <a:pt x="372" y="311"/>
                  <a:pt x="390" y="258"/>
                </a:cubicBezTo>
                <a:cubicBezTo>
                  <a:pt x="248" y="328"/>
                  <a:pt x="248" y="328"/>
                  <a:pt x="248" y="328"/>
                </a:cubicBezTo>
                <a:lnTo>
                  <a:pt x="80" y="248"/>
                </a:lnTo>
                <a:close/>
                <a:moveTo>
                  <a:pt x="487" y="124"/>
                </a:moveTo>
                <a:lnTo>
                  <a:pt x="487" y="124"/>
                </a:lnTo>
                <a:cubicBezTo>
                  <a:pt x="274" y="9"/>
                  <a:pt x="274" y="9"/>
                  <a:pt x="274" y="9"/>
                </a:cubicBezTo>
                <a:cubicBezTo>
                  <a:pt x="266" y="0"/>
                  <a:pt x="239" y="0"/>
                  <a:pt x="221" y="9"/>
                </a:cubicBezTo>
                <a:cubicBezTo>
                  <a:pt x="9" y="124"/>
                  <a:pt x="9" y="124"/>
                  <a:pt x="9" y="124"/>
                </a:cubicBezTo>
                <a:cubicBezTo>
                  <a:pt x="0" y="133"/>
                  <a:pt x="0" y="142"/>
                  <a:pt x="9" y="160"/>
                </a:cubicBezTo>
                <a:cubicBezTo>
                  <a:pt x="221" y="275"/>
                  <a:pt x="221" y="275"/>
                  <a:pt x="221" y="275"/>
                </a:cubicBezTo>
                <a:cubicBezTo>
                  <a:pt x="239" y="284"/>
                  <a:pt x="266" y="284"/>
                  <a:pt x="274" y="275"/>
                </a:cubicBezTo>
                <a:cubicBezTo>
                  <a:pt x="408" y="195"/>
                  <a:pt x="408" y="195"/>
                  <a:pt x="408" y="195"/>
                </a:cubicBezTo>
                <a:cubicBezTo>
                  <a:pt x="266" y="160"/>
                  <a:pt x="266" y="160"/>
                  <a:pt x="266" y="160"/>
                </a:cubicBezTo>
                <a:cubicBezTo>
                  <a:pt x="257" y="160"/>
                  <a:pt x="257" y="168"/>
                  <a:pt x="248" y="168"/>
                </a:cubicBezTo>
                <a:cubicBezTo>
                  <a:pt x="221" y="168"/>
                  <a:pt x="203" y="151"/>
                  <a:pt x="203" y="133"/>
                </a:cubicBezTo>
                <a:cubicBezTo>
                  <a:pt x="203" y="124"/>
                  <a:pt x="221" y="107"/>
                  <a:pt x="248" y="107"/>
                </a:cubicBezTo>
                <a:cubicBezTo>
                  <a:pt x="266" y="107"/>
                  <a:pt x="284" y="115"/>
                  <a:pt x="293" y="124"/>
                </a:cubicBezTo>
                <a:cubicBezTo>
                  <a:pt x="443" y="177"/>
                  <a:pt x="443" y="177"/>
                  <a:pt x="443" y="177"/>
                </a:cubicBezTo>
                <a:cubicBezTo>
                  <a:pt x="487" y="160"/>
                  <a:pt x="487" y="160"/>
                  <a:pt x="487" y="160"/>
                </a:cubicBezTo>
                <a:cubicBezTo>
                  <a:pt x="496" y="142"/>
                  <a:pt x="496" y="133"/>
                  <a:pt x="487" y="124"/>
                </a:cubicBezTo>
                <a:close/>
                <a:moveTo>
                  <a:pt x="425" y="346"/>
                </a:moveTo>
                <a:lnTo>
                  <a:pt x="425" y="346"/>
                </a:lnTo>
                <a:cubicBezTo>
                  <a:pt x="416" y="355"/>
                  <a:pt x="452" y="364"/>
                  <a:pt x="461" y="337"/>
                </a:cubicBezTo>
                <a:cubicBezTo>
                  <a:pt x="469" y="213"/>
                  <a:pt x="443" y="177"/>
                  <a:pt x="443" y="177"/>
                </a:cubicBezTo>
                <a:cubicBezTo>
                  <a:pt x="408" y="195"/>
                  <a:pt x="408" y="195"/>
                  <a:pt x="408" y="195"/>
                </a:cubicBezTo>
                <a:cubicBezTo>
                  <a:pt x="408" y="195"/>
                  <a:pt x="443" y="222"/>
                  <a:pt x="425" y="34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4A8118D-6F3E-4F68-902F-798778F4D5E3}"/>
              </a:ext>
            </a:extLst>
          </p:cNvPr>
          <p:cNvGrpSpPr/>
          <p:nvPr/>
        </p:nvGrpSpPr>
        <p:grpSpPr>
          <a:xfrm>
            <a:off x="9036275" y="3535894"/>
            <a:ext cx="2748151" cy="652175"/>
            <a:chOff x="1561331" y="4325506"/>
            <a:chExt cx="1578380" cy="65217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003CD2E-6C25-4E40-8775-724767DECAB0}"/>
                </a:ext>
              </a:extLst>
            </p:cNvPr>
            <p:cNvSpPr txBox="1"/>
            <p:nvPr/>
          </p:nvSpPr>
          <p:spPr>
            <a:xfrm>
              <a:off x="1561331" y="4325506"/>
              <a:ext cx="15783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Placeholder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D2646E0-060A-4ED2-8A64-1677BD16F750}"/>
                </a:ext>
              </a:extLst>
            </p:cNvPr>
            <p:cNvSpPr txBox="1"/>
            <p:nvPr/>
          </p:nvSpPr>
          <p:spPr>
            <a:xfrm>
              <a:off x="1561331" y="4562183"/>
              <a:ext cx="1524485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Lorem ipsum dolor sit amet felisnec consectetur adipiscing elit. 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A44ACCF-9B93-4BA3-B0FA-2A7A91B13791}"/>
              </a:ext>
            </a:extLst>
          </p:cNvPr>
          <p:cNvGrpSpPr/>
          <p:nvPr/>
        </p:nvGrpSpPr>
        <p:grpSpPr>
          <a:xfrm>
            <a:off x="414788" y="1547507"/>
            <a:ext cx="2748151" cy="652175"/>
            <a:chOff x="1561331" y="4325506"/>
            <a:chExt cx="1578380" cy="652175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93096FB-4248-413B-91AD-85E5EF28BD59}"/>
                </a:ext>
              </a:extLst>
            </p:cNvPr>
            <p:cNvSpPr txBox="1"/>
            <p:nvPr/>
          </p:nvSpPr>
          <p:spPr>
            <a:xfrm>
              <a:off x="1561331" y="4325506"/>
              <a:ext cx="15783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Placeholder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FAADD64-0E7E-429B-8E06-DCF50432AC0E}"/>
                </a:ext>
              </a:extLst>
            </p:cNvPr>
            <p:cNvSpPr txBox="1"/>
            <p:nvPr/>
          </p:nvSpPr>
          <p:spPr>
            <a:xfrm>
              <a:off x="1615226" y="4562183"/>
              <a:ext cx="1524485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Lorem ipsum dolor sit amet felisnec consectetur adipiscing elit. 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887C4E8-CF08-49BA-83F5-7955AC36827D}"/>
              </a:ext>
            </a:extLst>
          </p:cNvPr>
          <p:cNvGrpSpPr/>
          <p:nvPr/>
        </p:nvGrpSpPr>
        <p:grpSpPr>
          <a:xfrm>
            <a:off x="414788" y="5232533"/>
            <a:ext cx="2748151" cy="652175"/>
            <a:chOff x="1561331" y="4325506"/>
            <a:chExt cx="1578380" cy="652175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0D103BE-DC7B-4E02-B28F-DF23EB0E0511}"/>
                </a:ext>
              </a:extLst>
            </p:cNvPr>
            <p:cNvSpPr txBox="1"/>
            <p:nvPr/>
          </p:nvSpPr>
          <p:spPr>
            <a:xfrm>
              <a:off x="1561331" y="4325506"/>
              <a:ext cx="15783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Placeholder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CD47D9D-EDA2-4BB8-82F3-A2AC3914F009}"/>
                </a:ext>
              </a:extLst>
            </p:cNvPr>
            <p:cNvSpPr txBox="1"/>
            <p:nvPr/>
          </p:nvSpPr>
          <p:spPr>
            <a:xfrm>
              <a:off x="1615226" y="4562183"/>
              <a:ext cx="1524485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Lorem ipsum dolor sit amet felisnec consectetur adipiscing elit. </a:t>
              </a:r>
            </a:p>
          </p:txBody>
        </p:sp>
      </p:grpSp>
      <p:sp>
        <p:nvSpPr>
          <p:cNvPr id="56" name="Freeform 68">
            <a:extLst>
              <a:ext uri="{FF2B5EF4-FFF2-40B4-BE49-F238E27FC236}">
                <a16:creationId xmlns:a16="http://schemas.microsoft.com/office/drawing/2014/main" id="{8F1538D9-8EBF-4341-A5B7-9E9E024FB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966" y="5371032"/>
            <a:ext cx="319830" cy="346208"/>
          </a:xfrm>
          <a:custGeom>
            <a:avLst/>
            <a:gdLst>
              <a:gd name="T0" fmla="*/ 327 w 426"/>
              <a:gd name="T1" fmla="*/ 186 h 462"/>
              <a:gd name="T2" fmla="*/ 327 w 426"/>
              <a:gd name="T3" fmla="*/ 186 h 462"/>
              <a:gd name="T4" fmla="*/ 150 w 426"/>
              <a:gd name="T5" fmla="*/ 18 h 462"/>
              <a:gd name="T6" fmla="*/ 97 w 426"/>
              <a:gd name="T7" fmla="*/ 10 h 462"/>
              <a:gd name="T8" fmla="*/ 70 w 426"/>
              <a:gd name="T9" fmla="*/ 54 h 462"/>
              <a:gd name="T10" fmla="*/ 35 w 426"/>
              <a:gd name="T11" fmla="*/ 293 h 462"/>
              <a:gd name="T12" fmla="*/ 26 w 426"/>
              <a:gd name="T13" fmla="*/ 408 h 462"/>
              <a:gd name="T14" fmla="*/ 248 w 426"/>
              <a:gd name="T15" fmla="*/ 417 h 462"/>
              <a:gd name="T16" fmla="*/ 407 w 426"/>
              <a:gd name="T17" fmla="*/ 266 h 462"/>
              <a:gd name="T18" fmla="*/ 327 w 426"/>
              <a:gd name="T19" fmla="*/ 186 h 462"/>
              <a:gd name="T20" fmla="*/ 238 w 426"/>
              <a:gd name="T21" fmla="*/ 391 h 462"/>
              <a:gd name="T22" fmla="*/ 238 w 426"/>
              <a:gd name="T23" fmla="*/ 391 h 462"/>
              <a:gd name="T24" fmla="*/ 53 w 426"/>
              <a:gd name="T25" fmla="*/ 391 h 462"/>
              <a:gd name="T26" fmla="*/ 194 w 426"/>
              <a:gd name="T27" fmla="*/ 284 h 462"/>
              <a:gd name="T28" fmla="*/ 372 w 426"/>
              <a:gd name="T29" fmla="*/ 275 h 462"/>
              <a:gd name="T30" fmla="*/ 238 w 426"/>
              <a:gd name="T31" fmla="*/ 391 h 462"/>
              <a:gd name="T32" fmla="*/ 203 w 426"/>
              <a:gd name="T33" fmla="*/ 301 h 462"/>
              <a:gd name="T34" fmla="*/ 203 w 426"/>
              <a:gd name="T35" fmla="*/ 301 h 462"/>
              <a:gd name="T36" fmla="*/ 97 w 426"/>
              <a:gd name="T37" fmla="*/ 363 h 462"/>
              <a:gd name="T38" fmla="*/ 167 w 426"/>
              <a:gd name="T39" fmla="*/ 363 h 462"/>
              <a:gd name="T40" fmla="*/ 221 w 426"/>
              <a:gd name="T41" fmla="*/ 293 h 462"/>
              <a:gd name="T42" fmla="*/ 221 w 426"/>
              <a:gd name="T43" fmla="*/ 293 h 462"/>
              <a:gd name="T44" fmla="*/ 203 w 426"/>
              <a:gd name="T45" fmla="*/ 301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26" h="462">
                <a:moveTo>
                  <a:pt x="327" y="186"/>
                </a:moveTo>
                <a:lnTo>
                  <a:pt x="327" y="186"/>
                </a:lnTo>
                <a:cubicBezTo>
                  <a:pt x="274" y="63"/>
                  <a:pt x="238" y="18"/>
                  <a:pt x="150" y="18"/>
                </a:cubicBezTo>
                <a:cubicBezTo>
                  <a:pt x="114" y="18"/>
                  <a:pt x="123" y="0"/>
                  <a:pt x="97" y="10"/>
                </a:cubicBezTo>
                <a:cubicBezTo>
                  <a:pt x="70" y="18"/>
                  <a:pt x="97" y="27"/>
                  <a:pt x="70" y="54"/>
                </a:cubicBezTo>
                <a:cubicBezTo>
                  <a:pt x="0" y="107"/>
                  <a:pt x="8" y="169"/>
                  <a:pt x="35" y="293"/>
                </a:cubicBezTo>
                <a:cubicBezTo>
                  <a:pt x="53" y="346"/>
                  <a:pt x="8" y="354"/>
                  <a:pt x="26" y="408"/>
                </a:cubicBezTo>
                <a:cubicBezTo>
                  <a:pt x="35" y="444"/>
                  <a:pt x="141" y="461"/>
                  <a:pt x="248" y="417"/>
                </a:cubicBezTo>
                <a:cubicBezTo>
                  <a:pt x="354" y="382"/>
                  <a:pt x="425" y="301"/>
                  <a:pt x="407" y="266"/>
                </a:cubicBezTo>
                <a:cubicBezTo>
                  <a:pt x="389" y="213"/>
                  <a:pt x="354" y="239"/>
                  <a:pt x="327" y="186"/>
                </a:cubicBezTo>
                <a:close/>
                <a:moveTo>
                  <a:pt x="238" y="391"/>
                </a:moveTo>
                <a:lnTo>
                  <a:pt x="238" y="391"/>
                </a:lnTo>
                <a:cubicBezTo>
                  <a:pt x="141" y="426"/>
                  <a:pt x="61" y="399"/>
                  <a:pt x="53" y="391"/>
                </a:cubicBezTo>
                <a:cubicBezTo>
                  <a:pt x="53" y="382"/>
                  <a:pt x="88" y="319"/>
                  <a:pt x="194" y="284"/>
                </a:cubicBezTo>
                <a:cubicBezTo>
                  <a:pt x="310" y="239"/>
                  <a:pt x="372" y="257"/>
                  <a:pt x="372" y="275"/>
                </a:cubicBezTo>
                <a:cubicBezTo>
                  <a:pt x="380" y="284"/>
                  <a:pt x="336" y="354"/>
                  <a:pt x="238" y="391"/>
                </a:cubicBezTo>
                <a:close/>
                <a:moveTo>
                  <a:pt x="203" y="301"/>
                </a:moveTo>
                <a:lnTo>
                  <a:pt x="203" y="301"/>
                </a:lnTo>
                <a:cubicBezTo>
                  <a:pt x="150" y="319"/>
                  <a:pt x="123" y="337"/>
                  <a:pt x="97" y="363"/>
                </a:cubicBezTo>
                <a:cubicBezTo>
                  <a:pt x="114" y="373"/>
                  <a:pt x="141" y="382"/>
                  <a:pt x="167" y="363"/>
                </a:cubicBezTo>
                <a:cubicBezTo>
                  <a:pt x="212" y="354"/>
                  <a:pt x="230" y="319"/>
                  <a:pt x="221" y="293"/>
                </a:cubicBezTo>
                <a:lnTo>
                  <a:pt x="221" y="293"/>
                </a:lnTo>
                <a:cubicBezTo>
                  <a:pt x="221" y="293"/>
                  <a:pt x="212" y="301"/>
                  <a:pt x="203" y="30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7" name="Freeform 117">
            <a:extLst>
              <a:ext uri="{FF2B5EF4-FFF2-40B4-BE49-F238E27FC236}">
                <a16:creationId xmlns:a16="http://schemas.microsoft.com/office/drawing/2014/main" id="{76A9B4BA-6211-4F04-B317-7C8D5447A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777" y="1743894"/>
            <a:ext cx="346208" cy="319828"/>
          </a:xfrm>
          <a:custGeom>
            <a:avLst/>
            <a:gdLst>
              <a:gd name="T0" fmla="*/ 266 w 462"/>
              <a:gd name="T1" fmla="*/ 0 h 427"/>
              <a:gd name="T2" fmla="*/ 266 w 462"/>
              <a:gd name="T3" fmla="*/ 0 h 427"/>
              <a:gd name="T4" fmla="*/ 266 w 462"/>
              <a:gd name="T5" fmla="*/ 0 h 427"/>
              <a:gd name="T6" fmla="*/ 71 w 462"/>
              <a:gd name="T7" fmla="*/ 80 h 427"/>
              <a:gd name="T8" fmla="*/ 80 w 462"/>
              <a:gd name="T9" fmla="*/ 143 h 427"/>
              <a:gd name="T10" fmla="*/ 0 w 462"/>
              <a:gd name="T11" fmla="*/ 240 h 427"/>
              <a:gd name="T12" fmla="*/ 115 w 462"/>
              <a:gd name="T13" fmla="*/ 319 h 427"/>
              <a:gd name="T14" fmla="*/ 231 w 462"/>
              <a:gd name="T15" fmla="*/ 266 h 427"/>
              <a:gd name="T16" fmla="*/ 231 w 462"/>
              <a:gd name="T17" fmla="*/ 249 h 427"/>
              <a:gd name="T18" fmla="*/ 266 w 462"/>
              <a:gd name="T19" fmla="*/ 213 h 427"/>
              <a:gd name="T20" fmla="*/ 302 w 462"/>
              <a:gd name="T21" fmla="*/ 249 h 427"/>
              <a:gd name="T22" fmla="*/ 266 w 462"/>
              <a:gd name="T23" fmla="*/ 284 h 427"/>
              <a:gd name="T24" fmla="*/ 115 w 462"/>
              <a:gd name="T25" fmla="*/ 355 h 427"/>
              <a:gd name="T26" fmla="*/ 115 w 462"/>
              <a:gd name="T27" fmla="*/ 372 h 427"/>
              <a:gd name="T28" fmla="*/ 266 w 462"/>
              <a:gd name="T29" fmla="*/ 426 h 427"/>
              <a:gd name="T30" fmla="*/ 266 w 462"/>
              <a:gd name="T31" fmla="*/ 426 h 427"/>
              <a:gd name="T32" fmla="*/ 408 w 462"/>
              <a:gd name="T33" fmla="*/ 372 h 427"/>
              <a:gd name="T34" fmla="*/ 453 w 462"/>
              <a:gd name="T35" fmla="*/ 80 h 427"/>
              <a:gd name="T36" fmla="*/ 266 w 462"/>
              <a:gd name="T37" fmla="*/ 0 h 427"/>
              <a:gd name="T38" fmla="*/ 36 w 462"/>
              <a:gd name="T39" fmla="*/ 231 h 427"/>
              <a:gd name="T40" fmla="*/ 36 w 462"/>
              <a:gd name="T41" fmla="*/ 231 h 427"/>
              <a:gd name="T42" fmla="*/ 89 w 462"/>
              <a:gd name="T43" fmla="*/ 178 h 427"/>
              <a:gd name="T44" fmla="*/ 106 w 462"/>
              <a:gd name="T45" fmla="*/ 284 h 427"/>
              <a:gd name="T46" fmla="*/ 36 w 462"/>
              <a:gd name="T47" fmla="*/ 231 h 427"/>
              <a:gd name="T48" fmla="*/ 266 w 462"/>
              <a:gd name="T49" fmla="*/ 133 h 427"/>
              <a:gd name="T50" fmla="*/ 266 w 462"/>
              <a:gd name="T51" fmla="*/ 133 h 427"/>
              <a:gd name="T52" fmla="*/ 106 w 462"/>
              <a:gd name="T53" fmla="*/ 80 h 427"/>
              <a:gd name="T54" fmla="*/ 266 w 462"/>
              <a:gd name="T55" fmla="*/ 36 h 427"/>
              <a:gd name="T56" fmla="*/ 416 w 462"/>
              <a:gd name="T57" fmla="*/ 80 h 427"/>
              <a:gd name="T58" fmla="*/ 266 w 462"/>
              <a:gd name="T59" fmla="*/ 133 h 4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462" h="427">
                <a:moveTo>
                  <a:pt x="266" y="0"/>
                </a:moveTo>
                <a:lnTo>
                  <a:pt x="266" y="0"/>
                </a:lnTo>
                <a:lnTo>
                  <a:pt x="266" y="0"/>
                </a:lnTo>
                <a:cubicBezTo>
                  <a:pt x="142" y="0"/>
                  <a:pt x="62" y="45"/>
                  <a:pt x="71" y="80"/>
                </a:cubicBezTo>
                <a:cubicBezTo>
                  <a:pt x="71" y="89"/>
                  <a:pt x="71" y="116"/>
                  <a:pt x="80" y="143"/>
                </a:cubicBezTo>
                <a:cubicBezTo>
                  <a:pt x="18" y="169"/>
                  <a:pt x="0" y="205"/>
                  <a:pt x="0" y="240"/>
                </a:cubicBezTo>
                <a:cubicBezTo>
                  <a:pt x="9" y="275"/>
                  <a:pt x="36" y="311"/>
                  <a:pt x="115" y="319"/>
                </a:cubicBezTo>
                <a:cubicBezTo>
                  <a:pt x="151" y="319"/>
                  <a:pt x="204" y="302"/>
                  <a:pt x="231" y="266"/>
                </a:cubicBezTo>
                <a:cubicBezTo>
                  <a:pt x="231" y="258"/>
                  <a:pt x="231" y="249"/>
                  <a:pt x="231" y="249"/>
                </a:cubicBezTo>
                <a:cubicBezTo>
                  <a:pt x="231" y="222"/>
                  <a:pt x="249" y="213"/>
                  <a:pt x="266" y="213"/>
                </a:cubicBezTo>
                <a:cubicBezTo>
                  <a:pt x="284" y="213"/>
                  <a:pt x="302" y="222"/>
                  <a:pt x="302" y="249"/>
                </a:cubicBezTo>
                <a:cubicBezTo>
                  <a:pt x="302" y="266"/>
                  <a:pt x="284" y="284"/>
                  <a:pt x="266" y="284"/>
                </a:cubicBezTo>
                <a:cubicBezTo>
                  <a:pt x="222" y="328"/>
                  <a:pt x="169" y="355"/>
                  <a:pt x="115" y="355"/>
                </a:cubicBezTo>
                <a:cubicBezTo>
                  <a:pt x="115" y="364"/>
                  <a:pt x="115" y="364"/>
                  <a:pt x="115" y="372"/>
                </a:cubicBezTo>
                <a:cubicBezTo>
                  <a:pt x="115" y="381"/>
                  <a:pt x="178" y="426"/>
                  <a:pt x="266" y="426"/>
                </a:cubicBezTo>
                <a:lnTo>
                  <a:pt x="266" y="426"/>
                </a:lnTo>
                <a:cubicBezTo>
                  <a:pt x="355" y="426"/>
                  <a:pt x="408" y="381"/>
                  <a:pt x="408" y="372"/>
                </a:cubicBezTo>
                <a:cubicBezTo>
                  <a:pt x="416" y="355"/>
                  <a:pt x="453" y="116"/>
                  <a:pt x="453" y="80"/>
                </a:cubicBezTo>
                <a:cubicBezTo>
                  <a:pt x="461" y="45"/>
                  <a:pt x="381" y="0"/>
                  <a:pt x="266" y="0"/>
                </a:cubicBezTo>
                <a:close/>
                <a:moveTo>
                  <a:pt x="36" y="231"/>
                </a:moveTo>
                <a:lnTo>
                  <a:pt x="36" y="231"/>
                </a:lnTo>
                <a:cubicBezTo>
                  <a:pt x="36" y="222"/>
                  <a:pt x="53" y="196"/>
                  <a:pt x="89" y="178"/>
                </a:cubicBezTo>
                <a:cubicBezTo>
                  <a:pt x="89" y="213"/>
                  <a:pt x="98" y="249"/>
                  <a:pt x="106" y="284"/>
                </a:cubicBezTo>
                <a:cubicBezTo>
                  <a:pt x="62" y="275"/>
                  <a:pt x="44" y="258"/>
                  <a:pt x="36" y="231"/>
                </a:cubicBezTo>
                <a:close/>
                <a:moveTo>
                  <a:pt x="266" y="133"/>
                </a:moveTo>
                <a:lnTo>
                  <a:pt x="266" y="133"/>
                </a:lnTo>
                <a:cubicBezTo>
                  <a:pt x="178" y="133"/>
                  <a:pt x="106" y="98"/>
                  <a:pt x="106" y="80"/>
                </a:cubicBezTo>
                <a:cubicBezTo>
                  <a:pt x="106" y="71"/>
                  <a:pt x="178" y="36"/>
                  <a:pt x="266" y="36"/>
                </a:cubicBezTo>
                <a:cubicBezTo>
                  <a:pt x="355" y="36"/>
                  <a:pt x="416" y="71"/>
                  <a:pt x="416" y="80"/>
                </a:cubicBezTo>
                <a:cubicBezTo>
                  <a:pt x="416" y="98"/>
                  <a:pt x="355" y="133"/>
                  <a:pt x="266" y="1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0C0A8AF-31D5-464B-A2D0-A0A64D806F79}"/>
              </a:ext>
            </a:extLst>
          </p:cNvPr>
          <p:cNvGrpSpPr/>
          <p:nvPr/>
        </p:nvGrpSpPr>
        <p:grpSpPr>
          <a:xfrm>
            <a:off x="414788" y="2772450"/>
            <a:ext cx="2748151" cy="652175"/>
            <a:chOff x="1561331" y="4325506"/>
            <a:chExt cx="1578380" cy="652175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B4251DC-EFD9-44D0-A487-CDB53E9C2ABC}"/>
                </a:ext>
              </a:extLst>
            </p:cNvPr>
            <p:cNvSpPr txBox="1"/>
            <p:nvPr/>
          </p:nvSpPr>
          <p:spPr>
            <a:xfrm>
              <a:off x="1561331" y="4325506"/>
              <a:ext cx="15783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Placeholder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0EB8213-04E7-4449-BC78-E0970B057085}"/>
                </a:ext>
              </a:extLst>
            </p:cNvPr>
            <p:cNvSpPr txBox="1"/>
            <p:nvPr/>
          </p:nvSpPr>
          <p:spPr>
            <a:xfrm>
              <a:off x="1615226" y="4562183"/>
              <a:ext cx="1524485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Lorem ipsum dolor sit amet felisnec consectetur adipiscing elit. </a:t>
              </a:r>
            </a:p>
          </p:txBody>
        </p:sp>
      </p:grpSp>
      <p:sp>
        <p:nvSpPr>
          <p:cNvPr id="61" name="Freeform 47">
            <a:extLst>
              <a:ext uri="{FF2B5EF4-FFF2-40B4-BE49-F238E27FC236}">
                <a16:creationId xmlns:a16="http://schemas.microsoft.com/office/drawing/2014/main" id="{125160BD-3FE9-496B-B014-2B2EAD9A0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172" y="2929469"/>
            <a:ext cx="384891" cy="337204"/>
          </a:xfrm>
          <a:custGeom>
            <a:avLst/>
            <a:gdLst>
              <a:gd name="T0" fmla="*/ 497 w 498"/>
              <a:gd name="T1" fmla="*/ 434 h 435"/>
              <a:gd name="T2" fmla="*/ 497 w 498"/>
              <a:gd name="T3" fmla="*/ 434 h 435"/>
              <a:gd name="T4" fmla="*/ 487 w 498"/>
              <a:gd name="T5" fmla="*/ 328 h 435"/>
              <a:gd name="T6" fmla="*/ 425 w 498"/>
              <a:gd name="T7" fmla="*/ 293 h 435"/>
              <a:gd name="T8" fmla="*/ 372 w 498"/>
              <a:gd name="T9" fmla="*/ 231 h 435"/>
              <a:gd name="T10" fmla="*/ 390 w 498"/>
              <a:gd name="T11" fmla="*/ 196 h 435"/>
              <a:gd name="T12" fmla="*/ 408 w 498"/>
              <a:gd name="T13" fmla="*/ 159 h 435"/>
              <a:gd name="T14" fmla="*/ 399 w 498"/>
              <a:gd name="T15" fmla="*/ 151 h 435"/>
              <a:gd name="T16" fmla="*/ 408 w 498"/>
              <a:gd name="T17" fmla="*/ 115 h 435"/>
              <a:gd name="T18" fmla="*/ 346 w 498"/>
              <a:gd name="T19" fmla="*/ 62 h 435"/>
              <a:gd name="T20" fmla="*/ 284 w 498"/>
              <a:gd name="T21" fmla="*/ 115 h 435"/>
              <a:gd name="T22" fmla="*/ 293 w 498"/>
              <a:gd name="T23" fmla="*/ 151 h 435"/>
              <a:gd name="T24" fmla="*/ 284 w 498"/>
              <a:gd name="T25" fmla="*/ 159 h 435"/>
              <a:gd name="T26" fmla="*/ 302 w 498"/>
              <a:gd name="T27" fmla="*/ 196 h 435"/>
              <a:gd name="T28" fmla="*/ 311 w 498"/>
              <a:gd name="T29" fmla="*/ 231 h 435"/>
              <a:gd name="T30" fmla="*/ 293 w 498"/>
              <a:gd name="T31" fmla="*/ 275 h 435"/>
              <a:gd name="T32" fmla="*/ 381 w 498"/>
              <a:gd name="T33" fmla="*/ 364 h 435"/>
              <a:gd name="T34" fmla="*/ 381 w 498"/>
              <a:gd name="T35" fmla="*/ 434 h 435"/>
              <a:gd name="T36" fmla="*/ 497 w 498"/>
              <a:gd name="T37" fmla="*/ 434 h 435"/>
              <a:gd name="T38" fmla="*/ 258 w 498"/>
              <a:gd name="T39" fmla="*/ 302 h 435"/>
              <a:gd name="T40" fmla="*/ 258 w 498"/>
              <a:gd name="T41" fmla="*/ 302 h 435"/>
              <a:gd name="T42" fmla="*/ 187 w 498"/>
              <a:gd name="T43" fmla="*/ 231 h 435"/>
              <a:gd name="T44" fmla="*/ 213 w 498"/>
              <a:gd name="T45" fmla="*/ 168 h 435"/>
              <a:gd name="T46" fmla="*/ 231 w 498"/>
              <a:gd name="T47" fmla="*/ 133 h 435"/>
              <a:gd name="T48" fmla="*/ 222 w 498"/>
              <a:gd name="T49" fmla="*/ 115 h 435"/>
              <a:gd name="T50" fmla="*/ 231 w 498"/>
              <a:gd name="T51" fmla="*/ 71 h 435"/>
              <a:gd name="T52" fmla="*/ 151 w 498"/>
              <a:gd name="T53" fmla="*/ 0 h 435"/>
              <a:gd name="T54" fmla="*/ 71 w 498"/>
              <a:gd name="T55" fmla="*/ 71 h 435"/>
              <a:gd name="T56" fmla="*/ 71 w 498"/>
              <a:gd name="T57" fmla="*/ 115 h 435"/>
              <a:gd name="T58" fmla="*/ 71 w 498"/>
              <a:gd name="T59" fmla="*/ 133 h 435"/>
              <a:gd name="T60" fmla="*/ 89 w 498"/>
              <a:gd name="T61" fmla="*/ 168 h 435"/>
              <a:gd name="T62" fmla="*/ 107 w 498"/>
              <a:gd name="T63" fmla="*/ 231 h 435"/>
              <a:gd name="T64" fmla="*/ 45 w 498"/>
              <a:gd name="T65" fmla="*/ 302 h 435"/>
              <a:gd name="T66" fmla="*/ 0 w 498"/>
              <a:gd name="T67" fmla="*/ 346 h 435"/>
              <a:gd name="T68" fmla="*/ 0 w 498"/>
              <a:gd name="T69" fmla="*/ 434 h 435"/>
              <a:gd name="T70" fmla="*/ 346 w 498"/>
              <a:gd name="T71" fmla="*/ 434 h 435"/>
              <a:gd name="T72" fmla="*/ 346 w 498"/>
              <a:gd name="T73" fmla="*/ 364 h 435"/>
              <a:gd name="T74" fmla="*/ 258 w 498"/>
              <a:gd name="T75" fmla="*/ 302 h 4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98" h="435">
                <a:moveTo>
                  <a:pt x="497" y="434"/>
                </a:moveTo>
                <a:lnTo>
                  <a:pt x="497" y="434"/>
                </a:lnTo>
                <a:cubicBezTo>
                  <a:pt x="497" y="434"/>
                  <a:pt x="497" y="337"/>
                  <a:pt x="487" y="328"/>
                </a:cubicBezTo>
                <a:cubicBezTo>
                  <a:pt x="479" y="319"/>
                  <a:pt x="462" y="302"/>
                  <a:pt x="425" y="293"/>
                </a:cubicBezTo>
                <a:cubicBezTo>
                  <a:pt x="390" y="275"/>
                  <a:pt x="372" y="257"/>
                  <a:pt x="372" y="231"/>
                </a:cubicBezTo>
                <a:cubicBezTo>
                  <a:pt x="372" y="213"/>
                  <a:pt x="390" y="222"/>
                  <a:pt x="390" y="196"/>
                </a:cubicBezTo>
                <a:cubicBezTo>
                  <a:pt x="390" y="178"/>
                  <a:pt x="408" y="196"/>
                  <a:pt x="408" y="159"/>
                </a:cubicBezTo>
                <a:cubicBezTo>
                  <a:pt x="408" y="151"/>
                  <a:pt x="399" y="151"/>
                  <a:pt x="399" y="151"/>
                </a:cubicBezTo>
                <a:cubicBezTo>
                  <a:pt x="399" y="151"/>
                  <a:pt x="408" y="133"/>
                  <a:pt x="408" y="115"/>
                </a:cubicBezTo>
                <a:cubicBezTo>
                  <a:pt x="408" y="98"/>
                  <a:pt x="399" y="62"/>
                  <a:pt x="346" y="62"/>
                </a:cubicBezTo>
                <a:cubicBezTo>
                  <a:pt x="293" y="62"/>
                  <a:pt x="284" y="98"/>
                  <a:pt x="284" y="115"/>
                </a:cubicBezTo>
                <a:cubicBezTo>
                  <a:pt x="284" y="133"/>
                  <a:pt x="293" y="151"/>
                  <a:pt x="293" y="151"/>
                </a:cubicBezTo>
                <a:cubicBezTo>
                  <a:pt x="293" y="151"/>
                  <a:pt x="284" y="151"/>
                  <a:pt x="284" y="159"/>
                </a:cubicBezTo>
                <a:cubicBezTo>
                  <a:pt x="284" y="196"/>
                  <a:pt x="293" y="178"/>
                  <a:pt x="302" y="196"/>
                </a:cubicBezTo>
                <a:cubicBezTo>
                  <a:pt x="302" y="222"/>
                  <a:pt x="311" y="213"/>
                  <a:pt x="311" y="231"/>
                </a:cubicBezTo>
                <a:cubicBezTo>
                  <a:pt x="311" y="249"/>
                  <a:pt x="311" y="266"/>
                  <a:pt x="293" y="275"/>
                </a:cubicBezTo>
                <a:cubicBezTo>
                  <a:pt x="372" y="319"/>
                  <a:pt x="381" y="319"/>
                  <a:pt x="381" y="364"/>
                </a:cubicBezTo>
                <a:cubicBezTo>
                  <a:pt x="381" y="434"/>
                  <a:pt x="381" y="434"/>
                  <a:pt x="381" y="434"/>
                </a:cubicBezTo>
                <a:lnTo>
                  <a:pt x="497" y="434"/>
                </a:lnTo>
                <a:close/>
                <a:moveTo>
                  <a:pt x="258" y="302"/>
                </a:moveTo>
                <a:lnTo>
                  <a:pt x="258" y="302"/>
                </a:lnTo>
                <a:cubicBezTo>
                  <a:pt x="204" y="284"/>
                  <a:pt x="187" y="266"/>
                  <a:pt x="187" y="231"/>
                </a:cubicBezTo>
                <a:cubicBezTo>
                  <a:pt x="187" y="204"/>
                  <a:pt x="204" y="213"/>
                  <a:pt x="213" y="168"/>
                </a:cubicBezTo>
                <a:cubicBezTo>
                  <a:pt x="213" y="159"/>
                  <a:pt x="231" y="168"/>
                  <a:pt x="231" y="133"/>
                </a:cubicBezTo>
                <a:cubicBezTo>
                  <a:pt x="231" y="115"/>
                  <a:pt x="222" y="115"/>
                  <a:pt x="222" y="115"/>
                </a:cubicBezTo>
                <a:cubicBezTo>
                  <a:pt x="222" y="115"/>
                  <a:pt x="222" y="89"/>
                  <a:pt x="231" y="71"/>
                </a:cubicBezTo>
                <a:cubicBezTo>
                  <a:pt x="231" y="53"/>
                  <a:pt x="213" y="0"/>
                  <a:pt x="151" y="0"/>
                </a:cubicBezTo>
                <a:cubicBezTo>
                  <a:pt x="80" y="0"/>
                  <a:pt x="71" y="53"/>
                  <a:pt x="71" y="71"/>
                </a:cubicBezTo>
                <a:cubicBezTo>
                  <a:pt x="71" y="89"/>
                  <a:pt x="71" y="115"/>
                  <a:pt x="71" y="115"/>
                </a:cubicBezTo>
                <a:cubicBezTo>
                  <a:pt x="71" y="115"/>
                  <a:pt x="71" y="115"/>
                  <a:pt x="71" y="133"/>
                </a:cubicBezTo>
                <a:cubicBezTo>
                  <a:pt x="71" y="168"/>
                  <a:pt x="80" y="159"/>
                  <a:pt x="89" y="168"/>
                </a:cubicBezTo>
                <a:cubicBezTo>
                  <a:pt x="89" y="213"/>
                  <a:pt x="107" y="204"/>
                  <a:pt x="107" y="231"/>
                </a:cubicBezTo>
                <a:cubicBezTo>
                  <a:pt x="107" y="266"/>
                  <a:pt x="89" y="284"/>
                  <a:pt x="45" y="302"/>
                </a:cubicBezTo>
                <a:cubicBezTo>
                  <a:pt x="27" y="310"/>
                  <a:pt x="0" y="319"/>
                  <a:pt x="0" y="346"/>
                </a:cubicBezTo>
                <a:cubicBezTo>
                  <a:pt x="0" y="434"/>
                  <a:pt x="0" y="434"/>
                  <a:pt x="0" y="434"/>
                </a:cubicBezTo>
                <a:cubicBezTo>
                  <a:pt x="346" y="434"/>
                  <a:pt x="346" y="434"/>
                  <a:pt x="346" y="434"/>
                </a:cubicBezTo>
                <a:cubicBezTo>
                  <a:pt x="346" y="434"/>
                  <a:pt x="346" y="381"/>
                  <a:pt x="346" y="364"/>
                </a:cubicBezTo>
                <a:cubicBezTo>
                  <a:pt x="346" y="346"/>
                  <a:pt x="302" y="328"/>
                  <a:pt x="258" y="30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46BFD5C-FA3F-4FEF-A4D3-7D0100709DA7}"/>
              </a:ext>
            </a:extLst>
          </p:cNvPr>
          <p:cNvGrpSpPr/>
          <p:nvPr/>
        </p:nvGrpSpPr>
        <p:grpSpPr>
          <a:xfrm>
            <a:off x="9036275" y="4773703"/>
            <a:ext cx="2748151" cy="652175"/>
            <a:chOff x="1561331" y="4325506"/>
            <a:chExt cx="1578380" cy="65217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8316EE7-22B7-45FC-B8AC-F203D9AC231A}"/>
                </a:ext>
              </a:extLst>
            </p:cNvPr>
            <p:cNvSpPr txBox="1"/>
            <p:nvPr/>
          </p:nvSpPr>
          <p:spPr>
            <a:xfrm>
              <a:off x="1561331" y="4325506"/>
              <a:ext cx="15783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Placeholder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62F8527-F646-49A4-838E-D0BF60B3E1ED}"/>
                </a:ext>
              </a:extLst>
            </p:cNvPr>
            <p:cNvSpPr txBox="1"/>
            <p:nvPr/>
          </p:nvSpPr>
          <p:spPr>
            <a:xfrm>
              <a:off x="1561331" y="4562183"/>
              <a:ext cx="1524485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Lorem ipsum dolor sit amet felisnec consectetur adipiscing elit. </a:t>
              </a:r>
            </a:p>
          </p:txBody>
        </p:sp>
      </p:grpSp>
      <p:sp>
        <p:nvSpPr>
          <p:cNvPr id="65" name="Freeform 65">
            <a:extLst>
              <a:ext uri="{FF2B5EF4-FFF2-40B4-BE49-F238E27FC236}">
                <a16:creationId xmlns:a16="http://schemas.microsoft.com/office/drawing/2014/main" id="{2100045F-F551-4807-8610-19A9D446A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4679" y="4912202"/>
            <a:ext cx="341596" cy="341594"/>
          </a:xfrm>
          <a:custGeom>
            <a:avLst/>
            <a:gdLst>
              <a:gd name="T0" fmla="*/ 381 w 417"/>
              <a:gd name="T1" fmla="*/ 203 h 417"/>
              <a:gd name="T2" fmla="*/ 381 w 417"/>
              <a:gd name="T3" fmla="*/ 203 h 417"/>
              <a:gd name="T4" fmla="*/ 416 w 417"/>
              <a:gd name="T5" fmla="*/ 141 h 417"/>
              <a:gd name="T6" fmla="*/ 408 w 417"/>
              <a:gd name="T7" fmla="*/ 106 h 417"/>
              <a:gd name="T8" fmla="*/ 337 w 417"/>
              <a:gd name="T9" fmla="*/ 79 h 417"/>
              <a:gd name="T10" fmla="*/ 319 w 417"/>
              <a:gd name="T11" fmla="*/ 17 h 417"/>
              <a:gd name="T12" fmla="*/ 275 w 417"/>
              <a:gd name="T13" fmla="*/ 0 h 417"/>
              <a:gd name="T14" fmla="*/ 213 w 417"/>
              <a:gd name="T15" fmla="*/ 35 h 417"/>
              <a:gd name="T16" fmla="*/ 151 w 417"/>
              <a:gd name="T17" fmla="*/ 0 h 417"/>
              <a:gd name="T18" fmla="*/ 107 w 417"/>
              <a:gd name="T19" fmla="*/ 17 h 417"/>
              <a:gd name="T20" fmla="*/ 89 w 417"/>
              <a:gd name="T21" fmla="*/ 79 h 417"/>
              <a:gd name="T22" fmla="*/ 18 w 417"/>
              <a:gd name="T23" fmla="*/ 106 h 417"/>
              <a:gd name="T24" fmla="*/ 0 w 417"/>
              <a:gd name="T25" fmla="*/ 141 h 417"/>
              <a:gd name="T26" fmla="*/ 44 w 417"/>
              <a:gd name="T27" fmla="*/ 203 h 417"/>
              <a:gd name="T28" fmla="*/ 0 w 417"/>
              <a:gd name="T29" fmla="*/ 275 h 417"/>
              <a:gd name="T30" fmla="*/ 18 w 417"/>
              <a:gd name="T31" fmla="*/ 310 h 417"/>
              <a:gd name="T32" fmla="*/ 89 w 417"/>
              <a:gd name="T33" fmla="*/ 328 h 417"/>
              <a:gd name="T34" fmla="*/ 107 w 417"/>
              <a:gd name="T35" fmla="*/ 398 h 417"/>
              <a:gd name="T36" fmla="*/ 151 w 417"/>
              <a:gd name="T37" fmla="*/ 416 h 417"/>
              <a:gd name="T38" fmla="*/ 213 w 417"/>
              <a:gd name="T39" fmla="*/ 372 h 417"/>
              <a:gd name="T40" fmla="*/ 275 w 417"/>
              <a:gd name="T41" fmla="*/ 416 h 417"/>
              <a:gd name="T42" fmla="*/ 319 w 417"/>
              <a:gd name="T43" fmla="*/ 398 h 417"/>
              <a:gd name="T44" fmla="*/ 337 w 417"/>
              <a:gd name="T45" fmla="*/ 328 h 417"/>
              <a:gd name="T46" fmla="*/ 408 w 417"/>
              <a:gd name="T47" fmla="*/ 310 h 417"/>
              <a:gd name="T48" fmla="*/ 416 w 417"/>
              <a:gd name="T49" fmla="*/ 265 h 417"/>
              <a:gd name="T50" fmla="*/ 381 w 417"/>
              <a:gd name="T51" fmla="*/ 203 h 417"/>
              <a:gd name="T52" fmla="*/ 213 w 417"/>
              <a:gd name="T53" fmla="*/ 292 h 417"/>
              <a:gd name="T54" fmla="*/ 213 w 417"/>
              <a:gd name="T55" fmla="*/ 292 h 417"/>
              <a:gd name="T56" fmla="*/ 125 w 417"/>
              <a:gd name="T57" fmla="*/ 203 h 417"/>
              <a:gd name="T58" fmla="*/ 213 w 417"/>
              <a:gd name="T59" fmla="*/ 115 h 417"/>
              <a:gd name="T60" fmla="*/ 301 w 417"/>
              <a:gd name="T61" fmla="*/ 203 h 417"/>
              <a:gd name="T62" fmla="*/ 213 w 417"/>
              <a:gd name="T63" fmla="*/ 292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17" h="417">
                <a:moveTo>
                  <a:pt x="381" y="203"/>
                </a:moveTo>
                <a:lnTo>
                  <a:pt x="381" y="203"/>
                </a:lnTo>
                <a:cubicBezTo>
                  <a:pt x="381" y="177"/>
                  <a:pt x="399" y="159"/>
                  <a:pt x="416" y="141"/>
                </a:cubicBezTo>
                <a:cubicBezTo>
                  <a:pt x="416" y="132"/>
                  <a:pt x="408" y="115"/>
                  <a:pt x="408" y="106"/>
                </a:cubicBezTo>
                <a:cubicBezTo>
                  <a:pt x="372" y="115"/>
                  <a:pt x="354" y="97"/>
                  <a:pt x="337" y="79"/>
                </a:cubicBezTo>
                <a:cubicBezTo>
                  <a:pt x="319" y="62"/>
                  <a:pt x="310" y="44"/>
                  <a:pt x="319" y="17"/>
                </a:cubicBezTo>
                <a:cubicBezTo>
                  <a:pt x="310" y="9"/>
                  <a:pt x="293" y="0"/>
                  <a:pt x="275" y="0"/>
                </a:cubicBezTo>
                <a:cubicBezTo>
                  <a:pt x="266" y="17"/>
                  <a:pt x="240" y="35"/>
                  <a:pt x="213" y="35"/>
                </a:cubicBezTo>
                <a:cubicBezTo>
                  <a:pt x="187" y="35"/>
                  <a:pt x="160" y="17"/>
                  <a:pt x="151" y="0"/>
                </a:cubicBezTo>
                <a:cubicBezTo>
                  <a:pt x="133" y="0"/>
                  <a:pt x="116" y="9"/>
                  <a:pt x="107" y="17"/>
                </a:cubicBezTo>
                <a:cubicBezTo>
                  <a:pt x="116" y="44"/>
                  <a:pt x="107" y="62"/>
                  <a:pt x="89" y="79"/>
                </a:cubicBezTo>
                <a:cubicBezTo>
                  <a:pt x="72" y="97"/>
                  <a:pt x="44" y="115"/>
                  <a:pt x="18" y="106"/>
                </a:cubicBezTo>
                <a:cubicBezTo>
                  <a:pt x="18" y="115"/>
                  <a:pt x="9" y="132"/>
                  <a:pt x="0" y="141"/>
                </a:cubicBezTo>
                <a:cubicBezTo>
                  <a:pt x="27" y="159"/>
                  <a:pt x="44" y="177"/>
                  <a:pt x="44" y="203"/>
                </a:cubicBezTo>
                <a:cubicBezTo>
                  <a:pt x="44" y="230"/>
                  <a:pt x="27" y="256"/>
                  <a:pt x="0" y="275"/>
                </a:cubicBezTo>
                <a:cubicBezTo>
                  <a:pt x="9" y="283"/>
                  <a:pt x="18" y="301"/>
                  <a:pt x="18" y="310"/>
                </a:cubicBezTo>
                <a:cubicBezTo>
                  <a:pt x="44" y="310"/>
                  <a:pt x="72" y="310"/>
                  <a:pt x="89" y="328"/>
                </a:cubicBezTo>
                <a:cubicBezTo>
                  <a:pt x="107" y="345"/>
                  <a:pt x="116" y="372"/>
                  <a:pt x="107" y="398"/>
                </a:cubicBezTo>
                <a:cubicBezTo>
                  <a:pt x="116" y="407"/>
                  <a:pt x="133" y="407"/>
                  <a:pt x="151" y="416"/>
                </a:cubicBezTo>
                <a:cubicBezTo>
                  <a:pt x="160" y="389"/>
                  <a:pt x="187" y="372"/>
                  <a:pt x="213" y="372"/>
                </a:cubicBezTo>
                <a:cubicBezTo>
                  <a:pt x="240" y="372"/>
                  <a:pt x="266" y="389"/>
                  <a:pt x="275" y="416"/>
                </a:cubicBezTo>
                <a:cubicBezTo>
                  <a:pt x="293" y="407"/>
                  <a:pt x="310" y="407"/>
                  <a:pt x="319" y="398"/>
                </a:cubicBezTo>
                <a:cubicBezTo>
                  <a:pt x="310" y="372"/>
                  <a:pt x="319" y="345"/>
                  <a:pt x="337" y="328"/>
                </a:cubicBezTo>
                <a:cubicBezTo>
                  <a:pt x="354" y="310"/>
                  <a:pt x="372" y="301"/>
                  <a:pt x="408" y="310"/>
                </a:cubicBezTo>
                <a:cubicBezTo>
                  <a:pt x="408" y="292"/>
                  <a:pt x="416" y="283"/>
                  <a:pt x="416" y="265"/>
                </a:cubicBezTo>
                <a:cubicBezTo>
                  <a:pt x="399" y="256"/>
                  <a:pt x="381" y="230"/>
                  <a:pt x="381" y="203"/>
                </a:cubicBezTo>
                <a:close/>
                <a:moveTo>
                  <a:pt x="213" y="292"/>
                </a:moveTo>
                <a:lnTo>
                  <a:pt x="213" y="292"/>
                </a:lnTo>
                <a:cubicBezTo>
                  <a:pt x="160" y="292"/>
                  <a:pt x="125" y="256"/>
                  <a:pt x="125" y="203"/>
                </a:cubicBezTo>
                <a:cubicBezTo>
                  <a:pt x="125" y="159"/>
                  <a:pt x="160" y="115"/>
                  <a:pt x="213" y="115"/>
                </a:cubicBezTo>
                <a:cubicBezTo>
                  <a:pt x="266" y="115"/>
                  <a:pt x="301" y="159"/>
                  <a:pt x="301" y="203"/>
                </a:cubicBezTo>
                <a:cubicBezTo>
                  <a:pt x="301" y="256"/>
                  <a:pt x="266" y="292"/>
                  <a:pt x="213" y="29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36FC9B0-7B9A-44A2-866D-954EBE241E9A}"/>
              </a:ext>
            </a:extLst>
          </p:cNvPr>
          <p:cNvGrpSpPr/>
          <p:nvPr/>
        </p:nvGrpSpPr>
        <p:grpSpPr>
          <a:xfrm>
            <a:off x="413953" y="4002683"/>
            <a:ext cx="2748151" cy="652175"/>
            <a:chOff x="1561331" y="4325506"/>
            <a:chExt cx="1578380" cy="652175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1A5E4C5-3EC1-4336-AD70-2D212A9368E7}"/>
                </a:ext>
              </a:extLst>
            </p:cNvPr>
            <p:cNvSpPr txBox="1"/>
            <p:nvPr/>
          </p:nvSpPr>
          <p:spPr>
            <a:xfrm>
              <a:off x="1561331" y="4325506"/>
              <a:ext cx="15783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Placeholder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D433719-101C-481D-8340-DAE7298F135D}"/>
                </a:ext>
              </a:extLst>
            </p:cNvPr>
            <p:cNvSpPr txBox="1"/>
            <p:nvPr/>
          </p:nvSpPr>
          <p:spPr>
            <a:xfrm>
              <a:off x="1615226" y="4562183"/>
              <a:ext cx="1524485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Lorem ipsum dolor sit amet felisnec consectetur adipiscing elit. </a:t>
              </a:r>
            </a:p>
          </p:txBody>
        </p:sp>
      </p:grpSp>
      <p:sp>
        <p:nvSpPr>
          <p:cNvPr id="69" name="Freeform 154">
            <a:extLst>
              <a:ext uri="{FF2B5EF4-FFF2-40B4-BE49-F238E27FC236}">
                <a16:creationId xmlns:a16="http://schemas.microsoft.com/office/drawing/2014/main" id="{04A605D0-8C4C-4190-8BAE-F94971B52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646" y="4139071"/>
            <a:ext cx="303344" cy="411942"/>
          </a:xfrm>
          <a:custGeom>
            <a:avLst/>
            <a:gdLst>
              <a:gd name="T0" fmla="*/ 346 w 355"/>
              <a:gd name="T1" fmla="*/ 132 h 487"/>
              <a:gd name="T2" fmla="*/ 346 w 355"/>
              <a:gd name="T3" fmla="*/ 132 h 487"/>
              <a:gd name="T4" fmla="*/ 116 w 355"/>
              <a:gd name="T5" fmla="*/ 17 h 487"/>
              <a:gd name="T6" fmla="*/ 9 w 355"/>
              <a:gd name="T7" fmla="*/ 53 h 487"/>
              <a:gd name="T8" fmla="*/ 0 w 355"/>
              <a:gd name="T9" fmla="*/ 79 h 487"/>
              <a:gd name="T10" fmla="*/ 9 w 355"/>
              <a:gd name="T11" fmla="*/ 345 h 487"/>
              <a:gd name="T12" fmla="*/ 18 w 355"/>
              <a:gd name="T13" fmla="*/ 363 h 487"/>
              <a:gd name="T14" fmla="*/ 222 w 355"/>
              <a:gd name="T15" fmla="*/ 486 h 487"/>
              <a:gd name="T16" fmla="*/ 231 w 355"/>
              <a:gd name="T17" fmla="*/ 486 h 487"/>
              <a:gd name="T18" fmla="*/ 240 w 355"/>
              <a:gd name="T19" fmla="*/ 486 h 487"/>
              <a:gd name="T20" fmla="*/ 248 w 355"/>
              <a:gd name="T21" fmla="*/ 478 h 487"/>
              <a:gd name="T22" fmla="*/ 248 w 355"/>
              <a:gd name="T23" fmla="*/ 203 h 487"/>
              <a:gd name="T24" fmla="*/ 240 w 355"/>
              <a:gd name="T25" fmla="*/ 185 h 487"/>
              <a:gd name="T26" fmla="*/ 44 w 355"/>
              <a:gd name="T27" fmla="*/ 70 h 487"/>
              <a:gd name="T28" fmla="*/ 71 w 355"/>
              <a:gd name="T29" fmla="*/ 53 h 487"/>
              <a:gd name="T30" fmla="*/ 107 w 355"/>
              <a:gd name="T31" fmla="*/ 44 h 487"/>
              <a:gd name="T32" fmla="*/ 301 w 355"/>
              <a:gd name="T33" fmla="*/ 150 h 487"/>
              <a:gd name="T34" fmla="*/ 310 w 355"/>
              <a:gd name="T35" fmla="*/ 159 h 487"/>
              <a:gd name="T36" fmla="*/ 310 w 355"/>
              <a:gd name="T37" fmla="*/ 425 h 487"/>
              <a:gd name="T38" fmla="*/ 328 w 355"/>
              <a:gd name="T39" fmla="*/ 442 h 487"/>
              <a:gd name="T40" fmla="*/ 354 w 355"/>
              <a:gd name="T41" fmla="*/ 425 h 487"/>
              <a:gd name="T42" fmla="*/ 354 w 355"/>
              <a:gd name="T43" fmla="*/ 141 h 487"/>
              <a:gd name="T44" fmla="*/ 346 w 355"/>
              <a:gd name="T45" fmla="*/ 132 h 4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55" h="487">
                <a:moveTo>
                  <a:pt x="346" y="132"/>
                </a:moveTo>
                <a:lnTo>
                  <a:pt x="346" y="132"/>
                </a:lnTo>
                <a:cubicBezTo>
                  <a:pt x="116" y="17"/>
                  <a:pt x="116" y="17"/>
                  <a:pt x="116" y="17"/>
                </a:cubicBezTo>
                <a:cubicBezTo>
                  <a:pt x="89" y="0"/>
                  <a:pt x="27" y="25"/>
                  <a:pt x="9" y="53"/>
                </a:cubicBezTo>
                <a:cubicBezTo>
                  <a:pt x="0" y="70"/>
                  <a:pt x="0" y="79"/>
                  <a:pt x="0" y="79"/>
                </a:cubicBezTo>
                <a:cubicBezTo>
                  <a:pt x="9" y="345"/>
                  <a:pt x="9" y="345"/>
                  <a:pt x="9" y="345"/>
                </a:cubicBezTo>
                <a:cubicBezTo>
                  <a:pt x="9" y="345"/>
                  <a:pt x="18" y="354"/>
                  <a:pt x="18" y="363"/>
                </a:cubicBezTo>
                <a:cubicBezTo>
                  <a:pt x="36" y="363"/>
                  <a:pt x="222" y="486"/>
                  <a:pt x="222" y="486"/>
                </a:cubicBezTo>
                <a:cubicBezTo>
                  <a:pt x="231" y="486"/>
                  <a:pt x="231" y="486"/>
                  <a:pt x="231" y="486"/>
                </a:cubicBezTo>
                <a:cubicBezTo>
                  <a:pt x="240" y="486"/>
                  <a:pt x="240" y="486"/>
                  <a:pt x="240" y="486"/>
                </a:cubicBezTo>
                <a:cubicBezTo>
                  <a:pt x="248" y="486"/>
                  <a:pt x="248" y="478"/>
                  <a:pt x="248" y="478"/>
                </a:cubicBezTo>
                <a:cubicBezTo>
                  <a:pt x="248" y="203"/>
                  <a:pt x="248" y="203"/>
                  <a:pt x="248" y="203"/>
                </a:cubicBezTo>
                <a:cubicBezTo>
                  <a:pt x="248" y="194"/>
                  <a:pt x="248" y="194"/>
                  <a:pt x="240" y="185"/>
                </a:cubicBezTo>
                <a:cubicBezTo>
                  <a:pt x="44" y="70"/>
                  <a:pt x="44" y="70"/>
                  <a:pt x="44" y="70"/>
                </a:cubicBezTo>
                <a:cubicBezTo>
                  <a:pt x="44" y="70"/>
                  <a:pt x="53" y="61"/>
                  <a:pt x="71" y="53"/>
                </a:cubicBezTo>
                <a:cubicBezTo>
                  <a:pt x="89" y="44"/>
                  <a:pt x="97" y="44"/>
                  <a:pt x="107" y="44"/>
                </a:cubicBezTo>
                <a:cubicBezTo>
                  <a:pt x="107" y="44"/>
                  <a:pt x="293" y="150"/>
                  <a:pt x="301" y="150"/>
                </a:cubicBezTo>
                <a:cubicBezTo>
                  <a:pt x="310" y="159"/>
                  <a:pt x="310" y="159"/>
                  <a:pt x="310" y="159"/>
                </a:cubicBezTo>
                <a:cubicBezTo>
                  <a:pt x="310" y="168"/>
                  <a:pt x="310" y="425"/>
                  <a:pt x="310" y="425"/>
                </a:cubicBezTo>
                <a:cubicBezTo>
                  <a:pt x="310" y="433"/>
                  <a:pt x="319" y="442"/>
                  <a:pt x="328" y="442"/>
                </a:cubicBezTo>
                <a:cubicBezTo>
                  <a:pt x="337" y="442"/>
                  <a:pt x="354" y="433"/>
                  <a:pt x="354" y="425"/>
                </a:cubicBezTo>
                <a:cubicBezTo>
                  <a:pt x="354" y="141"/>
                  <a:pt x="354" y="141"/>
                  <a:pt x="354" y="141"/>
                </a:cubicBezTo>
                <a:lnTo>
                  <a:pt x="346" y="132"/>
                </a:lnTo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E8511A8-C585-450B-9C0F-6E2D740E95B4}"/>
              </a:ext>
            </a:extLst>
          </p:cNvPr>
          <p:cNvGrpSpPr/>
          <p:nvPr/>
        </p:nvGrpSpPr>
        <p:grpSpPr>
          <a:xfrm>
            <a:off x="3863888" y="1562936"/>
            <a:ext cx="4578720" cy="4489941"/>
            <a:chOff x="3863888" y="1609236"/>
            <a:chExt cx="4578720" cy="4489941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F28C914-09A7-4458-BE04-65D2D816F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963" y="4827589"/>
              <a:ext cx="1446212" cy="1271588"/>
            </a:xfrm>
            <a:custGeom>
              <a:avLst/>
              <a:gdLst>
                <a:gd name="connsiteX0" fmla="*/ 725670 w 1446212"/>
                <a:gd name="connsiteY0" fmla="*/ 0 h 1271588"/>
                <a:gd name="connsiteX1" fmla="*/ 984655 w 1446212"/>
                <a:gd name="connsiteY1" fmla="*/ 205095 h 1271588"/>
                <a:gd name="connsiteX2" fmla="*/ 1446212 w 1446212"/>
                <a:gd name="connsiteY2" fmla="*/ 574266 h 1271588"/>
                <a:gd name="connsiteX3" fmla="*/ 980508 w 1446212"/>
                <a:gd name="connsiteY3" fmla="*/ 959390 h 1271588"/>
                <a:gd name="connsiteX4" fmla="*/ 970664 w 1446212"/>
                <a:gd name="connsiteY4" fmla="*/ 964800 h 1271588"/>
                <a:gd name="connsiteX5" fmla="*/ 969898 w 1446212"/>
                <a:gd name="connsiteY5" fmla="*/ 962578 h 1271588"/>
                <a:gd name="connsiteX6" fmla="*/ 656795 w 1446212"/>
                <a:gd name="connsiteY6" fmla="*/ 846422 h 1271588"/>
                <a:gd name="connsiteX7" fmla="*/ 541693 w 1446212"/>
                <a:gd name="connsiteY7" fmla="*/ 1159913 h 1271588"/>
                <a:gd name="connsiteX8" fmla="*/ 542898 w 1446212"/>
                <a:gd name="connsiteY8" fmla="*/ 1161565 h 1271588"/>
                <a:gd name="connsiteX9" fmla="*/ 416363 w 1446212"/>
                <a:gd name="connsiteY9" fmla="*/ 1202289 h 1271588"/>
                <a:gd name="connsiteX10" fmla="*/ 0 w 1446212"/>
                <a:gd name="connsiteY10" fmla="*/ 1271588 h 1271588"/>
                <a:gd name="connsiteX11" fmla="*/ 0 w 1446212"/>
                <a:gd name="connsiteY11" fmla="*/ 348661 h 1271588"/>
                <a:gd name="connsiteX12" fmla="*/ 310269 w 1446212"/>
                <a:gd name="connsiteY12" fmla="*/ 271751 h 1271588"/>
                <a:gd name="connsiteX13" fmla="*/ 338475 w 1446212"/>
                <a:gd name="connsiteY13" fmla="*/ 261496 h 1271588"/>
                <a:gd name="connsiteX14" fmla="*/ 364117 w 1446212"/>
                <a:gd name="connsiteY14" fmla="*/ 248678 h 1271588"/>
                <a:gd name="connsiteX15" fmla="*/ 389759 w 1446212"/>
                <a:gd name="connsiteY15" fmla="*/ 235859 h 1271588"/>
                <a:gd name="connsiteX16" fmla="*/ 412837 w 1446212"/>
                <a:gd name="connsiteY16" fmla="*/ 225605 h 1271588"/>
                <a:gd name="connsiteX17" fmla="*/ 435915 w 1446212"/>
                <a:gd name="connsiteY17" fmla="*/ 212786 h 1271588"/>
                <a:gd name="connsiteX18" fmla="*/ 453865 w 1446212"/>
                <a:gd name="connsiteY18" fmla="*/ 202531 h 1271588"/>
                <a:gd name="connsiteX19" fmla="*/ 725670 w 1446212"/>
                <a:gd name="connsiteY19" fmla="*/ 0 h 127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46212" h="1271588">
                  <a:moveTo>
                    <a:pt x="725670" y="0"/>
                  </a:moveTo>
                  <a:cubicBezTo>
                    <a:pt x="725670" y="0"/>
                    <a:pt x="725670" y="0"/>
                    <a:pt x="984655" y="205095"/>
                  </a:cubicBezTo>
                  <a:cubicBezTo>
                    <a:pt x="984655" y="205095"/>
                    <a:pt x="984655" y="205095"/>
                    <a:pt x="1446212" y="574266"/>
                  </a:cubicBezTo>
                  <a:cubicBezTo>
                    <a:pt x="1310630" y="723280"/>
                    <a:pt x="1153773" y="853187"/>
                    <a:pt x="980508" y="959390"/>
                  </a:cubicBezTo>
                  <a:lnTo>
                    <a:pt x="970664" y="964800"/>
                  </a:lnTo>
                  <a:lnTo>
                    <a:pt x="969898" y="962578"/>
                  </a:lnTo>
                  <a:cubicBezTo>
                    <a:pt x="915222" y="843934"/>
                    <a:pt x="775041" y="791929"/>
                    <a:pt x="656795" y="846422"/>
                  </a:cubicBezTo>
                  <a:cubicBezTo>
                    <a:pt x="538550" y="900915"/>
                    <a:pt x="487017" y="1041270"/>
                    <a:pt x="541693" y="1159913"/>
                  </a:cubicBezTo>
                  <a:lnTo>
                    <a:pt x="542898" y="1161565"/>
                  </a:lnTo>
                  <a:lnTo>
                    <a:pt x="416363" y="1202289"/>
                  </a:lnTo>
                  <a:cubicBezTo>
                    <a:pt x="282223" y="1238421"/>
                    <a:pt x="142955" y="1261975"/>
                    <a:pt x="0" y="1271588"/>
                  </a:cubicBezTo>
                  <a:cubicBezTo>
                    <a:pt x="0" y="1271588"/>
                    <a:pt x="0" y="1271588"/>
                    <a:pt x="0" y="348661"/>
                  </a:cubicBezTo>
                  <a:cubicBezTo>
                    <a:pt x="107697" y="335843"/>
                    <a:pt x="212829" y="310206"/>
                    <a:pt x="310269" y="271751"/>
                  </a:cubicBezTo>
                  <a:cubicBezTo>
                    <a:pt x="317962" y="269187"/>
                    <a:pt x="328219" y="264060"/>
                    <a:pt x="338475" y="261496"/>
                  </a:cubicBezTo>
                  <a:cubicBezTo>
                    <a:pt x="346168" y="256369"/>
                    <a:pt x="356425" y="251241"/>
                    <a:pt x="364117" y="248678"/>
                  </a:cubicBezTo>
                  <a:cubicBezTo>
                    <a:pt x="374374" y="243550"/>
                    <a:pt x="382067" y="240987"/>
                    <a:pt x="389759" y="235859"/>
                  </a:cubicBezTo>
                  <a:cubicBezTo>
                    <a:pt x="397452" y="233296"/>
                    <a:pt x="405145" y="228168"/>
                    <a:pt x="412837" y="225605"/>
                  </a:cubicBezTo>
                  <a:cubicBezTo>
                    <a:pt x="420530" y="220477"/>
                    <a:pt x="428223" y="217914"/>
                    <a:pt x="435915" y="212786"/>
                  </a:cubicBezTo>
                  <a:cubicBezTo>
                    <a:pt x="441044" y="210222"/>
                    <a:pt x="448736" y="207659"/>
                    <a:pt x="453865" y="202531"/>
                  </a:cubicBezTo>
                  <a:cubicBezTo>
                    <a:pt x="553869" y="148694"/>
                    <a:pt x="646180" y="79474"/>
                    <a:pt x="7256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16853C3-6E83-4242-910F-D1055B4AE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925" y="2079626"/>
              <a:ext cx="1400175" cy="1457325"/>
            </a:xfrm>
            <a:custGeom>
              <a:avLst/>
              <a:gdLst>
                <a:gd name="connsiteX0" fmla="*/ 1000125 w 1400175"/>
                <a:gd name="connsiteY0" fmla="*/ 0 h 1457325"/>
                <a:gd name="connsiteX1" fmla="*/ 1261696 w 1400175"/>
                <a:gd name="connsiteY1" fmla="*/ 542975 h 1457325"/>
                <a:gd name="connsiteX2" fmla="*/ 1400175 w 1400175"/>
                <a:gd name="connsiteY2" fmla="*/ 829830 h 1457325"/>
                <a:gd name="connsiteX3" fmla="*/ 900113 w 1400175"/>
                <a:gd name="connsiteY3" fmla="*/ 1457325 h 1457325"/>
                <a:gd name="connsiteX4" fmla="*/ 587253 w 1400175"/>
                <a:gd name="connsiteY4" fmla="*/ 1385611 h 1457325"/>
                <a:gd name="connsiteX5" fmla="*/ 0 w 1400175"/>
                <a:gd name="connsiteY5" fmla="*/ 1252429 h 1457325"/>
                <a:gd name="connsiteX6" fmla="*/ 157352 w 1400175"/>
                <a:gd name="connsiteY6" fmla="*/ 868728 h 1457325"/>
                <a:gd name="connsiteX7" fmla="*/ 239816 w 1400175"/>
                <a:gd name="connsiteY7" fmla="*/ 728894 h 1457325"/>
                <a:gd name="connsiteX8" fmla="*/ 240122 w 1400175"/>
                <a:gd name="connsiteY8" fmla="*/ 729184 h 1457325"/>
                <a:gd name="connsiteX9" fmla="*/ 570811 w 1400175"/>
                <a:gd name="connsiteY9" fmla="*/ 686814 h 1457325"/>
                <a:gd name="connsiteX10" fmla="*/ 563104 w 1400175"/>
                <a:gd name="connsiteY10" fmla="*/ 388968 h 1457325"/>
                <a:gd name="connsiteX11" fmla="*/ 531702 w 1400175"/>
                <a:gd name="connsiteY11" fmla="*/ 359214 h 1457325"/>
                <a:gd name="connsiteX12" fmla="*/ 665348 w 1400175"/>
                <a:gd name="connsiteY12" fmla="*/ 233870 h 1457325"/>
                <a:gd name="connsiteX13" fmla="*/ 1000125 w 1400175"/>
                <a:gd name="connsiteY13" fmla="*/ 0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00175" h="1457325">
                  <a:moveTo>
                    <a:pt x="1000125" y="0"/>
                  </a:moveTo>
                  <a:cubicBezTo>
                    <a:pt x="1261696" y="542975"/>
                    <a:pt x="1261696" y="542975"/>
                    <a:pt x="1261696" y="542975"/>
                  </a:cubicBezTo>
                  <a:cubicBezTo>
                    <a:pt x="1400175" y="829830"/>
                    <a:pt x="1400175" y="829830"/>
                    <a:pt x="1400175" y="829830"/>
                  </a:cubicBezTo>
                  <a:cubicBezTo>
                    <a:pt x="1169377" y="975819"/>
                    <a:pt x="992432" y="1196082"/>
                    <a:pt x="900113" y="1457325"/>
                  </a:cubicBezTo>
                  <a:cubicBezTo>
                    <a:pt x="587253" y="1385611"/>
                    <a:pt x="587253" y="1385611"/>
                    <a:pt x="587253" y="1385611"/>
                  </a:cubicBezTo>
                  <a:cubicBezTo>
                    <a:pt x="0" y="1252429"/>
                    <a:pt x="0" y="1252429"/>
                    <a:pt x="0" y="1252429"/>
                  </a:cubicBezTo>
                  <a:cubicBezTo>
                    <a:pt x="40390" y="1118606"/>
                    <a:pt x="93281" y="990226"/>
                    <a:pt x="157352" y="868728"/>
                  </a:cubicBezTo>
                  <a:lnTo>
                    <a:pt x="239816" y="728894"/>
                  </a:lnTo>
                  <a:lnTo>
                    <a:pt x="240122" y="729184"/>
                  </a:lnTo>
                  <a:cubicBezTo>
                    <a:pt x="343139" y="808801"/>
                    <a:pt x="491194" y="789831"/>
                    <a:pt x="570811" y="686814"/>
                  </a:cubicBezTo>
                  <a:cubicBezTo>
                    <a:pt x="640476" y="596673"/>
                    <a:pt x="634660" y="472052"/>
                    <a:pt x="563104" y="388968"/>
                  </a:cubicBezTo>
                  <a:lnTo>
                    <a:pt x="531702" y="359214"/>
                  </a:lnTo>
                  <a:lnTo>
                    <a:pt x="665348" y="233870"/>
                  </a:lnTo>
                  <a:cubicBezTo>
                    <a:pt x="768846" y="145669"/>
                    <a:pt x="880880" y="67232"/>
                    <a:pt x="10001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D46D35B-5D80-4AAA-B70C-E561358EA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8438" y="3611564"/>
              <a:ext cx="1104900" cy="1563688"/>
            </a:xfrm>
            <a:custGeom>
              <a:avLst/>
              <a:gdLst>
                <a:gd name="connsiteX0" fmla="*/ 25636 w 1104900"/>
                <a:gd name="connsiteY0" fmla="*/ 0 h 1563688"/>
                <a:gd name="connsiteX1" fmla="*/ 612694 w 1104900"/>
                <a:gd name="connsiteY1" fmla="*/ 135862 h 1563688"/>
                <a:gd name="connsiteX2" fmla="*/ 925450 w 1104900"/>
                <a:gd name="connsiteY2" fmla="*/ 205074 h 1563688"/>
                <a:gd name="connsiteX3" fmla="*/ 917759 w 1104900"/>
                <a:gd name="connsiteY3" fmla="*/ 338372 h 1563688"/>
                <a:gd name="connsiteX4" fmla="*/ 1104900 w 1104900"/>
                <a:gd name="connsiteY4" fmla="*/ 989481 h 1563688"/>
                <a:gd name="connsiteX5" fmla="*/ 851106 w 1104900"/>
                <a:gd name="connsiteY5" fmla="*/ 1191992 h 1563688"/>
                <a:gd name="connsiteX6" fmla="*/ 381973 w 1104900"/>
                <a:gd name="connsiteY6" fmla="*/ 1563688 h 1563688"/>
                <a:gd name="connsiteX7" fmla="*/ 155217 w 1104900"/>
                <a:gd name="connsiteY7" fmla="*/ 1144223 h 1563688"/>
                <a:gd name="connsiteX8" fmla="*/ 122992 w 1104900"/>
                <a:gd name="connsiteY8" fmla="*/ 1054591 h 1563688"/>
                <a:gd name="connsiteX9" fmla="*/ 201512 w 1104900"/>
                <a:gd name="connsiteY9" fmla="*/ 1019078 h 1563688"/>
                <a:gd name="connsiteX10" fmla="*/ 293273 w 1104900"/>
                <a:gd name="connsiteY10" fmla="*/ 775164 h 1563688"/>
                <a:gd name="connsiteX11" fmla="*/ 58160 w 1104900"/>
                <a:gd name="connsiteY11" fmla="*/ 592151 h 1563688"/>
                <a:gd name="connsiteX12" fmla="*/ 16928 w 1104900"/>
                <a:gd name="connsiteY12" fmla="*/ 597335 h 1563688"/>
                <a:gd name="connsiteX13" fmla="*/ 6529 w 1104900"/>
                <a:gd name="connsiteY13" fmla="*/ 507833 h 1563688"/>
                <a:gd name="connsiteX14" fmla="*/ 0 w 1104900"/>
                <a:gd name="connsiteY14" fmla="*/ 338372 h 1563688"/>
                <a:gd name="connsiteX15" fmla="*/ 25636 w 1104900"/>
                <a:gd name="connsiteY15" fmla="*/ 0 h 1563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04900" h="1563688">
                  <a:moveTo>
                    <a:pt x="25636" y="0"/>
                  </a:moveTo>
                  <a:cubicBezTo>
                    <a:pt x="612694" y="135862"/>
                    <a:pt x="612694" y="135862"/>
                    <a:pt x="612694" y="135862"/>
                  </a:cubicBezTo>
                  <a:cubicBezTo>
                    <a:pt x="925450" y="205074"/>
                    <a:pt x="925450" y="205074"/>
                    <a:pt x="925450" y="205074"/>
                  </a:cubicBezTo>
                  <a:cubicBezTo>
                    <a:pt x="920323" y="248652"/>
                    <a:pt x="917759" y="294794"/>
                    <a:pt x="917759" y="338372"/>
                  </a:cubicBezTo>
                  <a:cubicBezTo>
                    <a:pt x="917759" y="576770"/>
                    <a:pt x="986976" y="799788"/>
                    <a:pt x="1104900" y="989481"/>
                  </a:cubicBezTo>
                  <a:cubicBezTo>
                    <a:pt x="851106" y="1191992"/>
                    <a:pt x="851106" y="1191992"/>
                    <a:pt x="851106" y="1191992"/>
                  </a:cubicBezTo>
                  <a:cubicBezTo>
                    <a:pt x="381973" y="1563688"/>
                    <a:pt x="381973" y="1563688"/>
                    <a:pt x="381973" y="1563688"/>
                  </a:cubicBezTo>
                  <a:cubicBezTo>
                    <a:pt x="291607" y="1433915"/>
                    <a:pt x="215300" y="1293327"/>
                    <a:pt x="155217" y="1144223"/>
                  </a:cubicBezTo>
                  <a:lnTo>
                    <a:pt x="122992" y="1054591"/>
                  </a:lnTo>
                  <a:lnTo>
                    <a:pt x="201512" y="1019078"/>
                  </a:lnTo>
                  <a:cubicBezTo>
                    <a:pt x="275979" y="965276"/>
                    <a:pt x="315110" y="870339"/>
                    <a:pt x="293273" y="775164"/>
                  </a:cubicBezTo>
                  <a:cubicBezTo>
                    <a:pt x="267798" y="664125"/>
                    <a:pt x="167780" y="589554"/>
                    <a:pt x="58160" y="592151"/>
                  </a:cubicBezTo>
                  <a:lnTo>
                    <a:pt x="16928" y="597335"/>
                  </a:lnTo>
                  <a:lnTo>
                    <a:pt x="6529" y="507833"/>
                  </a:lnTo>
                  <a:cubicBezTo>
                    <a:pt x="2203" y="451924"/>
                    <a:pt x="0" y="395408"/>
                    <a:pt x="0" y="338372"/>
                  </a:cubicBezTo>
                  <a:cubicBezTo>
                    <a:pt x="0" y="223018"/>
                    <a:pt x="7691" y="110227"/>
                    <a:pt x="25636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6EF82AF2-5576-4ECE-B80F-08DCE6DD6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413" y="4827589"/>
              <a:ext cx="1446212" cy="1271588"/>
            </a:xfrm>
            <a:custGeom>
              <a:avLst/>
              <a:gdLst>
                <a:gd name="connsiteX0" fmla="*/ 720542 w 1446212"/>
                <a:gd name="connsiteY0" fmla="*/ 0 h 1271588"/>
                <a:gd name="connsiteX1" fmla="*/ 1446212 w 1446212"/>
                <a:gd name="connsiteY1" fmla="*/ 348661 h 1271588"/>
                <a:gd name="connsiteX2" fmla="*/ 1446212 w 1446212"/>
                <a:gd name="connsiteY2" fmla="*/ 1271588 h 1271588"/>
                <a:gd name="connsiteX3" fmla="*/ 1030210 w 1446212"/>
                <a:gd name="connsiteY3" fmla="*/ 1202289 h 1271588"/>
                <a:gd name="connsiteX4" fmla="*/ 884785 w 1446212"/>
                <a:gd name="connsiteY4" fmla="*/ 1155410 h 1271588"/>
                <a:gd name="connsiteX5" fmla="*/ 898836 w 1446212"/>
                <a:gd name="connsiteY5" fmla="*/ 1114614 h 1271588"/>
                <a:gd name="connsiteX6" fmla="*/ 768131 w 1446212"/>
                <a:gd name="connsiteY6" fmla="*/ 846422 h 1271588"/>
                <a:gd name="connsiteX7" fmla="*/ 510389 w 1446212"/>
                <a:gd name="connsiteY7" fmla="*/ 886713 h 1271588"/>
                <a:gd name="connsiteX8" fmla="*/ 460496 w 1446212"/>
                <a:gd name="connsiteY8" fmla="*/ 955085 h 1271588"/>
                <a:gd name="connsiteX9" fmla="*/ 299171 w 1446212"/>
                <a:gd name="connsiteY9" fmla="*/ 845456 h 1271588"/>
                <a:gd name="connsiteX10" fmla="*/ 0 w 1446212"/>
                <a:gd name="connsiteY10" fmla="*/ 574266 h 1271588"/>
                <a:gd name="connsiteX11" fmla="*/ 469250 w 1446212"/>
                <a:gd name="connsiteY11" fmla="*/ 202531 h 1271588"/>
                <a:gd name="connsiteX12" fmla="*/ 720542 w 1446212"/>
                <a:gd name="connsiteY12" fmla="*/ 0 h 127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46212" h="1271588">
                  <a:moveTo>
                    <a:pt x="720542" y="0"/>
                  </a:moveTo>
                  <a:cubicBezTo>
                    <a:pt x="912857" y="189713"/>
                    <a:pt x="1164150" y="315334"/>
                    <a:pt x="1446212" y="348661"/>
                  </a:cubicBezTo>
                  <a:cubicBezTo>
                    <a:pt x="1446212" y="1271588"/>
                    <a:pt x="1446212" y="1271588"/>
                    <a:pt x="1446212" y="1271588"/>
                  </a:cubicBezTo>
                  <a:cubicBezTo>
                    <a:pt x="1303258" y="1261975"/>
                    <a:pt x="1164150" y="1238421"/>
                    <a:pt x="1030210" y="1202289"/>
                  </a:cubicBezTo>
                  <a:lnTo>
                    <a:pt x="884785" y="1155410"/>
                  </a:lnTo>
                  <a:lnTo>
                    <a:pt x="898836" y="1114614"/>
                  </a:lnTo>
                  <a:cubicBezTo>
                    <a:pt x="923984" y="1007523"/>
                    <a:pt x="871596" y="894103"/>
                    <a:pt x="768131" y="846422"/>
                  </a:cubicBezTo>
                  <a:cubicBezTo>
                    <a:pt x="679447" y="805552"/>
                    <a:pt x="578424" y="824588"/>
                    <a:pt x="510389" y="886713"/>
                  </a:cubicBezTo>
                  <a:lnTo>
                    <a:pt x="460496" y="955085"/>
                  </a:lnTo>
                  <a:lnTo>
                    <a:pt x="299171" y="845456"/>
                  </a:lnTo>
                  <a:cubicBezTo>
                    <a:pt x="191194" y="764459"/>
                    <a:pt x="91030" y="673609"/>
                    <a:pt x="0" y="574266"/>
                  </a:cubicBezTo>
                  <a:cubicBezTo>
                    <a:pt x="469250" y="202531"/>
                    <a:pt x="469250" y="202531"/>
                    <a:pt x="469250" y="202531"/>
                  </a:cubicBezTo>
                  <a:cubicBezTo>
                    <a:pt x="720542" y="0"/>
                    <a:pt x="720542" y="0"/>
                    <a:pt x="72054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BE806A9-A145-4DF8-A9A1-6ECC8D159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8838" y="3611564"/>
              <a:ext cx="1104900" cy="1563688"/>
            </a:xfrm>
            <a:custGeom>
              <a:avLst/>
              <a:gdLst>
                <a:gd name="connsiteX0" fmla="*/ 1076701 w 1104900"/>
                <a:gd name="connsiteY0" fmla="*/ 0 h 1563688"/>
                <a:gd name="connsiteX1" fmla="*/ 1104900 w 1104900"/>
                <a:gd name="connsiteY1" fmla="*/ 338372 h 1563688"/>
                <a:gd name="connsiteX2" fmla="*/ 1098261 w 1104900"/>
                <a:gd name="connsiteY2" fmla="*/ 507833 h 1563688"/>
                <a:gd name="connsiteX3" fmla="*/ 1087287 w 1104900"/>
                <a:gd name="connsiteY3" fmla="*/ 600880 h 1563688"/>
                <a:gd name="connsiteX4" fmla="*/ 1081158 w 1104900"/>
                <a:gd name="connsiteY4" fmla="*/ 598108 h 1563688"/>
                <a:gd name="connsiteX5" fmla="*/ 798666 w 1104900"/>
                <a:gd name="connsiteY5" fmla="*/ 775165 h 1563688"/>
                <a:gd name="connsiteX6" fmla="*/ 975723 w 1104900"/>
                <a:gd name="connsiteY6" fmla="*/ 1057656 h 1563688"/>
                <a:gd name="connsiteX7" fmla="*/ 979165 w 1104900"/>
                <a:gd name="connsiteY7" fmla="*/ 1058089 h 1563688"/>
                <a:gd name="connsiteX8" fmla="*/ 947932 w 1104900"/>
                <a:gd name="connsiteY8" fmla="*/ 1144223 h 1563688"/>
                <a:gd name="connsiteX9" fmla="*/ 720364 w 1104900"/>
                <a:gd name="connsiteY9" fmla="*/ 1563688 h 1563688"/>
                <a:gd name="connsiteX10" fmla="*/ 258921 w 1104900"/>
                <a:gd name="connsiteY10" fmla="*/ 1194555 h 1563688"/>
                <a:gd name="connsiteX11" fmla="*/ 0 w 1104900"/>
                <a:gd name="connsiteY11" fmla="*/ 989481 h 1563688"/>
                <a:gd name="connsiteX12" fmla="*/ 76907 w 1104900"/>
                <a:gd name="connsiteY12" fmla="*/ 845930 h 1563688"/>
                <a:gd name="connsiteX13" fmla="*/ 89725 w 1104900"/>
                <a:gd name="connsiteY13" fmla="*/ 817732 h 1563688"/>
                <a:gd name="connsiteX14" fmla="*/ 99980 w 1104900"/>
                <a:gd name="connsiteY14" fmla="*/ 792098 h 1563688"/>
                <a:gd name="connsiteX15" fmla="*/ 110234 w 1104900"/>
                <a:gd name="connsiteY15" fmla="*/ 763900 h 1563688"/>
                <a:gd name="connsiteX16" fmla="*/ 187141 w 1104900"/>
                <a:gd name="connsiteY16" fmla="*/ 338372 h 1563688"/>
                <a:gd name="connsiteX17" fmla="*/ 179450 w 1104900"/>
                <a:gd name="connsiteY17" fmla="*/ 205074 h 1563688"/>
                <a:gd name="connsiteX18" fmla="*/ 497333 w 1104900"/>
                <a:gd name="connsiteY18" fmla="*/ 133298 h 1563688"/>
                <a:gd name="connsiteX19" fmla="*/ 1076701 w 1104900"/>
                <a:gd name="connsiteY19" fmla="*/ 0 h 1563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04900" h="1563688">
                  <a:moveTo>
                    <a:pt x="1076701" y="0"/>
                  </a:moveTo>
                  <a:cubicBezTo>
                    <a:pt x="1094646" y="110227"/>
                    <a:pt x="1104900" y="223018"/>
                    <a:pt x="1104900" y="338372"/>
                  </a:cubicBezTo>
                  <a:cubicBezTo>
                    <a:pt x="1104900" y="395408"/>
                    <a:pt x="1102657" y="451924"/>
                    <a:pt x="1098261" y="507833"/>
                  </a:cubicBezTo>
                  <a:lnTo>
                    <a:pt x="1087287" y="600880"/>
                  </a:lnTo>
                  <a:lnTo>
                    <a:pt x="1081158" y="598108"/>
                  </a:lnTo>
                  <a:cubicBezTo>
                    <a:pt x="954257" y="568993"/>
                    <a:pt x="827781" y="648264"/>
                    <a:pt x="798666" y="775165"/>
                  </a:cubicBezTo>
                  <a:cubicBezTo>
                    <a:pt x="769551" y="902065"/>
                    <a:pt x="848822" y="1028541"/>
                    <a:pt x="975723" y="1057656"/>
                  </a:cubicBezTo>
                  <a:lnTo>
                    <a:pt x="979165" y="1058089"/>
                  </a:lnTo>
                  <a:lnTo>
                    <a:pt x="947932" y="1144223"/>
                  </a:lnTo>
                  <a:cubicBezTo>
                    <a:pt x="887397" y="1293327"/>
                    <a:pt x="810730" y="1433915"/>
                    <a:pt x="720364" y="1563688"/>
                  </a:cubicBezTo>
                  <a:cubicBezTo>
                    <a:pt x="258921" y="1194555"/>
                    <a:pt x="258921" y="1194555"/>
                    <a:pt x="258921" y="1194555"/>
                  </a:cubicBezTo>
                  <a:cubicBezTo>
                    <a:pt x="0" y="989481"/>
                    <a:pt x="0" y="989481"/>
                    <a:pt x="0" y="989481"/>
                  </a:cubicBezTo>
                  <a:cubicBezTo>
                    <a:pt x="28200" y="943340"/>
                    <a:pt x="53835" y="897198"/>
                    <a:pt x="76907" y="845930"/>
                  </a:cubicBezTo>
                  <a:cubicBezTo>
                    <a:pt x="82035" y="838240"/>
                    <a:pt x="84598" y="827986"/>
                    <a:pt x="89725" y="817732"/>
                  </a:cubicBezTo>
                  <a:cubicBezTo>
                    <a:pt x="92289" y="810042"/>
                    <a:pt x="97416" y="799788"/>
                    <a:pt x="99980" y="792098"/>
                  </a:cubicBezTo>
                  <a:cubicBezTo>
                    <a:pt x="105107" y="781844"/>
                    <a:pt x="107670" y="774154"/>
                    <a:pt x="110234" y="763900"/>
                  </a:cubicBezTo>
                  <a:cubicBezTo>
                    <a:pt x="158942" y="630602"/>
                    <a:pt x="187141" y="487051"/>
                    <a:pt x="187141" y="338372"/>
                  </a:cubicBezTo>
                  <a:cubicBezTo>
                    <a:pt x="187141" y="294794"/>
                    <a:pt x="184578" y="248652"/>
                    <a:pt x="179450" y="205074"/>
                  </a:cubicBezTo>
                  <a:cubicBezTo>
                    <a:pt x="497333" y="133298"/>
                    <a:pt x="497333" y="133298"/>
                    <a:pt x="497333" y="133298"/>
                  </a:cubicBezTo>
                  <a:cubicBezTo>
                    <a:pt x="1076701" y="0"/>
                    <a:pt x="1076701" y="0"/>
                    <a:pt x="10767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632403C4-FEEB-4A6A-A277-1C70762F0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1488" y="2079626"/>
              <a:ext cx="1400175" cy="1457325"/>
            </a:xfrm>
            <a:custGeom>
              <a:avLst/>
              <a:gdLst>
                <a:gd name="connsiteX0" fmla="*/ 400050 w 1400175"/>
                <a:gd name="connsiteY0" fmla="*/ 0 h 1457325"/>
                <a:gd name="connsiteX1" fmla="*/ 735188 w 1400175"/>
                <a:gd name="connsiteY1" fmla="*/ 233870 h 1457325"/>
                <a:gd name="connsiteX2" fmla="*/ 871517 w 1400175"/>
                <a:gd name="connsiteY2" fmla="*/ 361460 h 1457325"/>
                <a:gd name="connsiteX3" fmla="*/ 837774 w 1400175"/>
                <a:gd name="connsiteY3" fmla="*/ 393431 h 1457325"/>
                <a:gd name="connsiteX4" fmla="*/ 830068 w 1400175"/>
                <a:gd name="connsiteY4" fmla="*/ 691277 h 1457325"/>
                <a:gd name="connsiteX5" fmla="*/ 1160757 w 1400175"/>
                <a:gd name="connsiteY5" fmla="*/ 733647 h 1457325"/>
                <a:gd name="connsiteX6" fmla="*/ 1163017 w 1400175"/>
                <a:gd name="connsiteY6" fmla="*/ 731506 h 1457325"/>
                <a:gd name="connsiteX7" fmla="*/ 1243906 w 1400175"/>
                <a:gd name="connsiteY7" fmla="*/ 868728 h 1457325"/>
                <a:gd name="connsiteX8" fmla="*/ 1400175 w 1400175"/>
                <a:gd name="connsiteY8" fmla="*/ 1252429 h 1457325"/>
                <a:gd name="connsiteX9" fmla="*/ 820616 w 1400175"/>
                <a:gd name="connsiteY9" fmla="*/ 1385611 h 1457325"/>
                <a:gd name="connsiteX10" fmla="*/ 502627 w 1400175"/>
                <a:gd name="connsiteY10" fmla="*/ 1457325 h 1457325"/>
                <a:gd name="connsiteX11" fmla="*/ 0 w 1400175"/>
                <a:gd name="connsiteY11" fmla="*/ 829830 h 1457325"/>
                <a:gd name="connsiteX12" fmla="*/ 141044 w 1400175"/>
                <a:gd name="connsiteY12" fmla="*/ 537853 h 1457325"/>
                <a:gd name="connsiteX13" fmla="*/ 400050 w 1400175"/>
                <a:gd name="connsiteY13" fmla="*/ 0 h 145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00175" h="1457325">
                  <a:moveTo>
                    <a:pt x="400050" y="0"/>
                  </a:moveTo>
                  <a:cubicBezTo>
                    <a:pt x="519296" y="67232"/>
                    <a:pt x="631489" y="145669"/>
                    <a:pt x="735188" y="233870"/>
                  </a:cubicBezTo>
                  <a:lnTo>
                    <a:pt x="871517" y="361460"/>
                  </a:lnTo>
                  <a:lnTo>
                    <a:pt x="837774" y="393431"/>
                  </a:lnTo>
                  <a:cubicBezTo>
                    <a:pt x="766218" y="476515"/>
                    <a:pt x="760403" y="601136"/>
                    <a:pt x="830068" y="691277"/>
                  </a:cubicBezTo>
                  <a:cubicBezTo>
                    <a:pt x="909685" y="794294"/>
                    <a:pt x="1057739" y="813264"/>
                    <a:pt x="1160757" y="733647"/>
                  </a:cubicBezTo>
                  <a:lnTo>
                    <a:pt x="1163017" y="731506"/>
                  </a:lnTo>
                  <a:lnTo>
                    <a:pt x="1243906" y="868728"/>
                  </a:lnTo>
                  <a:cubicBezTo>
                    <a:pt x="1307856" y="990226"/>
                    <a:pt x="1360427" y="1118606"/>
                    <a:pt x="1400175" y="1252429"/>
                  </a:cubicBezTo>
                  <a:cubicBezTo>
                    <a:pt x="820616" y="1385611"/>
                    <a:pt x="820616" y="1385611"/>
                    <a:pt x="820616" y="1385611"/>
                  </a:cubicBezTo>
                  <a:cubicBezTo>
                    <a:pt x="502627" y="1457325"/>
                    <a:pt x="502627" y="1457325"/>
                    <a:pt x="502627" y="1457325"/>
                  </a:cubicBezTo>
                  <a:cubicBezTo>
                    <a:pt x="410308" y="1196082"/>
                    <a:pt x="230798" y="975819"/>
                    <a:pt x="0" y="829830"/>
                  </a:cubicBezTo>
                  <a:cubicBezTo>
                    <a:pt x="141044" y="537853"/>
                    <a:pt x="141044" y="537853"/>
                    <a:pt x="141044" y="537853"/>
                  </a:cubicBezTo>
                  <a:cubicBezTo>
                    <a:pt x="400050" y="0"/>
                    <a:pt x="400050" y="0"/>
                    <a:pt x="4000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99A431BF-7121-434D-A935-2079B5AF7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7813" y="1813710"/>
              <a:ext cx="1604962" cy="970767"/>
            </a:xfrm>
            <a:custGeom>
              <a:avLst/>
              <a:gdLst>
                <a:gd name="connsiteX0" fmla="*/ 1037747 w 1604962"/>
                <a:gd name="connsiteY0" fmla="*/ 0 h 970767"/>
                <a:gd name="connsiteX1" fmla="*/ 1218143 w 1604962"/>
                <a:gd name="connsiteY1" fmla="*/ 25925 h 970767"/>
                <a:gd name="connsiteX2" fmla="*/ 1604962 w 1604962"/>
                <a:gd name="connsiteY2" fmla="*/ 140306 h 970767"/>
                <a:gd name="connsiteX3" fmla="*/ 1346015 w 1604962"/>
                <a:gd name="connsiteY3" fmla="*/ 681131 h 970767"/>
                <a:gd name="connsiteX4" fmla="*/ 1205004 w 1604962"/>
                <a:gd name="connsiteY4" fmla="*/ 970767 h 970767"/>
                <a:gd name="connsiteX5" fmla="*/ 802481 w 1604962"/>
                <a:gd name="connsiteY5" fmla="*/ 904125 h 970767"/>
                <a:gd name="connsiteX6" fmla="*/ 399959 w 1604962"/>
                <a:gd name="connsiteY6" fmla="*/ 970767 h 970767"/>
                <a:gd name="connsiteX7" fmla="*/ 261512 w 1604962"/>
                <a:gd name="connsiteY7" fmla="*/ 683694 h 970767"/>
                <a:gd name="connsiteX8" fmla="*/ 0 w 1604962"/>
                <a:gd name="connsiteY8" fmla="*/ 140306 h 970767"/>
                <a:gd name="connsiteX9" fmla="*/ 388742 w 1604962"/>
                <a:gd name="connsiteY9" fmla="*/ 25925 h 970767"/>
                <a:gd name="connsiteX10" fmla="*/ 567260 w 1604962"/>
                <a:gd name="connsiteY10" fmla="*/ 210 h 970767"/>
                <a:gd name="connsiteX11" fmla="*/ 585264 w 1604962"/>
                <a:gd name="connsiteY11" fmla="*/ 89390 h 970767"/>
                <a:gd name="connsiteX12" fmla="*/ 802482 w 1604962"/>
                <a:gd name="connsiteY12" fmla="*/ 233372 h 970767"/>
                <a:gd name="connsiteX13" fmla="*/ 1019700 w 1604962"/>
                <a:gd name="connsiteY13" fmla="*/ 89390 h 9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04962" h="970767">
                  <a:moveTo>
                    <a:pt x="1037747" y="0"/>
                  </a:moveTo>
                  <a:lnTo>
                    <a:pt x="1218143" y="25925"/>
                  </a:lnTo>
                  <a:cubicBezTo>
                    <a:pt x="1352424" y="51877"/>
                    <a:pt x="1481898" y="90325"/>
                    <a:pt x="1604962" y="140306"/>
                  </a:cubicBezTo>
                  <a:cubicBezTo>
                    <a:pt x="1346015" y="681131"/>
                    <a:pt x="1346015" y="681131"/>
                    <a:pt x="1346015" y="681131"/>
                  </a:cubicBezTo>
                  <a:cubicBezTo>
                    <a:pt x="1205004" y="970767"/>
                    <a:pt x="1205004" y="970767"/>
                    <a:pt x="1205004" y="970767"/>
                  </a:cubicBezTo>
                  <a:cubicBezTo>
                    <a:pt x="1079376" y="927194"/>
                    <a:pt x="943492" y="904125"/>
                    <a:pt x="802481" y="904125"/>
                  </a:cubicBezTo>
                  <a:cubicBezTo>
                    <a:pt x="661470" y="904125"/>
                    <a:pt x="525587" y="927194"/>
                    <a:pt x="399959" y="970767"/>
                  </a:cubicBezTo>
                  <a:cubicBezTo>
                    <a:pt x="261512" y="683694"/>
                    <a:pt x="261512" y="683694"/>
                    <a:pt x="261512" y="683694"/>
                  </a:cubicBezTo>
                  <a:cubicBezTo>
                    <a:pt x="0" y="140306"/>
                    <a:pt x="0" y="140306"/>
                    <a:pt x="0" y="140306"/>
                  </a:cubicBezTo>
                  <a:cubicBezTo>
                    <a:pt x="124346" y="90325"/>
                    <a:pt x="254461" y="51877"/>
                    <a:pt x="388742" y="25925"/>
                  </a:cubicBezTo>
                  <a:lnTo>
                    <a:pt x="567260" y="210"/>
                  </a:lnTo>
                  <a:lnTo>
                    <a:pt x="585264" y="89390"/>
                  </a:lnTo>
                  <a:cubicBezTo>
                    <a:pt x="621052" y="174002"/>
                    <a:pt x="704834" y="233372"/>
                    <a:pt x="802482" y="233372"/>
                  </a:cubicBezTo>
                  <a:cubicBezTo>
                    <a:pt x="900131" y="233372"/>
                    <a:pt x="983913" y="174002"/>
                    <a:pt x="1019700" y="8939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79" name="Freeform 19">
              <a:extLst>
                <a:ext uri="{FF2B5EF4-FFF2-40B4-BE49-F238E27FC236}">
                  <a16:creationId xmlns:a16="http://schemas.microsoft.com/office/drawing/2014/main" id="{FF9D2915-4B84-454F-B7C6-F040849141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313" y="2617789"/>
              <a:ext cx="506412" cy="919163"/>
            </a:xfrm>
            <a:custGeom>
              <a:avLst/>
              <a:gdLst>
                <a:gd name="T0" fmla="*/ 56 w 197"/>
                <a:gd name="T1" fmla="*/ 0 h 359"/>
                <a:gd name="T2" fmla="*/ 1 w 197"/>
                <a:gd name="T3" fmla="*/ 114 h 359"/>
                <a:gd name="T4" fmla="*/ 0 w 197"/>
                <a:gd name="T5" fmla="*/ 116 h 359"/>
                <a:gd name="T6" fmla="*/ 196 w 197"/>
                <a:gd name="T7" fmla="*/ 359 h 359"/>
                <a:gd name="T8" fmla="*/ 197 w 197"/>
                <a:gd name="T9" fmla="*/ 359 h 359"/>
                <a:gd name="T10" fmla="*/ 1 w 197"/>
                <a:gd name="T11" fmla="*/ 114 h 359"/>
                <a:gd name="T12" fmla="*/ 56 w 197"/>
                <a:gd name="T13" fmla="*/ 0 h 359"/>
                <a:gd name="T14" fmla="*/ 56 w 197"/>
                <a:gd name="T15" fmla="*/ 0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7" h="359">
                  <a:moveTo>
                    <a:pt x="56" y="0"/>
                  </a:moveTo>
                  <a:cubicBezTo>
                    <a:pt x="1" y="114"/>
                    <a:pt x="1" y="114"/>
                    <a:pt x="1" y="114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90" y="173"/>
                    <a:pt x="159" y="258"/>
                    <a:pt x="196" y="359"/>
                  </a:cubicBezTo>
                  <a:cubicBezTo>
                    <a:pt x="197" y="359"/>
                    <a:pt x="197" y="359"/>
                    <a:pt x="197" y="359"/>
                  </a:cubicBezTo>
                  <a:cubicBezTo>
                    <a:pt x="161" y="257"/>
                    <a:pt x="91" y="171"/>
                    <a:pt x="1" y="114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6" y="0"/>
                    <a:pt x="56" y="0"/>
                    <a:pt x="5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0" name="Freeform 20">
              <a:extLst>
                <a:ext uri="{FF2B5EF4-FFF2-40B4-BE49-F238E27FC236}">
                  <a16:creationId xmlns:a16="http://schemas.microsoft.com/office/drawing/2014/main" id="{BCA8A0A1-11F0-4685-BED4-AECC02320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1488" y="2617789"/>
              <a:ext cx="820737" cy="919163"/>
            </a:xfrm>
            <a:custGeom>
              <a:avLst/>
              <a:gdLst>
                <a:gd name="T0" fmla="*/ 55 w 320"/>
                <a:gd name="T1" fmla="*/ 0 h 359"/>
                <a:gd name="T2" fmla="*/ 55 w 320"/>
                <a:gd name="T3" fmla="*/ 0 h 359"/>
                <a:gd name="T4" fmla="*/ 0 w 320"/>
                <a:gd name="T5" fmla="*/ 114 h 359"/>
                <a:gd name="T6" fmla="*/ 196 w 320"/>
                <a:gd name="T7" fmla="*/ 359 h 359"/>
                <a:gd name="T8" fmla="*/ 196 w 320"/>
                <a:gd name="T9" fmla="*/ 359 h 359"/>
                <a:gd name="T10" fmla="*/ 320 w 320"/>
                <a:gd name="T11" fmla="*/ 331 h 359"/>
                <a:gd name="T12" fmla="*/ 55 w 320"/>
                <a:gd name="T13" fmla="*/ 0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0" h="359">
                  <a:moveTo>
                    <a:pt x="55" y="0"/>
                  </a:moveTo>
                  <a:cubicBezTo>
                    <a:pt x="55" y="0"/>
                    <a:pt x="55" y="0"/>
                    <a:pt x="55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90" y="171"/>
                    <a:pt x="160" y="257"/>
                    <a:pt x="196" y="359"/>
                  </a:cubicBezTo>
                  <a:cubicBezTo>
                    <a:pt x="196" y="359"/>
                    <a:pt x="196" y="359"/>
                    <a:pt x="196" y="359"/>
                  </a:cubicBezTo>
                  <a:cubicBezTo>
                    <a:pt x="320" y="331"/>
                    <a:pt x="320" y="331"/>
                    <a:pt x="320" y="331"/>
                  </a:cubicBezTo>
                  <a:cubicBezTo>
                    <a:pt x="274" y="191"/>
                    <a:pt x="179" y="74"/>
                    <a:pt x="55" y="0"/>
                  </a:cubicBezTo>
                </a:path>
              </a:pathLst>
            </a:custGeom>
            <a:solidFill>
              <a:schemeClr val="bg1">
                <a:alpha val="42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1" name="Freeform 21">
              <a:extLst>
                <a:ext uri="{FF2B5EF4-FFF2-40B4-BE49-F238E27FC236}">
                  <a16:creationId xmlns:a16="http://schemas.microsoft.com/office/drawing/2014/main" id="{BDED97FF-75D1-4567-ACD8-75D852392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038" y="2622551"/>
              <a:ext cx="504825" cy="917575"/>
            </a:xfrm>
            <a:custGeom>
              <a:avLst/>
              <a:gdLst>
                <a:gd name="T0" fmla="*/ 141 w 197"/>
                <a:gd name="T1" fmla="*/ 0 h 358"/>
                <a:gd name="T2" fmla="*/ 141 w 197"/>
                <a:gd name="T3" fmla="*/ 0 h 358"/>
                <a:gd name="T4" fmla="*/ 195 w 197"/>
                <a:gd name="T5" fmla="*/ 112 h 358"/>
                <a:gd name="T6" fmla="*/ 0 w 197"/>
                <a:gd name="T7" fmla="*/ 357 h 358"/>
                <a:gd name="T8" fmla="*/ 4 w 197"/>
                <a:gd name="T9" fmla="*/ 358 h 358"/>
                <a:gd name="T10" fmla="*/ 197 w 197"/>
                <a:gd name="T11" fmla="*/ 116 h 358"/>
                <a:gd name="T12" fmla="*/ 195 w 197"/>
                <a:gd name="T13" fmla="*/ 112 h 358"/>
                <a:gd name="T14" fmla="*/ 141 w 197"/>
                <a:gd name="T15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7" h="358">
                  <a:moveTo>
                    <a:pt x="141" y="0"/>
                  </a:moveTo>
                  <a:cubicBezTo>
                    <a:pt x="141" y="0"/>
                    <a:pt x="141" y="0"/>
                    <a:pt x="141" y="0"/>
                  </a:cubicBezTo>
                  <a:cubicBezTo>
                    <a:pt x="195" y="112"/>
                    <a:pt x="195" y="112"/>
                    <a:pt x="195" y="112"/>
                  </a:cubicBezTo>
                  <a:cubicBezTo>
                    <a:pt x="105" y="169"/>
                    <a:pt x="36" y="255"/>
                    <a:pt x="0" y="357"/>
                  </a:cubicBezTo>
                  <a:cubicBezTo>
                    <a:pt x="4" y="358"/>
                    <a:pt x="4" y="358"/>
                    <a:pt x="4" y="358"/>
                  </a:cubicBezTo>
                  <a:cubicBezTo>
                    <a:pt x="40" y="257"/>
                    <a:pt x="109" y="172"/>
                    <a:pt x="197" y="116"/>
                  </a:cubicBezTo>
                  <a:cubicBezTo>
                    <a:pt x="195" y="112"/>
                    <a:pt x="195" y="112"/>
                    <a:pt x="195" y="112"/>
                  </a:cubicBezTo>
                  <a:cubicBezTo>
                    <a:pt x="141" y="0"/>
                    <a:pt x="141" y="0"/>
                    <a:pt x="14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2" name="Freeform 22">
              <a:extLst>
                <a:ext uri="{FF2B5EF4-FFF2-40B4-BE49-F238E27FC236}">
                  <a16:creationId xmlns:a16="http://schemas.microsoft.com/office/drawing/2014/main" id="{B85962A7-0845-429C-95EF-EBAE5A9314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300" y="2622551"/>
              <a:ext cx="812800" cy="914400"/>
            </a:xfrm>
            <a:custGeom>
              <a:avLst/>
              <a:gdLst>
                <a:gd name="T0" fmla="*/ 263 w 317"/>
                <a:gd name="T1" fmla="*/ 0 h 357"/>
                <a:gd name="T2" fmla="*/ 0 w 317"/>
                <a:gd name="T3" fmla="*/ 329 h 357"/>
                <a:gd name="T4" fmla="*/ 122 w 317"/>
                <a:gd name="T5" fmla="*/ 357 h 357"/>
                <a:gd name="T6" fmla="*/ 317 w 317"/>
                <a:gd name="T7" fmla="*/ 112 h 357"/>
                <a:gd name="T8" fmla="*/ 263 w 317"/>
                <a:gd name="T9" fmla="*/ 0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7" h="357">
                  <a:moveTo>
                    <a:pt x="263" y="0"/>
                  </a:moveTo>
                  <a:cubicBezTo>
                    <a:pt x="141" y="74"/>
                    <a:pt x="46" y="191"/>
                    <a:pt x="0" y="329"/>
                  </a:cubicBezTo>
                  <a:cubicBezTo>
                    <a:pt x="122" y="357"/>
                    <a:pt x="122" y="357"/>
                    <a:pt x="122" y="357"/>
                  </a:cubicBezTo>
                  <a:cubicBezTo>
                    <a:pt x="158" y="255"/>
                    <a:pt x="227" y="169"/>
                    <a:pt x="317" y="112"/>
                  </a:cubicBezTo>
                  <a:cubicBezTo>
                    <a:pt x="263" y="0"/>
                    <a:pt x="263" y="0"/>
                    <a:pt x="263" y="0"/>
                  </a:cubicBezTo>
                </a:path>
              </a:pathLst>
            </a:custGeom>
            <a:solidFill>
              <a:schemeClr val="bg1">
                <a:alpha val="42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4" name="Freeform 23">
              <a:extLst>
                <a:ext uri="{FF2B5EF4-FFF2-40B4-BE49-F238E27FC236}">
                  <a16:creationId xmlns:a16="http://schemas.microsoft.com/office/drawing/2014/main" id="{2B336EC0-F83E-49D8-94A3-D8C0294BBA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57863" y="2717801"/>
              <a:ext cx="1947862" cy="1739900"/>
            </a:xfrm>
            <a:custGeom>
              <a:avLst/>
              <a:gdLst>
                <a:gd name="T0" fmla="*/ 760 w 760"/>
                <a:gd name="T1" fmla="*/ 401 h 679"/>
                <a:gd name="T2" fmla="*/ 636 w 760"/>
                <a:gd name="T3" fmla="*/ 429 h 679"/>
                <a:gd name="T4" fmla="*/ 635 w 760"/>
                <a:gd name="T5" fmla="*/ 429 h 679"/>
                <a:gd name="T6" fmla="*/ 638 w 760"/>
                <a:gd name="T7" fmla="*/ 483 h 679"/>
                <a:gd name="T8" fmla="*/ 609 w 760"/>
                <a:gd name="T9" fmla="*/ 647 h 679"/>
                <a:gd name="T10" fmla="*/ 605 w 760"/>
                <a:gd name="T11" fmla="*/ 658 h 679"/>
                <a:gd name="T12" fmla="*/ 601 w 760"/>
                <a:gd name="T13" fmla="*/ 668 h 679"/>
                <a:gd name="T14" fmla="*/ 596 w 760"/>
                <a:gd name="T15" fmla="*/ 679 h 679"/>
                <a:gd name="T16" fmla="*/ 596 w 760"/>
                <a:gd name="T17" fmla="*/ 679 h 679"/>
                <a:gd name="T18" fmla="*/ 596 w 760"/>
                <a:gd name="T19" fmla="*/ 679 h 679"/>
                <a:gd name="T20" fmla="*/ 601 w 760"/>
                <a:gd name="T21" fmla="*/ 668 h 679"/>
                <a:gd name="T22" fmla="*/ 605 w 760"/>
                <a:gd name="T23" fmla="*/ 658 h 679"/>
                <a:gd name="T24" fmla="*/ 609 w 760"/>
                <a:gd name="T25" fmla="*/ 647 h 679"/>
                <a:gd name="T26" fmla="*/ 639 w 760"/>
                <a:gd name="T27" fmla="*/ 481 h 679"/>
                <a:gd name="T28" fmla="*/ 636 w 760"/>
                <a:gd name="T29" fmla="*/ 429 h 679"/>
                <a:gd name="T30" fmla="*/ 760 w 760"/>
                <a:gd name="T31" fmla="*/ 401 h 679"/>
                <a:gd name="T32" fmla="*/ 760 w 760"/>
                <a:gd name="T33" fmla="*/ 401 h 679"/>
                <a:gd name="T34" fmla="*/ 157 w 760"/>
                <a:gd name="T35" fmla="*/ 0 h 679"/>
                <a:gd name="T36" fmla="*/ 0 w 760"/>
                <a:gd name="T37" fmla="*/ 26 h 679"/>
                <a:gd name="T38" fmla="*/ 2 w 760"/>
                <a:gd name="T39" fmla="*/ 30 h 679"/>
                <a:gd name="T40" fmla="*/ 159 w 760"/>
                <a:gd name="T41" fmla="*/ 4 h 679"/>
                <a:gd name="T42" fmla="*/ 313 w 760"/>
                <a:gd name="T43" fmla="*/ 29 h 679"/>
                <a:gd name="T44" fmla="*/ 314 w 760"/>
                <a:gd name="T45" fmla="*/ 26 h 679"/>
                <a:gd name="T46" fmla="*/ 157 w 760"/>
                <a:gd name="T47" fmla="*/ 0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60" h="679">
                  <a:moveTo>
                    <a:pt x="760" y="401"/>
                  </a:moveTo>
                  <a:cubicBezTo>
                    <a:pt x="636" y="429"/>
                    <a:pt x="636" y="429"/>
                    <a:pt x="636" y="429"/>
                  </a:cubicBezTo>
                  <a:cubicBezTo>
                    <a:pt x="635" y="429"/>
                    <a:pt x="635" y="429"/>
                    <a:pt x="635" y="429"/>
                  </a:cubicBezTo>
                  <a:cubicBezTo>
                    <a:pt x="637" y="447"/>
                    <a:pt x="638" y="465"/>
                    <a:pt x="638" y="483"/>
                  </a:cubicBezTo>
                  <a:cubicBezTo>
                    <a:pt x="638" y="540"/>
                    <a:pt x="628" y="596"/>
                    <a:pt x="609" y="647"/>
                  </a:cubicBezTo>
                  <a:cubicBezTo>
                    <a:pt x="608" y="651"/>
                    <a:pt x="607" y="654"/>
                    <a:pt x="605" y="658"/>
                  </a:cubicBezTo>
                  <a:cubicBezTo>
                    <a:pt x="604" y="661"/>
                    <a:pt x="602" y="665"/>
                    <a:pt x="601" y="668"/>
                  </a:cubicBezTo>
                  <a:cubicBezTo>
                    <a:pt x="599" y="672"/>
                    <a:pt x="598" y="676"/>
                    <a:pt x="596" y="679"/>
                  </a:cubicBezTo>
                  <a:cubicBezTo>
                    <a:pt x="596" y="679"/>
                    <a:pt x="596" y="679"/>
                    <a:pt x="596" y="679"/>
                  </a:cubicBezTo>
                  <a:cubicBezTo>
                    <a:pt x="596" y="679"/>
                    <a:pt x="596" y="679"/>
                    <a:pt x="596" y="679"/>
                  </a:cubicBezTo>
                  <a:cubicBezTo>
                    <a:pt x="598" y="676"/>
                    <a:pt x="599" y="672"/>
                    <a:pt x="601" y="668"/>
                  </a:cubicBezTo>
                  <a:cubicBezTo>
                    <a:pt x="602" y="665"/>
                    <a:pt x="604" y="661"/>
                    <a:pt x="605" y="658"/>
                  </a:cubicBezTo>
                  <a:cubicBezTo>
                    <a:pt x="607" y="654"/>
                    <a:pt x="608" y="651"/>
                    <a:pt x="609" y="647"/>
                  </a:cubicBezTo>
                  <a:cubicBezTo>
                    <a:pt x="628" y="595"/>
                    <a:pt x="639" y="539"/>
                    <a:pt x="639" y="481"/>
                  </a:cubicBezTo>
                  <a:cubicBezTo>
                    <a:pt x="639" y="464"/>
                    <a:pt x="638" y="446"/>
                    <a:pt x="636" y="429"/>
                  </a:cubicBezTo>
                  <a:cubicBezTo>
                    <a:pt x="760" y="401"/>
                    <a:pt x="760" y="401"/>
                    <a:pt x="760" y="401"/>
                  </a:cubicBezTo>
                  <a:cubicBezTo>
                    <a:pt x="760" y="401"/>
                    <a:pt x="760" y="401"/>
                    <a:pt x="760" y="401"/>
                  </a:cubicBezTo>
                  <a:moveTo>
                    <a:pt x="157" y="0"/>
                  </a:moveTo>
                  <a:cubicBezTo>
                    <a:pt x="102" y="0"/>
                    <a:pt x="49" y="9"/>
                    <a:pt x="0" y="26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51" y="13"/>
                    <a:pt x="104" y="4"/>
                    <a:pt x="159" y="4"/>
                  </a:cubicBezTo>
                  <a:cubicBezTo>
                    <a:pt x="213" y="4"/>
                    <a:pt x="265" y="12"/>
                    <a:pt x="313" y="29"/>
                  </a:cubicBezTo>
                  <a:cubicBezTo>
                    <a:pt x="314" y="26"/>
                    <a:pt x="314" y="26"/>
                    <a:pt x="314" y="26"/>
                  </a:cubicBezTo>
                  <a:cubicBezTo>
                    <a:pt x="265" y="9"/>
                    <a:pt x="212" y="0"/>
                    <a:pt x="1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5" name="Freeform 24">
              <a:extLst>
                <a:ext uri="{FF2B5EF4-FFF2-40B4-BE49-F238E27FC236}">
                  <a16:creationId xmlns:a16="http://schemas.microsoft.com/office/drawing/2014/main" id="{3CC9A338-8ACA-4327-B2D1-A334FB162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8838" y="3744914"/>
              <a:ext cx="512762" cy="1062038"/>
            </a:xfrm>
            <a:custGeom>
              <a:avLst/>
              <a:gdLst>
                <a:gd name="T0" fmla="*/ 194 w 200"/>
                <a:gd name="T1" fmla="*/ 0 h 414"/>
                <a:gd name="T2" fmla="*/ 194 w 200"/>
                <a:gd name="T3" fmla="*/ 0 h 414"/>
                <a:gd name="T4" fmla="*/ 70 w 200"/>
                <a:gd name="T5" fmla="*/ 28 h 414"/>
                <a:gd name="T6" fmla="*/ 73 w 200"/>
                <a:gd name="T7" fmla="*/ 80 h 414"/>
                <a:gd name="T8" fmla="*/ 43 w 200"/>
                <a:gd name="T9" fmla="*/ 246 h 414"/>
                <a:gd name="T10" fmla="*/ 39 w 200"/>
                <a:gd name="T11" fmla="*/ 257 h 414"/>
                <a:gd name="T12" fmla="*/ 35 w 200"/>
                <a:gd name="T13" fmla="*/ 267 h 414"/>
                <a:gd name="T14" fmla="*/ 30 w 200"/>
                <a:gd name="T15" fmla="*/ 278 h 414"/>
                <a:gd name="T16" fmla="*/ 30 w 200"/>
                <a:gd name="T17" fmla="*/ 278 h 414"/>
                <a:gd name="T18" fmla="*/ 0 w 200"/>
                <a:gd name="T19" fmla="*/ 334 h 414"/>
                <a:gd name="T20" fmla="*/ 101 w 200"/>
                <a:gd name="T21" fmla="*/ 414 h 414"/>
                <a:gd name="T22" fmla="*/ 200 w 200"/>
                <a:gd name="T23" fmla="*/ 82 h 414"/>
                <a:gd name="T24" fmla="*/ 194 w 200"/>
                <a:gd name="T25" fmla="*/ 0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0" h="414">
                  <a:moveTo>
                    <a:pt x="194" y="0"/>
                  </a:moveTo>
                  <a:cubicBezTo>
                    <a:pt x="194" y="0"/>
                    <a:pt x="194" y="0"/>
                    <a:pt x="194" y="0"/>
                  </a:cubicBezTo>
                  <a:cubicBezTo>
                    <a:pt x="70" y="28"/>
                    <a:pt x="70" y="28"/>
                    <a:pt x="70" y="28"/>
                  </a:cubicBezTo>
                  <a:cubicBezTo>
                    <a:pt x="72" y="45"/>
                    <a:pt x="73" y="63"/>
                    <a:pt x="73" y="80"/>
                  </a:cubicBezTo>
                  <a:cubicBezTo>
                    <a:pt x="73" y="138"/>
                    <a:pt x="62" y="194"/>
                    <a:pt x="43" y="246"/>
                  </a:cubicBezTo>
                  <a:cubicBezTo>
                    <a:pt x="42" y="250"/>
                    <a:pt x="41" y="253"/>
                    <a:pt x="39" y="257"/>
                  </a:cubicBezTo>
                  <a:cubicBezTo>
                    <a:pt x="38" y="260"/>
                    <a:pt x="36" y="264"/>
                    <a:pt x="35" y="267"/>
                  </a:cubicBezTo>
                  <a:cubicBezTo>
                    <a:pt x="33" y="271"/>
                    <a:pt x="32" y="275"/>
                    <a:pt x="30" y="278"/>
                  </a:cubicBezTo>
                  <a:cubicBezTo>
                    <a:pt x="30" y="278"/>
                    <a:pt x="30" y="278"/>
                    <a:pt x="30" y="278"/>
                  </a:cubicBezTo>
                  <a:cubicBezTo>
                    <a:pt x="21" y="298"/>
                    <a:pt x="11" y="316"/>
                    <a:pt x="0" y="334"/>
                  </a:cubicBezTo>
                  <a:cubicBezTo>
                    <a:pt x="101" y="414"/>
                    <a:pt x="101" y="414"/>
                    <a:pt x="101" y="414"/>
                  </a:cubicBezTo>
                  <a:cubicBezTo>
                    <a:pt x="163" y="319"/>
                    <a:pt x="200" y="205"/>
                    <a:pt x="200" y="82"/>
                  </a:cubicBezTo>
                  <a:cubicBezTo>
                    <a:pt x="200" y="54"/>
                    <a:pt x="198" y="27"/>
                    <a:pt x="194" y="0"/>
                  </a:cubicBezTo>
                </a:path>
              </a:pathLst>
            </a:custGeom>
            <a:solidFill>
              <a:schemeClr val="bg1">
                <a:alpha val="42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6" name="Freeform 25">
              <a:extLst>
                <a:ext uri="{FF2B5EF4-FFF2-40B4-BE49-F238E27FC236}">
                  <a16:creationId xmlns:a16="http://schemas.microsoft.com/office/drawing/2014/main" id="{5FFD2AA5-40DD-4A8B-8B1E-56526A59D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1213" y="3748089"/>
              <a:ext cx="498475" cy="854075"/>
            </a:xfrm>
            <a:custGeom>
              <a:avLst/>
              <a:gdLst>
                <a:gd name="T0" fmla="*/ 0 w 194"/>
                <a:gd name="T1" fmla="*/ 0 h 333"/>
                <a:gd name="T2" fmla="*/ 0 w 194"/>
                <a:gd name="T3" fmla="*/ 0 h 333"/>
                <a:gd name="T4" fmla="*/ 122 w 194"/>
                <a:gd name="T5" fmla="*/ 27 h 333"/>
                <a:gd name="T6" fmla="*/ 119 w 194"/>
                <a:gd name="T7" fmla="*/ 79 h 333"/>
                <a:gd name="T8" fmla="*/ 192 w 194"/>
                <a:gd name="T9" fmla="*/ 333 h 333"/>
                <a:gd name="T10" fmla="*/ 192 w 194"/>
                <a:gd name="T11" fmla="*/ 333 h 333"/>
                <a:gd name="T12" fmla="*/ 194 w 194"/>
                <a:gd name="T13" fmla="*/ 332 h 333"/>
                <a:gd name="T14" fmla="*/ 123 w 194"/>
                <a:gd name="T15" fmla="*/ 81 h 333"/>
                <a:gd name="T16" fmla="*/ 126 w 194"/>
                <a:gd name="T17" fmla="*/ 28 h 333"/>
                <a:gd name="T18" fmla="*/ 122 w 194"/>
                <a:gd name="T19" fmla="*/ 27 h 333"/>
                <a:gd name="T20" fmla="*/ 0 w 194"/>
                <a:gd name="T21" fmla="*/ 0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33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0" y="44"/>
                    <a:pt x="119" y="62"/>
                    <a:pt x="119" y="79"/>
                  </a:cubicBezTo>
                  <a:cubicBezTo>
                    <a:pt x="119" y="172"/>
                    <a:pt x="146" y="259"/>
                    <a:pt x="192" y="333"/>
                  </a:cubicBezTo>
                  <a:cubicBezTo>
                    <a:pt x="192" y="333"/>
                    <a:pt x="192" y="333"/>
                    <a:pt x="192" y="333"/>
                  </a:cubicBezTo>
                  <a:cubicBezTo>
                    <a:pt x="194" y="332"/>
                    <a:pt x="194" y="332"/>
                    <a:pt x="194" y="332"/>
                  </a:cubicBezTo>
                  <a:cubicBezTo>
                    <a:pt x="149" y="259"/>
                    <a:pt x="123" y="173"/>
                    <a:pt x="123" y="81"/>
                  </a:cubicBezTo>
                  <a:cubicBezTo>
                    <a:pt x="123" y="63"/>
                    <a:pt x="124" y="45"/>
                    <a:pt x="126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7" name="Freeform 26">
              <a:extLst>
                <a:ext uri="{FF2B5EF4-FFF2-40B4-BE49-F238E27FC236}">
                  <a16:creationId xmlns:a16="http://schemas.microsoft.com/office/drawing/2014/main" id="{ED6FB259-C80C-4BEC-9322-A33CB0C14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8513" y="3748089"/>
              <a:ext cx="504825" cy="1055688"/>
            </a:xfrm>
            <a:custGeom>
              <a:avLst/>
              <a:gdLst>
                <a:gd name="T0" fmla="*/ 5 w 197"/>
                <a:gd name="T1" fmla="*/ 0 h 412"/>
                <a:gd name="T2" fmla="*/ 0 w 197"/>
                <a:gd name="T3" fmla="*/ 81 h 412"/>
                <a:gd name="T4" fmla="*/ 98 w 197"/>
                <a:gd name="T5" fmla="*/ 412 h 412"/>
                <a:gd name="T6" fmla="*/ 197 w 197"/>
                <a:gd name="T7" fmla="*/ 333 h 412"/>
                <a:gd name="T8" fmla="*/ 124 w 197"/>
                <a:gd name="T9" fmla="*/ 79 h 412"/>
                <a:gd name="T10" fmla="*/ 127 w 197"/>
                <a:gd name="T11" fmla="*/ 27 h 412"/>
                <a:gd name="T12" fmla="*/ 5 w 197"/>
                <a:gd name="T13" fmla="*/ 0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7" h="412">
                  <a:moveTo>
                    <a:pt x="5" y="0"/>
                  </a:moveTo>
                  <a:cubicBezTo>
                    <a:pt x="2" y="26"/>
                    <a:pt x="0" y="53"/>
                    <a:pt x="0" y="81"/>
                  </a:cubicBezTo>
                  <a:cubicBezTo>
                    <a:pt x="0" y="203"/>
                    <a:pt x="36" y="317"/>
                    <a:pt x="98" y="412"/>
                  </a:cubicBezTo>
                  <a:cubicBezTo>
                    <a:pt x="197" y="333"/>
                    <a:pt x="197" y="333"/>
                    <a:pt x="197" y="333"/>
                  </a:cubicBezTo>
                  <a:cubicBezTo>
                    <a:pt x="151" y="259"/>
                    <a:pt x="124" y="172"/>
                    <a:pt x="124" y="79"/>
                  </a:cubicBezTo>
                  <a:cubicBezTo>
                    <a:pt x="124" y="62"/>
                    <a:pt x="125" y="44"/>
                    <a:pt x="127" y="27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chemeClr val="bg1">
                <a:alpha val="42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8" name="Freeform 27">
              <a:extLst>
                <a:ext uri="{FF2B5EF4-FFF2-40B4-BE49-F238E27FC236}">
                  <a16:creationId xmlns:a16="http://schemas.microsoft.com/office/drawing/2014/main" id="{662F6B39-B01E-405B-8FB5-72F9359C3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0313" y="4824414"/>
              <a:ext cx="976312" cy="679450"/>
            </a:xfrm>
            <a:custGeom>
              <a:avLst/>
              <a:gdLst>
                <a:gd name="T0" fmla="*/ 100 w 381"/>
                <a:gd name="T1" fmla="*/ 0 h 265"/>
                <a:gd name="T2" fmla="*/ 98 w 381"/>
                <a:gd name="T3" fmla="*/ 1 h 265"/>
                <a:gd name="T4" fmla="*/ 0 w 381"/>
                <a:gd name="T5" fmla="*/ 80 h 265"/>
                <a:gd name="T6" fmla="*/ 0 w 381"/>
                <a:gd name="T7" fmla="*/ 80 h 265"/>
                <a:gd name="T8" fmla="*/ 98 w 381"/>
                <a:gd name="T9" fmla="*/ 1 h 265"/>
                <a:gd name="T10" fmla="*/ 381 w 381"/>
                <a:gd name="T11" fmla="*/ 137 h 265"/>
                <a:gd name="T12" fmla="*/ 381 w 381"/>
                <a:gd name="T13" fmla="*/ 265 h 265"/>
                <a:gd name="T14" fmla="*/ 381 w 381"/>
                <a:gd name="T15" fmla="*/ 265 h 265"/>
                <a:gd name="T16" fmla="*/ 381 w 381"/>
                <a:gd name="T17" fmla="*/ 136 h 265"/>
                <a:gd name="T18" fmla="*/ 100 w 381"/>
                <a:gd name="T19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1" h="265">
                  <a:moveTo>
                    <a:pt x="100" y="0"/>
                  </a:moveTo>
                  <a:cubicBezTo>
                    <a:pt x="98" y="1"/>
                    <a:pt x="98" y="1"/>
                    <a:pt x="98" y="1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98" y="1"/>
                    <a:pt x="98" y="1"/>
                    <a:pt x="98" y="1"/>
                  </a:cubicBezTo>
                  <a:cubicBezTo>
                    <a:pt x="173" y="75"/>
                    <a:pt x="271" y="124"/>
                    <a:pt x="381" y="137"/>
                  </a:cubicBezTo>
                  <a:cubicBezTo>
                    <a:pt x="381" y="265"/>
                    <a:pt x="381" y="265"/>
                    <a:pt x="381" y="265"/>
                  </a:cubicBezTo>
                  <a:cubicBezTo>
                    <a:pt x="381" y="265"/>
                    <a:pt x="381" y="265"/>
                    <a:pt x="381" y="265"/>
                  </a:cubicBezTo>
                  <a:cubicBezTo>
                    <a:pt x="381" y="136"/>
                    <a:pt x="381" y="136"/>
                    <a:pt x="381" y="136"/>
                  </a:cubicBezTo>
                  <a:cubicBezTo>
                    <a:pt x="272" y="123"/>
                    <a:pt x="174" y="73"/>
                    <a:pt x="10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9" name="Freeform 28">
              <a:extLst>
                <a:ext uri="{FF2B5EF4-FFF2-40B4-BE49-F238E27FC236}">
                  <a16:creationId xmlns:a16="http://schemas.microsoft.com/office/drawing/2014/main" id="{58E9D91B-21B1-4619-A515-F83858DB9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0313" y="4827589"/>
              <a:ext cx="976312" cy="676275"/>
            </a:xfrm>
            <a:custGeom>
              <a:avLst/>
              <a:gdLst>
                <a:gd name="T0" fmla="*/ 98 w 381"/>
                <a:gd name="T1" fmla="*/ 0 h 264"/>
                <a:gd name="T2" fmla="*/ 0 w 381"/>
                <a:gd name="T3" fmla="*/ 79 h 264"/>
                <a:gd name="T4" fmla="*/ 381 w 381"/>
                <a:gd name="T5" fmla="*/ 264 h 264"/>
                <a:gd name="T6" fmla="*/ 381 w 381"/>
                <a:gd name="T7" fmla="*/ 136 h 264"/>
                <a:gd name="T8" fmla="*/ 98 w 381"/>
                <a:gd name="T9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1" h="264">
                  <a:moveTo>
                    <a:pt x="98" y="0"/>
                  </a:moveTo>
                  <a:cubicBezTo>
                    <a:pt x="0" y="79"/>
                    <a:pt x="0" y="79"/>
                    <a:pt x="0" y="79"/>
                  </a:cubicBezTo>
                  <a:cubicBezTo>
                    <a:pt x="98" y="181"/>
                    <a:pt x="232" y="250"/>
                    <a:pt x="381" y="264"/>
                  </a:cubicBezTo>
                  <a:cubicBezTo>
                    <a:pt x="381" y="136"/>
                    <a:pt x="381" y="136"/>
                    <a:pt x="381" y="136"/>
                  </a:cubicBezTo>
                  <a:cubicBezTo>
                    <a:pt x="271" y="123"/>
                    <a:pt x="173" y="74"/>
                    <a:pt x="98" y="0"/>
                  </a:cubicBezTo>
                </a:path>
              </a:pathLst>
            </a:custGeom>
            <a:solidFill>
              <a:schemeClr val="bg1">
                <a:alpha val="42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0" name="Freeform 29">
              <a:extLst>
                <a:ext uri="{FF2B5EF4-FFF2-40B4-BE49-F238E27FC236}">
                  <a16:creationId xmlns:a16="http://schemas.microsoft.com/office/drawing/2014/main" id="{F34659CB-E351-49DC-809C-A7287F9F0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963" y="5029201"/>
              <a:ext cx="454025" cy="146050"/>
            </a:xfrm>
            <a:custGeom>
              <a:avLst/>
              <a:gdLst>
                <a:gd name="T0" fmla="*/ 177 w 177"/>
                <a:gd name="T1" fmla="*/ 0 h 57"/>
                <a:gd name="T2" fmla="*/ 177 w 177"/>
                <a:gd name="T3" fmla="*/ 0 h 57"/>
                <a:gd name="T4" fmla="*/ 170 w 177"/>
                <a:gd name="T5" fmla="*/ 4 h 57"/>
                <a:gd name="T6" fmla="*/ 161 w 177"/>
                <a:gd name="T7" fmla="*/ 9 h 57"/>
                <a:gd name="T8" fmla="*/ 152 w 177"/>
                <a:gd name="T9" fmla="*/ 13 h 57"/>
                <a:gd name="T10" fmla="*/ 142 w 177"/>
                <a:gd name="T11" fmla="*/ 18 h 57"/>
                <a:gd name="T12" fmla="*/ 132 w 177"/>
                <a:gd name="T13" fmla="*/ 23 h 57"/>
                <a:gd name="T14" fmla="*/ 121 w 177"/>
                <a:gd name="T15" fmla="*/ 27 h 57"/>
                <a:gd name="T16" fmla="*/ 0 w 177"/>
                <a:gd name="T17" fmla="*/ 57 h 57"/>
                <a:gd name="T18" fmla="*/ 0 w 177"/>
                <a:gd name="T19" fmla="*/ 57 h 57"/>
                <a:gd name="T20" fmla="*/ 121 w 177"/>
                <a:gd name="T21" fmla="*/ 27 h 57"/>
                <a:gd name="T22" fmla="*/ 132 w 177"/>
                <a:gd name="T23" fmla="*/ 23 h 57"/>
                <a:gd name="T24" fmla="*/ 142 w 177"/>
                <a:gd name="T25" fmla="*/ 18 h 57"/>
                <a:gd name="T26" fmla="*/ 152 w 177"/>
                <a:gd name="T27" fmla="*/ 13 h 57"/>
                <a:gd name="T28" fmla="*/ 161 w 177"/>
                <a:gd name="T29" fmla="*/ 9 h 57"/>
                <a:gd name="T30" fmla="*/ 170 w 177"/>
                <a:gd name="T31" fmla="*/ 4 h 57"/>
                <a:gd name="T32" fmla="*/ 177 w 177"/>
                <a:gd name="T33" fmla="*/ 0 h 57"/>
                <a:gd name="T34" fmla="*/ 177 w 177"/>
                <a:gd name="T35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7" h="57">
                  <a:moveTo>
                    <a:pt x="177" y="0"/>
                  </a:moveTo>
                  <a:cubicBezTo>
                    <a:pt x="177" y="0"/>
                    <a:pt x="177" y="0"/>
                    <a:pt x="177" y="0"/>
                  </a:cubicBezTo>
                  <a:cubicBezTo>
                    <a:pt x="175" y="2"/>
                    <a:pt x="172" y="3"/>
                    <a:pt x="170" y="4"/>
                  </a:cubicBezTo>
                  <a:cubicBezTo>
                    <a:pt x="167" y="6"/>
                    <a:pt x="164" y="7"/>
                    <a:pt x="161" y="9"/>
                  </a:cubicBezTo>
                  <a:cubicBezTo>
                    <a:pt x="158" y="10"/>
                    <a:pt x="155" y="12"/>
                    <a:pt x="152" y="13"/>
                  </a:cubicBezTo>
                  <a:cubicBezTo>
                    <a:pt x="149" y="15"/>
                    <a:pt x="146" y="16"/>
                    <a:pt x="142" y="18"/>
                  </a:cubicBezTo>
                  <a:cubicBezTo>
                    <a:pt x="139" y="19"/>
                    <a:pt x="135" y="21"/>
                    <a:pt x="132" y="23"/>
                  </a:cubicBezTo>
                  <a:cubicBezTo>
                    <a:pt x="128" y="24"/>
                    <a:pt x="124" y="26"/>
                    <a:pt x="121" y="27"/>
                  </a:cubicBezTo>
                  <a:cubicBezTo>
                    <a:pt x="83" y="42"/>
                    <a:pt x="42" y="52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42" y="52"/>
                    <a:pt x="83" y="42"/>
                    <a:pt x="121" y="27"/>
                  </a:cubicBezTo>
                  <a:cubicBezTo>
                    <a:pt x="124" y="26"/>
                    <a:pt x="128" y="24"/>
                    <a:pt x="132" y="23"/>
                  </a:cubicBezTo>
                  <a:cubicBezTo>
                    <a:pt x="135" y="21"/>
                    <a:pt x="139" y="19"/>
                    <a:pt x="142" y="18"/>
                  </a:cubicBezTo>
                  <a:cubicBezTo>
                    <a:pt x="146" y="16"/>
                    <a:pt x="149" y="15"/>
                    <a:pt x="152" y="13"/>
                  </a:cubicBezTo>
                  <a:cubicBezTo>
                    <a:pt x="155" y="12"/>
                    <a:pt x="158" y="10"/>
                    <a:pt x="161" y="9"/>
                  </a:cubicBezTo>
                  <a:cubicBezTo>
                    <a:pt x="164" y="7"/>
                    <a:pt x="167" y="6"/>
                    <a:pt x="170" y="4"/>
                  </a:cubicBezTo>
                  <a:cubicBezTo>
                    <a:pt x="172" y="3"/>
                    <a:pt x="175" y="2"/>
                    <a:pt x="177" y="0"/>
                  </a:cubicBezTo>
                  <a:cubicBezTo>
                    <a:pt x="177" y="0"/>
                    <a:pt x="177" y="0"/>
                    <a:pt x="17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1" name="Freeform 30">
              <a:extLst>
                <a:ext uri="{FF2B5EF4-FFF2-40B4-BE49-F238E27FC236}">
                  <a16:creationId xmlns:a16="http://schemas.microsoft.com/office/drawing/2014/main" id="{C8F78207-EB8C-42F3-82ED-A3C8F9BA9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963" y="4827589"/>
              <a:ext cx="984250" cy="676275"/>
            </a:xfrm>
            <a:custGeom>
              <a:avLst/>
              <a:gdLst>
                <a:gd name="T0" fmla="*/ 283 w 384"/>
                <a:gd name="T1" fmla="*/ 0 h 264"/>
                <a:gd name="T2" fmla="*/ 177 w 384"/>
                <a:gd name="T3" fmla="*/ 79 h 264"/>
                <a:gd name="T4" fmla="*/ 177 w 384"/>
                <a:gd name="T5" fmla="*/ 79 h 264"/>
                <a:gd name="T6" fmla="*/ 170 w 384"/>
                <a:gd name="T7" fmla="*/ 83 h 264"/>
                <a:gd name="T8" fmla="*/ 161 w 384"/>
                <a:gd name="T9" fmla="*/ 88 h 264"/>
                <a:gd name="T10" fmla="*/ 152 w 384"/>
                <a:gd name="T11" fmla="*/ 92 h 264"/>
                <a:gd name="T12" fmla="*/ 142 w 384"/>
                <a:gd name="T13" fmla="*/ 97 h 264"/>
                <a:gd name="T14" fmla="*/ 132 w 384"/>
                <a:gd name="T15" fmla="*/ 102 h 264"/>
                <a:gd name="T16" fmla="*/ 121 w 384"/>
                <a:gd name="T17" fmla="*/ 106 h 264"/>
                <a:gd name="T18" fmla="*/ 0 w 384"/>
                <a:gd name="T19" fmla="*/ 136 h 264"/>
                <a:gd name="T20" fmla="*/ 0 w 384"/>
                <a:gd name="T21" fmla="*/ 264 h 264"/>
                <a:gd name="T22" fmla="*/ 384 w 384"/>
                <a:gd name="T23" fmla="*/ 80 h 264"/>
                <a:gd name="T24" fmla="*/ 283 w 384"/>
                <a:gd name="T25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4" h="264">
                  <a:moveTo>
                    <a:pt x="283" y="0"/>
                  </a:moveTo>
                  <a:cubicBezTo>
                    <a:pt x="252" y="31"/>
                    <a:pt x="216" y="58"/>
                    <a:pt x="177" y="79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5" y="81"/>
                    <a:pt x="172" y="82"/>
                    <a:pt x="170" y="83"/>
                  </a:cubicBezTo>
                  <a:cubicBezTo>
                    <a:pt x="167" y="85"/>
                    <a:pt x="164" y="86"/>
                    <a:pt x="161" y="88"/>
                  </a:cubicBezTo>
                  <a:cubicBezTo>
                    <a:pt x="158" y="89"/>
                    <a:pt x="155" y="91"/>
                    <a:pt x="152" y="92"/>
                  </a:cubicBezTo>
                  <a:cubicBezTo>
                    <a:pt x="149" y="94"/>
                    <a:pt x="146" y="95"/>
                    <a:pt x="142" y="97"/>
                  </a:cubicBezTo>
                  <a:cubicBezTo>
                    <a:pt x="139" y="98"/>
                    <a:pt x="135" y="100"/>
                    <a:pt x="132" y="102"/>
                  </a:cubicBezTo>
                  <a:cubicBezTo>
                    <a:pt x="128" y="103"/>
                    <a:pt x="124" y="105"/>
                    <a:pt x="121" y="106"/>
                  </a:cubicBezTo>
                  <a:cubicBezTo>
                    <a:pt x="83" y="121"/>
                    <a:pt x="42" y="131"/>
                    <a:pt x="0" y="136"/>
                  </a:cubicBezTo>
                  <a:cubicBezTo>
                    <a:pt x="0" y="264"/>
                    <a:pt x="0" y="264"/>
                    <a:pt x="0" y="264"/>
                  </a:cubicBezTo>
                  <a:cubicBezTo>
                    <a:pt x="151" y="251"/>
                    <a:pt x="285" y="183"/>
                    <a:pt x="384" y="80"/>
                  </a:cubicBezTo>
                  <a:cubicBezTo>
                    <a:pt x="283" y="0"/>
                    <a:pt x="283" y="0"/>
                    <a:pt x="283" y="0"/>
                  </a:cubicBezTo>
                </a:path>
              </a:pathLst>
            </a:custGeom>
            <a:solidFill>
              <a:schemeClr val="bg1">
                <a:alpha val="42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3" name="Freeform 31">
              <a:extLst>
                <a:ext uri="{FF2B5EF4-FFF2-40B4-BE49-F238E27FC236}">
                  <a16:creationId xmlns:a16="http://schemas.microsoft.com/office/drawing/2014/main" id="{CDA09AFA-CEC0-4583-A141-9A26F2ABF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9750" y="2400301"/>
              <a:ext cx="1084262" cy="384175"/>
            </a:xfrm>
            <a:custGeom>
              <a:avLst/>
              <a:gdLst>
                <a:gd name="T0" fmla="*/ 213 w 423"/>
                <a:gd name="T1" fmla="*/ 0 h 150"/>
                <a:gd name="T2" fmla="*/ 0 w 423"/>
                <a:gd name="T3" fmla="*/ 38 h 150"/>
                <a:gd name="T4" fmla="*/ 54 w 423"/>
                <a:gd name="T5" fmla="*/ 150 h 150"/>
                <a:gd name="T6" fmla="*/ 211 w 423"/>
                <a:gd name="T7" fmla="*/ 124 h 150"/>
                <a:gd name="T8" fmla="*/ 368 w 423"/>
                <a:gd name="T9" fmla="*/ 150 h 150"/>
                <a:gd name="T10" fmla="*/ 368 w 423"/>
                <a:gd name="T11" fmla="*/ 150 h 150"/>
                <a:gd name="T12" fmla="*/ 423 w 423"/>
                <a:gd name="T13" fmla="*/ 37 h 150"/>
                <a:gd name="T14" fmla="*/ 213 w 423"/>
                <a:gd name="T15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3" h="150">
                  <a:moveTo>
                    <a:pt x="213" y="0"/>
                  </a:moveTo>
                  <a:cubicBezTo>
                    <a:pt x="138" y="0"/>
                    <a:pt x="66" y="13"/>
                    <a:pt x="0" y="38"/>
                  </a:cubicBezTo>
                  <a:cubicBezTo>
                    <a:pt x="54" y="150"/>
                    <a:pt x="54" y="150"/>
                    <a:pt x="54" y="150"/>
                  </a:cubicBezTo>
                  <a:cubicBezTo>
                    <a:pt x="103" y="133"/>
                    <a:pt x="156" y="124"/>
                    <a:pt x="211" y="124"/>
                  </a:cubicBezTo>
                  <a:cubicBezTo>
                    <a:pt x="266" y="124"/>
                    <a:pt x="319" y="133"/>
                    <a:pt x="368" y="150"/>
                  </a:cubicBezTo>
                  <a:cubicBezTo>
                    <a:pt x="368" y="150"/>
                    <a:pt x="368" y="150"/>
                    <a:pt x="368" y="150"/>
                  </a:cubicBezTo>
                  <a:cubicBezTo>
                    <a:pt x="423" y="37"/>
                    <a:pt x="423" y="37"/>
                    <a:pt x="423" y="37"/>
                  </a:cubicBezTo>
                  <a:cubicBezTo>
                    <a:pt x="357" y="13"/>
                    <a:pt x="287" y="0"/>
                    <a:pt x="213" y="0"/>
                  </a:cubicBezTo>
                </a:path>
              </a:pathLst>
            </a:custGeom>
            <a:solidFill>
              <a:schemeClr val="bg1">
                <a:alpha val="42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E4649FED-9035-4817-86E9-B10EC99B49E8}"/>
                </a:ext>
              </a:extLst>
            </p:cNvPr>
            <p:cNvSpPr/>
            <p:nvPr/>
          </p:nvSpPr>
          <p:spPr>
            <a:xfrm>
              <a:off x="5169476" y="2945030"/>
              <a:ext cx="1978522" cy="197852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5" name="Title 1">
              <a:extLst>
                <a:ext uri="{FF2B5EF4-FFF2-40B4-BE49-F238E27FC236}">
                  <a16:creationId xmlns:a16="http://schemas.microsoft.com/office/drawing/2014/main" id="{FE9009B8-B913-4417-B23A-70F6F049647F}"/>
                </a:ext>
              </a:extLst>
            </p:cNvPr>
            <p:cNvSpPr txBox="1">
              <a:spLocks/>
            </p:cNvSpPr>
            <p:nvPr/>
          </p:nvSpPr>
          <p:spPr>
            <a:xfrm>
              <a:off x="5276434" y="3647684"/>
              <a:ext cx="1764606" cy="573214"/>
            </a:xfrm>
            <a:prstGeom prst="rect">
              <a:avLst/>
            </a:prstGeom>
          </p:spPr>
          <p:txBody>
            <a:bodyPr vert="horz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1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j-ea"/>
                  <a:cs typeface="Arial" panose="020B0604020202020204" pitchFamily="34" charset="0"/>
                </a:rPr>
                <a:t>CIRCULAR INFOGRAPHICS PACK</a:t>
              </a: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B2134D01-843A-40B8-A9D2-E1286D8E9B1A}"/>
                </a:ext>
              </a:extLst>
            </p:cNvPr>
            <p:cNvSpPr/>
            <p:nvPr/>
          </p:nvSpPr>
          <p:spPr>
            <a:xfrm>
              <a:off x="4272730" y="2419116"/>
              <a:ext cx="413570" cy="413570"/>
            </a:xfrm>
            <a:prstGeom prst="ellips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BFA758BD-BA09-4C86-9464-BB4FFC10DF64}"/>
                </a:ext>
              </a:extLst>
            </p:cNvPr>
            <p:cNvSpPr/>
            <p:nvPr/>
          </p:nvSpPr>
          <p:spPr>
            <a:xfrm>
              <a:off x="5954516" y="1609236"/>
              <a:ext cx="413570" cy="41357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5FFD1EB7-4914-487E-9800-82703CD351BE}"/>
                </a:ext>
              </a:extLst>
            </p:cNvPr>
            <p:cNvSpPr/>
            <p:nvPr/>
          </p:nvSpPr>
          <p:spPr>
            <a:xfrm>
              <a:off x="7629432" y="2419958"/>
              <a:ext cx="413570" cy="413570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15F8B74-E046-46C0-AC13-CFCDA5D7F993}"/>
                </a:ext>
              </a:extLst>
            </p:cNvPr>
            <p:cNvSpPr txBox="1"/>
            <p:nvPr/>
          </p:nvSpPr>
          <p:spPr>
            <a:xfrm>
              <a:off x="4295026" y="2457466"/>
              <a:ext cx="3711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Adobe Devanagari" panose="02040503050201020203" pitchFamily="18" charset="0"/>
                </a:rPr>
                <a:t>01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dobe Devanagari" panose="02040503050201020203" pitchFamily="18" charset="0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1498B4BF-D8A7-4B9B-95C5-2115BE5AA4A8}"/>
                </a:ext>
              </a:extLst>
            </p:cNvPr>
            <p:cNvSpPr txBox="1"/>
            <p:nvPr/>
          </p:nvSpPr>
          <p:spPr>
            <a:xfrm>
              <a:off x="5950744" y="1646744"/>
              <a:ext cx="4020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Adobe Devanagari" panose="02040503050201020203" pitchFamily="18" charset="0"/>
                </a:rPr>
                <a:t>02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dobe Devanagari" panose="02040503050201020203" pitchFamily="18" charset="0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19C27277-2BD4-4BD2-8F92-822B8F504525}"/>
                </a:ext>
              </a:extLst>
            </p:cNvPr>
            <p:cNvSpPr txBox="1"/>
            <p:nvPr/>
          </p:nvSpPr>
          <p:spPr>
            <a:xfrm>
              <a:off x="7623371" y="2457466"/>
              <a:ext cx="4409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Adobe Devanagari" panose="02040503050201020203" pitchFamily="18" charset="0"/>
                </a:rPr>
                <a:t>03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dobe Devanagari" panose="02040503050201020203" pitchFamily="18" charset="0"/>
              </a:endParaRP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63B30486-B11E-435E-B40B-AC22C1AF72BB}"/>
                </a:ext>
              </a:extLst>
            </p:cNvPr>
            <p:cNvSpPr/>
            <p:nvPr/>
          </p:nvSpPr>
          <p:spPr>
            <a:xfrm>
              <a:off x="8029038" y="4229606"/>
              <a:ext cx="413570" cy="41357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01C2AE8-57EB-4E1F-AF65-E504AFEE29DB}"/>
                </a:ext>
              </a:extLst>
            </p:cNvPr>
            <p:cNvSpPr txBox="1"/>
            <p:nvPr/>
          </p:nvSpPr>
          <p:spPr>
            <a:xfrm>
              <a:off x="8028185" y="4265842"/>
              <a:ext cx="4135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Adobe Devanagari" panose="02040503050201020203" pitchFamily="18" charset="0"/>
                </a:rPr>
                <a:t>04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dobe Devanagari" panose="02040503050201020203" pitchFamily="18" charset="0"/>
              </a:endParaRP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C5956939-DE0F-478F-B7C9-08EF39FACC12}"/>
                </a:ext>
              </a:extLst>
            </p:cNvPr>
            <p:cNvSpPr/>
            <p:nvPr/>
          </p:nvSpPr>
          <p:spPr>
            <a:xfrm>
              <a:off x="6853833" y="5680845"/>
              <a:ext cx="413570" cy="41357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6D7D3AA2-69DC-4DCD-BB07-FBC7500B85ED}"/>
                </a:ext>
              </a:extLst>
            </p:cNvPr>
            <p:cNvSpPr txBox="1"/>
            <p:nvPr/>
          </p:nvSpPr>
          <p:spPr>
            <a:xfrm>
              <a:off x="6852980" y="5717081"/>
              <a:ext cx="4135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Adobe Devanagari" panose="02040503050201020203" pitchFamily="18" charset="0"/>
                </a:rPr>
                <a:t>05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dobe Devanagari" panose="02040503050201020203" pitchFamily="18" charset="0"/>
              </a:endParaRP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DD10B769-4DA6-4799-A48C-8A08F2B66611}"/>
                </a:ext>
              </a:extLst>
            </p:cNvPr>
            <p:cNvSpPr/>
            <p:nvPr/>
          </p:nvSpPr>
          <p:spPr>
            <a:xfrm>
              <a:off x="5031642" y="5682734"/>
              <a:ext cx="413570" cy="41357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13013550-2466-4D03-BFA3-B53ABE0BAE94}"/>
                </a:ext>
              </a:extLst>
            </p:cNvPr>
            <p:cNvSpPr txBox="1"/>
            <p:nvPr/>
          </p:nvSpPr>
          <p:spPr>
            <a:xfrm>
              <a:off x="5030789" y="5718970"/>
              <a:ext cx="4135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Adobe Devanagari" panose="02040503050201020203" pitchFamily="18" charset="0"/>
                </a:rPr>
                <a:t>06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dobe Devanagari" panose="02040503050201020203" pitchFamily="18" charset="0"/>
              </a:endParaRP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59E2EBCF-BDEA-4E5B-8231-1E2BC1AE8E49}"/>
                </a:ext>
              </a:extLst>
            </p:cNvPr>
            <p:cNvSpPr/>
            <p:nvPr/>
          </p:nvSpPr>
          <p:spPr>
            <a:xfrm>
              <a:off x="3864741" y="4231397"/>
              <a:ext cx="413570" cy="41357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333E84B4-762E-4DB5-BB0D-61D0428A94CC}"/>
                </a:ext>
              </a:extLst>
            </p:cNvPr>
            <p:cNvSpPr txBox="1"/>
            <p:nvPr/>
          </p:nvSpPr>
          <p:spPr>
            <a:xfrm>
              <a:off x="3863888" y="4267633"/>
              <a:ext cx="4135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Adobe Devanagari" panose="02040503050201020203" pitchFamily="18" charset="0"/>
                </a:rPr>
                <a:t>07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dobe Devanagari" panose="02040503050201020203" pitchFamily="18" charset="0"/>
              </a:endParaRPr>
            </a:p>
          </p:txBody>
        </p:sp>
        <p:sp>
          <p:nvSpPr>
            <p:cNvPr id="145" name="Isosceles Triangle 144">
              <a:extLst>
                <a:ext uri="{FF2B5EF4-FFF2-40B4-BE49-F238E27FC236}">
                  <a16:creationId xmlns:a16="http://schemas.microsoft.com/office/drawing/2014/main" id="{12EB3BF0-A2C1-45B7-B83E-43FD21076F32}"/>
                </a:ext>
              </a:extLst>
            </p:cNvPr>
            <p:cNvSpPr/>
            <p:nvPr/>
          </p:nvSpPr>
          <p:spPr>
            <a:xfrm rot="7637451">
              <a:off x="5160324" y="3170554"/>
              <a:ext cx="145988" cy="12585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6" name="Isosceles Triangle 145">
              <a:extLst>
                <a:ext uri="{FF2B5EF4-FFF2-40B4-BE49-F238E27FC236}">
                  <a16:creationId xmlns:a16="http://schemas.microsoft.com/office/drawing/2014/main" id="{F9C31663-DA7B-4D43-AA74-0E13FA39A7C0}"/>
                </a:ext>
              </a:extLst>
            </p:cNvPr>
            <p:cNvSpPr/>
            <p:nvPr/>
          </p:nvSpPr>
          <p:spPr>
            <a:xfrm rot="4657300" flipH="1">
              <a:off x="4946057" y="4160618"/>
              <a:ext cx="145988" cy="125852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7" name="Isosceles Triangle 146">
              <a:extLst>
                <a:ext uri="{FF2B5EF4-FFF2-40B4-BE49-F238E27FC236}">
                  <a16:creationId xmlns:a16="http://schemas.microsoft.com/office/drawing/2014/main" id="{663C580A-AC53-4E61-A3ED-C05741BFCC86}"/>
                </a:ext>
              </a:extLst>
            </p:cNvPr>
            <p:cNvSpPr/>
            <p:nvPr/>
          </p:nvSpPr>
          <p:spPr>
            <a:xfrm rot="10800000" flipH="1">
              <a:off x="6064312" y="2716480"/>
              <a:ext cx="145988" cy="125852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8" name="Isosceles Triangle 147">
              <a:extLst>
                <a:ext uri="{FF2B5EF4-FFF2-40B4-BE49-F238E27FC236}">
                  <a16:creationId xmlns:a16="http://schemas.microsoft.com/office/drawing/2014/main" id="{DB4A52A4-1D7C-42E4-97E8-C570CFFD4875}"/>
                </a:ext>
              </a:extLst>
            </p:cNvPr>
            <p:cNvSpPr/>
            <p:nvPr/>
          </p:nvSpPr>
          <p:spPr>
            <a:xfrm rot="1487609" flipH="1">
              <a:off x="5583848" y="4945772"/>
              <a:ext cx="145988" cy="125852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9" name="Isosceles Triangle 148">
              <a:extLst>
                <a:ext uri="{FF2B5EF4-FFF2-40B4-BE49-F238E27FC236}">
                  <a16:creationId xmlns:a16="http://schemas.microsoft.com/office/drawing/2014/main" id="{6ACC611C-4CD8-403C-8E16-2ADF4D9497B6}"/>
                </a:ext>
              </a:extLst>
            </p:cNvPr>
            <p:cNvSpPr/>
            <p:nvPr/>
          </p:nvSpPr>
          <p:spPr>
            <a:xfrm rot="13962549" flipH="1">
              <a:off x="7016394" y="3170554"/>
              <a:ext cx="145988" cy="12585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50" name="Isosceles Triangle 149">
              <a:extLst>
                <a:ext uri="{FF2B5EF4-FFF2-40B4-BE49-F238E27FC236}">
                  <a16:creationId xmlns:a16="http://schemas.microsoft.com/office/drawing/2014/main" id="{DF323A83-F8BB-42E4-9E5A-857710B5162B}"/>
                </a:ext>
              </a:extLst>
            </p:cNvPr>
            <p:cNvSpPr/>
            <p:nvPr/>
          </p:nvSpPr>
          <p:spPr>
            <a:xfrm rot="16942700">
              <a:off x="7227932" y="4157973"/>
              <a:ext cx="145988" cy="125852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51" name="Isosceles Triangle 150">
              <a:extLst>
                <a:ext uri="{FF2B5EF4-FFF2-40B4-BE49-F238E27FC236}">
                  <a16:creationId xmlns:a16="http://schemas.microsoft.com/office/drawing/2014/main" id="{0BDDD72F-612D-406D-8205-E02B8544B527}"/>
                </a:ext>
              </a:extLst>
            </p:cNvPr>
            <p:cNvSpPr/>
            <p:nvPr/>
          </p:nvSpPr>
          <p:spPr>
            <a:xfrm rot="20112391">
              <a:off x="6574132" y="4951565"/>
              <a:ext cx="145988" cy="125852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9601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0481F90E-4203-2D44-BCEE-6DE3576872AE}"/>
              </a:ext>
            </a:extLst>
          </p:cNvPr>
          <p:cNvSpPr txBox="1">
            <a:spLocks/>
          </p:cNvSpPr>
          <p:nvPr/>
        </p:nvSpPr>
        <p:spPr>
          <a:xfrm>
            <a:off x="412586" y="339365"/>
            <a:ext cx="10905239" cy="775451"/>
          </a:xfrm>
          <a:prstGeom prst="rect">
            <a:avLst/>
          </a:prstGeom>
        </p:spPr>
        <p:txBody>
          <a:bodyPr/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Title – 2 lines text. Kanye, Adam Neumann, Elizabeth Holmes all walk into a Lower East Side bar and …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97605D-65C3-FF49-89E7-0AD7DEEB5812}"/>
              </a:ext>
            </a:extLst>
          </p:cNvPr>
          <p:cNvSpPr txBox="1"/>
          <p:nvPr/>
        </p:nvSpPr>
        <p:spPr>
          <a:xfrm>
            <a:off x="9703413" y="1967251"/>
            <a:ext cx="1768152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Roboto Medium" panose="02000000000000000000" pitchFamily="2" charset="0"/>
                <a:cs typeface="+mn-cs"/>
              </a:rPr>
              <a:t>Employee Desktop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185A1781-6137-B442-A6D9-44E6A2F80D69}"/>
              </a:ext>
            </a:extLst>
          </p:cNvPr>
          <p:cNvSpPr txBox="1">
            <a:spLocks/>
          </p:cNvSpPr>
          <p:nvPr/>
        </p:nvSpPr>
        <p:spPr>
          <a:xfrm>
            <a:off x="9703413" y="2213458"/>
            <a:ext cx="1656015" cy="7919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Roboto Light" panose="02000000000000000000" pitchFamily="2" charset="0"/>
                <a:cs typeface="+mn-cs"/>
              </a:rPr>
              <a:t>Liquorice chupa chups applicake apple pie cupcake brownie bear claw  cake gingerbread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5277E8-9912-6443-A74B-8EB2D8E28B9A}"/>
              </a:ext>
            </a:extLst>
          </p:cNvPr>
          <p:cNvSpPr txBox="1"/>
          <p:nvPr/>
        </p:nvSpPr>
        <p:spPr>
          <a:xfrm>
            <a:off x="9703413" y="3316658"/>
            <a:ext cx="1768152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Roboto Medium" panose="02000000000000000000" pitchFamily="2" charset="0"/>
                <a:cs typeface="+mn-cs"/>
              </a:rPr>
              <a:t>System Protection</a:t>
            </a:r>
          </a:p>
        </p:txBody>
      </p:sp>
      <p:sp>
        <p:nvSpPr>
          <p:cNvPr id="38" name="Text Placeholder 32">
            <a:extLst>
              <a:ext uri="{FF2B5EF4-FFF2-40B4-BE49-F238E27FC236}">
                <a16:creationId xmlns:a16="http://schemas.microsoft.com/office/drawing/2014/main" id="{96396B39-ADB3-AF4D-A508-8788D9BA28BA}"/>
              </a:ext>
            </a:extLst>
          </p:cNvPr>
          <p:cNvSpPr txBox="1">
            <a:spLocks/>
          </p:cNvSpPr>
          <p:nvPr/>
        </p:nvSpPr>
        <p:spPr>
          <a:xfrm>
            <a:off x="9703413" y="3562865"/>
            <a:ext cx="1656015" cy="7919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Roboto Light" panose="02000000000000000000" pitchFamily="2" charset="0"/>
                <a:cs typeface="+mn-cs"/>
              </a:rPr>
              <a:t>Liquorice chupa chups applicake apple pie cupcake brownie bear claw  cake gingerbread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130529-2DB7-BE4F-B769-9B1B5B2ABF68}"/>
              </a:ext>
            </a:extLst>
          </p:cNvPr>
          <p:cNvSpPr txBox="1"/>
          <p:nvPr/>
        </p:nvSpPr>
        <p:spPr>
          <a:xfrm>
            <a:off x="9703413" y="4666064"/>
            <a:ext cx="1768152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Roboto Medium" panose="02000000000000000000" pitchFamily="2" charset="0"/>
                <a:cs typeface="+mn-cs"/>
              </a:rPr>
              <a:t>Data Analysis</a:t>
            </a:r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A66C1C3E-F99A-BA47-8048-7A386CE8A7AF}"/>
              </a:ext>
            </a:extLst>
          </p:cNvPr>
          <p:cNvSpPr txBox="1">
            <a:spLocks/>
          </p:cNvSpPr>
          <p:nvPr/>
        </p:nvSpPr>
        <p:spPr>
          <a:xfrm>
            <a:off x="9703413" y="4912271"/>
            <a:ext cx="1656015" cy="7919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Roboto Light" panose="02000000000000000000" pitchFamily="2" charset="0"/>
                <a:cs typeface="+mn-cs"/>
              </a:rPr>
              <a:t>Liquorice chupa chups applicake apple pie cupcake brownie bear claw  cake gingerbread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DE61086-6830-9B4D-A6C1-D5671C46D9FA}"/>
              </a:ext>
            </a:extLst>
          </p:cNvPr>
          <p:cNvSpPr/>
          <p:nvPr/>
        </p:nvSpPr>
        <p:spPr>
          <a:xfrm>
            <a:off x="8889053" y="1961350"/>
            <a:ext cx="604695" cy="604695"/>
          </a:xfrm>
          <a:prstGeom prst="roundRect">
            <a:avLst>
              <a:gd name="adj" fmla="val 165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4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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CC9792C-60DF-8044-B18F-B6722F2555BC}"/>
              </a:ext>
            </a:extLst>
          </p:cNvPr>
          <p:cNvSpPr/>
          <p:nvPr/>
        </p:nvSpPr>
        <p:spPr>
          <a:xfrm>
            <a:off x="8889053" y="3310756"/>
            <a:ext cx="604695" cy="604695"/>
          </a:xfrm>
          <a:prstGeom prst="roundRect">
            <a:avLst>
              <a:gd name="adj" fmla="val 1655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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3E0FF6A-3BEF-F449-8C2F-3E9486CAD6D9}"/>
              </a:ext>
            </a:extLst>
          </p:cNvPr>
          <p:cNvSpPr/>
          <p:nvPr/>
        </p:nvSpPr>
        <p:spPr>
          <a:xfrm>
            <a:off x="8889053" y="4660162"/>
            <a:ext cx="604695" cy="604695"/>
          </a:xfrm>
          <a:prstGeom prst="roundRect">
            <a:avLst>
              <a:gd name="adj" fmla="val 1655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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8E11CF-9D68-674A-BA7B-514A46902AE4}"/>
              </a:ext>
            </a:extLst>
          </p:cNvPr>
          <p:cNvSpPr txBox="1"/>
          <p:nvPr/>
        </p:nvSpPr>
        <p:spPr>
          <a:xfrm flipH="1">
            <a:off x="711148" y="1936493"/>
            <a:ext cx="17349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Roboto Medium" panose="02000000000000000000" pitchFamily="2" charset="0"/>
                <a:cs typeface="+mn-cs"/>
              </a:rPr>
              <a:t>Creative Strategy</a:t>
            </a:r>
          </a:p>
        </p:txBody>
      </p:sp>
      <p:sp>
        <p:nvSpPr>
          <p:cNvPr id="46" name="Text Placeholder 32">
            <a:extLst>
              <a:ext uri="{FF2B5EF4-FFF2-40B4-BE49-F238E27FC236}">
                <a16:creationId xmlns:a16="http://schemas.microsoft.com/office/drawing/2014/main" id="{4F04891A-23EB-5F45-B34B-3E1487FBDC9F}"/>
              </a:ext>
            </a:extLst>
          </p:cNvPr>
          <p:cNvSpPr txBox="1">
            <a:spLocks/>
          </p:cNvSpPr>
          <p:nvPr/>
        </p:nvSpPr>
        <p:spPr>
          <a:xfrm flipH="1">
            <a:off x="711148" y="2213458"/>
            <a:ext cx="1734922" cy="7919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Roboto Light" panose="02000000000000000000" pitchFamily="2" charset="0"/>
                <a:cs typeface="+mn-cs"/>
              </a:rPr>
              <a:t>Liquorice chupa chups applicake apple pie cupcake brownie bear claw  cake gingerbread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E04DEE-0E5A-1940-92AB-5DB4B4492D6D}"/>
              </a:ext>
            </a:extLst>
          </p:cNvPr>
          <p:cNvSpPr txBox="1"/>
          <p:nvPr/>
        </p:nvSpPr>
        <p:spPr>
          <a:xfrm flipH="1">
            <a:off x="711148" y="3285900"/>
            <a:ext cx="17349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Roboto Medium" panose="02000000000000000000" pitchFamily="2" charset="0"/>
                <a:cs typeface="+mn-cs"/>
              </a:rPr>
              <a:t>Best Security</a:t>
            </a:r>
          </a:p>
        </p:txBody>
      </p:sp>
      <p:sp>
        <p:nvSpPr>
          <p:cNvPr id="48" name="Text Placeholder 32">
            <a:extLst>
              <a:ext uri="{FF2B5EF4-FFF2-40B4-BE49-F238E27FC236}">
                <a16:creationId xmlns:a16="http://schemas.microsoft.com/office/drawing/2014/main" id="{EC889B8D-9EE5-B944-B111-3F23541C2E59}"/>
              </a:ext>
            </a:extLst>
          </p:cNvPr>
          <p:cNvSpPr txBox="1">
            <a:spLocks/>
          </p:cNvSpPr>
          <p:nvPr/>
        </p:nvSpPr>
        <p:spPr>
          <a:xfrm flipH="1">
            <a:off x="711148" y="3562865"/>
            <a:ext cx="1734922" cy="7919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Roboto Light" panose="02000000000000000000" pitchFamily="2" charset="0"/>
                <a:cs typeface="+mn-cs"/>
              </a:rPr>
              <a:t>Liquorice chupa chups applicake apple pie cupcake brownie bear claw  cake gingerbread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4C1136B-18E0-6A43-9064-52268C8B91C7}"/>
              </a:ext>
            </a:extLst>
          </p:cNvPr>
          <p:cNvSpPr txBox="1"/>
          <p:nvPr/>
        </p:nvSpPr>
        <p:spPr>
          <a:xfrm flipH="1">
            <a:off x="711148" y="4635307"/>
            <a:ext cx="17349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Roboto Medium" panose="02000000000000000000" pitchFamily="2" charset="0"/>
                <a:cs typeface="+mn-cs"/>
              </a:rPr>
              <a:t>Launch Product</a:t>
            </a:r>
          </a:p>
        </p:txBody>
      </p:sp>
      <p:sp>
        <p:nvSpPr>
          <p:cNvPr id="50" name="Text Placeholder 32">
            <a:extLst>
              <a:ext uri="{FF2B5EF4-FFF2-40B4-BE49-F238E27FC236}">
                <a16:creationId xmlns:a16="http://schemas.microsoft.com/office/drawing/2014/main" id="{3DB7F14B-F476-974F-9A8E-C898B176F7F3}"/>
              </a:ext>
            </a:extLst>
          </p:cNvPr>
          <p:cNvSpPr txBox="1">
            <a:spLocks/>
          </p:cNvSpPr>
          <p:nvPr/>
        </p:nvSpPr>
        <p:spPr>
          <a:xfrm flipH="1">
            <a:off x="711148" y="4912272"/>
            <a:ext cx="1734922" cy="7919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Roboto Light" panose="02000000000000000000" pitchFamily="2" charset="0"/>
                <a:cs typeface="+mn-cs"/>
              </a:rPr>
              <a:t>Liquorice chupa chups applicake apple pie cupcake brownie bear claw  cake gingerbread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3938096A-8122-EB4F-B187-6FE1AF0E02A3}"/>
              </a:ext>
            </a:extLst>
          </p:cNvPr>
          <p:cNvSpPr/>
          <p:nvPr/>
        </p:nvSpPr>
        <p:spPr>
          <a:xfrm flipH="1">
            <a:off x="2655736" y="1961350"/>
            <a:ext cx="604695" cy="604695"/>
          </a:xfrm>
          <a:prstGeom prst="roundRect">
            <a:avLst>
              <a:gd name="adj" fmla="val 1655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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4678771D-1DFB-4949-B39A-3594A6E3C8D7}"/>
              </a:ext>
            </a:extLst>
          </p:cNvPr>
          <p:cNvSpPr/>
          <p:nvPr/>
        </p:nvSpPr>
        <p:spPr>
          <a:xfrm flipH="1">
            <a:off x="2655736" y="3310756"/>
            <a:ext cx="604695" cy="604695"/>
          </a:xfrm>
          <a:prstGeom prst="roundRect">
            <a:avLst>
              <a:gd name="adj" fmla="val 1655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4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</a:t>
            </a: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7B8FA4DA-38E0-7B40-9B76-A83F9C490CB4}"/>
              </a:ext>
            </a:extLst>
          </p:cNvPr>
          <p:cNvSpPr/>
          <p:nvPr/>
        </p:nvSpPr>
        <p:spPr>
          <a:xfrm flipH="1">
            <a:off x="2655736" y="4660163"/>
            <a:ext cx="604695" cy="604695"/>
          </a:xfrm>
          <a:prstGeom prst="roundRect">
            <a:avLst>
              <a:gd name="adj" fmla="val 1655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4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</a:t>
            </a: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E9079CA6-C5F5-384D-95AC-7BA11BA9A760}"/>
              </a:ext>
            </a:extLst>
          </p:cNvPr>
          <p:cNvSpPr>
            <a:spLocks/>
          </p:cNvSpPr>
          <p:nvPr/>
        </p:nvSpPr>
        <p:spPr bwMode="auto">
          <a:xfrm>
            <a:off x="6856115" y="2914246"/>
            <a:ext cx="639249" cy="929328"/>
          </a:xfrm>
          <a:custGeom>
            <a:avLst/>
            <a:gdLst>
              <a:gd name="T0" fmla="*/ 476 w 476"/>
              <a:gd name="T1" fmla="*/ 0 h 692"/>
              <a:gd name="T2" fmla="*/ 0 w 476"/>
              <a:gd name="T3" fmla="*/ 559 h 692"/>
              <a:gd name="T4" fmla="*/ 78 w 476"/>
              <a:gd name="T5" fmla="*/ 692 h 692"/>
              <a:gd name="T6" fmla="*/ 476 w 476"/>
              <a:gd name="T7" fmla="*/ 0 h 6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76" h="692">
                <a:moveTo>
                  <a:pt x="476" y="0"/>
                </a:moveTo>
                <a:lnTo>
                  <a:pt x="0" y="559"/>
                </a:lnTo>
                <a:lnTo>
                  <a:pt x="78" y="692"/>
                </a:lnTo>
                <a:lnTo>
                  <a:pt x="47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5FCAFD2E-86D6-0549-B1A5-067FCF1D26AB}"/>
              </a:ext>
            </a:extLst>
          </p:cNvPr>
          <p:cNvSpPr>
            <a:spLocks/>
          </p:cNvSpPr>
          <p:nvPr/>
        </p:nvSpPr>
        <p:spPr bwMode="auto">
          <a:xfrm>
            <a:off x="6528433" y="4412990"/>
            <a:ext cx="102065" cy="181300"/>
          </a:xfrm>
          <a:custGeom>
            <a:avLst/>
            <a:gdLst>
              <a:gd name="T0" fmla="*/ 76 w 76"/>
              <a:gd name="T1" fmla="*/ 0 h 135"/>
              <a:gd name="T2" fmla="*/ 0 w 76"/>
              <a:gd name="T3" fmla="*/ 135 h 135"/>
              <a:gd name="T4" fmla="*/ 76 w 76"/>
              <a:gd name="T5" fmla="*/ 0 h 135"/>
              <a:gd name="T6" fmla="*/ 76 w 76"/>
              <a:gd name="T7" fmla="*/ 0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" h="135">
                <a:moveTo>
                  <a:pt x="76" y="0"/>
                </a:moveTo>
                <a:lnTo>
                  <a:pt x="0" y="135"/>
                </a:lnTo>
                <a:lnTo>
                  <a:pt x="76" y="0"/>
                </a:lnTo>
                <a:lnTo>
                  <a:pt x="76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DAEA09F9-E0BD-6F44-A687-AF82D56A7197}"/>
              </a:ext>
            </a:extLst>
          </p:cNvPr>
          <p:cNvSpPr>
            <a:spLocks/>
          </p:cNvSpPr>
          <p:nvPr/>
        </p:nvSpPr>
        <p:spPr bwMode="auto">
          <a:xfrm>
            <a:off x="6528433" y="4412990"/>
            <a:ext cx="102065" cy="181300"/>
          </a:xfrm>
          <a:custGeom>
            <a:avLst/>
            <a:gdLst>
              <a:gd name="T0" fmla="*/ 76 w 76"/>
              <a:gd name="T1" fmla="*/ 0 h 135"/>
              <a:gd name="T2" fmla="*/ 0 w 76"/>
              <a:gd name="T3" fmla="*/ 135 h 135"/>
              <a:gd name="T4" fmla="*/ 76 w 76"/>
              <a:gd name="T5" fmla="*/ 0 h 135"/>
              <a:gd name="T6" fmla="*/ 76 w 76"/>
              <a:gd name="T7" fmla="*/ 0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" h="135">
                <a:moveTo>
                  <a:pt x="76" y="0"/>
                </a:moveTo>
                <a:lnTo>
                  <a:pt x="0" y="135"/>
                </a:lnTo>
                <a:lnTo>
                  <a:pt x="76" y="0"/>
                </a:lnTo>
                <a:lnTo>
                  <a:pt x="7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EA5FD0AA-4E18-9E41-935F-FBB010148B5E}"/>
              </a:ext>
            </a:extLst>
          </p:cNvPr>
          <p:cNvSpPr>
            <a:spLocks/>
          </p:cNvSpPr>
          <p:nvPr/>
        </p:nvSpPr>
        <p:spPr bwMode="auto">
          <a:xfrm>
            <a:off x="6528433" y="4412990"/>
            <a:ext cx="1071682" cy="181300"/>
          </a:xfrm>
          <a:custGeom>
            <a:avLst/>
            <a:gdLst>
              <a:gd name="T0" fmla="*/ 76 w 798"/>
              <a:gd name="T1" fmla="*/ 0 h 135"/>
              <a:gd name="T2" fmla="*/ 0 w 798"/>
              <a:gd name="T3" fmla="*/ 135 h 135"/>
              <a:gd name="T4" fmla="*/ 798 w 798"/>
              <a:gd name="T5" fmla="*/ 135 h 135"/>
              <a:gd name="T6" fmla="*/ 76 w 798"/>
              <a:gd name="T7" fmla="*/ 0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98" h="135">
                <a:moveTo>
                  <a:pt x="76" y="0"/>
                </a:moveTo>
                <a:lnTo>
                  <a:pt x="0" y="135"/>
                </a:lnTo>
                <a:lnTo>
                  <a:pt x="798" y="135"/>
                </a:lnTo>
                <a:lnTo>
                  <a:pt x="7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87EBD30D-07EC-BC4B-9684-0F8962DAA404}"/>
              </a:ext>
            </a:extLst>
          </p:cNvPr>
          <p:cNvSpPr>
            <a:spLocks/>
          </p:cNvSpPr>
          <p:nvPr/>
        </p:nvSpPr>
        <p:spPr bwMode="auto">
          <a:xfrm>
            <a:off x="5663567" y="4594289"/>
            <a:ext cx="206816" cy="0"/>
          </a:xfrm>
          <a:custGeom>
            <a:avLst/>
            <a:gdLst>
              <a:gd name="T0" fmla="*/ 154 w 154"/>
              <a:gd name="T1" fmla="*/ 0 w 154"/>
              <a:gd name="T2" fmla="*/ 154 w 154"/>
              <a:gd name="T3" fmla="*/ 154 w 154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</a:cxnLst>
            <a:rect l="0" t="0" r="r" b="b"/>
            <a:pathLst>
              <a:path w="154">
                <a:moveTo>
                  <a:pt x="154" y="0"/>
                </a:moveTo>
                <a:lnTo>
                  <a:pt x="0" y="0"/>
                </a:lnTo>
                <a:lnTo>
                  <a:pt x="154" y="0"/>
                </a:lnTo>
                <a:lnTo>
                  <a:pt x="154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9762E665-E17B-BE45-A861-6F2A6A2A3489}"/>
              </a:ext>
            </a:extLst>
          </p:cNvPr>
          <p:cNvSpPr>
            <a:spLocks/>
          </p:cNvSpPr>
          <p:nvPr/>
        </p:nvSpPr>
        <p:spPr bwMode="auto">
          <a:xfrm>
            <a:off x="5663567" y="4594289"/>
            <a:ext cx="206816" cy="0"/>
          </a:xfrm>
          <a:custGeom>
            <a:avLst/>
            <a:gdLst>
              <a:gd name="T0" fmla="*/ 154 w 154"/>
              <a:gd name="T1" fmla="*/ 0 w 154"/>
              <a:gd name="T2" fmla="*/ 154 w 154"/>
              <a:gd name="T3" fmla="*/ 154 w 154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</a:cxnLst>
            <a:rect l="0" t="0" r="r" b="b"/>
            <a:pathLst>
              <a:path w="154">
                <a:moveTo>
                  <a:pt x="154" y="0"/>
                </a:moveTo>
                <a:lnTo>
                  <a:pt x="0" y="0"/>
                </a:lnTo>
                <a:lnTo>
                  <a:pt x="154" y="0"/>
                </a:lnTo>
                <a:lnTo>
                  <a:pt x="15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B47C6414-6328-3444-8DB4-9065BD67D218}"/>
              </a:ext>
            </a:extLst>
          </p:cNvPr>
          <p:cNvSpPr>
            <a:spLocks/>
          </p:cNvSpPr>
          <p:nvPr/>
        </p:nvSpPr>
        <p:spPr bwMode="auto">
          <a:xfrm>
            <a:off x="5663567" y="4594289"/>
            <a:ext cx="534498" cy="927986"/>
          </a:xfrm>
          <a:custGeom>
            <a:avLst/>
            <a:gdLst>
              <a:gd name="T0" fmla="*/ 0 w 398"/>
              <a:gd name="T1" fmla="*/ 0 h 691"/>
              <a:gd name="T2" fmla="*/ 5 w 398"/>
              <a:gd name="T3" fmla="*/ 7 h 691"/>
              <a:gd name="T4" fmla="*/ 398 w 398"/>
              <a:gd name="T5" fmla="*/ 691 h 691"/>
              <a:gd name="T6" fmla="*/ 154 w 398"/>
              <a:gd name="T7" fmla="*/ 0 h 691"/>
              <a:gd name="T8" fmla="*/ 0 w 398"/>
              <a:gd name="T9" fmla="*/ 0 h 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8" h="691">
                <a:moveTo>
                  <a:pt x="0" y="0"/>
                </a:moveTo>
                <a:lnTo>
                  <a:pt x="5" y="7"/>
                </a:lnTo>
                <a:lnTo>
                  <a:pt x="398" y="691"/>
                </a:lnTo>
                <a:lnTo>
                  <a:pt x="154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2373B0DF-EA8C-E847-B42D-82A54EAAE8F5}"/>
              </a:ext>
            </a:extLst>
          </p:cNvPr>
          <p:cNvSpPr>
            <a:spLocks/>
          </p:cNvSpPr>
          <p:nvPr/>
        </p:nvSpPr>
        <p:spPr bwMode="auto">
          <a:xfrm>
            <a:off x="4693950" y="3843574"/>
            <a:ext cx="639249" cy="927986"/>
          </a:xfrm>
          <a:custGeom>
            <a:avLst/>
            <a:gdLst>
              <a:gd name="T0" fmla="*/ 400 w 476"/>
              <a:gd name="T1" fmla="*/ 0 h 691"/>
              <a:gd name="T2" fmla="*/ 0 w 476"/>
              <a:gd name="T3" fmla="*/ 691 h 691"/>
              <a:gd name="T4" fmla="*/ 400 w 476"/>
              <a:gd name="T5" fmla="*/ 0 h 691"/>
              <a:gd name="T6" fmla="*/ 476 w 476"/>
              <a:gd name="T7" fmla="*/ 132 h 691"/>
              <a:gd name="T8" fmla="*/ 476 w 476"/>
              <a:gd name="T9" fmla="*/ 132 h 691"/>
              <a:gd name="T10" fmla="*/ 400 w 476"/>
              <a:gd name="T11" fmla="*/ 0 h 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76" h="691">
                <a:moveTo>
                  <a:pt x="400" y="0"/>
                </a:moveTo>
                <a:lnTo>
                  <a:pt x="0" y="691"/>
                </a:lnTo>
                <a:lnTo>
                  <a:pt x="400" y="0"/>
                </a:lnTo>
                <a:lnTo>
                  <a:pt x="476" y="132"/>
                </a:lnTo>
                <a:lnTo>
                  <a:pt x="476" y="132"/>
                </a:lnTo>
                <a:lnTo>
                  <a:pt x="400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91" name="Freeform 90">
            <a:extLst>
              <a:ext uri="{FF2B5EF4-FFF2-40B4-BE49-F238E27FC236}">
                <a16:creationId xmlns:a16="http://schemas.microsoft.com/office/drawing/2014/main" id="{90E6AFBC-FBFE-1141-9F78-C86B21B5D012}"/>
              </a:ext>
            </a:extLst>
          </p:cNvPr>
          <p:cNvSpPr>
            <a:spLocks/>
          </p:cNvSpPr>
          <p:nvPr/>
        </p:nvSpPr>
        <p:spPr bwMode="auto">
          <a:xfrm>
            <a:off x="4693950" y="3843574"/>
            <a:ext cx="639249" cy="927986"/>
          </a:xfrm>
          <a:custGeom>
            <a:avLst/>
            <a:gdLst>
              <a:gd name="T0" fmla="*/ 400 w 476"/>
              <a:gd name="T1" fmla="*/ 0 h 691"/>
              <a:gd name="T2" fmla="*/ 0 w 476"/>
              <a:gd name="T3" fmla="*/ 691 h 691"/>
              <a:gd name="T4" fmla="*/ 400 w 476"/>
              <a:gd name="T5" fmla="*/ 0 h 691"/>
              <a:gd name="T6" fmla="*/ 476 w 476"/>
              <a:gd name="T7" fmla="*/ 132 h 691"/>
              <a:gd name="T8" fmla="*/ 476 w 476"/>
              <a:gd name="T9" fmla="*/ 132 h 691"/>
              <a:gd name="T10" fmla="*/ 400 w 476"/>
              <a:gd name="T11" fmla="*/ 0 h 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76" h="691">
                <a:moveTo>
                  <a:pt x="400" y="0"/>
                </a:moveTo>
                <a:lnTo>
                  <a:pt x="0" y="691"/>
                </a:lnTo>
                <a:lnTo>
                  <a:pt x="400" y="0"/>
                </a:lnTo>
                <a:lnTo>
                  <a:pt x="476" y="132"/>
                </a:lnTo>
                <a:lnTo>
                  <a:pt x="476" y="132"/>
                </a:lnTo>
                <a:lnTo>
                  <a:pt x="40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92" name="Freeform 91">
            <a:extLst>
              <a:ext uri="{FF2B5EF4-FFF2-40B4-BE49-F238E27FC236}">
                <a16:creationId xmlns:a16="http://schemas.microsoft.com/office/drawing/2014/main" id="{62340373-D447-E645-BEC8-C4D54DA1B9A2}"/>
              </a:ext>
            </a:extLst>
          </p:cNvPr>
          <p:cNvSpPr>
            <a:spLocks/>
          </p:cNvSpPr>
          <p:nvPr/>
        </p:nvSpPr>
        <p:spPr bwMode="auto">
          <a:xfrm>
            <a:off x="4693950" y="3843574"/>
            <a:ext cx="639249" cy="927986"/>
          </a:xfrm>
          <a:custGeom>
            <a:avLst/>
            <a:gdLst>
              <a:gd name="T0" fmla="*/ 400 w 476"/>
              <a:gd name="T1" fmla="*/ 0 h 691"/>
              <a:gd name="T2" fmla="*/ 0 w 476"/>
              <a:gd name="T3" fmla="*/ 691 h 691"/>
              <a:gd name="T4" fmla="*/ 476 w 476"/>
              <a:gd name="T5" fmla="*/ 132 h 691"/>
              <a:gd name="T6" fmla="*/ 400 w 476"/>
              <a:gd name="T7" fmla="*/ 0 h 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76" h="691">
                <a:moveTo>
                  <a:pt x="400" y="0"/>
                </a:moveTo>
                <a:lnTo>
                  <a:pt x="0" y="691"/>
                </a:lnTo>
                <a:lnTo>
                  <a:pt x="476" y="132"/>
                </a:lnTo>
                <a:lnTo>
                  <a:pt x="40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93" name="Freeform 92">
            <a:extLst>
              <a:ext uri="{FF2B5EF4-FFF2-40B4-BE49-F238E27FC236}">
                <a16:creationId xmlns:a16="http://schemas.microsoft.com/office/drawing/2014/main" id="{7C988228-81AB-6B48-9AE0-BB4E9F36F005}"/>
              </a:ext>
            </a:extLst>
          </p:cNvPr>
          <p:cNvSpPr>
            <a:spLocks/>
          </p:cNvSpPr>
          <p:nvPr/>
        </p:nvSpPr>
        <p:spPr bwMode="auto">
          <a:xfrm>
            <a:off x="5558816" y="3095545"/>
            <a:ext cx="104751" cy="178614"/>
          </a:xfrm>
          <a:custGeom>
            <a:avLst/>
            <a:gdLst>
              <a:gd name="T0" fmla="*/ 78 w 78"/>
              <a:gd name="T1" fmla="*/ 0 h 133"/>
              <a:gd name="T2" fmla="*/ 0 w 78"/>
              <a:gd name="T3" fmla="*/ 133 h 133"/>
              <a:gd name="T4" fmla="*/ 0 w 78"/>
              <a:gd name="T5" fmla="*/ 133 h 133"/>
              <a:gd name="T6" fmla="*/ 78 w 78"/>
              <a:gd name="T7" fmla="*/ 0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8" h="133">
                <a:moveTo>
                  <a:pt x="78" y="0"/>
                </a:moveTo>
                <a:lnTo>
                  <a:pt x="0" y="133"/>
                </a:lnTo>
                <a:lnTo>
                  <a:pt x="0" y="133"/>
                </a:lnTo>
                <a:lnTo>
                  <a:pt x="78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94" name="Freeform 93">
            <a:extLst>
              <a:ext uri="{FF2B5EF4-FFF2-40B4-BE49-F238E27FC236}">
                <a16:creationId xmlns:a16="http://schemas.microsoft.com/office/drawing/2014/main" id="{1CEB2219-F78C-004E-9459-31B1452AA5FB}"/>
              </a:ext>
            </a:extLst>
          </p:cNvPr>
          <p:cNvSpPr>
            <a:spLocks/>
          </p:cNvSpPr>
          <p:nvPr/>
        </p:nvSpPr>
        <p:spPr bwMode="auto">
          <a:xfrm>
            <a:off x="5558816" y="3095545"/>
            <a:ext cx="104751" cy="178614"/>
          </a:xfrm>
          <a:custGeom>
            <a:avLst/>
            <a:gdLst>
              <a:gd name="T0" fmla="*/ 78 w 78"/>
              <a:gd name="T1" fmla="*/ 0 h 133"/>
              <a:gd name="T2" fmla="*/ 0 w 78"/>
              <a:gd name="T3" fmla="*/ 133 h 133"/>
              <a:gd name="T4" fmla="*/ 0 w 78"/>
              <a:gd name="T5" fmla="*/ 133 h 133"/>
              <a:gd name="T6" fmla="*/ 78 w 78"/>
              <a:gd name="T7" fmla="*/ 0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8" h="133">
                <a:moveTo>
                  <a:pt x="78" y="0"/>
                </a:moveTo>
                <a:lnTo>
                  <a:pt x="0" y="133"/>
                </a:lnTo>
                <a:lnTo>
                  <a:pt x="0" y="133"/>
                </a:lnTo>
                <a:lnTo>
                  <a:pt x="7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95" name="Freeform 94">
            <a:extLst>
              <a:ext uri="{FF2B5EF4-FFF2-40B4-BE49-F238E27FC236}">
                <a16:creationId xmlns:a16="http://schemas.microsoft.com/office/drawing/2014/main" id="{92F860A9-D1BD-E24A-B2A2-4848DB2BA1A3}"/>
              </a:ext>
            </a:extLst>
          </p:cNvPr>
          <p:cNvSpPr>
            <a:spLocks/>
          </p:cNvSpPr>
          <p:nvPr/>
        </p:nvSpPr>
        <p:spPr bwMode="auto">
          <a:xfrm>
            <a:off x="4589199" y="3095545"/>
            <a:ext cx="1074368" cy="178614"/>
          </a:xfrm>
          <a:custGeom>
            <a:avLst/>
            <a:gdLst>
              <a:gd name="T0" fmla="*/ 800 w 800"/>
              <a:gd name="T1" fmla="*/ 0 h 133"/>
              <a:gd name="T2" fmla="*/ 0 w 800"/>
              <a:gd name="T3" fmla="*/ 0 h 133"/>
              <a:gd name="T4" fmla="*/ 722 w 800"/>
              <a:gd name="T5" fmla="*/ 133 h 133"/>
              <a:gd name="T6" fmla="*/ 800 w 800"/>
              <a:gd name="T7" fmla="*/ 0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00" h="133">
                <a:moveTo>
                  <a:pt x="800" y="0"/>
                </a:moveTo>
                <a:lnTo>
                  <a:pt x="0" y="0"/>
                </a:lnTo>
                <a:lnTo>
                  <a:pt x="722" y="133"/>
                </a:lnTo>
                <a:lnTo>
                  <a:pt x="80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96" name="Freeform 95">
            <a:extLst>
              <a:ext uri="{FF2B5EF4-FFF2-40B4-BE49-F238E27FC236}">
                <a16:creationId xmlns:a16="http://schemas.microsoft.com/office/drawing/2014/main" id="{16E06C2E-78A4-CB40-BEEF-5BED04BC433A}"/>
              </a:ext>
            </a:extLst>
          </p:cNvPr>
          <p:cNvSpPr>
            <a:spLocks/>
          </p:cNvSpPr>
          <p:nvPr/>
        </p:nvSpPr>
        <p:spPr bwMode="auto">
          <a:xfrm>
            <a:off x="6321617" y="3095545"/>
            <a:ext cx="206816" cy="0"/>
          </a:xfrm>
          <a:custGeom>
            <a:avLst/>
            <a:gdLst>
              <a:gd name="T0" fmla="*/ 0 w 154"/>
              <a:gd name="T1" fmla="*/ 0 w 154"/>
              <a:gd name="T2" fmla="*/ 154 w 154"/>
              <a:gd name="T3" fmla="*/ 0 w 154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</a:cxnLst>
            <a:rect l="0" t="0" r="r" b="b"/>
            <a:pathLst>
              <a:path w="154">
                <a:moveTo>
                  <a:pt x="0" y="0"/>
                </a:moveTo>
                <a:lnTo>
                  <a:pt x="0" y="0"/>
                </a:lnTo>
                <a:lnTo>
                  <a:pt x="154" y="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97" name="Freeform 96">
            <a:extLst>
              <a:ext uri="{FF2B5EF4-FFF2-40B4-BE49-F238E27FC236}">
                <a16:creationId xmlns:a16="http://schemas.microsoft.com/office/drawing/2014/main" id="{F40495D3-AE09-3C44-963E-6623672FF7E0}"/>
              </a:ext>
            </a:extLst>
          </p:cNvPr>
          <p:cNvSpPr>
            <a:spLocks/>
          </p:cNvSpPr>
          <p:nvPr/>
        </p:nvSpPr>
        <p:spPr bwMode="auto">
          <a:xfrm>
            <a:off x="6321617" y="3095545"/>
            <a:ext cx="206816" cy="0"/>
          </a:xfrm>
          <a:custGeom>
            <a:avLst/>
            <a:gdLst>
              <a:gd name="T0" fmla="*/ 0 w 154"/>
              <a:gd name="T1" fmla="*/ 0 w 154"/>
              <a:gd name="T2" fmla="*/ 154 w 154"/>
              <a:gd name="T3" fmla="*/ 0 w 154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</a:cxnLst>
            <a:rect l="0" t="0" r="r" b="b"/>
            <a:pathLst>
              <a:path w="154">
                <a:moveTo>
                  <a:pt x="0" y="0"/>
                </a:moveTo>
                <a:lnTo>
                  <a:pt x="0" y="0"/>
                </a:lnTo>
                <a:lnTo>
                  <a:pt x="154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98" name="Freeform 97">
            <a:extLst>
              <a:ext uri="{FF2B5EF4-FFF2-40B4-BE49-F238E27FC236}">
                <a16:creationId xmlns:a16="http://schemas.microsoft.com/office/drawing/2014/main" id="{3D174D9A-AFF0-8440-9129-A98F10304471}"/>
              </a:ext>
            </a:extLst>
          </p:cNvPr>
          <p:cNvSpPr>
            <a:spLocks/>
          </p:cNvSpPr>
          <p:nvPr/>
        </p:nvSpPr>
        <p:spPr bwMode="auto">
          <a:xfrm>
            <a:off x="5991249" y="2167560"/>
            <a:ext cx="537184" cy="927986"/>
          </a:xfrm>
          <a:custGeom>
            <a:avLst/>
            <a:gdLst>
              <a:gd name="T0" fmla="*/ 0 w 400"/>
              <a:gd name="T1" fmla="*/ 0 h 691"/>
              <a:gd name="T2" fmla="*/ 246 w 400"/>
              <a:gd name="T3" fmla="*/ 691 h 691"/>
              <a:gd name="T4" fmla="*/ 400 w 400"/>
              <a:gd name="T5" fmla="*/ 691 h 691"/>
              <a:gd name="T6" fmla="*/ 182 w 400"/>
              <a:gd name="T7" fmla="*/ 315 h 691"/>
              <a:gd name="T8" fmla="*/ 0 w 400"/>
              <a:gd name="T9" fmla="*/ 0 h 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691">
                <a:moveTo>
                  <a:pt x="0" y="0"/>
                </a:moveTo>
                <a:lnTo>
                  <a:pt x="246" y="691"/>
                </a:lnTo>
                <a:lnTo>
                  <a:pt x="400" y="691"/>
                </a:lnTo>
                <a:lnTo>
                  <a:pt x="182" y="315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99" name="Freeform 98">
            <a:extLst>
              <a:ext uri="{FF2B5EF4-FFF2-40B4-BE49-F238E27FC236}">
                <a16:creationId xmlns:a16="http://schemas.microsoft.com/office/drawing/2014/main" id="{54FA401C-9D49-D544-A2B8-69FC02D15AD4}"/>
              </a:ext>
            </a:extLst>
          </p:cNvPr>
          <p:cNvSpPr>
            <a:spLocks/>
          </p:cNvSpPr>
          <p:nvPr/>
        </p:nvSpPr>
        <p:spPr bwMode="auto">
          <a:xfrm>
            <a:off x="4182282" y="1935228"/>
            <a:ext cx="2346151" cy="1404736"/>
          </a:xfrm>
          <a:custGeom>
            <a:avLst/>
            <a:gdLst>
              <a:gd name="T0" fmla="*/ 569 w 738"/>
              <a:gd name="T1" fmla="*/ 73 h 442"/>
              <a:gd name="T2" fmla="*/ 438 w 738"/>
              <a:gd name="T3" fmla="*/ 0 h 442"/>
              <a:gd name="T4" fmla="*/ 335 w 738"/>
              <a:gd name="T5" fmla="*/ 0 h 442"/>
              <a:gd name="T6" fmla="*/ 215 w 738"/>
              <a:gd name="T7" fmla="*/ 69 h 442"/>
              <a:gd name="T8" fmla="*/ 0 w 738"/>
              <a:gd name="T9" fmla="*/ 442 h 442"/>
              <a:gd name="T10" fmla="*/ 128 w 738"/>
              <a:gd name="T11" fmla="*/ 365 h 442"/>
              <a:gd name="T12" fmla="*/ 738 w 738"/>
              <a:gd name="T13" fmla="*/ 365 h 442"/>
              <a:gd name="T14" fmla="*/ 569 w 738"/>
              <a:gd name="T15" fmla="*/ 73 h 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38" h="442">
                <a:moveTo>
                  <a:pt x="569" y="73"/>
                </a:moveTo>
                <a:cubicBezTo>
                  <a:pt x="542" y="29"/>
                  <a:pt x="493" y="0"/>
                  <a:pt x="438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291" y="0"/>
                  <a:pt x="237" y="31"/>
                  <a:pt x="215" y="69"/>
                </a:cubicBezTo>
                <a:cubicBezTo>
                  <a:pt x="0" y="442"/>
                  <a:pt x="0" y="442"/>
                  <a:pt x="0" y="442"/>
                </a:cubicBezTo>
                <a:cubicBezTo>
                  <a:pt x="28" y="394"/>
                  <a:pt x="77" y="367"/>
                  <a:pt x="128" y="365"/>
                </a:cubicBezTo>
                <a:cubicBezTo>
                  <a:pt x="738" y="365"/>
                  <a:pt x="738" y="365"/>
                  <a:pt x="738" y="365"/>
                </a:cubicBezTo>
                <a:cubicBezTo>
                  <a:pt x="569" y="73"/>
                  <a:pt x="569" y="73"/>
                  <a:pt x="569" y="7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00" name="Freeform 99">
            <a:extLst>
              <a:ext uri="{FF2B5EF4-FFF2-40B4-BE49-F238E27FC236}">
                <a16:creationId xmlns:a16="http://schemas.microsoft.com/office/drawing/2014/main" id="{19B5C84F-C3AF-D34B-AA05-1E2CE3C39E1B}"/>
              </a:ext>
            </a:extLst>
          </p:cNvPr>
          <p:cNvSpPr>
            <a:spLocks/>
          </p:cNvSpPr>
          <p:nvPr/>
        </p:nvSpPr>
        <p:spPr bwMode="auto">
          <a:xfrm>
            <a:off x="5991249" y="2167560"/>
            <a:ext cx="537184" cy="927986"/>
          </a:xfrm>
          <a:custGeom>
            <a:avLst/>
            <a:gdLst>
              <a:gd name="T0" fmla="*/ 0 w 400"/>
              <a:gd name="T1" fmla="*/ 0 h 691"/>
              <a:gd name="T2" fmla="*/ 246 w 400"/>
              <a:gd name="T3" fmla="*/ 691 h 691"/>
              <a:gd name="T4" fmla="*/ 400 w 400"/>
              <a:gd name="T5" fmla="*/ 691 h 691"/>
              <a:gd name="T6" fmla="*/ 182 w 400"/>
              <a:gd name="T7" fmla="*/ 315 h 691"/>
              <a:gd name="T8" fmla="*/ 0 w 400"/>
              <a:gd name="T9" fmla="*/ 0 h 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691">
                <a:moveTo>
                  <a:pt x="0" y="0"/>
                </a:moveTo>
                <a:lnTo>
                  <a:pt x="246" y="691"/>
                </a:lnTo>
                <a:lnTo>
                  <a:pt x="400" y="691"/>
                </a:lnTo>
                <a:lnTo>
                  <a:pt x="182" y="315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5AE85B9-53E6-A349-9F2A-0B5B0CCBA702}"/>
              </a:ext>
            </a:extLst>
          </p:cNvPr>
          <p:cNvSpPr txBox="1"/>
          <p:nvPr/>
        </p:nvSpPr>
        <p:spPr>
          <a:xfrm>
            <a:off x="5421372" y="2307239"/>
            <a:ext cx="179536" cy="43088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</a:t>
            </a:r>
          </a:p>
        </p:txBody>
      </p:sp>
      <p:sp>
        <p:nvSpPr>
          <p:cNvPr id="102" name="Freeform 101">
            <a:extLst>
              <a:ext uri="{FF2B5EF4-FFF2-40B4-BE49-F238E27FC236}">
                <a16:creationId xmlns:a16="http://schemas.microsoft.com/office/drawing/2014/main" id="{2CC4B16F-3336-8647-93DA-0ABC69664EFB}"/>
              </a:ext>
            </a:extLst>
          </p:cNvPr>
          <p:cNvSpPr>
            <a:spLocks/>
          </p:cNvSpPr>
          <p:nvPr/>
        </p:nvSpPr>
        <p:spPr bwMode="auto">
          <a:xfrm>
            <a:off x="5574932" y="1935228"/>
            <a:ext cx="1999668" cy="1908347"/>
          </a:xfrm>
          <a:custGeom>
            <a:avLst/>
            <a:gdLst>
              <a:gd name="T0" fmla="*/ 604 w 629"/>
              <a:gd name="T1" fmla="*/ 308 h 600"/>
              <a:gd name="T2" fmla="*/ 602 w 629"/>
              <a:gd name="T3" fmla="*/ 158 h 600"/>
              <a:gd name="T4" fmla="*/ 550 w 629"/>
              <a:gd name="T5" fmla="*/ 69 h 600"/>
              <a:gd name="T6" fmla="*/ 430 w 629"/>
              <a:gd name="T7" fmla="*/ 0 h 600"/>
              <a:gd name="T8" fmla="*/ 0 w 629"/>
              <a:gd name="T9" fmla="*/ 0 h 600"/>
              <a:gd name="T10" fmla="*/ 131 w 629"/>
              <a:gd name="T11" fmla="*/ 73 h 600"/>
              <a:gd name="T12" fmla="*/ 436 w 629"/>
              <a:gd name="T13" fmla="*/ 600 h 600"/>
              <a:gd name="T14" fmla="*/ 604 w 629"/>
              <a:gd name="T15" fmla="*/ 308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29" h="600">
                <a:moveTo>
                  <a:pt x="604" y="308"/>
                </a:moveTo>
                <a:cubicBezTo>
                  <a:pt x="628" y="262"/>
                  <a:pt x="629" y="206"/>
                  <a:pt x="602" y="158"/>
                </a:cubicBezTo>
                <a:cubicBezTo>
                  <a:pt x="550" y="69"/>
                  <a:pt x="550" y="69"/>
                  <a:pt x="550" y="69"/>
                </a:cubicBezTo>
                <a:cubicBezTo>
                  <a:pt x="528" y="31"/>
                  <a:pt x="474" y="0"/>
                  <a:pt x="430" y="0"/>
                </a:cubicBezTo>
                <a:cubicBezTo>
                  <a:pt x="0" y="0"/>
                  <a:pt x="0" y="0"/>
                  <a:pt x="0" y="0"/>
                </a:cubicBezTo>
                <a:cubicBezTo>
                  <a:pt x="55" y="0"/>
                  <a:pt x="104" y="29"/>
                  <a:pt x="131" y="73"/>
                </a:cubicBezTo>
                <a:cubicBezTo>
                  <a:pt x="436" y="600"/>
                  <a:pt x="436" y="600"/>
                  <a:pt x="436" y="600"/>
                </a:cubicBezTo>
                <a:cubicBezTo>
                  <a:pt x="604" y="308"/>
                  <a:pt x="604" y="308"/>
                  <a:pt x="604" y="308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03" name="Freeform 102">
            <a:extLst>
              <a:ext uri="{FF2B5EF4-FFF2-40B4-BE49-F238E27FC236}">
                <a16:creationId xmlns:a16="http://schemas.microsoft.com/office/drawing/2014/main" id="{68A5EB4D-B699-FB4C-A18B-2732F639E645}"/>
              </a:ext>
            </a:extLst>
          </p:cNvPr>
          <p:cNvSpPr>
            <a:spLocks/>
          </p:cNvSpPr>
          <p:nvPr/>
        </p:nvSpPr>
        <p:spPr bwMode="auto">
          <a:xfrm>
            <a:off x="6856115" y="2914246"/>
            <a:ext cx="639249" cy="929328"/>
          </a:xfrm>
          <a:custGeom>
            <a:avLst/>
            <a:gdLst>
              <a:gd name="T0" fmla="*/ 476 w 476"/>
              <a:gd name="T1" fmla="*/ 0 h 692"/>
              <a:gd name="T2" fmla="*/ 0 w 476"/>
              <a:gd name="T3" fmla="*/ 559 h 692"/>
              <a:gd name="T4" fmla="*/ 78 w 476"/>
              <a:gd name="T5" fmla="*/ 692 h 692"/>
              <a:gd name="T6" fmla="*/ 476 w 476"/>
              <a:gd name="T7" fmla="*/ 0 h 6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76" h="692">
                <a:moveTo>
                  <a:pt x="476" y="0"/>
                </a:moveTo>
                <a:lnTo>
                  <a:pt x="0" y="559"/>
                </a:lnTo>
                <a:lnTo>
                  <a:pt x="78" y="692"/>
                </a:lnTo>
                <a:lnTo>
                  <a:pt x="476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BA0F9D7-94B5-134E-ADD2-D05861A024B1}"/>
              </a:ext>
            </a:extLst>
          </p:cNvPr>
          <p:cNvSpPr txBox="1"/>
          <p:nvPr/>
        </p:nvSpPr>
        <p:spPr>
          <a:xfrm>
            <a:off x="6759895" y="2307239"/>
            <a:ext cx="179536" cy="43088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</a:t>
            </a:r>
          </a:p>
        </p:txBody>
      </p:sp>
      <p:sp>
        <p:nvSpPr>
          <p:cNvPr id="105" name="Freeform 104">
            <a:extLst>
              <a:ext uri="{FF2B5EF4-FFF2-40B4-BE49-F238E27FC236}">
                <a16:creationId xmlns:a16="http://schemas.microsoft.com/office/drawing/2014/main" id="{9C5FA001-D17D-5141-A765-BB144B02D360}"/>
              </a:ext>
            </a:extLst>
          </p:cNvPr>
          <p:cNvSpPr>
            <a:spLocks/>
          </p:cNvSpPr>
          <p:nvPr/>
        </p:nvSpPr>
        <p:spPr bwMode="auto">
          <a:xfrm>
            <a:off x="6528433" y="2437495"/>
            <a:ext cx="1713617" cy="2156794"/>
          </a:xfrm>
          <a:custGeom>
            <a:avLst/>
            <a:gdLst>
              <a:gd name="T0" fmla="*/ 337 w 539"/>
              <a:gd name="T1" fmla="*/ 678 h 678"/>
              <a:gd name="T2" fmla="*/ 466 w 539"/>
              <a:gd name="T3" fmla="*/ 600 h 678"/>
              <a:gd name="T4" fmla="*/ 517 w 539"/>
              <a:gd name="T5" fmla="*/ 511 h 678"/>
              <a:gd name="T6" fmla="*/ 517 w 539"/>
              <a:gd name="T7" fmla="*/ 373 h 678"/>
              <a:gd name="T8" fmla="*/ 302 w 539"/>
              <a:gd name="T9" fmla="*/ 0 h 678"/>
              <a:gd name="T10" fmla="*/ 304 w 539"/>
              <a:gd name="T11" fmla="*/ 150 h 678"/>
              <a:gd name="T12" fmla="*/ 0 w 539"/>
              <a:gd name="T13" fmla="*/ 678 h 678"/>
              <a:gd name="T14" fmla="*/ 337 w 539"/>
              <a:gd name="T15" fmla="*/ 678 h 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39" h="678">
                <a:moveTo>
                  <a:pt x="337" y="678"/>
                </a:moveTo>
                <a:cubicBezTo>
                  <a:pt x="389" y="676"/>
                  <a:pt x="438" y="648"/>
                  <a:pt x="466" y="600"/>
                </a:cubicBezTo>
                <a:cubicBezTo>
                  <a:pt x="517" y="511"/>
                  <a:pt x="517" y="511"/>
                  <a:pt x="517" y="511"/>
                </a:cubicBezTo>
                <a:cubicBezTo>
                  <a:pt x="539" y="473"/>
                  <a:pt x="539" y="411"/>
                  <a:pt x="517" y="373"/>
                </a:cubicBezTo>
                <a:cubicBezTo>
                  <a:pt x="302" y="0"/>
                  <a:pt x="302" y="0"/>
                  <a:pt x="302" y="0"/>
                </a:cubicBezTo>
                <a:cubicBezTo>
                  <a:pt x="329" y="48"/>
                  <a:pt x="328" y="104"/>
                  <a:pt x="304" y="150"/>
                </a:cubicBezTo>
                <a:cubicBezTo>
                  <a:pt x="0" y="678"/>
                  <a:pt x="0" y="678"/>
                  <a:pt x="0" y="678"/>
                </a:cubicBezTo>
                <a:cubicBezTo>
                  <a:pt x="337" y="678"/>
                  <a:pt x="337" y="678"/>
                  <a:pt x="337" y="678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06" name="Freeform 105">
            <a:extLst>
              <a:ext uri="{FF2B5EF4-FFF2-40B4-BE49-F238E27FC236}">
                <a16:creationId xmlns:a16="http://schemas.microsoft.com/office/drawing/2014/main" id="{72229DFE-5D63-1342-B70B-6108F15AD379}"/>
              </a:ext>
            </a:extLst>
          </p:cNvPr>
          <p:cNvSpPr>
            <a:spLocks/>
          </p:cNvSpPr>
          <p:nvPr/>
        </p:nvSpPr>
        <p:spPr bwMode="auto">
          <a:xfrm>
            <a:off x="6528433" y="4412990"/>
            <a:ext cx="1071682" cy="181300"/>
          </a:xfrm>
          <a:custGeom>
            <a:avLst/>
            <a:gdLst>
              <a:gd name="T0" fmla="*/ 76 w 798"/>
              <a:gd name="T1" fmla="*/ 0 h 135"/>
              <a:gd name="T2" fmla="*/ 0 w 798"/>
              <a:gd name="T3" fmla="*/ 135 h 135"/>
              <a:gd name="T4" fmla="*/ 798 w 798"/>
              <a:gd name="T5" fmla="*/ 135 h 135"/>
              <a:gd name="T6" fmla="*/ 76 w 798"/>
              <a:gd name="T7" fmla="*/ 0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98" h="135">
                <a:moveTo>
                  <a:pt x="76" y="0"/>
                </a:moveTo>
                <a:lnTo>
                  <a:pt x="0" y="135"/>
                </a:lnTo>
                <a:lnTo>
                  <a:pt x="798" y="135"/>
                </a:lnTo>
                <a:lnTo>
                  <a:pt x="76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BF48F91-6E83-A648-8545-71DDC88FED77}"/>
              </a:ext>
            </a:extLst>
          </p:cNvPr>
          <p:cNvSpPr txBox="1"/>
          <p:nvPr/>
        </p:nvSpPr>
        <p:spPr>
          <a:xfrm>
            <a:off x="7494234" y="3639026"/>
            <a:ext cx="179536" cy="43088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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08" name="Freeform 107">
            <a:extLst>
              <a:ext uri="{FF2B5EF4-FFF2-40B4-BE49-F238E27FC236}">
                <a16:creationId xmlns:a16="http://schemas.microsoft.com/office/drawing/2014/main" id="{37A58831-0710-E942-ACCC-78542EA2E196}"/>
              </a:ext>
            </a:extLst>
          </p:cNvPr>
          <p:cNvSpPr>
            <a:spLocks/>
          </p:cNvSpPr>
          <p:nvPr/>
        </p:nvSpPr>
        <p:spPr bwMode="auto">
          <a:xfrm>
            <a:off x="5663567" y="4345842"/>
            <a:ext cx="2346151" cy="1406079"/>
          </a:xfrm>
          <a:custGeom>
            <a:avLst/>
            <a:gdLst>
              <a:gd name="T0" fmla="*/ 168 w 738"/>
              <a:gd name="T1" fmla="*/ 370 h 442"/>
              <a:gd name="T2" fmla="*/ 300 w 738"/>
              <a:gd name="T3" fmla="*/ 442 h 442"/>
              <a:gd name="T4" fmla="*/ 402 w 738"/>
              <a:gd name="T5" fmla="*/ 442 h 442"/>
              <a:gd name="T6" fmla="*/ 522 w 738"/>
              <a:gd name="T7" fmla="*/ 373 h 442"/>
              <a:gd name="T8" fmla="*/ 738 w 738"/>
              <a:gd name="T9" fmla="*/ 0 h 442"/>
              <a:gd name="T10" fmla="*/ 609 w 738"/>
              <a:gd name="T11" fmla="*/ 78 h 442"/>
              <a:gd name="T12" fmla="*/ 0 w 738"/>
              <a:gd name="T13" fmla="*/ 78 h 442"/>
              <a:gd name="T14" fmla="*/ 168 w 738"/>
              <a:gd name="T15" fmla="*/ 370 h 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38" h="442">
                <a:moveTo>
                  <a:pt x="168" y="370"/>
                </a:moveTo>
                <a:cubicBezTo>
                  <a:pt x="196" y="413"/>
                  <a:pt x="244" y="442"/>
                  <a:pt x="300" y="442"/>
                </a:cubicBezTo>
                <a:cubicBezTo>
                  <a:pt x="402" y="442"/>
                  <a:pt x="402" y="442"/>
                  <a:pt x="402" y="442"/>
                </a:cubicBezTo>
                <a:cubicBezTo>
                  <a:pt x="446" y="442"/>
                  <a:pt x="500" y="411"/>
                  <a:pt x="522" y="373"/>
                </a:cubicBezTo>
                <a:cubicBezTo>
                  <a:pt x="738" y="0"/>
                  <a:pt x="738" y="0"/>
                  <a:pt x="738" y="0"/>
                </a:cubicBezTo>
                <a:cubicBezTo>
                  <a:pt x="710" y="48"/>
                  <a:pt x="661" y="76"/>
                  <a:pt x="609" y="78"/>
                </a:cubicBezTo>
                <a:cubicBezTo>
                  <a:pt x="0" y="78"/>
                  <a:pt x="0" y="78"/>
                  <a:pt x="0" y="78"/>
                </a:cubicBezTo>
                <a:cubicBezTo>
                  <a:pt x="168" y="370"/>
                  <a:pt x="168" y="370"/>
                  <a:pt x="168" y="370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09" name="Freeform 108">
            <a:extLst>
              <a:ext uri="{FF2B5EF4-FFF2-40B4-BE49-F238E27FC236}">
                <a16:creationId xmlns:a16="http://schemas.microsoft.com/office/drawing/2014/main" id="{6B65960E-8E38-2641-8542-40510B131EFC}"/>
              </a:ext>
            </a:extLst>
          </p:cNvPr>
          <p:cNvSpPr>
            <a:spLocks/>
          </p:cNvSpPr>
          <p:nvPr/>
        </p:nvSpPr>
        <p:spPr bwMode="auto">
          <a:xfrm>
            <a:off x="5663567" y="4594289"/>
            <a:ext cx="534498" cy="927986"/>
          </a:xfrm>
          <a:custGeom>
            <a:avLst/>
            <a:gdLst>
              <a:gd name="T0" fmla="*/ 0 w 398"/>
              <a:gd name="T1" fmla="*/ 0 h 691"/>
              <a:gd name="T2" fmla="*/ 5 w 398"/>
              <a:gd name="T3" fmla="*/ 7 h 691"/>
              <a:gd name="T4" fmla="*/ 398 w 398"/>
              <a:gd name="T5" fmla="*/ 691 h 691"/>
              <a:gd name="T6" fmla="*/ 154 w 398"/>
              <a:gd name="T7" fmla="*/ 0 h 691"/>
              <a:gd name="T8" fmla="*/ 0 w 398"/>
              <a:gd name="T9" fmla="*/ 0 h 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8" h="691">
                <a:moveTo>
                  <a:pt x="0" y="0"/>
                </a:moveTo>
                <a:lnTo>
                  <a:pt x="5" y="7"/>
                </a:lnTo>
                <a:lnTo>
                  <a:pt x="398" y="691"/>
                </a:lnTo>
                <a:lnTo>
                  <a:pt x="15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3A114D8-6055-694B-891B-AF8329AEE1FD}"/>
              </a:ext>
            </a:extLst>
          </p:cNvPr>
          <p:cNvSpPr txBox="1"/>
          <p:nvPr/>
        </p:nvSpPr>
        <p:spPr>
          <a:xfrm>
            <a:off x="6584038" y="4953381"/>
            <a:ext cx="179536" cy="43088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</a:t>
            </a:r>
          </a:p>
        </p:txBody>
      </p:sp>
      <p:sp>
        <p:nvSpPr>
          <p:cNvPr id="111" name="Freeform 110">
            <a:extLst>
              <a:ext uri="{FF2B5EF4-FFF2-40B4-BE49-F238E27FC236}">
                <a16:creationId xmlns:a16="http://schemas.microsoft.com/office/drawing/2014/main" id="{9943FBA1-2A6F-4340-B85A-764410BF41D8}"/>
              </a:ext>
            </a:extLst>
          </p:cNvPr>
          <p:cNvSpPr>
            <a:spLocks/>
          </p:cNvSpPr>
          <p:nvPr/>
        </p:nvSpPr>
        <p:spPr bwMode="auto">
          <a:xfrm>
            <a:off x="4614716" y="3843575"/>
            <a:ext cx="2002354" cy="1908347"/>
          </a:xfrm>
          <a:custGeom>
            <a:avLst/>
            <a:gdLst>
              <a:gd name="T0" fmla="*/ 25 w 630"/>
              <a:gd name="T1" fmla="*/ 292 h 600"/>
              <a:gd name="T2" fmla="*/ 28 w 630"/>
              <a:gd name="T3" fmla="*/ 442 h 600"/>
              <a:gd name="T4" fmla="*/ 79 w 630"/>
              <a:gd name="T5" fmla="*/ 531 h 600"/>
              <a:gd name="T6" fmla="*/ 199 w 630"/>
              <a:gd name="T7" fmla="*/ 600 h 600"/>
              <a:gd name="T8" fmla="*/ 630 w 630"/>
              <a:gd name="T9" fmla="*/ 600 h 600"/>
              <a:gd name="T10" fmla="*/ 498 w 630"/>
              <a:gd name="T11" fmla="*/ 528 h 600"/>
              <a:gd name="T12" fmla="*/ 194 w 630"/>
              <a:gd name="T13" fmla="*/ 0 h 600"/>
              <a:gd name="T14" fmla="*/ 25 w 630"/>
              <a:gd name="T15" fmla="*/ 292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0" h="600">
                <a:moveTo>
                  <a:pt x="25" y="292"/>
                </a:moveTo>
                <a:cubicBezTo>
                  <a:pt x="1" y="338"/>
                  <a:pt x="0" y="394"/>
                  <a:pt x="28" y="442"/>
                </a:cubicBezTo>
                <a:cubicBezTo>
                  <a:pt x="79" y="531"/>
                  <a:pt x="79" y="531"/>
                  <a:pt x="79" y="531"/>
                </a:cubicBezTo>
                <a:cubicBezTo>
                  <a:pt x="101" y="569"/>
                  <a:pt x="155" y="600"/>
                  <a:pt x="199" y="600"/>
                </a:cubicBezTo>
                <a:cubicBezTo>
                  <a:pt x="630" y="600"/>
                  <a:pt x="630" y="600"/>
                  <a:pt x="630" y="600"/>
                </a:cubicBezTo>
                <a:cubicBezTo>
                  <a:pt x="574" y="600"/>
                  <a:pt x="526" y="571"/>
                  <a:pt x="498" y="528"/>
                </a:cubicBezTo>
                <a:cubicBezTo>
                  <a:pt x="194" y="0"/>
                  <a:pt x="194" y="0"/>
                  <a:pt x="194" y="0"/>
                </a:cubicBezTo>
                <a:cubicBezTo>
                  <a:pt x="25" y="292"/>
                  <a:pt x="25" y="292"/>
                  <a:pt x="25" y="292"/>
                </a:cubicBezTo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12" name="Freeform 111">
            <a:extLst>
              <a:ext uri="{FF2B5EF4-FFF2-40B4-BE49-F238E27FC236}">
                <a16:creationId xmlns:a16="http://schemas.microsoft.com/office/drawing/2014/main" id="{1EBF98C0-8C2B-5541-B445-7C71B62E6587}"/>
              </a:ext>
            </a:extLst>
          </p:cNvPr>
          <p:cNvSpPr>
            <a:spLocks/>
          </p:cNvSpPr>
          <p:nvPr/>
        </p:nvSpPr>
        <p:spPr bwMode="auto">
          <a:xfrm>
            <a:off x="4693950" y="3843574"/>
            <a:ext cx="639249" cy="927986"/>
          </a:xfrm>
          <a:custGeom>
            <a:avLst/>
            <a:gdLst>
              <a:gd name="T0" fmla="*/ 400 w 476"/>
              <a:gd name="T1" fmla="*/ 0 h 691"/>
              <a:gd name="T2" fmla="*/ 0 w 476"/>
              <a:gd name="T3" fmla="*/ 691 h 691"/>
              <a:gd name="T4" fmla="*/ 476 w 476"/>
              <a:gd name="T5" fmla="*/ 132 h 691"/>
              <a:gd name="T6" fmla="*/ 400 w 476"/>
              <a:gd name="T7" fmla="*/ 0 h 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76" h="691">
                <a:moveTo>
                  <a:pt x="400" y="0"/>
                </a:moveTo>
                <a:lnTo>
                  <a:pt x="0" y="691"/>
                </a:lnTo>
                <a:lnTo>
                  <a:pt x="476" y="132"/>
                </a:lnTo>
                <a:lnTo>
                  <a:pt x="400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F3D2C47-F977-494F-A01C-195687E0CDBC}"/>
              </a:ext>
            </a:extLst>
          </p:cNvPr>
          <p:cNvSpPr txBox="1"/>
          <p:nvPr/>
        </p:nvSpPr>
        <p:spPr>
          <a:xfrm>
            <a:off x="5251503" y="4953381"/>
            <a:ext cx="179536" cy="43088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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14" name="Freeform 113">
            <a:extLst>
              <a:ext uri="{FF2B5EF4-FFF2-40B4-BE49-F238E27FC236}">
                <a16:creationId xmlns:a16="http://schemas.microsoft.com/office/drawing/2014/main" id="{67F0E270-23CE-F449-8116-78E24FE6F386}"/>
              </a:ext>
            </a:extLst>
          </p:cNvPr>
          <p:cNvSpPr>
            <a:spLocks/>
          </p:cNvSpPr>
          <p:nvPr/>
        </p:nvSpPr>
        <p:spPr bwMode="auto">
          <a:xfrm>
            <a:off x="3949950" y="3095545"/>
            <a:ext cx="1713617" cy="2152765"/>
          </a:xfrm>
          <a:custGeom>
            <a:avLst/>
            <a:gdLst>
              <a:gd name="T0" fmla="*/ 201 w 539"/>
              <a:gd name="T1" fmla="*/ 0 h 677"/>
              <a:gd name="T2" fmla="*/ 73 w 539"/>
              <a:gd name="T3" fmla="*/ 77 h 677"/>
              <a:gd name="T4" fmla="*/ 22 w 539"/>
              <a:gd name="T5" fmla="*/ 166 h 677"/>
              <a:gd name="T6" fmla="*/ 22 w 539"/>
              <a:gd name="T7" fmla="*/ 304 h 677"/>
              <a:gd name="T8" fmla="*/ 237 w 539"/>
              <a:gd name="T9" fmla="*/ 677 h 677"/>
              <a:gd name="T10" fmla="*/ 234 w 539"/>
              <a:gd name="T11" fmla="*/ 527 h 677"/>
              <a:gd name="T12" fmla="*/ 539 w 539"/>
              <a:gd name="T13" fmla="*/ 0 h 677"/>
              <a:gd name="T14" fmla="*/ 201 w 539"/>
              <a:gd name="T15" fmla="*/ 0 h 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39" h="677">
                <a:moveTo>
                  <a:pt x="201" y="0"/>
                </a:moveTo>
                <a:cubicBezTo>
                  <a:pt x="150" y="2"/>
                  <a:pt x="101" y="29"/>
                  <a:pt x="73" y="77"/>
                </a:cubicBezTo>
                <a:cubicBezTo>
                  <a:pt x="22" y="166"/>
                  <a:pt x="22" y="166"/>
                  <a:pt x="22" y="166"/>
                </a:cubicBezTo>
                <a:cubicBezTo>
                  <a:pt x="0" y="204"/>
                  <a:pt x="0" y="266"/>
                  <a:pt x="22" y="304"/>
                </a:cubicBezTo>
                <a:cubicBezTo>
                  <a:pt x="237" y="677"/>
                  <a:pt x="237" y="677"/>
                  <a:pt x="237" y="677"/>
                </a:cubicBezTo>
                <a:cubicBezTo>
                  <a:pt x="209" y="629"/>
                  <a:pt x="210" y="573"/>
                  <a:pt x="234" y="527"/>
                </a:cubicBezTo>
                <a:cubicBezTo>
                  <a:pt x="539" y="0"/>
                  <a:pt x="539" y="0"/>
                  <a:pt x="539" y="0"/>
                </a:cubicBezTo>
                <a:cubicBezTo>
                  <a:pt x="201" y="0"/>
                  <a:pt x="201" y="0"/>
                  <a:pt x="201" y="0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15" name="Freeform 114">
            <a:extLst>
              <a:ext uri="{FF2B5EF4-FFF2-40B4-BE49-F238E27FC236}">
                <a16:creationId xmlns:a16="http://schemas.microsoft.com/office/drawing/2014/main" id="{89391EE3-77B9-1243-817F-6323EE6BC5B6}"/>
              </a:ext>
            </a:extLst>
          </p:cNvPr>
          <p:cNvSpPr>
            <a:spLocks/>
          </p:cNvSpPr>
          <p:nvPr/>
        </p:nvSpPr>
        <p:spPr bwMode="auto">
          <a:xfrm>
            <a:off x="4589199" y="3095545"/>
            <a:ext cx="1074368" cy="178614"/>
          </a:xfrm>
          <a:custGeom>
            <a:avLst/>
            <a:gdLst>
              <a:gd name="T0" fmla="*/ 800 w 800"/>
              <a:gd name="T1" fmla="*/ 0 h 133"/>
              <a:gd name="T2" fmla="*/ 0 w 800"/>
              <a:gd name="T3" fmla="*/ 0 h 133"/>
              <a:gd name="T4" fmla="*/ 722 w 800"/>
              <a:gd name="T5" fmla="*/ 133 h 133"/>
              <a:gd name="T6" fmla="*/ 800 w 800"/>
              <a:gd name="T7" fmla="*/ 0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00" h="133">
                <a:moveTo>
                  <a:pt x="800" y="0"/>
                </a:moveTo>
                <a:lnTo>
                  <a:pt x="0" y="0"/>
                </a:lnTo>
                <a:lnTo>
                  <a:pt x="722" y="133"/>
                </a:lnTo>
                <a:lnTo>
                  <a:pt x="80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137AFC6-AA9C-BE42-9AD1-312E32F07CB6}"/>
              </a:ext>
            </a:extLst>
          </p:cNvPr>
          <p:cNvSpPr txBox="1"/>
          <p:nvPr/>
        </p:nvSpPr>
        <p:spPr>
          <a:xfrm>
            <a:off x="4543345" y="3639026"/>
            <a:ext cx="179536" cy="43088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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6611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42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2" id="{1FA589A1-0B2A-4F44-97D9-C242F3010324}" vid="{DFEAFBB2-D4D4-764F-80C1-244A30EA48A6}"/>
    </a:ext>
  </a:extLst>
</a:theme>
</file>

<file path=ppt/theme/theme2.xml><?xml version="1.0" encoding="utf-8"?>
<a:theme xmlns:a="http://schemas.openxmlformats.org/drawingml/2006/main" name="4_Office Them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cc_CoreTemplate_Graphik_100820" id="{49DBA5FE-D7D0-7E4B-91FA-5CF7CE14D163}" vid="{DBC2176E-0E90-094E-B41E-2DF55F50486E}"/>
    </a:ext>
  </a:extLst>
</a:theme>
</file>

<file path=ppt/theme/theme3.xml><?xml version="1.0" encoding="utf-8"?>
<a:theme xmlns:a="http://schemas.openxmlformats.org/drawingml/2006/main" name="1_Accenture 2020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Presentation1" id="{2FBF4F2E-F087-4272-92B7-EBFC9338E4E0}" vid="{7D8D2FDC-5BB6-426F-B842-14018C48757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2869</TotalTime>
  <Words>825</Words>
  <Application>Microsoft Office PowerPoint</Application>
  <PresentationFormat>Widescreen</PresentationFormat>
  <Paragraphs>176</Paragraphs>
  <Slides>9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6" baseType="lpstr">
      <vt:lpstr>Arial</vt:lpstr>
      <vt:lpstr>Arial Black</vt:lpstr>
      <vt:lpstr>Calibri</vt:lpstr>
      <vt:lpstr>Graphik</vt:lpstr>
      <vt:lpstr>Graphik Light</vt:lpstr>
      <vt:lpstr>Graphik Medium</vt:lpstr>
      <vt:lpstr>Graphik Regular</vt:lpstr>
      <vt:lpstr>Graphik Semibold</vt:lpstr>
      <vt:lpstr>GT Sectra Fine</vt:lpstr>
      <vt:lpstr>GT Sectra Fine Rg</vt:lpstr>
      <vt:lpstr>Segoe UI</vt:lpstr>
      <vt:lpstr>System Font</vt:lpstr>
      <vt:lpstr>Wingdings</vt:lpstr>
      <vt:lpstr>Slideworks</vt:lpstr>
      <vt:lpstr>4_Office Theme</vt:lpstr>
      <vt:lpstr>1_Accenture 2020</vt:lpstr>
      <vt:lpstr>think-cell Slide</vt:lpstr>
      <vt:lpstr>Visual Models and Narrative Shapes</vt:lpstr>
      <vt:lpstr>PowerPoint Presentation</vt:lpstr>
      <vt:lpstr>PowerPoint Presentation</vt:lpstr>
      <vt:lpstr>Framework</vt:lpstr>
      <vt:lpstr>Five Key Points</vt:lpstr>
      <vt:lpstr>PowerPoint Presentation</vt:lpstr>
      <vt:lpstr>PowerPoint Presentation</vt:lpstr>
      <vt:lpstr>PowerPoint Presentation</vt:lpstr>
      <vt:lpstr>PowerPoint Presentation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Case Template</dc:title>
  <dc:subject>Business case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</dc:description>
  <cp:lastModifiedBy>Peralta, Mario</cp:lastModifiedBy>
  <cp:revision>368</cp:revision>
  <dcterms:created xsi:type="dcterms:W3CDTF">2025-08-18T13:32:02Z</dcterms:created>
  <dcterms:modified xsi:type="dcterms:W3CDTF">2026-04-20T23:01:40Z</dcterms:modified>
  <cp:category>Management consulting, presentation design, business</cp:category>
</cp:coreProperties>
</file>