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xml" ContentType="application/vnd.openxmlformats-officedocument.them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3.xml" ContentType="application/vnd.openxmlformats-officedocument.them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685.xml" ContentType="application/vnd.openxmlformats-officedocument.presentationml.tags+xml"/>
  <Override PartName="/ppt/tags/tag68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5" r:id="rId1"/>
    <p:sldMasterId id="2147484308" r:id="rId2"/>
    <p:sldMasterId id="2147484362" r:id="rId3"/>
  </p:sldMasterIdLst>
  <p:notesMasterIdLst>
    <p:notesMasterId r:id="rId15"/>
  </p:notesMasterIdLst>
  <p:handoutMasterIdLst>
    <p:handoutMasterId r:id="rId16"/>
  </p:handoutMasterIdLst>
  <p:sldIdLst>
    <p:sldId id="2147471492" r:id="rId4"/>
    <p:sldId id="332" r:id="rId5"/>
    <p:sldId id="320" r:id="rId6"/>
    <p:sldId id="309" r:id="rId7"/>
    <p:sldId id="305" r:id="rId8"/>
    <p:sldId id="326" r:id="rId9"/>
    <p:sldId id="329" r:id="rId10"/>
    <p:sldId id="2147473396" r:id="rId11"/>
    <p:sldId id="2147473398" r:id="rId12"/>
    <p:sldId id="2147471565" r:id="rId13"/>
    <p:sldId id="2147471277" r:id="rId14"/>
  </p:sldIdLst>
  <p:sldSz cx="12192000" cy="6858000"/>
  <p:notesSz cx="6858000" cy="9144000"/>
  <p:custDataLst>
    <p:tags r:id="rId17"/>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3D7"/>
    <a:srgbClr val="99E6A9"/>
    <a:srgbClr val="D9EED3"/>
    <a:srgbClr val="8AE694"/>
    <a:srgbClr val="F0ACAD"/>
    <a:srgbClr val="D8EED2"/>
    <a:srgbClr val="FFD2D3"/>
    <a:srgbClr val="F9D3D2"/>
    <a:srgbClr val="BDF1C6"/>
    <a:srgbClr val="AAF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83"/>
    <p:restoredTop sz="93574"/>
  </p:normalViewPr>
  <p:slideViewPr>
    <p:cSldViewPr snapToGrid="0" showGuides="1">
      <p:cViewPr varScale="1">
        <p:scale>
          <a:sx n="92" d="100"/>
          <a:sy n="92" d="100"/>
        </p:scale>
        <p:origin x="618" y="306"/>
      </p:cViewPr>
      <p:guideLst>
        <p:guide orient="horz" pos="2115"/>
        <p:guide pos="3817"/>
      </p:guideLst>
    </p:cSldViewPr>
  </p:slideViewPr>
  <p:outlineViewPr>
    <p:cViewPr>
      <p:scale>
        <a:sx n="33" d="100"/>
        <a:sy n="33" d="100"/>
      </p:scale>
      <p:origin x="0" y="-8536"/>
    </p:cViewPr>
  </p:outlineViewPr>
  <p:notesTextViewPr>
    <p:cViewPr>
      <p:scale>
        <a:sx n="90" d="100"/>
        <a:sy n="90" d="100"/>
      </p:scale>
      <p:origin x="0" y="0"/>
    </p:cViewPr>
  </p:notesTextViewPr>
  <p:sorterViewPr>
    <p:cViewPr>
      <p:scale>
        <a:sx n="20" d="100"/>
        <a:sy n="20" d="100"/>
      </p:scale>
      <p:origin x="0" y="0"/>
    </p:cViewPr>
  </p:sorter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A3AEA8-7145-3B46-467D-FE8035BB5B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latin typeface="Arial" panose="020B0604020202020204" pitchFamily="34" charset="0"/>
            </a:endParaRPr>
          </a:p>
        </p:txBody>
      </p:sp>
      <p:sp>
        <p:nvSpPr>
          <p:cNvPr id="3" name="Date Placeholder 2">
            <a:extLst>
              <a:ext uri="{FF2B5EF4-FFF2-40B4-BE49-F238E27FC236}">
                <a16:creationId xmlns:a16="http://schemas.microsoft.com/office/drawing/2014/main" id="{5DDDF294-DA80-FE06-BE5D-61F0381D9C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5CE297-58AE-AB45-BA01-DE87D03C6280}" type="datetimeFigureOut">
              <a:rPr lang="en-DK" smtClean="0">
                <a:latin typeface="Arial" panose="020B0604020202020204" pitchFamily="34" charset="0"/>
              </a:rPr>
              <a:t>04/20/2026</a:t>
            </a:fld>
            <a:endParaRPr lang="en-DK">
              <a:latin typeface="Arial" panose="020B0604020202020204" pitchFamily="34" charset="0"/>
            </a:endParaRPr>
          </a:p>
        </p:txBody>
      </p:sp>
      <p:sp>
        <p:nvSpPr>
          <p:cNvPr id="4" name="Footer Placeholder 3">
            <a:extLst>
              <a:ext uri="{FF2B5EF4-FFF2-40B4-BE49-F238E27FC236}">
                <a16:creationId xmlns:a16="http://schemas.microsoft.com/office/drawing/2014/main" id="{35EBDDF6-2C4B-DDB9-1B91-0FF64E49D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latin typeface="Arial" panose="020B0604020202020204" pitchFamily="34" charset="0"/>
            </a:endParaRPr>
          </a:p>
        </p:txBody>
      </p:sp>
      <p:sp>
        <p:nvSpPr>
          <p:cNvPr id="5" name="Slide Number Placeholder 4">
            <a:extLst>
              <a:ext uri="{FF2B5EF4-FFF2-40B4-BE49-F238E27FC236}">
                <a16:creationId xmlns:a16="http://schemas.microsoft.com/office/drawing/2014/main" id="{EFD591D7-7EBB-B29F-E28A-D976E9102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5D3F3-CF65-F84F-94C3-BE9E59EB410B}" type="slidenum">
              <a:rPr lang="en-DK" smtClean="0">
                <a:latin typeface="Arial" panose="020B0604020202020204" pitchFamily="34" charset="0"/>
              </a:rPr>
              <a:t>‹#›</a:t>
            </a:fld>
            <a:endParaRPr lang="en-DK">
              <a:latin typeface="Arial" panose="020B0604020202020204" pitchFamily="34" charset="0"/>
            </a:endParaRPr>
          </a:p>
        </p:txBody>
      </p:sp>
    </p:spTree>
    <p:extLst>
      <p:ext uri="{BB962C8B-B14F-4D97-AF65-F5344CB8AC3E}">
        <p14:creationId xmlns:p14="http://schemas.microsoft.com/office/powerpoint/2010/main" val="1743824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DF2B39A-E3F6-634C-B40F-EA6B645C08D7}" type="datetimeFigureOut">
              <a:rPr lang="en-DK" smtClean="0"/>
              <a:pPr/>
              <a:t>04/20/2026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CF1CD82C-8186-9E41-8B8B-F66E4066A413}" type="slidenum">
              <a:rPr lang="en-DK" smtClean="0"/>
              <a:pPr/>
              <a:t>‹#›</a:t>
            </a:fld>
            <a:endParaRPr lang="en-DK"/>
          </a:p>
        </p:txBody>
      </p:sp>
    </p:spTree>
    <p:extLst>
      <p:ext uri="{BB962C8B-B14F-4D97-AF65-F5344CB8AC3E}">
        <p14:creationId xmlns:p14="http://schemas.microsoft.com/office/powerpoint/2010/main" val="80491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657B-0FB5-1C2B-9781-7DFBDBFC6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FA76E-0DF5-D7D0-C9E2-DE6786491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2CF9C-00C2-6C34-FB40-19983733CE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BC0AE0-7325-641B-CC7D-6F7C6D97B4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7D8B55-39BC-4D04-B42F-ED52A3F8467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3665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1CD82C-8186-9E41-8B8B-F66E4066A413}" type="slidenum">
              <a:rPr lang="en-DK" smtClean="0"/>
              <a:pPr/>
              <a:t>8</a:t>
            </a:fld>
            <a:endParaRPr lang="en-DK"/>
          </a:p>
        </p:txBody>
      </p:sp>
    </p:spTree>
    <p:extLst>
      <p:ext uri="{BB962C8B-B14F-4D97-AF65-F5344CB8AC3E}">
        <p14:creationId xmlns:p14="http://schemas.microsoft.com/office/powerpoint/2010/main" val="2942925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Calibri"/>
                <a:cs typeface="+mn-cs"/>
                <a:sym typeface="Calibri"/>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rial" panose="020B0604020202020204" pitchFamily="34" charset="0"/>
              <a:ea typeface="Calibri"/>
              <a:cs typeface="+mn-cs"/>
              <a:sym typeface="Calibri"/>
            </a:endParaRPr>
          </a:p>
        </p:txBody>
      </p:sp>
    </p:spTree>
    <p:extLst>
      <p:ext uri="{BB962C8B-B14F-4D97-AF65-F5344CB8AC3E}">
        <p14:creationId xmlns:p14="http://schemas.microsoft.com/office/powerpoint/2010/main" val="192884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02B4A1-1790-3247-9A67-BF82FCEE6CDC}"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13447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Master" Target="../slideMasters/slideMaster1.xml"/><Relationship Id="rId5" Type="http://schemas.openxmlformats.org/officeDocument/2006/relationships/tags" Target="../tags/tag58.xml"/><Relationship Id="rId4" Type="http://schemas.openxmlformats.org/officeDocument/2006/relationships/tags" Target="../tags/tag57.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Master" Target="../slideMasters/slideMaster1.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slideMaster" Target="../slideMasters/slideMaster1.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 Type="http://schemas.openxmlformats.org/officeDocument/2006/relationships/tags" Target="../tags/tag87.xml"/><Relationship Id="rId16" Type="http://schemas.openxmlformats.org/officeDocument/2006/relationships/tags" Target="../tags/tag101.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tags" Target="../tags/tag100.xml"/><Relationship Id="rId10" Type="http://schemas.openxmlformats.org/officeDocument/2006/relationships/tags" Target="../tags/tag95.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tags" Target="../tags/tag120.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 Type="http://schemas.openxmlformats.org/officeDocument/2006/relationships/tags" Target="../tags/tag104.xml"/><Relationship Id="rId16" Type="http://schemas.openxmlformats.org/officeDocument/2006/relationships/tags" Target="../tags/tag118.xml"/><Relationship Id="rId20" Type="http://schemas.openxmlformats.org/officeDocument/2006/relationships/slideMaster" Target="../slideMasters/slideMaster1.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tags" Target="../tags/tag117.xml"/><Relationship Id="rId10" Type="http://schemas.openxmlformats.org/officeDocument/2006/relationships/tags" Target="../tags/tag112.xml"/><Relationship Id="rId19" Type="http://schemas.openxmlformats.org/officeDocument/2006/relationships/tags" Target="../tags/tag121.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tags" Target="../tags/tag139.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 Type="http://schemas.openxmlformats.org/officeDocument/2006/relationships/tags" Target="../tags/tag123.xml"/><Relationship Id="rId16" Type="http://schemas.openxmlformats.org/officeDocument/2006/relationships/tags" Target="../tags/tag137.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tags" Target="../tags/tag136.xml"/><Relationship Id="rId10" Type="http://schemas.openxmlformats.org/officeDocument/2006/relationships/tags" Target="../tags/tag131.xml"/><Relationship Id="rId19" Type="http://schemas.openxmlformats.org/officeDocument/2006/relationships/slideMaster" Target="../slideMasters/slideMaster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tags" Target="../tags/tag157.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tags" Target="../tags/tag156.xml"/><Relationship Id="rId2" Type="http://schemas.openxmlformats.org/officeDocument/2006/relationships/tags" Target="../tags/tag141.xml"/><Relationship Id="rId16" Type="http://schemas.openxmlformats.org/officeDocument/2006/relationships/tags" Target="../tags/tag155.xml"/><Relationship Id="rId20" Type="http://schemas.openxmlformats.org/officeDocument/2006/relationships/slideMaster" Target="../slideMasters/slideMaster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tags" Target="../tags/tag154.xml"/><Relationship Id="rId10" Type="http://schemas.openxmlformats.org/officeDocument/2006/relationships/tags" Target="../tags/tag149.xml"/><Relationship Id="rId19" Type="http://schemas.openxmlformats.org/officeDocument/2006/relationships/tags" Target="../tags/tag158.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tags" Target="../tags/tag153.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slideMaster" Target="../slideMasters/slideMaster1.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slideMaster" Target="../slideMasters/slideMaster1.xml"/><Relationship Id="rId4" Type="http://schemas.openxmlformats.org/officeDocument/2006/relationships/tags" Target="../tags/tag179.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82.xml"/><Relationship Id="rId7" Type="http://schemas.openxmlformats.org/officeDocument/2006/relationships/tags" Target="../tags/tag186.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94.xml"/><Relationship Id="rId3" Type="http://schemas.openxmlformats.org/officeDocument/2006/relationships/tags" Target="../tags/tag189.xml"/><Relationship Id="rId7" Type="http://schemas.openxmlformats.org/officeDocument/2006/relationships/tags" Target="../tags/tag193.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5" Type="http://schemas.openxmlformats.org/officeDocument/2006/relationships/tags" Target="../tags/tag191.xml"/><Relationship Id="rId10" Type="http://schemas.openxmlformats.org/officeDocument/2006/relationships/slideMaster" Target="../slideMasters/slideMaster1.xml"/><Relationship Id="rId4" Type="http://schemas.openxmlformats.org/officeDocument/2006/relationships/tags" Target="../tags/tag190.xml"/><Relationship Id="rId9" Type="http://schemas.openxmlformats.org/officeDocument/2006/relationships/tags" Target="../tags/tag195.xml"/></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5.xml"/><Relationship Id="rId7" Type="http://schemas.openxmlformats.org/officeDocument/2006/relationships/tags" Target="../tags/tag209.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217.xml"/><Relationship Id="rId13" Type="http://schemas.openxmlformats.org/officeDocument/2006/relationships/tags" Target="../tags/tag222.xml"/><Relationship Id="rId18" Type="http://schemas.openxmlformats.org/officeDocument/2006/relationships/slideMaster" Target="../slideMasters/slideMaster1.xml"/><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tags" Target="../tags/tag221.xml"/><Relationship Id="rId17" Type="http://schemas.openxmlformats.org/officeDocument/2006/relationships/tags" Target="../tags/tag226.xml"/><Relationship Id="rId2" Type="http://schemas.openxmlformats.org/officeDocument/2006/relationships/tags" Target="../tags/tag211.xml"/><Relationship Id="rId16" Type="http://schemas.openxmlformats.org/officeDocument/2006/relationships/tags" Target="../tags/tag225.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tags" Target="../tags/tag220.xml"/><Relationship Id="rId5" Type="http://schemas.openxmlformats.org/officeDocument/2006/relationships/tags" Target="../tags/tag214.xml"/><Relationship Id="rId15" Type="http://schemas.openxmlformats.org/officeDocument/2006/relationships/tags" Target="../tags/tag22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 Id="rId14" Type="http://schemas.openxmlformats.org/officeDocument/2006/relationships/tags" Target="../tags/tag223.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234.xml"/><Relationship Id="rId13" Type="http://schemas.openxmlformats.org/officeDocument/2006/relationships/tags" Target="../tags/tag239.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tags" Target="../tags/tag238.xml"/><Relationship Id="rId2" Type="http://schemas.openxmlformats.org/officeDocument/2006/relationships/tags" Target="../tags/tag228.xml"/><Relationship Id="rId16" Type="http://schemas.openxmlformats.org/officeDocument/2006/relationships/slideMaster" Target="../slideMasters/slideMaster1.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tags" Target="../tags/tag237.xml"/><Relationship Id="rId5" Type="http://schemas.openxmlformats.org/officeDocument/2006/relationships/tags" Target="../tags/tag231.xml"/><Relationship Id="rId15" Type="http://schemas.openxmlformats.org/officeDocument/2006/relationships/tags" Target="../tags/tag241.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 Id="rId14" Type="http://schemas.openxmlformats.org/officeDocument/2006/relationships/tags" Target="../tags/tag240.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249.xml"/><Relationship Id="rId13" Type="http://schemas.openxmlformats.org/officeDocument/2006/relationships/tags" Target="../tags/tag254.xml"/><Relationship Id="rId18" Type="http://schemas.openxmlformats.org/officeDocument/2006/relationships/slideMaster" Target="../slideMasters/slideMaster1.xml"/><Relationship Id="rId3" Type="http://schemas.openxmlformats.org/officeDocument/2006/relationships/tags" Target="../tags/tag244.xml"/><Relationship Id="rId7" Type="http://schemas.openxmlformats.org/officeDocument/2006/relationships/tags" Target="../tags/tag248.xml"/><Relationship Id="rId12" Type="http://schemas.openxmlformats.org/officeDocument/2006/relationships/tags" Target="../tags/tag253.xml"/><Relationship Id="rId17" Type="http://schemas.openxmlformats.org/officeDocument/2006/relationships/tags" Target="../tags/tag258.xml"/><Relationship Id="rId2" Type="http://schemas.openxmlformats.org/officeDocument/2006/relationships/tags" Target="../tags/tag243.xml"/><Relationship Id="rId16" Type="http://schemas.openxmlformats.org/officeDocument/2006/relationships/tags" Target="../tags/tag257.xml"/><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tags" Target="../tags/tag252.xml"/><Relationship Id="rId5" Type="http://schemas.openxmlformats.org/officeDocument/2006/relationships/tags" Target="../tags/tag246.xml"/><Relationship Id="rId15" Type="http://schemas.openxmlformats.org/officeDocument/2006/relationships/tags" Target="../tags/tag256.xml"/><Relationship Id="rId10" Type="http://schemas.openxmlformats.org/officeDocument/2006/relationships/tags" Target="../tags/tag251.xml"/><Relationship Id="rId4" Type="http://schemas.openxmlformats.org/officeDocument/2006/relationships/tags" Target="../tags/tag245.xml"/><Relationship Id="rId9" Type="http://schemas.openxmlformats.org/officeDocument/2006/relationships/tags" Target="../tags/tag250.xml"/><Relationship Id="rId14" Type="http://schemas.openxmlformats.org/officeDocument/2006/relationships/tags" Target="../tags/tag255.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266.xml"/><Relationship Id="rId13" Type="http://schemas.openxmlformats.org/officeDocument/2006/relationships/tags" Target="../tags/tag271.xml"/><Relationship Id="rId18" Type="http://schemas.openxmlformats.org/officeDocument/2006/relationships/tags" Target="../tags/tag276.xml"/><Relationship Id="rId3" Type="http://schemas.openxmlformats.org/officeDocument/2006/relationships/tags" Target="../tags/tag261.xml"/><Relationship Id="rId7" Type="http://schemas.openxmlformats.org/officeDocument/2006/relationships/tags" Target="../tags/tag265.xml"/><Relationship Id="rId12" Type="http://schemas.openxmlformats.org/officeDocument/2006/relationships/tags" Target="../tags/tag270.xml"/><Relationship Id="rId17" Type="http://schemas.openxmlformats.org/officeDocument/2006/relationships/tags" Target="../tags/tag275.xml"/><Relationship Id="rId2" Type="http://schemas.openxmlformats.org/officeDocument/2006/relationships/tags" Target="../tags/tag260.xml"/><Relationship Id="rId16" Type="http://schemas.openxmlformats.org/officeDocument/2006/relationships/tags" Target="../tags/tag274.xml"/><Relationship Id="rId1" Type="http://schemas.openxmlformats.org/officeDocument/2006/relationships/tags" Target="../tags/tag259.xml"/><Relationship Id="rId6" Type="http://schemas.openxmlformats.org/officeDocument/2006/relationships/tags" Target="../tags/tag264.xml"/><Relationship Id="rId11" Type="http://schemas.openxmlformats.org/officeDocument/2006/relationships/tags" Target="../tags/tag269.xml"/><Relationship Id="rId5" Type="http://schemas.openxmlformats.org/officeDocument/2006/relationships/tags" Target="../tags/tag263.xml"/><Relationship Id="rId15" Type="http://schemas.openxmlformats.org/officeDocument/2006/relationships/tags" Target="../tags/tag273.xml"/><Relationship Id="rId10" Type="http://schemas.openxmlformats.org/officeDocument/2006/relationships/tags" Target="../tags/tag268.xml"/><Relationship Id="rId19" Type="http://schemas.openxmlformats.org/officeDocument/2006/relationships/slideMaster" Target="../slideMasters/slideMaster1.xml"/><Relationship Id="rId4" Type="http://schemas.openxmlformats.org/officeDocument/2006/relationships/tags" Target="../tags/tag262.xml"/><Relationship Id="rId9" Type="http://schemas.openxmlformats.org/officeDocument/2006/relationships/tags" Target="../tags/tag267.xml"/><Relationship Id="rId14" Type="http://schemas.openxmlformats.org/officeDocument/2006/relationships/tags" Target="../tags/tag27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tags" Target="../tags/tag289.xml"/><Relationship Id="rId18" Type="http://schemas.openxmlformats.org/officeDocument/2006/relationships/slideMaster" Target="../slideMasters/slideMaster1.xml"/><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tags" Target="../tags/tag288.xml"/><Relationship Id="rId17" Type="http://schemas.openxmlformats.org/officeDocument/2006/relationships/tags" Target="../tags/tag293.xml"/><Relationship Id="rId2" Type="http://schemas.openxmlformats.org/officeDocument/2006/relationships/tags" Target="../tags/tag278.xml"/><Relationship Id="rId16" Type="http://schemas.openxmlformats.org/officeDocument/2006/relationships/tags" Target="../tags/tag292.xml"/><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tags" Target="../tags/tag287.xml"/><Relationship Id="rId5" Type="http://schemas.openxmlformats.org/officeDocument/2006/relationships/tags" Target="../tags/tag281.xml"/><Relationship Id="rId15" Type="http://schemas.openxmlformats.org/officeDocument/2006/relationships/tags" Target="../tags/tag291.xml"/><Relationship Id="rId10" Type="http://schemas.openxmlformats.org/officeDocument/2006/relationships/tags" Target="../tags/tag286.xml"/><Relationship Id="rId4" Type="http://schemas.openxmlformats.org/officeDocument/2006/relationships/tags" Target="../tags/tag280.xml"/><Relationship Id="rId9" Type="http://schemas.openxmlformats.org/officeDocument/2006/relationships/tags" Target="../tags/tag285.xml"/><Relationship Id="rId14" Type="http://schemas.openxmlformats.org/officeDocument/2006/relationships/tags" Target="../tags/tag290.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301.xml"/><Relationship Id="rId13" Type="http://schemas.openxmlformats.org/officeDocument/2006/relationships/tags" Target="../tags/tag306.xml"/><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tags" Target="../tags/tag305.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tags" Target="../tags/tag304.xml"/><Relationship Id="rId5" Type="http://schemas.openxmlformats.org/officeDocument/2006/relationships/tags" Target="../tags/tag298.xml"/><Relationship Id="rId10" Type="http://schemas.openxmlformats.org/officeDocument/2006/relationships/tags" Target="../tags/tag303.xml"/><Relationship Id="rId4" Type="http://schemas.openxmlformats.org/officeDocument/2006/relationships/tags" Target="../tags/tag297.xml"/><Relationship Id="rId9" Type="http://schemas.openxmlformats.org/officeDocument/2006/relationships/tags" Target="../tags/tag302.xml"/><Relationship Id="rId1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309.xml"/><Relationship Id="rId2" Type="http://schemas.openxmlformats.org/officeDocument/2006/relationships/tags" Target="../tags/tag308.xml"/><Relationship Id="rId1" Type="http://schemas.openxmlformats.org/officeDocument/2006/relationships/tags" Target="../tags/tag307.xml"/><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312.xml"/><Relationship Id="rId2" Type="http://schemas.openxmlformats.org/officeDocument/2006/relationships/tags" Target="../tags/tag311.xml"/><Relationship Id="rId1" Type="http://schemas.openxmlformats.org/officeDocument/2006/relationships/tags" Target="../tags/tag310.xml"/><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320.xml"/><Relationship Id="rId13" Type="http://schemas.openxmlformats.org/officeDocument/2006/relationships/tags" Target="../tags/tag325.xml"/><Relationship Id="rId18" Type="http://schemas.openxmlformats.org/officeDocument/2006/relationships/slideMaster" Target="../slideMasters/slideMaster1.xml"/><Relationship Id="rId3" Type="http://schemas.openxmlformats.org/officeDocument/2006/relationships/tags" Target="../tags/tag315.xml"/><Relationship Id="rId7" Type="http://schemas.openxmlformats.org/officeDocument/2006/relationships/tags" Target="../tags/tag319.xml"/><Relationship Id="rId12" Type="http://schemas.openxmlformats.org/officeDocument/2006/relationships/tags" Target="../tags/tag324.xml"/><Relationship Id="rId17" Type="http://schemas.openxmlformats.org/officeDocument/2006/relationships/tags" Target="../tags/tag329.xml"/><Relationship Id="rId2" Type="http://schemas.openxmlformats.org/officeDocument/2006/relationships/tags" Target="../tags/tag314.xml"/><Relationship Id="rId16" Type="http://schemas.openxmlformats.org/officeDocument/2006/relationships/tags" Target="../tags/tag328.xml"/><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tags" Target="../tags/tag323.xml"/><Relationship Id="rId5" Type="http://schemas.openxmlformats.org/officeDocument/2006/relationships/tags" Target="../tags/tag317.xml"/><Relationship Id="rId15" Type="http://schemas.openxmlformats.org/officeDocument/2006/relationships/tags" Target="../tags/tag327.xml"/><Relationship Id="rId10" Type="http://schemas.openxmlformats.org/officeDocument/2006/relationships/tags" Target="../tags/tag322.xml"/><Relationship Id="rId4" Type="http://schemas.openxmlformats.org/officeDocument/2006/relationships/tags" Target="../tags/tag316.xml"/><Relationship Id="rId9" Type="http://schemas.openxmlformats.org/officeDocument/2006/relationships/tags" Target="../tags/tag321.xml"/><Relationship Id="rId14" Type="http://schemas.openxmlformats.org/officeDocument/2006/relationships/tags" Target="../tags/tag32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jpe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tags" Target="../tags/tag332.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slideMaster" Target="../slideMasters/slideMaster2.xml"/><Relationship Id="rId5" Type="http://schemas.openxmlformats.org/officeDocument/2006/relationships/tags" Target="../tags/tag334.xml"/><Relationship Id="rId4" Type="http://schemas.openxmlformats.org/officeDocument/2006/relationships/tags" Target="../tags/tag333.xml"/></Relationships>
</file>

<file path=ppt/slideLayouts/_rels/slideLayout8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380.xml"/><Relationship Id="rId7" Type="http://schemas.openxmlformats.org/officeDocument/2006/relationships/tags" Target="../tags/tag384.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392.xml"/><Relationship Id="rId3" Type="http://schemas.openxmlformats.org/officeDocument/2006/relationships/tags" Target="../tags/tag387.xml"/><Relationship Id="rId7" Type="http://schemas.openxmlformats.org/officeDocument/2006/relationships/tags" Target="../tags/tag391.xml"/><Relationship Id="rId2" Type="http://schemas.openxmlformats.org/officeDocument/2006/relationships/tags" Target="../tags/tag386.xml"/><Relationship Id="rId1" Type="http://schemas.openxmlformats.org/officeDocument/2006/relationships/tags" Target="../tags/tag385.xml"/><Relationship Id="rId6" Type="http://schemas.openxmlformats.org/officeDocument/2006/relationships/tags" Target="../tags/tag390.xml"/><Relationship Id="rId5" Type="http://schemas.openxmlformats.org/officeDocument/2006/relationships/tags" Target="../tags/tag389.xml"/><Relationship Id="rId4" Type="http://schemas.openxmlformats.org/officeDocument/2006/relationships/tags" Target="../tags/tag388.xml"/><Relationship Id="rId9"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tags" Target="../tags/tag395.xml"/><Relationship Id="rId2" Type="http://schemas.openxmlformats.org/officeDocument/2006/relationships/tags" Target="../tags/tag394.xml"/><Relationship Id="rId1" Type="http://schemas.openxmlformats.org/officeDocument/2006/relationships/tags" Target="../tags/tag393.xml"/><Relationship Id="rId6" Type="http://schemas.openxmlformats.org/officeDocument/2006/relationships/slideMaster" Target="../slideMasters/slideMaster3.xml"/><Relationship Id="rId5" Type="http://schemas.openxmlformats.org/officeDocument/2006/relationships/tags" Target="../tags/tag397.xml"/><Relationship Id="rId4" Type="http://schemas.openxmlformats.org/officeDocument/2006/relationships/tags" Target="../tags/tag396.xml"/></Relationships>
</file>

<file path=ppt/slideLayouts/_rels/slideLayout83.xml.rels><?xml version="1.0" encoding="UTF-8" standalone="yes"?>
<Relationships xmlns="http://schemas.openxmlformats.org/package/2006/relationships"><Relationship Id="rId3" Type="http://schemas.openxmlformats.org/officeDocument/2006/relationships/tags" Target="../tags/tag400.xml"/><Relationship Id="rId2" Type="http://schemas.openxmlformats.org/officeDocument/2006/relationships/tags" Target="../tags/tag399.xml"/><Relationship Id="rId1" Type="http://schemas.openxmlformats.org/officeDocument/2006/relationships/tags" Target="../tags/tag398.xml"/><Relationship Id="rId6" Type="http://schemas.openxmlformats.org/officeDocument/2006/relationships/slideMaster" Target="../slideMasters/slideMaster3.xml"/><Relationship Id="rId5" Type="http://schemas.openxmlformats.org/officeDocument/2006/relationships/tags" Target="../tags/tag402.xml"/><Relationship Id="rId4" Type="http://schemas.openxmlformats.org/officeDocument/2006/relationships/tags" Target="../tags/tag401.xml"/></Relationships>
</file>

<file path=ppt/slideLayouts/_rels/slideLayout84.xml.rels><?xml version="1.0" encoding="UTF-8" standalone="yes"?>
<Relationships xmlns="http://schemas.openxmlformats.org/package/2006/relationships"><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 Id="rId6" Type="http://schemas.openxmlformats.org/officeDocument/2006/relationships/slideMaster" Target="../slideMasters/slideMaster3.xml"/><Relationship Id="rId5" Type="http://schemas.openxmlformats.org/officeDocument/2006/relationships/tags" Target="../tags/tag407.xml"/><Relationship Id="rId4" Type="http://schemas.openxmlformats.org/officeDocument/2006/relationships/tags" Target="../tags/tag406.xml"/></Relationships>
</file>

<file path=ppt/slideLayouts/_rels/slideLayout85.xml.rels><?xml version="1.0" encoding="UTF-8" standalone="yes"?>
<Relationships xmlns="http://schemas.openxmlformats.org/package/2006/relationships"><Relationship Id="rId8" Type="http://schemas.openxmlformats.org/officeDocument/2006/relationships/tags" Target="../tags/tag415.xml"/><Relationship Id="rId13" Type="http://schemas.openxmlformats.org/officeDocument/2006/relationships/tags" Target="../tags/tag420.xml"/><Relationship Id="rId18" Type="http://schemas.openxmlformats.org/officeDocument/2006/relationships/tags" Target="../tags/tag425.xml"/><Relationship Id="rId3" Type="http://schemas.openxmlformats.org/officeDocument/2006/relationships/tags" Target="../tags/tag410.xml"/><Relationship Id="rId7" Type="http://schemas.openxmlformats.org/officeDocument/2006/relationships/tags" Target="../tags/tag414.xml"/><Relationship Id="rId12" Type="http://schemas.openxmlformats.org/officeDocument/2006/relationships/tags" Target="../tags/tag419.xml"/><Relationship Id="rId17" Type="http://schemas.openxmlformats.org/officeDocument/2006/relationships/tags" Target="../tags/tag424.xml"/><Relationship Id="rId2" Type="http://schemas.openxmlformats.org/officeDocument/2006/relationships/tags" Target="../tags/tag409.xml"/><Relationship Id="rId16" Type="http://schemas.openxmlformats.org/officeDocument/2006/relationships/tags" Target="../tags/tag423.xml"/><Relationship Id="rId1" Type="http://schemas.openxmlformats.org/officeDocument/2006/relationships/tags" Target="../tags/tag408.xml"/><Relationship Id="rId6" Type="http://schemas.openxmlformats.org/officeDocument/2006/relationships/tags" Target="../tags/tag413.xml"/><Relationship Id="rId11" Type="http://schemas.openxmlformats.org/officeDocument/2006/relationships/tags" Target="../tags/tag418.xml"/><Relationship Id="rId5" Type="http://schemas.openxmlformats.org/officeDocument/2006/relationships/tags" Target="../tags/tag412.xml"/><Relationship Id="rId15" Type="http://schemas.openxmlformats.org/officeDocument/2006/relationships/tags" Target="../tags/tag422.xml"/><Relationship Id="rId10" Type="http://schemas.openxmlformats.org/officeDocument/2006/relationships/tags" Target="../tags/tag417.xml"/><Relationship Id="rId19" Type="http://schemas.openxmlformats.org/officeDocument/2006/relationships/slideMaster" Target="../slideMasters/slideMaster3.xml"/><Relationship Id="rId4" Type="http://schemas.openxmlformats.org/officeDocument/2006/relationships/tags" Target="../tags/tag411.xml"/><Relationship Id="rId9" Type="http://schemas.openxmlformats.org/officeDocument/2006/relationships/tags" Target="../tags/tag416.xml"/><Relationship Id="rId14" Type="http://schemas.openxmlformats.org/officeDocument/2006/relationships/tags" Target="../tags/tag421.xml"/></Relationships>
</file>

<file path=ppt/slideLayouts/_rels/slideLayout86.xml.rels><?xml version="1.0" encoding="UTF-8" standalone="yes"?>
<Relationships xmlns="http://schemas.openxmlformats.org/package/2006/relationships"><Relationship Id="rId8" Type="http://schemas.openxmlformats.org/officeDocument/2006/relationships/tags" Target="../tags/tag433.xml"/><Relationship Id="rId13" Type="http://schemas.openxmlformats.org/officeDocument/2006/relationships/tags" Target="../tags/tag438.xml"/><Relationship Id="rId18" Type="http://schemas.openxmlformats.org/officeDocument/2006/relationships/tags" Target="../tags/tag443.xml"/><Relationship Id="rId3" Type="http://schemas.openxmlformats.org/officeDocument/2006/relationships/tags" Target="../tags/tag428.xml"/><Relationship Id="rId7" Type="http://schemas.openxmlformats.org/officeDocument/2006/relationships/tags" Target="../tags/tag432.xml"/><Relationship Id="rId12" Type="http://schemas.openxmlformats.org/officeDocument/2006/relationships/tags" Target="../tags/tag437.xml"/><Relationship Id="rId17" Type="http://schemas.openxmlformats.org/officeDocument/2006/relationships/tags" Target="../tags/tag442.xml"/><Relationship Id="rId2" Type="http://schemas.openxmlformats.org/officeDocument/2006/relationships/tags" Target="../tags/tag427.xml"/><Relationship Id="rId16" Type="http://schemas.openxmlformats.org/officeDocument/2006/relationships/tags" Target="../tags/tag441.xml"/><Relationship Id="rId1" Type="http://schemas.openxmlformats.org/officeDocument/2006/relationships/tags" Target="../tags/tag426.xml"/><Relationship Id="rId6" Type="http://schemas.openxmlformats.org/officeDocument/2006/relationships/tags" Target="../tags/tag431.xml"/><Relationship Id="rId11" Type="http://schemas.openxmlformats.org/officeDocument/2006/relationships/tags" Target="../tags/tag436.xml"/><Relationship Id="rId5" Type="http://schemas.openxmlformats.org/officeDocument/2006/relationships/tags" Target="../tags/tag430.xml"/><Relationship Id="rId15" Type="http://schemas.openxmlformats.org/officeDocument/2006/relationships/tags" Target="../tags/tag440.xml"/><Relationship Id="rId10" Type="http://schemas.openxmlformats.org/officeDocument/2006/relationships/tags" Target="../tags/tag435.xml"/><Relationship Id="rId19" Type="http://schemas.openxmlformats.org/officeDocument/2006/relationships/slideMaster" Target="../slideMasters/slideMaster3.xml"/><Relationship Id="rId4" Type="http://schemas.openxmlformats.org/officeDocument/2006/relationships/tags" Target="../tags/tag429.xml"/><Relationship Id="rId9" Type="http://schemas.openxmlformats.org/officeDocument/2006/relationships/tags" Target="../tags/tag434.xml"/><Relationship Id="rId14" Type="http://schemas.openxmlformats.org/officeDocument/2006/relationships/tags" Target="../tags/tag439.xml"/></Relationships>
</file>

<file path=ppt/slideLayouts/_rels/slideLayout87.xml.rels><?xml version="1.0" encoding="UTF-8" standalone="yes"?>
<Relationships xmlns="http://schemas.openxmlformats.org/package/2006/relationships"><Relationship Id="rId8" Type="http://schemas.openxmlformats.org/officeDocument/2006/relationships/tags" Target="../tags/tag451.xml"/><Relationship Id="rId13" Type="http://schemas.openxmlformats.org/officeDocument/2006/relationships/tags" Target="../tags/tag456.xml"/><Relationship Id="rId18" Type="http://schemas.openxmlformats.org/officeDocument/2006/relationships/tags" Target="../tags/tag461.xml"/><Relationship Id="rId3" Type="http://schemas.openxmlformats.org/officeDocument/2006/relationships/tags" Target="../tags/tag446.xml"/><Relationship Id="rId21" Type="http://schemas.openxmlformats.org/officeDocument/2006/relationships/slideMaster" Target="../slideMasters/slideMaster3.xml"/><Relationship Id="rId7" Type="http://schemas.openxmlformats.org/officeDocument/2006/relationships/tags" Target="../tags/tag450.xml"/><Relationship Id="rId12" Type="http://schemas.openxmlformats.org/officeDocument/2006/relationships/tags" Target="../tags/tag455.xml"/><Relationship Id="rId17" Type="http://schemas.openxmlformats.org/officeDocument/2006/relationships/tags" Target="../tags/tag460.xml"/><Relationship Id="rId2" Type="http://schemas.openxmlformats.org/officeDocument/2006/relationships/tags" Target="../tags/tag445.xml"/><Relationship Id="rId16" Type="http://schemas.openxmlformats.org/officeDocument/2006/relationships/tags" Target="../tags/tag459.xml"/><Relationship Id="rId20" Type="http://schemas.openxmlformats.org/officeDocument/2006/relationships/tags" Target="../tags/tag463.xml"/><Relationship Id="rId1" Type="http://schemas.openxmlformats.org/officeDocument/2006/relationships/tags" Target="../tags/tag444.xml"/><Relationship Id="rId6" Type="http://schemas.openxmlformats.org/officeDocument/2006/relationships/tags" Target="../tags/tag449.xml"/><Relationship Id="rId11" Type="http://schemas.openxmlformats.org/officeDocument/2006/relationships/tags" Target="../tags/tag454.xml"/><Relationship Id="rId5" Type="http://schemas.openxmlformats.org/officeDocument/2006/relationships/tags" Target="../tags/tag448.xml"/><Relationship Id="rId15" Type="http://schemas.openxmlformats.org/officeDocument/2006/relationships/tags" Target="../tags/tag458.xml"/><Relationship Id="rId10" Type="http://schemas.openxmlformats.org/officeDocument/2006/relationships/tags" Target="../tags/tag453.xml"/><Relationship Id="rId19" Type="http://schemas.openxmlformats.org/officeDocument/2006/relationships/tags" Target="../tags/tag462.xml"/><Relationship Id="rId4" Type="http://schemas.openxmlformats.org/officeDocument/2006/relationships/tags" Target="../tags/tag447.xml"/><Relationship Id="rId9" Type="http://schemas.openxmlformats.org/officeDocument/2006/relationships/tags" Target="../tags/tag452.xml"/><Relationship Id="rId14" Type="http://schemas.openxmlformats.org/officeDocument/2006/relationships/tags" Target="../tags/tag457.xml"/></Relationships>
</file>

<file path=ppt/slideLayouts/_rels/slideLayout88.xml.rels><?xml version="1.0" encoding="UTF-8" standalone="yes"?>
<Relationships xmlns="http://schemas.openxmlformats.org/package/2006/relationships"><Relationship Id="rId8" Type="http://schemas.openxmlformats.org/officeDocument/2006/relationships/tags" Target="../tags/tag471.xml"/><Relationship Id="rId13" Type="http://schemas.openxmlformats.org/officeDocument/2006/relationships/tags" Target="../tags/tag476.xml"/><Relationship Id="rId18" Type="http://schemas.openxmlformats.org/officeDocument/2006/relationships/tags" Target="../tags/tag481.xml"/><Relationship Id="rId3" Type="http://schemas.openxmlformats.org/officeDocument/2006/relationships/tags" Target="../tags/tag466.xml"/><Relationship Id="rId21" Type="http://schemas.openxmlformats.org/officeDocument/2006/relationships/slideMaster" Target="../slideMasters/slideMaster3.xml"/><Relationship Id="rId7" Type="http://schemas.openxmlformats.org/officeDocument/2006/relationships/tags" Target="../tags/tag470.xml"/><Relationship Id="rId12" Type="http://schemas.openxmlformats.org/officeDocument/2006/relationships/tags" Target="../tags/tag475.xml"/><Relationship Id="rId17" Type="http://schemas.openxmlformats.org/officeDocument/2006/relationships/tags" Target="../tags/tag480.xml"/><Relationship Id="rId2" Type="http://schemas.openxmlformats.org/officeDocument/2006/relationships/tags" Target="../tags/tag465.xml"/><Relationship Id="rId16" Type="http://schemas.openxmlformats.org/officeDocument/2006/relationships/tags" Target="../tags/tag479.xml"/><Relationship Id="rId20" Type="http://schemas.openxmlformats.org/officeDocument/2006/relationships/tags" Target="../tags/tag483.xml"/><Relationship Id="rId1" Type="http://schemas.openxmlformats.org/officeDocument/2006/relationships/tags" Target="../tags/tag464.xml"/><Relationship Id="rId6" Type="http://schemas.openxmlformats.org/officeDocument/2006/relationships/tags" Target="../tags/tag469.xml"/><Relationship Id="rId11" Type="http://schemas.openxmlformats.org/officeDocument/2006/relationships/tags" Target="../tags/tag474.xml"/><Relationship Id="rId5" Type="http://schemas.openxmlformats.org/officeDocument/2006/relationships/tags" Target="../tags/tag468.xml"/><Relationship Id="rId15" Type="http://schemas.openxmlformats.org/officeDocument/2006/relationships/tags" Target="../tags/tag478.xml"/><Relationship Id="rId10" Type="http://schemas.openxmlformats.org/officeDocument/2006/relationships/tags" Target="../tags/tag473.xml"/><Relationship Id="rId19" Type="http://schemas.openxmlformats.org/officeDocument/2006/relationships/tags" Target="../tags/tag482.xml"/><Relationship Id="rId4" Type="http://schemas.openxmlformats.org/officeDocument/2006/relationships/tags" Target="../tags/tag467.xml"/><Relationship Id="rId9" Type="http://schemas.openxmlformats.org/officeDocument/2006/relationships/tags" Target="../tags/tag472.xml"/><Relationship Id="rId14" Type="http://schemas.openxmlformats.org/officeDocument/2006/relationships/tags" Target="../tags/tag477.xml"/></Relationships>
</file>

<file path=ppt/slideLayouts/_rels/slideLayout89.xml.rels><?xml version="1.0" encoding="UTF-8" standalone="yes"?>
<Relationships xmlns="http://schemas.openxmlformats.org/package/2006/relationships"><Relationship Id="rId8" Type="http://schemas.openxmlformats.org/officeDocument/2006/relationships/tags" Target="../tags/tag491.xml"/><Relationship Id="rId13" Type="http://schemas.openxmlformats.org/officeDocument/2006/relationships/tags" Target="../tags/tag496.xml"/><Relationship Id="rId18" Type="http://schemas.openxmlformats.org/officeDocument/2006/relationships/tags" Target="../tags/tag501.xml"/><Relationship Id="rId3" Type="http://schemas.openxmlformats.org/officeDocument/2006/relationships/tags" Target="../tags/tag486.xml"/><Relationship Id="rId21" Type="http://schemas.openxmlformats.org/officeDocument/2006/relationships/slideMaster" Target="../slideMasters/slideMaster3.xml"/><Relationship Id="rId7" Type="http://schemas.openxmlformats.org/officeDocument/2006/relationships/tags" Target="../tags/tag490.xml"/><Relationship Id="rId12" Type="http://schemas.openxmlformats.org/officeDocument/2006/relationships/tags" Target="../tags/tag495.xml"/><Relationship Id="rId17" Type="http://schemas.openxmlformats.org/officeDocument/2006/relationships/tags" Target="../tags/tag500.xml"/><Relationship Id="rId2" Type="http://schemas.openxmlformats.org/officeDocument/2006/relationships/tags" Target="../tags/tag485.xml"/><Relationship Id="rId16" Type="http://schemas.openxmlformats.org/officeDocument/2006/relationships/tags" Target="../tags/tag499.xml"/><Relationship Id="rId20" Type="http://schemas.openxmlformats.org/officeDocument/2006/relationships/tags" Target="../tags/tag503.xml"/><Relationship Id="rId1" Type="http://schemas.openxmlformats.org/officeDocument/2006/relationships/tags" Target="../tags/tag484.xml"/><Relationship Id="rId6" Type="http://schemas.openxmlformats.org/officeDocument/2006/relationships/tags" Target="../tags/tag489.xml"/><Relationship Id="rId11" Type="http://schemas.openxmlformats.org/officeDocument/2006/relationships/tags" Target="../tags/tag494.xml"/><Relationship Id="rId5" Type="http://schemas.openxmlformats.org/officeDocument/2006/relationships/tags" Target="../tags/tag488.xml"/><Relationship Id="rId15" Type="http://schemas.openxmlformats.org/officeDocument/2006/relationships/tags" Target="../tags/tag498.xml"/><Relationship Id="rId10" Type="http://schemas.openxmlformats.org/officeDocument/2006/relationships/tags" Target="../tags/tag493.xml"/><Relationship Id="rId19" Type="http://schemas.openxmlformats.org/officeDocument/2006/relationships/tags" Target="../tags/tag502.xml"/><Relationship Id="rId4" Type="http://schemas.openxmlformats.org/officeDocument/2006/relationships/tags" Target="../tags/tag487.xml"/><Relationship Id="rId9" Type="http://schemas.openxmlformats.org/officeDocument/2006/relationships/tags" Target="../tags/tag492.xml"/><Relationship Id="rId14" Type="http://schemas.openxmlformats.org/officeDocument/2006/relationships/tags" Target="../tags/tag497.xml"/></Relationships>
</file>

<file path=ppt/slideLayouts/_rels/slideLayout90.xml.rels><?xml version="1.0" encoding="UTF-8" standalone="yes"?>
<Relationships xmlns="http://schemas.openxmlformats.org/package/2006/relationships"><Relationship Id="rId8" Type="http://schemas.openxmlformats.org/officeDocument/2006/relationships/tags" Target="../tags/tag511.xml"/><Relationship Id="rId13" Type="http://schemas.openxmlformats.org/officeDocument/2006/relationships/tags" Target="../tags/tag516.xml"/><Relationship Id="rId3" Type="http://schemas.openxmlformats.org/officeDocument/2006/relationships/tags" Target="../tags/tag506.xml"/><Relationship Id="rId7" Type="http://schemas.openxmlformats.org/officeDocument/2006/relationships/tags" Target="../tags/tag510.xml"/><Relationship Id="rId12" Type="http://schemas.openxmlformats.org/officeDocument/2006/relationships/tags" Target="../tags/tag515.xml"/><Relationship Id="rId17" Type="http://schemas.openxmlformats.org/officeDocument/2006/relationships/slideMaster" Target="../slideMasters/slideMaster3.xml"/><Relationship Id="rId2" Type="http://schemas.openxmlformats.org/officeDocument/2006/relationships/tags" Target="../tags/tag505.xml"/><Relationship Id="rId16" Type="http://schemas.openxmlformats.org/officeDocument/2006/relationships/tags" Target="../tags/tag519.xml"/><Relationship Id="rId1" Type="http://schemas.openxmlformats.org/officeDocument/2006/relationships/tags" Target="../tags/tag504.xml"/><Relationship Id="rId6" Type="http://schemas.openxmlformats.org/officeDocument/2006/relationships/tags" Target="../tags/tag509.xml"/><Relationship Id="rId11" Type="http://schemas.openxmlformats.org/officeDocument/2006/relationships/tags" Target="../tags/tag514.xml"/><Relationship Id="rId5" Type="http://schemas.openxmlformats.org/officeDocument/2006/relationships/tags" Target="../tags/tag508.xml"/><Relationship Id="rId15" Type="http://schemas.openxmlformats.org/officeDocument/2006/relationships/tags" Target="../tags/tag518.xml"/><Relationship Id="rId10" Type="http://schemas.openxmlformats.org/officeDocument/2006/relationships/tags" Target="../tags/tag513.xml"/><Relationship Id="rId4" Type="http://schemas.openxmlformats.org/officeDocument/2006/relationships/tags" Target="../tags/tag507.xml"/><Relationship Id="rId9" Type="http://schemas.openxmlformats.org/officeDocument/2006/relationships/tags" Target="../tags/tag512.xml"/><Relationship Id="rId14" Type="http://schemas.openxmlformats.org/officeDocument/2006/relationships/tags" Target="../tags/tag517.xml"/></Relationships>
</file>

<file path=ppt/slideLayouts/_rels/slideLayout91.xml.rels><?xml version="1.0" encoding="UTF-8" standalone="yes"?>
<Relationships xmlns="http://schemas.openxmlformats.org/package/2006/relationships"><Relationship Id="rId3" Type="http://schemas.openxmlformats.org/officeDocument/2006/relationships/tags" Target="../tags/tag522.xml"/><Relationship Id="rId2" Type="http://schemas.openxmlformats.org/officeDocument/2006/relationships/tags" Target="../tags/tag521.xml"/><Relationship Id="rId1" Type="http://schemas.openxmlformats.org/officeDocument/2006/relationships/tags" Target="../tags/tag520.xml"/><Relationship Id="rId4"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tags" Target="../tags/tag525.xml"/><Relationship Id="rId2" Type="http://schemas.openxmlformats.org/officeDocument/2006/relationships/tags" Target="../tags/tag524.xml"/><Relationship Id="rId1" Type="http://schemas.openxmlformats.org/officeDocument/2006/relationships/tags" Target="../tags/tag523.xml"/><Relationship Id="rId5" Type="http://schemas.openxmlformats.org/officeDocument/2006/relationships/slideMaster" Target="../slideMasters/slideMaster3.xml"/><Relationship Id="rId4" Type="http://schemas.openxmlformats.org/officeDocument/2006/relationships/tags" Target="../tags/tag526.xml"/></Relationships>
</file>

<file path=ppt/slideLayouts/_rels/slideLayout93.xml.rels><?xml version="1.0" encoding="UTF-8" standalone="yes"?>
<Relationships xmlns="http://schemas.openxmlformats.org/package/2006/relationships"><Relationship Id="rId3" Type="http://schemas.openxmlformats.org/officeDocument/2006/relationships/tags" Target="../tags/tag529.xml"/><Relationship Id="rId2" Type="http://schemas.openxmlformats.org/officeDocument/2006/relationships/tags" Target="../tags/tag528.xml"/><Relationship Id="rId1" Type="http://schemas.openxmlformats.org/officeDocument/2006/relationships/tags" Target="../tags/tag527.xml"/><Relationship Id="rId6" Type="http://schemas.openxmlformats.org/officeDocument/2006/relationships/slideMaster" Target="../slideMasters/slideMaster3.xml"/><Relationship Id="rId5" Type="http://schemas.openxmlformats.org/officeDocument/2006/relationships/tags" Target="../tags/tag531.xml"/><Relationship Id="rId4" Type="http://schemas.openxmlformats.org/officeDocument/2006/relationships/tags" Target="../tags/tag530.xml"/></Relationships>
</file>

<file path=ppt/slideLayouts/_rels/slideLayout94.xml.rels><?xml version="1.0" encoding="UTF-8" standalone="yes"?>
<Relationships xmlns="http://schemas.openxmlformats.org/package/2006/relationships"><Relationship Id="rId8" Type="http://schemas.openxmlformats.org/officeDocument/2006/relationships/tags" Target="../tags/tag539.xml"/><Relationship Id="rId3" Type="http://schemas.openxmlformats.org/officeDocument/2006/relationships/tags" Target="../tags/tag534.xml"/><Relationship Id="rId7" Type="http://schemas.openxmlformats.org/officeDocument/2006/relationships/tags" Target="../tags/tag538.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 Id="rId9"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8" Type="http://schemas.openxmlformats.org/officeDocument/2006/relationships/tags" Target="../tags/tag547.xml"/><Relationship Id="rId3" Type="http://schemas.openxmlformats.org/officeDocument/2006/relationships/tags" Target="../tags/tag542.xml"/><Relationship Id="rId7" Type="http://schemas.openxmlformats.org/officeDocument/2006/relationships/tags" Target="../tags/tag546.xml"/><Relationship Id="rId2" Type="http://schemas.openxmlformats.org/officeDocument/2006/relationships/tags" Target="../tags/tag541.xml"/><Relationship Id="rId1" Type="http://schemas.openxmlformats.org/officeDocument/2006/relationships/tags" Target="../tags/tag540.xml"/><Relationship Id="rId6" Type="http://schemas.openxmlformats.org/officeDocument/2006/relationships/tags" Target="../tags/tag545.xml"/><Relationship Id="rId5" Type="http://schemas.openxmlformats.org/officeDocument/2006/relationships/tags" Target="../tags/tag544.xml"/><Relationship Id="rId10" Type="http://schemas.openxmlformats.org/officeDocument/2006/relationships/slideMaster" Target="../slideMasters/slideMaster3.xml"/><Relationship Id="rId4" Type="http://schemas.openxmlformats.org/officeDocument/2006/relationships/tags" Target="../tags/tag543.xml"/><Relationship Id="rId9" Type="http://schemas.openxmlformats.org/officeDocument/2006/relationships/tags" Target="../tags/tag548.xml"/></Relationships>
</file>

<file path=ppt/slideLayouts/_rels/slideLayout9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551.xml"/><Relationship Id="rId7" Type="http://schemas.openxmlformats.org/officeDocument/2006/relationships/tags" Target="../tags/tag555.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5" Type="http://schemas.openxmlformats.org/officeDocument/2006/relationships/tags" Target="../tags/tag553.xml"/><Relationship Id="rId4" Type="http://schemas.openxmlformats.org/officeDocument/2006/relationships/tags" Target="../tags/tag552.xml"/></Relationships>
</file>

<file path=ppt/slideLayouts/_rels/slideLayout97.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558.xml"/><Relationship Id="rId7" Type="http://schemas.openxmlformats.org/officeDocument/2006/relationships/tags" Target="../tags/tag562.xml"/><Relationship Id="rId2" Type="http://schemas.openxmlformats.org/officeDocument/2006/relationships/tags" Target="../tags/tag557.xml"/><Relationship Id="rId1" Type="http://schemas.openxmlformats.org/officeDocument/2006/relationships/tags" Target="../tags/tag556.xml"/><Relationship Id="rId6" Type="http://schemas.openxmlformats.org/officeDocument/2006/relationships/tags" Target="../tags/tag561.xml"/><Relationship Id="rId5" Type="http://schemas.openxmlformats.org/officeDocument/2006/relationships/tags" Target="../tags/tag560.xml"/><Relationship Id="rId4" Type="http://schemas.openxmlformats.org/officeDocument/2006/relationships/tags" Target="../tags/tag559.xml"/></Relationships>
</file>

<file path=ppt/slideLayouts/_rels/slideLayout98.xml.rels><?xml version="1.0" encoding="UTF-8" standalone="yes"?>
<Relationships xmlns="http://schemas.openxmlformats.org/package/2006/relationships"><Relationship Id="rId8" Type="http://schemas.openxmlformats.org/officeDocument/2006/relationships/tags" Target="../tags/tag570.xml"/><Relationship Id="rId13" Type="http://schemas.openxmlformats.org/officeDocument/2006/relationships/tags" Target="../tags/tag575.xml"/><Relationship Id="rId18" Type="http://schemas.openxmlformats.org/officeDocument/2006/relationships/tags" Target="../tags/tag580.xml"/><Relationship Id="rId3" Type="http://schemas.openxmlformats.org/officeDocument/2006/relationships/tags" Target="../tags/tag565.xml"/><Relationship Id="rId7" Type="http://schemas.openxmlformats.org/officeDocument/2006/relationships/tags" Target="../tags/tag569.xml"/><Relationship Id="rId12" Type="http://schemas.openxmlformats.org/officeDocument/2006/relationships/tags" Target="../tags/tag574.xml"/><Relationship Id="rId17" Type="http://schemas.openxmlformats.org/officeDocument/2006/relationships/tags" Target="../tags/tag579.xml"/><Relationship Id="rId2" Type="http://schemas.openxmlformats.org/officeDocument/2006/relationships/tags" Target="../tags/tag564.xml"/><Relationship Id="rId16" Type="http://schemas.openxmlformats.org/officeDocument/2006/relationships/tags" Target="../tags/tag578.xml"/><Relationship Id="rId20" Type="http://schemas.openxmlformats.org/officeDocument/2006/relationships/slideMaster" Target="../slideMasters/slideMaster3.xml"/><Relationship Id="rId1" Type="http://schemas.openxmlformats.org/officeDocument/2006/relationships/tags" Target="../tags/tag563.xml"/><Relationship Id="rId6" Type="http://schemas.openxmlformats.org/officeDocument/2006/relationships/tags" Target="../tags/tag568.xml"/><Relationship Id="rId11" Type="http://schemas.openxmlformats.org/officeDocument/2006/relationships/tags" Target="../tags/tag573.xml"/><Relationship Id="rId5" Type="http://schemas.openxmlformats.org/officeDocument/2006/relationships/tags" Target="../tags/tag567.xml"/><Relationship Id="rId15" Type="http://schemas.openxmlformats.org/officeDocument/2006/relationships/tags" Target="../tags/tag577.xml"/><Relationship Id="rId10" Type="http://schemas.openxmlformats.org/officeDocument/2006/relationships/tags" Target="../tags/tag572.xml"/><Relationship Id="rId19" Type="http://schemas.openxmlformats.org/officeDocument/2006/relationships/tags" Target="../tags/tag581.xml"/><Relationship Id="rId4" Type="http://schemas.openxmlformats.org/officeDocument/2006/relationships/tags" Target="../tags/tag566.xml"/><Relationship Id="rId9" Type="http://schemas.openxmlformats.org/officeDocument/2006/relationships/tags" Target="../tags/tag571.xml"/><Relationship Id="rId14" Type="http://schemas.openxmlformats.org/officeDocument/2006/relationships/tags" Target="../tags/tag576.xml"/></Relationships>
</file>

<file path=ppt/slideLayouts/_rels/slideLayout99.xml.rels><?xml version="1.0" encoding="UTF-8" standalone="yes"?>
<Relationships xmlns="http://schemas.openxmlformats.org/package/2006/relationships"><Relationship Id="rId8" Type="http://schemas.openxmlformats.org/officeDocument/2006/relationships/tags" Target="../tags/tag589.xml"/><Relationship Id="rId13" Type="http://schemas.openxmlformats.org/officeDocument/2006/relationships/tags" Target="../tags/tag594.xml"/><Relationship Id="rId18" Type="http://schemas.openxmlformats.org/officeDocument/2006/relationships/slideMaster" Target="../slideMasters/slideMaster3.xml"/><Relationship Id="rId3" Type="http://schemas.openxmlformats.org/officeDocument/2006/relationships/tags" Target="../tags/tag584.xml"/><Relationship Id="rId7" Type="http://schemas.openxmlformats.org/officeDocument/2006/relationships/tags" Target="../tags/tag588.xml"/><Relationship Id="rId12" Type="http://schemas.openxmlformats.org/officeDocument/2006/relationships/tags" Target="../tags/tag593.xml"/><Relationship Id="rId17" Type="http://schemas.openxmlformats.org/officeDocument/2006/relationships/tags" Target="../tags/tag598.xml"/><Relationship Id="rId2" Type="http://schemas.openxmlformats.org/officeDocument/2006/relationships/tags" Target="../tags/tag583.xml"/><Relationship Id="rId16" Type="http://schemas.openxmlformats.org/officeDocument/2006/relationships/tags" Target="../tags/tag597.xml"/><Relationship Id="rId1" Type="http://schemas.openxmlformats.org/officeDocument/2006/relationships/tags" Target="../tags/tag582.xml"/><Relationship Id="rId6" Type="http://schemas.openxmlformats.org/officeDocument/2006/relationships/tags" Target="../tags/tag587.xml"/><Relationship Id="rId11" Type="http://schemas.openxmlformats.org/officeDocument/2006/relationships/tags" Target="../tags/tag592.xml"/><Relationship Id="rId5" Type="http://schemas.openxmlformats.org/officeDocument/2006/relationships/tags" Target="../tags/tag586.xml"/><Relationship Id="rId15" Type="http://schemas.openxmlformats.org/officeDocument/2006/relationships/tags" Target="../tags/tag596.xml"/><Relationship Id="rId10" Type="http://schemas.openxmlformats.org/officeDocument/2006/relationships/tags" Target="../tags/tag591.xml"/><Relationship Id="rId4" Type="http://schemas.openxmlformats.org/officeDocument/2006/relationships/tags" Target="../tags/tag585.xml"/><Relationship Id="rId9" Type="http://schemas.openxmlformats.org/officeDocument/2006/relationships/tags" Target="../tags/tag590.xml"/><Relationship Id="rId14" Type="http://schemas.openxmlformats.org/officeDocument/2006/relationships/tags" Target="../tags/tag595.xml"/></Relationships>
</file>

<file path=ppt/slideLayouts/_rels/slideLayout100.xml.rels><?xml version="1.0" encoding="UTF-8" standalone="yes"?>
<Relationships xmlns="http://schemas.openxmlformats.org/package/2006/relationships"><Relationship Id="rId8" Type="http://schemas.openxmlformats.org/officeDocument/2006/relationships/tags" Target="../tags/tag606.xml"/><Relationship Id="rId13" Type="http://schemas.openxmlformats.org/officeDocument/2006/relationships/tags" Target="../tags/tag611.xml"/><Relationship Id="rId18" Type="http://schemas.openxmlformats.org/officeDocument/2006/relationships/tags" Target="../tags/tag616.xml"/><Relationship Id="rId3" Type="http://schemas.openxmlformats.org/officeDocument/2006/relationships/tags" Target="../tags/tag601.xml"/><Relationship Id="rId7" Type="http://schemas.openxmlformats.org/officeDocument/2006/relationships/tags" Target="../tags/tag605.xml"/><Relationship Id="rId12" Type="http://schemas.openxmlformats.org/officeDocument/2006/relationships/tags" Target="../tags/tag610.xml"/><Relationship Id="rId17" Type="http://schemas.openxmlformats.org/officeDocument/2006/relationships/tags" Target="../tags/tag615.xml"/><Relationship Id="rId2" Type="http://schemas.openxmlformats.org/officeDocument/2006/relationships/tags" Target="../tags/tag600.xml"/><Relationship Id="rId16" Type="http://schemas.openxmlformats.org/officeDocument/2006/relationships/tags" Target="../tags/tag614.xml"/><Relationship Id="rId20" Type="http://schemas.openxmlformats.org/officeDocument/2006/relationships/slideMaster" Target="../slideMasters/slideMaster3.xml"/><Relationship Id="rId1" Type="http://schemas.openxmlformats.org/officeDocument/2006/relationships/tags" Target="../tags/tag599.xml"/><Relationship Id="rId6" Type="http://schemas.openxmlformats.org/officeDocument/2006/relationships/tags" Target="../tags/tag604.xml"/><Relationship Id="rId11" Type="http://schemas.openxmlformats.org/officeDocument/2006/relationships/tags" Target="../tags/tag609.xml"/><Relationship Id="rId5" Type="http://schemas.openxmlformats.org/officeDocument/2006/relationships/tags" Target="../tags/tag603.xml"/><Relationship Id="rId15" Type="http://schemas.openxmlformats.org/officeDocument/2006/relationships/tags" Target="../tags/tag613.xml"/><Relationship Id="rId10" Type="http://schemas.openxmlformats.org/officeDocument/2006/relationships/tags" Target="../tags/tag608.xml"/><Relationship Id="rId19" Type="http://schemas.openxmlformats.org/officeDocument/2006/relationships/tags" Target="../tags/tag617.xml"/><Relationship Id="rId4" Type="http://schemas.openxmlformats.org/officeDocument/2006/relationships/tags" Target="../tags/tag602.xml"/><Relationship Id="rId9" Type="http://schemas.openxmlformats.org/officeDocument/2006/relationships/tags" Target="../tags/tag607.xml"/><Relationship Id="rId14" Type="http://schemas.openxmlformats.org/officeDocument/2006/relationships/tags" Target="../tags/tag612.xml"/></Relationships>
</file>

<file path=ppt/slideLayouts/_rels/slideLayout101.xml.rels><?xml version="1.0" encoding="UTF-8" standalone="yes"?>
<Relationships xmlns="http://schemas.openxmlformats.org/package/2006/relationships"><Relationship Id="rId8" Type="http://schemas.openxmlformats.org/officeDocument/2006/relationships/tags" Target="../tags/tag625.xml"/><Relationship Id="rId13" Type="http://schemas.openxmlformats.org/officeDocument/2006/relationships/tags" Target="../tags/tag630.xml"/><Relationship Id="rId18" Type="http://schemas.openxmlformats.org/officeDocument/2006/relationships/tags" Target="../tags/tag635.xml"/><Relationship Id="rId3" Type="http://schemas.openxmlformats.org/officeDocument/2006/relationships/tags" Target="../tags/tag620.xml"/><Relationship Id="rId21" Type="http://schemas.openxmlformats.org/officeDocument/2006/relationships/slideMaster" Target="../slideMasters/slideMaster3.xml"/><Relationship Id="rId7" Type="http://schemas.openxmlformats.org/officeDocument/2006/relationships/tags" Target="../tags/tag624.xml"/><Relationship Id="rId12" Type="http://schemas.openxmlformats.org/officeDocument/2006/relationships/tags" Target="../tags/tag629.xml"/><Relationship Id="rId17" Type="http://schemas.openxmlformats.org/officeDocument/2006/relationships/tags" Target="../tags/tag634.xml"/><Relationship Id="rId2" Type="http://schemas.openxmlformats.org/officeDocument/2006/relationships/tags" Target="../tags/tag619.xml"/><Relationship Id="rId16" Type="http://schemas.openxmlformats.org/officeDocument/2006/relationships/tags" Target="../tags/tag633.xml"/><Relationship Id="rId20" Type="http://schemas.openxmlformats.org/officeDocument/2006/relationships/tags" Target="../tags/tag637.xml"/><Relationship Id="rId1" Type="http://schemas.openxmlformats.org/officeDocument/2006/relationships/tags" Target="../tags/tag618.xml"/><Relationship Id="rId6" Type="http://schemas.openxmlformats.org/officeDocument/2006/relationships/tags" Target="../tags/tag623.xml"/><Relationship Id="rId11" Type="http://schemas.openxmlformats.org/officeDocument/2006/relationships/tags" Target="../tags/tag628.xml"/><Relationship Id="rId5" Type="http://schemas.openxmlformats.org/officeDocument/2006/relationships/tags" Target="../tags/tag622.xml"/><Relationship Id="rId15" Type="http://schemas.openxmlformats.org/officeDocument/2006/relationships/tags" Target="../tags/tag632.xml"/><Relationship Id="rId10" Type="http://schemas.openxmlformats.org/officeDocument/2006/relationships/tags" Target="../tags/tag627.xml"/><Relationship Id="rId19" Type="http://schemas.openxmlformats.org/officeDocument/2006/relationships/tags" Target="../tags/tag636.xml"/><Relationship Id="rId4" Type="http://schemas.openxmlformats.org/officeDocument/2006/relationships/tags" Target="../tags/tag621.xml"/><Relationship Id="rId9" Type="http://schemas.openxmlformats.org/officeDocument/2006/relationships/tags" Target="../tags/tag626.xml"/><Relationship Id="rId14" Type="http://schemas.openxmlformats.org/officeDocument/2006/relationships/tags" Target="../tags/tag631.xml"/></Relationships>
</file>

<file path=ppt/slideLayouts/_rels/slideLayout102.xml.rels><?xml version="1.0" encoding="UTF-8" standalone="yes"?>
<Relationships xmlns="http://schemas.openxmlformats.org/package/2006/relationships"><Relationship Id="rId8" Type="http://schemas.openxmlformats.org/officeDocument/2006/relationships/tags" Target="../tags/tag645.xml"/><Relationship Id="rId13" Type="http://schemas.openxmlformats.org/officeDocument/2006/relationships/tags" Target="../tags/tag650.xml"/><Relationship Id="rId18" Type="http://schemas.openxmlformats.org/officeDocument/2006/relationships/tags" Target="../tags/tag655.xml"/><Relationship Id="rId3" Type="http://schemas.openxmlformats.org/officeDocument/2006/relationships/tags" Target="../tags/tag640.xml"/><Relationship Id="rId7" Type="http://schemas.openxmlformats.org/officeDocument/2006/relationships/tags" Target="../tags/tag644.xml"/><Relationship Id="rId12" Type="http://schemas.openxmlformats.org/officeDocument/2006/relationships/tags" Target="../tags/tag649.xml"/><Relationship Id="rId17" Type="http://schemas.openxmlformats.org/officeDocument/2006/relationships/tags" Target="../tags/tag654.xml"/><Relationship Id="rId2" Type="http://schemas.openxmlformats.org/officeDocument/2006/relationships/tags" Target="../tags/tag639.xml"/><Relationship Id="rId16" Type="http://schemas.openxmlformats.org/officeDocument/2006/relationships/tags" Target="../tags/tag653.xml"/><Relationship Id="rId20" Type="http://schemas.openxmlformats.org/officeDocument/2006/relationships/slideMaster" Target="../slideMasters/slideMaster3.xml"/><Relationship Id="rId1" Type="http://schemas.openxmlformats.org/officeDocument/2006/relationships/tags" Target="../tags/tag638.xml"/><Relationship Id="rId6" Type="http://schemas.openxmlformats.org/officeDocument/2006/relationships/tags" Target="../tags/tag643.xml"/><Relationship Id="rId11" Type="http://schemas.openxmlformats.org/officeDocument/2006/relationships/tags" Target="../tags/tag648.xml"/><Relationship Id="rId5" Type="http://schemas.openxmlformats.org/officeDocument/2006/relationships/tags" Target="../tags/tag642.xml"/><Relationship Id="rId15" Type="http://schemas.openxmlformats.org/officeDocument/2006/relationships/tags" Target="../tags/tag652.xml"/><Relationship Id="rId10" Type="http://schemas.openxmlformats.org/officeDocument/2006/relationships/tags" Target="../tags/tag647.xml"/><Relationship Id="rId19" Type="http://schemas.openxmlformats.org/officeDocument/2006/relationships/tags" Target="../tags/tag656.xml"/><Relationship Id="rId4" Type="http://schemas.openxmlformats.org/officeDocument/2006/relationships/tags" Target="../tags/tag641.xml"/><Relationship Id="rId9" Type="http://schemas.openxmlformats.org/officeDocument/2006/relationships/tags" Target="../tags/tag646.xml"/><Relationship Id="rId14" Type="http://schemas.openxmlformats.org/officeDocument/2006/relationships/tags" Target="../tags/tag651.xml"/></Relationships>
</file>

<file path=ppt/slideLayouts/_rels/slideLayout103.xml.rels><?xml version="1.0" encoding="UTF-8" standalone="yes"?>
<Relationships xmlns="http://schemas.openxmlformats.org/package/2006/relationships"><Relationship Id="rId8" Type="http://schemas.openxmlformats.org/officeDocument/2006/relationships/tags" Target="../tags/tag664.xml"/><Relationship Id="rId13" Type="http://schemas.openxmlformats.org/officeDocument/2006/relationships/tags" Target="../tags/tag669.xml"/><Relationship Id="rId3" Type="http://schemas.openxmlformats.org/officeDocument/2006/relationships/tags" Target="../tags/tag659.xml"/><Relationship Id="rId7" Type="http://schemas.openxmlformats.org/officeDocument/2006/relationships/tags" Target="../tags/tag663.xml"/><Relationship Id="rId12" Type="http://schemas.openxmlformats.org/officeDocument/2006/relationships/tags" Target="../tags/tag668.xml"/><Relationship Id="rId2" Type="http://schemas.openxmlformats.org/officeDocument/2006/relationships/tags" Target="../tags/tag658.xml"/><Relationship Id="rId16" Type="http://schemas.openxmlformats.org/officeDocument/2006/relationships/slideMaster" Target="../slideMasters/slideMaster3.xml"/><Relationship Id="rId1" Type="http://schemas.openxmlformats.org/officeDocument/2006/relationships/tags" Target="../tags/tag657.xml"/><Relationship Id="rId6" Type="http://schemas.openxmlformats.org/officeDocument/2006/relationships/tags" Target="../tags/tag662.xml"/><Relationship Id="rId11" Type="http://schemas.openxmlformats.org/officeDocument/2006/relationships/tags" Target="../tags/tag667.xml"/><Relationship Id="rId5" Type="http://schemas.openxmlformats.org/officeDocument/2006/relationships/tags" Target="../tags/tag661.xml"/><Relationship Id="rId15" Type="http://schemas.openxmlformats.org/officeDocument/2006/relationships/tags" Target="../tags/tag671.xml"/><Relationship Id="rId10" Type="http://schemas.openxmlformats.org/officeDocument/2006/relationships/tags" Target="../tags/tag666.xml"/><Relationship Id="rId4" Type="http://schemas.openxmlformats.org/officeDocument/2006/relationships/tags" Target="../tags/tag660.xml"/><Relationship Id="rId9" Type="http://schemas.openxmlformats.org/officeDocument/2006/relationships/tags" Target="../tags/tag665.xml"/><Relationship Id="rId14" Type="http://schemas.openxmlformats.org/officeDocument/2006/relationships/tags" Target="../tags/tag670.xml"/></Relationships>
</file>

<file path=ppt/slideLayouts/_rels/slideLayout104.xml.rels><?xml version="1.0" encoding="UTF-8" standalone="yes"?>
<Relationships xmlns="http://schemas.openxmlformats.org/package/2006/relationships"><Relationship Id="rId3" Type="http://schemas.openxmlformats.org/officeDocument/2006/relationships/tags" Target="../tags/tag674.xml"/><Relationship Id="rId2" Type="http://schemas.openxmlformats.org/officeDocument/2006/relationships/tags" Target="../tags/tag673.xml"/><Relationship Id="rId1" Type="http://schemas.openxmlformats.org/officeDocument/2006/relationships/tags" Target="../tags/tag672.xml"/><Relationship Id="rId4"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tags" Target="../tags/tag677.xml"/><Relationship Id="rId2" Type="http://schemas.openxmlformats.org/officeDocument/2006/relationships/tags" Target="../tags/tag676.xml"/><Relationship Id="rId1" Type="http://schemas.openxmlformats.org/officeDocument/2006/relationships/tags" Target="../tags/tag675.xml"/><Relationship Id="rId4"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79.xml"/><Relationship Id="rId1" Type="http://schemas.openxmlformats.org/officeDocument/2006/relationships/tags" Target="../tags/tag678.xml"/><Relationship Id="rId5" Type="http://schemas.openxmlformats.org/officeDocument/2006/relationships/image" Target="../media/image24.emf"/><Relationship Id="rId4" Type="http://schemas.openxmlformats.org/officeDocument/2006/relationships/oleObject" Target="../embeddings/oleObject2.bin"/></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tags" Target="../tags/tag682.xml"/><Relationship Id="rId2" Type="http://schemas.openxmlformats.org/officeDocument/2006/relationships/tags" Target="../tags/tag681.xml"/><Relationship Id="rId1" Type="http://schemas.openxmlformats.org/officeDocument/2006/relationships/tags" Target="../tags/tag680.xml"/><Relationship Id="rId5" Type="http://schemas.openxmlformats.org/officeDocument/2006/relationships/slideMaster" Target="../slideMasters/slideMaster3.xml"/><Relationship Id="rId4" Type="http://schemas.openxmlformats.org/officeDocument/2006/relationships/tags" Target="../tags/tag683.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8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rontpage">
    <p:spTree>
      <p:nvGrpSpPr>
        <p:cNvPr id="1" name=""/>
        <p:cNvGrpSpPr/>
        <p:nvPr/>
      </p:nvGrpSpPr>
      <p:grpSpPr>
        <a:xfrm>
          <a:off x="0" y="0"/>
          <a:ext cx="0" cy="0"/>
          <a:chOff x="0" y="0"/>
          <a:chExt cx="0" cy="0"/>
        </a:xfrm>
      </p:grpSpPr>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1"/>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2"/>
            </p:custDataLst>
          </p:nvPr>
        </p:nvSpPr>
        <p:spPr>
          <a:xfrm>
            <a:off x="554736" y="4510168"/>
            <a:ext cx="6255258" cy="215444"/>
          </a:xfrm>
          <a:prstGeom prst="rect">
            <a:avLst/>
          </a:prstGeom>
          <a:noFill/>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3"/>
            </p:custDataLst>
          </p:nvPr>
        </p:nvSpPr>
        <p:spPr>
          <a:xfrm>
            <a:off x="551942" y="4092559"/>
            <a:ext cx="6255258" cy="307777"/>
          </a:xfrm>
          <a:prstGeom prst="rect">
            <a:avLst/>
          </a:prstGeom>
          <a:noFill/>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4"/>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tx1"/>
                </a:solidFill>
              </a:defRPr>
            </a:lvl1pPr>
          </a:lstStyle>
          <a:p>
            <a:r>
              <a:rPr lang="en-US" dirty="0"/>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Tree>
    <p:extLst>
      <p:ext uri="{BB962C8B-B14F-4D97-AF65-F5344CB8AC3E}">
        <p14:creationId xmlns:p14="http://schemas.microsoft.com/office/powerpoint/2010/main" val="3915682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1"/>
            </p:custDataLst>
          </p:nvPr>
        </p:nvSpPr>
        <p:spPr>
          <a:xfrm>
            <a:off x="554736" y="355092"/>
            <a:ext cx="11082528" cy="731520"/>
          </a:xfrm>
          <a:solidFill>
            <a:schemeClr val="bg1"/>
          </a:solidFill>
        </p:spPr>
        <p:txBody>
          <a:bodyPr vert="horz"/>
          <a:lstStyle>
            <a:lvl1pPr>
              <a:defRPr>
                <a:solidFill>
                  <a:schemeClr val="tx1"/>
                </a:solidFill>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99965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solidFill>
                  <a:schemeClr val="tx1"/>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770898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d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tx1"/>
                </a:solidFill>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341724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solidFill>
                  <a:schemeClr val="tx1"/>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296612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4 grey">
    <p:spTree>
      <p:nvGrpSpPr>
        <p:cNvPr id="1" name=""/>
        <p:cNvGrpSpPr/>
        <p:nvPr/>
      </p:nvGrpSpPr>
      <p:grpSpPr>
        <a:xfrm>
          <a:off x="0" y="0"/>
          <a:ext cx="0" cy="0"/>
          <a:chOff x="0" y="0"/>
          <a:chExt cx="0" cy="0"/>
        </a:xfrm>
      </p:grpSpPr>
      <p:sp>
        <p:nvSpPr>
          <p:cNvPr id="6" name="RectangleLight">
            <a:extLst>
              <a:ext uri="{FF2B5EF4-FFF2-40B4-BE49-F238E27FC236}">
                <a16:creationId xmlns:a16="http://schemas.microsoft.com/office/drawing/2014/main" id="{3FA229FA-A3E6-464F-8FAE-54175450EBEB}"/>
              </a:ext>
            </a:extLst>
          </p:cNvPr>
          <p:cNvSpPr/>
          <p:nvPr>
            <p:custDataLst>
              <p:tags r:id="rId1"/>
            </p:custDataLst>
          </p:nvPr>
        </p:nvSpPr>
        <p:spPr bwMode="ltGray">
          <a:xfrm>
            <a:off x="3413760" y="0"/>
            <a:ext cx="8778240"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8"/>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9"/>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3"/>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4"/>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5"/>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6"/>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095673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3 grey">
    <p:spTree>
      <p:nvGrpSpPr>
        <p:cNvPr id="1" name=""/>
        <p:cNvGrpSpPr/>
        <p:nvPr/>
      </p:nvGrpSpPr>
      <p:grpSpPr>
        <a:xfrm>
          <a:off x="0" y="0"/>
          <a:ext cx="0" cy="0"/>
          <a:chOff x="0" y="0"/>
          <a:chExt cx="0" cy="0"/>
        </a:xfrm>
      </p:grpSpPr>
      <p:sp>
        <p:nvSpPr>
          <p:cNvPr id="6" name="RectangleLight">
            <a:extLst>
              <a:ext uri="{FF2B5EF4-FFF2-40B4-BE49-F238E27FC236}">
                <a16:creationId xmlns:a16="http://schemas.microsoft.com/office/drawing/2014/main" id="{3FA229FA-A3E6-464F-8FAE-54175450EBEB}"/>
              </a:ext>
            </a:extLst>
          </p:cNvPr>
          <p:cNvSpPr/>
          <p:nvPr>
            <p:custDataLst>
              <p:tags r:id="rId1"/>
            </p:custDataLst>
          </p:nvPr>
        </p:nvSpPr>
        <p:spPr bwMode="ltGray">
          <a:xfrm>
            <a:off x="4364736" y="0"/>
            <a:ext cx="7827264"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8"/>
            </p:custDataLst>
          </p:nvPr>
        </p:nvSpPr>
        <p:spPr>
          <a:xfrm>
            <a:off x="554736" y="2744369"/>
            <a:ext cx="3465576" cy="769441"/>
          </a:xfrm>
          <a:prstGeom prst="rect">
            <a:avLst/>
          </a:prstGeom>
        </p:spPr>
        <p:txBody>
          <a:bodyPr vert="horz"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9"/>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E3C091A9-963C-2C5A-3FA3-C25CC81E7BFE}"/>
              </a:ext>
            </a:extLst>
          </p:cNvPr>
          <p:cNvSpPr txBox="1"/>
          <p:nvPr userDrawn="1">
            <p:custDataLst>
              <p:tags r:id="rId1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3"/>
            </p:custDataLst>
          </p:nvPr>
        </p:nvCxnSpPr>
        <p:spPr>
          <a:xfrm>
            <a:off x="4671219"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14"/>
            </p:custDataLst>
          </p:nvPr>
        </p:nvCxnSpPr>
        <p:spPr>
          <a:xfrm>
            <a:off x="554736"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15"/>
            </p:custDataLst>
          </p:nvPr>
        </p:nvCxnSpPr>
        <p:spPr>
          <a:xfrm>
            <a:off x="4671219"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16"/>
            </p:custDataLst>
          </p:nvPr>
        </p:nvCxnSpPr>
        <p:spPr>
          <a:xfrm>
            <a:off x="554736"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155543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6092952" y="0"/>
            <a:ext cx="609904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6"/>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554736"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554736"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10" name="SlideLogoText">
            <a:extLst>
              <a:ext uri="{FF2B5EF4-FFF2-40B4-BE49-F238E27FC236}">
                <a16:creationId xmlns:a16="http://schemas.microsoft.com/office/drawing/2014/main" id="{88033E0C-2CF5-6BBA-1C85-008D0D4DB883}"/>
              </a:ext>
            </a:extLst>
          </p:cNvPr>
          <p:cNvSpPr txBox="1"/>
          <p:nvPr userDrawn="1">
            <p:custDataLst>
              <p:tags r:id="rId1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14"/>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15"/>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16"/>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1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18"/>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1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2896537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0" y="0"/>
            <a:ext cx="609904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6"/>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6573171"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6573171"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13"/>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14"/>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15"/>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16"/>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17"/>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1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143375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2/3 grey">
    <p:spTree>
      <p:nvGrpSpPr>
        <p:cNvPr id="1" name=""/>
        <p:cNvGrpSpPr/>
        <p:nvPr/>
      </p:nvGrpSpPr>
      <p:grpSpPr>
        <a:xfrm>
          <a:off x="0" y="0"/>
          <a:ext cx="0" cy="0"/>
          <a:chOff x="0" y="0"/>
          <a:chExt cx="0" cy="0"/>
        </a:xfrm>
      </p:grpSpPr>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1"/>
            </p:custDataLst>
          </p:nvPr>
        </p:nvSpPr>
        <p:spPr>
          <a:xfrm>
            <a:off x="554736" y="355092"/>
            <a:ext cx="6967728" cy="731520"/>
          </a:xfrm>
        </p:spPr>
        <p:txBody>
          <a:bodyPr vert="horz"/>
          <a:lstStyle>
            <a:lvl1pPr>
              <a:defRPr>
                <a:solidFill>
                  <a:schemeClr val="tx1"/>
                </a:solidFill>
              </a:defRPr>
            </a:lvl1pPr>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7830312" y="0"/>
            <a:ext cx="436168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5"/>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6"/>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7"/>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9"/>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0"/>
            </p:custDataLst>
          </p:nvPr>
        </p:nvSpPr>
        <p:spPr>
          <a:xfrm>
            <a:off x="554736" y="12911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1"/>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10" name="SlideLogoText">
            <a:extLst>
              <a:ext uri="{FF2B5EF4-FFF2-40B4-BE49-F238E27FC236}">
                <a16:creationId xmlns:a16="http://schemas.microsoft.com/office/drawing/2014/main" id="{ED193EBB-5466-5BDD-AEFC-F0E9BB306421}"/>
              </a:ext>
            </a:extLst>
          </p:cNvPr>
          <p:cNvSpPr txBox="1"/>
          <p:nvPr userDrawn="1">
            <p:custDataLst>
              <p:tags r:id="rId1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14"/>
            </p:custDataLst>
          </p:nvPr>
        </p:nvCxnSpPr>
        <p:spPr>
          <a:xfrm>
            <a:off x="8173371"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15"/>
            </p:custDataLst>
          </p:nvPr>
        </p:nvCxnSpPr>
        <p:spPr>
          <a:xfrm>
            <a:off x="554736"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16"/>
            </p:custDataLst>
          </p:nvPr>
        </p:nvCxnSpPr>
        <p:spPr>
          <a:xfrm>
            <a:off x="8173371"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17"/>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1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19"/>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72983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4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CD2FAB0B-AB63-C7F3-6E57-3803DCBF78EE}"/>
              </a:ext>
            </a:extLst>
          </p:cNvPr>
          <p:cNvSpPr/>
          <p:nvPr userDrawn="1">
            <p:custDataLst>
              <p:tags r:id="rId1"/>
            </p:custDataLst>
          </p:nvPr>
        </p:nvSpPr>
        <p:spPr bwMode="ltGray">
          <a:xfrm>
            <a:off x="8781416" y="0"/>
            <a:ext cx="3410584"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4"/>
            </p:custDataLst>
          </p:nvPr>
        </p:nvCxnSpPr>
        <p:spPr>
          <a:xfrm>
            <a:off x="9119861"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5"/>
            </p:custDataLst>
          </p:nvPr>
        </p:nvCxnSpPr>
        <p:spPr>
          <a:xfrm>
            <a:off x="554736"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6"/>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7"/>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8"/>
            </p:custDataLst>
          </p:nvPr>
        </p:nvSpPr>
        <p:spPr>
          <a:xfrm>
            <a:off x="554736" y="354162"/>
            <a:ext cx="7918704"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9"/>
            </p:custDataLst>
          </p:nvPr>
        </p:nvSpPr>
        <p:spPr>
          <a:xfrm>
            <a:off x="554736" y="12911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2"/>
            </p:custDataLst>
          </p:nvPr>
        </p:nvCxnSpPr>
        <p:spPr>
          <a:xfrm>
            <a:off x="9119861"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13"/>
            </p:custDataLst>
          </p:nvPr>
        </p:nvCxnSpPr>
        <p:spPr>
          <a:xfrm>
            <a:off x="554736"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1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3879629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sp>
        <p:nvSpPr>
          <p:cNvPr id="8" name="5. Source" hidden="1">
            <a:extLst>
              <a:ext uri="{FF2B5EF4-FFF2-40B4-BE49-F238E27FC236}">
                <a16:creationId xmlns:a16="http://schemas.microsoft.com/office/drawing/2014/main" id="{330AE89A-7771-4A6E-A02D-893DCB66C876}"/>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2"/>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5" name="5. Source" hidden="1">
            <a:extLst>
              <a:ext uri="{FF2B5EF4-FFF2-40B4-BE49-F238E27FC236}">
                <a16:creationId xmlns:a16="http://schemas.microsoft.com/office/drawing/2014/main" id="{9E557DC3-5BF2-4D79-84F4-12A1DDBC6D3C}"/>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006364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Frontpage dark">
    <p:bg>
      <p:bgPr>
        <a:solidFill>
          <a:schemeClr val="accent1"/>
        </a:solidFill>
        <a:effectLst/>
      </p:bgPr>
    </p:bg>
    <p:spTree>
      <p:nvGrpSpPr>
        <p:cNvPr id="1" name=""/>
        <p:cNvGrpSpPr/>
        <p:nvPr/>
      </p:nvGrpSpPr>
      <p:grpSpPr>
        <a:xfrm>
          <a:off x="0" y="0"/>
          <a:ext cx="0" cy="0"/>
          <a:chOff x="0" y="0"/>
          <a:chExt cx="0" cy="0"/>
        </a:xfrm>
      </p:grpSpPr>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1"/>
            </p:custDataLst>
          </p:nvPr>
        </p:nvSpPr>
        <p:spPr>
          <a:xfrm>
            <a:off x="551942" y="326582"/>
            <a:ext cx="1998218" cy="1045018"/>
          </a:xfrm>
          <a:prstGeom prst="rect">
            <a:avLst/>
          </a:prstGeom>
        </p:spPr>
        <p:txBody>
          <a:bodyPr>
            <a:noAutofit/>
          </a:bodyPr>
          <a:lstStyle>
            <a:lvl1pPr algn="ctr">
              <a:defRPr sz="1200">
                <a:solidFill>
                  <a:schemeClr val="bg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2"/>
            </p:custDataLst>
          </p:nvPr>
        </p:nvSpPr>
        <p:spPr>
          <a:xfrm>
            <a:off x="554736" y="4510168"/>
            <a:ext cx="6255258" cy="215444"/>
          </a:xfrm>
          <a:prstGeom prst="rect">
            <a:avLst/>
          </a:prstGeom>
          <a:noFill/>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3"/>
            </p:custDataLst>
          </p:nvPr>
        </p:nvSpPr>
        <p:spPr>
          <a:xfrm>
            <a:off x="551942" y="4092559"/>
            <a:ext cx="6255258" cy="307777"/>
          </a:xfrm>
          <a:prstGeom prst="rect">
            <a:avLst/>
          </a:prstGeom>
          <a:noFill/>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4"/>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bg1"/>
                </a:solidFill>
              </a:defRPr>
            </a:lvl1pPr>
          </a:lstStyle>
          <a:p>
            <a:r>
              <a:rPr lang="en-US" dirty="0"/>
              <a:t>Click to change Master title style</a:t>
            </a:r>
          </a:p>
        </p:txBody>
      </p:sp>
    </p:spTree>
    <p:extLst>
      <p:ext uri="{BB962C8B-B14F-4D97-AF65-F5344CB8AC3E}">
        <p14:creationId xmlns:p14="http://schemas.microsoft.com/office/powerpoint/2010/main" val="1553387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dark">
    <p:bg>
      <p:bgPr>
        <a:solidFill>
          <a:schemeClr val="accent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E4920261-0593-4AC5-992E-73B8CB0A1C71}"/>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2. Slide Title">
            <a:extLst>
              <a:ext uri="{FF2B5EF4-FFF2-40B4-BE49-F238E27FC236}">
                <a16:creationId xmlns:a16="http://schemas.microsoft.com/office/drawing/2014/main" id="{A3FB3845-C7A1-C146-0D47-CA99D05EE4C4}"/>
              </a:ext>
            </a:extLst>
          </p:cNvPr>
          <p:cNvSpPr>
            <a:spLocks noGrp="1"/>
          </p:cNvSpPr>
          <p:nvPr>
            <p:ph type="title"/>
            <p:custDataLst>
              <p:tags r:id="rId3"/>
            </p:custDataLst>
          </p:nvPr>
        </p:nvSpPr>
        <p:spPr>
          <a:xfrm>
            <a:off x="554736" y="355092"/>
            <a:ext cx="11082528" cy="731520"/>
          </a:xfrm>
        </p:spPr>
        <p:txBody>
          <a:bodyPr vert="horz"/>
          <a:lstStyle>
            <a:lvl1pPr>
              <a:defRPr>
                <a:solidFill>
                  <a:schemeClr val="bg1"/>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2D82DC27-D40F-1FDD-08CA-E1D98D482D55}"/>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2256F47C-8755-AD8E-F266-944EE5D1E6E7}"/>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7" name="TopLine">
            <a:extLst>
              <a:ext uri="{FF2B5EF4-FFF2-40B4-BE49-F238E27FC236}">
                <a16:creationId xmlns:a16="http://schemas.microsoft.com/office/drawing/2014/main" id="{42A698AF-55F9-B974-2353-E7C18303832A}"/>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BottomLine">
            <a:extLst>
              <a:ext uri="{FF2B5EF4-FFF2-40B4-BE49-F238E27FC236}">
                <a16:creationId xmlns:a16="http://schemas.microsoft.com/office/drawing/2014/main" id="{0F91EBE0-A37D-1C3F-105C-121497E50581}"/>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463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op left title">
    <p:bg>
      <p:bgPr>
        <a:solidFill>
          <a:schemeClr val="accent1"/>
        </a:solidFill>
        <a:effectLst/>
      </p:bgPr>
    </p:bg>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solidFill>
                  <a:schemeClr val="bg1"/>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7" name="Slide Number">
            <a:extLst>
              <a:ext uri="{FF2B5EF4-FFF2-40B4-BE49-F238E27FC236}">
                <a16:creationId xmlns:a16="http://schemas.microsoft.com/office/drawing/2014/main" id="{295262A3-4D06-C89D-05E2-AA97F9B5D0A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Slide Number">
            <a:extLst>
              <a:ext uri="{FF2B5EF4-FFF2-40B4-BE49-F238E27FC236}">
                <a16:creationId xmlns:a16="http://schemas.microsoft.com/office/drawing/2014/main" id="{12E272E9-BC69-EC9E-B4A6-1953D2BB2D85}"/>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1" name="TopLine">
            <a:extLst>
              <a:ext uri="{FF2B5EF4-FFF2-40B4-BE49-F238E27FC236}">
                <a16:creationId xmlns:a16="http://schemas.microsoft.com/office/drawing/2014/main" id="{E9C5FC54-7D67-724E-E303-818A330F138E}"/>
              </a:ext>
            </a:extLst>
          </p:cNvPr>
          <p:cNvCxnSpPr/>
          <p:nvPr userDrawn="1">
            <p:custDataLst>
              <p:tags r:id="rId8"/>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BottomLine">
            <a:extLst>
              <a:ext uri="{FF2B5EF4-FFF2-40B4-BE49-F238E27FC236}">
                <a16:creationId xmlns:a16="http://schemas.microsoft.com/office/drawing/2014/main" id="{B72CCDAD-B288-166D-1A8A-2A1CD511CDCC}"/>
              </a:ext>
            </a:extLst>
          </p:cNvPr>
          <p:cNvCxnSpPr/>
          <p:nvPr userDrawn="1">
            <p:custDataLst>
              <p:tags r:id="rId9"/>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38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Mid left title">
    <p:bg>
      <p:bgPr>
        <a:solidFill>
          <a:schemeClr val="accent1"/>
        </a:solidFill>
        <a:effectLst/>
      </p:bgPr>
    </p:bg>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bg1"/>
                </a:solidFill>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cxnSp>
        <p:nvCxnSpPr>
          <p:cNvPr id="6" name="TopLine">
            <a:extLst>
              <a:ext uri="{FF2B5EF4-FFF2-40B4-BE49-F238E27FC236}">
                <a16:creationId xmlns:a16="http://schemas.microsoft.com/office/drawing/2014/main" id="{8B904657-3B87-B4EE-8316-1E859C4514EB}"/>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BottomLine">
            <a:extLst>
              <a:ext uri="{FF2B5EF4-FFF2-40B4-BE49-F238E27FC236}">
                <a16:creationId xmlns:a16="http://schemas.microsoft.com/office/drawing/2014/main" id="{02FF090A-C003-0304-46D8-4251EFBBFB06}"/>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059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Section breaker">
    <p:bg>
      <p:bgPr>
        <a:solidFill>
          <a:schemeClr val="accent1"/>
        </a:solidFill>
        <a:effectLst/>
      </p:bgPr>
    </p:bg>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solidFill>
                  <a:schemeClr val="bg1"/>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cxnSp>
        <p:nvCxnSpPr>
          <p:cNvPr id="5" name="TopLine">
            <a:extLst>
              <a:ext uri="{FF2B5EF4-FFF2-40B4-BE49-F238E27FC236}">
                <a16:creationId xmlns:a16="http://schemas.microsoft.com/office/drawing/2014/main" id="{FB35A28F-B25A-F397-C076-3C4307EC7FFE}"/>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BottomLine">
            <a:extLst>
              <a:ext uri="{FF2B5EF4-FFF2-40B4-BE49-F238E27FC236}">
                <a16:creationId xmlns:a16="http://schemas.microsoft.com/office/drawing/2014/main" id="{A4C1D2D5-250E-7892-49D1-538B4E9DA58C}"/>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47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1/4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CCF04B58-9A1C-ACB8-F18C-5893C2FA8425}"/>
              </a:ext>
            </a:extLst>
          </p:cNvPr>
          <p:cNvSpPr/>
          <p:nvPr userDrawn="1">
            <p:custDataLst>
              <p:tags r:id="rId1"/>
            </p:custDataLst>
          </p:nvPr>
        </p:nvSpPr>
        <p:spPr bwMode="ltGray">
          <a:xfrm>
            <a:off x="3413760" y="0"/>
            <a:ext cx="8778240"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8"/>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9"/>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3"/>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4"/>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5"/>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6"/>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684299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_1/3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2FA89E15-5D02-0617-3AA7-74A6D56FA911}"/>
              </a:ext>
            </a:extLst>
          </p:cNvPr>
          <p:cNvSpPr/>
          <p:nvPr userDrawn="1">
            <p:custDataLst>
              <p:tags r:id="rId1"/>
            </p:custDataLst>
          </p:nvPr>
        </p:nvSpPr>
        <p:spPr bwMode="ltGray">
          <a:xfrm>
            <a:off x="4364736" y="0"/>
            <a:ext cx="7827264"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1"/>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3"/>
            </p:custDataLst>
          </p:nvPr>
        </p:nvCxnSpPr>
        <p:spPr>
          <a:xfrm>
            <a:off x="4671219" y="6453769"/>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4"/>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5"/>
            </p:custDataLst>
          </p:nvPr>
        </p:nvCxnSpPr>
        <p:spPr>
          <a:xfrm>
            <a:off x="4671219" y="1181906"/>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6"/>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8"/>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0"/>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1"/>
            </p:custDataLst>
          </p:nvPr>
        </p:nvCxnSpPr>
        <p:spPr>
          <a:xfrm>
            <a:off x="4671219" y="6453769"/>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12"/>
            </p:custDataLst>
          </p:nvPr>
        </p:nvCxnSpPr>
        <p:spPr>
          <a:xfrm>
            <a:off x="554736"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13"/>
            </p:custDataLst>
          </p:nvPr>
        </p:nvCxnSpPr>
        <p:spPr>
          <a:xfrm>
            <a:off x="4671219" y="1181906"/>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14"/>
            </p:custDataLst>
          </p:nvPr>
        </p:nvCxnSpPr>
        <p:spPr>
          <a:xfrm>
            <a:off x="554736"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1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091659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2_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6092952" y="0"/>
            <a:ext cx="609904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3"/>
            </p:custDataLst>
          </p:nvPr>
        </p:nvCxnSpPr>
        <p:spPr>
          <a:xfrm>
            <a:off x="6573171"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4"/>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5"/>
            </p:custDataLst>
          </p:nvPr>
        </p:nvCxnSpPr>
        <p:spPr>
          <a:xfrm>
            <a:off x="6573171"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6"/>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8"/>
            </p:custDataLst>
          </p:nvPr>
        </p:nvSpPr>
        <p:spPr>
          <a:xfrm>
            <a:off x="554736"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9"/>
            </p:custDataLst>
          </p:nvPr>
        </p:nvSpPr>
        <p:spPr>
          <a:xfrm>
            <a:off x="554736"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12"/>
            </p:custDataLst>
          </p:nvPr>
        </p:nvCxnSpPr>
        <p:spPr>
          <a:xfrm>
            <a:off x="6573171"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13"/>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14"/>
            </p:custDataLst>
          </p:nvPr>
        </p:nvCxnSpPr>
        <p:spPr>
          <a:xfrm>
            <a:off x="6573171"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15"/>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16"/>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3378412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3_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0" y="0"/>
            <a:ext cx="609904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6"/>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6573171"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6573171"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13"/>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14"/>
            </p:custDataLst>
          </p:nvPr>
        </p:nvCxnSpPr>
        <p:spPr>
          <a:xfrm>
            <a:off x="554736"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15"/>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16"/>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17"/>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1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1238011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_2/3 grey">
    <p:spTree>
      <p:nvGrpSpPr>
        <p:cNvPr id="1" name=""/>
        <p:cNvGrpSpPr/>
        <p:nvPr/>
      </p:nvGrpSpPr>
      <p:grpSpPr>
        <a:xfrm>
          <a:off x="0" y="0"/>
          <a:ext cx="0" cy="0"/>
          <a:chOff x="0" y="0"/>
          <a:chExt cx="0" cy="0"/>
        </a:xfrm>
      </p:grpSpPr>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1"/>
            </p:custDataLst>
          </p:nvPr>
        </p:nvSpPr>
        <p:spPr>
          <a:xfrm>
            <a:off x="554736" y="355092"/>
            <a:ext cx="6967728" cy="731520"/>
          </a:xfrm>
        </p:spPr>
        <p:txBody>
          <a:bodyPr vert="horz"/>
          <a:lstStyle>
            <a:lvl1pPr>
              <a:defRPr>
                <a:solidFill>
                  <a:schemeClr val="tx1"/>
                </a:solidFill>
              </a:defRPr>
            </a:lvl1pPr>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7830312" y="0"/>
            <a:ext cx="436168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4"/>
            </p:custDataLst>
          </p:nvPr>
        </p:nvCxnSpPr>
        <p:spPr>
          <a:xfrm>
            <a:off x="8173371" y="6453769"/>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5"/>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6"/>
            </p:custDataLst>
          </p:nvPr>
        </p:nvCxnSpPr>
        <p:spPr>
          <a:xfrm>
            <a:off x="8173371" y="1181906"/>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7"/>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8"/>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9"/>
            </p:custDataLst>
          </p:nvPr>
        </p:nvSpPr>
        <p:spPr>
          <a:xfrm>
            <a:off x="554736" y="12911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0"/>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12"/>
            </p:custDataLst>
          </p:nvPr>
        </p:nvCxnSpPr>
        <p:spPr>
          <a:xfrm>
            <a:off x="8173371" y="6453769"/>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13"/>
            </p:custDataLst>
          </p:nvPr>
        </p:nvCxnSpPr>
        <p:spPr>
          <a:xfrm>
            <a:off x="554736"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14"/>
            </p:custDataLst>
          </p:nvPr>
        </p:nvCxnSpPr>
        <p:spPr>
          <a:xfrm>
            <a:off x="8173371" y="1181906"/>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15"/>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16"/>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1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441737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3/4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CD2FAB0B-AB63-C7F3-6E57-3803DCBF78EE}"/>
              </a:ext>
            </a:extLst>
          </p:cNvPr>
          <p:cNvSpPr/>
          <p:nvPr userDrawn="1">
            <p:custDataLst>
              <p:tags r:id="rId1"/>
            </p:custDataLst>
          </p:nvPr>
        </p:nvSpPr>
        <p:spPr bwMode="ltGray">
          <a:xfrm>
            <a:off x="8781416" y="0"/>
            <a:ext cx="3410584"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bg1"/>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3"/>
            </p:custDataLst>
          </p:nvPr>
        </p:nvCxnSpPr>
        <p:spPr>
          <a:xfrm>
            <a:off x="9119861" y="6453769"/>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4"/>
            </p:custDataLst>
          </p:nvPr>
        </p:nvCxnSpPr>
        <p:spPr>
          <a:xfrm>
            <a:off x="554736"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5"/>
            </p:custDataLst>
          </p:nvPr>
        </p:nvCxnSpPr>
        <p:spPr>
          <a:xfrm>
            <a:off x="9119861" y="1181906"/>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6"/>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7"/>
            </p:custDataLst>
          </p:nvPr>
        </p:nvSpPr>
        <p:spPr>
          <a:xfrm>
            <a:off x="554736" y="354162"/>
            <a:ext cx="7918704"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8"/>
            </p:custDataLst>
          </p:nvPr>
        </p:nvSpPr>
        <p:spPr>
          <a:xfrm>
            <a:off x="554736" y="12911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0"/>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1"/>
            </p:custDataLst>
          </p:nvPr>
        </p:nvCxnSpPr>
        <p:spPr>
          <a:xfrm>
            <a:off x="9119861" y="1181906"/>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12"/>
            </p:custDataLst>
          </p:nvPr>
        </p:nvCxnSpPr>
        <p:spPr>
          <a:xfrm>
            <a:off x="554736"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20364982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End">
    <p:bg>
      <p:bgPr>
        <a:solidFill>
          <a:schemeClr val="accent1"/>
        </a:solidFill>
        <a:effectLst/>
      </p:bgPr>
    </p:bg>
    <p:spTree>
      <p:nvGrpSpPr>
        <p:cNvPr id="1" name=""/>
        <p:cNvGrpSpPr/>
        <p:nvPr/>
      </p:nvGrpSpPr>
      <p:grpSpPr>
        <a:xfrm>
          <a:off x="0" y="0"/>
          <a:ext cx="0" cy="0"/>
          <a:chOff x="0" y="0"/>
          <a:chExt cx="0" cy="0"/>
        </a:xfrm>
      </p:grpSpPr>
      <p:sp>
        <p:nvSpPr>
          <p:cNvPr id="8" name="5. Source" hidden="1">
            <a:extLst>
              <a:ext uri="{FF2B5EF4-FFF2-40B4-BE49-F238E27FC236}">
                <a16:creationId xmlns:a16="http://schemas.microsoft.com/office/drawing/2014/main" id="{330AE89A-7771-4A6E-A02D-893DCB66C876}"/>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2"/>
            </p:custDataLst>
          </p:nvPr>
        </p:nvSpPr>
        <p:spPr>
          <a:xfrm>
            <a:off x="5096891" y="2906491"/>
            <a:ext cx="1998218" cy="1045018"/>
          </a:xfrm>
          <a:prstGeom prst="rect">
            <a:avLst/>
          </a:prstGeom>
        </p:spPr>
        <p:txBody>
          <a:bodyPr>
            <a:noAutofit/>
          </a:bodyPr>
          <a:lstStyle>
            <a:lvl1pPr algn="ctr">
              <a:defRPr sz="1200">
                <a:solidFill>
                  <a:schemeClr val="bg1"/>
                </a:solidFill>
              </a:defRPr>
            </a:lvl1pPr>
          </a:lstStyle>
          <a:p>
            <a:r>
              <a:rPr lang="en-US" dirty="0"/>
              <a:t>logo goes here.</a:t>
            </a:r>
          </a:p>
        </p:txBody>
      </p:sp>
      <p:sp>
        <p:nvSpPr>
          <p:cNvPr id="5" name="5. Source" hidden="1">
            <a:extLst>
              <a:ext uri="{FF2B5EF4-FFF2-40B4-BE49-F238E27FC236}">
                <a16:creationId xmlns:a16="http://schemas.microsoft.com/office/drawing/2014/main" id="{9E557DC3-5BF2-4D79-84F4-12A1DDBC6D3C}"/>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1897165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Blank white">
    <p:bg>
      <p:bgPr>
        <a:solidFill>
          <a:schemeClr val="accent1"/>
        </a:solidFill>
        <a:effectLst/>
      </p:bgPr>
    </p:bg>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Tree>
    <p:extLst>
      <p:ext uri="{BB962C8B-B14F-4D97-AF65-F5344CB8AC3E}">
        <p14:creationId xmlns:p14="http://schemas.microsoft.com/office/powerpoint/2010/main" val="3131881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2_1/4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CCF04B58-9A1C-ACB8-F18C-5893C2FA8425}"/>
              </a:ext>
            </a:extLst>
          </p:cNvPr>
          <p:cNvSpPr/>
          <p:nvPr userDrawn="1">
            <p:custDataLst>
              <p:tags r:id="rId1"/>
            </p:custDataLst>
          </p:nvPr>
        </p:nvSpPr>
        <p:spPr bwMode="ltGray">
          <a:xfrm>
            <a:off x="3413760" y="0"/>
            <a:ext cx="8778240"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8"/>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9"/>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3"/>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4"/>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5"/>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6"/>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219955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ver | 1">
    <p:bg>
      <p:bgPr>
        <a:solidFill>
          <a:schemeClr val="bg1"/>
        </a:solidFill>
        <a:effectLst/>
      </p:bgPr>
    </p:bg>
    <p:spTree>
      <p:nvGrpSpPr>
        <p:cNvPr id="1" name=""/>
        <p:cNvGrpSpPr/>
        <p:nvPr/>
      </p:nvGrpSpPr>
      <p:grpSpPr>
        <a:xfrm>
          <a:off x="0" y="0"/>
          <a:ext cx="0" cy="0"/>
          <a:chOff x="0" y="0"/>
          <a:chExt cx="0" cy="0"/>
        </a:xfrm>
      </p:grpSpPr>
      <p:pic>
        <p:nvPicPr>
          <p:cNvPr id="4" name="Picture 3" descr="A person holding a microphone&#10;&#10;Description automatically generated with medium confidence">
            <a:extLst>
              <a:ext uri="{FF2B5EF4-FFF2-40B4-BE49-F238E27FC236}">
                <a16:creationId xmlns:a16="http://schemas.microsoft.com/office/drawing/2014/main" id="{CF267FB5-4FD2-F74D-B9FB-1B0FF2C786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369"/>
          <a:stretch/>
        </p:blipFill>
        <p:spPr>
          <a:xfrm>
            <a:off x="0" y="0"/>
            <a:ext cx="12192000" cy="6858000"/>
          </a:xfrm>
          <a:prstGeom prst="rect">
            <a:avLst/>
          </a:prstGeom>
        </p:spPr>
      </p:pic>
      <p:sp>
        <p:nvSpPr>
          <p:cNvPr id="16" name="Text Placeholder 13">
            <a:extLst>
              <a:ext uri="{FF2B5EF4-FFF2-40B4-BE49-F238E27FC236}">
                <a16:creationId xmlns:a16="http://schemas.microsoft.com/office/drawing/2014/main" id="{75385A75-6C7A-3349-9526-077235AAEF97}"/>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7" name="Text Placeholder 13">
            <a:extLst>
              <a:ext uri="{FF2B5EF4-FFF2-40B4-BE49-F238E27FC236}">
                <a16:creationId xmlns:a16="http://schemas.microsoft.com/office/drawing/2014/main" id="{D9660141-0EA2-CA47-B889-5B22F54F0770}"/>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1" name="Picture 10">
            <a:extLst>
              <a:ext uri="{FF2B5EF4-FFF2-40B4-BE49-F238E27FC236}">
                <a16:creationId xmlns:a16="http://schemas.microsoft.com/office/drawing/2014/main" id="{B9886BFB-6914-0849-9071-3E7EF5D563DE}"/>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2" name="Title 1">
            <a:extLst>
              <a:ext uri="{FF2B5EF4-FFF2-40B4-BE49-F238E27FC236}">
                <a16:creationId xmlns:a16="http://schemas.microsoft.com/office/drawing/2014/main" id="{7CEC6B31-07DA-E24E-AB02-4804DD8CBA28}"/>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F2EE1578-6C5A-8143-1ED7-E512D0BE1C98}"/>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14587623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 2">
    <p:bg>
      <p:bgPr>
        <a:solidFill>
          <a:schemeClr val="bg1"/>
        </a:solidFill>
        <a:effectLst/>
      </p:bgPr>
    </p:bg>
    <p:spTree>
      <p:nvGrpSpPr>
        <p:cNvPr id="1" name=""/>
        <p:cNvGrpSpPr/>
        <p:nvPr/>
      </p:nvGrpSpPr>
      <p:grpSpPr>
        <a:xfrm>
          <a:off x="0" y="0"/>
          <a:ext cx="0" cy="0"/>
          <a:chOff x="0" y="0"/>
          <a:chExt cx="0" cy="0"/>
        </a:xfrm>
      </p:grpSpPr>
      <p:pic>
        <p:nvPicPr>
          <p:cNvPr id="4" name="Picture 3" descr="A picture containing person, looking, wearing, posing&#10;&#10;Description automatically generated">
            <a:extLst>
              <a:ext uri="{FF2B5EF4-FFF2-40B4-BE49-F238E27FC236}">
                <a16:creationId xmlns:a16="http://schemas.microsoft.com/office/drawing/2014/main" id="{D93AB678-4AD4-E74A-A92D-AA6AE8587C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 y="0"/>
            <a:ext cx="12207721" cy="6858000"/>
          </a:xfrm>
          <a:prstGeom prst="rect">
            <a:avLst/>
          </a:prstGeom>
        </p:spPr>
      </p:pic>
      <p:sp>
        <p:nvSpPr>
          <p:cNvPr id="13" name="Rectangle 12">
            <a:extLst>
              <a:ext uri="{FF2B5EF4-FFF2-40B4-BE49-F238E27FC236}">
                <a16:creationId xmlns:a16="http://schemas.microsoft.com/office/drawing/2014/main" id="{C6706273-499D-C646-BF8D-F3C8C88350A9}"/>
              </a:ext>
            </a:extLst>
          </p:cNvPr>
          <p:cNvSpPr/>
          <p:nvPr userDrawn="1"/>
        </p:nvSpPr>
        <p:spPr>
          <a:xfrm>
            <a:off x="-1" y="0"/>
            <a:ext cx="12192000" cy="6858000"/>
          </a:xfrm>
          <a:prstGeom prst="rect">
            <a:avLst/>
          </a:prstGeom>
          <a:gradFill>
            <a:gsLst>
              <a:gs pos="100000">
                <a:schemeClr val="tx1">
                  <a:alpha val="30000"/>
                </a:schemeClr>
              </a:gs>
              <a:gs pos="33000">
                <a:schemeClr val="tx1">
                  <a:alpha val="0"/>
                </a:schemeClr>
              </a:gs>
            </a:gsLst>
            <a:lin ang="10800000" scaled="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13">
            <a:extLst>
              <a:ext uri="{FF2B5EF4-FFF2-40B4-BE49-F238E27FC236}">
                <a16:creationId xmlns:a16="http://schemas.microsoft.com/office/drawing/2014/main" id="{75385A75-6C7A-3349-9526-077235AAEF97}"/>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7" name="Text Placeholder 13">
            <a:extLst>
              <a:ext uri="{FF2B5EF4-FFF2-40B4-BE49-F238E27FC236}">
                <a16:creationId xmlns:a16="http://schemas.microsoft.com/office/drawing/2014/main" id="{D9660141-0EA2-CA47-B889-5B22F54F0770}"/>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1" name="Picture 10">
            <a:extLst>
              <a:ext uri="{FF2B5EF4-FFF2-40B4-BE49-F238E27FC236}">
                <a16:creationId xmlns:a16="http://schemas.microsoft.com/office/drawing/2014/main" id="{B9886BFB-6914-0849-9071-3E7EF5D563DE}"/>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2" name="Title 1">
            <a:extLst>
              <a:ext uri="{FF2B5EF4-FFF2-40B4-BE49-F238E27FC236}">
                <a16:creationId xmlns:a16="http://schemas.microsoft.com/office/drawing/2014/main" id="{7CEC6B31-07DA-E24E-AB02-4804DD8CBA28}"/>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1A527A7F-CB14-286F-A622-E334CD37B403}"/>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31582535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ver | 3">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922A79-808B-8D68-A25E-212712A938F2}"/>
              </a:ext>
            </a:extLst>
          </p:cNvPr>
          <p:cNvPicPr>
            <a:picLocks noChangeAspect="1"/>
          </p:cNvPicPr>
          <p:nvPr userDrawn="1"/>
        </p:nvPicPr>
        <p:blipFill>
          <a:blip r:embed="rId2"/>
          <a:srcRect t="21875" b="21798"/>
          <a:stretch/>
        </p:blipFill>
        <p:spPr>
          <a:xfrm>
            <a:off x="0" y="0"/>
            <a:ext cx="12192000" cy="6867335"/>
          </a:xfrm>
          <a:prstGeom prst="rect">
            <a:avLst/>
          </a:prstGeom>
        </p:spPr>
      </p:pic>
      <p:sp>
        <p:nvSpPr>
          <p:cNvPr id="5" name="Rectangle 4">
            <a:extLst>
              <a:ext uri="{FF2B5EF4-FFF2-40B4-BE49-F238E27FC236}">
                <a16:creationId xmlns:a16="http://schemas.microsoft.com/office/drawing/2014/main" id="{DD312046-917F-1F62-A0ED-0FB980502074}"/>
              </a:ext>
            </a:extLst>
          </p:cNvPr>
          <p:cNvSpPr/>
          <p:nvPr userDrawn="1"/>
        </p:nvSpPr>
        <p:spPr>
          <a:xfrm>
            <a:off x="0" y="0"/>
            <a:ext cx="12192000" cy="6867335"/>
          </a:xfrm>
          <a:prstGeom prst="rect">
            <a:avLst/>
          </a:prstGeom>
          <a:gradFill flip="none" rotWithShape="1">
            <a:gsLst>
              <a:gs pos="35000">
                <a:schemeClr val="accent3">
                  <a:alpha val="68000"/>
                  <a:lumMod val="47000"/>
                </a:schemeClr>
              </a:gs>
              <a:gs pos="79000">
                <a:schemeClr val="accent3">
                  <a:lumMod val="24000"/>
                  <a:alpha val="71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3">
            <a:extLst>
              <a:ext uri="{FF2B5EF4-FFF2-40B4-BE49-F238E27FC236}">
                <a16:creationId xmlns:a16="http://schemas.microsoft.com/office/drawing/2014/main" id="{75385A75-6C7A-3349-9526-077235AAEF97}"/>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7" name="Text Placeholder 13">
            <a:extLst>
              <a:ext uri="{FF2B5EF4-FFF2-40B4-BE49-F238E27FC236}">
                <a16:creationId xmlns:a16="http://schemas.microsoft.com/office/drawing/2014/main" id="{D9660141-0EA2-CA47-B889-5B22F54F0770}"/>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1" name="Picture 10">
            <a:extLst>
              <a:ext uri="{FF2B5EF4-FFF2-40B4-BE49-F238E27FC236}">
                <a16:creationId xmlns:a16="http://schemas.microsoft.com/office/drawing/2014/main" id="{B9886BFB-6914-0849-9071-3E7EF5D563DE}"/>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2" name="Title 1">
            <a:extLst>
              <a:ext uri="{FF2B5EF4-FFF2-40B4-BE49-F238E27FC236}">
                <a16:creationId xmlns:a16="http://schemas.microsoft.com/office/drawing/2014/main" id="{7CEC6B31-07DA-E24E-AB02-4804DD8CBA28}"/>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DA53561B-F219-E545-3E4D-D25A012F63B0}"/>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3210561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ver | 3">
    <p:bg>
      <p:bgPr>
        <a:solidFill>
          <a:schemeClr val="bg1"/>
        </a:solidFill>
        <a:effectLst/>
      </p:bgPr>
    </p:bg>
    <p:spTree>
      <p:nvGrpSpPr>
        <p:cNvPr id="1" name=""/>
        <p:cNvGrpSpPr/>
        <p:nvPr/>
      </p:nvGrpSpPr>
      <p:grpSpPr>
        <a:xfrm>
          <a:off x="0" y="0"/>
          <a:ext cx="0" cy="0"/>
          <a:chOff x="0" y="0"/>
          <a:chExt cx="0" cy="0"/>
        </a:xfrm>
      </p:grpSpPr>
      <p:pic>
        <p:nvPicPr>
          <p:cNvPr id="8" name="Picture 7" descr="A picture containing person, male&#10;&#10;Description automatically generated">
            <a:extLst>
              <a:ext uri="{FF2B5EF4-FFF2-40B4-BE49-F238E27FC236}">
                <a16:creationId xmlns:a16="http://schemas.microsoft.com/office/drawing/2014/main" id="{13CBC0EB-0BC6-F842-B099-663EE3FC2C6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2" y="0"/>
            <a:ext cx="12192001" cy="6858000"/>
          </a:xfrm>
          <a:prstGeom prst="rect">
            <a:avLst/>
          </a:prstGeom>
        </p:spPr>
      </p:pic>
      <p:sp>
        <p:nvSpPr>
          <p:cNvPr id="14" name="Rectangle 13">
            <a:extLst>
              <a:ext uri="{FF2B5EF4-FFF2-40B4-BE49-F238E27FC236}">
                <a16:creationId xmlns:a16="http://schemas.microsoft.com/office/drawing/2014/main" id="{A16D440A-E0E9-CB41-B7B1-00FEDE56B02D}"/>
              </a:ext>
            </a:extLst>
          </p:cNvPr>
          <p:cNvSpPr/>
          <p:nvPr userDrawn="1"/>
        </p:nvSpPr>
        <p:spPr>
          <a:xfrm>
            <a:off x="-4" y="0"/>
            <a:ext cx="12192003" cy="6858000"/>
          </a:xfrm>
          <a:prstGeom prst="rect">
            <a:avLst/>
          </a:prstGeom>
          <a:gradFill>
            <a:gsLst>
              <a:gs pos="100000">
                <a:schemeClr val="tx1">
                  <a:lumMod val="45000"/>
                  <a:alpha val="20000"/>
                </a:schemeClr>
              </a:gs>
              <a:gs pos="15000">
                <a:schemeClr val="bg1">
                  <a:lumMod val="17859"/>
                  <a:alpha val="34000"/>
                </a:schemeClr>
              </a:gs>
            </a:gsLst>
            <a:lin ang="10800000" scaled="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13">
            <a:extLst>
              <a:ext uri="{FF2B5EF4-FFF2-40B4-BE49-F238E27FC236}">
                <a16:creationId xmlns:a16="http://schemas.microsoft.com/office/drawing/2014/main" id="{75385A75-6C7A-3349-9526-077235AAEF97}"/>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7" name="Text Placeholder 13">
            <a:extLst>
              <a:ext uri="{FF2B5EF4-FFF2-40B4-BE49-F238E27FC236}">
                <a16:creationId xmlns:a16="http://schemas.microsoft.com/office/drawing/2014/main" id="{D9660141-0EA2-CA47-B889-5B22F54F0770}"/>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1" name="Picture 10">
            <a:extLst>
              <a:ext uri="{FF2B5EF4-FFF2-40B4-BE49-F238E27FC236}">
                <a16:creationId xmlns:a16="http://schemas.microsoft.com/office/drawing/2014/main" id="{B9886BFB-6914-0849-9071-3E7EF5D563DE}"/>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2" name="Title 1">
            <a:extLst>
              <a:ext uri="{FF2B5EF4-FFF2-40B4-BE49-F238E27FC236}">
                <a16:creationId xmlns:a16="http://schemas.microsoft.com/office/drawing/2014/main" id="{7CEC6B31-07DA-E24E-AB02-4804DD8CBA28}"/>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39185AD8-51F9-EDAC-F597-7DE69BA8BE19}"/>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21361769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 4">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pool ball&#10;&#10;Description automatically generated">
            <a:extLst>
              <a:ext uri="{FF2B5EF4-FFF2-40B4-BE49-F238E27FC236}">
                <a16:creationId xmlns:a16="http://schemas.microsoft.com/office/drawing/2014/main" id="{F82A3BE7-326F-4630-B03C-58D42C37559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2"/>
            <a:ext cx="12191223" cy="6867335"/>
          </a:xfrm>
          <a:prstGeom prst="rect">
            <a:avLst/>
          </a:prstGeom>
        </p:spPr>
      </p:pic>
      <p:sp>
        <p:nvSpPr>
          <p:cNvPr id="15" name="Rectangle 14">
            <a:extLst>
              <a:ext uri="{FF2B5EF4-FFF2-40B4-BE49-F238E27FC236}">
                <a16:creationId xmlns:a16="http://schemas.microsoft.com/office/drawing/2014/main" id="{9E1B90A9-5AA7-2444-97CF-551E3490359D}"/>
              </a:ext>
            </a:extLst>
          </p:cNvPr>
          <p:cNvSpPr/>
          <p:nvPr userDrawn="1"/>
        </p:nvSpPr>
        <p:spPr>
          <a:xfrm>
            <a:off x="-778" y="0"/>
            <a:ext cx="12192000" cy="6867335"/>
          </a:xfrm>
          <a:prstGeom prst="rect">
            <a:avLst/>
          </a:prstGeom>
          <a:gradFill flip="none" rotWithShape="1">
            <a:gsLst>
              <a:gs pos="0">
                <a:schemeClr val="tx1">
                  <a:alpha val="0"/>
                </a:schemeClr>
              </a:gs>
              <a:gs pos="100000">
                <a:schemeClr val="tx1">
                  <a:alpha val="58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3">
            <a:extLst>
              <a:ext uri="{FF2B5EF4-FFF2-40B4-BE49-F238E27FC236}">
                <a16:creationId xmlns:a16="http://schemas.microsoft.com/office/drawing/2014/main" id="{0C00FA2E-4E05-4F59-9DD3-4067B8A74BA1}"/>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3" name="Text Placeholder 13">
            <a:extLst>
              <a:ext uri="{FF2B5EF4-FFF2-40B4-BE49-F238E27FC236}">
                <a16:creationId xmlns:a16="http://schemas.microsoft.com/office/drawing/2014/main" id="{B0E25A4F-DB76-42F1-AB64-8C49B5A53556}"/>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4" name="Picture 13">
            <a:extLst>
              <a:ext uri="{FF2B5EF4-FFF2-40B4-BE49-F238E27FC236}">
                <a16:creationId xmlns:a16="http://schemas.microsoft.com/office/drawing/2014/main" id="{69B9939B-E3CD-4A75-9B1C-E1B56CB2F82F}"/>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9" name="Title 1">
            <a:extLst>
              <a:ext uri="{FF2B5EF4-FFF2-40B4-BE49-F238E27FC236}">
                <a16:creationId xmlns:a16="http://schemas.microsoft.com/office/drawing/2014/main" id="{A32EAF1A-069C-3F4C-834C-9B077A62C422}"/>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A173AD0F-C313-0A6D-A254-F2BE51686884}"/>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42644160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ver | 4">
    <p:bg>
      <p:bgPr>
        <a:solidFill>
          <a:schemeClr val="bg1"/>
        </a:solidFill>
        <a:effectLst/>
      </p:bgPr>
    </p:bg>
    <p:spTree>
      <p:nvGrpSpPr>
        <p:cNvPr id="1" name=""/>
        <p:cNvGrpSpPr/>
        <p:nvPr/>
      </p:nvGrpSpPr>
      <p:grpSpPr>
        <a:xfrm>
          <a:off x="0" y="0"/>
          <a:ext cx="0" cy="0"/>
          <a:chOff x="0" y="0"/>
          <a:chExt cx="0" cy="0"/>
        </a:xfrm>
      </p:grpSpPr>
      <p:pic>
        <p:nvPicPr>
          <p:cNvPr id="4" name="Picture 3" descr="ein sehr hoher, schneebedeckter Berg mit einem Himmelshintergrund">
            <a:extLst>
              <a:ext uri="{FF2B5EF4-FFF2-40B4-BE49-F238E27FC236}">
                <a16:creationId xmlns:a16="http://schemas.microsoft.com/office/drawing/2014/main" id="{11402B72-65A0-0E51-201E-684CF0FEA81D}"/>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20556" t="1068" r="-1" b="19417"/>
          <a:stretch/>
        </p:blipFill>
        <p:spPr bwMode="auto">
          <a:xfrm>
            <a:off x="2" y="0"/>
            <a:ext cx="12191998" cy="6858001"/>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13">
            <a:extLst>
              <a:ext uri="{FF2B5EF4-FFF2-40B4-BE49-F238E27FC236}">
                <a16:creationId xmlns:a16="http://schemas.microsoft.com/office/drawing/2014/main" id="{0C00FA2E-4E05-4F59-9DD3-4067B8A74BA1}"/>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3" name="Text Placeholder 13">
            <a:extLst>
              <a:ext uri="{FF2B5EF4-FFF2-40B4-BE49-F238E27FC236}">
                <a16:creationId xmlns:a16="http://schemas.microsoft.com/office/drawing/2014/main" id="{B0E25A4F-DB76-42F1-AB64-8C49B5A53556}"/>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4" name="Picture 13">
            <a:extLst>
              <a:ext uri="{FF2B5EF4-FFF2-40B4-BE49-F238E27FC236}">
                <a16:creationId xmlns:a16="http://schemas.microsoft.com/office/drawing/2014/main" id="{69B9939B-E3CD-4A75-9B1C-E1B56CB2F82F}"/>
              </a:ext>
            </a:extLst>
          </p:cNvPr>
          <p:cNvPicPr>
            <a:picLocks noChangeAspect="1"/>
          </p:cNvPicPr>
          <p:nvPr userDrawn="1"/>
        </p:nvPicPr>
        <p:blipFill>
          <a:blip r:embed="rId4"/>
          <a:stretch>
            <a:fillRect/>
          </a:stretch>
        </p:blipFill>
        <p:spPr>
          <a:xfrm>
            <a:off x="621956" y="703769"/>
            <a:ext cx="1267765" cy="334441"/>
          </a:xfrm>
          <a:prstGeom prst="rect">
            <a:avLst/>
          </a:prstGeom>
        </p:spPr>
      </p:pic>
      <p:sp>
        <p:nvSpPr>
          <p:cNvPr id="9" name="Title 1">
            <a:extLst>
              <a:ext uri="{FF2B5EF4-FFF2-40B4-BE49-F238E27FC236}">
                <a16:creationId xmlns:a16="http://schemas.microsoft.com/office/drawing/2014/main" id="{A32EAF1A-069C-3F4C-834C-9B077A62C422}"/>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A173AD0F-C313-0A6D-A254-F2BE51686884}"/>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
        <p:nvSpPr>
          <p:cNvPr id="7" name="Rectangle 6">
            <a:extLst>
              <a:ext uri="{FF2B5EF4-FFF2-40B4-BE49-F238E27FC236}">
                <a16:creationId xmlns:a16="http://schemas.microsoft.com/office/drawing/2014/main" id="{9E1B90A9-5AA7-2444-97CF-551E3490359D}"/>
              </a:ext>
            </a:extLst>
          </p:cNvPr>
          <p:cNvSpPr/>
          <p:nvPr userDrawn="1"/>
        </p:nvSpPr>
        <p:spPr>
          <a:xfrm>
            <a:off x="-778" y="0"/>
            <a:ext cx="12192000" cy="6867335"/>
          </a:xfrm>
          <a:prstGeom prst="rect">
            <a:avLst/>
          </a:prstGeom>
          <a:gradFill flip="none" rotWithShape="1">
            <a:gsLst>
              <a:gs pos="0">
                <a:schemeClr val="tx1">
                  <a:alpha val="0"/>
                </a:schemeClr>
              </a:gs>
              <a:gs pos="100000">
                <a:schemeClr val="tx1">
                  <a:alpha val="58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98140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 | 5">
    <p:bg>
      <p:bgPr>
        <a:solidFill>
          <a:schemeClr val="bg1"/>
        </a:solidFill>
        <a:effectLst/>
      </p:bgPr>
    </p:bg>
    <p:spTree>
      <p:nvGrpSpPr>
        <p:cNvPr id="1" name=""/>
        <p:cNvGrpSpPr/>
        <p:nvPr/>
      </p:nvGrpSpPr>
      <p:grpSpPr>
        <a:xfrm>
          <a:off x="0" y="0"/>
          <a:ext cx="0" cy="0"/>
          <a:chOff x="0" y="0"/>
          <a:chExt cx="0" cy="0"/>
        </a:xfrm>
      </p:grpSpPr>
      <p:pic>
        <p:nvPicPr>
          <p:cNvPr id="6" name="Picture 5" descr="A close up of a person's face&#10;&#10;Description automatically generated">
            <a:extLst>
              <a:ext uri="{FF2B5EF4-FFF2-40B4-BE49-F238E27FC236}">
                <a16:creationId xmlns:a16="http://schemas.microsoft.com/office/drawing/2014/main" id="{0E608888-9A8B-D849-BD96-02ADDA2572F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4819712" y="0"/>
            <a:ext cx="7403730" cy="6858000"/>
          </a:xfrm>
          <a:prstGeom prst="rect">
            <a:avLst/>
          </a:prstGeom>
        </p:spPr>
      </p:pic>
      <p:sp>
        <p:nvSpPr>
          <p:cNvPr id="13" name="Rectangle 12">
            <a:extLst>
              <a:ext uri="{FF2B5EF4-FFF2-40B4-BE49-F238E27FC236}">
                <a16:creationId xmlns:a16="http://schemas.microsoft.com/office/drawing/2014/main" id="{E4D03DBC-2506-064A-8162-F54C9AF96DC1}"/>
              </a:ext>
            </a:extLst>
          </p:cNvPr>
          <p:cNvSpPr/>
          <p:nvPr userDrawn="1"/>
        </p:nvSpPr>
        <p:spPr>
          <a:xfrm>
            <a:off x="0" y="0"/>
            <a:ext cx="12192000" cy="6858000"/>
          </a:xfrm>
          <a:prstGeom prst="rect">
            <a:avLst/>
          </a:prstGeom>
          <a:gradFill flip="none" rotWithShape="1">
            <a:gsLst>
              <a:gs pos="68000">
                <a:schemeClr val="tx1">
                  <a:alpha val="0"/>
                </a:schemeClr>
              </a:gs>
              <a:gs pos="45000">
                <a:schemeClr val="tx1">
                  <a:alpha val="99000"/>
                </a:schemeClr>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13">
            <a:extLst>
              <a:ext uri="{FF2B5EF4-FFF2-40B4-BE49-F238E27FC236}">
                <a16:creationId xmlns:a16="http://schemas.microsoft.com/office/drawing/2014/main" id="{75385A75-6C7A-3349-9526-077235AAEF97}"/>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7" name="Text Placeholder 13">
            <a:extLst>
              <a:ext uri="{FF2B5EF4-FFF2-40B4-BE49-F238E27FC236}">
                <a16:creationId xmlns:a16="http://schemas.microsoft.com/office/drawing/2014/main" id="{D9660141-0EA2-CA47-B889-5B22F54F0770}"/>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1" name="Picture 10">
            <a:extLst>
              <a:ext uri="{FF2B5EF4-FFF2-40B4-BE49-F238E27FC236}">
                <a16:creationId xmlns:a16="http://schemas.microsoft.com/office/drawing/2014/main" id="{B9886BFB-6914-0849-9071-3E7EF5D563DE}"/>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2" name="Title 1">
            <a:extLst>
              <a:ext uri="{FF2B5EF4-FFF2-40B4-BE49-F238E27FC236}">
                <a16:creationId xmlns:a16="http://schemas.microsoft.com/office/drawing/2014/main" id="{7CEC6B31-07DA-E24E-AB02-4804DD8CBA28}"/>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85EE840A-1182-1D83-15E7-53893562B261}"/>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28595638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 7">
    <p:bg>
      <p:bgPr>
        <a:solidFill>
          <a:schemeClr val="bg1"/>
        </a:solidFill>
        <a:effectLst/>
      </p:bgPr>
    </p:bg>
    <p:spTree>
      <p:nvGrpSpPr>
        <p:cNvPr id="1" name=""/>
        <p:cNvGrpSpPr/>
        <p:nvPr/>
      </p:nvGrpSpPr>
      <p:grpSpPr>
        <a:xfrm>
          <a:off x="0" y="0"/>
          <a:ext cx="0" cy="0"/>
          <a:chOff x="0" y="0"/>
          <a:chExt cx="0" cy="0"/>
        </a:xfrm>
      </p:grpSpPr>
      <p:pic>
        <p:nvPicPr>
          <p:cNvPr id="3" name="Picture 2" descr="A sunset over a body of water&#10;&#10;Description automatically generated with medium confidence">
            <a:extLst>
              <a:ext uri="{FF2B5EF4-FFF2-40B4-BE49-F238E27FC236}">
                <a16:creationId xmlns:a16="http://schemas.microsoft.com/office/drawing/2014/main" id="{B14FC67E-89D6-4E07-8F8A-4D80CCD3F1E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207720" cy="6858000"/>
          </a:xfrm>
          <a:prstGeom prst="rect">
            <a:avLst/>
          </a:prstGeom>
        </p:spPr>
      </p:pic>
      <p:sp>
        <p:nvSpPr>
          <p:cNvPr id="9" name="Rectangle 8">
            <a:extLst>
              <a:ext uri="{FF2B5EF4-FFF2-40B4-BE49-F238E27FC236}">
                <a16:creationId xmlns:a16="http://schemas.microsoft.com/office/drawing/2014/main" id="{7A3FE061-4B75-7D4B-B1F8-EBA0F949C9E8}"/>
              </a:ext>
            </a:extLst>
          </p:cNvPr>
          <p:cNvSpPr/>
          <p:nvPr userDrawn="1"/>
        </p:nvSpPr>
        <p:spPr>
          <a:xfrm>
            <a:off x="0" y="0"/>
            <a:ext cx="12191999" cy="6858000"/>
          </a:xfrm>
          <a:prstGeom prst="rect">
            <a:avLst/>
          </a:prstGeom>
          <a:gradFill>
            <a:gsLst>
              <a:gs pos="0">
                <a:srgbClr val="008EFF">
                  <a:lumMod val="46195"/>
                  <a:alpha val="60000"/>
                </a:srgbClr>
              </a:gs>
              <a:gs pos="53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E919F5C-229E-4C77-BDF4-EAD8A13CF890}"/>
              </a:ext>
            </a:extLst>
          </p:cNvPr>
          <p:cNvSpPr/>
          <p:nvPr userDrawn="1"/>
        </p:nvSpPr>
        <p:spPr>
          <a:xfrm>
            <a:off x="7861" y="-16676"/>
            <a:ext cx="12207720" cy="6858000"/>
          </a:xfrm>
          <a:prstGeom prst="rect">
            <a:avLst/>
          </a:prstGeom>
          <a:gradFill>
            <a:gsLst>
              <a:gs pos="54000">
                <a:schemeClr val="tx1">
                  <a:alpha val="20873"/>
                  <a:lumMod val="94000"/>
                </a:schemeClr>
              </a:gs>
              <a:gs pos="0">
                <a:schemeClr val="bg1">
                  <a:lumMod val="0"/>
                  <a:alpha val="69000"/>
                </a:schemeClr>
              </a:gs>
            </a:gsLst>
            <a:lin ang="7800000" scaled="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ext Placeholder 13">
            <a:extLst>
              <a:ext uri="{FF2B5EF4-FFF2-40B4-BE49-F238E27FC236}">
                <a16:creationId xmlns:a16="http://schemas.microsoft.com/office/drawing/2014/main" id="{7F2FD447-5EF1-ED42-96CF-E58AFD1D27F8}"/>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indent="0">
              <a:buNone/>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6" name="Text Placeholder 13">
            <a:extLst>
              <a:ext uri="{FF2B5EF4-FFF2-40B4-BE49-F238E27FC236}">
                <a16:creationId xmlns:a16="http://schemas.microsoft.com/office/drawing/2014/main" id="{D91995B8-8B98-C749-AC77-6BC9679B4DDC}"/>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4" name="Picture 13">
            <a:extLst>
              <a:ext uri="{FF2B5EF4-FFF2-40B4-BE49-F238E27FC236}">
                <a16:creationId xmlns:a16="http://schemas.microsoft.com/office/drawing/2014/main" id="{251CD3A7-6D06-3D45-B00C-35F47C6F2C58}"/>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1" name="Title 1">
            <a:extLst>
              <a:ext uri="{FF2B5EF4-FFF2-40B4-BE49-F238E27FC236}">
                <a16:creationId xmlns:a16="http://schemas.microsoft.com/office/drawing/2014/main" id="{428848D7-9D2F-8A44-A7C2-39E32673D010}"/>
              </a:ext>
            </a:extLst>
          </p:cNvPr>
          <p:cNvSpPr>
            <a:spLocks noGrp="1"/>
          </p:cNvSpPr>
          <p:nvPr>
            <p:ph type="title" hasCustomPrompt="1"/>
          </p:nvPr>
        </p:nvSpPr>
        <p:spPr>
          <a:xfrm>
            <a:off x="621956" y="1614497"/>
            <a:ext cx="10960443"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AB5CD73C-606A-875D-0624-49C4C8319798}"/>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2149875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 9">
    <p:bg>
      <p:bgPr>
        <a:solidFill>
          <a:schemeClr val="bg1"/>
        </a:solidFill>
        <a:effectLst/>
      </p:bgPr>
    </p:bg>
    <p:spTree>
      <p:nvGrpSpPr>
        <p:cNvPr id="1" name=""/>
        <p:cNvGrpSpPr/>
        <p:nvPr/>
      </p:nvGrpSpPr>
      <p:grpSpPr>
        <a:xfrm>
          <a:off x="0" y="0"/>
          <a:ext cx="0" cy="0"/>
          <a:chOff x="0" y="0"/>
          <a:chExt cx="0" cy="0"/>
        </a:xfrm>
      </p:grpSpPr>
      <p:pic>
        <p:nvPicPr>
          <p:cNvPr id="3" name="Picture 2" descr="A picture containing cat, wall, indoor&#10;&#10;Description automatically generated">
            <a:extLst>
              <a:ext uri="{FF2B5EF4-FFF2-40B4-BE49-F238E27FC236}">
                <a16:creationId xmlns:a16="http://schemas.microsoft.com/office/drawing/2014/main" id="{16F84C7C-2CB8-456C-83AE-A3F9F0BFD62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1699" cy="6858000"/>
          </a:xfrm>
          <a:prstGeom prst="rect">
            <a:avLst/>
          </a:prstGeom>
        </p:spPr>
      </p:pic>
      <p:sp>
        <p:nvSpPr>
          <p:cNvPr id="15" name="Rectangle 14">
            <a:extLst>
              <a:ext uri="{FF2B5EF4-FFF2-40B4-BE49-F238E27FC236}">
                <a16:creationId xmlns:a16="http://schemas.microsoft.com/office/drawing/2014/main" id="{9E1B90A9-5AA7-2444-97CF-551E3490359D}"/>
              </a:ext>
            </a:extLst>
          </p:cNvPr>
          <p:cNvSpPr/>
          <p:nvPr userDrawn="1"/>
        </p:nvSpPr>
        <p:spPr>
          <a:xfrm>
            <a:off x="-1" y="0"/>
            <a:ext cx="12207722" cy="6858000"/>
          </a:xfrm>
          <a:prstGeom prst="rect">
            <a:avLst/>
          </a:prstGeom>
          <a:gradFill flip="none" rotWithShape="1">
            <a:gsLst>
              <a:gs pos="0">
                <a:schemeClr val="tx1">
                  <a:alpha val="0"/>
                </a:schemeClr>
              </a:gs>
              <a:gs pos="100000">
                <a:schemeClr val="tx1">
                  <a:alpha val="58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3">
            <a:extLst>
              <a:ext uri="{FF2B5EF4-FFF2-40B4-BE49-F238E27FC236}">
                <a16:creationId xmlns:a16="http://schemas.microsoft.com/office/drawing/2014/main" id="{0C00FA2E-4E05-4F59-9DD3-4067B8A74BA1}"/>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indent="0">
              <a:buNone/>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3" name="Text Placeholder 13">
            <a:extLst>
              <a:ext uri="{FF2B5EF4-FFF2-40B4-BE49-F238E27FC236}">
                <a16:creationId xmlns:a16="http://schemas.microsoft.com/office/drawing/2014/main" id="{B0E25A4F-DB76-42F1-AB64-8C49B5A53556}"/>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4" name="Picture 13">
            <a:extLst>
              <a:ext uri="{FF2B5EF4-FFF2-40B4-BE49-F238E27FC236}">
                <a16:creationId xmlns:a16="http://schemas.microsoft.com/office/drawing/2014/main" id="{69B9939B-E3CD-4A75-9B1C-E1B56CB2F82F}"/>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9" name="Title 1">
            <a:extLst>
              <a:ext uri="{FF2B5EF4-FFF2-40B4-BE49-F238E27FC236}">
                <a16:creationId xmlns:a16="http://schemas.microsoft.com/office/drawing/2014/main" id="{A32EAF1A-069C-3F4C-834C-9B077A62C422}"/>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pic>
        <p:nvPicPr>
          <p:cNvPr id="10" name="Picture 9" descr="A picture containing text, tableware, clipart, dishware&#10;&#10;Description automatically generated">
            <a:extLst>
              <a:ext uri="{FF2B5EF4-FFF2-40B4-BE49-F238E27FC236}">
                <a16:creationId xmlns:a16="http://schemas.microsoft.com/office/drawing/2014/main" id="{188DC479-9264-324C-8690-D0FF168B8FC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375305" y="6008713"/>
            <a:ext cx="3207094" cy="275215"/>
          </a:xfrm>
          <a:prstGeom prst="rect">
            <a:avLst/>
          </a:prstGeom>
        </p:spPr>
      </p:pic>
      <p:sp>
        <p:nvSpPr>
          <p:cNvPr id="2" name="TextBox 1">
            <a:extLst>
              <a:ext uri="{FF2B5EF4-FFF2-40B4-BE49-F238E27FC236}">
                <a16:creationId xmlns:a16="http://schemas.microsoft.com/office/drawing/2014/main" id="{096C87C1-E017-89F2-D479-580279663B69}"/>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17786853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 | 10">
    <p:bg>
      <p:bgPr>
        <a:solidFill>
          <a:schemeClr val="bg1"/>
        </a:solidFill>
        <a:effectLst/>
      </p:bgPr>
    </p:bg>
    <p:spTree>
      <p:nvGrpSpPr>
        <p:cNvPr id="1" name=""/>
        <p:cNvGrpSpPr/>
        <p:nvPr/>
      </p:nvGrpSpPr>
      <p:grpSpPr>
        <a:xfrm>
          <a:off x="0" y="0"/>
          <a:ext cx="0" cy="0"/>
          <a:chOff x="0" y="0"/>
          <a:chExt cx="0" cy="0"/>
        </a:xfrm>
      </p:grpSpPr>
      <p:pic>
        <p:nvPicPr>
          <p:cNvPr id="9" name="Content Placeholder 4" descr="A picture containing text, person, indoor&#10;&#10;Description automatically generated">
            <a:extLst>
              <a:ext uri="{FF2B5EF4-FFF2-40B4-BE49-F238E27FC236}">
                <a16:creationId xmlns:a16="http://schemas.microsoft.com/office/drawing/2014/main" id="{60DE002C-1B23-43E1-96A5-7FCE0D4BA88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 y="1282"/>
            <a:ext cx="12191980" cy="6856718"/>
          </a:xfrm>
          <a:prstGeom prst="rect">
            <a:avLst/>
          </a:prstGeom>
        </p:spPr>
      </p:pic>
      <p:sp>
        <p:nvSpPr>
          <p:cNvPr id="8" name="Rectangle 7">
            <a:extLst>
              <a:ext uri="{FF2B5EF4-FFF2-40B4-BE49-F238E27FC236}">
                <a16:creationId xmlns:a16="http://schemas.microsoft.com/office/drawing/2014/main" id="{1915AECF-8258-4764-8518-7FE9BB0B9F6B}"/>
              </a:ext>
            </a:extLst>
          </p:cNvPr>
          <p:cNvSpPr/>
          <p:nvPr userDrawn="1"/>
        </p:nvSpPr>
        <p:spPr>
          <a:xfrm>
            <a:off x="-1" y="-16676"/>
            <a:ext cx="12192000" cy="6874676"/>
          </a:xfrm>
          <a:prstGeom prst="rect">
            <a:avLst/>
          </a:prstGeom>
          <a:gradFill>
            <a:gsLst>
              <a:gs pos="54000">
                <a:schemeClr val="tx1">
                  <a:alpha val="20873"/>
                  <a:lumMod val="94000"/>
                </a:schemeClr>
              </a:gs>
              <a:gs pos="0">
                <a:schemeClr val="bg1">
                  <a:lumMod val="0"/>
                  <a:alpha val="69000"/>
                </a:schemeClr>
              </a:gs>
            </a:gsLst>
            <a:lin ang="7800000" scaled="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Text Placeholder 13">
            <a:extLst>
              <a:ext uri="{FF2B5EF4-FFF2-40B4-BE49-F238E27FC236}">
                <a16:creationId xmlns:a16="http://schemas.microsoft.com/office/drawing/2014/main" id="{72B11314-6545-2C43-B575-51E40844012D}"/>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indent="0">
              <a:buNone/>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3" name="Text Placeholder 13">
            <a:extLst>
              <a:ext uri="{FF2B5EF4-FFF2-40B4-BE49-F238E27FC236}">
                <a16:creationId xmlns:a16="http://schemas.microsoft.com/office/drawing/2014/main" id="{771B5EE1-B456-8540-87E6-1E7E9A34C094}"/>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5" name="Picture 14">
            <a:extLst>
              <a:ext uri="{FF2B5EF4-FFF2-40B4-BE49-F238E27FC236}">
                <a16:creationId xmlns:a16="http://schemas.microsoft.com/office/drawing/2014/main" id="{808E2D6D-92FF-164F-812F-1401066C4373}"/>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1" name="Title 1">
            <a:extLst>
              <a:ext uri="{FF2B5EF4-FFF2-40B4-BE49-F238E27FC236}">
                <a16:creationId xmlns:a16="http://schemas.microsoft.com/office/drawing/2014/main" id="{F38C0B5F-3738-9B46-8C3E-19F68C22B335}"/>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BBF1A21F-2003-6DEA-BD64-BE17AC416FA3}"/>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10631709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ver | 11">
    <p:bg>
      <p:bgPr>
        <a:solidFill>
          <a:schemeClr val="bg1"/>
        </a:solidFill>
        <a:effectLst/>
      </p:bgPr>
    </p:bg>
    <p:spTree>
      <p:nvGrpSpPr>
        <p:cNvPr id="1" name=""/>
        <p:cNvGrpSpPr/>
        <p:nvPr/>
      </p:nvGrpSpPr>
      <p:grpSpPr>
        <a:xfrm>
          <a:off x="0" y="0"/>
          <a:ext cx="0" cy="0"/>
          <a:chOff x="0" y="0"/>
          <a:chExt cx="0" cy="0"/>
        </a:xfrm>
      </p:grpSpPr>
      <p:pic>
        <p:nvPicPr>
          <p:cNvPr id="10" name="Content Placeholder 4" descr="A person looking at a computer screen&#10;&#10;Description automatically generated with medium confidence">
            <a:extLst>
              <a:ext uri="{FF2B5EF4-FFF2-40B4-BE49-F238E27FC236}">
                <a16:creationId xmlns:a16="http://schemas.microsoft.com/office/drawing/2014/main" id="{9376E1AB-E0BF-47DC-82C5-F63615876C4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 y="1282"/>
            <a:ext cx="12191980" cy="6856718"/>
          </a:xfrm>
          <a:prstGeom prst="rect">
            <a:avLst/>
          </a:prstGeom>
        </p:spPr>
      </p:pic>
      <p:sp>
        <p:nvSpPr>
          <p:cNvPr id="15" name="Rectangle 14">
            <a:extLst>
              <a:ext uri="{FF2B5EF4-FFF2-40B4-BE49-F238E27FC236}">
                <a16:creationId xmlns:a16="http://schemas.microsoft.com/office/drawing/2014/main" id="{4D5F828D-6C56-2545-9BE5-1809273CC22C}"/>
              </a:ext>
            </a:extLst>
          </p:cNvPr>
          <p:cNvSpPr/>
          <p:nvPr userDrawn="1"/>
        </p:nvSpPr>
        <p:spPr>
          <a:xfrm>
            <a:off x="4787" y="0"/>
            <a:ext cx="12192000" cy="6858000"/>
          </a:xfrm>
          <a:prstGeom prst="rect">
            <a:avLst/>
          </a:prstGeom>
          <a:gradFill flip="none" rotWithShape="1">
            <a:gsLst>
              <a:gs pos="43000">
                <a:schemeClr val="tx1">
                  <a:alpha val="0"/>
                </a:schemeClr>
              </a:gs>
              <a:gs pos="100000">
                <a:schemeClr val="tx1">
                  <a:alpha val="58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3">
            <a:extLst>
              <a:ext uri="{FF2B5EF4-FFF2-40B4-BE49-F238E27FC236}">
                <a16:creationId xmlns:a16="http://schemas.microsoft.com/office/drawing/2014/main" id="{7F2FD447-5EF1-ED42-96CF-E58AFD1D27F8}"/>
              </a:ext>
            </a:extLst>
          </p:cNvPr>
          <p:cNvSpPr>
            <a:spLocks noGrp="1"/>
          </p:cNvSpPr>
          <p:nvPr>
            <p:ph type="body" sz="quarter" idx="10" hasCustomPrompt="1"/>
          </p:nvPr>
        </p:nvSpPr>
        <p:spPr>
          <a:xfrm>
            <a:off x="641042" y="5257799"/>
            <a:ext cx="10941358" cy="671513"/>
          </a:xfrm>
          <a:prstGeom prst="rect">
            <a:avLst/>
          </a:prstGeom>
        </p:spPr>
        <p:txBody>
          <a:bodyPr>
            <a:normAutofit/>
          </a:bodyPr>
          <a:lstStyle>
            <a:lvl1pPr marL="0" indent="0">
              <a:buNone/>
              <a:defRPr sz="2800" b="1" i="0" cap="none" baseline="0">
                <a:solidFill>
                  <a:schemeClr val="bg1"/>
                </a:solidFill>
                <a:latin typeface="Graphik Semibold" panose="020B0503030202060203" pitchFamily="34" charset="77"/>
              </a:defRPr>
            </a:lvl1pPr>
          </a:lstStyle>
          <a:p>
            <a:pPr lvl="0"/>
            <a:r>
              <a:rPr lang="en-US"/>
              <a:t>Insert sub-title here</a:t>
            </a:r>
          </a:p>
        </p:txBody>
      </p:sp>
      <p:sp>
        <p:nvSpPr>
          <p:cNvPr id="16" name="Text Placeholder 13">
            <a:extLst>
              <a:ext uri="{FF2B5EF4-FFF2-40B4-BE49-F238E27FC236}">
                <a16:creationId xmlns:a16="http://schemas.microsoft.com/office/drawing/2014/main" id="{D91995B8-8B98-C749-AC77-6BC9679B4DDC}"/>
              </a:ext>
            </a:extLst>
          </p:cNvPr>
          <p:cNvSpPr>
            <a:spLocks noGrp="1"/>
          </p:cNvSpPr>
          <p:nvPr>
            <p:ph type="body" sz="quarter" idx="11" hasCustomPrompt="1"/>
          </p:nvPr>
        </p:nvSpPr>
        <p:spPr>
          <a:xfrm>
            <a:off x="641042" y="6008713"/>
            <a:ext cx="10941358" cy="492100"/>
          </a:xfrm>
          <a:prstGeom prst="rect">
            <a:avLst/>
          </a:prstGeom>
        </p:spPr>
        <p:txBody>
          <a:bodyPr>
            <a:normAutofit/>
          </a:bodyPr>
          <a:lstStyle>
            <a:lvl1pPr marL="0" indent="0">
              <a:buNone/>
              <a:defRPr sz="1400">
                <a:solidFill>
                  <a:schemeClr val="bg1"/>
                </a:solidFill>
                <a:latin typeface="Graphik Regular" panose="020B0503030202060203" pitchFamily="34" charset="77"/>
              </a:defRPr>
            </a:lvl1pPr>
          </a:lstStyle>
          <a:p>
            <a:pPr lvl="0"/>
            <a:r>
              <a:rPr lang="en-US"/>
              <a:t>Insert date or additional details here</a:t>
            </a:r>
          </a:p>
        </p:txBody>
      </p:sp>
      <p:pic>
        <p:nvPicPr>
          <p:cNvPr id="14" name="Picture 13">
            <a:extLst>
              <a:ext uri="{FF2B5EF4-FFF2-40B4-BE49-F238E27FC236}">
                <a16:creationId xmlns:a16="http://schemas.microsoft.com/office/drawing/2014/main" id="{251CD3A7-6D06-3D45-B00C-35F47C6F2C58}"/>
              </a:ext>
            </a:extLst>
          </p:cNvPr>
          <p:cNvPicPr>
            <a:picLocks noChangeAspect="1"/>
          </p:cNvPicPr>
          <p:nvPr userDrawn="1"/>
        </p:nvPicPr>
        <p:blipFill>
          <a:blip r:embed="rId3"/>
          <a:stretch>
            <a:fillRect/>
          </a:stretch>
        </p:blipFill>
        <p:spPr>
          <a:xfrm>
            <a:off x="621956" y="703769"/>
            <a:ext cx="1267765" cy="334441"/>
          </a:xfrm>
          <a:prstGeom prst="rect">
            <a:avLst/>
          </a:prstGeom>
        </p:spPr>
      </p:pic>
      <p:sp>
        <p:nvSpPr>
          <p:cNvPr id="11" name="Title 1">
            <a:extLst>
              <a:ext uri="{FF2B5EF4-FFF2-40B4-BE49-F238E27FC236}">
                <a16:creationId xmlns:a16="http://schemas.microsoft.com/office/drawing/2014/main" id="{57747E5A-EB4A-DD42-AECD-0591E32BE7E7}"/>
              </a:ext>
            </a:extLst>
          </p:cNvPr>
          <p:cNvSpPr>
            <a:spLocks noGrp="1"/>
          </p:cNvSpPr>
          <p:nvPr>
            <p:ph type="title" hasCustomPrompt="1"/>
          </p:nvPr>
        </p:nvSpPr>
        <p:spPr>
          <a:xfrm>
            <a:off x="621956" y="1614497"/>
            <a:ext cx="5020855" cy="2900359"/>
          </a:xfrm>
          <a:prstGeom prst="rect">
            <a:avLst/>
          </a:prstGeom>
        </p:spPr>
        <p:txBody>
          <a:bodyPr anchor="t" anchorCtr="0">
            <a:normAutofit/>
          </a:bodyPr>
          <a:lstStyle>
            <a:lvl1pPr>
              <a:lnSpc>
                <a:spcPct val="80000"/>
              </a:lnSpc>
              <a:defRPr sz="8000" cap="none" baseline="0">
                <a:solidFill>
                  <a:schemeClr val="bg1"/>
                </a:solidFill>
              </a:defRPr>
            </a:lvl1pPr>
          </a:lstStyle>
          <a:p>
            <a:r>
              <a:rPr lang="en-US"/>
              <a:t>Insert title here</a:t>
            </a:r>
          </a:p>
        </p:txBody>
      </p:sp>
      <p:sp>
        <p:nvSpPr>
          <p:cNvPr id="2" name="TextBox 1">
            <a:extLst>
              <a:ext uri="{FF2B5EF4-FFF2-40B4-BE49-F238E27FC236}">
                <a16:creationId xmlns:a16="http://schemas.microsoft.com/office/drawing/2014/main" id="{5A460323-D690-BF09-3B2E-DC744B0C0AC0}"/>
              </a:ext>
            </a:extLst>
          </p:cNvPr>
          <p:cNvSpPr txBox="1"/>
          <p:nvPr userDrawn="1"/>
        </p:nvSpPr>
        <p:spPr>
          <a:xfrm>
            <a:off x="8936737" y="381000"/>
            <a:ext cx="2874263" cy="402336"/>
          </a:xfrm>
          <a:prstGeom prst="rect">
            <a:avLst/>
          </a:prstGeom>
          <a:noFill/>
        </p:spPr>
        <p:txBody>
          <a:bodyPr wrap="square" lIns="0" tIns="0" rIns="0" bIns="0" rtlCol="0" anchor="ctr">
            <a:noAutofit/>
          </a:bodyPr>
          <a:lstStyle/>
          <a:p>
            <a:pPr algn="ctr" defTabSz="228600">
              <a:spcAft>
                <a:spcPts val="1200"/>
              </a:spcAft>
            </a:pPr>
            <a:r>
              <a:rPr lang="de-DE" sz="1600" noProof="0">
                <a:solidFill>
                  <a:schemeClr val="bg1"/>
                </a:solidFill>
              </a:rPr>
              <a:t>Accenture </a:t>
            </a:r>
            <a:r>
              <a:rPr lang="de-DE" sz="1600" b="1" noProof="0">
                <a:solidFill>
                  <a:schemeClr val="bg1"/>
                </a:solidFill>
              </a:rPr>
              <a:t>Business </a:t>
            </a:r>
            <a:r>
              <a:rPr lang="de-DE" sz="1600" b="1" noProof="0" err="1">
                <a:solidFill>
                  <a:schemeClr val="bg1"/>
                </a:solidFill>
              </a:rPr>
              <a:t>Agility</a:t>
            </a:r>
            <a:endParaRPr lang="de-DE" sz="1600" b="1" noProof="0">
              <a:solidFill>
                <a:schemeClr val="bg1"/>
              </a:solidFill>
            </a:endParaRPr>
          </a:p>
        </p:txBody>
      </p:sp>
    </p:spTree>
    <p:extLst>
      <p:ext uri="{BB962C8B-B14F-4D97-AF65-F5344CB8AC3E}">
        <p14:creationId xmlns:p14="http://schemas.microsoft.com/office/powerpoint/2010/main" val="26428273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206016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8" name="GTS_WH" descr="Accenture Greater Than symbol in white">
            <a:extLst>
              <a:ext uri="{FF2B5EF4-FFF2-40B4-BE49-F238E27FC236}">
                <a16:creationId xmlns:a16="http://schemas.microsoft.com/office/drawing/2014/main" id="{E96B644F-A9C2-401B-8562-DC3B10FB5CFA}"/>
              </a:ext>
            </a:extLst>
          </p:cNvPr>
          <p:cNvSpPr>
            <a:spLocks noChangeAspect="1"/>
          </p:cNvSpPr>
          <p:nvPr userDrawn="1"/>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Acc_Tech_Logo_WH" descr="Accenture Technology wordmark in white">
            <a:extLst>
              <a:ext uri="{FF2B5EF4-FFF2-40B4-BE49-F238E27FC236}">
                <a16:creationId xmlns:a16="http://schemas.microsoft.com/office/drawing/2014/main" id="{E1C4528C-35CA-41C7-B25C-A600CD41B680}"/>
              </a:ext>
            </a:extLst>
          </p:cNvPr>
          <p:cNvSpPr>
            <a:spLocks noChangeAspect="1" noEditPoints="1"/>
          </p:cNvSpPr>
          <p:nvPr userDrawn="1"/>
        </p:nvSpPr>
        <p:spPr bwMode="auto">
          <a:xfrm>
            <a:off x="381001"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19557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Black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userDrawn="1"/>
        </p:nvGrpSpPr>
        <p:grpSpPr bwMode="black">
          <a:xfrm>
            <a:off x="9926898" y="381000"/>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userDrawn="1"/>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userDrawn="1"/>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 name="Acc_Tech_Logo_WH" descr="Accenture Technology wordmark in white">
            <a:extLst>
              <a:ext uri="{FF2B5EF4-FFF2-40B4-BE49-F238E27FC236}">
                <a16:creationId xmlns:a16="http://schemas.microsoft.com/office/drawing/2014/main" id="{D858ADC7-4C7C-4404-9E70-D87FF1DC656D}"/>
              </a:ext>
            </a:extLst>
          </p:cNvPr>
          <p:cNvSpPr>
            <a:spLocks noChangeAspect="1" noEditPoints="1"/>
          </p:cNvSpPr>
          <p:nvPr userDrawn="1"/>
        </p:nvSpPr>
        <p:spPr bwMode="auto">
          <a:xfrm>
            <a:off x="8802186"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56686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Black2+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D8EFDB83-09AD-4E52-93C8-E24DAC9705FB}"/>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userDrawn="1"/>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Acc_Tech_Logo_WH" descr="Accenture Technology wordmark in white">
            <a:extLst>
              <a:ext uri="{FF2B5EF4-FFF2-40B4-BE49-F238E27FC236}">
                <a16:creationId xmlns:a16="http://schemas.microsoft.com/office/drawing/2014/main" id="{2DBCDDF3-9F8E-44B5-9E3F-2223C14CC4C3}"/>
              </a:ext>
            </a:extLst>
          </p:cNvPr>
          <p:cNvSpPr>
            <a:spLocks noChangeAspect="1" noEditPoints="1"/>
          </p:cNvSpPr>
          <p:nvPr userDrawn="1"/>
        </p:nvSpPr>
        <p:spPr bwMode="auto">
          <a:xfrm>
            <a:off x="381001"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744388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Black3+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sp>
        <p:nvSpPr>
          <p:cNvPr id="5" name="TextBox 4">
            <a:extLst>
              <a:ext uri="{FF2B5EF4-FFF2-40B4-BE49-F238E27FC236}">
                <a16:creationId xmlns:a16="http://schemas.microsoft.com/office/drawing/2014/main" id="{D8EFDB83-09AD-4E52-93C8-E24DAC9705FB}"/>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13" name="Logo_WH" descr="Accenture logo in white">
            <a:extLst>
              <a:ext uri="{FF2B5EF4-FFF2-40B4-BE49-F238E27FC236}">
                <a16:creationId xmlns:a16="http://schemas.microsoft.com/office/drawing/2014/main" id="{6E8422F7-B85B-4755-B6A1-FFEA87624FFE}"/>
              </a:ext>
            </a:extLst>
          </p:cNvPr>
          <p:cNvGrpSpPr>
            <a:grpSpLocks noChangeAspect="1"/>
          </p:cNvGrpSpPr>
          <p:nvPr userDrawn="1"/>
        </p:nvGrpSpPr>
        <p:grpSpPr bwMode="black">
          <a:xfrm>
            <a:off x="381000" y="381000"/>
            <a:ext cx="1883664" cy="496247"/>
            <a:chOff x="1561" y="187"/>
            <a:chExt cx="4536" cy="1195"/>
          </a:xfrm>
        </p:grpSpPr>
        <p:sp>
          <p:nvSpPr>
            <p:cNvPr id="17" name="Freeform 5">
              <a:extLst>
                <a:ext uri="{FF2B5EF4-FFF2-40B4-BE49-F238E27FC236}">
                  <a16:creationId xmlns:a16="http://schemas.microsoft.com/office/drawing/2014/main" id="{64597228-D9AB-44B8-B1CD-B17ABE7714EB}"/>
                </a:ext>
              </a:extLst>
            </p:cNvPr>
            <p:cNvSpPr>
              <a:spLocks/>
            </p:cNvSpPr>
            <p:nvPr userDrawn="1"/>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a:extLst>
                <a:ext uri="{FF2B5EF4-FFF2-40B4-BE49-F238E27FC236}">
                  <a16:creationId xmlns:a16="http://schemas.microsoft.com/office/drawing/2014/main" id="{C5BFA133-9FE4-4FB4-968A-A369A9EF6AE0}"/>
                </a:ext>
              </a:extLst>
            </p:cNvPr>
            <p:cNvSpPr>
              <a:spLocks noEditPoints="1"/>
            </p:cNvSpPr>
            <p:nvPr userDrawn="1"/>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Acc_Tech_Logo_WH" descr="Accenture Technology wordmark in white">
            <a:extLst>
              <a:ext uri="{FF2B5EF4-FFF2-40B4-BE49-F238E27FC236}">
                <a16:creationId xmlns:a16="http://schemas.microsoft.com/office/drawing/2014/main" id="{77A704DC-31A8-4495-8AF1-E7E89DF738BF}"/>
              </a:ext>
            </a:extLst>
          </p:cNvPr>
          <p:cNvSpPr>
            <a:spLocks noChangeAspect="1" noEditPoints="1"/>
          </p:cNvSpPr>
          <p:nvPr userDrawn="1"/>
        </p:nvSpPr>
        <p:spPr bwMode="auto">
          <a:xfrm>
            <a:off x="381001"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297785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userDrawn="1"/>
        </p:nvGrpSpPr>
        <p:grpSpPr bwMode="auto">
          <a:xfrm>
            <a:off x="9926898" y="381000"/>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 name="Acc_Tech_Logo_WH" descr="Accenture Technology wordmark in black">
            <a:extLst>
              <a:ext uri="{FF2B5EF4-FFF2-40B4-BE49-F238E27FC236}">
                <a16:creationId xmlns:a16="http://schemas.microsoft.com/office/drawing/2014/main" id="{C6585ED9-32B3-49DC-BF0B-CD6F5EFC2937}"/>
              </a:ext>
            </a:extLst>
          </p:cNvPr>
          <p:cNvSpPr>
            <a:spLocks noChangeAspect="1" noEditPoints="1"/>
          </p:cNvSpPr>
          <p:nvPr userDrawn="1"/>
        </p:nvSpPr>
        <p:spPr bwMode="auto">
          <a:xfrm>
            <a:off x="8802186"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316204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2+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grpSp>
        <p:nvGrpSpPr>
          <p:cNvPr id="12" name="Logo_BL" descr="Accenture logo in black and purple">
            <a:extLst>
              <a:ext uri="{FF2B5EF4-FFF2-40B4-BE49-F238E27FC236}">
                <a16:creationId xmlns:a16="http://schemas.microsoft.com/office/drawing/2014/main" id="{9F19D48A-46F6-4BAE-97F3-DFACD8E22BA1}"/>
              </a:ext>
            </a:extLst>
          </p:cNvPr>
          <p:cNvGrpSpPr>
            <a:grpSpLocks noChangeAspect="1"/>
          </p:cNvGrpSpPr>
          <p:nvPr userDrawn="1"/>
        </p:nvGrpSpPr>
        <p:grpSpPr bwMode="auto">
          <a:xfrm>
            <a:off x="382636" y="382725"/>
            <a:ext cx="1883664" cy="496357"/>
            <a:chOff x="2387" y="1701"/>
            <a:chExt cx="4535" cy="1195"/>
          </a:xfrm>
        </p:grpSpPr>
        <p:sp>
          <p:nvSpPr>
            <p:cNvPr id="14" name="Freeform 5">
              <a:extLst>
                <a:ext uri="{FF2B5EF4-FFF2-40B4-BE49-F238E27FC236}">
                  <a16:creationId xmlns:a16="http://schemas.microsoft.com/office/drawing/2014/main" id="{848F740B-2A73-4970-A31A-4A0E685E66A6}"/>
                </a:ext>
              </a:extLst>
            </p:cNvPr>
            <p:cNvSpPr>
              <a:spLocks/>
            </p:cNvSpPr>
            <p:nvPr userDrawn="1"/>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84A90C93-9B70-4203-9499-12D2A090A808}"/>
                </a:ext>
              </a:extLst>
            </p:cNvPr>
            <p:cNvSpPr>
              <a:spLocks noEditPoints="1"/>
            </p:cNvSpPr>
            <p:nvPr userDrawn="1"/>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1" name="Acc_Tech_Logo_WH" descr="Accenture Technology wordmark in black">
            <a:extLst>
              <a:ext uri="{FF2B5EF4-FFF2-40B4-BE49-F238E27FC236}">
                <a16:creationId xmlns:a16="http://schemas.microsoft.com/office/drawing/2014/main" id="{E96F42A4-2317-4355-8825-25B7BD82F6B1}"/>
              </a:ext>
            </a:extLst>
          </p:cNvPr>
          <p:cNvSpPr>
            <a:spLocks noChangeAspect="1" noEditPoints="1"/>
          </p:cNvSpPr>
          <p:nvPr userDrawn="1"/>
        </p:nvSpPr>
        <p:spPr bwMode="auto">
          <a:xfrm>
            <a:off x="381001"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189093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White3+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1073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endParaRPr lang="en-US"/>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2636" y="382725"/>
            <a:ext cx="641502" cy="704088"/>
          </a:xfrm>
          <a:prstGeom prst="rect">
            <a:avLst/>
          </a:prstGeom>
        </p:spPr>
      </p:pic>
      <p:sp>
        <p:nvSpPr>
          <p:cNvPr id="10" name="Acc_Tech_Logo_WH" descr="Accenture Technology wordmark in black">
            <a:extLst>
              <a:ext uri="{FF2B5EF4-FFF2-40B4-BE49-F238E27FC236}">
                <a16:creationId xmlns:a16="http://schemas.microsoft.com/office/drawing/2014/main" id="{054458DC-FCF6-48B1-82BA-13CDEA023B14}"/>
              </a:ext>
            </a:extLst>
          </p:cNvPr>
          <p:cNvSpPr>
            <a:spLocks noChangeAspect="1" noEditPoints="1"/>
          </p:cNvSpPr>
          <p:nvPr userDrawn="1"/>
        </p:nvSpPr>
        <p:spPr bwMode="auto">
          <a:xfrm>
            <a:off x="381001" y="6096691"/>
            <a:ext cx="3008376" cy="276189"/>
          </a:xfrm>
          <a:custGeom>
            <a:avLst/>
            <a:gdLst>
              <a:gd name="T0" fmla="*/ 4127 w 4219"/>
              <a:gd name="T1" fmla="*/ 250 h 386"/>
              <a:gd name="T2" fmla="*/ 4070 w 4219"/>
              <a:gd name="T3" fmla="*/ 382 h 386"/>
              <a:gd name="T4" fmla="*/ 3885 w 4219"/>
              <a:gd name="T5" fmla="*/ 124 h 386"/>
              <a:gd name="T6" fmla="*/ 3952 w 4219"/>
              <a:gd name="T7" fmla="*/ 201 h 386"/>
              <a:gd name="T8" fmla="*/ 3950 w 4219"/>
              <a:gd name="T9" fmla="*/ 293 h 386"/>
              <a:gd name="T10" fmla="*/ 3784 w 4219"/>
              <a:gd name="T11" fmla="*/ 200 h 386"/>
              <a:gd name="T12" fmla="*/ 3984 w 4219"/>
              <a:gd name="T13" fmla="*/ 100 h 386"/>
              <a:gd name="T14" fmla="*/ 3714 w 4219"/>
              <a:gd name="T15" fmla="*/ 206 h 386"/>
              <a:gd name="T16" fmla="*/ 3577 w 4219"/>
              <a:gd name="T17" fmla="*/ 206 h 386"/>
              <a:gd name="T18" fmla="*/ 3543 w 4219"/>
              <a:gd name="T19" fmla="*/ 203 h 386"/>
              <a:gd name="T20" fmla="*/ 3645 w 4219"/>
              <a:gd name="T21" fmla="*/ 313 h 386"/>
              <a:gd name="T22" fmla="*/ 3490 w 4219"/>
              <a:gd name="T23" fmla="*/ 309 h 386"/>
              <a:gd name="T24" fmla="*/ 3370 w 4219"/>
              <a:gd name="T25" fmla="*/ 204 h 386"/>
              <a:gd name="T26" fmla="*/ 3302 w 4219"/>
              <a:gd name="T27" fmla="*/ 285 h 386"/>
              <a:gd name="T28" fmla="*/ 3302 w 4219"/>
              <a:gd name="T29" fmla="*/ 96 h 386"/>
              <a:gd name="T30" fmla="*/ 3199 w 4219"/>
              <a:gd name="T31" fmla="*/ 206 h 386"/>
              <a:gd name="T32" fmla="*/ 3076 w 4219"/>
              <a:gd name="T33" fmla="*/ 96 h 386"/>
              <a:gd name="T34" fmla="*/ 3116 w 4219"/>
              <a:gd name="T35" fmla="*/ 178 h 386"/>
              <a:gd name="T36" fmla="*/ 2975 w 4219"/>
              <a:gd name="T37" fmla="*/ 309 h 386"/>
              <a:gd name="T38" fmla="*/ 2769 w 4219"/>
              <a:gd name="T39" fmla="*/ 133 h 386"/>
              <a:gd name="T40" fmla="*/ 2877 w 4219"/>
              <a:gd name="T41" fmla="*/ 309 h 386"/>
              <a:gd name="T42" fmla="*/ 2769 w 4219"/>
              <a:gd name="T43" fmla="*/ 309 h 386"/>
              <a:gd name="T44" fmla="*/ 2492 w 4219"/>
              <a:gd name="T45" fmla="*/ 204 h 386"/>
              <a:gd name="T46" fmla="*/ 2594 w 4219"/>
              <a:gd name="T47" fmla="*/ 124 h 386"/>
              <a:gd name="T48" fmla="*/ 2655 w 4219"/>
              <a:gd name="T49" fmla="*/ 234 h 386"/>
              <a:gd name="T50" fmla="*/ 2423 w 4219"/>
              <a:gd name="T51" fmla="*/ 184 h 386"/>
              <a:gd name="T52" fmla="*/ 2265 w 4219"/>
              <a:gd name="T53" fmla="*/ 207 h 386"/>
              <a:gd name="T54" fmla="*/ 2457 w 4219"/>
              <a:gd name="T55" fmla="*/ 211 h 386"/>
              <a:gd name="T56" fmla="*/ 2456 w 4219"/>
              <a:gd name="T57" fmla="*/ 249 h 386"/>
              <a:gd name="T58" fmla="*/ 2064 w 4219"/>
              <a:gd name="T59" fmla="*/ 52 h 386"/>
              <a:gd name="T60" fmla="*/ 2182 w 4219"/>
              <a:gd name="T61" fmla="*/ 52 h 386"/>
              <a:gd name="T62" fmla="*/ 1938 w 4219"/>
              <a:gd name="T63" fmla="*/ 182 h 386"/>
              <a:gd name="T64" fmla="*/ 1785 w 4219"/>
              <a:gd name="T65" fmla="*/ 207 h 386"/>
              <a:gd name="T66" fmla="*/ 1994 w 4219"/>
              <a:gd name="T67" fmla="*/ 218 h 386"/>
              <a:gd name="T68" fmla="*/ 1994 w 4219"/>
              <a:gd name="T69" fmla="*/ 243 h 386"/>
              <a:gd name="T70" fmla="*/ 1696 w 4219"/>
              <a:gd name="T71" fmla="*/ 100 h 386"/>
              <a:gd name="T72" fmla="*/ 1696 w 4219"/>
              <a:gd name="T73" fmla="*/ 204 h 386"/>
              <a:gd name="T74" fmla="*/ 1392 w 4219"/>
              <a:gd name="T75" fmla="*/ 235 h 386"/>
              <a:gd name="T76" fmla="*/ 1486 w 4219"/>
              <a:gd name="T77" fmla="*/ 269 h 386"/>
              <a:gd name="T78" fmla="*/ 1587 w 4219"/>
              <a:gd name="T79" fmla="*/ 309 h 386"/>
              <a:gd name="T80" fmla="*/ 1392 w 4219"/>
              <a:gd name="T81" fmla="*/ 235 h 386"/>
              <a:gd name="T82" fmla="*/ 1224 w 4219"/>
              <a:gd name="T83" fmla="*/ 100 h 386"/>
              <a:gd name="T84" fmla="*/ 1309 w 4219"/>
              <a:gd name="T85" fmla="*/ 100 h 386"/>
              <a:gd name="T86" fmla="*/ 1309 w 4219"/>
              <a:gd name="T87" fmla="*/ 242 h 386"/>
              <a:gd name="T88" fmla="*/ 1319 w 4219"/>
              <a:gd name="T89" fmla="*/ 313 h 386"/>
              <a:gd name="T90" fmla="*/ 1054 w 4219"/>
              <a:gd name="T91" fmla="*/ 133 h 386"/>
              <a:gd name="T92" fmla="*/ 1135 w 4219"/>
              <a:gd name="T93" fmla="*/ 309 h 386"/>
              <a:gd name="T94" fmla="*/ 1054 w 4219"/>
              <a:gd name="T95" fmla="*/ 309 h 386"/>
              <a:gd name="T96" fmla="*/ 856 w 4219"/>
              <a:gd name="T97" fmla="*/ 135 h 386"/>
              <a:gd name="T98" fmla="*/ 749 w 4219"/>
              <a:gd name="T99" fmla="*/ 204 h 386"/>
              <a:gd name="T100" fmla="*/ 808 w 4219"/>
              <a:gd name="T101" fmla="*/ 218 h 386"/>
              <a:gd name="T102" fmla="*/ 858 w 4219"/>
              <a:gd name="T103" fmla="*/ 314 h 386"/>
              <a:gd name="T104" fmla="*/ 626 w 4219"/>
              <a:gd name="T105" fmla="*/ 95 h 386"/>
              <a:gd name="T106" fmla="*/ 577 w 4219"/>
              <a:gd name="T107" fmla="*/ 203 h 386"/>
              <a:gd name="T108" fmla="*/ 725 w 4219"/>
              <a:gd name="T109" fmla="*/ 230 h 386"/>
              <a:gd name="T110" fmla="*/ 286 w 4219"/>
              <a:gd name="T111" fmla="*/ 204 h 386"/>
              <a:gd name="T112" fmla="*/ 396 w 4219"/>
              <a:gd name="T113" fmla="*/ 141 h 386"/>
              <a:gd name="T114" fmla="*/ 442 w 4219"/>
              <a:gd name="T115" fmla="*/ 230 h 386"/>
              <a:gd name="T116" fmla="*/ 94 w 4219"/>
              <a:gd name="T117" fmla="*/ 200 h 386"/>
              <a:gd name="T118" fmla="*/ 94 w 4219"/>
              <a:gd name="T119" fmla="*/ 23 h 386"/>
              <a:gd name="T120" fmla="*/ 184 w 4219"/>
              <a:gd name="T121" fmla="*/ 246 h 386"/>
              <a:gd name="T122" fmla="*/ 94 w 4219"/>
              <a:gd name="T123" fmla="*/ 2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219" h="386">
                <a:moveTo>
                  <a:pt x="4109" y="288"/>
                </a:moveTo>
                <a:lnTo>
                  <a:pt x="4027" y="100"/>
                </a:lnTo>
                <a:lnTo>
                  <a:pt x="4063" y="100"/>
                </a:lnTo>
                <a:lnTo>
                  <a:pt x="4127" y="250"/>
                </a:lnTo>
                <a:lnTo>
                  <a:pt x="4185" y="100"/>
                </a:lnTo>
                <a:lnTo>
                  <a:pt x="4219" y="100"/>
                </a:lnTo>
                <a:lnTo>
                  <a:pt x="4103" y="382"/>
                </a:lnTo>
                <a:lnTo>
                  <a:pt x="4070" y="382"/>
                </a:lnTo>
                <a:lnTo>
                  <a:pt x="4109" y="288"/>
                </a:lnTo>
                <a:close/>
                <a:moveTo>
                  <a:pt x="3952" y="201"/>
                </a:moveTo>
                <a:lnTo>
                  <a:pt x="3952" y="198"/>
                </a:lnTo>
                <a:cubicBezTo>
                  <a:pt x="3952" y="151"/>
                  <a:pt x="3926" y="124"/>
                  <a:pt x="3885" y="124"/>
                </a:cubicBezTo>
                <a:cubicBezTo>
                  <a:pt x="3844" y="124"/>
                  <a:pt x="3819" y="155"/>
                  <a:pt x="3819" y="199"/>
                </a:cubicBezTo>
                <a:lnTo>
                  <a:pt x="3819" y="202"/>
                </a:lnTo>
                <a:cubicBezTo>
                  <a:pt x="3819" y="248"/>
                  <a:pt x="3848" y="275"/>
                  <a:pt x="3883" y="275"/>
                </a:cubicBezTo>
                <a:cubicBezTo>
                  <a:pt x="3922" y="275"/>
                  <a:pt x="3952" y="248"/>
                  <a:pt x="3952" y="201"/>
                </a:cubicBezTo>
                <a:close/>
                <a:moveTo>
                  <a:pt x="3789" y="321"/>
                </a:moveTo>
                <a:lnTo>
                  <a:pt x="3823" y="321"/>
                </a:lnTo>
                <a:cubicBezTo>
                  <a:pt x="3828" y="345"/>
                  <a:pt x="3848" y="358"/>
                  <a:pt x="3883" y="358"/>
                </a:cubicBezTo>
                <a:cubicBezTo>
                  <a:pt x="3924" y="358"/>
                  <a:pt x="3950" y="338"/>
                  <a:pt x="3950" y="293"/>
                </a:cubicBezTo>
                <a:lnTo>
                  <a:pt x="3950" y="263"/>
                </a:lnTo>
                <a:cubicBezTo>
                  <a:pt x="3938" y="283"/>
                  <a:pt x="3910" y="302"/>
                  <a:pt x="3880" y="302"/>
                </a:cubicBezTo>
                <a:cubicBezTo>
                  <a:pt x="3825" y="302"/>
                  <a:pt x="3784" y="261"/>
                  <a:pt x="3784" y="203"/>
                </a:cubicBezTo>
                <a:lnTo>
                  <a:pt x="3784" y="200"/>
                </a:lnTo>
                <a:cubicBezTo>
                  <a:pt x="3784" y="144"/>
                  <a:pt x="3824" y="96"/>
                  <a:pt x="3882" y="96"/>
                </a:cubicBezTo>
                <a:cubicBezTo>
                  <a:pt x="3917" y="96"/>
                  <a:pt x="3938" y="113"/>
                  <a:pt x="3950" y="134"/>
                </a:cubicBezTo>
                <a:lnTo>
                  <a:pt x="3950" y="100"/>
                </a:lnTo>
                <a:lnTo>
                  <a:pt x="3984" y="100"/>
                </a:lnTo>
                <a:lnTo>
                  <a:pt x="3984" y="295"/>
                </a:lnTo>
                <a:cubicBezTo>
                  <a:pt x="3983" y="356"/>
                  <a:pt x="3942" y="386"/>
                  <a:pt x="3884" y="386"/>
                </a:cubicBezTo>
                <a:cubicBezTo>
                  <a:pt x="3822" y="386"/>
                  <a:pt x="3794" y="356"/>
                  <a:pt x="3789" y="321"/>
                </a:cubicBezTo>
                <a:close/>
                <a:moveTo>
                  <a:pt x="3714" y="206"/>
                </a:moveTo>
                <a:lnTo>
                  <a:pt x="3714" y="204"/>
                </a:lnTo>
                <a:cubicBezTo>
                  <a:pt x="3714" y="155"/>
                  <a:pt x="3687" y="124"/>
                  <a:pt x="3646" y="124"/>
                </a:cubicBezTo>
                <a:cubicBezTo>
                  <a:pt x="3604" y="124"/>
                  <a:pt x="3577" y="155"/>
                  <a:pt x="3577" y="203"/>
                </a:cubicBezTo>
                <a:lnTo>
                  <a:pt x="3577" y="206"/>
                </a:lnTo>
                <a:cubicBezTo>
                  <a:pt x="3577" y="254"/>
                  <a:pt x="3603" y="285"/>
                  <a:pt x="3646" y="285"/>
                </a:cubicBezTo>
                <a:cubicBezTo>
                  <a:pt x="3688" y="285"/>
                  <a:pt x="3714" y="254"/>
                  <a:pt x="3714" y="206"/>
                </a:cubicBezTo>
                <a:close/>
                <a:moveTo>
                  <a:pt x="3543" y="206"/>
                </a:moveTo>
                <a:lnTo>
                  <a:pt x="3543" y="203"/>
                </a:lnTo>
                <a:cubicBezTo>
                  <a:pt x="3543" y="140"/>
                  <a:pt x="3586" y="96"/>
                  <a:pt x="3646" y="96"/>
                </a:cubicBezTo>
                <a:cubicBezTo>
                  <a:pt x="3705" y="96"/>
                  <a:pt x="3748" y="140"/>
                  <a:pt x="3748" y="203"/>
                </a:cubicBezTo>
                <a:lnTo>
                  <a:pt x="3748" y="206"/>
                </a:lnTo>
                <a:cubicBezTo>
                  <a:pt x="3748" y="269"/>
                  <a:pt x="3705" y="313"/>
                  <a:pt x="3645" y="313"/>
                </a:cubicBezTo>
                <a:cubicBezTo>
                  <a:pt x="3586" y="313"/>
                  <a:pt x="3543" y="268"/>
                  <a:pt x="3543" y="206"/>
                </a:cubicBezTo>
                <a:close/>
                <a:moveTo>
                  <a:pt x="3457" y="0"/>
                </a:moveTo>
                <a:lnTo>
                  <a:pt x="3490" y="0"/>
                </a:lnTo>
                <a:lnTo>
                  <a:pt x="3490" y="309"/>
                </a:lnTo>
                <a:lnTo>
                  <a:pt x="3457" y="309"/>
                </a:lnTo>
                <a:lnTo>
                  <a:pt x="3457" y="0"/>
                </a:lnTo>
                <a:close/>
                <a:moveTo>
                  <a:pt x="3370" y="206"/>
                </a:moveTo>
                <a:lnTo>
                  <a:pt x="3370" y="204"/>
                </a:lnTo>
                <a:cubicBezTo>
                  <a:pt x="3370" y="155"/>
                  <a:pt x="3343" y="124"/>
                  <a:pt x="3302" y="124"/>
                </a:cubicBezTo>
                <a:cubicBezTo>
                  <a:pt x="3260" y="124"/>
                  <a:pt x="3233" y="155"/>
                  <a:pt x="3233" y="203"/>
                </a:cubicBezTo>
                <a:lnTo>
                  <a:pt x="3233" y="206"/>
                </a:lnTo>
                <a:cubicBezTo>
                  <a:pt x="3233" y="254"/>
                  <a:pt x="3259" y="285"/>
                  <a:pt x="3302" y="285"/>
                </a:cubicBezTo>
                <a:cubicBezTo>
                  <a:pt x="3344" y="285"/>
                  <a:pt x="3370" y="254"/>
                  <a:pt x="3370" y="206"/>
                </a:cubicBezTo>
                <a:close/>
                <a:moveTo>
                  <a:pt x="3199" y="206"/>
                </a:moveTo>
                <a:lnTo>
                  <a:pt x="3199" y="203"/>
                </a:lnTo>
                <a:cubicBezTo>
                  <a:pt x="3199" y="140"/>
                  <a:pt x="3242" y="96"/>
                  <a:pt x="3302" y="96"/>
                </a:cubicBezTo>
                <a:cubicBezTo>
                  <a:pt x="3361" y="96"/>
                  <a:pt x="3404" y="140"/>
                  <a:pt x="3404" y="203"/>
                </a:cubicBezTo>
                <a:lnTo>
                  <a:pt x="3404" y="206"/>
                </a:lnTo>
                <a:cubicBezTo>
                  <a:pt x="3404" y="269"/>
                  <a:pt x="3361" y="313"/>
                  <a:pt x="3301" y="313"/>
                </a:cubicBezTo>
                <a:cubicBezTo>
                  <a:pt x="3242" y="313"/>
                  <a:pt x="3199" y="268"/>
                  <a:pt x="3199" y="206"/>
                </a:cubicBezTo>
                <a:close/>
                <a:moveTo>
                  <a:pt x="2975" y="100"/>
                </a:moveTo>
                <a:lnTo>
                  <a:pt x="3008" y="100"/>
                </a:lnTo>
                <a:lnTo>
                  <a:pt x="3008" y="133"/>
                </a:lnTo>
                <a:cubicBezTo>
                  <a:pt x="3018" y="114"/>
                  <a:pt x="3041" y="96"/>
                  <a:pt x="3076" y="96"/>
                </a:cubicBezTo>
                <a:cubicBezTo>
                  <a:pt x="3119" y="96"/>
                  <a:pt x="3149" y="120"/>
                  <a:pt x="3149" y="181"/>
                </a:cubicBezTo>
                <a:lnTo>
                  <a:pt x="3149" y="309"/>
                </a:lnTo>
                <a:lnTo>
                  <a:pt x="3116" y="309"/>
                </a:lnTo>
                <a:lnTo>
                  <a:pt x="3116" y="178"/>
                </a:lnTo>
                <a:cubicBezTo>
                  <a:pt x="3116" y="142"/>
                  <a:pt x="3100" y="125"/>
                  <a:pt x="3067" y="125"/>
                </a:cubicBezTo>
                <a:cubicBezTo>
                  <a:pt x="3036" y="125"/>
                  <a:pt x="3008" y="145"/>
                  <a:pt x="3008" y="182"/>
                </a:cubicBezTo>
                <a:lnTo>
                  <a:pt x="3008" y="309"/>
                </a:lnTo>
                <a:lnTo>
                  <a:pt x="2975" y="309"/>
                </a:lnTo>
                <a:lnTo>
                  <a:pt x="2975" y="100"/>
                </a:lnTo>
                <a:close/>
                <a:moveTo>
                  <a:pt x="2736" y="0"/>
                </a:moveTo>
                <a:lnTo>
                  <a:pt x="2769" y="0"/>
                </a:lnTo>
                <a:lnTo>
                  <a:pt x="2769" y="133"/>
                </a:lnTo>
                <a:cubicBezTo>
                  <a:pt x="2779" y="114"/>
                  <a:pt x="2802" y="96"/>
                  <a:pt x="2836" y="96"/>
                </a:cubicBezTo>
                <a:cubicBezTo>
                  <a:pt x="2880" y="96"/>
                  <a:pt x="2910" y="120"/>
                  <a:pt x="2910" y="181"/>
                </a:cubicBezTo>
                <a:lnTo>
                  <a:pt x="2910" y="309"/>
                </a:lnTo>
                <a:lnTo>
                  <a:pt x="2877" y="309"/>
                </a:lnTo>
                <a:lnTo>
                  <a:pt x="2877" y="178"/>
                </a:lnTo>
                <a:cubicBezTo>
                  <a:pt x="2877" y="142"/>
                  <a:pt x="2861" y="125"/>
                  <a:pt x="2828" y="125"/>
                </a:cubicBezTo>
                <a:cubicBezTo>
                  <a:pt x="2797" y="125"/>
                  <a:pt x="2769" y="145"/>
                  <a:pt x="2769" y="182"/>
                </a:cubicBezTo>
                <a:lnTo>
                  <a:pt x="2769" y="309"/>
                </a:lnTo>
                <a:lnTo>
                  <a:pt x="2736" y="309"/>
                </a:lnTo>
                <a:lnTo>
                  <a:pt x="2736" y="0"/>
                </a:lnTo>
                <a:close/>
                <a:moveTo>
                  <a:pt x="2492" y="207"/>
                </a:moveTo>
                <a:lnTo>
                  <a:pt x="2492" y="204"/>
                </a:lnTo>
                <a:cubicBezTo>
                  <a:pt x="2492" y="140"/>
                  <a:pt x="2538" y="96"/>
                  <a:pt x="2594" y="96"/>
                </a:cubicBezTo>
                <a:cubicBezTo>
                  <a:pt x="2638" y="96"/>
                  <a:pt x="2678" y="116"/>
                  <a:pt x="2685" y="170"/>
                </a:cubicBezTo>
                <a:lnTo>
                  <a:pt x="2652" y="170"/>
                </a:lnTo>
                <a:cubicBezTo>
                  <a:pt x="2647" y="136"/>
                  <a:pt x="2623" y="124"/>
                  <a:pt x="2594" y="124"/>
                </a:cubicBezTo>
                <a:cubicBezTo>
                  <a:pt x="2556" y="124"/>
                  <a:pt x="2527" y="154"/>
                  <a:pt x="2527" y="204"/>
                </a:cubicBezTo>
                <a:lnTo>
                  <a:pt x="2527" y="207"/>
                </a:lnTo>
                <a:cubicBezTo>
                  <a:pt x="2527" y="258"/>
                  <a:pt x="2555" y="285"/>
                  <a:pt x="2595" y="285"/>
                </a:cubicBezTo>
                <a:cubicBezTo>
                  <a:pt x="2625" y="285"/>
                  <a:pt x="2652" y="268"/>
                  <a:pt x="2655" y="234"/>
                </a:cubicBezTo>
                <a:lnTo>
                  <a:pt x="2686" y="234"/>
                </a:lnTo>
                <a:cubicBezTo>
                  <a:pt x="2682" y="279"/>
                  <a:pt x="2645" y="313"/>
                  <a:pt x="2595" y="313"/>
                </a:cubicBezTo>
                <a:cubicBezTo>
                  <a:pt x="2536" y="313"/>
                  <a:pt x="2492" y="272"/>
                  <a:pt x="2492" y="207"/>
                </a:cubicBezTo>
                <a:close/>
                <a:moveTo>
                  <a:pt x="2423" y="184"/>
                </a:moveTo>
                <a:cubicBezTo>
                  <a:pt x="2420" y="141"/>
                  <a:pt x="2398" y="124"/>
                  <a:pt x="2363" y="124"/>
                </a:cubicBezTo>
                <a:cubicBezTo>
                  <a:pt x="2329" y="124"/>
                  <a:pt x="2306" y="147"/>
                  <a:pt x="2301" y="184"/>
                </a:cubicBezTo>
                <a:lnTo>
                  <a:pt x="2423" y="184"/>
                </a:lnTo>
                <a:close/>
                <a:moveTo>
                  <a:pt x="2265" y="207"/>
                </a:moveTo>
                <a:lnTo>
                  <a:pt x="2265" y="204"/>
                </a:lnTo>
                <a:cubicBezTo>
                  <a:pt x="2265" y="140"/>
                  <a:pt x="2306" y="96"/>
                  <a:pt x="2363" y="96"/>
                </a:cubicBezTo>
                <a:cubicBezTo>
                  <a:pt x="2412" y="96"/>
                  <a:pt x="2457" y="126"/>
                  <a:pt x="2457" y="200"/>
                </a:cubicBezTo>
                <a:lnTo>
                  <a:pt x="2457" y="211"/>
                </a:lnTo>
                <a:lnTo>
                  <a:pt x="2300" y="211"/>
                </a:lnTo>
                <a:cubicBezTo>
                  <a:pt x="2301" y="259"/>
                  <a:pt x="2324" y="285"/>
                  <a:pt x="2367" y="285"/>
                </a:cubicBezTo>
                <a:cubicBezTo>
                  <a:pt x="2399" y="285"/>
                  <a:pt x="2418" y="273"/>
                  <a:pt x="2422" y="249"/>
                </a:cubicBezTo>
                <a:lnTo>
                  <a:pt x="2456" y="249"/>
                </a:lnTo>
                <a:cubicBezTo>
                  <a:pt x="2448" y="291"/>
                  <a:pt x="2414" y="313"/>
                  <a:pt x="2366" y="313"/>
                </a:cubicBezTo>
                <a:cubicBezTo>
                  <a:pt x="2307" y="313"/>
                  <a:pt x="2265" y="271"/>
                  <a:pt x="2265" y="207"/>
                </a:cubicBezTo>
                <a:moveTo>
                  <a:pt x="2148" y="52"/>
                </a:moveTo>
                <a:lnTo>
                  <a:pt x="2064" y="52"/>
                </a:lnTo>
                <a:lnTo>
                  <a:pt x="2064" y="23"/>
                </a:lnTo>
                <a:lnTo>
                  <a:pt x="2266" y="23"/>
                </a:lnTo>
                <a:lnTo>
                  <a:pt x="2266" y="52"/>
                </a:lnTo>
                <a:lnTo>
                  <a:pt x="2182" y="52"/>
                </a:lnTo>
                <a:lnTo>
                  <a:pt x="2182" y="309"/>
                </a:lnTo>
                <a:lnTo>
                  <a:pt x="2148" y="309"/>
                </a:lnTo>
                <a:lnTo>
                  <a:pt x="2148" y="52"/>
                </a:lnTo>
                <a:close/>
                <a:moveTo>
                  <a:pt x="1938" y="182"/>
                </a:moveTo>
                <a:cubicBezTo>
                  <a:pt x="1936" y="150"/>
                  <a:pt x="1920" y="135"/>
                  <a:pt x="1892" y="135"/>
                </a:cubicBezTo>
                <a:cubicBezTo>
                  <a:pt x="1866" y="135"/>
                  <a:pt x="1849" y="152"/>
                  <a:pt x="1844" y="182"/>
                </a:cubicBezTo>
                <a:lnTo>
                  <a:pt x="1938" y="182"/>
                </a:lnTo>
                <a:close/>
                <a:moveTo>
                  <a:pt x="1785" y="207"/>
                </a:moveTo>
                <a:lnTo>
                  <a:pt x="1785" y="204"/>
                </a:lnTo>
                <a:cubicBezTo>
                  <a:pt x="1785" y="138"/>
                  <a:pt x="1832" y="95"/>
                  <a:pt x="1892" y="95"/>
                </a:cubicBezTo>
                <a:cubicBezTo>
                  <a:pt x="1946" y="95"/>
                  <a:pt x="1994" y="127"/>
                  <a:pt x="1994" y="202"/>
                </a:cubicBezTo>
                <a:lnTo>
                  <a:pt x="1994" y="218"/>
                </a:lnTo>
                <a:lnTo>
                  <a:pt x="1844" y="218"/>
                </a:lnTo>
                <a:cubicBezTo>
                  <a:pt x="1845" y="252"/>
                  <a:pt x="1864" y="272"/>
                  <a:pt x="1896" y="272"/>
                </a:cubicBezTo>
                <a:cubicBezTo>
                  <a:pt x="1922" y="272"/>
                  <a:pt x="1936" y="261"/>
                  <a:pt x="1939" y="243"/>
                </a:cubicBezTo>
                <a:lnTo>
                  <a:pt x="1994" y="243"/>
                </a:lnTo>
                <a:cubicBezTo>
                  <a:pt x="1987" y="288"/>
                  <a:pt x="1951" y="314"/>
                  <a:pt x="1894" y="314"/>
                </a:cubicBezTo>
                <a:cubicBezTo>
                  <a:pt x="1831" y="314"/>
                  <a:pt x="1785" y="274"/>
                  <a:pt x="1785" y="207"/>
                </a:cubicBezTo>
                <a:moveTo>
                  <a:pt x="1638" y="100"/>
                </a:moveTo>
                <a:lnTo>
                  <a:pt x="1696" y="100"/>
                </a:lnTo>
                <a:lnTo>
                  <a:pt x="1696" y="140"/>
                </a:lnTo>
                <a:cubicBezTo>
                  <a:pt x="1709" y="112"/>
                  <a:pt x="1730" y="97"/>
                  <a:pt x="1764" y="97"/>
                </a:cubicBezTo>
                <a:lnTo>
                  <a:pt x="1764" y="151"/>
                </a:lnTo>
                <a:cubicBezTo>
                  <a:pt x="1721" y="150"/>
                  <a:pt x="1696" y="164"/>
                  <a:pt x="1696" y="204"/>
                </a:cubicBezTo>
                <a:lnTo>
                  <a:pt x="1696" y="309"/>
                </a:lnTo>
                <a:lnTo>
                  <a:pt x="1638" y="309"/>
                </a:lnTo>
                <a:lnTo>
                  <a:pt x="1638" y="100"/>
                </a:lnTo>
                <a:close/>
                <a:moveTo>
                  <a:pt x="1392" y="235"/>
                </a:moveTo>
                <a:lnTo>
                  <a:pt x="1392" y="100"/>
                </a:lnTo>
                <a:lnTo>
                  <a:pt x="1449" y="100"/>
                </a:lnTo>
                <a:lnTo>
                  <a:pt x="1449" y="227"/>
                </a:lnTo>
                <a:cubicBezTo>
                  <a:pt x="1449" y="255"/>
                  <a:pt x="1461" y="269"/>
                  <a:pt x="1486" y="269"/>
                </a:cubicBezTo>
                <a:cubicBezTo>
                  <a:pt x="1510" y="269"/>
                  <a:pt x="1529" y="254"/>
                  <a:pt x="1529" y="223"/>
                </a:cubicBezTo>
                <a:lnTo>
                  <a:pt x="1529" y="100"/>
                </a:lnTo>
                <a:lnTo>
                  <a:pt x="1587" y="100"/>
                </a:lnTo>
                <a:lnTo>
                  <a:pt x="1587" y="309"/>
                </a:lnTo>
                <a:lnTo>
                  <a:pt x="1529" y="309"/>
                </a:lnTo>
                <a:lnTo>
                  <a:pt x="1529" y="276"/>
                </a:lnTo>
                <a:cubicBezTo>
                  <a:pt x="1518" y="298"/>
                  <a:pt x="1497" y="314"/>
                  <a:pt x="1463" y="314"/>
                </a:cubicBezTo>
                <a:cubicBezTo>
                  <a:pt x="1422" y="314"/>
                  <a:pt x="1392" y="290"/>
                  <a:pt x="1392" y="235"/>
                </a:cubicBezTo>
                <a:moveTo>
                  <a:pt x="1251" y="247"/>
                </a:moveTo>
                <a:lnTo>
                  <a:pt x="1251" y="141"/>
                </a:lnTo>
                <a:lnTo>
                  <a:pt x="1224" y="141"/>
                </a:lnTo>
                <a:lnTo>
                  <a:pt x="1224" y="100"/>
                </a:lnTo>
                <a:lnTo>
                  <a:pt x="1251" y="100"/>
                </a:lnTo>
                <a:lnTo>
                  <a:pt x="1251" y="55"/>
                </a:lnTo>
                <a:lnTo>
                  <a:pt x="1309" y="55"/>
                </a:lnTo>
                <a:lnTo>
                  <a:pt x="1309" y="100"/>
                </a:lnTo>
                <a:lnTo>
                  <a:pt x="1353" y="100"/>
                </a:lnTo>
                <a:lnTo>
                  <a:pt x="1353" y="141"/>
                </a:lnTo>
                <a:lnTo>
                  <a:pt x="1309" y="141"/>
                </a:lnTo>
                <a:lnTo>
                  <a:pt x="1309" y="242"/>
                </a:lnTo>
                <a:cubicBezTo>
                  <a:pt x="1309" y="259"/>
                  <a:pt x="1317" y="267"/>
                  <a:pt x="1332" y="267"/>
                </a:cubicBezTo>
                <a:cubicBezTo>
                  <a:pt x="1341" y="267"/>
                  <a:pt x="1347" y="266"/>
                  <a:pt x="1354" y="263"/>
                </a:cubicBezTo>
                <a:lnTo>
                  <a:pt x="1354" y="308"/>
                </a:lnTo>
                <a:cubicBezTo>
                  <a:pt x="1346" y="310"/>
                  <a:pt x="1334" y="313"/>
                  <a:pt x="1319" y="313"/>
                </a:cubicBezTo>
                <a:cubicBezTo>
                  <a:pt x="1275" y="313"/>
                  <a:pt x="1251" y="291"/>
                  <a:pt x="1251" y="247"/>
                </a:cubicBezTo>
                <a:close/>
                <a:moveTo>
                  <a:pt x="996" y="100"/>
                </a:moveTo>
                <a:lnTo>
                  <a:pt x="1054" y="100"/>
                </a:lnTo>
                <a:lnTo>
                  <a:pt x="1054" y="133"/>
                </a:lnTo>
                <a:cubicBezTo>
                  <a:pt x="1065" y="112"/>
                  <a:pt x="1088" y="95"/>
                  <a:pt x="1122" y="95"/>
                </a:cubicBezTo>
                <a:cubicBezTo>
                  <a:pt x="1164" y="95"/>
                  <a:pt x="1193" y="120"/>
                  <a:pt x="1193" y="176"/>
                </a:cubicBezTo>
                <a:lnTo>
                  <a:pt x="1193" y="309"/>
                </a:lnTo>
                <a:lnTo>
                  <a:pt x="1135" y="309"/>
                </a:lnTo>
                <a:lnTo>
                  <a:pt x="1135" y="184"/>
                </a:lnTo>
                <a:cubicBezTo>
                  <a:pt x="1135" y="156"/>
                  <a:pt x="1124" y="142"/>
                  <a:pt x="1098" y="142"/>
                </a:cubicBezTo>
                <a:cubicBezTo>
                  <a:pt x="1073" y="142"/>
                  <a:pt x="1054" y="158"/>
                  <a:pt x="1054" y="188"/>
                </a:cubicBezTo>
                <a:lnTo>
                  <a:pt x="1054" y="309"/>
                </a:lnTo>
                <a:lnTo>
                  <a:pt x="996" y="309"/>
                </a:lnTo>
                <a:lnTo>
                  <a:pt x="996" y="100"/>
                </a:lnTo>
                <a:close/>
                <a:moveTo>
                  <a:pt x="902" y="182"/>
                </a:moveTo>
                <a:cubicBezTo>
                  <a:pt x="900" y="150"/>
                  <a:pt x="884" y="135"/>
                  <a:pt x="856" y="135"/>
                </a:cubicBezTo>
                <a:cubicBezTo>
                  <a:pt x="830" y="135"/>
                  <a:pt x="813" y="152"/>
                  <a:pt x="808" y="182"/>
                </a:cubicBezTo>
                <a:lnTo>
                  <a:pt x="902" y="182"/>
                </a:lnTo>
                <a:close/>
                <a:moveTo>
                  <a:pt x="749" y="207"/>
                </a:moveTo>
                <a:lnTo>
                  <a:pt x="749" y="204"/>
                </a:lnTo>
                <a:cubicBezTo>
                  <a:pt x="749" y="138"/>
                  <a:pt x="796" y="95"/>
                  <a:pt x="856" y="95"/>
                </a:cubicBezTo>
                <a:cubicBezTo>
                  <a:pt x="910" y="95"/>
                  <a:pt x="958" y="127"/>
                  <a:pt x="958" y="202"/>
                </a:cubicBezTo>
                <a:lnTo>
                  <a:pt x="958" y="218"/>
                </a:lnTo>
                <a:lnTo>
                  <a:pt x="808" y="218"/>
                </a:lnTo>
                <a:cubicBezTo>
                  <a:pt x="809" y="252"/>
                  <a:pt x="828" y="272"/>
                  <a:pt x="860" y="272"/>
                </a:cubicBezTo>
                <a:cubicBezTo>
                  <a:pt x="886" y="272"/>
                  <a:pt x="900" y="261"/>
                  <a:pt x="903" y="243"/>
                </a:cubicBezTo>
                <a:lnTo>
                  <a:pt x="958" y="243"/>
                </a:lnTo>
                <a:cubicBezTo>
                  <a:pt x="951" y="288"/>
                  <a:pt x="915" y="314"/>
                  <a:pt x="858" y="314"/>
                </a:cubicBezTo>
                <a:cubicBezTo>
                  <a:pt x="795" y="314"/>
                  <a:pt x="749" y="274"/>
                  <a:pt x="749" y="207"/>
                </a:cubicBezTo>
                <a:moveTo>
                  <a:pt x="518" y="207"/>
                </a:moveTo>
                <a:lnTo>
                  <a:pt x="518" y="204"/>
                </a:lnTo>
                <a:cubicBezTo>
                  <a:pt x="518" y="136"/>
                  <a:pt x="566" y="95"/>
                  <a:pt x="626" y="95"/>
                </a:cubicBezTo>
                <a:cubicBezTo>
                  <a:pt x="674" y="95"/>
                  <a:pt x="719" y="116"/>
                  <a:pt x="724" y="176"/>
                </a:cubicBezTo>
                <a:lnTo>
                  <a:pt x="669" y="176"/>
                </a:lnTo>
                <a:cubicBezTo>
                  <a:pt x="665" y="152"/>
                  <a:pt x="650" y="141"/>
                  <a:pt x="627" y="141"/>
                </a:cubicBezTo>
                <a:cubicBezTo>
                  <a:pt x="597" y="141"/>
                  <a:pt x="577" y="163"/>
                  <a:pt x="577" y="203"/>
                </a:cubicBezTo>
                <a:lnTo>
                  <a:pt x="577" y="206"/>
                </a:lnTo>
                <a:cubicBezTo>
                  <a:pt x="577" y="248"/>
                  <a:pt x="596" y="270"/>
                  <a:pt x="628" y="270"/>
                </a:cubicBezTo>
                <a:cubicBezTo>
                  <a:pt x="651" y="270"/>
                  <a:pt x="670" y="256"/>
                  <a:pt x="673" y="230"/>
                </a:cubicBezTo>
                <a:lnTo>
                  <a:pt x="725" y="230"/>
                </a:lnTo>
                <a:cubicBezTo>
                  <a:pt x="722" y="279"/>
                  <a:pt x="686" y="314"/>
                  <a:pt x="625" y="314"/>
                </a:cubicBezTo>
                <a:cubicBezTo>
                  <a:pt x="564" y="314"/>
                  <a:pt x="518" y="276"/>
                  <a:pt x="518" y="207"/>
                </a:cubicBezTo>
                <a:moveTo>
                  <a:pt x="286" y="207"/>
                </a:moveTo>
                <a:lnTo>
                  <a:pt x="286" y="204"/>
                </a:lnTo>
                <a:cubicBezTo>
                  <a:pt x="286" y="136"/>
                  <a:pt x="335" y="95"/>
                  <a:pt x="394" y="95"/>
                </a:cubicBezTo>
                <a:cubicBezTo>
                  <a:pt x="443" y="95"/>
                  <a:pt x="488" y="116"/>
                  <a:pt x="493" y="176"/>
                </a:cubicBezTo>
                <a:lnTo>
                  <a:pt x="438" y="176"/>
                </a:lnTo>
                <a:cubicBezTo>
                  <a:pt x="434" y="152"/>
                  <a:pt x="419" y="141"/>
                  <a:pt x="396" y="141"/>
                </a:cubicBezTo>
                <a:cubicBezTo>
                  <a:pt x="366" y="141"/>
                  <a:pt x="346" y="163"/>
                  <a:pt x="346" y="203"/>
                </a:cubicBezTo>
                <a:lnTo>
                  <a:pt x="346" y="206"/>
                </a:lnTo>
                <a:cubicBezTo>
                  <a:pt x="346" y="248"/>
                  <a:pt x="364" y="270"/>
                  <a:pt x="397" y="270"/>
                </a:cubicBezTo>
                <a:cubicBezTo>
                  <a:pt x="420" y="270"/>
                  <a:pt x="439" y="256"/>
                  <a:pt x="442" y="230"/>
                </a:cubicBezTo>
                <a:lnTo>
                  <a:pt x="494" y="230"/>
                </a:lnTo>
                <a:cubicBezTo>
                  <a:pt x="491" y="279"/>
                  <a:pt x="455" y="314"/>
                  <a:pt x="394" y="314"/>
                </a:cubicBezTo>
                <a:cubicBezTo>
                  <a:pt x="333" y="314"/>
                  <a:pt x="286" y="276"/>
                  <a:pt x="286" y="207"/>
                </a:cubicBezTo>
                <a:close/>
                <a:moveTo>
                  <a:pt x="94" y="200"/>
                </a:moveTo>
                <a:lnTo>
                  <a:pt x="170" y="200"/>
                </a:lnTo>
                <a:lnTo>
                  <a:pt x="132" y="76"/>
                </a:lnTo>
                <a:lnTo>
                  <a:pt x="94" y="200"/>
                </a:lnTo>
                <a:close/>
                <a:moveTo>
                  <a:pt x="94" y="23"/>
                </a:moveTo>
                <a:lnTo>
                  <a:pt x="178" y="23"/>
                </a:lnTo>
                <a:lnTo>
                  <a:pt x="271" y="309"/>
                </a:lnTo>
                <a:lnTo>
                  <a:pt x="204" y="309"/>
                </a:lnTo>
                <a:lnTo>
                  <a:pt x="184" y="246"/>
                </a:lnTo>
                <a:lnTo>
                  <a:pt x="80" y="246"/>
                </a:lnTo>
                <a:lnTo>
                  <a:pt x="61" y="309"/>
                </a:lnTo>
                <a:lnTo>
                  <a:pt x="0" y="309"/>
                </a:lnTo>
                <a:lnTo>
                  <a:pt x="94" y="23"/>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557932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itchFamily="2" charset="77"/>
              </a:defRPr>
            </a:lvl2pPr>
            <a:lvl3pPr marL="0" indent="0">
              <a:spcAft>
                <a:spcPts val="600"/>
              </a:spcAft>
              <a:buNone/>
              <a:defRPr sz="2400">
                <a:latin typeface="GT Sectra Fine Rg" pitchFamily="2" charset="77"/>
              </a:defRPr>
            </a:lvl3pPr>
            <a:lvl4pPr marL="0" indent="0">
              <a:spcAft>
                <a:spcPts val="600"/>
              </a:spcAft>
              <a:buNone/>
              <a:defRPr sz="2400">
                <a:latin typeface="GT Sectra Fine Rg" pitchFamily="2" charset="77"/>
              </a:defRPr>
            </a:lvl4pPr>
            <a:lvl5pPr marL="0" indent="0">
              <a:spcAft>
                <a:spcPts val="600"/>
              </a:spcAft>
              <a:buNone/>
              <a:defRPr sz="2400">
                <a:latin typeface="GT Sectra Fine Rg" pitchFamily="2" charset="77"/>
              </a:defRPr>
            </a:lvl5pPr>
          </a:lstStyle>
          <a:p>
            <a:pPr lvl="0"/>
            <a:r>
              <a:rPr lang="en-GB"/>
              <a:t>Place subtitle here in GT </a:t>
            </a:r>
            <a:r>
              <a:rPr lang="en-GB" err="1"/>
              <a:t>Sectra</a:t>
            </a:r>
            <a:r>
              <a:rPr lang="en-GB"/>
              <a:t> Fine </a:t>
            </a:r>
            <a:r>
              <a:rPr lang="en-GB" err="1"/>
              <a:t>Rg</a:t>
            </a:r>
            <a:r>
              <a:rPr lang="en-GB"/>
              <a:t>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Date Placeholder 3">
            <a:extLst>
              <a:ext uri="{FF2B5EF4-FFF2-40B4-BE49-F238E27FC236}">
                <a16:creationId xmlns:a16="http://schemas.microsoft.com/office/drawing/2014/main" id="{1A87566C-53C2-495B-AB09-FB963677FBC0}"/>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68227EE6-F7FE-45B9-AE64-447923B75208}"/>
              </a:ext>
            </a:extLst>
          </p:cNvPr>
          <p:cNvSpPr>
            <a:spLocks noGrp="1"/>
          </p:cNvSpPr>
          <p:nvPr>
            <p:ph type="sldNum" sz="quarter" idx="18"/>
          </p:nvPr>
        </p:nvSpPr>
        <p:spPr/>
        <p:txBody>
          <a:bodyPr/>
          <a:lstStyle/>
          <a:p>
            <a:fld id="{1F90F471-3972-4120-B8B3-0237DE626C35}" type="slidenum">
              <a:rPr lang="en-US" smtClean="0"/>
              <a:pPr/>
              <a:t>‹#›</a:t>
            </a:fld>
            <a:endParaRPr lang="en-US"/>
          </a:p>
        </p:txBody>
      </p:sp>
      <p:sp>
        <p:nvSpPr>
          <p:cNvPr id="13" name="Footer Placeholder 3">
            <a:extLst>
              <a:ext uri="{FF2B5EF4-FFF2-40B4-BE49-F238E27FC236}">
                <a16:creationId xmlns:a16="http://schemas.microsoft.com/office/drawing/2014/main" id="{9F831CF1-4D94-409F-82CE-22B21A5E6E28}"/>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25633039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itchFamily="2" charset="77"/>
              </a:defRPr>
            </a:lvl2pPr>
            <a:lvl3pPr marL="0" indent="0">
              <a:spcAft>
                <a:spcPts val="600"/>
              </a:spcAft>
              <a:buNone/>
              <a:defRPr sz="2400">
                <a:latin typeface="GT Sectra Fine Rg" pitchFamily="2" charset="77"/>
              </a:defRPr>
            </a:lvl3pPr>
            <a:lvl4pPr marL="0" indent="0">
              <a:spcAft>
                <a:spcPts val="600"/>
              </a:spcAft>
              <a:buNone/>
              <a:defRPr sz="2400">
                <a:latin typeface="GT Sectra Fine Rg" pitchFamily="2" charset="77"/>
              </a:defRPr>
            </a:lvl4pPr>
            <a:lvl5pPr marL="0" indent="0">
              <a:spcAft>
                <a:spcPts val="600"/>
              </a:spcAft>
              <a:buNone/>
              <a:defRPr sz="2400">
                <a:latin typeface="GT Sectra Fine Rg" pitchFamily="2" charset="77"/>
              </a:defRPr>
            </a:lvl5pPr>
          </a:lstStyle>
          <a:p>
            <a:pPr lvl="0"/>
            <a:r>
              <a:rPr lang="en-GB"/>
              <a:t>Place subtitle here in GT Sectra Fine </a:t>
            </a:r>
            <a:r>
              <a:rPr lang="en-GB" err="1"/>
              <a:t>Rg</a:t>
            </a:r>
            <a:r>
              <a:rPr lang="en-GB"/>
              <a:t> 24pt</a:t>
            </a:r>
            <a:endParaRPr lang="en-US"/>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Date Placeholder 4">
            <a:extLst>
              <a:ext uri="{FF2B5EF4-FFF2-40B4-BE49-F238E27FC236}">
                <a16:creationId xmlns:a16="http://schemas.microsoft.com/office/drawing/2014/main" id="{7E5138DC-2E91-497C-AA8C-AB2731576A71}"/>
              </a:ext>
            </a:extLst>
          </p:cNvPr>
          <p:cNvSpPr>
            <a:spLocks noGrp="1"/>
          </p:cNvSpPr>
          <p:nvPr>
            <p:ph type="dt" sz="half" idx="17"/>
          </p:nvPr>
        </p:nvSpPr>
        <p:spPr/>
        <p:txBody>
          <a:bodyPr/>
          <a:lstStyle/>
          <a:p>
            <a:endParaRPr lang="en-US"/>
          </a:p>
        </p:txBody>
      </p:sp>
      <p:sp>
        <p:nvSpPr>
          <p:cNvPr id="7" name="Slide Number Placeholder 6">
            <a:extLst>
              <a:ext uri="{FF2B5EF4-FFF2-40B4-BE49-F238E27FC236}">
                <a16:creationId xmlns:a16="http://schemas.microsoft.com/office/drawing/2014/main" id="{4DE29E12-82E6-4A7B-A4EA-B7EBB886FDAF}"/>
              </a:ext>
            </a:extLst>
          </p:cNvPr>
          <p:cNvSpPr>
            <a:spLocks noGrp="1"/>
          </p:cNvSpPr>
          <p:nvPr>
            <p:ph type="sldNum" sz="quarter" idx="18"/>
          </p:nvPr>
        </p:nvSpPr>
        <p:spPr/>
        <p:txBody>
          <a:bodyPr/>
          <a:lstStyle/>
          <a:p>
            <a:fld id="{1F90F471-3972-4120-B8B3-0237DE626C35}" type="slidenum">
              <a:rPr lang="en-US" smtClean="0"/>
              <a:pPr/>
              <a:t>‹#›</a:t>
            </a:fld>
            <a:endParaRPr lang="en-US"/>
          </a:p>
        </p:txBody>
      </p:sp>
      <p:sp>
        <p:nvSpPr>
          <p:cNvPr id="15" name="Footer Placeholder 3">
            <a:extLst>
              <a:ext uri="{FF2B5EF4-FFF2-40B4-BE49-F238E27FC236}">
                <a16:creationId xmlns:a16="http://schemas.microsoft.com/office/drawing/2014/main" id="{FCB18A7F-13E9-4220-9450-D65CC24C3D0B}"/>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27532763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itchFamily="2" charset="77"/>
              </a:defRPr>
            </a:lvl2pPr>
            <a:lvl3pPr marL="0" indent="0">
              <a:spcAft>
                <a:spcPts val="600"/>
              </a:spcAft>
              <a:buNone/>
              <a:defRPr sz="2400">
                <a:latin typeface="GT Sectra Fine Rg" pitchFamily="2" charset="77"/>
              </a:defRPr>
            </a:lvl3pPr>
            <a:lvl4pPr marL="0" indent="0">
              <a:spcAft>
                <a:spcPts val="600"/>
              </a:spcAft>
              <a:buNone/>
              <a:defRPr sz="2400">
                <a:latin typeface="GT Sectra Fine Rg" pitchFamily="2" charset="77"/>
              </a:defRPr>
            </a:lvl4pPr>
            <a:lvl5pPr marL="0" indent="0">
              <a:spcAft>
                <a:spcPts val="600"/>
              </a:spcAft>
              <a:buNone/>
              <a:defRPr sz="2400">
                <a:latin typeface="GT Sectra Fine Rg" pitchFamily="2" charset="77"/>
              </a:defRPr>
            </a:lvl5pPr>
          </a:lstStyle>
          <a:p>
            <a:pPr lvl="0"/>
            <a:r>
              <a:rPr lang="en-GB"/>
              <a:t>Place subtitle here in GT Sectra Fine </a:t>
            </a:r>
            <a:r>
              <a:rPr lang="en-GB" err="1"/>
              <a:t>Rg</a:t>
            </a:r>
            <a:r>
              <a:rPr lang="en-GB"/>
              <a:t> 24pt</a:t>
            </a:r>
            <a:endParaRPr lang="en-US"/>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Date Placeholder 4">
            <a:extLst>
              <a:ext uri="{FF2B5EF4-FFF2-40B4-BE49-F238E27FC236}">
                <a16:creationId xmlns:a16="http://schemas.microsoft.com/office/drawing/2014/main" id="{4C21E867-226F-488A-A8C5-1FA9BFED95EB}"/>
              </a:ext>
            </a:extLst>
          </p:cNvPr>
          <p:cNvSpPr>
            <a:spLocks noGrp="1"/>
          </p:cNvSpPr>
          <p:nvPr>
            <p:ph type="dt" sz="half" idx="16"/>
          </p:nvPr>
        </p:nvSpPr>
        <p:spPr/>
        <p:txBody>
          <a:bodyPr/>
          <a:lstStyle/>
          <a:p>
            <a:endParaRPr lang="en-US"/>
          </a:p>
        </p:txBody>
      </p:sp>
      <p:sp>
        <p:nvSpPr>
          <p:cNvPr id="6" name="Slide Number Placeholder 5">
            <a:extLst>
              <a:ext uri="{FF2B5EF4-FFF2-40B4-BE49-F238E27FC236}">
                <a16:creationId xmlns:a16="http://schemas.microsoft.com/office/drawing/2014/main" id="{C918F0E0-252D-49C1-B228-814B72EC1BA1}"/>
              </a:ext>
            </a:extLst>
          </p:cNvPr>
          <p:cNvSpPr>
            <a:spLocks noGrp="1"/>
          </p:cNvSpPr>
          <p:nvPr>
            <p:ph type="sldNum" sz="quarter" idx="17"/>
          </p:nvPr>
        </p:nvSpPr>
        <p:spPr/>
        <p:txBody>
          <a:bodyPr/>
          <a:lstStyle/>
          <a:p>
            <a:fld id="{1F90F471-3972-4120-B8B3-0237DE626C35}" type="slidenum">
              <a:rPr lang="en-US" smtClean="0"/>
              <a:pPr/>
              <a:t>‹#›</a:t>
            </a:fld>
            <a:endParaRPr lang="en-US"/>
          </a:p>
        </p:txBody>
      </p:sp>
      <p:sp>
        <p:nvSpPr>
          <p:cNvPr id="17" name="Footer Placeholder 3">
            <a:extLst>
              <a:ext uri="{FF2B5EF4-FFF2-40B4-BE49-F238E27FC236}">
                <a16:creationId xmlns:a16="http://schemas.microsoft.com/office/drawing/2014/main" id="{56EA0650-802C-4FDD-B5A4-6C182345E0D8}"/>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300181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System Font"/>
              <a:buChar char="–"/>
              <a:defRPr sz="1600"/>
            </a:lvl4pPr>
            <a:lvl5pPr marL="685800">
              <a:buFont typeface="Graphik" panose="020B0604020202020204" pitchFamily="34" charset="0"/>
              <a:buChar char="•"/>
              <a:defRPr sz="1600"/>
            </a:lvl5pPr>
          </a:lstStyle>
          <a:p>
            <a:pPr lvl="0"/>
            <a:r>
              <a:rPr lang="en-US"/>
              <a:t>Place agenda summary here in GT Sectra Fine </a:t>
            </a:r>
            <a:r>
              <a:rPr lang="en-US" err="1"/>
              <a:t>Rg</a:t>
            </a:r>
            <a:r>
              <a:rPr lang="en-US"/>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 name="Date Placeholder 5">
            <a:extLst>
              <a:ext uri="{FF2B5EF4-FFF2-40B4-BE49-F238E27FC236}">
                <a16:creationId xmlns:a16="http://schemas.microsoft.com/office/drawing/2014/main" id="{E4E6FA45-B87D-4010-B3A6-50390CDC2036}"/>
              </a:ext>
            </a:extLst>
          </p:cNvPr>
          <p:cNvSpPr>
            <a:spLocks noGrp="1"/>
          </p:cNvSpPr>
          <p:nvPr>
            <p:ph type="dt" sz="half" idx="55"/>
          </p:nvPr>
        </p:nvSpPr>
        <p:spPr/>
        <p:txBody>
          <a:bodyPr/>
          <a:lstStyle/>
          <a:p>
            <a:endParaRPr lang="en-US"/>
          </a:p>
        </p:txBody>
      </p:sp>
      <p:sp>
        <p:nvSpPr>
          <p:cNvPr id="9" name="Slide Number Placeholder 8">
            <a:extLst>
              <a:ext uri="{FF2B5EF4-FFF2-40B4-BE49-F238E27FC236}">
                <a16:creationId xmlns:a16="http://schemas.microsoft.com/office/drawing/2014/main" id="{FFB1C212-8B21-4C54-AA4C-AE65DBACFD84}"/>
              </a:ext>
            </a:extLst>
          </p:cNvPr>
          <p:cNvSpPr>
            <a:spLocks noGrp="1"/>
          </p:cNvSpPr>
          <p:nvPr>
            <p:ph type="sldNum" sz="quarter" idx="56"/>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483926299"/>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59C898-565C-3242-FA11-F381C9FB7D62}"/>
              </a:ext>
            </a:extLst>
          </p:cNvPr>
          <p:cNvPicPr>
            <a:picLocks noChangeAspect="1"/>
          </p:cNvPicPr>
          <p:nvPr userDrawn="1"/>
        </p:nvPicPr>
        <p:blipFill>
          <a:blip r:embed="rId2"/>
          <a:srcRect t="21875" b="21798"/>
          <a:stretch/>
        </p:blipFill>
        <p:spPr>
          <a:xfrm>
            <a:off x="0" y="0"/>
            <a:ext cx="12192000" cy="6867335"/>
          </a:xfrm>
          <a:prstGeom prst="rect">
            <a:avLst/>
          </a:prstGeom>
        </p:spPr>
      </p:pic>
      <p:sp>
        <p:nvSpPr>
          <p:cNvPr id="13" name="Rectangle 12">
            <a:extLst>
              <a:ext uri="{FF2B5EF4-FFF2-40B4-BE49-F238E27FC236}">
                <a16:creationId xmlns:a16="http://schemas.microsoft.com/office/drawing/2014/main" id="{17143E4C-DBC5-A30E-857B-CFBBF6DB2EB1}"/>
              </a:ext>
            </a:extLst>
          </p:cNvPr>
          <p:cNvSpPr/>
          <p:nvPr userDrawn="1"/>
        </p:nvSpPr>
        <p:spPr>
          <a:xfrm>
            <a:off x="0" y="0"/>
            <a:ext cx="12192000" cy="6867335"/>
          </a:xfrm>
          <a:prstGeom prst="rect">
            <a:avLst/>
          </a:prstGeom>
          <a:gradFill flip="none" rotWithShape="1">
            <a:gsLst>
              <a:gs pos="35000">
                <a:schemeClr val="accent3">
                  <a:alpha val="68000"/>
                  <a:lumMod val="47000"/>
                </a:schemeClr>
              </a:gs>
              <a:gs pos="79000">
                <a:schemeClr val="accent3">
                  <a:lumMod val="24000"/>
                  <a:alpha val="71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bg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System Font"/>
              <a:buChar char="–"/>
              <a:defRPr sz="1600"/>
            </a:lvl4pPr>
            <a:lvl5pPr marL="685800">
              <a:buFont typeface="Graphik" panose="020B0604020202020204" pitchFamily="34" charset="0"/>
              <a:buChar char="•"/>
              <a:defRPr sz="1600"/>
            </a:lvl5pPr>
          </a:lstStyle>
          <a:p>
            <a:pPr lvl="0"/>
            <a:r>
              <a:rPr lang="en-US"/>
              <a:t>Place agenda summary here in GT Sectra Fine </a:t>
            </a:r>
            <a:r>
              <a:rPr lang="en-US" err="1"/>
              <a:t>Rg</a:t>
            </a:r>
            <a:r>
              <a:rPr lang="en-US"/>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solidFill>
                  <a:schemeClr val="bg1"/>
                </a:solidFill>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2304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solidFill>
                  <a:schemeClr val="bg1"/>
                </a:solidFill>
              </a:defRPr>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bg1"/>
                </a:solidFill>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 name="Date Placeholder 5">
            <a:extLst>
              <a:ext uri="{FF2B5EF4-FFF2-40B4-BE49-F238E27FC236}">
                <a16:creationId xmlns:a16="http://schemas.microsoft.com/office/drawing/2014/main" id="{E4E6FA45-B87D-4010-B3A6-50390CDC2036}"/>
              </a:ext>
            </a:extLst>
          </p:cNvPr>
          <p:cNvSpPr>
            <a:spLocks noGrp="1"/>
          </p:cNvSpPr>
          <p:nvPr>
            <p:ph type="dt" sz="half" idx="55"/>
          </p:nvPr>
        </p:nvSpPr>
        <p:spPr/>
        <p:txBody>
          <a:bodyPr/>
          <a:lstStyle/>
          <a:p>
            <a:endParaRPr lang="en-US"/>
          </a:p>
        </p:txBody>
      </p:sp>
      <p:sp>
        <p:nvSpPr>
          <p:cNvPr id="9" name="Slide Number Placeholder 8">
            <a:extLst>
              <a:ext uri="{FF2B5EF4-FFF2-40B4-BE49-F238E27FC236}">
                <a16:creationId xmlns:a16="http://schemas.microsoft.com/office/drawing/2014/main" id="{FFB1C212-8B21-4C54-AA4C-AE65DBACFD84}"/>
              </a:ext>
            </a:extLst>
          </p:cNvPr>
          <p:cNvSpPr>
            <a:spLocks noGrp="1"/>
          </p:cNvSpPr>
          <p:nvPr>
            <p:ph type="sldNum" sz="quarter" idx="56"/>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968241222"/>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14A41-AE1D-4ED0-AEF0-A7196671391E}"/>
              </a:ext>
            </a:extLst>
          </p:cNvPr>
          <p:cNvSpPr>
            <a:spLocks noGrp="1"/>
          </p:cNvSpPr>
          <p:nvPr>
            <p:ph type="dt" sz="half" idx="11"/>
          </p:nvPr>
        </p:nvSpPr>
        <p:spPr/>
        <p:txBody>
          <a:bodyPr/>
          <a:lstStyle/>
          <a:p>
            <a:endParaRPr lang="en-US"/>
          </a:p>
        </p:txBody>
      </p:sp>
      <p:sp>
        <p:nvSpPr>
          <p:cNvPr id="5" name="Slide Number Placeholder 4">
            <a:extLst>
              <a:ext uri="{FF2B5EF4-FFF2-40B4-BE49-F238E27FC236}">
                <a16:creationId xmlns:a16="http://schemas.microsoft.com/office/drawing/2014/main" id="{C51BA0FB-750F-41F2-A36F-F10D6317F8D3}"/>
              </a:ext>
            </a:extLst>
          </p:cNvPr>
          <p:cNvSpPr>
            <a:spLocks noGrp="1"/>
          </p:cNvSpPr>
          <p:nvPr>
            <p:ph type="sldNum" sz="quarter" idx="12"/>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86640242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Date Placeholder 5">
            <a:extLst>
              <a:ext uri="{FF2B5EF4-FFF2-40B4-BE49-F238E27FC236}">
                <a16:creationId xmlns:a16="http://schemas.microsoft.com/office/drawing/2014/main" id="{935A837B-28FB-46DA-A9E1-BBD52F8F500F}"/>
              </a:ext>
            </a:extLst>
          </p:cNvPr>
          <p:cNvSpPr>
            <a:spLocks noGrp="1"/>
          </p:cNvSpPr>
          <p:nvPr>
            <p:ph type="dt" sz="half" idx="11"/>
          </p:nvPr>
        </p:nvSpPr>
        <p:spPr/>
        <p:txBody>
          <a:bodyPr/>
          <a:lstStyle/>
          <a:p>
            <a:endParaRPr lang="en-US"/>
          </a:p>
        </p:txBody>
      </p:sp>
      <p:sp>
        <p:nvSpPr>
          <p:cNvPr id="8" name="Slide Number Placeholder 7">
            <a:extLst>
              <a:ext uri="{FF2B5EF4-FFF2-40B4-BE49-F238E27FC236}">
                <a16:creationId xmlns:a16="http://schemas.microsoft.com/office/drawing/2014/main" id="{B8814393-A477-4161-9DFD-00CCDF9D3418}"/>
              </a:ext>
            </a:extLst>
          </p:cNvPr>
          <p:cNvSpPr>
            <a:spLocks noGrp="1"/>
          </p:cNvSpPr>
          <p:nvPr>
            <p:ph type="sldNum" sz="quarter" idx="12"/>
          </p:nvPr>
        </p:nvSpPr>
        <p:spPr/>
        <p:txBody>
          <a:bodyPr/>
          <a:lstStyle/>
          <a:p>
            <a:fld id="{1F90F471-3972-4120-B8B3-0237DE626C35}" type="slidenum">
              <a:rPr lang="en-US" smtClean="0"/>
              <a:pPr/>
              <a:t>‹#›</a:t>
            </a:fld>
            <a:endParaRPr lang="en-US"/>
          </a:p>
        </p:txBody>
      </p:sp>
      <p:sp>
        <p:nvSpPr>
          <p:cNvPr id="10" name="Footer Placeholder 3">
            <a:extLst>
              <a:ext uri="{FF2B5EF4-FFF2-40B4-BE49-F238E27FC236}">
                <a16:creationId xmlns:a16="http://schemas.microsoft.com/office/drawing/2014/main" id="{878C572D-D458-4A76-90DF-0E44EED2893F}"/>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17999833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6" name="Date Placeholder 5">
            <a:extLst>
              <a:ext uri="{FF2B5EF4-FFF2-40B4-BE49-F238E27FC236}">
                <a16:creationId xmlns:a16="http://schemas.microsoft.com/office/drawing/2014/main" id="{986ABE35-6A9F-4EFF-A45E-6FBDF564DF3D}"/>
              </a:ext>
            </a:extLst>
          </p:cNvPr>
          <p:cNvSpPr>
            <a:spLocks noGrp="1"/>
          </p:cNvSpPr>
          <p:nvPr>
            <p:ph type="dt" sz="half" idx="12"/>
          </p:nvPr>
        </p:nvSpPr>
        <p:spPr/>
        <p:txBody>
          <a:bodyPr/>
          <a:lstStyle/>
          <a:p>
            <a:endParaRPr lang="en-US"/>
          </a:p>
        </p:txBody>
      </p:sp>
      <p:sp>
        <p:nvSpPr>
          <p:cNvPr id="7" name="Slide Number Placeholder 6">
            <a:extLst>
              <a:ext uri="{FF2B5EF4-FFF2-40B4-BE49-F238E27FC236}">
                <a16:creationId xmlns:a16="http://schemas.microsoft.com/office/drawing/2014/main" id="{CFCFCF4C-BF6B-4DD2-AD05-1E27B9CAC82F}"/>
              </a:ext>
            </a:extLst>
          </p:cNvPr>
          <p:cNvSpPr>
            <a:spLocks noGrp="1"/>
          </p:cNvSpPr>
          <p:nvPr>
            <p:ph type="sldNum" sz="quarter" idx="13"/>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775362821"/>
      </p:ext>
    </p:extLst>
  </p:cSld>
  <p:clrMapOvr>
    <a:masterClrMapping/>
  </p:clrMapOvr>
  <p:extLst>
    <p:ext uri="{DCECCB84-F9BA-43D5-87BE-67443E8EF086}">
      <p15:sldGuideLst xmlns:p15="http://schemas.microsoft.com/office/powerpoint/2012/main">
        <p15:guide id="1" orient="horz" pos="931">
          <p15:clr>
            <a:srgbClr val="547EBF"/>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here in GT Sectra Fine </a:t>
            </a:r>
            <a:r>
              <a:rPr lang="en-US" err="1"/>
              <a:t>Rg</a:t>
            </a:r>
            <a:r>
              <a:rPr lang="en-US"/>
              <a:t> 24pt,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5" name="Date Placeholder 4">
            <a:extLst>
              <a:ext uri="{FF2B5EF4-FFF2-40B4-BE49-F238E27FC236}">
                <a16:creationId xmlns:a16="http://schemas.microsoft.com/office/drawing/2014/main" id="{1368E481-807E-4A42-B3B9-E7CC3CAB467E}"/>
              </a:ext>
            </a:extLst>
          </p:cNvPr>
          <p:cNvSpPr>
            <a:spLocks noGrp="1"/>
          </p:cNvSpPr>
          <p:nvPr>
            <p:ph type="dt" sz="half" idx="15"/>
          </p:nvPr>
        </p:nvSpPr>
        <p:spPr/>
        <p:txBody>
          <a:bodyPr/>
          <a:lstStyle/>
          <a:p>
            <a:endParaRPr lang="en-US"/>
          </a:p>
        </p:txBody>
      </p:sp>
      <p:sp>
        <p:nvSpPr>
          <p:cNvPr id="8" name="Slide Number Placeholder 7">
            <a:extLst>
              <a:ext uri="{FF2B5EF4-FFF2-40B4-BE49-F238E27FC236}">
                <a16:creationId xmlns:a16="http://schemas.microsoft.com/office/drawing/2014/main" id="{F4FD7E5F-AF3A-4FA5-9F37-A1A07B14A8F8}"/>
              </a:ext>
            </a:extLst>
          </p:cNvPr>
          <p:cNvSpPr>
            <a:spLocks noGrp="1"/>
          </p:cNvSpPr>
          <p:nvPr>
            <p:ph type="sldNum" sz="quarter" idx="16"/>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252278538"/>
      </p:ext>
    </p:extLst>
  </p:cSld>
  <p:clrMapOvr>
    <a:masterClrMapping/>
  </p:clrMapOvr>
  <p:extLst>
    <p:ext uri="{DCECCB84-F9BA-43D5-87BE-67443E8EF086}">
      <p15:sldGuideLst xmlns:p15="http://schemas.microsoft.com/office/powerpoint/2012/main">
        <p15:guide id="1" orient="horz" pos="3720">
          <p15:clr>
            <a:srgbClr val="C35E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5" name="Date Placeholder 4">
            <a:extLst>
              <a:ext uri="{FF2B5EF4-FFF2-40B4-BE49-F238E27FC236}">
                <a16:creationId xmlns:a16="http://schemas.microsoft.com/office/drawing/2014/main" id="{9D0055B0-6CCC-412F-B2AB-95EE559FA9CC}"/>
              </a:ext>
            </a:extLst>
          </p:cNvPr>
          <p:cNvSpPr>
            <a:spLocks noGrp="1"/>
          </p:cNvSpPr>
          <p:nvPr>
            <p:ph type="dt" sz="half" idx="19"/>
          </p:nvPr>
        </p:nvSpPr>
        <p:spPr/>
        <p:txBody>
          <a:bodyPr/>
          <a:lstStyle/>
          <a:p>
            <a:endParaRPr lang="en-US"/>
          </a:p>
        </p:txBody>
      </p:sp>
      <p:sp>
        <p:nvSpPr>
          <p:cNvPr id="6" name="Slide Number Placeholder 5">
            <a:extLst>
              <a:ext uri="{FF2B5EF4-FFF2-40B4-BE49-F238E27FC236}">
                <a16:creationId xmlns:a16="http://schemas.microsoft.com/office/drawing/2014/main" id="{78C45E2E-B58E-47DE-99A6-C28BFE3B8D62}"/>
              </a:ext>
            </a:extLst>
          </p:cNvPr>
          <p:cNvSpPr>
            <a:spLocks noGrp="1"/>
          </p:cNvSpPr>
          <p:nvPr>
            <p:ph type="sldNum" sz="quarter" idx="2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416216168"/>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5" name="Date Placeholder 4">
            <a:extLst>
              <a:ext uri="{FF2B5EF4-FFF2-40B4-BE49-F238E27FC236}">
                <a16:creationId xmlns:a16="http://schemas.microsoft.com/office/drawing/2014/main" id="{DB7357AF-6031-4E46-92DB-3BF352FFDD47}"/>
              </a:ext>
            </a:extLst>
          </p:cNvPr>
          <p:cNvSpPr>
            <a:spLocks noGrp="1"/>
          </p:cNvSpPr>
          <p:nvPr>
            <p:ph type="dt" sz="half" idx="19"/>
          </p:nvPr>
        </p:nvSpPr>
        <p:spPr/>
        <p:txBody>
          <a:bodyPr/>
          <a:lstStyle/>
          <a:p>
            <a:endParaRPr lang="en-US"/>
          </a:p>
        </p:txBody>
      </p:sp>
      <p:sp>
        <p:nvSpPr>
          <p:cNvPr id="6" name="Slide Number Placeholder 5">
            <a:extLst>
              <a:ext uri="{FF2B5EF4-FFF2-40B4-BE49-F238E27FC236}">
                <a16:creationId xmlns:a16="http://schemas.microsoft.com/office/drawing/2014/main" id="{CA76D135-77B2-4CBD-8873-E996A6018B4D}"/>
              </a:ext>
            </a:extLst>
          </p:cNvPr>
          <p:cNvSpPr>
            <a:spLocks noGrp="1"/>
          </p:cNvSpPr>
          <p:nvPr>
            <p:ph type="sldNum" sz="quarter" idx="2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92181889"/>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6" name="Date Placeholder 5">
            <a:extLst>
              <a:ext uri="{FF2B5EF4-FFF2-40B4-BE49-F238E27FC236}">
                <a16:creationId xmlns:a16="http://schemas.microsoft.com/office/drawing/2014/main" id="{3EA4AE36-551D-47A6-9ED4-90DAB2CE5ECD}"/>
              </a:ext>
            </a:extLst>
          </p:cNvPr>
          <p:cNvSpPr>
            <a:spLocks noGrp="1"/>
          </p:cNvSpPr>
          <p:nvPr>
            <p:ph type="dt" sz="half" idx="19"/>
          </p:nvPr>
        </p:nvSpPr>
        <p:spPr/>
        <p:txBody>
          <a:bodyPr/>
          <a:lstStyle/>
          <a:p>
            <a:endParaRPr lang="en-US"/>
          </a:p>
        </p:txBody>
      </p:sp>
      <p:sp>
        <p:nvSpPr>
          <p:cNvPr id="7" name="Slide Number Placeholder 6">
            <a:extLst>
              <a:ext uri="{FF2B5EF4-FFF2-40B4-BE49-F238E27FC236}">
                <a16:creationId xmlns:a16="http://schemas.microsoft.com/office/drawing/2014/main" id="{04A6CA7D-7F0B-41E6-8974-77DD6EFDE09B}"/>
              </a:ext>
            </a:extLst>
          </p:cNvPr>
          <p:cNvSpPr>
            <a:spLocks noGrp="1"/>
          </p:cNvSpPr>
          <p:nvPr>
            <p:ph type="sldNum" sz="quarter" idx="20"/>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828968907"/>
      </p:ext>
    </p:extLst>
  </p:cSld>
  <p:clrMapOvr>
    <a:masterClrMapping/>
  </p:clrMapOvr>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7" name="Date Placeholder 6">
            <a:extLst>
              <a:ext uri="{FF2B5EF4-FFF2-40B4-BE49-F238E27FC236}">
                <a16:creationId xmlns:a16="http://schemas.microsoft.com/office/drawing/2014/main" id="{A2B5FE2F-EA43-4D55-AD7B-6D2BE5328771}"/>
              </a:ext>
            </a:extLst>
          </p:cNvPr>
          <p:cNvSpPr>
            <a:spLocks noGrp="1"/>
          </p:cNvSpPr>
          <p:nvPr>
            <p:ph type="dt" sz="half" idx="25"/>
          </p:nvPr>
        </p:nvSpPr>
        <p:spPr/>
        <p:txBody>
          <a:bodyPr/>
          <a:lstStyle/>
          <a:p>
            <a:endParaRPr lang="en-US"/>
          </a:p>
        </p:txBody>
      </p:sp>
      <p:sp>
        <p:nvSpPr>
          <p:cNvPr id="8" name="Slide Number Placeholder 7">
            <a:extLst>
              <a:ext uri="{FF2B5EF4-FFF2-40B4-BE49-F238E27FC236}">
                <a16:creationId xmlns:a16="http://schemas.microsoft.com/office/drawing/2014/main" id="{C3C2A080-C529-4EE2-8C9B-66DE49797116}"/>
              </a:ext>
            </a:extLst>
          </p:cNvPr>
          <p:cNvSpPr>
            <a:spLocks noGrp="1"/>
          </p:cNvSpPr>
          <p:nvPr>
            <p:ph type="sldNum" sz="quarter" idx="26"/>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725998031"/>
      </p:ext>
    </p:extLst>
  </p:cSld>
  <p:clrMapOvr>
    <a:masterClrMapping/>
  </p:clrMapOvr>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5" name="Date Placeholder 4">
            <a:extLst>
              <a:ext uri="{FF2B5EF4-FFF2-40B4-BE49-F238E27FC236}">
                <a16:creationId xmlns:a16="http://schemas.microsoft.com/office/drawing/2014/main" id="{BEC7A206-6C55-484E-AF32-1E74F136687B}"/>
              </a:ext>
            </a:extLst>
          </p:cNvPr>
          <p:cNvSpPr>
            <a:spLocks noGrp="1"/>
          </p:cNvSpPr>
          <p:nvPr>
            <p:ph type="dt" sz="half" idx="32"/>
          </p:nvPr>
        </p:nvSpPr>
        <p:spPr/>
        <p:txBody>
          <a:bodyPr/>
          <a:lstStyle/>
          <a:p>
            <a:endParaRPr lang="en-US"/>
          </a:p>
        </p:txBody>
      </p:sp>
      <p:sp>
        <p:nvSpPr>
          <p:cNvPr id="6" name="Slide Number Placeholder 5">
            <a:extLst>
              <a:ext uri="{FF2B5EF4-FFF2-40B4-BE49-F238E27FC236}">
                <a16:creationId xmlns:a16="http://schemas.microsoft.com/office/drawing/2014/main" id="{A302F61A-F918-432B-B0D2-A3DA25E887BE}"/>
              </a:ext>
            </a:extLst>
          </p:cNvPr>
          <p:cNvSpPr>
            <a:spLocks noGrp="1"/>
          </p:cNvSpPr>
          <p:nvPr>
            <p:ph type="sldNum" sz="quarter" idx="33"/>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251226226"/>
      </p:ext>
    </p:extLst>
  </p:cSld>
  <p:clrMapOvr>
    <a:masterClrMapping/>
  </p:clrMapOvr>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6" name="Date Placeholder 5">
            <a:extLst>
              <a:ext uri="{FF2B5EF4-FFF2-40B4-BE49-F238E27FC236}">
                <a16:creationId xmlns:a16="http://schemas.microsoft.com/office/drawing/2014/main" id="{B12A893A-4FC2-4BA5-BD11-65DA030F8476}"/>
              </a:ext>
            </a:extLst>
          </p:cNvPr>
          <p:cNvSpPr>
            <a:spLocks noGrp="1"/>
          </p:cNvSpPr>
          <p:nvPr>
            <p:ph type="dt" sz="half" idx="28"/>
          </p:nvPr>
        </p:nvSpPr>
        <p:spPr/>
        <p:txBody>
          <a:bodyPr/>
          <a:lstStyle/>
          <a:p>
            <a:endParaRPr lang="en-US"/>
          </a:p>
        </p:txBody>
      </p:sp>
      <p:sp>
        <p:nvSpPr>
          <p:cNvPr id="7" name="Slide Number Placeholder 6">
            <a:extLst>
              <a:ext uri="{FF2B5EF4-FFF2-40B4-BE49-F238E27FC236}">
                <a16:creationId xmlns:a16="http://schemas.microsoft.com/office/drawing/2014/main" id="{1865E893-1B46-478C-82DE-373CE5E96C1A}"/>
              </a:ext>
            </a:extLst>
          </p:cNvPr>
          <p:cNvSpPr>
            <a:spLocks noGrp="1"/>
          </p:cNvSpPr>
          <p:nvPr>
            <p:ph type="sldNum" sz="quarter" idx="29"/>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506420106"/>
      </p:ext>
    </p:extLst>
  </p:cSld>
  <p:clrMapOvr>
    <a:masterClrMapping/>
  </p:clrMapOvr>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t) 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5" name="Picture Placeholder 4">
            <a:extLst>
              <a:ext uri="{FF2B5EF4-FFF2-40B4-BE49-F238E27FC236}">
                <a16:creationId xmlns:a16="http://schemas.microsoft.com/office/drawing/2014/main" id="{636FB760-AEF8-46F8-B73E-B0A537402A7A}"/>
              </a:ext>
            </a:extLst>
          </p:cNvPr>
          <p:cNvSpPr>
            <a:spLocks noGrp="1"/>
          </p:cNvSpPr>
          <p:nvPr>
            <p:ph type="pic" sz="quarter" idx="28" hasCustomPrompt="1"/>
          </p:nvPr>
        </p:nvSpPr>
        <p:spPr>
          <a:xfrm>
            <a:off x="1141567" y="3619694"/>
            <a:ext cx="457200" cy="27432"/>
          </a:xfrm>
          <a:solidFill>
            <a:schemeClr val="accent1"/>
          </a:solidFill>
        </p:spPr>
        <p:txBody>
          <a:bodyPr/>
          <a:lstStyle>
            <a:lvl1pPr>
              <a:buNone/>
              <a:defRPr sz="300"/>
            </a:lvl1pPr>
          </a:lstStyle>
          <a:p>
            <a:r>
              <a:rPr lang="en-GB"/>
              <a:t> </a:t>
            </a:r>
            <a:endParaRPr lang="en-US"/>
          </a:p>
        </p:txBody>
      </p:sp>
      <p:sp>
        <p:nvSpPr>
          <p:cNvPr id="36" name="Picture Placeholder 4">
            <a:extLst>
              <a:ext uri="{FF2B5EF4-FFF2-40B4-BE49-F238E27FC236}">
                <a16:creationId xmlns:a16="http://schemas.microsoft.com/office/drawing/2014/main" id="{B9165B01-6544-4059-9AE2-42F4426A0387}"/>
              </a:ext>
            </a:extLst>
          </p:cNvPr>
          <p:cNvSpPr>
            <a:spLocks noGrp="1"/>
          </p:cNvSpPr>
          <p:nvPr>
            <p:ph type="pic" sz="quarter" idx="29" hasCustomPrompt="1"/>
          </p:nvPr>
        </p:nvSpPr>
        <p:spPr>
          <a:xfrm>
            <a:off x="3503587" y="361969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EB2E96CC-0F77-4F5D-A96C-5243BDB51C0E}"/>
              </a:ext>
            </a:extLst>
          </p:cNvPr>
          <p:cNvSpPr>
            <a:spLocks noGrp="1"/>
          </p:cNvSpPr>
          <p:nvPr>
            <p:ph type="pic" sz="quarter" idx="30" hasCustomPrompt="1"/>
          </p:nvPr>
        </p:nvSpPr>
        <p:spPr>
          <a:xfrm>
            <a:off x="5865607" y="361969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2D003B29-C8CB-4629-BF53-F5AEBE6FAE2A}"/>
              </a:ext>
            </a:extLst>
          </p:cNvPr>
          <p:cNvSpPr>
            <a:spLocks noGrp="1"/>
          </p:cNvSpPr>
          <p:nvPr>
            <p:ph type="pic" sz="quarter" idx="31" hasCustomPrompt="1"/>
          </p:nvPr>
        </p:nvSpPr>
        <p:spPr>
          <a:xfrm>
            <a:off x="8227627" y="361969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49BB6C55-F8C8-4B99-843F-9A6047B7A3E8}"/>
              </a:ext>
            </a:extLst>
          </p:cNvPr>
          <p:cNvSpPr>
            <a:spLocks noGrp="1"/>
          </p:cNvSpPr>
          <p:nvPr>
            <p:ph type="pic" sz="quarter" idx="32" hasCustomPrompt="1"/>
          </p:nvPr>
        </p:nvSpPr>
        <p:spPr>
          <a:xfrm>
            <a:off x="10570872" y="3619694"/>
            <a:ext cx="457200" cy="27432"/>
          </a:xfrm>
          <a:solidFill>
            <a:schemeClr val="accent1"/>
          </a:solidFill>
        </p:spPr>
        <p:txBody>
          <a:bodyPr/>
          <a:lstStyle>
            <a:lvl1pPr>
              <a:buNone/>
              <a:defRPr sz="300"/>
            </a:lvl1pPr>
          </a:lstStyle>
          <a:p>
            <a:r>
              <a:rPr lang="en-GB"/>
              <a:t> </a:t>
            </a:r>
            <a:endParaRPr lang="en-US"/>
          </a:p>
        </p:txBody>
      </p:sp>
      <p:sp>
        <p:nvSpPr>
          <p:cNvPr id="6" name="Date Placeholder 5">
            <a:extLst>
              <a:ext uri="{FF2B5EF4-FFF2-40B4-BE49-F238E27FC236}">
                <a16:creationId xmlns:a16="http://schemas.microsoft.com/office/drawing/2014/main" id="{4425B4D7-8923-4103-941B-9DB281917809}"/>
              </a:ext>
            </a:extLst>
          </p:cNvPr>
          <p:cNvSpPr>
            <a:spLocks noGrp="1"/>
          </p:cNvSpPr>
          <p:nvPr>
            <p:ph type="dt" sz="half" idx="33"/>
          </p:nvPr>
        </p:nvSpPr>
        <p:spPr/>
        <p:txBody>
          <a:bodyPr/>
          <a:lstStyle/>
          <a:p>
            <a:endParaRPr lang="en-US"/>
          </a:p>
        </p:txBody>
      </p:sp>
      <p:sp>
        <p:nvSpPr>
          <p:cNvPr id="7" name="Slide Number Placeholder 6">
            <a:extLst>
              <a:ext uri="{FF2B5EF4-FFF2-40B4-BE49-F238E27FC236}">
                <a16:creationId xmlns:a16="http://schemas.microsoft.com/office/drawing/2014/main" id="{F7CE1F10-2744-46D6-9860-2213E0F322D7}"/>
              </a:ext>
            </a:extLst>
          </p:cNvPr>
          <p:cNvSpPr>
            <a:spLocks noGrp="1"/>
          </p:cNvSpPr>
          <p:nvPr>
            <p:ph type="sldNum" sz="quarter" idx="34"/>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3701194245"/>
      </p:ext>
    </p:extLst>
  </p:cSld>
  <p:clrMapOvr>
    <a:masterClrMapping/>
  </p:clrMapOvr>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 name="Date Placeholder 4">
            <a:extLst>
              <a:ext uri="{FF2B5EF4-FFF2-40B4-BE49-F238E27FC236}">
                <a16:creationId xmlns:a16="http://schemas.microsoft.com/office/drawing/2014/main" id="{C2993E9F-9185-457C-AF55-43D1692644E3}"/>
              </a:ext>
            </a:extLst>
          </p:cNvPr>
          <p:cNvSpPr>
            <a:spLocks noGrp="1"/>
          </p:cNvSpPr>
          <p:nvPr>
            <p:ph type="dt" sz="half" idx="30"/>
          </p:nvPr>
        </p:nvSpPr>
        <p:spPr/>
        <p:txBody>
          <a:bodyPr/>
          <a:lstStyle/>
          <a:p>
            <a:endParaRPr lang="en-US"/>
          </a:p>
        </p:txBody>
      </p:sp>
      <p:sp>
        <p:nvSpPr>
          <p:cNvPr id="6" name="Slide Number Placeholder 5">
            <a:extLst>
              <a:ext uri="{FF2B5EF4-FFF2-40B4-BE49-F238E27FC236}">
                <a16:creationId xmlns:a16="http://schemas.microsoft.com/office/drawing/2014/main" id="{7736B548-1FC6-4BEE-85E0-F39502BAE5CD}"/>
              </a:ext>
            </a:extLst>
          </p:cNvPr>
          <p:cNvSpPr>
            <a:spLocks noGrp="1"/>
          </p:cNvSpPr>
          <p:nvPr>
            <p:ph type="sldNum" sz="quarter" idx="3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581964351"/>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
        <p:nvSpPr>
          <p:cNvPr id="5" name="Date Placeholder 4">
            <a:extLst>
              <a:ext uri="{FF2B5EF4-FFF2-40B4-BE49-F238E27FC236}">
                <a16:creationId xmlns:a16="http://schemas.microsoft.com/office/drawing/2014/main" id="{A422849C-95A8-476C-B86E-8FADE9EDEF83}"/>
              </a:ext>
            </a:extLst>
          </p:cNvPr>
          <p:cNvSpPr>
            <a:spLocks noGrp="1"/>
          </p:cNvSpPr>
          <p:nvPr>
            <p:ph type="dt" sz="half" idx="36"/>
          </p:nvPr>
        </p:nvSpPr>
        <p:spPr/>
        <p:txBody>
          <a:bodyPr/>
          <a:lstStyle/>
          <a:p>
            <a:endParaRPr lang="en-US"/>
          </a:p>
        </p:txBody>
      </p:sp>
      <p:sp>
        <p:nvSpPr>
          <p:cNvPr id="6" name="Slide Number Placeholder 5">
            <a:extLst>
              <a:ext uri="{FF2B5EF4-FFF2-40B4-BE49-F238E27FC236}">
                <a16:creationId xmlns:a16="http://schemas.microsoft.com/office/drawing/2014/main" id="{A0842844-40EF-4283-B20C-E51DF85DE8DF}"/>
              </a:ext>
            </a:extLst>
          </p:cNvPr>
          <p:cNvSpPr>
            <a:spLocks noGrp="1"/>
          </p:cNvSpPr>
          <p:nvPr>
            <p:ph type="sldNum" sz="quarter" idx="37"/>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564066617"/>
      </p:ext>
    </p:extLst>
  </p:cSld>
  <p:clrMapOvr>
    <a:masterClrMapping/>
  </p:clrMapOvr>
  <p:extLst>
    <p:ext uri="{DCECCB84-F9BA-43D5-87BE-67443E8EF086}">
      <p15:sldGuideLst xmlns:p15="http://schemas.microsoft.com/office/powerpoint/2012/main">
        <p15:guide id="1" orient="horz" pos="3703">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21</a:t>
            </a:r>
          </a:p>
          <a:p>
            <a:pPr lvl="1"/>
            <a:r>
              <a:rPr lang="en-US"/>
              <a:t>Role 16pt</a:t>
            </a:r>
          </a:p>
          <a:p>
            <a:pPr lvl="2"/>
            <a:r>
              <a:rPr lang="en-US"/>
              <a:t>Short bio 12pt</a:t>
            </a:r>
          </a:p>
          <a:p>
            <a:pPr lvl="3"/>
            <a:r>
              <a:rPr lang="en-US"/>
              <a:t>Bullet point 12pt</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
        <p:nvSpPr>
          <p:cNvPr id="5" name="Date Placeholder 4">
            <a:extLst>
              <a:ext uri="{FF2B5EF4-FFF2-40B4-BE49-F238E27FC236}">
                <a16:creationId xmlns:a16="http://schemas.microsoft.com/office/drawing/2014/main" id="{A59B37BA-76DF-41D7-97E2-6799C05FB045}"/>
              </a:ext>
            </a:extLst>
          </p:cNvPr>
          <p:cNvSpPr>
            <a:spLocks noGrp="1"/>
          </p:cNvSpPr>
          <p:nvPr>
            <p:ph type="dt" sz="half" idx="36"/>
          </p:nvPr>
        </p:nvSpPr>
        <p:spPr/>
        <p:txBody>
          <a:bodyPr/>
          <a:lstStyle/>
          <a:p>
            <a:endParaRPr lang="en-US"/>
          </a:p>
        </p:txBody>
      </p:sp>
      <p:sp>
        <p:nvSpPr>
          <p:cNvPr id="6" name="Slide Number Placeholder 5">
            <a:extLst>
              <a:ext uri="{FF2B5EF4-FFF2-40B4-BE49-F238E27FC236}">
                <a16:creationId xmlns:a16="http://schemas.microsoft.com/office/drawing/2014/main" id="{CEC2263A-F6D1-4212-95F4-A97D0AE0FD80}"/>
              </a:ext>
            </a:extLst>
          </p:cNvPr>
          <p:cNvSpPr>
            <a:spLocks noGrp="1"/>
          </p:cNvSpPr>
          <p:nvPr>
            <p:ph type="sldNum" sz="quarter" idx="37"/>
          </p:nvPr>
        </p:nvSpPr>
        <p:spPr/>
        <p:txBody>
          <a:bodyPr/>
          <a:lstStyle/>
          <a:p>
            <a:fld id="{1F90F471-3972-4120-B8B3-0237DE626C35}" type="slidenum">
              <a:rPr lang="en-US" smtClean="0"/>
              <a:pPr/>
              <a:t>‹#›</a:t>
            </a:fld>
            <a:endParaRPr lang="en-US"/>
          </a:p>
        </p:txBody>
      </p:sp>
      <p:sp>
        <p:nvSpPr>
          <p:cNvPr id="30" name="Footer Placeholder 3">
            <a:extLst>
              <a:ext uri="{FF2B5EF4-FFF2-40B4-BE49-F238E27FC236}">
                <a16:creationId xmlns:a16="http://schemas.microsoft.com/office/drawing/2014/main" id="{E1440906-C2CB-48C3-B0F0-9372D82C370B}"/>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4429351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03">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
        <p:nvSpPr>
          <p:cNvPr id="6" name="Date Placeholder 5">
            <a:extLst>
              <a:ext uri="{FF2B5EF4-FFF2-40B4-BE49-F238E27FC236}">
                <a16:creationId xmlns:a16="http://schemas.microsoft.com/office/drawing/2014/main" id="{6F0599F3-5A4D-4FBE-AAE6-3CADF5732E7D}"/>
              </a:ext>
            </a:extLst>
          </p:cNvPr>
          <p:cNvSpPr>
            <a:spLocks noGrp="1"/>
          </p:cNvSpPr>
          <p:nvPr>
            <p:ph type="dt" sz="half" idx="60"/>
          </p:nvPr>
        </p:nvSpPr>
        <p:spPr/>
        <p:txBody>
          <a:bodyPr/>
          <a:lstStyle/>
          <a:p>
            <a:endParaRPr lang="en-US"/>
          </a:p>
        </p:txBody>
      </p:sp>
      <p:sp>
        <p:nvSpPr>
          <p:cNvPr id="7" name="Slide Number Placeholder 6">
            <a:extLst>
              <a:ext uri="{FF2B5EF4-FFF2-40B4-BE49-F238E27FC236}">
                <a16:creationId xmlns:a16="http://schemas.microsoft.com/office/drawing/2014/main" id="{8B4636D8-D9C8-4061-966A-40D5A7E0D3DE}"/>
              </a:ext>
            </a:extLst>
          </p:cNvPr>
          <p:cNvSpPr>
            <a:spLocks noGrp="1"/>
          </p:cNvSpPr>
          <p:nvPr>
            <p:ph type="sldNum" sz="quarter" idx="6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753289403"/>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here in GT Sectra Fine </a:t>
            </a:r>
            <a:r>
              <a:rPr lang="en-US" err="1"/>
              <a:t>Rg</a:t>
            </a:r>
            <a:r>
              <a:rPr lang="en-US"/>
              <a:t> 24pt,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9" name="GTS_Purple" descr="Accenture Greater Than symbol in purple">
            <a:extLst>
              <a:ext uri="{FF2B5EF4-FFF2-40B4-BE49-F238E27FC236}">
                <a16:creationId xmlns:a16="http://schemas.microsoft.com/office/drawing/2014/main" id="{ECD5DAA7-2D65-4744-A4C4-3E3C318A0F60}"/>
              </a:ext>
            </a:extLst>
          </p:cNvPr>
          <p:cNvSpPr>
            <a:spLocks noChangeAspect="1"/>
          </p:cNvSpPr>
          <p:nvPr userDrawn="1"/>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Date Placeholder 5">
            <a:extLst>
              <a:ext uri="{FF2B5EF4-FFF2-40B4-BE49-F238E27FC236}">
                <a16:creationId xmlns:a16="http://schemas.microsoft.com/office/drawing/2014/main" id="{4C807CD7-8FE5-4E51-8390-2E27D2E3206B}"/>
              </a:ext>
            </a:extLst>
          </p:cNvPr>
          <p:cNvSpPr>
            <a:spLocks noGrp="1"/>
          </p:cNvSpPr>
          <p:nvPr>
            <p:ph type="dt" sz="half" idx="16"/>
          </p:nvPr>
        </p:nvSpPr>
        <p:spPr/>
        <p:txBody>
          <a:bodyPr/>
          <a:lstStyle/>
          <a:p>
            <a:endParaRPr lang="en-US"/>
          </a:p>
        </p:txBody>
      </p:sp>
      <p:sp>
        <p:nvSpPr>
          <p:cNvPr id="7" name="Slide Number Placeholder 6">
            <a:extLst>
              <a:ext uri="{FF2B5EF4-FFF2-40B4-BE49-F238E27FC236}">
                <a16:creationId xmlns:a16="http://schemas.microsoft.com/office/drawing/2014/main" id="{0F7E1239-0A43-4E5F-BE3C-558FCA548491}"/>
              </a:ext>
            </a:extLst>
          </p:cNvPr>
          <p:cNvSpPr>
            <a:spLocks noGrp="1"/>
          </p:cNvSpPr>
          <p:nvPr>
            <p:ph type="sldNum" sz="quarter" idx="17"/>
          </p:nvPr>
        </p:nvSpPr>
        <p:spPr/>
        <p:txBody>
          <a:bodyPr/>
          <a:lstStyle/>
          <a:p>
            <a:fld id="{1F90F471-3972-4120-B8B3-0237DE626C35}" type="slidenum">
              <a:rPr lang="en-US" smtClean="0"/>
              <a:pPr/>
              <a:t>‹#›</a:t>
            </a:fld>
            <a:endParaRPr lang="en-US"/>
          </a:p>
        </p:txBody>
      </p:sp>
      <p:sp>
        <p:nvSpPr>
          <p:cNvPr id="12" name="Footer Placeholder 3">
            <a:extLst>
              <a:ext uri="{FF2B5EF4-FFF2-40B4-BE49-F238E27FC236}">
                <a16:creationId xmlns:a16="http://schemas.microsoft.com/office/drawing/2014/main" id="{4D723E3B-CD32-4134-A639-8045735CC6D3}"/>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206148163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US"/>
              <a:t>Place sub-headline here in GT Sectra Fine </a:t>
            </a:r>
            <a:r>
              <a:rPr lang="en-US" err="1"/>
              <a:t>Rg</a:t>
            </a:r>
            <a:r>
              <a:rPr lang="en-US"/>
              <a:t> 24pt,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9" name="GTS_Purple" descr="Accenture Greater Than symbol in white">
            <a:extLst>
              <a:ext uri="{FF2B5EF4-FFF2-40B4-BE49-F238E27FC236}">
                <a16:creationId xmlns:a16="http://schemas.microsoft.com/office/drawing/2014/main" id="{8C4A6146-1E4E-44A0-BBBB-ACDCAA9D7F29}"/>
              </a:ext>
            </a:extLst>
          </p:cNvPr>
          <p:cNvSpPr>
            <a:spLocks noChangeAspect="1"/>
          </p:cNvSpPr>
          <p:nvPr userDrawn="1"/>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Date Placeholder 3">
            <a:extLst>
              <a:ext uri="{FF2B5EF4-FFF2-40B4-BE49-F238E27FC236}">
                <a16:creationId xmlns:a16="http://schemas.microsoft.com/office/drawing/2014/main" id="{E70D8E7D-513C-4E47-9B34-D9704218DC74}"/>
              </a:ext>
            </a:extLst>
          </p:cNvPr>
          <p:cNvSpPr>
            <a:spLocks noGrp="1"/>
          </p:cNvSpPr>
          <p:nvPr>
            <p:ph type="dt" sz="half" idx="17"/>
          </p:nvPr>
        </p:nvSpPr>
        <p:spPr/>
        <p:txBody>
          <a:bodyPr/>
          <a:lstStyle/>
          <a:p>
            <a:endParaRPr lang="en-US"/>
          </a:p>
        </p:txBody>
      </p:sp>
      <p:sp>
        <p:nvSpPr>
          <p:cNvPr id="5" name="Slide Number Placeholder 4">
            <a:extLst>
              <a:ext uri="{FF2B5EF4-FFF2-40B4-BE49-F238E27FC236}">
                <a16:creationId xmlns:a16="http://schemas.microsoft.com/office/drawing/2014/main" id="{F2B20E87-44DC-45B8-BBEC-944BF1913942}"/>
              </a:ext>
            </a:extLst>
          </p:cNvPr>
          <p:cNvSpPr>
            <a:spLocks noGrp="1"/>
          </p:cNvSpPr>
          <p:nvPr>
            <p:ph type="sldNum" sz="quarter" idx="18"/>
          </p:nvPr>
        </p:nvSpPr>
        <p:spPr/>
        <p:txBody>
          <a:bodyPr/>
          <a:lstStyle/>
          <a:p>
            <a:fld id="{1F90F471-3972-4120-B8B3-0237DE626C35}" type="slidenum">
              <a:rPr lang="en-US" smtClean="0"/>
              <a:pPr/>
              <a:t>‹#›</a:t>
            </a:fld>
            <a:endParaRPr lang="en-US"/>
          </a:p>
        </p:txBody>
      </p:sp>
      <p:sp>
        <p:nvSpPr>
          <p:cNvPr id="12" name="Footer Placeholder 3">
            <a:extLst>
              <a:ext uri="{FF2B5EF4-FFF2-40B4-BE49-F238E27FC236}">
                <a16:creationId xmlns:a16="http://schemas.microsoft.com/office/drawing/2014/main" id="{6ED8EF41-C8D4-472A-94FA-1EECD819C456}"/>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36456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6" name="Date Placeholder 5">
            <a:extLst>
              <a:ext uri="{FF2B5EF4-FFF2-40B4-BE49-F238E27FC236}">
                <a16:creationId xmlns:a16="http://schemas.microsoft.com/office/drawing/2014/main" id="{CEC080C0-D198-40BF-822E-6333F0D85D26}"/>
              </a:ext>
            </a:extLst>
          </p:cNvPr>
          <p:cNvSpPr>
            <a:spLocks noGrp="1"/>
          </p:cNvSpPr>
          <p:nvPr>
            <p:ph type="dt" sz="half" idx="14"/>
          </p:nvPr>
        </p:nvSpPr>
        <p:spPr/>
        <p:txBody>
          <a:bodyPr/>
          <a:lstStyle/>
          <a:p>
            <a:endParaRPr lang="en-US"/>
          </a:p>
        </p:txBody>
      </p:sp>
      <p:sp>
        <p:nvSpPr>
          <p:cNvPr id="8" name="Slide Number Placeholder 7">
            <a:extLst>
              <a:ext uri="{FF2B5EF4-FFF2-40B4-BE49-F238E27FC236}">
                <a16:creationId xmlns:a16="http://schemas.microsoft.com/office/drawing/2014/main" id="{D93DB136-9367-4F71-BB12-00E767B8BDBC}"/>
              </a:ext>
            </a:extLst>
          </p:cNvPr>
          <p:cNvSpPr>
            <a:spLocks noGrp="1"/>
          </p:cNvSpPr>
          <p:nvPr>
            <p:ph type="sldNum" sz="quarter" idx="15"/>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409962337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5" name="Date Placeholder 4">
            <a:extLst>
              <a:ext uri="{FF2B5EF4-FFF2-40B4-BE49-F238E27FC236}">
                <a16:creationId xmlns:a16="http://schemas.microsoft.com/office/drawing/2014/main" id="{E19FF0C6-094C-4FEF-9DE0-E0F01A8659AB}"/>
              </a:ext>
            </a:extLst>
          </p:cNvPr>
          <p:cNvSpPr>
            <a:spLocks noGrp="1"/>
          </p:cNvSpPr>
          <p:nvPr>
            <p:ph type="dt" sz="half" idx="14"/>
          </p:nvPr>
        </p:nvSpPr>
        <p:spPr/>
        <p:txBody>
          <a:bodyPr/>
          <a:lstStyle/>
          <a:p>
            <a:endParaRPr lang="en-US"/>
          </a:p>
        </p:txBody>
      </p:sp>
      <p:sp>
        <p:nvSpPr>
          <p:cNvPr id="6" name="Slide Number Placeholder 5">
            <a:extLst>
              <a:ext uri="{FF2B5EF4-FFF2-40B4-BE49-F238E27FC236}">
                <a16:creationId xmlns:a16="http://schemas.microsoft.com/office/drawing/2014/main" id="{BBC87ABC-802F-4347-9119-8F1A3E59CCBA}"/>
              </a:ext>
            </a:extLst>
          </p:cNvPr>
          <p:cNvSpPr>
            <a:spLocks noGrp="1"/>
          </p:cNvSpPr>
          <p:nvPr>
            <p:ph type="sldNum" sz="quarter" idx="15"/>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374851657"/>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userDrawn="1"/>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24</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5" name="Date Placeholder 4">
            <a:extLst>
              <a:ext uri="{FF2B5EF4-FFF2-40B4-BE49-F238E27FC236}">
                <a16:creationId xmlns:a16="http://schemas.microsoft.com/office/drawing/2014/main" id="{0C8F365B-6E6B-42D0-A788-DC291B18D38E}"/>
              </a:ext>
            </a:extLst>
          </p:cNvPr>
          <p:cNvSpPr>
            <a:spLocks noGrp="1"/>
          </p:cNvSpPr>
          <p:nvPr>
            <p:ph type="dt" sz="half" idx="25"/>
          </p:nvPr>
        </p:nvSpPr>
        <p:spPr/>
        <p:txBody>
          <a:bodyPr/>
          <a:lstStyle/>
          <a:p>
            <a:endParaRPr lang="en-US"/>
          </a:p>
        </p:txBody>
      </p:sp>
      <p:sp>
        <p:nvSpPr>
          <p:cNvPr id="6" name="Slide Number Placeholder 5">
            <a:extLst>
              <a:ext uri="{FF2B5EF4-FFF2-40B4-BE49-F238E27FC236}">
                <a16:creationId xmlns:a16="http://schemas.microsoft.com/office/drawing/2014/main" id="{73AFC246-178A-4E59-B0DB-2113C4E2C288}"/>
              </a:ext>
            </a:extLst>
          </p:cNvPr>
          <p:cNvSpPr>
            <a:spLocks noGrp="1"/>
          </p:cNvSpPr>
          <p:nvPr>
            <p:ph type="sldNum" sz="quarter" idx="26"/>
          </p:nvPr>
        </p:nvSpPr>
        <p:spPr/>
        <p:txBody>
          <a:bodyPr/>
          <a:lstStyle>
            <a:lvl1pPr>
              <a:defRPr>
                <a:solidFill>
                  <a:schemeClr val="bg1"/>
                </a:solidFill>
              </a:defRPr>
            </a:lvl1pPr>
          </a:lstStyle>
          <a:p>
            <a:fld id="{1F90F471-3972-4120-B8B3-0237DE626C35}" type="slidenum">
              <a:rPr lang="en-US" smtClean="0"/>
              <a:pPr/>
              <a:t>‹#›</a:t>
            </a:fld>
            <a:endParaRPr lang="en-US"/>
          </a:p>
        </p:txBody>
      </p:sp>
      <p:sp>
        <p:nvSpPr>
          <p:cNvPr id="26" name="Footer Placeholder 3">
            <a:extLst>
              <a:ext uri="{FF2B5EF4-FFF2-40B4-BE49-F238E27FC236}">
                <a16:creationId xmlns:a16="http://schemas.microsoft.com/office/drawing/2014/main" id="{69732029-D892-4E9C-B651-A09B118D54F3}"/>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solidFill>
                  <a:schemeClr val="bg1"/>
                </a:solidFill>
              </a:rPr>
              <a:t>Copyright © 2024 Accenture. All rights reserved.</a:t>
            </a:r>
          </a:p>
        </p:txBody>
      </p:sp>
    </p:spTree>
    <p:extLst>
      <p:ext uri="{BB962C8B-B14F-4D97-AF65-F5344CB8AC3E}">
        <p14:creationId xmlns:p14="http://schemas.microsoft.com/office/powerpoint/2010/main" val="189074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userDrawn="1"/>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userDrawn="1"/>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n-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headline20</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5" name="Text Placeholder 26">
            <a:extLst>
              <a:ext uri="{FF2B5EF4-FFF2-40B4-BE49-F238E27FC236}">
                <a16:creationId xmlns:a16="http://schemas.microsoft.com/office/drawing/2014/main" id="{9BC0904C-6BDA-4032-94C2-6417F59042D8}"/>
              </a:ext>
            </a:extLst>
          </p:cNvPr>
          <p:cNvSpPr>
            <a:spLocks noGrp="1"/>
          </p:cNvSpPr>
          <p:nvPr>
            <p:ph type="body" sz="quarter" idx="26" hasCustomPrompt="1"/>
          </p:nvPr>
        </p:nvSpPr>
        <p:spPr>
          <a:xfrm>
            <a:off x="380997" y="380999"/>
            <a:ext cx="5333972" cy="2393952"/>
          </a:xfrm>
        </p:spPr>
        <p:txBody>
          <a:bodyPr anchor="ctr"/>
          <a:lstStyle>
            <a:lvl1pPr marL="0" indent="0">
              <a:buNone/>
              <a:defRPr kumimoji="0" lang="en-US" sz="3600" b="1" i="0" u="none" strike="noStrike" kern="1200" cap="none" spc="0" normalizeH="0" baseline="0" dirty="0">
                <a:ln>
                  <a:noFill/>
                </a:ln>
                <a:solidFill>
                  <a:srgbClr val="000000"/>
                </a:solidFill>
                <a:effectLst/>
                <a:uLnTx/>
                <a:uFillTx/>
                <a:latin typeface="Graphik"/>
                <a:ea typeface="+mj-ea"/>
                <a:cs typeface="+mj-cs"/>
              </a:defRPr>
            </a:lvl1pPr>
            <a:lvl2pPr>
              <a:defRPr/>
            </a:lvl2pPr>
            <a:lvl3pPr>
              <a:defRPr/>
            </a:lvl3pPr>
            <a:lvl4pPr>
              <a:defRPr/>
            </a:lvl4pPr>
            <a:lvl5pPr>
              <a:defRPr/>
            </a:lvl5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600" b="1" i="0" u="none" strike="noStrike" kern="1200" cap="none" spc="0" normalizeH="0" baseline="0" noProof="0">
                <a:ln>
                  <a:noFill/>
                </a:ln>
                <a:solidFill>
                  <a:srgbClr val="000000"/>
                </a:solidFill>
                <a:effectLst/>
                <a:uLnTx/>
                <a:uFillTx/>
                <a:latin typeface="Graphik"/>
                <a:ea typeface="+mj-ea"/>
                <a:cs typeface="+mj-cs"/>
              </a:rPr>
              <a:t>P</a:t>
            </a:r>
            <a:r>
              <a:rPr kumimoji="0" lang="en-US" sz="3600" b="1" i="0" u="none" strike="noStrike" kern="1200" cap="none" spc="0" normalizeH="0" baseline="0" noProof="0">
                <a:ln>
                  <a:noFill/>
                </a:ln>
                <a:solidFill>
                  <a:srgbClr val="000000"/>
                </a:solidFill>
                <a:effectLst/>
                <a:uLnTx/>
                <a:uFillTx/>
                <a:latin typeface="Graphik"/>
                <a:ea typeface="+mj-ea"/>
                <a:cs typeface="+mj-cs"/>
              </a:rPr>
              <a:t>lace headline here 36pt, min 30pt)</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4" name="Date Placeholder 3">
            <a:extLst>
              <a:ext uri="{FF2B5EF4-FFF2-40B4-BE49-F238E27FC236}">
                <a16:creationId xmlns:a16="http://schemas.microsoft.com/office/drawing/2014/main" id="{8A24A8D3-6058-41A2-8F04-78E76A485F40}"/>
              </a:ext>
            </a:extLst>
          </p:cNvPr>
          <p:cNvSpPr>
            <a:spLocks noGrp="1"/>
          </p:cNvSpPr>
          <p:nvPr>
            <p:ph type="dt" sz="half" idx="27"/>
          </p:nvPr>
        </p:nvSpPr>
        <p:spPr/>
        <p:txBody>
          <a:bodyPr/>
          <a:lstStyle/>
          <a:p>
            <a:endParaRPr lang="en-US"/>
          </a:p>
        </p:txBody>
      </p:sp>
      <p:sp>
        <p:nvSpPr>
          <p:cNvPr id="5" name="Slide Number Placeholder 4">
            <a:extLst>
              <a:ext uri="{FF2B5EF4-FFF2-40B4-BE49-F238E27FC236}">
                <a16:creationId xmlns:a16="http://schemas.microsoft.com/office/drawing/2014/main" id="{3169078F-A59C-436D-84D4-8FAB180FE562}"/>
              </a:ext>
            </a:extLst>
          </p:cNvPr>
          <p:cNvSpPr>
            <a:spLocks noGrp="1"/>
          </p:cNvSpPr>
          <p:nvPr>
            <p:ph type="sldNum" sz="quarter" idx="28"/>
          </p:nvPr>
        </p:nvSpPr>
        <p:spPr/>
        <p:txBody>
          <a:bodyPr/>
          <a:lstStyle>
            <a:lvl1pPr>
              <a:defRPr>
                <a:solidFill>
                  <a:schemeClr val="bg1"/>
                </a:solidFill>
              </a:defRPr>
            </a:lvl1pPr>
          </a:lstStyle>
          <a:p>
            <a:fld id="{1F90F471-3972-4120-B8B3-0237DE626C35}" type="slidenum">
              <a:rPr lang="en-US" smtClean="0"/>
              <a:pPr/>
              <a:t>‹#›</a:t>
            </a:fld>
            <a:endParaRPr lang="en-US"/>
          </a:p>
        </p:txBody>
      </p:sp>
      <p:sp>
        <p:nvSpPr>
          <p:cNvPr id="26" name="Footer Placeholder 3">
            <a:extLst>
              <a:ext uri="{FF2B5EF4-FFF2-40B4-BE49-F238E27FC236}">
                <a16:creationId xmlns:a16="http://schemas.microsoft.com/office/drawing/2014/main" id="{8477001B-4C2C-4282-B6EE-0D4B7017E475}"/>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solidFill>
                  <a:schemeClr val="bg1"/>
                </a:solidFill>
              </a:rPr>
              <a:t>Copyright © 2024 Accenture. All rights reserved.</a:t>
            </a:r>
          </a:p>
        </p:txBody>
      </p:sp>
    </p:spTree>
    <p:extLst>
      <p:ext uri="{BB962C8B-B14F-4D97-AF65-F5344CB8AC3E}">
        <p14:creationId xmlns:p14="http://schemas.microsoft.com/office/powerpoint/2010/main" val="18769566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Date Placeholder 4">
            <a:extLst>
              <a:ext uri="{FF2B5EF4-FFF2-40B4-BE49-F238E27FC236}">
                <a16:creationId xmlns:a16="http://schemas.microsoft.com/office/drawing/2014/main" id="{9CA6AE46-0FE8-4DAD-A388-14C49AA341C4}"/>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9ACCF10E-CDE8-468B-A64E-68FFDBFED870}"/>
              </a:ext>
            </a:extLst>
          </p:cNvPr>
          <p:cNvSpPr>
            <a:spLocks noGrp="1"/>
          </p:cNvSpPr>
          <p:nvPr>
            <p:ph type="sldNum" sz="quarter" idx="11"/>
          </p:nvPr>
        </p:nvSpPr>
        <p:spPr/>
        <p:txBody>
          <a:bodyPr/>
          <a:lstStyle/>
          <a:p>
            <a:fld id="{1F90F471-3972-4120-B8B3-0237DE626C35}" type="slidenum">
              <a:rPr lang="en-US" smtClean="0"/>
              <a:pPr/>
              <a:t>‹#›</a:t>
            </a:fld>
            <a:endParaRPr lang="en-US"/>
          </a:p>
        </p:txBody>
      </p:sp>
      <p:sp>
        <p:nvSpPr>
          <p:cNvPr id="12" name="Footer Placeholder 3">
            <a:extLst>
              <a:ext uri="{FF2B5EF4-FFF2-40B4-BE49-F238E27FC236}">
                <a16:creationId xmlns:a16="http://schemas.microsoft.com/office/drawing/2014/main" id="{35ECF0F6-A697-4552-8206-D23F12C34FAF}"/>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2585642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Date Placeholder 4">
            <a:extLst>
              <a:ext uri="{FF2B5EF4-FFF2-40B4-BE49-F238E27FC236}">
                <a16:creationId xmlns:a16="http://schemas.microsoft.com/office/drawing/2014/main" id="{ABAEB2E7-0785-45A4-8430-CC38AACA90CD}"/>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3128A0C7-A599-44BD-BEAF-471E292866E6}"/>
              </a:ext>
            </a:extLst>
          </p:cNvPr>
          <p:cNvSpPr>
            <a:spLocks noGrp="1"/>
          </p:cNvSpPr>
          <p:nvPr>
            <p:ph type="sldNum" sz="quarter" idx="11"/>
          </p:nvPr>
        </p:nvSpPr>
        <p:spPr/>
        <p:txBody>
          <a:bodyPr/>
          <a:lstStyle/>
          <a:p>
            <a:fld id="{1F90F471-3972-4120-B8B3-0237DE626C35}" type="slidenum">
              <a:rPr lang="en-US" smtClean="0"/>
              <a:pPr/>
              <a:t>‹#›</a:t>
            </a:fld>
            <a:endParaRPr lang="en-US"/>
          </a:p>
        </p:txBody>
      </p:sp>
      <p:sp>
        <p:nvSpPr>
          <p:cNvPr id="12" name="Footer Placeholder 3">
            <a:extLst>
              <a:ext uri="{FF2B5EF4-FFF2-40B4-BE49-F238E27FC236}">
                <a16:creationId xmlns:a16="http://schemas.microsoft.com/office/drawing/2014/main" id="{C6B77894-8DA1-4830-AE7C-61E323D7C3B1}"/>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2025 Accenture. All rights reserved.</a:t>
            </a:r>
          </a:p>
        </p:txBody>
      </p:sp>
    </p:spTree>
    <p:extLst>
      <p:ext uri="{BB962C8B-B14F-4D97-AF65-F5344CB8AC3E}">
        <p14:creationId xmlns:p14="http://schemas.microsoft.com/office/powerpoint/2010/main" val="18878995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userDrawn="1"/>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Date Placeholder 4">
            <a:extLst>
              <a:ext uri="{FF2B5EF4-FFF2-40B4-BE49-F238E27FC236}">
                <a16:creationId xmlns:a16="http://schemas.microsoft.com/office/drawing/2014/main" id="{24BDB6FD-908B-48B9-BD48-646C8677A0A1}"/>
              </a:ext>
            </a:extLst>
          </p:cNvPr>
          <p:cNvSpPr>
            <a:spLocks noGrp="1"/>
          </p:cNvSpPr>
          <p:nvPr>
            <p:ph type="dt" sz="half" idx="11"/>
          </p:nvPr>
        </p:nvSpPr>
        <p:spPr/>
        <p:txBody>
          <a:bodyPr/>
          <a:lstStyle/>
          <a:p>
            <a:endParaRPr lang="en-US"/>
          </a:p>
        </p:txBody>
      </p:sp>
      <p:sp>
        <p:nvSpPr>
          <p:cNvPr id="6" name="Slide Number Placeholder 5">
            <a:extLst>
              <a:ext uri="{FF2B5EF4-FFF2-40B4-BE49-F238E27FC236}">
                <a16:creationId xmlns:a16="http://schemas.microsoft.com/office/drawing/2014/main" id="{717DE2F3-EB7C-4364-AD0E-3830F234F902}"/>
              </a:ext>
            </a:extLst>
          </p:cNvPr>
          <p:cNvSpPr>
            <a:spLocks noGrp="1"/>
          </p:cNvSpPr>
          <p:nvPr>
            <p:ph type="sldNum" sz="quarter" idx="12"/>
          </p:nvPr>
        </p:nvSpPr>
        <p:spPr/>
        <p:txBody>
          <a:bodyPr/>
          <a:lstStyle/>
          <a:p>
            <a:fld id="{1F90F471-3972-4120-B8B3-0237DE626C35}" type="slidenum">
              <a:rPr lang="en-US" smtClean="0"/>
              <a:pPr/>
              <a:t>‹#›</a:t>
            </a:fld>
            <a:endParaRPr lang="en-US"/>
          </a:p>
        </p:txBody>
      </p:sp>
      <p:sp>
        <p:nvSpPr>
          <p:cNvPr id="10" name="Footer Placeholder 3">
            <a:extLst>
              <a:ext uri="{FF2B5EF4-FFF2-40B4-BE49-F238E27FC236}">
                <a16:creationId xmlns:a16="http://schemas.microsoft.com/office/drawing/2014/main" id="{672DFBB2-51AA-4D40-BFE2-0053D472B9F1}"/>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2024 Accenture. All rights reserved.</a:t>
            </a:r>
          </a:p>
        </p:txBody>
      </p:sp>
    </p:spTree>
    <p:extLst>
      <p:ext uri="{BB962C8B-B14F-4D97-AF65-F5344CB8AC3E}">
        <p14:creationId xmlns:p14="http://schemas.microsoft.com/office/powerpoint/2010/main" val="15147427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Date Placeholder 3">
            <a:extLst>
              <a:ext uri="{FF2B5EF4-FFF2-40B4-BE49-F238E27FC236}">
                <a16:creationId xmlns:a16="http://schemas.microsoft.com/office/drawing/2014/main" id="{8BC458B6-3034-43C2-AB7C-A09935ED8EB0}"/>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A104913F-768B-49A5-BA02-72CED2D46889}"/>
              </a:ext>
            </a:extLst>
          </p:cNvPr>
          <p:cNvSpPr>
            <a:spLocks noGrp="1"/>
          </p:cNvSpPr>
          <p:nvPr>
            <p:ph type="sldNum" sz="quarter" idx="1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529308993"/>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US"/>
              <a:t>Place subtitle here 20pt</a:t>
            </a:r>
          </a:p>
        </p:txBody>
      </p:sp>
      <p:sp>
        <p:nvSpPr>
          <p:cNvPr id="6" name="Date Placeholder 5">
            <a:extLst>
              <a:ext uri="{FF2B5EF4-FFF2-40B4-BE49-F238E27FC236}">
                <a16:creationId xmlns:a16="http://schemas.microsoft.com/office/drawing/2014/main" id="{58B439C2-A664-4428-9625-B6371A5FC0D5}"/>
              </a:ext>
            </a:extLst>
          </p:cNvPr>
          <p:cNvSpPr>
            <a:spLocks noGrp="1"/>
          </p:cNvSpPr>
          <p:nvPr>
            <p:ph type="dt" sz="half" idx="12"/>
          </p:nvPr>
        </p:nvSpPr>
        <p:spPr/>
        <p:txBody>
          <a:bodyPr/>
          <a:lstStyle/>
          <a:p>
            <a:endParaRPr lang="en-US"/>
          </a:p>
        </p:txBody>
      </p:sp>
      <p:sp>
        <p:nvSpPr>
          <p:cNvPr id="8" name="Slide Number Placeholder 7">
            <a:extLst>
              <a:ext uri="{FF2B5EF4-FFF2-40B4-BE49-F238E27FC236}">
                <a16:creationId xmlns:a16="http://schemas.microsoft.com/office/drawing/2014/main" id="{CDEF03CC-8DC0-420F-B0FE-3B42860532C9}"/>
              </a:ext>
            </a:extLst>
          </p:cNvPr>
          <p:cNvSpPr>
            <a:spLocks noGrp="1"/>
          </p:cNvSpPr>
          <p:nvPr>
            <p:ph type="sldNum" sz="quarter" idx="13"/>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316203370"/>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055882D-D1BF-4DE0-8753-4109C2A38E6F}"/>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7CB59FDF-87FF-4486-9033-65EA82B6908F}"/>
              </a:ext>
            </a:extLst>
          </p:cNvPr>
          <p:cNvSpPr>
            <a:spLocks noGrp="1"/>
          </p:cNvSpPr>
          <p:nvPr>
            <p:ph type="sldNum" sz="quarter" idx="11"/>
          </p:nvPr>
        </p:nvSpPr>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1125709741"/>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1_Short Headline and Imag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DA04B2-BD1D-D9C4-0561-40622A65F8FE}"/>
              </a:ext>
            </a:extLst>
          </p:cNvPr>
          <p:cNvSpPr/>
          <p:nvPr userDrawn="1"/>
        </p:nvSpPr>
        <p:spPr>
          <a:xfrm>
            <a:off x="6096000" y="0"/>
            <a:ext cx="6096000" cy="6857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here in GT Sectra Fine </a:t>
            </a:r>
            <a:r>
              <a:rPr lang="en-US" err="1"/>
              <a:t>Rg</a:t>
            </a:r>
            <a:r>
              <a:rPr lang="en-US"/>
              <a:t> 24pt,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9" name="GTS_Purple" descr="Accenture Greater Than symbol in purple">
            <a:extLst>
              <a:ext uri="{FF2B5EF4-FFF2-40B4-BE49-F238E27FC236}">
                <a16:creationId xmlns:a16="http://schemas.microsoft.com/office/drawing/2014/main" id="{ECD5DAA7-2D65-4744-A4C4-3E3C318A0F60}"/>
              </a:ext>
            </a:extLst>
          </p:cNvPr>
          <p:cNvSpPr>
            <a:spLocks noChangeAspect="1"/>
          </p:cNvSpPr>
          <p:nvPr userDrawn="1"/>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Date Placeholder 5">
            <a:extLst>
              <a:ext uri="{FF2B5EF4-FFF2-40B4-BE49-F238E27FC236}">
                <a16:creationId xmlns:a16="http://schemas.microsoft.com/office/drawing/2014/main" id="{4C807CD7-8FE5-4E51-8390-2E27D2E3206B}"/>
              </a:ext>
            </a:extLst>
          </p:cNvPr>
          <p:cNvSpPr>
            <a:spLocks noGrp="1"/>
          </p:cNvSpPr>
          <p:nvPr>
            <p:ph type="dt" sz="half" idx="16"/>
          </p:nvPr>
        </p:nvSpPr>
        <p:spPr/>
        <p:txBody>
          <a:bodyPr/>
          <a:lstStyle/>
          <a:p>
            <a:endParaRPr lang="en-US"/>
          </a:p>
        </p:txBody>
      </p:sp>
      <p:sp>
        <p:nvSpPr>
          <p:cNvPr id="7" name="Slide Number Placeholder 6">
            <a:extLst>
              <a:ext uri="{FF2B5EF4-FFF2-40B4-BE49-F238E27FC236}">
                <a16:creationId xmlns:a16="http://schemas.microsoft.com/office/drawing/2014/main" id="{0F7E1239-0A43-4E5F-BE3C-558FCA548491}"/>
              </a:ext>
            </a:extLst>
          </p:cNvPr>
          <p:cNvSpPr>
            <a:spLocks noGrp="1"/>
          </p:cNvSpPr>
          <p:nvPr>
            <p:ph type="sldNum" sz="quarter" idx="17"/>
          </p:nvPr>
        </p:nvSpPr>
        <p:spPr/>
        <p:txBody>
          <a:bodyPr/>
          <a:lstStyle/>
          <a:p>
            <a:fld id="{1F90F471-3972-4120-B8B3-0237DE626C35}" type="slidenum">
              <a:rPr lang="en-US" smtClean="0"/>
              <a:pPr/>
              <a:t>‹#›</a:t>
            </a:fld>
            <a:endParaRPr lang="en-US"/>
          </a:p>
        </p:txBody>
      </p:sp>
      <p:sp>
        <p:nvSpPr>
          <p:cNvPr id="12" name="Footer Placeholder 3">
            <a:extLst>
              <a:ext uri="{FF2B5EF4-FFF2-40B4-BE49-F238E27FC236}">
                <a16:creationId xmlns:a16="http://schemas.microsoft.com/office/drawing/2014/main" id="{4D723E3B-CD32-4134-A639-8045735CC6D3}"/>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2025 Accenture. All rights reserved.</a:t>
            </a:r>
          </a:p>
        </p:txBody>
      </p:sp>
    </p:spTree>
    <p:extLst>
      <p:ext uri="{BB962C8B-B14F-4D97-AF65-F5344CB8AC3E}">
        <p14:creationId xmlns:p14="http://schemas.microsoft.com/office/powerpoint/2010/main" val="268549603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1"/>
            </p:custDataLst>
          </p:nvPr>
        </p:nvSpPr>
        <p:spPr>
          <a:xfrm>
            <a:off x="554736" y="355092"/>
            <a:ext cx="11082528" cy="731520"/>
          </a:xfrm>
          <a:solidFill>
            <a:schemeClr val="bg1"/>
          </a:solidFill>
        </p:spPr>
        <p:txBody>
          <a:bodyPr vert="horz"/>
          <a:lstStyle>
            <a:lvl1pPr>
              <a:defRPr>
                <a:solidFill>
                  <a:schemeClr val="tx1"/>
                </a:solidFill>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16060091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Frontpage">
    <p:spTree>
      <p:nvGrpSpPr>
        <p:cNvPr id="1" name=""/>
        <p:cNvGrpSpPr/>
        <p:nvPr/>
      </p:nvGrpSpPr>
      <p:grpSpPr>
        <a:xfrm>
          <a:off x="0" y="0"/>
          <a:ext cx="0" cy="0"/>
          <a:chOff x="0" y="0"/>
          <a:chExt cx="0" cy="0"/>
        </a:xfrm>
      </p:grpSpPr>
      <p:sp>
        <p:nvSpPr>
          <p:cNvPr id="8" name="Rectangle 7" hidden="1">
            <a:extLst>
              <a:ext uri="{FF2B5EF4-FFF2-40B4-BE49-F238E27FC236}">
                <a16:creationId xmlns:a16="http://schemas.microsoft.com/office/drawing/2014/main" id="{C54CE3BD-55D7-42CB-8D9D-17E2A0D74581}"/>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2"/>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3"/>
            </p:custDataLst>
          </p:nvPr>
        </p:nvSpPr>
        <p:spPr>
          <a:xfrm>
            <a:off x="554736" y="4510168"/>
            <a:ext cx="6255258" cy="215444"/>
          </a:xfrm>
          <a:prstGeom prst="rect">
            <a:avLst/>
          </a:prstGeom>
          <a:noFill/>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4"/>
            </p:custDataLst>
          </p:nvPr>
        </p:nvSpPr>
        <p:spPr>
          <a:xfrm>
            <a:off x="551942" y="4092559"/>
            <a:ext cx="6255258" cy="307777"/>
          </a:xfrm>
          <a:prstGeom prst="rect">
            <a:avLst/>
          </a:prstGeom>
          <a:noFill/>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5"/>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tx1"/>
                </a:solidFill>
              </a:defRPr>
            </a:lvl1pPr>
          </a:lstStyle>
          <a:p>
            <a:r>
              <a:rPr lang="en-US" dirty="0"/>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6"/>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5" name="Rectangle 4" hidden="1">
            <a:extLst>
              <a:ext uri="{FF2B5EF4-FFF2-40B4-BE49-F238E27FC236}">
                <a16:creationId xmlns:a16="http://schemas.microsoft.com/office/drawing/2014/main" id="{5EAE8FF3-BC97-4DB9-EAFC-C926D7E88442}"/>
              </a:ext>
            </a:extLst>
          </p:cNvPr>
          <p:cNvSpPr/>
          <p:nvPr userDrawn="1">
            <p:custDataLst>
              <p:tags r:id="rId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Georgia" panose="02040502050405020303" pitchFamily="18" charset="0"/>
              <a:ea typeface="+mj-ea"/>
              <a:cs typeface="+mj-cs"/>
              <a:sym typeface="Georgia" panose="02040502050405020303" pitchFamily="18" charset="0"/>
            </a:endParaRPr>
          </a:p>
        </p:txBody>
      </p:sp>
    </p:spTree>
    <p:extLst>
      <p:ext uri="{BB962C8B-B14F-4D97-AF65-F5344CB8AC3E}">
        <p14:creationId xmlns:p14="http://schemas.microsoft.com/office/powerpoint/2010/main" val="147374889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2" name="Rectangle 7" hidden="1">
            <a:extLst>
              <a:ext uri="{FF2B5EF4-FFF2-40B4-BE49-F238E27FC236}">
                <a16:creationId xmlns:a16="http://schemas.microsoft.com/office/drawing/2014/main" id="{9F741700-5035-4E61-A4AC-1B3C7AE220D5}"/>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2"/>
            </p:custDataLst>
          </p:nvPr>
        </p:nvSpPr>
        <p:spPr>
          <a:xfrm>
            <a:off x="554736" y="355092"/>
            <a:ext cx="11082528" cy="731520"/>
          </a:xfrm>
          <a:solidFill>
            <a:schemeClr val="bg1"/>
          </a:solidFill>
        </p:spPr>
        <p:txBody>
          <a:bodyPr vert="horz"/>
          <a:lstStyle>
            <a:lvl1pPr>
              <a:defRPr>
                <a:solidFill>
                  <a:schemeClr val="tx1"/>
                </a:solidFill>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3"/>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5" name="Rectangle 7" hidden="1">
            <a:extLst>
              <a:ext uri="{FF2B5EF4-FFF2-40B4-BE49-F238E27FC236}">
                <a16:creationId xmlns:a16="http://schemas.microsoft.com/office/drawing/2014/main" id="{C6304BC6-E0D8-2B14-0602-01A32566F1E7}"/>
              </a:ext>
            </a:extLst>
          </p:cNvPr>
          <p:cNvSpPr/>
          <p:nvPr userDrawn="1">
            <p:custDataLst>
              <p:tags r:id="rId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6729416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op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solidFill>
                  <a:schemeClr val="tx1"/>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84903629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Mid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tx1"/>
                </a:solidFill>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58044626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solidFill>
                  <a:schemeClr val="tx1"/>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45623568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1/4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C6FAC554-F995-4246-BE36-413D2200D983}"/>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2"/>
            </p:custDataLst>
          </p:nvPr>
        </p:nvSpPr>
        <p:spPr bwMode="ltGray">
          <a:xfrm>
            <a:off x="3413760" y="0"/>
            <a:ext cx="8778240"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3"/>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5"/>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6"/>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7"/>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8"/>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9"/>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0"/>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7" name="Rectangle 6" hidden="1">
            <a:extLst>
              <a:ext uri="{FF2B5EF4-FFF2-40B4-BE49-F238E27FC236}">
                <a16:creationId xmlns:a16="http://schemas.microsoft.com/office/drawing/2014/main" id="{F42DBC8D-7E78-2589-6F78-974DBD0D6E47}"/>
              </a:ext>
            </a:extLst>
          </p:cNvPr>
          <p:cNvSpPr/>
          <p:nvPr userDrawn="1">
            <p:custDataLst>
              <p:tags r:id="rId1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4"/>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5"/>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6"/>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7"/>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86063496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1/3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22D2E0F6-5BB5-47A0-8E4A-CD4E6673B199}"/>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p:custDataLst>
              <p:tags r:id="rId2"/>
            </p:custDataLst>
          </p:nvPr>
        </p:nvSpPr>
        <p:spPr bwMode="ltGray">
          <a:xfrm>
            <a:off x="4364736" y="0"/>
            <a:ext cx="7827264"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5"/>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6"/>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7"/>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8"/>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9"/>
            </p:custDataLst>
          </p:nvPr>
        </p:nvSpPr>
        <p:spPr>
          <a:xfrm>
            <a:off x="554736" y="2744369"/>
            <a:ext cx="3465576" cy="769441"/>
          </a:xfrm>
          <a:prstGeom prst="rect">
            <a:avLst/>
          </a:prstGeom>
        </p:spPr>
        <p:txBody>
          <a:bodyPr vert="horz"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10"/>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7" name="Rectangle 6" hidden="1">
            <a:extLst>
              <a:ext uri="{FF2B5EF4-FFF2-40B4-BE49-F238E27FC236}">
                <a16:creationId xmlns:a16="http://schemas.microsoft.com/office/drawing/2014/main" id="{E830410D-BD52-054A-F9C1-BCF6FBED59EC}"/>
              </a:ext>
            </a:extLst>
          </p:cNvPr>
          <p:cNvSpPr/>
          <p:nvPr userDrawn="1">
            <p:custDataLst>
              <p:tags r:id="rId1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4"/>
            </p:custDataLst>
          </p:nvPr>
        </p:nvCxnSpPr>
        <p:spPr>
          <a:xfrm>
            <a:off x="4671219"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15"/>
            </p:custDataLst>
          </p:nvPr>
        </p:nvCxnSpPr>
        <p:spPr>
          <a:xfrm>
            <a:off x="554736"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16"/>
            </p:custDataLst>
          </p:nvPr>
        </p:nvCxnSpPr>
        <p:spPr>
          <a:xfrm>
            <a:off x="4671219"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17"/>
            </p:custDataLst>
          </p:nvPr>
        </p:nvCxnSpPr>
        <p:spPr>
          <a:xfrm>
            <a:off x="554736"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1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4705056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1/2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25C86E70-6ADC-4EA2-90F2-373AC4FDE5D0}"/>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6092952" y="0"/>
            <a:ext cx="609904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5"/>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6"/>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7"/>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554736"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554736"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8" name="Rectangle 7" hidden="1">
            <a:extLst>
              <a:ext uri="{FF2B5EF4-FFF2-40B4-BE49-F238E27FC236}">
                <a16:creationId xmlns:a16="http://schemas.microsoft.com/office/drawing/2014/main" id="{77D720CD-C1DE-D06E-C765-23D4AAE58616}"/>
              </a:ext>
            </a:extLst>
          </p:cNvPr>
          <p:cNvSpPr/>
          <p:nvPr userDrawn="1">
            <p:custDataLst>
              <p:tags r:id="rId1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15"/>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16"/>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17"/>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1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1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2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69272666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1_1/2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25C86E70-6ADC-4EA2-90F2-373AC4FDE5D0}"/>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0" y="0"/>
            <a:ext cx="609904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5"/>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6"/>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7"/>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9"/>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6573171"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6573171"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8" name="Rectangle 7" hidden="1">
            <a:extLst>
              <a:ext uri="{FF2B5EF4-FFF2-40B4-BE49-F238E27FC236}">
                <a16:creationId xmlns:a16="http://schemas.microsoft.com/office/drawing/2014/main" id="{EB36E089-AC07-0E10-321B-C8389EA20604}"/>
              </a:ext>
            </a:extLst>
          </p:cNvPr>
          <p:cNvSpPr/>
          <p:nvPr userDrawn="1">
            <p:custDataLst>
              <p:tags r:id="rId1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15"/>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16"/>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17"/>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1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19"/>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2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367400713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2/3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D8F8ABD0-305F-4DFC-AC60-1FB7BB16830A}"/>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2"/>
            </p:custDataLst>
          </p:nvPr>
        </p:nvSpPr>
        <p:spPr>
          <a:xfrm>
            <a:off x="554736" y="355092"/>
            <a:ext cx="6967728" cy="731520"/>
          </a:xfrm>
        </p:spPr>
        <p:txBody>
          <a:bodyPr vert="horz"/>
          <a:lstStyle>
            <a:lvl1pPr>
              <a:defRPr>
                <a:solidFill>
                  <a:schemeClr val="tx1"/>
                </a:solidFill>
              </a:defRPr>
            </a:lvl1pPr>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7830312" y="0"/>
            <a:ext cx="436168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4"/>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6"/>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7"/>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8"/>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9"/>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10"/>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1"/>
            </p:custDataLst>
          </p:nvPr>
        </p:nvSpPr>
        <p:spPr>
          <a:xfrm>
            <a:off x="554736" y="12911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2"/>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6" name="Rectangle 5" hidden="1">
            <a:extLst>
              <a:ext uri="{FF2B5EF4-FFF2-40B4-BE49-F238E27FC236}">
                <a16:creationId xmlns:a16="http://schemas.microsoft.com/office/drawing/2014/main" id="{DB55EB65-EDA4-492A-C74A-BD717ED40B01}"/>
              </a:ext>
            </a:extLst>
          </p:cNvPr>
          <p:cNvSpPr/>
          <p:nvPr userDrawn="1">
            <p:custDataLst>
              <p:tags r:id="rId1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15"/>
            </p:custDataLst>
          </p:nvPr>
        </p:nvCxnSpPr>
        <p:spPr>
          <a:xfrm>
            <a:off x="8173371"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16"/>
            </p:custDataLst>
          </p:nvPr>
        </p:nvCxnSpPr>
        <p:spPr>
          <a:xfrm>
            <a:off x="554736"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17"/>
            </p:custDataLst>
          </p:nvPr>
        </p:nvCxnSpPr>
        <p:spPr>
          <a:xfrm>
            <a:off x="8173371"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1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19"/>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20"/>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06727662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3/4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CD2FAB0B-AB63-C7F3-6E57-3803DCBF78EE}"/>
              </a:ext>
            </a:extLst>
          </p:cNvPr>
          <p:cNvSpPr/>
          <p:nvPr userDrawn="1">
            <p:custDataLst>
              <p:tags r:id="rId1"/>
            </p:custDataLst>
          </p:nvPr>
        </p:nvSpPr>
        <p:spPr bwMode="ltGray">
          <a:xfrm>
            <a:off x="8781416" y="0"/>
            <a:ext cx="3410584"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5"/>
            </p:custDataLst>
          </p:nvPr>
        </p:nvCxnSpPr>
        <p:spPr>
          <a:xfrm>
            <a:off x="9119861"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6"/>
            </p:custDataLst>
          </p:nvPr>
        </p:nvCxnSpPr>
        <p:spPr>
          <a:xfrm>
            <a:off x="554736"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7"/>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8"/>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554736" y="354162"/>
            <a:ext cx="7918704"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554736" y="12911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6" name="Rectangle 5" hidden="1">
            <a:extLst>
              <a:ext uri="{FF2B5EF4-FFF2-40B4-BE49-F238E27FC236}">
                <a16:creationId xmlns:a16="http://schemas.microsoft.com/office/drawing/2014/main" id="{D6BC15D1-BF0E-18C6-0683-EEAB60921ECF}"/>
              </a:ext>
            </a:extLst>
          </p:cNvPr>
          <p:cNvSpPr/>
          <p:nvPr userDrawn="1">
            <p:custDataLst>
              <p:tags r:id="rId1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4"/>
            </p:custDataLst>
          </p:nvPr>
        </p:nvCxnSpPr>
        <p:spPr>
          <a:xfrm>
            <a:off x="9119861"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15"/>
            </p:custDataLst>
          </p:nvPr>
        </p:nvCxnSpPr>
        <p:spPr>
          <a:xfrm>
            <a:off x="554736"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1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265874821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sp>
        <p:nvSpPr>
          <p:cNvPr id="8" name="5. Source" hidden="1">
            <a:extLst>
              <a:ext uri="{FF2B5EF4-FFF2-40B4-BE49-F238E27FC236}">
                <a16:creationId xmlns:a16="http://schemas.microsoft.com/office/drawing/2014/main" id="{330AE89A-7771-4A6E-A02D-893DCB66C876}"/>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2"/>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5" name="5. Source" hidden="1">
            <a:extLst>
              <a:ext uri="{FF2B5EF4-FFF2-40B4-BE49-F238E27FC236}">
                <a16:creationId xmlns:a16="http://schemas.microsoft.com/office/drawing/2014/main" id="{9E557DC3-5BF2-4D79-84F4-12A1DDBC6D3C}"/>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06145054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Blank white">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3" name="SlideLogoText">
            <a:extLst>
              <a:ext uri="{FF2B5EF4-FFF2-40B4-BE49-F238E27FC236}">
                <a16:creationId xmlns:a16="http://schemas.microsoft.com/office/drawing/2014/main" id="{76D2A9D1-221A-7AD9-3A61-240D4CD54198}"/>
              </a:ext>
            </a:extLst>
          </p:cNvPr>
          <p:cNvSpPr txBox="1"/>
          <p:nvPr userDrawn="1">
            <p:custDataLst>
              <p:tags r:id="rId4"/>
            </p:custDataLst>
          </p:nvPr>
        </p:nvSpPr>
        <p:spPr bwMode="black">
          <a:xfrm>
            <a:off x="10293187" y="6499381"/>
            <a:ext cx="833562"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Tree>
    <p:extLst>
      <p:ext uri="{BB962C8B-B14F-4D97-AF65-F5344CB8AC3E}">
        <p14:creationId xmlns:p14="http://schemas.microsoft.com/office/powerpoint/2010/main" val="279852174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Frontpage dark">
    <p:bg>
      <p:bgPr>
        <a:solidFill>
          <a:schemeClr val="accent1"/>
        </a:solidFill>
        <a:effectLst/>
      </p:bgPr>
    </p:bg>
    <p:spTree>
      <p:nvGrpSpPr>
        <p:cNvPr id="1" name=""/>
        <p:cNvGrpSpPr/>
        <p:nvPr/>
      </p:nvGrpSpPr>
      <p:grpSpPr>
        <a:xfrm>
          <a:off x="0" y="0"/>
          <a:ext cx="0" cy="0"/>
          <a:chOff x="0" y="0"/>
          <a:chExt cx="0" cy="0"/>
        </a:xfrm>
      </p:grpSpPr>
      <p:sp>
        <p:nvSpPr>
          <p:cNvPr id="8" name="Rectangle 7" hidden="1">
            <a:extLst>
              <a:ext uri="{FF2B5EF4-FFF2-40B4-BE49-F238E27FC236}">
                <a16:creationId xmlns:a16="http://schemas.microsoft.com/office/drawing/2014/main" id="{C54CE3BD-55D7-42CB-8D9D-17E2A0D74581}"/>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2"/>
            </p:custDataLst>
          </p:nvPr>
        </p:nvSpPr>
        <p:spPr>
          <a:xfrm>
            <a:off x="551942" y="326582"/>
            <a:ext cx="1998218" cy="1045018"/>
          </a:xfrm>
          <a:prstGeom prst="rect">
            <a:avLst/>
          </a:prstGeom>
        </p:spPr>
        <p:txBody>
          <a:bodyPr>
            <a:noAutofit/>
          </a:bodyPr>
          <a:lstStyle>
            <a:lvl1pPr algn="ctr">
              <a:defRPr sz="1200">
                <a:solidFill>
                  <a:schemeClr val="bg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3"/>
            </p:custDataLst>
          </p:nvPr>
        </p:nvSpPr>
        <p:spPr>
          <a:xfrm>
            <a:off x="554736" y="4510168"/>
            <a:ext cx="6255258" cy="215444"/>
          </a:xfrm>
          <a:prstGeom prst="rect">
            <a:avLst/>
          </a:prstGeom>
          <a:noFill/>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4"/>
            </p:custDataLst>
          </p:nvPr>
        </p:nvSpPr>
        <p:spPr>
          <a:xfrm>
            <a:off x="551942" y="4092559"/>
            <a:ext cx="6255258" cy="307777"/>
          </a:xfrm>
          <a:prstGeom prst="rect">
            <a:avLst/>
          </a:prstGeom>
          <a:noFill/>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5"/>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bg1"/>
                </a:solidFill>
              </a:defRPr>
            </a:lvl1pPr>
          </a:lstStyle>
          <a:p>
            <a:r>
              <a:rPr lang="en-US" dirty="0"/>
              <a:t>Click to change Master title style</a:t>
            </a:r>
          </a:p>
        </p:txBody>
      </p:sp>
    </p:spTree>
    <p:extLst>
      <p:ext uri="{BB962C8B-B14F-4D97-AF65-F5344CB8AC3E}">
        <p14:creationId xmlns:p14="http://schemas.microsoft.com/office/powerpoint/2010/main" val="130754357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Default dark">
    <p:bg>
      <p:bgPr>
        <a:solidFill>
          <a:schemeClr val="accent1"/>
        </a:solidFill>
        <a:effectLst/>
      </p:bgPr>
    </p:bg>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F95EE31F-4647-48C1-8F33-15A7FC3D359F}"/>
              </a:ext>
            </a:extLst>
          </p:cNvPr>
          <p:cNvSpPr/>
          <p:nvPr>
            <p:custDataLst>
              <p:tags r:id="rId1"/>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2. Slide Title">
            <a:extLst>
              <a:ext uri="{FF2B5EF4-FFF2-40B4-BE49-F238E27FC236}">
                <a16:creationId xmlns:a16="http://schemas.microsoft.com/office/drawing/2014/main" id="{A3FB3845-C7A1-C146-0D47-CA99D05EE4C4}"/>
              </a:ext>
            </a:extLst>
          </p:cNvPr>
          <p:cNvSpPr>
            <a:spLocks noGrp="1"/>
          </p:cNvSpPr>
          <p:nvPr>
            <p:ph type="title"/>
            <p:custDataLst>
              <p:tags r:id="rId4"/>
            </p:custDataLst>
          </p:nvPr>
        </p:nvSpPr>
        <p:spPr>
          <a:xfrm>
            <a:off x="554736" y="355092"/>
            <a:ext cx="11082528" cy="731520"/>
          </a:xfrm>
        </p:spPr>
        <p:txBody>
          <a:bodyPr vert="horz"/>
          <a:lstStyle>
            <a:lvl1pPr>
              <a:defRPr>
                <a:solidFill>
                  <a:schemeClr val="bg1"/>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2D82DC27-D40F-1FDD-08CA-E1D98D482D55}"/>
              </a:ext>
            </a:extLst>
          </p:cNvPr>
          <p:cNvSpPr>
            <a:spLocks noGrp="1"/>
          </p:cNvSpPr>
          <p:nvPr>
            <p:ph type="subTitle" idx="1"/>
            <p:custDataLst>
              <p:tags r:id="rId5"/>
            </p:custDataLst>
          </p:nvPr>
        </p:nvSpPr>
        <p:spPr>
          <a:xfrm>
            <a:off x="554736" y="1318966"/>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2256F47C-8755-AD8E-F266-944EE5D1E6E7}"/>
              </a:ext>
            </a:extLst>
          </p:cNvPr>
          <p:cNvSpPr>
            <a:spLocks noGrp="1"/>
          </p:cNvSpPr>
          <p:nvPr>
            <p:ph type="body" sz="quarter" idx="17" hasCustomPrompt="1"/>
            <p:custDataLst>
              <p:tags r:id="rId6"/>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7" name="TopLine">
            <a:extLst>
              <a:ext uri="{FF2B5EF4-FFF2-40B4-BE49-F238E27FC236}">
                <a16:creationId xmlns:a16="http://schemas.microsoft.com/office/drawing/2014/main" id="{42A698AF-55F9-B974-2353-E7C18303832A}"/>
              </a:ext>
            </a:extLst>
          </p:cNvPr>
          <p:cNvCxnSpPr/>
          <p:nvPr userDrawn="1">
            <p:custDataLst>
              <p:tags r:id="rId7"/>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BottomLine">
            <a:extLst>
              <a:ext uri="{FF2B5EF4-FFF2-40B4-BE49-F238E27FC236}">
                <a16:creationId xmlns:a16="http://schemas.microsoft.com/office/drawing/2014/main" id="{0F91EBE0-A37D-1C3F-105C-121497E50581}"/>
              </a:ext>
            </a:extLst>
          </p:cNvPr>
          <p:cNvCxnSpPr/>
          <p:nvPr userDrawn="1">
            <p:custDataLst>
              <p:tags r:id="rId8"/>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721586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Top left title">
    <p:bg>
      <p:bgPr>
        <a:solidFill>
          <a:schemeClr val="accent1"/>
        </a:solidFill>
        <a:effectLst/>
      </p:bgPr>
    </p:bg>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solidFill>
                  <a:schemeClr val="bg1"/>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7" name="Slide Number">
            <a:extLst>
              <a:ext uri="{FF2B5EF4-FFF2-40B4-BE49-F238E27FC236}">
                <a16:creationId xmlns:a16="http://schemas.microsoft.com/office/drawing/2014/main" id="{295262A3-4D06-C89D-05E2-AA97F9B5D0A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Slide Number">
            <a:extLst>
              <a:ext uri="{FF2B5EF4-FFF2-40B4-BE49-F238E27FC236}">
                <a16:creationId xmlns:a16="http://schemas.microsoft.com/office/drawing/2014/main" id="{12E272E9-BC69-EC9E-B4A6-1953D2BB2D85}"/>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1" name="TopLine">
            <a:extLst>
              <a:ext uri="{FF2B5EF4-FFF2-40B4-BE49-F238E27FC236}">
                <a16:creationId xmlns:a16="http://schemas.microsoft.com/office/drawing/2014/main" id="{E9C5FC54-7D67-724E-E303-818A330F138E}"/>
              </a:ext>
            </a:extLst>
          </p:cNvPr>
          <p:cNvCxnSpPr/>
          <p:nvPr userDrawn="1">
            <p:custDataLst>
              <p:tags r:id="rId8"/>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BottomLine">
            <a:extLst>
              <a:ext uri="{FF2B5EF4-FFF2-40B4-BE49-F238E27FC236}">
                <a16:creationId xmlns:a16="http://schemas.microsoft.com/office/drawing/2014/main" id="{B72CCDAD-B288-166D-1A8A-2A1CD511CDCC}"/>
              </a:ext>
            </a:extLst>
          </p:cNvPr>
          <p:cNvCxnSpPr/>
          <p:nvPr userDrawn="1">
            <p:custDataLst>
              <p:tags r:id="rId9"/>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52417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1_Mid left title">
    <p:bg>
      <p:bgPr>
        <a:solidFill>
          <a:schemeClr val="accent1"/>
        </a:solidFill>
        <a:effectLst/>
      </p:bgPr>
    </p:bg>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bg1"/>
                </a:solidFill>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cxnSp>
        <p:nvCxnSpPr>
          <p:cNvPr id="6" name="TopLine">
            <a:extLst>
              <a:ext uri="{FF2B5EF4-FFF2-40B4-BE49-F238E27FC236}">
                <a16:creationId xmlns:a16="http://schemas.microsoft.com/office/drawing/2014/main" id="{8B904657-3B87-B4EE-8316-1E859C4514EB}"/>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BottomLine">
            <a:extLst>
              <a:ext uri="{FF2B5EF4-FFF2-40B4-BE49-F238E27FC236}">
                <a16:creationId xmlns:a16="http://schemas.microsoft.com/office/drawing/2014/main" id="{02FF090A-C003-0304-46D8-4251EFBBFB06}"/>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87533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1_Section breaker">
    <p:bg>
      <p:bgPr>
        <a:solidFill>
          <a:schemeClr val="accent1"/>
        </a:solidFill>
        <a:effectLst/>
      </p:bgPr>
    </p:bg>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solidFill>
                  <a:schemeClr val="bg1"/>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cxnSp>
        <p:nvCxnSpPr>
          <p:cNvPr id="5" name="TopLine">
            <a:extLst>
              <a:ext uri="{FF2B5EF4-FFF2-40B4-BE49-F238E27FC236}">
                <a16:creationId xmlns:a16="http://schemas.microsoft.com/office/drawing/2014/main" id="{FB35A28F-B25A-F397-C076-3C4307EC7FFE}"/>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BottomLine">
            <a:extLst>
              <a:ext uri="{FF2B5EF4-FFF2-40B4-BE49-F238E27FC236}">
                <a16:creationId xmlns:a16="http://schemas.microsoft.com/office/drawing/2014/main" id="{A4C1D2D5-250E-7892-49D1-538B4E9DA58C}"/>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48012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1_1/4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CCF04B58-9A1C-ACB8-F18C-5893C2FA8425}"/>
              </a:ext>
            </a:extLst>
          </p:cNvPr>
          <p:cNvSpPr/>
          <p:nvPr userDrawn="1">
            <p:custDataLst>
              <p:tags r:id="rId1"/>
            </p:custDataLst>
          </p:nvPr>
        </p:nvSpPr>
        <p:spPr bwMode="ltGray">
          <a:xfrm>
            <a:off x="3413760" y="0"/>
            <a:ext cx="8778240"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1"/>
              </a:solidFill>
              <a:latin typeface="Arial" panose="020B0604020202020204" pitchFamily="34" charset="0"/>
            </a:endParaRPr>
          </a:p>
        </p:txBody>
      </p:sp>
      <p:sp>
        <p:nvSpPr>
          <p:cNvPr id="2" name="Rectangle 1" hidden="1">
            <a:extLst>
              <a:ext uri="{FF2B5EF4-FFF2-40B4-BE49-F238E27FC236}">
                <a16:creationId xmlns:a16="http://schemas.microsoft.com/office/drawing/2014/main" id="{C6FAC554-F995-4246-BE36-413D2200D983}"/>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3"/>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5"/>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6"/>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7"/>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8"/>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9"/>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10"/>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7" name="Rectangle 6" hidden="1">
            <a:extLst>
              <a:ext uri="{FF2B5EF4-FFF2-40B4-BE49-F238E27FC236}">
                <a16:creationId xmlns:a16="http://schemas.microsoft.com/office/drawing/2014/main" id="{F42DBC8D-7E78-2589-6F78-974DBD0D6E47}"/>
              </a:ext>
            </a:extLst>
          </p:cNvPr>
          <p:cNvSpPr/>
          <p:nvPr userDrawn="1">
            <p:custDataLst>
              <p:tags r:id="rId1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4"/>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5"/>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6"/>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7"/>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8"/>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6634043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1/3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2FA89E15-5D02-0617-3AA7-74A6D56FA911}"/>
              </a:ext>
            </a:extLst>
          </p:cNvPr>
          <p:cNvSpPr/>
          <p:nvPr userDrawn="1">
            <p:custDataLst>
              <p:tags r:id="rId1"/>
            </p:custDataLst>
          </p:nvPr>
        </p:nvSpPr>
        <p:spPr bwMode="ltGray">
          <a:xfrm>
            <a:off x="4364736" y="0"/>
            <a:ext cx="7827264"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1"/>
              </a:solidFill>
              <a:latin typeface="Arial" panose="020B0604020202020204" pitchFamily="34" charset="0"/>
            </a:endParaRPr>
          </a:p>
        </p:txBody>
      </p:sp>
      <p:sp>
        <p:nvSpPr>
          <p:cNvPr id="2" name="Rectangle 1" hidden="1">
            <a:extLst>
              <a:ext uri="{FF2B5EF4-FFF2-40B4-BE49-F238E27FC236}">
                <a16:creationId xmlns:a16="http://schemas.microsoft.com/office/drawing/2014/main" id="{22D2E0F6-5BB5-47A0-8E4A-CD4E6673B199}"/>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4671219" y="6453769"/>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4671219" y="1181906"/>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8"/>
            </p:custDataLst>
          </p:nvPr>
        </p:nvSpPr>
        <p:spPr>
          <a:xfrm>
            <a:off x="554736" y="2744369"/>
            <a:ext cx="3465576" cy="769441"/>
          </a:xfrm>
          <a:prstGeom prst="rect">
            <a:avLst/>
          </a:prstGeom>
        </p:spPr>
        <p:txBody>
          <a:bodyPr vert="horz"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9"/>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7" name="Rectangle 6" hidden="1">
            <a:extLst>
              <a:ext uri="{FF2B5EF4-FFF2-40B4-BE49-F238E27FC236}">
                <a16:creationId xmlns:a16="http://schemas.microsoft.com/office/drawing/2014/main" id="{E830410D-BD52-054A-F9C1-BCF6FBED59EC}"/>
              </a:ext>
            </a:extLst>
          </p:cNvPr>
          <p:cNvSpPr/>
          <p:nvPr userDrawn="1">
            <p:custDataLst>
              <p:tags r:id="rId1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3"/>
            </p:custDataLst>
          </p:nvPr>
        </p:nvCxnSpPr>
        <p:spPr>
          <a:xfrm>
            <a:off x="4671219" y="6453769"/>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14"/>
            </p:custDataLst>
          </p:nvPr>
        </p:nvCxnSpPr>
        <p:spPr>
          <a:xfrm>
            <a:off x="554736"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15"/>
            </p:custDataLst>
          </p:nvPr>
        </p:nvCxnSpPr>
        <p:spPr>
          <a:xfrm>
            <a:off x="4671219" y="1181906"/>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16"/>
            </p:custDataLst>
          </p:nvPr>
        </p:nvCxnSpPr>
        <p:spPr>
          <a:xfrm>
            <a:off x="554736"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9128296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1/2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25C86E70-6ADC-4EA2-90F2-373AC4FDE5D0}"/>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6092952" y="0"/>
            <a:ext cx="609904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6"/>
            </p:custDataLst>
          </p:nvPr>
        </p:nvCxnSpPr>
        <p:spPr>
          <a:xfrm>
            <a:off x="6573171"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554736"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554736"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8" name="Rectangle 7" hidden="1">
            <a:extLst>
              <a:ext uri="{FF2B5EF4-FFF2-40B4-BE49-F238E27FC236}">
                <a16:creationId xmlns:a16="http://schemas.microsoft.com/office/drawing/2014/main" id="{77D720CD-C1DE-D06E-C765-23D4AAE58616}"/>
              </a:ext>
            </a:extLst>
          </p:cNvPr>
          <p:cNvSpPr/>
          <p:nvPr userDrawn="1">
            <p:custDataLst>
              <p:tags r:id="rId1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14"/>
            </p:custDataLst>
          </p:nvPr>
        </p:nvCxnSpPr>
        <p:spPr>
          <a:xfrm>
            <a:off x="6573171"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15"/>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16"/>
            </p:custDataLst>
          </p:nvPr>
        </p:nvCxnSpPr>
        <p:spPr>
          <a:xfrm>
            <a:off x="6573171"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1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18"/>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1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256838691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3_1/2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25C86E70-6ADC-4EA2-90F2-373AC4FDE5D0}"/>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0" y="0"/>
            <a:ext cx="609904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5"/>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6"/>
            </p:custDataLst>
          </p:nvPr>
        </p:nvCxnSpPr>
        <p:spPr>
          <a:xfrm>
            <a:off x="554736"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7"/>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8"/>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9"/>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10"/>
            </p:custDataLst>
          </p:nvPr>
        </p:nvSpPr>
        <p:spPr>
          <a:xfrm>
            <a:off x="6573171"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1"/>
            </p:custDataLst>
          </p:nvPr>
        </p:nvSpPr>
        <p:spPr>
          <a:xfrm>
            <a:off x="6573171"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3"/>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8" name="Rectangle 7" hidden="1">
            <a:extLst>
              <a:ext uri="{FF2B5EF4-FFF2-40B4-BE49-F238E27FC236}">
                <a16:creationId xmlns:a16="http://schemas.microsoft.com/office/drawing/2014/main" id="{EB36E089-AC07-0E10-321B-C8389EA20604}"/>
              </a:ext>
            </a:extLst>
          </p:cNvPr>
          <p:cNvSpPr/>
          <p:nvPr userDrawn="1">
            <p:custDataLst>
              <p:tags r:id="rId14"/>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15"/>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16"/>
            </p:custDataLst>
          </p:nvPr>
        </p:nvCxnSpPr>
        <p:spPr>
          <a:xfrm>
            <a:off x="554736"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17"/>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18"/>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19"/>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2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200118866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_2/3 grey">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D8F8ABD0-305F-4DFC-AC60-1FB7BB16830A}"/>
              </a:ext>
            </a:extLst>
          </p:cNvPr>
          <p:cNvSpPr/>
          <p:nvPr>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2"/>
            </p:custDataLst>
          </p:nvPr>
        </p:nvSpPr>
        <p:spPr>
          <a:xfrm>
            <a:off x="554736" y="355092"/>
            <a:ext cx="6967728" cy="731520"/>
          </a:xfrm>
        </p:spPr>
        <p:txBody>
          <a:bodyPr vert="horz"/>
          <a:lstStyle>
            <a:lvl1pPr>
              <a:defRPr>
                <a:solidFill>
                  <a:schemeClr val="tx1"/>
                </a:solidFill>
              </a:defRPr>
            </a:lvl1pPr>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3"/>
            </p:custDataLst>
          </p:nvPr>
        </p:nvSpPr>
        <p:spPr bwMode="ltGray">
          <a:xfrm>
            <a:off x="7830312" y="0"/>
            <a:ext cx="436168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5"/>
            </p:custDataLst>
          </p:nvPr>
        </p:nvCxnSpPr>
        <p:spPr>
          <a:xfrm>
            <a:off x="8173371" y="6453769"/>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6"/>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7"/>
            </p:custDataLst>
          </p:nvPr>
        </p:nvCxnSpPr>
        <p:spPr>
          <a:xfrm>
            <a:off x="8173371" y="1181906"/>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9"/>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0"/>
            </p:custDataLst>
          </p:nvPr>
        </p:nvSpPr>
        <p:spPr>
          <a:xfrm>
            <a:off x="554736" y="12911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1"/>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6" name="Rectangle 5" hidden="1">
            <a:extLst>
              <a:ext uri="{FF2B5EF4-FFF2-40B4-BE49-F238E27FC236}">
                <a16:creationId xmlns:a16="http://schemas.microsoft.com/office/drawing/2014/main" id="{DB55EB65-EDA4-492A-C74A-BD717ED40B01}"/>
              </a:ext>
            </a:extLst>
          </p:cNvPr>
          <p:cNvSpPr/>
          <p:nvPr userDrawn="1">
            <p:custDataLst>
              <p:tags r:id="rId1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14"/>
            </p:custDataLst>
          </p:nvPr>
        </p:nvCxnSpPr>
        <p:spPr>
          <a:xfrm>
            <a:off x="8173371" y="6453769"/>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15"/>
            </p:custDataLst>
          </p:nvPr>
        </p:nvCxnSpPr>
        <p:spPr>
          <a:xfrm>
            <a:off x="554736"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16"/>
            </p:custDataLst>
          </p:nvPr>
        </p:nvCxnSpPr>
        <p:spPr>
          <a:xfrm>
            <a:off x="8173371" y="1181906"/>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17"/>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1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19"/>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89595059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3/4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CD2FAB0B-AB63-C7F3-6E57-3803DCBF78EE}"/>
              </a:ext>
            </a:extLst>
          </p:cNvPr>
          <p:cNvSpPr/>
          <p:nvPr userDrawn="1">
            <p:custDataLst>
              <p:tags r:id="rId1"/>
            </p:custDataLst>
          </p:nvPr>
        </p:nvSpPr>
        <p:spPr bwMode="ltGray">
          <a:xfrm>
            <a:off x="8781416" y="0"/>
            <a:ext cx="3410584"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 name="Rectangle 1" hidden="1">
            <a:extLst>
              <a:ext uri="{FF2B5EF4-FFF2-40B4-BE49-F238E27FC236}">
                <a16:creationId xmlns:a16="http://schemas.microsoft.com/office/drawing/2014/main" id="{25C86E70-6ADC-4EA2-90F2-373AC4FDE5D0}"/>
              </a:ext>
            </a:extLst>
          </p:cNvPr>
          <p:cNvSpPr/>
          <p:nvPr>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dirty="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bg1"/>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4"/>
            </p:custDataLst>
          </p:nvPr>
        </p:nvCxnSpPr>
        <p:spPr>
          <a:xfrm>
            <a:off x="9119861" y="6453769"/>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5"/>
            </p:custDataLst>
          </p:nvPr>
        </p:nvCxnSpPr>
        <p:spPr>
          <a:xfrm>
            <a:off x="554736"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6"/>
            </p:custDataLst>
          </p:nvPr>
        </p:nvCxnSpPr>
        <p:spPr>
          <a:xfrm>
            <a:off x="9119861" y="1181906"/>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7"/>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8"/>
            </p:custDataLst>
          </p:nvPr>
        </p:nvSpPr>
        <p:spPr>
          <a:xfrm>
            <a:off x="554736" y="354162"/>
            <a:ext cx="7918704"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9"/>
            </p:custDataLst>
          </p:nvPr>
        </p:nvSpPr>
        <p:spPr>
          <a:xfrm>
            <a:off x="554736" y="12911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6" name="Rectangle 5" hidden="1">
            <a:extLst>
              <a:ext uri="{FF2B5EF4-FFF2-40B4-BE49-F238E27FC236}">
                <a16:creationId xmlns:a16="http://schemas.microsoft.com/office/drawing/2014/main" id="{D6BC15D1-BF0E-18C6-0683-EEAB60921ECF}"/>
              </a:ext>
            </a:extLst>
          </p:cNvPr>
          <p:cNvSpPr/>
          <p:nvPr userDrawn="1">
            <p:custDataLst>
              <p:tags r:id="rId1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Georgia" panose="02040502050405020303" pitchFamily="18" charset="0"/>
              <a:ea typeface="+mn-ea"/>
              <a:cs typeface="+mn-cs"/>
              <a:sym typeface="Georgia" panose="02040502050405020303" pitchFamily="18" charset="0"/>
            </a:endParaRP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3"/>
            </p:custDataLst>
          </p:nvPr>
        </p:nvCxnSpPr>
        <p:spPr>
          <a:xfrm>
            <a:off x="9119861" y="1181906"/>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14"/>
            </p:custDataLst>
          </p:nvPr>
        </p:nvCxnSpPr>
        <p:spPr>
          <a:xfrm>
            <a:off x="554736"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1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362208999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_End">
    <p:bg>
      <p:bgPr>
        <a:solidFill>
          <a:schemeClr val="accent1"/>
        </a:solidFill>
        <a:effectLst/>
      </p:bgPr>
    </p:bg>
    <p:spTree>
      <p:nvGrpSpPr>
        <p:cNvPr id="1" name=""/>
        <p:cNvGrpSpPr/>
        <p:nvPr/>
      </p:nvGrpSpPr>
      <p:grpSpPr>
        <a:xfrm>
          <a:off x="0" y="0"/>
          <a:ext cx="0" cy="0"/>
          <a:chOff x="0" y="0"/>
          <a:chExt cx="0" cy="0"/>
        </a:xfrm>
      </p:grpSpPr>
      <p:sp>
        <p:nvSpPr>
          <p:cNvPr id="8" name="5. Source" hidden="1">
            <a:extLst>
              <a:ext uri="{FF2B5EF4-FFF2-40B4-BE49-F238E27FC236}">
                <a16:creationId xmlns:a16="http://schemas.microsoft.com/office/drawing/2014/main" id="{330AE89A-7771-4A6E-A02D-893DCB66C876}"/>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2"/>
            </p:custDataLst>
          </p:nvPr>
        </p:nvSpPr>
        <p:spPr>
          <a:xfrm>
            <a:off x="5096891" y="2906491"/>
            <a:ext cx="1998218" cy="1045018"/>
          </a:xfrm>
          <a:prstGeom prst="rect">
            <a:avLst/>
          </a:prstGeom>
        </p:spPr>
        <p:txBody>
          <a:bodyPr>
            <a:noAutofit/>
          </a:bodyPr>
          <a:lstStyle>
            <a:lvl1pPr algn="ctr">
              <a:defRPr sz="1200">
                <a:solidFill>
                  <a:schemeClr val="bg1"/>
                </a:solidFill>
              </a:defRPr>
            </a:lvl1pPr>
          </a:lstStyle>
          <a:p>
            <a:r>
              <a:rPr lang="en-US" dirty="0"/>
              <a:t>logo goes here.</a:t>
            </a:r>
          </a:p>
        </p:txBody>
      </p:sp>
      <p:sp>
        <p:nvSpPr>
          <p:cNvPr id="5" name="5. Source" hidden="1">
            <a:extLst>
              <a:ext uri="{FF2B5EF4-FFF2-40B4-BE49-F238E27FC236}">
                <a16:creationId xmlns:a16="http://schemas.microsoft.com/office/drawing/2014/main" id="{9E557DC3-5BF2-4D79-84F4-12A1DDBC6D3C}"/>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55595305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Blank white">
    <p:bg>
      <p:bgPr>
        <a:solidFill>
          <a:schemeClr val="accent1"/>
        </a:solidFill>
        <a:effectLst/>
      </p:bgPr>
    </p:bg>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bg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Tree>
    <p:extLst>
      <p:ext uri="{BB962C8B-B14F-4D97-AF65-F5344CB8AC3E}">
        <p14:creationId xmlns:p14="http://schemas.microsoft.com/office/powerpoint/2010/main" val="381699096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ection slide" userDrawn="1">
  <p:cSld name="Section slide">
    <p:bg>
      <p:bgPr>
        <a:solidFill>
          <a:schemeClr val="dk1"/>
        </a:solidFill>
        <a:effectLst/>
      </p:bgPr>
    </p:bg>
    <p:spTree>
      <p:nvGrpSpPr>
        <p:cNvPr id="1" name="Shape 16"/>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E35B631-D5F9-6FCC-423A-6ACCA9A030AC}"/>
              </a:ext>
            </a:extLst>
          </p:cNvPr>
          <p:cNvGraphicFramePr>
            <a:graphicFrameLocks noChangeAspect="1"/>
          </p:cNvGraphicFramePr>
          <p:nvPr userDrawn="1">
            <p:custDataLst>
              <p:tags r:id="rId1"/>
            </p:custDataLst>
            <p:extLst>
              <p:ext uri="{D42A27DB-BD31-4B8C-83A1-F6EECF244321}">
                <p14:modId xmlns:p14="http://schemas.microsoft.com/office/powerpoint/2010/main" val="764918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Object 2" hidden="1">
                        <a:extLst>
                          <a:ext uri="{FF2B5EF4-FFF2-40B4-BE49-F238E27FC236}">
                            <a16:creationId xmlns:a16="http://schemas.microsoft.com/office/drawing/2014/main" id="{EE35B631-D5F9-6FCC-423A-6ACCA9A030A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a:extLst>
              <a:ext uri="{FF2B5EF4-FFF2-40B4-BE49-F238E27FC236}">
                <a16:creationId xmlns:a16="http://schemas.microsoft.com/office/drawing/2014/main" id="{E0C33467-BBC3-53ED-D60D-E398671923C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2"/>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2"/>
              </a:solidFill>
              <a:latin typeface="+mn-lt"/>
              <a:ea typeface="+mn-ea"/>
              <a:cs typeface="Arial" panose="020B0604020202020204" pitchFamily="34" charset="0"/>
            </a:endParaRPr>
          </a:p>
        </p:txBody>
      </p:sp>
    </p:spTree>
    <p:extLst>
      <p:ext uri="{BB962C8B-B14F-4D97-AF65-F5344CB8AC3E}">
        <p14:creationId xmlns:p14="http://schemas.microsoft.com/office/powerpoint/2010/main" val="17020097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0"/>
        <p:cNvGrpSpPr/>
        <p:nvPr/>
      </p:nvGrpSpPr>
      <p:grpSpPr>
        <a:xfrm>
          <a:off x="0" y="0"/>
          <a:ext cx="0" cy="0"/>
          <a:chOff x="0" y="0"/>
          <a:chExt cx="0" cy="0"/>
        </a:xfrm>
      </p:grpSpPr>
      <p:sp>
        <p:nvSpPr>
          <p:cNvPr id="21" name="Google Shape;21;p40"/>
          <p:cNvSpPr txBox="1">
            <a:spLocks noGrp="1"/>
          </p:cNvSpPr>
          <p:nvPr>
            <p:ph type="title"/>
          </p:nvPr>
        </p:nvSpPr>
        <p:spPr>
          <a:xfrm>
            <a:off x="469838" y="1661489"/>
            <a:ext cx="3004599"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0"/>
          <p:cNvSpPr txBox="1">
            <a:spLocks noGrp="1"/>
          </p:cNvSpPr>
          <p:nvPr>
            <p:ph type="body" idx="1"/>
          </p:nvPr>
        </p:nvSpPr>
        <p:spPr>
          <a:xfrm>
            <a:off x="4991582" y="1661489"/>
            <a:ext cx="6649556" cy="4446532"/>
          </a:xfrm>
          <a:prstGeom prst="rect">
            <a:avLst/>
          </a:prstGeom>
          <a:noFill/>
          <a:ln>
            <a:noFill/>
          </a:ln>
        </p:spPr>
        <p:txBody>
          <a:bodyPr spcFirstLastPara="1" wrap="square" lIns="91425" tIns="45700" rIns="91425" bIns="45700" anchor="t" anchorCtr="0">
            <a:normAutofit/>
          </a:bodyPr>
          <a:lstStyle>
            <a:lvl1pPr marL="457200" lvl="0" indent="-330200" algn="l">
              <a:lnSpc>
                <a:spcPct val="150000"/>
              </a:lnSpc>
              <a:spcBef>
                <a:spcPts val="1000"/>
              </a:spcBef>
              <a:spcAft>
                <a:spcPts val="0"/>
              </a:spcAft>
              <a:buClr>
                <a:srgbClr val="171616"/>
              </a:buClr>
              <a:buSzPts val="1600"/>
              <a:buChar char="•"/>
              <a:defRPr sz="1600" b="0">
                <a:solidFill>
                  <a:srgbClr val="171616"/>
                </a:solidFill>
              </a:defRPr>
            </a:lvl1pPr>
            <a:lvl2pPr marL="914400" lvl="1" indent="-330200" algn="l">
              <a:lnSpc>
                <a:spcPct val="150000"/>
              </a:lnSpc>
              <a:spcBef>
                <a:spcPts val="500"/>
              </a:spcBef>
              <a:spcAft>
                <a:spcPts val="0"/>
              </a:spcAft>
              <a:buClr>
                <a:srgbClr val="171616"/>
              </a:buClr>
              <a:buSzPts val="1600"/>
              <a:buChar char="•"/>
              <a:defRPr sz="1600" b="0">
                <a:solidFill>
                  <a:srgbClr val="171616"/>
                </a:solidFill>
              </a:defRPr>
            </a:lvl2pPr>
            <a:lvl3pPr marL="1371600" lvl="2" indent="-330200" algn="l">
              <a:lnSpc>
                <a:spcPct val="150000"/>
              </a:lnSpc>
              <a:spcBef>
                <a:spcPts val="500"/>
              </a:spcBef>
              <a:spcAft>
                <a:spcPts val="0"/>
              </a:spcAft>
              <a:buClr>
                <a:srgbClr val="171616"/>
              </a:buClr>
              <a:buSzPts val="1600"/>
              <a:buChar char="•"/>
              <a:defRPr sz="1600" b="0">
                <a:solidFill>
                  <a:srgbClr val="171616"/>
                </a:solidFill>
              </a:defRPr>
            </a:lvl3pPr>
            <a:lvl4pPr marL="1828800" lvl="3" indent="-330200" algn="l">
              <a:lnSpc>
                <a:spcPct val="150000"/>
              </a:lnSpc>
              <a:spcBef>
                <a:spcPts val="500"/>
              </a:spcBef>
              <a:spcAft>
                <a:spcPts val="0"/>
              </a:spcAft>
              <a:buClr>
                <a:srgbClr val="171616"/>
              </a:buClr>
              <a:buSzPts val="1600"/>
              <a:buChar char="•"/>
              <a:defRPr sz="1600" b="0">
                <a:solidFill>
                  <a:srgbClr val="171616"/>
                </a:solidFill>
              </a:defRPr>
            </a:lvl4pPr>
            <a:lvl5pPr marL="2286000" lvl="4" indent="-330200" algn="l">
              <a:lnSpc>
                <a:spcPct val="150000"/>
              </a:lnSpc>
              <a:spcBef>
                <a:spcPts val="500"/>
              </a:spcBef>
              <a:spcAft>
                <a:spcPts val="0"/>
              </a:spcAft>
              <a:buClr>
                <a:srgbClr val="171616"/>
              </a:buClr>
              <a:buSzPts val="1600"/>
              <a:buChar char="•"/>
              <a:defRPr sz="1600" b="0">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238216806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41"/>
          <p:cNvSpPr txBox="1">
            <a:spLocks noGrp="1"/>
          </p:cNvSpPr>
          <p:nvPr>
            <p:ph type="title"/>
          </p:nvPr>
        </p:nvSpPr>
        <p:spPr>
          <a:xfrm>
            <a:off x="467806" y="365126"/>
            <a:ext cx="11173331" cy="8112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7161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34402784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Custom Layout" userDrawn="1">
  <p:cSld name="Custom Layout">
    <p:bg>
      <p:bgPr>
        <a:solidFill>
          <a:srgbClr val="062032"/>
        </a:solidFill>
        <a:effectLst/>
      </p:bgPr>
    </p:bg>
    <p:spTree>
      <p:nvGrpSpPr>
        <p:cNvPr id="1" name="Shape 56"/>
        <p:cNvGrpSpPr/>
        <p:nvPr/>
      </p:nvGrpSpPr>
      <p:grpSpPr>
        <a:xfrm>
          <a:off x="0" y="0"/>
          <a:ext cx="0" cy="0"/>
          <a:chOff x="0" y="0"/>
          <a:chExt cx="0" cy="0"/>
        </a:xfrm>
      </p:grpSpPr>
    </p:spTree>
    <p:extLst>
      <p:ext uri="{BB962C8B-B14F-4D97-AF65-F5344CB8AC3E}">
        <p14:creationId xmlns:p14="http://schemas.microsoft.com/office/powerpoint/2010/main" val="330584455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matchingName="Blank" userDrawn="1">
  <p:cSld name="Blank">
    <p:spTree>
      <p:nvGrpSpPr>
        <p:cNvPr id="1" name="Shape 60"/>
        <p:cNvGrpSpPr/>
        <p:nvPr/>
      </p:nvGrpSpPr>
      <p:grpSpPr>
        <a:xfrm>
          <a:off x="0" y="0"/>
          <a:ext cx="0" cy="0"/>
          <a:chOff x="0" y="0"/>
          <a:chExt cx="0" cy="0"/>
        </a:xfrm>
      </p:grpSpPr>
    </p:spTree>
    <p:extLst>
      <p:ext uri="{BB962C8B-B14F-4D97-AF65-F5344CB8AC3E}">
        <p14:creationId xmlns:p14="http://schemas.microsoft.com/office/powerpoint/2010/main" val="376215694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2" name="Rectangle 1">
            <a:extLst>
              <a:ext uri="{FF2B5EF4-FFF2-40B4-BE49-F238E27FC236}">
                <a16:creationId xmlns:a16="http://schemas.microsoft.com/office/drawing/2014/main" id="{81DE5280-4125-2599-F023-1E09602E8807}"/>
              </a:ext>
            </a:extLst>
          </p:cNvPr>
          <p:cNvSpPr/>
          <p:nvPr userDrawn="1"/>
        </p:nvSpPr>
        <p:spPr>
          <a:xfrm>
            <a:off x="310551" y="987425"/>
            <a:ext cx="11542143" cy="565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Google Shape;72;p6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71616"/>
              </a:buClr>
              <a:buSzPts val="3200"/>
              <a:buFont typeface="Georgi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4"/>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4" name="Google Shape;74;p6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600"/>
              <a:buNone/>
              <a:defRPr sz="1600"/>
            </a:lvl1pPr>
            <a:lvl2pPr marL="914400" lvl="1" indent="-228600" algn="l">
              <a:lnSpc>
                <a:spcPct val="90000"/>
              </a:lnSpc>
              <a:spcBef>
                <a:spcPts val="500"/>
              </a:spcBef>
              <a:spcAft>
                <a:spcPts val="0"/>
              </a:spcAft>
              <a:buClr>
                <a:srgbClr val="171616"/>
              </a:buClr>
              <a:buSzPts val="1400"/>
              <a:buNone/>
              <a:defRPr sz="1400"/>
            </a:lvl2pPr>
            <a:lvl3pPr marL="1371600" lvl="2" indent="-228600" algn="l">
              <a:lnSpc>
                <a:spcPct val="90000"/>
              </a:lnSpc>
              <a:spcBef>
                <a:spcPts val="500"/>
              </a:spcBef>
              <a:spcAft>
                <a:spcPts val="0"/>
              </a:spcAft>
              <a:buClr>
                <a:srgbClr val="171616"/>
              </a:buClr>
              <a:buSzPts val="1200"/>
              <a:buNone/>
              <a:defRPr sz="1200"/>
            </a:lvl3pPr>
            <a:lvl4pPr marL="1828800" lvl="3" indent="-228600" algn="l">
              <a:lnSpc>
                <a:spcPct val="90000"/>
              </a:lnSpc>
              <a:spcBef>
                <a:spcPts val="500"/>
              </a:spcBef>
              <a:spcAft>
                <a:spcPts val="0"/>
              </a:spcAft>
              <a:buClr>
                <a:srgbClr val="171616"/>
              </a:buClr>
              <a:buSzPts val="1000"/>
              <a:buNone/>
              <a:defRPr sz="1000"/>
            </a:lvl4pPr>
            <a:lvl5pPr marL="2286000" lvl="4" indent="-228600" algn="l">
              <a:lnSpc>
                <a:spcPct val="90000"/>
              </a:lnSpc>
              <a:spcBef>
                <a:spcPts val="500"/>
              </a:spcBef>
              <a:spcAft>
                <a:spcPts val="0"/>
              </a:spcAft>
              <a:buClr>
                <a:srgbClr val="171616"/>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extLst>
      <p:ext uri="{BB962C8B-B14F-4D97-AF65-F5344CB8AC3E}">
        <p14:creationId xmlns:p14="http://schemas.microsoft.com/office/powerpoint/2010/main" val="102098964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userDrawn="1">
  <p:cSld name="Title">
    <p:bg bwMode="gray">
      <p:bgPr>
        <a:solidFill>
          <a:schemeClr val="bg1"/>
        </a:solidFill>
        <a:effectLst/>
      </p:bgPr>
    </p:bg>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CC42428D-965F-410A-AAB0-2F4E028AF079}"/>
              </a:ext>
            </a:extLst>
          </p:cNvPr>
          <p:cNvSpPr/>
          <p:nvPr userDrawn="1">
            <p:custDataLst>
              <p:tags r:id="rId1"/>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0" i="0" baseline="0">
              <a:solidFill>
                <a:schemeClr val="bg1"/>
              </a:solidFill>
              <a:latin typeface="Arial" panose="020B0604020202020204" pitchFamily="34" charset="0"/>
              <a:ea typeface="+mj-ea"/>
              <a:cs typeface="+mj-cs"/>
              <a:sym typeface="Apis For Office" panose="020B0504010101010104" pitchFamily="34" charset="0"/>
            </a:endParaRPr>
          </a:p>
        </p:txBody>
      </p:sp>
      <p:sp>
        <p:nvSpPr>
          <p:cNvPr id="8" name="Rectangle 7">
            <a:extLst>
              <a:ext uri="{FF2B5EF4-FFF2-40B4-BE49-F238E27FC236}">
                <a16:creationId xmlns:a16="http://schemas.microsoft.com/office/drawing/2014/main" id="{69DF4293-FF95-4206-A031-DB95227F4FB6}"/>
              </a:ext>
            </a:extLst>
          </p:cNvPr>
          <p:cNvSpPr>
            <a:spLocks/>
          </p:cNvSpPr>
          <p:nvPr userDrawn="1"/>
        </p:nvSpPr>
        <p:spPr>
          <a:xfrm>
            <a:off x="0" y="0"/>
            <a:ext cx="12192000" cy="685800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2"/>
            </p:custDataLst>
          </p:nvPr>
        </p:nvSpPr>
        <p:spPr>
          <a:xfrm>
            <a:off x="550800" y="4510168"/>
            <a:ext cx="7182359" cy="32213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50800" indent="0">
              <a:buNone/>
              <a:defRPr lang="en-US" sz="1400" dirty="0">
                <a:solidFill>
                  <a:schemeClr val="bg1"/>
                </a:solidFill>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3"/>
            </p:custDataLst>
          </p:nvPr>
        </p:nvSpPr>
        <p:spPr>
          <a:xfrm>
            <a:off x="551941" y="4092559"/>
            <a:ext cx="7182359" cy="405239"/>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50800" indent="0">
              <a:buNone/>
              <a:defRPr lang="en-US" sz="2000" dirty="0">
                <a:solidFill>
                  <a:schemeClr val="bg1"/>
                </a:solidFill>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4"/>
            </p:custDataLst>
          </p:nvPr>
        </p:nvSpPr>
        <p:spPr>
          <a:xfrm>
            <a:off x="551941" y="3362115"/>
            <a:ext cx="8384795" cy="60939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400" dirty="0">
                <a:solidFill>
                  <a:schemeClr val="bg1"/>
                </a:solidFill>
              </a:defRPr>
            </a:lvl1pPr>
          </a:lstStyle>
          <a:p>
            <a:pPr lvl="0"/>
            <a:r>
              <a:rPr lang="en-US" dirty="0"/>
              <a:t>Click to edit Master title style</a:t>
            </a:r>
          </a:p>
        </p:txBody>
      </p:sp>
      <p:sp>
        <p:nvSpPr>
          <p:cNvPr id="4" name="Google Shape;13;p38">
            <a:extLst>
              <a:ext uri="{FF2B5EF4-FFF2-40B4-BE49-F238E27FC236}">
                <a16:creationId xmlns:a16="http://schemas.microsoft.com/office/drawing/2014/main" id="{11412684-54AD-C122-7135-5E5A39CFE008}"/>
              </a:ext>
            </a:extLst>
          </p:cNvPr>
          <p:cNvSpPr txBox="1">
            <a:spLocks noGrp="1"/>
          </p:cNvSpPr>
          <p:nvPr>
            <p:ph type="sldNum" idx="12"/>
          </p:nvPr>
        </p:nvSpPr>
        <p:spPr>
          <a:xfrm>
            <a:off x="11040036" y="6425800"/>
            <a:ext cx="66100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bg1"/>
                </a:solidFill>
                <a:latin typeface="Arial"/>
                <a:ea typeface="Arial"/>
                <a:cs typeface="Arial"/>
                <a:sym typeface="Arial"/>
              </a:defRPr>
            </a:lvl1pPr>
            <a:lvl2pPr marL="0" marR="0" lvl="1" indent="0" algn="r" rtl="0">
              <a:spcBef>
                <a:spcPts val="0"/>
              </a:spcBef>
              <a:buNone/>
              <a:defRPr sz="900" b="0" i="0" u="none" strike="noStrike" cap="none">
                <a:solidFill>
                  <a:srgbClr val="062032"/>
                </a:solidFill>
                <a:latin typeface="Arial"/>
                <a:ea typeface="Arial"/>
                <a:cs typeface="Arial"/>
                <a:sym typeface="Arial"/>
              </a:defRPr>
            </a:lvl2pPr>
            <a:lvl3pPr marL="0" marR="0" lvl="2" indent="0" algn="r" rtl="0">
              <a:spcBef>
                <a:spcPts val="0"/>
              </a:spcBef>
              <a:buNone/>
              <a:defRPr sz="900" b="0" i="0" u="none" strike="noStrike" cap="none">
                <a:solidFill>
                  <a:srgbClr val="062032"/>
                </a:solidFill>
                <a:latin typeface="Arial"/>
                <a:ea typeface="Arial"/>
                <a:cs typeface="Arial"/>
                <a:sym typeface="Arial"/>
              </a:defRPr>
            </a:lvl3pPr>
            <a:lvl4pPr marL="0" marR="0" lvl="3" indent="0" algn="r" rtl="0">
              <a:spcBef>
                <a:spcPts val="0"/>
              </a:spcBef>
              <a:buNone/>
              <a:defRPr sz="900" b="0" i="0" u="none" strike="noStrike" cap="none">
                <a:solidFill>
                  <a:srgbClr val="062032"/>
                </a:solidFill>
                <a:latin typeface="Arial"/>
                <a:ea typeface="Arial"/>
                <a:cs typeface="Arial"/>
                <a:sym typeface="Arial"/>
              </a:defRPr>
            </a:lvl4pPr>
            <a:lvl5pPr marL="0" marR="0" lvl="4" indent="0" algn="r" rtl="0">
              <a:spcBef>
                <a:spcPts val="0"/>
              </a:spcBef>
              <a:buNone/>
              <a:defRPr sz="900" b="0" i="0" u="none" strike="noStrike" cap="none">
                <a:solidFill>
                  <a:srgbClr val="062032"/>
                </a:solidFill>
                <a:latin typeface="Arial"/>
                <a:ea typeface="Arial"/>
                <a:cs typeface="Arial"/>
                <a:sym typeface="Arial"/>
              </a:defRPr>
            </a:lvl5pPr>
            <a:lvl6pPr marL="0" marR="0" lvl="5" indent="0" algn="r" rtl="0">
              <a:spcBef>
                <a:spcPts val="0"/>
              </a:spcBef>
              <a:buNone/>
              <a:defRPr sz="900" b="0" i="0" u="none" strike="noStrike" cap="none">
                <a:solidFill>
                  <a:srgbClr val="062032"/>
                </a:solidFill>
                <a:latin typeface="Arial"/>
                <a:ea typeface="Arial"/>
                <a:cs typeface="Arial"/>
                <a:sym typeface="Arial"/>
              </a:defRPr>
            </a:lvl6pPr>
            <a:lvl7pPr marL="0" marR="0" lvl="6" indent="0" algn="r" rtl="0">
              <a:spcBef>
                <a:spcPts val="0"/>
              </a:spcBef>
              <a:buNone/>
              <a:defRPr sz="900" b="0" i="0" u="none" strike="noStrike" cap="none">
                <a:solidFill>
                  <a:srgbClr val="062032"/>
                </a:solidFill>
                <a:latin typeface="Arial"/>
                <a:ea typeface="Arial"/>
                <a:cs typeface="Arial"/>
                <a:sym typeface="Arial"/>
              </a:defRPr>
            </a:lvl7pPr>
            <a:lvl8pPr marL="0" marR="0" lvl="7" indent="0" algn="r" rtl="0">
              <a:spcBef>
                <a:spcPts val="0"/>
              </a:spcBef>
              <a:buNone/>
              <a:defRPr sz="900" b="0" i="0" u="none" strike="noStrike" cap="none">
                <a:solidFill>
                  <a:srgbClr val="062032"/>
                </a:solidFill>
                <a:latin typeface="Arial"/>
                <a:ea typeface="Arial"/>
                <a:cs typeface="Arial"/>
                <a:sym typeface="Arial"/>
              </a:defRPr>
            </a:lvl8pPr>
            <a:lvl9pPr marL="0" marR="0" lvl="8" indent="0" algn="r" rtl="0">
              <a:spcBef>
                <a:spcPts val="0"/>
              </a:spcBef>
              <a:buNone/>
              <a:defRPr sz="900" b="0" i="0" u="none" strike="noStrike" cap="none">
                <a:solidFill>
                  <a:srgbClr val="062032"/>
                </a:solidFill>
                <a:latin typeface="Arial"/>
                <a:ea typeface="Arial"/>
                <a:cs typeface="Arial"/>
                <a:sym typeface="Arial"/>
              </a:defRPr>
            </a:lvl9pPr>
          </a:lstStyle>
          <a:p>
            <a:fld id="{00000000-1234-1234-1234-123412341234}" type="slidenum">
              <a:rPr lang="en-GB" smtClean="0"/>
              <a:pPr/>
              <a:t>‹#›</a:t>
            </a:fld>
            <a:endParaRPr lang="en-GB"/>
          </a:p>
        </p:txBody>
      </p:sp>
      <p:cxnSp>
        <p:nvCxnSpPr>
          <p:cNvPr id="5" name="Google Shape;15;p38">
            <a:extLst>
              <a:ext uri="{FF2B5EF4-FFF2-40B4-BE49-F238E27FC236}">
                <a16:creationId xmlns:a16="http://schemas.microsoft.com/office/drawing/2014/main" id="{54FC2F10-59E4-52FC-E4D4-4D109E77FF8A}"/>
              </a:ext>
            </a:extLst>
          </p:cNvPr>
          <p:cNvCxnSpPr/>
          <p:nvPr userDrawn="1"/>
        </p:nvCxnSpPr>
        <p:spPr>
          <a:xfrm>
            <a:off x="569119" y="6453188"/>
            <a:ext cx="11053762" cy="0"/>
          </a:xfrm>
          <a:prstGeom prst="straightConnector1">
            <a:avLst/>
          </a:prstGeom>
          <a:noFill/>
          <a:ln w="9525" cap="flat" cmpd="sng">
            <a:solidFill>
              <a:schemeClr val="bg1">
                <a:lumMod val="95000"/>
              </a:schemeClr>
            </a:solidFill>
            <a:prstDash val="solid"/>
            <a:miter lim="800000"/>
            <a:headEnd type="none" w="sm" len="sm"/>
            <a:tailEnd type="none" w="sm" len="sm"/>
          </a:ln>
        </p:spPr>
      </p:cxnSp>
      <p:sp>
        <p:nvSpPr>
          <p:cNvPr id="6" name="Google Shape;27;p41">
            <a:extLst>
              <a:ext uri="{FF2B5EF4-FFF2-40B4-BE49-F238E27FC236}">
                <a16:creationId xmlns:a16="http://schemas.microsoft.com/office/drawing/2014/main" id="{FED17FA3-CF47-6F37-5582-8B61151D6C75}"/>
              </a:ext>
            </a:extLst>
          </p:cNvPr>
          <p:cNvSpPr txBox="1"/>
          <p:nvPr userDrawn="1"/>
        </p:nvSpPr>
        <p:spPr>
          <a:xfrm>
            <a:off x="7763905" y="6425800"/>
            <a:ext cx="3400661"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GB" sz="900" b="0" i="0" u="none" strike="noStrike" cap="none">
                <a:solidFill>
                  <a:schemeClr val="bg1"/>
                </a:solidFill>
                <a:latin typeface="Arial"/>
                <a:ea typeface="Arial"/>
                <a:cs typeface="Arial"/>
                <a:sym typeface="Arial"/>
              </a:rPr>
              <a:t>Company Name</a:t>
            </a:r>
            <a:endParaRPr sz="900" b="0" i="0" u="none" strike="noStrike" cap="none">
              <a:solidFill>
                <a:schemeClr val="bg1"/>
              </a:solidFill>
              <a:latin typeface="Arial"/>
              <a:ea typeface="Arial"/>
              <a:cs typeface="Arial"/>
              <a:sym typeface="Arial"/>
            </a:endParaRPr>
          </a:p>
        </p:txBody>
      </p:sp>
    </p:spTree>
    <p:extLst>
      <p:ext uri="{BB962C8B-B14F-4D97-AF65-F5344CB8AC3E}">
        <p14:creationId xmlns:p14="http://schemas.microsoft.com/office/powerpoint/2010/main" val="91126782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Custom Layout" userDrawn="1">
  <p:cSld name="1_Custom Layout">
    <p:bg>
      <p:bgPr>
        <a:solidFill>
          <a:srgbClr val="062032"/>
        </a:solidFill>
        <a:effectLst/>
      </p:bgPr>
    </p:bg>
    <p:spTree>
      <p:nvGrpSpPr>
        <p:cNvPr id="1" name="Shape 56"/>
        <p:cNvGrpSpPr/>
        <p:nvPr/>
      </p:nvGrpSpPr>
      <p:grpSpPr>
        <a:xfrm>
          <a:off x="0" y="0"/>
          <a:ext cx="0" cy="0"/>
          <a:chOff x="0" y="0"/>
          <a:chExt cx="0" cy="0"/>
        </a:xfrm>
      </p:grpSpPr>
      <p:cxnSp>
        <p:nvCxnSpPr>
          <p:cNvPr id="7" name="Google Shape;15;p38">
            <a:extLst>
              <a:ext uri="{FF2B5EF4-FFF2-40B4-BE49-F238E27FC236}">
                <a16:creationId xmlns:a16="http://schemas.microsoft.com/office/drawing/2014/main" id="{C1A3E8A5-6140-548F-EB36-6E044E92CB50}"/>
              </a:ext>
            </a:extLst>
          </p:cNvPr>
          <p:cNvCxnSpPr/>
          <p:nvPr userDrawn="1"/>
        </p:nvCxnSpPr>
        <p:spPr>
          <a:xfrm>
            <a:off x="569119" y="6453188"/>
            <a:ext cx="11053762" cy="0"/>
          </a:xfrm>
          <a:prstGeom prst="straightConnector1">
            <a:avLst/>
          </a:prstGeom>
          <a:noFill/>
          <a:ln w="9525" cap="flat" cmpd="sng">
            <a:solidFill>
              <a:schemeClr val="bg1">
                <a:lumMod val="95000"/>
              </a:schemeClr>
            </a:solidFill>
            <a:prstDash val="solid"/>
            <a:miter lim="800000"/>
            <a:headEnd type="none" w="sm" len="sm"/>
            <a:tailEnd type="none" w="sm" len="sm"/>
          </a:ln>
        </p:spPr>
      </p:cxnSp>
      <p:sp>
        <p:nvSpPr>
          <p:cNvPr id="3" name="TextBox 2">
            <a:extLst>
              <a:ext uri="{FF2B5EF4-FFF2-40B4-BE49-F238E27FC236}">
                <a16:creationId xmlns:a16="http://schemas.microsoft.com/office/drawing/2014/main" id="{7D932975-FBC2-52F0-6068-2CB9DABF98B4}"/>
              </a:ext>
            </a:extLst>
          </p:cNvPr>
          <p:cNvSpPr txBox="1"/>
          <p:nvPr userDrawn="1"/>
        </p:nvSpPr>
        <p:spPr>
          <a:xfrm>
            <a:off x="1842868" y="1167618"/>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
        <p:nvSpPr>
          <p:cNvPr id="4" name="1. On-page tracker">
            <a:extLst>
              <a:ext uri="{FF2B5EF4-FFF2-40B4-BE49-F238E27FC236}">
                <a16:creationId xmlns:a16="http://schemas.microsoft.com/office/drawing/2014/main" id="{26D31096-8F5E-8FA4-F3E8-7F7509A3EDBB}"/>
              </a:ext>
            </a:extLst>
          </p:cNvPr>
          <p:cNvSpPr>
            <a:spLocks noGrp="1"/>
          </p:cNvSpPr>
          <p:nvPr>
            <p:ph type="body" sz="quarter" idx="17" hasCustomPrompt="1"/>
            <p:custDataLst>
              <p:tags r:id="rId1"/>
            </p:custDataLst>
          </p:nvPr>
        </p:nvSpPr>
        <p:spPr>
          <a:xfrm>
            <a:off x="7630160" y="100540"/>
            <a:ext cx="4007104" cy="123111"/>
          </a:xfrm>
        </p:spPr>
        <p:txBody>
          <a:bodyPr wrap="square" anchor="ctr" anchorCtr="0">
            <a:spAutoFit/>
          </a:bodyPr>
          <a:lstStyle>
            <a:lvl1pPr algn="r">
              <a:defRPr sz="800">
                <a:latin typeface="+mn-lt"/>
              </a:defRPr>
            </a:lvl1pPr>
          </a:lstStyle>
          <a:p>
            <a:pPr lvl="0"/>
            <a:r>
              <a:rPr lang="en-US" dirty="0"/>
              <a:t>Section marker</a:t>
            </a:r>
          </a:p>
        </p:txBody>
      </p:sp>
      <p:sp>
        <p:nvSpPr>
          <p:cNvPr id="5" name="TextBox 4">
            <a:extLst>
              <a:ext uri="{FF2B5EF4-FFF2-40B4-BE49-F238E27FC236}">
                <a16:creationId xmlns:a16="http://schemas.microsoft.com/office/drawing/2014/main" id="{EE585E3C-E71F-27EE-4D76-96B1E7A8F9B0}"/>
              </a:ext>
            </a:extLst>
          </p:cNvPr>
          <p:cNvSpPr txBox="1"/>
          <p:nvPr userDrawn="1"/>
        </p:nvSpPr>
        <p:spPr>
          <a:xfrm>
            <a:off x="10419644" y="6570133"/>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Tree>
    <p:extLst>
      <p:ext uri="{BB962C8B-B14F-4D97-AF65-F5344CB8AC3E}">
        <p14:creationId xmlns:p14="http://schemas.microsoft.com/office/powerpoint/2010/main" val="238297516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tags" Target="../tags/tag16.xml"/><Relationship Id="rId47" Type="http://schemas.openxmlformats.org/officeDocument/2006/relationships/tags" Target="../tags/tag21.xml"/><Relationship Id="rId63" Type="http://schemas.openxmlformats.org/officeDocument/2006/relationships/tags" Target="../tags/tag37.xml"/><Relationship Id="rId68" Type="http://schemas.openxmlformats.org/officeDocument/2006/relationships/tags" Target="../tags/tag42.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3.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6.xml"/><Relationship Id="rId37" Type="http://schemas.openxmlformats.org/officeDocument/2006/relationships/tags" Target="../tags/tag11.xml"/><Relationship Id="rId40" Type="http://schemas.openxmlformats.org/officeDocument/2006/relationships/tags" Target="../tags/tag14.xml"/><Relationship Id="rId45" Type="http://schemas.openxmlformats.org/officeDocument/2006/relationships/tags" Target="../tags/tag19.xml"/><Relationship Id="rId53" Type="http://schemas.openxmlformats.org/officeDocument/2006/relationships/tags" Target="../tags/tag27.xml"/><Relationship Id="rId58" Type="http://schemas.openxmlformats.org/officeDocument/2006/relationships/tags" Target="../tags/tag32.xml"/><Relationship Id="rId66" Type="http://schemas.openxmlformats.org/officeDocument/2006/relationships/tags" Target="../tags/tag40.xml"/><Relationship Id="rId5" Type="http://schemas.openxmlformats.org/officeDocument/2006/relationships/slideLayout" Target="../slideLayouts/slideLayout5.xml"/><Relationship Id="rId61" Type="http://schemas.openxmlformats.org/officeDocument/2006/relationships/tags" Target="../tags/tag3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tags" Target="../tags/tag4.xml"/><Relationship Id="rId35" Type="http://schemas.openxmlformats.org/officeDocument/2006/relationships/tags" Target="../tags/tag9.xml"/><Relationship Id="rId43" Type="http://schemas.openxmlformats.org/officeDocument/2006/relationships/tags" Target="../tags/tag17.xml"/><Relationship Id="rId48" Type="http://schemas.openxmlformats.org/officeDocument/2006/relationships/tags" Target="../tags/tag22.xml"/><Relationship Id="rId56" Type="http://schemas.openxmlformats.org/officeDocument/2006/relationships/tags" Target="../tags/tag30.xml"/><Relationship Id="rId64" Type="http://schemas.openxmlformats.org/officeDocument/2006/relationships/tags" Target="../tags/tag38.xml"/><Relationship Id="rId69" Type="http://schemas.openxmlformats.org/officeDocument/2006/relationships/tags" Target="../tags/tag43.xml"/><Relationship Id="rId8" Type="http://schemas.openxmlformats.org/officeDocument/2006/relationships/slideLayout" Target="../slideLayouts/slideLayout8.xml"/><Relationship Id="rId51" Type="http://schemas.openxmlformats.org/officeDocument/2006/relationships/tags" Target="../tags/tag2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7.xml"/><Relationship Id="rId38" Type="http://schemas.openxmlformats.org/officeDocument/2006/relationships/tags" Target="../tags/tag12.xml"/><Relationship Id="rId46" Type="http://schemas.openxmlformats.org/officeDocument/2006/relationships/tags" Target="../tags/tag20.xml"/><Relationship Id="rId59" Type="http://schemas.openxmlformats.org/officeDocument/2006/relationships/tags" Target="../tags/tag33.xml"/><Relationship Id="rId67" Type="http://schemas.openxmlformats.org/officeDocument/2006/relationships/tags" Target="../tags/tag41.xml"/><Relationship Id="rId20" Type="http://schemas.openxmlformats.org/officeDocument/2006/relationships/slideLayout" Target="../slideLayouts/slideLayout20.xml"/><Relationship Id="rId41" Type="http://schemas.openxmlformats.org/officeDocument/2006/relationships/tags" Target="../tags/tag15.xml"/><Relationship Id="rId54" Type="http://schemas.openxmlformats.org/officeDocument/2006/relationships/tags" Target="../tags/tag28.xml"/><Relationship Id="rId62" Type="http://schemas.openxmlformats.org/officeDocument/2006/relationships/tags" Target="../tags/tag36.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36" Type="http://schemas.openxmlformats.org/officeDocument/2006/relationships/tags" Target="../tags/tag10.xml"/><Relationship Id="rId49" Type="http://schemas.openxmlformats.org/officeDocument/2006/relationships/tags" Target="../tags/tag23.xml"/><Relationship Id="rId57" Type="http://schemas.openxmlformats.org/officeDocument/2006/relationships/tags" Target="../tags/tag31.xml"/><Relationship Id="rId10" Type="http://schemas.openxmlformats.org/officeDocument/2006/relationships/slideLayout" Target="../slideLayouts/slideLayout10.xml"/><Relationship Id="rId31" Type="http://schemas.openxmlformats.org/officeDocument/2006/relationships/tags" Target="../tags/tag5.xml"/><Relationship Id="rId44" Type="http://schemas.openxmlformats.org/officeDocument/2006/relationships/tags" Target="../tags/tag18.xml"/><Relationship Id="rId52" Type="http://schemas.openxmlformats.org/officeDocument/2006/relationships/tags" Target="../tags/tag26.xml"/><Relationship Id="rId60" Type="http://schemas.openxmlformats.org/officeDocument/2006/relationships/tags" Target="../tags/tag34.xml"/><Relationship Id="rId65" Type="http://schemas.openxmlformats.org/officeDocument/2006/relationships/tags" Target="../tags/tag39.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13.xml"/><Relationship Id="rId34" Type="http://schemas.openxmlformats.org/officeDocument/2006/relationships/tags" Target="../tags/tag8.xml"/><Relationship Id="rId50" Type="http://schemas.openxmlformats.org/officeDocument/2006/relationships/tags" Target="../tags/tag24.xml"/><Relationship Id="rId55" Type="http://schemas.openxmlformats.org/officeDocument/2006/relationships/tags" Target="../tags/tag2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slideLayout" Target="../slideLayouts/slideLayout65.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50" Type="http://schemas.openxmlformats.org/officeDocument/2006/relationships/slideLayout" Target="../slideLayouts/slideLayout76.xml"/><Relationship Id="rId7" Type="http://schemas.openxmlformats.org/officeDocument/2006/relationships/slideLayout" Target="../slideLayouts/slideLayout3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9" Type="http://schemas.openxmlformats.org/officeDocument/2006/relationships/slideLayout" Target="../slideLayouts/slideLayout55.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53" Type="http://schemas.openxmlformats.org/officeDocument/2006/relationships/slideLayout" Target="../slideLayouts/slideLayout79.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theme" Target="../theme/theme2.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05.xml"/><Relationship Id="rId21" Type="http://schemas.openxmlformats.org/officeDocument/2006/relationships/slideLayout" Target="../slideLayouts/slideLayout100.xml"/><Relationship Id="rId42" Type="http://schemas.openxmlformats.org/officeDocument/2006/relationships/tags" Target="../tags/tag341.xml"/><Relationship Id="rId47" Type="http://schemas.openxmlformats.org/officeDocument/2006/relationships/tags" Target="../tags/tag346.xml"/><Relationship Id="rId63" Type="http://schemas.openxmlformats.org/officeDocument/2006/relationships/tags" Target="../tags/tag362.xml"/><Relationship Id="rId68" Type="http://schemas.openxmlformats.org/officeDocument/2006/relationships/tags" Target="../tags/tag367.xml"/><Relationship Id="rId16" Type="http://schemas.openxmlformats.org/officeDocument/2006/relationships/slideLayout" Target="../slideLayouts/slideLayout95.xml"/><Relationship Id="rId11" Type="http://schemas.openxmlformats.org/officeDocument/2006/relationships/slideLayout" Target="../slideLayouts/slideLayout90.xml"/><Relationship Id="rId24" Type="http://schemas.openxmlformats.org/officeDocument/2006/relationships/slideLayout" Target="../slideLayouts/slideLayout103.xml"/><Relationship Id="rId32" Type="http://schemas.openxmlformats.org/officeDocument/2006/relationships/slideLayout" Target="../slideLayouts/slideLayout111.xml"/><Relationship Id="rId37" Type="http://schemas.openxmlformats.org/officeDocument/2006/relationships/tags" Target="../tags/tag336.xml"/><Relationship Id="rId40" Type="http://schemas.openxmlformats.org/officeDocument/2006/relationships/tags" Target="../tags/tag339.xml"/><Relationship Id="rId45" Type="http://schemas.openxmlformats.org/officeDocument/2006/relationships/tags" Target="../tags/tag344.xml"/><Relationship Id="rId53" Type="http://schemas.openxmlformats.org/officeDocument/2006/relationships/tags" Target="../tags/tag352.xml"/><Relationship Id="rId58" Type="http://schemas.openxmlformats.org/officeDocument/2006/relationships/tags" Target="../tags/tag357.xml"/><Relationship Id="rId66" Type="http://schemas.openxmlformats.org/officeDocument/2006/relationships/tags" Target="../tags/tag365.xml"/><Relationship Id="rId74" Type="http://schemas.openxmlformats.org/officeDocument/2006/relationships/tags" Target="../tags/tag373.xml"/><Relationship Id="rId5" Type="http://schemas.openxmlformats.org/officeDocument/2006/relationships/slideLayout" Target="../slideLayouts/slideLayout84.xml"/><Relationship Id="rId61" Type="http://schemas.openxmlformats.org/officeDocument/2006/relationships/tags" Target="../tags/tag360.xml"/><Relationship Id="rId19" Type="http://schemas.openxmlformats.org/officeDocument/2006/relationships/slideLayout" Target="../slideLayouts/slideLayout98.xml"/><Relationship Id="rId14" Type="http://schemas.openxmlformats.org/officeDocument/2006/relationships/slideLayout" Target="../slideLayouts/slideLayout93.xml"/><Relationship Id="rId22" Type="http://schemas.openxmlformats.org/officeDocument/2006/relationships/slideLayout" Target="../slideLayouts/slideLayout101.xml"/><Relationship Id="rId27" Type="http://schemas.openxmlformats.org/officeDocument/2006/relationships/slideLayout" Target="../slideLayouts/slideLayout106.xml"/><Relationship Id="rId30" Type="http://schemas.openxmlformats.org/officeDocument/2006/relationships/slideLayout" Target="../slideLayouts/slideLayout109.xml"/><Relationship Id="rId35" Type="http://schemas.openxmlformats.org/officeDocument/2006/relationships/theme" Target="../theme/theme3.xml"/><Relationship Id="rId43" Type="http://schemas.openxmlformats.org/officeDocument/2006/relationships/tags" Target="../tags/tag342.xml"/><Relationship Id="rId48" Type="http://schemas.openxmlformats.org/officeDocument/2006/relationships/tags" Target="../tags/tag347.xml"/><Relationship Id="rId56" Type="http://schemas.openxmlformats.org/officeDocument/2006/relationships/tags" Target="../tags/tag355.xml"/><Relationship Id="rId64" Type="http://schemas.openxmlformats.org/officeDocument/2006/relationships/tags" Target="../tags/tag363.xml"/><Relationship Id="rId69" Type="http://schemas.openxmlformats.org/officeDocument/2006/relationships/tags" Target="../tags/tag368.xml"/><Relationship Id="rId77" Type="http://schemas.openxmlformats.org/officeDocument/2006/relationships/tags" Target="../tags/tag376.xml"/><Relationship Id="rId8" Type="http://schemas.openxmlformats.org/officeDocument/2006/relationships/slideLayout" Target="../slideLayouts/slideLayout87.xml"/><Relationship Id="rId51" Type="http://schemas.openxmlformats.org/officeDocument/2006/relationships/tags" Target="../tags/tag350.xml"/><Relationship Id="rId72" Type="http://schemas.openxmlformats.org/officeDocument/2006/relationships/tags" Target="../tags/tag371.xml"/><Relationship Id="rId3" Type="http://schemas.openxmlformats.org/officeDocument/2006/relationships/slideLayout" Target="../slideLayouts/slideLayout82.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5" Type="http://schemas.openxmlformats.org/officeDocument/2006/relationships/slideLayout" Target="../slideLayouts/slideLayout104.xml"/><Relationship Id="rId33" Type="http://schemas.openxmlformats.org/officeDocument/2006/relationships/slideLayout" Target="../slideLayouts/slideLayout112.xml"/><Relationship Id="rId38" Type="http://schemas.openxmlformats.org/officeDocument/2006/relationships/tags" Target="../tags/tag337.xml"/><Relationship Id="rId46" Type="http://schemas.openxmlformats.org/officeDocument/2006/relationships/tags" Target="../tags/tag345.xml"/><Relationship Id="rId59" Type="http://schemas.openxmlformats.org/officeDocument/2006/relationships/tags" Target="../tags/tag358.xml"/><Relationship Id="rId67" Type="http://schemas.openxmlformats.org/officeDocument/2006/relationships/tags" Target="../tags/tag366.xml"/><Relationship Id="rId20" Type="http://schemas.openxmlformats.org/officeDocument/2006/relationships/slideLayout" Target="../slideLayouts/slideLayout99.xml"/><Relationship Id="rId41" Type="http://schemas.openxmlformats.org/officeDocument/2006/relationships/tags" Target="../tags/tag340.xml"/><Relationship Id="rId54" Type="http://schemas.openxmlformats.org/officeDocument/2006/relationships/tags" Target="../tags/tag353.xml"/><Relationship Id="rId62" Type="http://schemas.openxmlformats.org/officeDocument/2006/relationships/tags" Target="../tags/tag361.xml"/><Relationship Id="rId70" Type="http://schemas.openxmlformats.org/officeDocument/2006/relationships/tags" Target="../tags/tag369.xml"/><Relationship Id="rId75" Type="http://schemas.openxmlformats.org/officeDocument/2006/relationships/tags" Target="../tags/tag374.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5" Type="http://schemas.openxmlformats.org/officeDocument/2006/relationships/slideLayout" Target="../slideLayouts/slideLayout94.xml"/><Relationship Id="rId23" Type="http://schemas.openxmlformats.org/officeDocument/2006/relationships/slideLayout" Target="../slideLayouts/slideLayout102.xml"/><Relationship Id="rId28" Type="http://schemas.openxmlformats.org/officeDocument/2006/relationships/slideLayout" Target="../slideLayouts/slideLayout107.xml"/><Relationship Id="rId36" Type="http://schemas.openxmlformats.org/officeDocument/2006/relationships/tags" Target="../tags/tag335.xml"/><Relationship Id="rId49" Type="http://schemas.openxmlformats.org/officeDocument/2006/relationships/tags" Target="../tags/tag348.xml"/><Relationship Id="rId57" Type="http://schemas.openxmlformats.org/officeDocument/2006/relationships/tags" Target="../tags/tag356.xml"/><Relationship Id="rId10" Type="http://schemas.openxmlformats.org/officeDocument/2006/relationships/slideLayout" Target="../slideLayouts/slideLayout89.xml"/><Relationship Id="rId31" Type="http://schemas.openxmlformats.org/officeDocument/2006/relationships/slideLayout" Target="../slideLayouts/slideLayout110.xml"/><Relationship Id="rId44" Type="http://schemas.openxmlformats.org/officeDocument/2006/relationships/tags" Target="../tags/tag343.xml"/><Relationship Id="rId52" Type="http://schemas.openxmlformats.org/officeDocument/2006/relationships/tags" Target="../tags/tag351.xml"/><Relationship Id="rId60" Type="http://schemas.openxmlformats.org/officeDocument/2006/relationships/tags" Target="../tags/tag359.xml"/><Relationship Id="rId65" Type="http://schemas.openxmlformats.org/officeDocument/2006/relationships/tags" Target="../tags/tag364.xml"/><Relationship Id="rId73" Type="http://schemas.openxmlformats.org/officeDocument/2006/relationships/tags" Target="../tags/tag372.xml"/><Relationship Id="rId78" Type="http://schemas.openxmlformats.org/officeDocument/2006/relationships/tags" Target="../tags/tag377.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3" Type="http://schemas.openxmlformats.org/officeDocument/2006/relationships/slideLayout" Target="../slideLayouts/slideLayout92.xml"/><Relationship Id="rId18" Type="http://schemas.openxmlformats.org/officeDocument/2006/relationships/slideLayout" Target="../slideLayouts/slideLayout97.xml"/><Relationship Id="rId39" Type="http://schemas.openxmlformats.org/officeDocument/2006/relationships/tags" Target="../tags/tag338.xml"/><Relationship Id="rId34" Type="http://schemas.openxmlformats.org/officeDocument/2006/relationships/slideLayout" Target="../slideLayouts/slideLayout113.xml"/><Relationship Id="rId50" Type="http://schemas.openxmlformats.org/officeDocument/2006/relationships/tags" Target="../tags/tag349.xml"/><Relationship Id="rId55" Type="http://schemas.openxmlformats.org/officeDocument/2006/relationships/tags" Target="../tags/tag354.xml"/><Relationship Id="rId76" Type="http://schemas.openxmlformats.org/officeDocument/2006/relationships/tags" Target="../tags/tag375.xml"/><Relationship Id="rId7" Type="http://schemas.openxmlformats.org/officeDocument/2006/relationships/slideLayout" Target="../slideLayouts/slideLayout86.xml"/><Relationship Id="rId71" Type="http://schemas.openxmlformats.org/officeDocument/2006/relationships/tags" Target="../tags/tag370.xml"/><Relationship Id="rId2" Type="http://schemas.openxmlformats.org/officeDocument/2006/relationships/slideLayout" Target="../slideLayouts/slideLayout81.xml"/><Relationship Id="rId29"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7FC086D-550C-0391-52E6-60372882047E}"/>
              </a:ext>
            </a:extLst>
          </p:cNvPr>
          <p:cNvGraphicFramePr>
            <a:graphicFrameLocks/>
          </p:cNvGraphicFramePr>
          <p:nvPr userDrawn="1">
            <p:custDataLst>
              <p:tags r:id="rId28"/>
            </p:custDataLst>
            <p:extLst>
              <p:ext uri="{D42A27DB-BD31-4B8C-83A1-F6EECF244321}">
                <p14:modId xmlns:p14="http://schemas.microsoft.com/office/powerpoint/2010/main" val="4203103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0" imgW="347" imgH="348" progId="TCLayout.ActiveDocument.1">
                  <p:embed/>
                </p:oleObj>
              </mc:Choice>
              <mc:Fallback>
                <p:oleObj name="think-cell Slide" r:id="rId70" imgW="347" imgH="348" progId="TCLayout.ActiveDocument.1">
                  <p:embed/>
                  <p:pic>
                    <p:nvPicPr>
                      <p:cNvPr id="0" name=""/>
                      <p:cNvPicPr/>
                      <p:nvPr/>
                    </p:nvPicPr>
                    <p:blipFill>
                      <a:blip r:embed="rId71"/>
                      <a:stretch>
                        <a:fillRect/>
                      </a:stretch>
                    </p:blipFill>
                    <p:spPr>
                      <a:xfrm>
                        <a:off x="1588" y="1588"/>
                        <a:ext cx="1588" cy="1588"/>
                      </a:xfrm>
                      <a:prstGeom prst="rect">
                        <a:avLst/>
                      </a:prstGeom>
                    </p:spPr>
                  </p:pic>
                </p:oleObj>
              </mc:Fallback>
            </mc:AlternateContent>
          </a:graphicData>
        </a:graphic>
      </p:graphicFrame>
      <p:sp>
        <p:nvSpPr>
          <p:cNvPr id="103" name="SlideLogoText">
            <a:extLst>
              <a:ext uri="{FF2B5EF4-FFF2-40B4-BE49-F238E27FC236}">
                <a16:creationId xmlns:a16="http://schemas.microsoft.com/office/drawing/2014/main" id="{69FC0062-74AE-4BDA-ACE7-D069B448DDBC}"/>
              </a:ext>
            </a:extLst>
          </p:cNvPr>
          <p:cNvSpPr txBox="1"/>
          <p:nvPr>
            <p:custDataLst>
              <p:tags r:id="rId29"/>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30"/>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31"/>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p:custDataLst>
              <p:tags r:id="rId32"/>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33"/>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34"/>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55"/>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6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6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56"/>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6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6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57"/>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6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6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58"/>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6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6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59"/>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6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6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cxnSp>
        <p:nvCxnSpPr>
          <p:cNvPr id="7" name="BottomLine">
            <a:extLst>
              <a:ext uri="{FF2B5EF4-FFF2-40B4-BE49-F238E27FC236}">
                <a16:creationId xmlns:a16="http://schemas.microsoft.com/office/drawing/2014/main" id="{0E9A39F2-9F39-B63D-6667-292776313624}"/>
              </a:ext>
            </a:extLst>
          </p:cNvPr>
          <p:cNvCxnSpPr/>
          <p:nvPr userDrawn="1">
            <p:custDataLst>
              <p:tags r:id="rId35"/>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
            <a:extLst>
              <a:ext uri="{FF2B5EF4-FFF2-40B4-BE49-F238E27FC236}">
                <a16:creationId xmlns:a16="http://schemas.microsoft.com/office/drawing/2014/main" id="{53C9F739-9886-1BA9-8A23-1D3A1FD55B6E}"/>
              </a:ext>
            </a:extLst>
          </p:cNvPr>
          <p:cNvCxnSpPr/>
          <p:nvPr userDrawn="1">
            <p:custDataLst>
              <p:tags r:id="rId36"/>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4. Footnote" hidden="1">
            <a:extLst>
              <a:ext uri="{FF2B5EF4-FFF2-40B4-BE49-F238E27FC236}">
                <a16:creationId xmlns:a16="http://schemas.microsoft.com/office/drawing/2014/main" id="{F1897D89-6FB8-62D7-618A-A1F910A4A4E5}"/>
              </a:ext>
            </a:extLst>
          </p:cNvPr>
          <p:cNvSpPr txBox="1"/>
          <p:nvPr userDrawn="1">
            <p:custDataLst>
              <p:tags r:id="rId3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0" name="Grid" hidden="1">
            <a:extLst>
              <a:ext uri="{FF2B5EF4-FFF2-40B4-BE49-F238E27FC236}">
                <a16:creationId xmlns:a16="http://schemas.microsoft.com/office/drawing/2014/main" id="{51644440-1ADD-8E9D-86D4-FB7BFA9BC0A2}"/>
              </a:ext>
            </a:extLst>
          </p:cNvPr>
          <p:cNvGrpSpPr/>
          <p:nvPr userDrawn="1">
            <p:custDataLst>
              <p:tags r:id="rId38"/>
            </p:custDataLst>
          </p:nvPr>
        </p:nvGrpSpPr>
        <p:grpSpPr>
          <a:xfrm>
            <a:off x="0" y="0"/>
            <a:ext cx="12190476" cy="6858000"/>
            <a:chOff x="0" y="0"/>
            <a:chExt cx="12190476" cy="6858000"/>
          </a:xfrm>
        </p:grpSpPr>
        <p:sp>
          <p:nvSpPr>
            <p:cNvPr id="12" name="slide margin">
              <a:extLst>
                <a:ext uri="{FF2B5EF4-FFF2-40B4-BE49-F238E27FC236}">
                  <a16:creationId xmlns:a16="http://schemas.microsoft.com/office/drawing/2014/main" id="{DFDD99EA-E72A-B0BB-6037-FCD2385E0611}"/>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13" name="Straight Connector 12">
              <a:extLst>
                <a:ext uri="{FF2B5EF4-FFF2-40B4-BE49-F238E27FC236}">
                  <a16:creationId xmlns:a16="http://schemas.microsoft.com/office/drawing/2014/main" id="{9E5EF601-8444-8F22-A16C-B29B72ECFDE9}"/>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25639-9BC0-04C4-C395-EA0D1CE24354}"/>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65A1D5-1116-62C1-599E-43929F95F622}"/>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08034E-59EE-6FCF-409D-813B8A70351D}"/>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C0E065-4425-104F-EF00-6F666751C801}"/>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E534CC-B1CD-D23B-B940-1E6183D2FF79}"/>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A036F3-B8C6-F93B-D0A3-B42D63FB5B19}"/>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8DC308-0506-271A-CB8A-72B4FC39713B}"/>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452DE4-8C19-96C0-E209-F46BF6DAAFFB}"/>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5B74EC-5C7B-2AB1-4B8B-36E6FDC507D6}"/>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6AB8A6-26CA-7FB1-5B6E-2BDB99B790AE}"/>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748C74-63F9-0D4A-EF34-C4CEBB0754B4}"/>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6" name="Freeform: Shape 72">
              <a:extLst>
                <a:ext uri="{FF2B5EF4-FFF2-40B4-BE49-F238E27FC236}">
                  <a16:creationId xmlns:a16="http://schemas.microsoft.com/office/drawing/2014/main" id="{F206F557-705C-3A42-760E-70DD71AC0633}"/>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7" name="Freeform: Shape 73">
              <a:extLst>
                <a:ext uri="{FF2B5EF4-FFF2-40B4-BE49-F238E27FC236}">
                  <a16:creationId xmlns:a16="http://schemas.microsoft.com/office/drawing/2014/main" id="{3A895951-C0B7-EF46-76A8-C7FAF1A3ADA9}"/>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8" name="Freeform: Shape 74">
              <a:extLst>
                <a:ext uri="{FF2B5EF4-FFF2-40B4-BE49-F238E27FC236}">
                  <a16:creationId xmlns:a16="http://schemas.microsoft.com/office/drawing/2014/main" id="{62D79D41-FB0F-4EA0-C860-65AFB096E11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9" name="Freeform: Shape 75">
              <a:extLst>
                <a:ext uri="{FF2B5EF4-FFF2-40B4-BE49-F238E27FC236}">
                  <a16:creationId xmlns:a16="http://schemas.microsoft.com/office/drawing/2014/main" id="{8FBC2369-68EF-4544-D73C-4DDAA8277FFD}"/>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0" name="Freeform: Shape 76">
              <a:extLst>
                <a:ext uri="{FF2B5EF4-FFF2-40B4-BE49-F238E27FC236}">
                  <a16:creationId xmlns:a16="http://schemas.microsoft.com/office/drawing/2014/main" id="{D1F30BDD-B520-9B5D-B18B-6FAFADC3D964}"/>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1" name="Freeform: Shape 77">
              <a:extLst>
                <a:ext uri="{FF2B5EF4-FFF2-40B4-BE49-F238E27FC236}">
                  <a16:creationId xmlns:a16="http://schemas.microsoft.com/office/drawing/2014/main" id="{E997A2FF-CE4B-40BE-9756-9BAE07D84F9B}"/>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2" name="Freeform: Shape 78">
              <a:extLst>
                <a:ext uri="{FF2B5EF4-FFF2-40B4-BE49-F238E27FC236}">
                  <a16:creationId xmlns:a16="http://schemas.microsoft.com/office/drawing/2014/main" id="{A2B6E240-3F84-886B-4CDD-AD310BF84EAD}"/>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3" name="Freeform: Shape 79">
              <a:extLst>
                <a:ext uri="{FF2B5EF4-FFF2-40B4-BE49-F238E27FC236}">
                  <a16:creationId xmlns:a16="http://schemas.microsoft.com/office/drawing/2014/main" id="{9D00475B-AFA4-C8E7-E054-FFE5DF99DE76}"/>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4" name="Freeform: Shape 80">
              <a:extLst>
                <a:ext uri="{FF2B5EF4-FFF2-40B4-BE49-F238E27FC236}">
                  <a16:creationId xmlns:a16="http://schemas.microsoft.com/office/drawing/2014/main" id="{C9784F11-D6C4-7797-4572-31C608389129}"/>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5" name="Freeform: Shape 81">
              <a:extLst>
                <a:ext uri="{FF2B5EF4-FFF2-40B4-BE49-F238E27FC236}">
                  <a16:creationId xmlns:a16="http://schemas.microsoft.com/office/drawing/2014/main" id="{7163AEF6-C346-ABBD-E3BE-BA071956B065}"/>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6" name="Freeform: Shape 82">
              <a:extLst>
                <a:ext uri="{FF2B5EF4-FFF2-40B4-BE49-F238E27FC236}">
                  <a16:creationId xmlns:a16="http://schemas.microsoft.com/office/drawing/2014/main" id="{4C1E182C-2571-C0A1-195A-09B6805C639E}"/>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7" name="Freeform: Shape 83">
              <a:extLst>
                <a:ext uri="{FF2B5EF4-FFF2-40B4-BE49-F238E27FC236}">
                  <a16:creationId xmlns:a16="http://schemas.microsoft.com/office/drawing/2014/main" id="{A09D0A1E-F3D3-4EDA-A958-66F385C229E5}"/>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8" name="Freeform: Shape 84">
              <a:extLst>
                <a:ext uri="{FF2B5EF4-FFF2-40B4-BE49-F238E27FC236}">
                  <a16:creationId xmlns:a16="http://schemas.microsoft.com/office/drawing/2014/main" id="{2EADAFE0-CE70-3272-F177-111E345B1D5F}"/>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9" name="Freeform: Shape 85">
              <a:extLst>
                <a:ext uri="{FF2B5EF4-FFF2-40B4-BE49-F238E27FC236}">
                  <a16:creationId xmlns:a16="http://schemas.microsoft.com/office/drawing/2014/main" id="{A38C3561-4BB0-06F1-16C8-116543B8FE2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0" name="Freeform: Shape 86">
              <a:extLst>
                <a:ext uri="{FF2B5EF4-FFF2-40B4-BE49-F238E27FC236}">
                  <a16:creationId xmlns:a16="http://schemas.microsoft.com/office/drawing/2014/main" id="{9402A10F-1610-EA76-AE7A-792DEE0C670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1" name="Freeform: Shape 87">
              <a:extLst>
                <a:ext uri="{FF2B5EF4-FFF2-40B4-BE49-F238E27FC236}">
                  <a16:creationId xmlns:a16="http://schemas.microsoft.com/office/drawing/2014/main" id="{F05474CD-57B5-7B0B-430C-0B77DA372F45}"/>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2" name="Freeform: Shape 88">
              <a:extLst>
                <a:ext uri="{FF2B5EF4-FFF2-40B4-BE49-F238E27FC236}">
                  <a16:creationId xmlns:a16="http://schemas.microsoft.com/office/drawing/2014/main" id="{BDC96CDA-7F07-B2C9-5DA9-1BD49CF4F80E}"/>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3" name="Freeform: Shape 89">
              <a:extLst>
                <a:ext uri="{FF2B5EF4-FFF2-40B4-BE49-F238E27FC236}">
                  <a16:creationId xmlns:a16="http://schemas.microsoft.com/office/drawing/2014/main" id="{990BD212-EA36-6D25-30DD-20D38B42C1F3}"/>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4" name="Freeform: Shape 90">
              <a:extLst>
                <a:ext uri="{FF2B5EF4-FFF2-40B4-BE49-F238E27FC236}">
                  <a16:creationId xmlns:a16="http://schemas.microsoft.com/office/drawing/2014/main" id="{F395A1C6-3F8A-2A6B-24D8-630016CA41ED}"/>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5" name="Freeform: Shape 91">
              <a:extLst>
                <a:ext uri="{FF2B5EF4-FFF2-40B4-BE49-F238E27FC236}">
                  <a16:creationId xmlns:a16="http://schemas.microsoft.com/office/drawing/2014/main" id="{E390241E-8C1E-9EF9-863E-6A42242913E6}"/>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6" name="Freeform: Shape 92">
              <a:extLst>
                <a:ext uri="{FF2B5EF4-FFF2-40B4-BE49-F238E27FC236}">
                  <a16:creationId xmlns:a16="http://schemas.microsoft.com/office/drawing/2014/main" id="{F3CC0A30-8351-4C98-5A0A-A87C59D781A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7" name="Freeform: Shape 93">
              <a:extLst>
                <a:ext uri="{FF2B5EF4-FFF2-40B4-BE49-F238E27FC236}">
                  <a16:creationId xmlns:a16="http://schemas.microsoft.com/office/drawing/2014/main" id="{B1FD3E3A-995B-5335-C94B-5BBD52AAD038}"/>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8" name="Freeform: Shape 94">
              <a:extLst>
                <a:ext uri="{FF2B5EF4-FFF2-40B4-BE49-F238E27FC236}">
                  <a16:creationId xmlns:a16="http://schemas.microsoft.com/office/drawing/2014/main" id="{6D884214-CADE-E9E8-7EBB-AD9EA8205ECC}"/>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9" name="Freeform: Shape 95">
              <a:extLst>
                <a:ext uri="{FF2B5EF4-FFF2-40B4-BE49-F238E27FC236}">
                  <a16:creationId xmlns:a16="http://schemas.microsoft.com/office/drawing/2014/main" id="{7001AA20-0FB9-3E59-2C13-68CFEB63FF0A}"/>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50" name="Freeform: Shape 96">
              <a:extLst>
                <a:ext uri="{FF2B5EF4-FFF2-40B4-BE49-F238E27FC236}">
                  <a16:creationId xmlns:a16="http://schemas.microsoft.com/office/drawing/2014/main" id="{0B055B71-9080-62F8-DDEF-05FC3C3AF535}"/>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51" name="Straight Connector 50">
              <a:extLst>
                <a:ext uri="{FF2B5EF4-FFF2-40B4-BE49-F238E27FC236}">
                  <a16:creationId xmlns:a16="http://schemas.microsoft.com/office/drawing/2014/main" id="{65E76766-E6F1-9BDC-90D6-5DDA87FAA6B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60ED82-73BF-572D-8249-42C7EAB989DE}"/>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4010D7-A4D0-B7B3-A7F0-ADFC601A0DF2}"/>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F3DB34-6F53-DC66-DD38-4FC0CA044549}"/>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F0A684-C510-1FAC-FBE4-0B96A84AF71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BF92786-635F-3978-073F-F114CF356704}"/>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1D4FC4-ABFC-703A-2ED7-4D5C438B5A97}"/>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5C24278-582F-2870-0438-CA3CB0B139A8}"/>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EDFD6CF-9942-06B0-8F59-8E5B3284A6AF}"/>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5262545-5B6C-A771-B4DA-ACFBE3236829}"/>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B9B940A-5927-E739-3611-61DA3375811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C849113-605B-F3DA-E173-281AC8280A12}"/>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CDFC5C8-F98A-D081-8EF4-955E04E0AF34}"/>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7B1670F-FC44-661A-1162-E11EB84CD3FB}"/>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98B1418-E134-314C-3F80-57558A108CF2}"/>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56FE22-E476-387F-51C6-2C3ECFF12B9E}"/>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E3626EA-72F9-D117-FC8E-2C4B290D9903}"/>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71F10BE-65F9-FA45-8FED-61F63DCE140D}"/>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103E583-6ADC-FDD2-D7FE-C3D8144340F5}"/>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450D1BB-2FEB-748A-8B85-369DF66F1412}"/>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16037A9-466B-CD2D-007E-BE83B10BD83A}"/>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BA0A609-D369-0EA5-BBF6-9A747BCD68AA}"/>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B4BBC03-D655-703E-11A8-2BCF28AAED8C}"/>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6684BEC-43CE-A48E-AE76-E14D5030960C}"/>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4B14B62-0408-790C-7987-A094F71DEBFB}"/>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E9ED69-034C-427D-CE50-D42D91D81E10}"/>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AD91689-FF82-C974-4DB8-DBD32B49B95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1776815-911C-CEEB-AEFF-99733D3AA8E5}"/>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8A50A73-AE29-C0F3-D459-44636AD26EE4}"/>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9F4810E-2F78-D3AB-8712-A71710010F84}"/>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63D516C-8A1D-5C0D-0C3B-F8D696ECD154}"/>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AD17F0F-5E2C-EDAB-9E86-8EBB04755668}"/>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99FEAE6-2345-2206-E336-675EB4588455}"/>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3CF941D-4F37-EBC6-5854-F5B9EF02AB7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E63E3E3-7041-EBA7-3942-B4FC2DB7450A}"/>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68E7D5A-96C2-BD55-8D55-F27CEDADF061}"/>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DF25BB-38E5-D9E1-5F2A-CDD5B2F6F510}"/>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75403A6-13D0-5897-02C5-05A9595BE158}"/>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984302-BDC4-1FCC-57F9-838A4BE99CF8}"/>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632348-38EB-0F91-820E-D158D42B5B78}"/>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6EE9006-9537-518C-97FF-046FE1238245}"/>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B833350-D606-1EBC-F1FC-3A9BB35FC99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2249093-A4A5-F64A-FF99-B3F52AB459F7}"/>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C5D1C4F-FC18-9722-8BF2-3FA8FD57D96A}"/>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27" name="main body box">
              <a:extLst>
                <a:ext uri="{FF2B5EF4-FFF2-40B4-BE49-F238E27FC236}">
                  <a16:creationId xmlns:a16="http://schemas.microsoft.com/office/drawing/2014/main" id="{01A00ABC-6BB8-8486-683A-06BD49F14F87}"/>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228" name="Straight Connector 227">
              <a:extLst>
                <a:ext uri="{FF2B5EF4-FFF2-40B4-BE49-F238E27FC236}">
                  <a16:creationId xmlns:a16="http://schemas.microsoft.com/office/drawing/2014/main" id="{320B04C9-EB26-A43C-9EEE-F4E7A573D8CC}"/>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229" name="Straight Connector 228">
              <a:extLst>
                <a:ext uri="{FF2B5EF4-FFF2-40B4-BE49-F238E27FC236}">
                  <a16:creationId xmlns:a16="http://schemas.microsoft.com/office/drawing/2014/main" id="{C361B652-9F3D-9F6D-0BF0-9649B79F9E5D}"/>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230" name="LegendBoxes" hidden="1">
            <a:extLst>
              <a:ext uri="{FF2B5EF4-FFF2-40B4-BE49-F238E27FC236}">
                <a16:creationId xmlns:a16="http://schemas.microsoft.com/office/drawing/2014/main" id="{DA140FE2-CADF-EA30-ED30-29A72CACED0B}"/>
              </a:ext>
            </a:extLst>
          </p:cNvPr>
          <p:cNvGrpSpPr/>
          <p:nvPr userDrawn="1"/>
        </p:nvGrpSpPr>
        <p:grpSpPr>
          <a:xfrm>
            <a:off x="10554770" y="4322824"/>
            <a:ext cx="984864" cy="1717282"/>
            <a:chOff x="9585951" y="2980105"/>
            <a:chExt cx="984864" cy="1717282"/>
          </a:xfrm>
        </p:grpSpPr>
        <p:sp>
          <p:nvSpPr>
            <p:cNvPr id="231" name="RectangleLegend1">
              <a:extLst>
                <a:ext uri="{FF2B5EF4-FFF2-40B4-BE49-F238E27FC236}">
                  <a16:creationId xmlns:a16="http://schemas.microsoft.com/office/drawing/2014/main" id="{3D56CF41-9C15-7367-27AC-93B05F2BE373}"/>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2" name="RectangleLegend2">
              <a:extLst>
                <a:ext uri="{FF2B5EF4-FFF2-40B4-BE49-F238E27FC236}">
                  <a16:creationId xmlns:a16="http://schemas.microsoft.com/office/drawing/2014/main" id="{49AD417F-308C-5992-8823-94BFE60BD4A2}"/>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3" name="RectangleLegend3">
              <a:extLst>
                <a:ext uri="{FF2B5EF4-FFF2-40B4-BE49-F238E27FC236}">
                  <a16:creationId xmlns:a16="http://schemas.microsoft.com/office/drawing/2014/main" id="{47CF24C4-5720-4353-1F3E-A2C7AFBA3F7B}"/>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4" name="RectangleLegend4">
              <a:extLst>
                <a:ext uri="{FF2B5EF4-FFF2-40B4-BE49-F238E27FC236}">
                  <a16:creationId xmlns:a16="http://schemas.microsoft.com/office/drawing/2014/main" id="{31EB11AC-04F8-B178-5C48-858D6D97C307}"/>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5" name="RectangleLegend5">
              <a:extLst>
                <a:ext uri="{FF2B5EF4-FFF2-40B4-BE49-F238E27FC236}">
                  <a16:creationId xmlns:a16="http://schemas.microsoft.com/office/drawing/2014/main" id="{31BC1CD9-1007-79AC-39CA-55BA6E254762}"/>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6" name="Legend1">
              <a:extLst>
                <a:ext uri="{FF2B5EF4-FFF2-40B4-BE49-F238E27FC236}">
                  <a16:creationId xmlns:a16="http://schemas.microsoft.com/office/drawing/2014/main" id="{03A389AE-AEFA-0F10-E5F2-2663AE691519}"/>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7" name="Legend2">
              <a:extLst>
                <a:ext uri="{FF2B5EF4-FFF2-40B4-BE49-F238E27FC236}">
                  <a16:creationId xmlns:a16="http://schemas.microsoft.com/office/drawing/2014/main" id="{022A8E04-C1CC-07DD-A0A3-53A43BDF8E43}"/>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8" name="Legend3">
              <a:extLst>
                <a:ext uri="{FF2B5EF4-FFF2-40B4-BE49-F238E27FC236}">
                  <a16:creationId xmlns:a16="http://schemas.microsoft.com/office/drawing/2014/main" id="{D0FA2EAB-FEBC-9246-113E-F8975043C34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9" name="Legend4">
              <a:extLst>
                <a:ext uri="{FF2B5EF4-FFF2-40B4-BE49-F238E27FC236}">
                  <a16:creationId xmlns:a16="http://schemas.microsoft.com/office/drawing/2014/main" id="{EB06A4EF-5C6A-1BC9-735A-3D9E405C0C48}"/>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0" name="Legend5">
              <a:extLst>
                <a:ext uri="{FF2B5EF4-FFF2-40B4-BE49-F238E27FC236}">
                  <a16:creationId xmlns:a16="http://schemas.microsoft.com/office/drawing/2014/main" id="{E1842B41-D7C0-5BF1-4DA4-FD2A3A0AB9D7}"/>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241" name="LegendMoons" hidden="1">
            <a:extLst>
              <a:ext uri="{FF2B5EF4-FFF2-40B4-BE49-F238E27FC236}">
                <a16:creationId xmlns:a16="http://schemas.microsoft.com/office/drawing/2014/main" id="{120D6298-48BC-FD1F-2FF4-80415E1C0960}"/>
              </a:ext>
            </a:extLst>
          </p:cNvPr>
          <p:cNvGrpSpPr/>
          <p:nvPr userDrawn="1"/>
        </p:nvGrpSpPr>
        <p:grpSpPr>
          <a:xfrm>
            <a:off x="7723680" y="1702457"/>
            <a:ext cx="1023616" cy="1731859"/>
            <a:chOff x="7723680" y="1702457"/>
            <a:chExt cx="1023616" cy="1731859"/>
          </a:xfrm>
        </p:grpSpPr>
        <p:sp>
          <p:nvSpPr>
            <p:cNvPr id="242" name="Legend1">
              <a:extLst>
                <a:ext uri="{FF2B5EF4-FFF2-40B4-BE49-F238E27FC236}">
                  <a16:creationId xmlns:a16="http://schemas.microsoft.com/office/drawing/2014/main" id="{D4645ED9-4C1A-B150-D4AD-3859909EDF9D}"/>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3" name="Legend2">
              <a:extLst>
                <a:ext uri="{FF2B5EF4-FFF2-40B4-BE49-F238E27FC236}">
                  <a16:creationId xmlns:a16="http://schemas.microsoft.com/office/drawing/2014/main" id="{B097AA46-31C7-DF4F-BA04-ECE0B2DA47C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4" name="Legend3">
              <a:extLst>
                <a:ext uri="{FF2B5EF4-FFF2-40B4-BE49-F238E27FC236}">
                  <a16:creationId xmlns:a16="http://schemas.microsoft.com/office/drawing/2014/main" id="{1B6E5ECB-7D44-C964-9F92-8F17281991DB}"/>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5" name="Legend4">
              <a:extLst>
                <a:ext uri="{FF2B5EF4-FFF2-40B4-BE49-F238E27FC236}">
                  <a16:creationId xmlns:a16="http://schemas.microsoft.com/office/drawing/2014/main" id="{750BF540-29C6-64FF-4671-ACC833E4A778}"/>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6" name="Legend5">
              <a:extLst>
                <a:ext uri="{FF2B5EF4-FFF2-40B4-BE49-F238E27FC236}">
                  <a16:creationId xmlns:a16="http://schemas.microsoft.com/office/drawing/2014/main" id="{4AC683E1-DB66-07EC-9E5B-FE2323B40A20}"/>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247" name="MoonLegend1">
              <a:extLst>
                <a:ext uri="{FF2B5EF4-FFF2-40B4-BE49-F238E27FC236}">
                  <a16:creationId xmlns:a16="http://schemas.microsoft.com/office/drawing/2014/main" id="{FAA7541F-C866-D60B-770F-A59B3332E829}"/>
                </a:ext>
              </a:extLst>
            </p:cNvPr>
            <p:cNvGrpSpPr>
              <a:grpSpLocks noChangeAspect="1"/>
            </p:cNvGrpSpPr>
            <p:nvPr>
              <p:custDataLst>
                <p:tags r:id="rId40"/>
              </p:custDataLst>
            </p:nvPr>
          </p:nvGrpSpPr>
          <p:grpSpPr>
            <a:xfrm>
              <a:off x="7723680" y="1702457"/>
              <a:ext cx="228600" cy="228600"/>
              <a:chOff x="762000" y="1270000"/>
              <a:chExt cx="254000" cy="254000"/>
            </a:xfrm>
          </p:grpSpPr>
          <p:sp>
            <p:nvSpPr>
              <p:cNvPr id="260" name="Oval 259">
                <a:extLst>
                  <a:ext uri="{FF2B5EF4-FFF2-40B4-BE49-F238E27FC236}">
                    <a16:creationId xmlns:a16="http://schemas.microsoft.com/office/drawing/2014/main" id="{F9765154-4172-6B57-824F-E3282EB25545}"/>
                  </a:ext>
                </a:extLst>
              </p:cNvPr>
              <p:cNvSpPr/>
              <p:nvPr>
                <p:custDataLst>
                  <p:tags r:id="rId5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c 260" hidden="1">
                <a:extLst>
                  <a:ext uri="{FF2B5EF4-FFF2-40B4-BE49-F238E27FC236}">
                    <a16:creationId xmlns:a16="http://schemas.microsoft.com/office/drawing/2014/main" id="{3080280D-10CE-12FB-C043-DAF18B92224E}"/>
                  </a:ext>
                </a:extLst>
              </p:cNvPr>
              <p:cNvSpPr/>
              <p:nvPr>
                <p:custDataLst>
                  <p:tags r:id="rId5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8" name="MoonLegend2">
              <a:extLst>
                <a:ext uri="{FF2B5EF4-FFF2-40B4-BE49-F238E27FC236}">
                  <a16:creationId xmlns:a16="http://schemas.microsoft.com/office/drawing/2014/main" id="{35BFD9DA-1144-8DA1-53C3-E01D5FCE9607}"/>
                </a:ext>
              </a:extLst>
            </p:cNvPr>
            <p:cNvGrpSpPr>
              <a:grpSpLocks noChangeAspect="1"/>
            </p:cNvGrpSpPr>
            <p:nvPr>
              <p:custDataLst>
                <p:tags r:id="rId41"/>
              </p:custDataLst>
            </p:nvPr>
          </p:nvGrpSpPr>
          <p:grpSpPr>
            <a:xfrm>
              <a:off x="7723680" y="2078270"/>
              <a:ext cx="228600" cy="228600"/>
              <a:chOff x="762000" y="1270000"/>
              <a:chExt cx="254000" cy="254000"/>
            </a:xfrm>
          </p:grpSpPr>
          <p:sp>
            <p:nvSpPr>
              <p:cNvPr id="258" name="Oval 257">
                <a:extLst>
                  <a:ext uri="{FF2B5EF4-FFF2-40B4-BE49-F238E27FC236}">
                    <a16:creationId xmlns:a16="http://schemas.microsoft.com/office/drawing/2014/main" id="{7F3A3989-BFC1-FB0C-B737-5372F8E5251A}"/>
                  </a:ext>
                </a:extLst>
              </p:cNvPr>
              <p:cNvSpPr/>
              <p:nvPr>
                <p:custDataLst>
                  <p:tags r:id="rId5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9" name="Arc 258">
                <a:extLst>
                  <a:ext uri="{FF2B5EF4-FFF2-40B4-BE49-F238E27FC236}">
                    <a16:creationId xmlns:a16="http://schemas.microsoft.com/office/drawing/2014/main" id="{89CD9953-848A-D82D-7E93-D7FB686C0FE9}"/>
                  </a:ext>
                </a:extLst>
              </p:cNvPr>
              <p:cNvSpPr/>
              <p:nvPr>
                <p:custDataLst>
                  <p:tags r:id="rId5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9" name="MoonLegend3">
              <a:extLst>
                <a:ext uri="{FF2B5EF4-FFF2-40B4-BE49-F238E27FC236}">
                  <a16:creationId xmlns:a16="http://schemas.microsoft.com/office/drawing/2014/main" id="{3A6C7557-E615-FD87-E58D-14658FF5B2FF}"/>
                </a:ext>
              </a:extLst>
            </p:cNvPr>
            <p:cNvGrpSpPr>
              <a:grpSpLocks noChangeAspect="1"/>
            </p:cNvGrpSpPr>
            <p:nvPr>
              <p:custDataLst>
                <p:tags r:id="rId42"/>
              </p:custDataLst>
            </p:nvPr>
          </p:nvGrpSpPr>
          <p:grpSpPr>
            <a:xfrm>
              <a:off x="7723680" y="2454085"/>
              <a:ext cx="228600" cy="228600"/>
              <a:chOff x="762000" y="1270000"/>
              <a:chExt cx="254000" cy="254000"/>
            </a:xfrm>
          </p:grpSpPr>
          <p:sp>
            <p:nvSpPr>
              <p:cNvPr id="256" name="Oval 255">
                <a:extLst>
                  <a:ext uri="{FF2B5EF4-FFF2-40B4-BE49-F238E27FC236}">
                    <a16:creationId xmlns:a16="http://schemas.microsoft.com/office/drawing/2014/main" id="{79CC9BBC-BBEE-3499-50C2-103A049A2E39}"/>
                  </a:ext>
                </a:extLst>
              </p:cNvPr>
              <p:cNvSpPr/>
              <p:nvPr>
                <p:custDataLst>
                  <p:tags r:id="rId4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7" name="Arc 256">
                <a:extLst>
                  <a:ext uri="{FF2B5EF4-FFF2-40B4-BE49-F238E27FC236}">
                    <a16:creationId xmlns:a16="http://schemas.microsoft.com/office/drawing/2014/main" id="{CA9D0D66-B926-6711-C9CD-CC26CC428752}"/>
                  </a:ext>
                </a:extLst>
              </p:cNvPr>
              <p:cNvSpPr/>
              <p:nvPr>
                <p:custDataLst>
                  <p:tags r:id="rId5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0" name="MoonLegend4">
              <a:extLst>
                <a:ext uri="{FF2B5EF4-FFF2-40B4-BE49-F238E27FC236}">
                  <a16:creationId xmlns:a16="http://schemas.microsoft.com/office/drawing/2014/main" id="{5145DF82-5284-5B87-E8ED-35DFDE527B9C}"/>
                </a:ext>
              </a:extLst>
            </p:cNvPr>
            <p:cNvGrpSpPr>
              <a:grpSpLocks noChangeAspect="1"/>
            </p:cNvGrpSpPr>
            <p:nvPr>
              <p:custDataLst>
                <p:tags r:id="rId43"/>
              </p:custDataLst>
            </p:nvPr>
          </p:nvGrpSpPr>
          <p:grpSpPr>
            <a:xfrm>
              <a:off x="7723680" y="2829900"/>
              <a:ext cx="228600" cy="228600"/>
              <a:chOff x="762000" y="1270000"/>
              <a:chExt cx="254000" cy="254000"/>
            </a:xfrm>
          </p:grpSpPr>
          <p:sp>
            <p:nvSpPr>
              <p:cNvPr id="254" name="Oval 253">
                <a:extLst>
                  <a:ext uri="{FF2B5EF4-FFF2-40B4-BE49-F238E27FC236}">
                    <a16:creationId xmlns:a16="http://schemas.microsoft.com/office/drawing/2014/main" id="{90C635A4-3E20-0EB8-7815-407711BC5F28}"/>
                  </a:ext>
                </a:extLst>
              </p:cNvPr>
              <p:cNvSpPr/>
              <p:nvPr>
                <p:custDataLst>
                  <p:tags r:id="rId4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Arc 254">
                <a:extLst>
                  <a:ext uri="{FF2B5EF4-FFF2-40B4-BE49-F238E27FC236}">
                    <a16:creationId xmlns:a16="http://schemas.microsoft.com/office/drawing/2014/main" id="{C65316C1-EDCB-E2BE-4D89-1E1468DE7420}"/>
                  </a:ext>
                </a:extLst>
              </p:cNvPr>
              <p:cNvSpPr/>
              <p:nvPr>
                <p:custDataLst>
                  <p:tags r:id="rId4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1" name="MoonLegend5">
              <a:extLst>
                <a:ext uri="{FF2B5EF4-FFF2-40B4-BE49-F238E27FC236}">
                  <a16:creationId xmlns:a16="http://schemas.microsoft.com/office/drawing/2014/main" id="{D8358732-CCB1-2629-A827-5C53E0761679}"/>
                </a:ext>
              </a:extLst>
            </p:cNvPr>
            <p:cNvGrpSpPr>
              <a:grpSpLocks noChangeAspect="1"/>
            </p:cNvGrpSpPr>
            <p:nvPr>
              <p:custDataLst>
                <p:tags r:id="rId44"/>
              </p:custDataLst>
            </p:nvPr>
          </p:nvGrpSpPr>
          <p:grpSpPr>
            <a:xfrm>
              <a:off x="7723680" y="3205716"/>
              <a:ext cx="228600" cy="228600"/>
              <a:chOff x="762000" y="1270000"/>
              <a:chExt cx="254000" cy="254000"/>
            </a:xfrm>
          </p:grpSpPr>
          <p:sp>
            <p:nvSpPr>
              <p:cNvPr id="252" name="Oval 251">
                <a:extLst>
                  <a:ext uri="{FF2B5EF4-FFF2-40B4-BE49-F238E27FC236}">
                    <a16:creationId xmlns:a16="http://schemas.microsoft.com/office/drawing/2014/main" id="{D232D143-C395-53AC-A2AC-DABF2AC778C7}"/>
                  </a:ext>
                </a:extLst>
              </p:cNvPr>
              <p:cNvSpPr/>
              <p:nvPr>
                <p:custDataLst>
                  <p:tags r:id="rId4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3" name="Arc 252">
                <a:extLst>
                  <a:ext uri="{FF2B5EF4-FFF2-40B4-BE49-F238E27FC236}">
                    <a16:creationId xmlns:a16="http://schemas.microsoft.com/office/drawing/2014/main" id="{58A1EC73-211C-38DE-8D39-329285214178}"/>
                  </a:ext>
                </a:extLst>
              </p:cNvPr>
              <p:cNvSpPr/>
              <p:nvPr>
                <p:custDataLst>
                  <p:tags r:id="rId4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62" name="Sticker" hidden="1">
            <a:extLst>
              <a:ext uri="{FF2B5EF4-FFF2-40B4-BE49-F238E27FC236}">
                <a16:creationId xmlns:a16="http://schemas.microsoft.com/office/drawing/2014/main" id="{F81F59CB-FAF1-7482-9956-93A229A62604}"/>
              </a:ext>
            </a:extLst>
          </p:cNvPr>
          <p:cNvGrpSpPr>
            <a:grpSpLocks noChangeAspect="1"/>
          </p:cNvGrpSpPr>
          <p:nvPr userDrawn="1"/>
        </p:nvGrpSpPr>
        <p:grpSpPr bwMode="gray">
          <a:xfrm>
            <a:off x="558192" y="1289273"/>
            <a:ext cx="429605" cy="156997"/>
            <a:chOff x="8456447" y="272180"/>
            <a:chExt cx="322188" cy="156966"/>
          </a:xfrm>
        </p:grpSpPr>
        <p:sp>
          <p:nvSpPr>
            <p:cNvPr id="263" name="StickerRectangle">
              <a:extLst>
                <a:ext uri="{FF2B5EF4-FFF2-40B4-BE49-F238E27FC236}">
                  <a16:creationId xmlns:a16="http://schemas.microsoft.com/office/drawing/2014/main" id="{F6DD3CC4-22D7-BCE3-3B82-D4E3B323D11B}"/>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264" name="StickerUnderline">
              <a:extLst>
                <a:ext uri="{FF2B5EF4-FFF2-40B4-BE49-F238E27FC236}">
                  <a16:creationId xmlns:a16="http://schemas.microsoft.com/office/drawing/2014/main" id="{17F0D568-CBF6-38D2-E739-A80F43FC58B7}"/>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65" name="LegendLines" hidden="1">
            <a:extLst>
              <a:ext uri="{FF2B5EF4-FFF2-40B4-BE49-F238E27FC236}">
                <a16:creationId xmlns:a16="http://schemas.microsoft.com/office/drawing/2014/main" id="{7827F435-FBA6-6CE0-6262-3D474F3659C9}"/>
              </a:ext>
            </a:extLst>
          </p:cNvPr>
          <p:cNvGrpSpPr/>
          <p:nvPr userDrawn="1"/>
        </p:nvGrpSpPr>
        <p:grpSpPr>
          <a:xfrm>
            <a:off x="10367929" y="3301675"/>
            <a:ext cx="1269335" cy="958286"/>
            <a:chOff x="4372690" y="3739101"/>
            <a:chExt cx="1269335" cy="958286"/>
          </a:xfrm>
        </p:grpSpPr>
        <p:sp>
          <p:nvSpPr>
            <p:cNvPr id="266" name="Legend1">
              <a:extLst>
                <a:ext uri="{FF2B5EF4-FFF2-40B4-BE49-F238E27FC236}">
                  <a16:creationId xmlns:a16="http://schemas.microsoft.com/office/drawing/2014/main" id="{413AFE2D-DA8A-BA3D-AA68-53A103C919FE}"/>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7" name="Legend2">
              <a:extLst>
                <a:ext uri="{FF2B5EF4-FFF2-40B4-BE49-F238E27FC236}">
                  <a16:creationId xmlns:a16="http://schemas.microsoft.com/office/drawing/2014/main" id="{BFCBBCF3-D27F-22D7-1551-93106207737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8" name="Legend3">
              <a:extLst>
                <a:ext uri="{FF2B5EF4-FFF2-40B4-BE49-F238E27FC236}">
                  <a16:creationId xmlns:a16="http://schemas.microsoft.com/office/drawing/2014/main" id="{06CB055B-730A-79A2-F1CC-3B43FE3D67C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9" name="LineLegend3">
              <a:extLst>
                <a:ext uri="{FF2B5EF4-FFF2-40B4-BE49-F238E27FC236}">
                  <a16:creationId xmlns:a16="http://schemas.microsoft.com/office/drawing/2014/main" id="{7D950EF6-0D3F-D6B9-4B9A-9D16BF6AC69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0" name="LineLegend2">
              <a:extLst>
                <a:ext uri="{FF2B5EF4-FFF2-40B4-BE49-F238E27FC236}">
                  <a16:creationId xmlns:a16="http://schemas.microsoft.com/office/drawing/2014/main" id="{0E7CFBF9-5813-EB1F-AFB1-2518F639E543}"/>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1" name="LineLegend1">
              <a:extLst>
                <a:ext uri="{FF2B5EF4-FFF2-40B4-BE49-F238E27FC236}">
                  <a16:creationId xmlns:a16="http://schemas.microsoft.com/office/drawing/2014/main" id="{9A8DE68D-EA14-C456-25AC-B97678DE1810}"/>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
        <p:nvSpPr>
          <p:cNvPr id="272" name="Slide Number">
            <a:extLst>
              <a:ext uri="{FF2B5EF4-FFF2-40B4-BE49-F238E27FC236}">
                <a16:creationId xmlns:a16="http://schemas.microsoft.com/office/drawing/2014/main" id="{7A4B5D23-73AB-C752-5924-7011E3EB5A9D}"/>
              </a:ext>
            </a:extLst>
          </p:cNvPr>
          <p:cNvSpPr>
            <a:spLocks noChangeArrowheads="1"/>
          </p:cNvSpPr>
          <p:nvPr userDrawn="1">
            <p:custDataLst>
              <p:tags r:id="rId3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Tree>
    <p:extLst>
      <p:ext uri="{BB962C8B-B14F-4D97-AF65-F5344CB8AC3E}">
        <p14:creationId xmlns:p14="http://schemas.microsoft.com/office/powerpoint/2010/main" val="2376692524"/>
      </p:ext>
    </p:extLst>
  </p:cSld>
  <p:clrMap bg1="lt1" tx1="dk1" bg2="lt2" tx2="dk2" accent1="accent1" accent2="accent2" accent3="accent3" accent4="accent4" accent5="accent5" accent6="accent6" hlink="hlink" folHlink="folHlink"/>
  <p:sldLayoutIdLst>
    <p:sldLayoutId id="2147484186" r:id="rId1"/>
    <p:sldLayoutId id="2147484187" r:id="rId2"/>
    <p:sldLayoutId id="2147484188" r:id="rId3"/>
    <p:sldLayoutId id="2147484189" r:id="rId4"/>
    <p:sldLayoutId id="2147484190" r:id="rId5"/>
    <p:sldLayoutId id="2147484191" r:id="rId6"/>
    <p:sldLayoutId id="2147484192" r:id="rId7"/>
    <p:sldLayoutId id="2147484193" r:id="rId8"/>
    <p:sldLayoutId id="2147484194" r:id="rId9"/>
    <p:sldLayoutId id="2147484195" r:id="rId10"/>
    <p:sldLayoutId id="2147484196" r:id="rId11"/>
    <p:sldLayoutId id="2147484197" r:id="rId12"/>
    <p:sldLayoutId id="2147484224" r:id="rId13"/>
    <p:sldLayoutId id="2147484225" r:id="rId14"/>
    <p:sldLayoutId id="2147484226" r:id="rId15"/>
    <p:sldLayoutId id="2147484227" r:id="rId16"/>
    <p:sldLayoutId id="2147484228" r:id="rId17"/>
    <p:sldLayoutId id="2147484229" r:id="rId18"/>
    <p:sldLayoutId id="2147484230" r:id="rId19"/>
    <p:sldLayoutId id="2147484231" r:id="rId20"/>
    <p:sldLayoutId id="2147484232" r:id="rId21"/>
    <p:sldLayoutId id="2147484233" r:id="rId22"/>
    <p:sldLayoutId id="2147484234" r:id="rId23"/>
    <p:sldLayoutId id="2147484235" r:id="rId24"/>
    <p:sldLayoutId id="2147484237" r:id="rId25"/>
    <p:sldLayoutId id="2147484242" r:id="rId26"/>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guide id="9" orient="horz" pos="1344">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userDrawn="1"/>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a:p>
        </p:txBody>
      </p:sp>
      <p:sp>
        <p:nvSpPr>
          <p:cNvPr id="12" name="Footer Placeholder 3">
            <a:extLst>
              <a:ext uri="{FF2B5EF4-FFF2-40B4-BE49-F238E27FC236}">
                <a16:creationId xmlns:a16="http://schemas.microsoft.com/office/drawing/2014/main" id="{65AB957F-03D6-48C8-8F91-1AE64BEA36C5}"/>
              </a:ext>
            </a:extLst>
          </p:cNvPr>
          <p:cNvSpPr txBox="1">
            <a:spLocks/>
          </p:cNvSpPr>
          <p:nvPr userDrawn="1"/>
        </p:nvSpPr>
        <p:spPr>
          <a:xfrm>
            <a:off x="7315200" y="6492875"/>
            <a:ext cx="4114800" cy="198318"/>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defRPr/>
            </a:pPr>
            <a:r>
              <a:rPr lang="en-US"/>
              <a:t>Copyright © 2025 Accenture. All rights reserved.</a:t>
            </a:r>
          </a:p>
        </p:txBody>
      </p:sp>
    </p:spTree>
    <p:extLst>
      <p:ext uri="{BB962C8B-B14F-4D97-AF65-F5344CB8AC3E}">
        <p14:creationId xmlns:p14="http://schemas.microsoft.com/office/powerpoint/2010/main" val="3079741321"/>
      </p:ext>
    </p:extLst>
  </p:cSld>
  <p:clrMap bg1="lt1" tx1="dk1" bg2="lt2" tx2="dk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 id="2147484320" r:id="rId12"/>
    <p:sldLayoutId id="2147484321" r:id="rId13"/>
    <p:sldLayoutId id="2147484322" r:id="rId14"/>
    <p:sldLayoutId id="2147484323" r:id="rId15"/>
    <p:sldLayoutId id="2147484324" r:id="rId16"/>
    <p:sldLayoutId id="2147484325" r:id="rId17"/>
    <p:sldLayoutId id="2147484326" r:id="rId18"/>
    <p:sldLayoutId id="2147484327" r:id="rId19"/>
    <p:sldLayoutId id="2147484328" r:id="rId20"/>
    <p:sldLayoutId id="2147484329" r:id="rId21"/>
    <p:sldLayoutId id="2147484330" r:id="rId22"/>
    <p:sldLayoutId id="2147484331" r:id="rId23"/>
    <p:sldLayoutId id="2147484332" r:id="rId24"/>
    <p:sldLayoutId id="2147484333" r:id="rId25"/>
    <p:sldLayoutId id="2147484334" r:id="rId26"/>
    <p:sldLayoutId id="2147484335" r:id="rId27"/>
    <p:sldLayoutId id="2147484336" r:id="rId28"/>
    <p:sldLayoutId id="2147484337" r:id="rId29"/>
    <p:sldLayoutId id="2147484338" r:id="rId30"/>
    <p:sldLayoutId id="2147484339" r:id="rId31"/>
    <p:sldLayoutId id="2147484340" r:id="rId32"/>
    <p:sldLayoutId id="2147484341" r:id="rId33"/>
    <p:sldLayoutId id="2147484342" r:id="rId34"/>
    <p:sldLayoutId id="2147484343" r:id="rId35"/>
    <p:sldLayoutId id="2147484344" r:id="rId36"/>
    <p:sldLayoutId id="2147484345" r:id="rId37"/>
    <p:sldLayoutId id="2147484346" r:id="rId38"/>
    <p:sldLayoutId id="2147484347" r:id="rId39"/>
    <p:sldLayoutId id="2147484348" r:id="rId40"/>
    <p:sldLayoutId id="2147484349" r:id="rId41"/>
    <p:sldLayoutId id="2147484350" r:id="rId42"/>
    <p:sldLayoutId id="2147484351" r:id="rId43"/>
    <p:sldLayoutId id="2147484352" r:id="rId44"/>
    <p:sldLayoutId id="2147484353" r:id="rId45"/>
    <p:sldLayoutId id="2147484354" r:id="rId46"/>
    <p:sldLayoutId id="2147484355" r:id="rId47"/>
    <p:sldLayoutId id="2147484356" r:id="rId48"/>
    <p:sldLayoutId id="2147484357" r:id="rId49"/>
    <p:sldLayoutId id="2147484358" r:id="rId50"/>
    <p:sldLayoutId id="2147484359" r:id="rId51"/>
    <p:sldLayoutId id="2147484360" r:id="rId52"/>
    <p:sldLayoutId id="2147484361" r:id="rId53"/>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A194173E-7BB3-47F4-8EAD-18BFC563F97A}"/>
              </a:ext>
            </a:extLst>
          </p:cNvPr>
          <p:cNvSpPr/>
          <p:nvPr>
            <p:custDataLst>
              <p:tags r:id="rId36"/>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dirty="0">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p:custDataLst>
              <p:tags r:id="rId37"/>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38"/>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39"/>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p:custDataLst>
              <p:tags r:id="rId40"/>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41"/>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42"/>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64"/>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7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78"/>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65"/>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7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76"/>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66"/>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7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7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67"/>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7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72"/>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68"/>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6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70"/>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sp>
        <p:nvSpPr>
          <p:cNvPr id="5" name="Rectangle 4" hidden="1">
            <a:extLst>
              <a:ext uri="{FF2B5EF4-FFF2-40B4-BE49-F238E27FC236}">
                <a16:creationId xmlns:a16="http://schemas.microsoft.com/office/drawing/2014/main" id="{7340FEAA-6FE5-349C-2581-405903FF9504}"/>
              </a:ext>
            </a:extLst>
          </p:cNvPr>
          <p:cNvSpPr/>
          <p:nvPr userDrawn="1">
            <p:custDataLst>
              <p:tags r:id="rId4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a:solidFill>
                <a:schemeClr val="bg1"/>
              </a:solidFill>
              <a:latin typeface="Georgia" panose="02040502050405020303" pitchFamily="18" charset="0"/>
              <a:ea typeface="+mj-ea"/>
              <a:cs typeface="+mj-cs"/>
              <a:sym typeface="Georgia" panose="02040502050405020303" pitchFamily="18" charset="0"/>
            </a:endParaRPr>
          </a:p>
        </p:txBody>
      </p:sp>
      <p:cxnSp>
        <p:nvCxnSpPr>
          <p:cNvPr id="7" name="BottomLine">
            <a:extLst>
              <a:ext uri="{FF2B5EF4-FFF2-40B4-BE49-F238E27FC236}">
                <a16:creationId xmlns:a16="http://schemas.microsoft.com/office/drawing/2014/main" id="{0E9A39F2-9F39-B63D-6667-292776313624}"/>
              </a:ext>
            </a:extLst>
          </p:cNvPr>
          <p:cNvCxnSpPr/>
          <p:nvPr userDrawn="1">
            <p:custDataLst>
              <p:tags r:id="rId44"/>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
            <a:extLst>
              <a:ext uri="{FF2B5EF4-FFF2-40B4-BE49-F238E27FC236}">
                <a16:creationId xmlns:a16="http://schemas.microsoft.com/office/drawing/2014/main" id="{53C9F739-9886-1BA9-8A23-1D3A1FD55B6E}"/>
              </a:ext>
            </a:extLst>
          </p:cNvPr>
          <p:cNvCxnSpPr/>
          <p:nvPr userDrawn="1">
            <p:custDataLst>
              <p:tags r:id="rId45"/>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4. Footnote" hidden="1">
            <a:extLst>
              <a:ext uri="{FF2B5EF4-FFF2-40B4-BE49-F238E27FC236}">
                <a16:creationId xmlns:a16="http://schemas.microsoft.com/office/drawing/2014/main" id="{F1897D89-6FB8-62D7-618A-A1F910A4A4E5}"/>
              </a:ext>
            </a:extLst>
          </p:cNvPr>
          <p:cNvSpPr txBox="1"/>
          <p:nvPr userDrawn="1">
            <p:custDataLst>
              <p:tags r:id="rId46"/>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0" name="Grid" hidden="1">
            <a:extLst>
              <a:ext uri="{FF2B5EF4-FFF2-40B4-BE49-F238E27FC236}">
                <a16:creationId xmlns:a16="http://schemas.microsoft.com/office/drawing/2014/main" id="{51644440-1ADD-8E9D-86D4-FB7BFA9BC0A2}"/>
              </a:ext>
            </a:extLst>
          </p:cNvPr>
          <p:cNvGrpSpPr/>
          <p:nvPr userDrawn="1">
            <p:custDataLst>
              <p:tags r:id="rId47"/>
            </p:custDataLst>
          </p:nvPr>
        </p:nvGrpSpPr>
        <p:grpSpPr>
          <a:xfrm>
            <a:off x="0" y="0"/>
            <a:ext cx="12190476" cy="6858000"/>
            <a:chOff x="0" y="0"/>
            <a:chExt cx="12190476" cy="6858000"/>
          </a:xfrm>
        </p:grpSpPr>
        <p:sp>
          <p:nvSpPr>
            <p:cNvPr id="12" name="slide margin">
              <a:extLst>
                <a:ext uri="{FF2B5EF4-FFF2-40B4-BE49-F238E27FC236}">
                  <a16:creationId xmlns:a16="http://schemas.microsoft.com/office/drawing/2014/main" id="{DFDD99EA-E72A-B0BB-6037-FCD2385E0611}"/>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13" name="Straight Connector 12">
              <a:extLst>
                <a:ext uri="{FF2B5EF4-FFF2-40B4-BE49-F238E27FC236}">
                  <a16:creationId xmlns:a16="http://schemas.microsoft.com/office/drawing/2014/main" id="{9E5EF601-8444-8F22-A16C-B29B72ECFDE9}"/>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25639-9BC0-04C4-C395-EA0D1CE24354}"/>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65A1D5-1116-62C1-599E-43929F95F622}"/>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08034E-59EE-6FCF-409D-813B8A70351D}"/>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C0E065-4425-104F-EF00-6F666751C801}"/>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E534CC-B1CD-D23B-B940-1E6183D2FF79}"/>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A036F3-B8C6-F93B-D0A3-B42D63FB5B19}"/>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8DC308-0506-271A-CB8A-72B4FC39713B}"/>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452DE4-8C19-96C0-E209-F46BF6DAAFFB}"/>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5B74EC-5C7B-2AB1-4B8B-36E6FDC507D6}"/>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6AB8A6-26CA-7FB1-5B6E-2BDB99B790AE}"/>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748C74-63F9-0D4A-EF34-C4CEBB0754B4}"/>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6" name="Freeform: Shape 72">
              <a:extLst>
                <a:ext uri="{FF2B5EF4-FFF2-40B4-BE49-F238E27FC236}">
                  <a16:creationId xmlns:a16="http://schemas.microsoft.com/office/drawing/2014/main" id="{F206F557-705C-3A42-760E-70DD71AC0633}"/>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7" name="Freeform: Shape 73">
              <a:extLst>
                <a:ext uri="{FF2B5EF4-FFF2-40B4-BE49-F238E27FC236}">
                  <a16:creationId xmlns:a16="http://schemas.microsoft.com/office/drawing/2014/main" id="{3A895951-C0B7-EF46-76A8-C7FAF1A3ADA9}"/>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8" name="Freeform: Shape 74">
              <a:extLst>
                <a:ext uri="{FF2B5EF4-FFF2-40B4-BE49-F238E27FC236}">
                  <a16:creationId xmlns:a16="http://schemas.microsoft.com/office/drawing/2014/main" id="{62D79D41-FB0F-4EA0-C860-65AFB096E11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9" name="Freeform: Shape 75">
              <a:extLst>
                <a:ext uri="{FF2B5EF4-FFF2-40B4-BE49-F238E27FC236}">
                  <a16:creationId xmlns:a16="http://schemas.microsoft.com/office/drawing/2014/main" id="{8FBC2369-68EF-4544-D73C-4DDAA8277FFD}"/>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0" name="Freeform: Shape 76">
              <a:extLst>
                <a:ext uri="{FF2B5EF4-FFF2-40B4-BE49-F238E27FC236}">
                  <a16:creationId xmlns:a16="http://schemas.microsoft.com/office/drawing/2014/main" id="{D1F30BDD-B520-9B5D-B18B-6FAFADC3D964}"/>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1" name="Freeform: Shape 77">
              <a:extLst>
                <a:ext uri="{FF2B5EF4-FFF2-40B4-BE49-F238E27FC236}">
                  <a16:creationId xmlns:a16="http://schemas.microsoft.com/office/drawing/2014/main" id="{E997A2FF-CE4B-40BE-9756-9BAE07D84F9B}"/>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2" name="Freeform: Shape 78">
              <a:extLst>
                <a:ext uri="{FF2B5EF4-FFF2-40B4-BE49-F238E27FC236}">
                  <a16:creationId xmlns:a16="http://schemas.microsoft.com/office/drawing/2014/main" id="{A2B6E240-3F84-886B-4CDD-AD310BF84EAD}"/>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3" name="Freeform: Shape 79">
              <a:extLst>
                <a:ext uri="{FF2B5EF4-FFF2-40B4-BE49-F238E27FC236}">
                  <a16:creationId xmlns:a16="http://schemas.microsoft.com/office/drawing/2014/main" id="{9D00475B-AFA4-C8E7-E054-FFE5DF99DE76}"/>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4" name="Freeform: Shape 80">
              <a:extLst>
                <a:ext uri="{FF2B5EF4-FFF2-40B4-BE49-F238E27FC236}">
                  <a16:creationId xmlns:a16="http://schemas.microsoft.com/office/drawing/2014/main" id="{C9784F11-D6C4-7797-4572-31C608389129}"/>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5" name="Freeform: Shape 81">
              <a:extLst>
                <a:ext uri="{FF2B5EF4-FFF2-40B4-BE49-F238E27FC236}">
                  <a16:creationId xmlns:a16="http://schemas.microsoft.com/office/drawing/2014/main" id="{7163AEF6-C346-ABBD-E3BE-BA071956B065}"/>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6" name="Freeform: Shape 82">
              <a:extLst>
                <a:ext uri="{FF2B5EF4-FFF2-40B4-BE49-F238E27FC236}">
                  <a16:creationId xmlns:a16="http://schemas.microsoft.com/office/drawing/2014/main" id="{4C1E182C-2571-C0A1-195A-09B6805C639E}"/>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7" name="Freeform: Shape 83">
              <a:extLst>
                <a:ext uri="{FF2B5EF4-FFF2-40B4-BE49-F238E27FC236}">
                  <a16:creationId xmlns:a16="http://schemas.microsoft.com/office/drawing/2014/main" id="{A09D0A1E-F3D3-4EDA-A958-66F385C229E5}"/>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8" name="Freeform: Shape 84">
              <a:extLst>
                <a:ext uri="{FF2B5EF4-FFF2-40B4-BE49-F238E27FC236}">
                  <a16:creationId xmlns:a16="http://schemas.microsoft.com/office/drawing/2014/main" id="{2EADAFE0-CE70-3272-F177-111E345B1D5F}"/>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9" name="Freeform: Shape 85">
              <a:extLst>
                <a:ext uri="{FF2B5EF4-FFF2-40B4-BE49-F238E27FC236}">
                  <a16:creationId xmlns:a16="http://schemas.microsoft.com/office/drawing/2014/main" id="{A38C3561-4BB0-06F1-16C8-116543B8FE2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0" name="Freeform: Shape 86">
              <a:extLst>
                <a:ext uri="{FF2B5EF4-FFF2-40B4-BE49-F238E27FC236}">
                  <a16:creationId xmlns:a16="http://schemas.microsoft.com/office/drawing/2014/main" id="{9402A10F-1610-EA76-AE7A-792DEE0C670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1" name="Freeform: Shape 87">
              <a:extLst>
                <a:ext uri="{FF2B5EF4-FFF2-40B4-BE49-F238E27FC236}">
                  <a16:creationId xmlns:a16="http://schemas.microsoft.com/office/drawing/2014/main" id="{F05474CD-57B5-7B0B-430C-0B77DA372F45}"/>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2" name="Freeform: Shape 88">
              <a:extLst>
                <a:ext uri="{FF2B5EF4-FFF2-40B4-BE49-F238E27FC236}">
                  <a16:creationId xmlns:a16="http://schemas.microsoft.com/office/drawing/2014/main" id="{BDC96CDA-7F07-B2C9-5DA9-1BD49CF4F80E}"/>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3" name="Freeform: Shape 89">
              <a:extLst>
                <a:ext uri="{FF2B5EF4-FFF2-40B4-BE49-F238E27FC236}">
                  <a16:creationId xmlns:a16="http://schemas.microsoft.com/office/drawing/2014/main" id="{990BD212-EA36-6D25-30DD-20D38B42C1F3}"/>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4" name="Freeform: Shape 90">
              <a:extLst>
                <a:ext uri="{FF2B5EF4-FFF2-40B4-BE49-F238E27FC236}">
                  <a16:creationId xmlns:a16="http://schemas.microsoft.com/office/drawing/2014/main" id="{F395A1C6-3F8A-2A6B-24D8-630016CA41ED}"/>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5" name="Freeform: Shape 91">
              <a:extLst>
                <a:ext uri="{FF2B5EF4-FFF2-40B4-BE49-F238E27FC236}">
                  <a16:creationId xmlns:a16="http://schemas.microsoft.com/office/drawing/2014/main" id="{E390241E-8C1E-9EF9-863E-6A42242913E6}"/>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6" name="Freeform: Shape 92">
              <a:extLst>
                <a:ext uri="{FF2B5EF4-FFF2-40B4-BE49-F238E27FC236}">
                  <a16:creationId xmlns:a16="http://schemas.microsoft.com/office/drawing/2014/main" id="{F3CC0A30-8351-4C98-5A0A-A87C59D781A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7" name="Freeform: Shape 93">
              <a:extLst>
                <a:ext uri="{FF2B5EF4-FFF2-40B4-BE49-F238E27FC236}">
                  <a16:creationId xmlns:a16="http://schemas.microsoft.com/office/drawing/2014/main" id="{B1FD3E3A-995B-5335-C94B-5BBD52AAD038}"/>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8" name="Freeform: Shape 94">
              <a:extLst>
                <a:ext uri="{FF2B5EF4-FFF2-40B4-BE49-F238E27FC236}">
                  <a16:creationId xmlns:a16="http://schemas.microsoft.com/office/drawing/2014/main" id="{6D884214-CADE-E9E8-7EBB-AD9EA8205ECC}"/>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9" name="Freeform: Shape 95">
              <a:extLst>
                <a:ext uri="{FF2B5EF4-FFF2-40B4-BE49-F238E27FC236}">
                  <a16:creationId xmlns:a16="http://schemas.microsoft.com/office/drawing/2014/main" id="{7001AA20-0FB9-3E59-2C13-68CFEB63FF0A}"/>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50" name="Freeform: Shape 96">
              <a:extLst>
                <a:ext uri="{FF2B5EF4-FFF2-40B4-BE49-F238E27FC236}">
                  <a16:creationId xmlns:a16="http://schemas.microsoft.com/office/drawing/2014/main" id="{0B055B71-9080-62F8-DDEF-05FC3C3AF535}"/>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51" name="Straight Connector 50">
              <a:extLst>
                <a:ext uri="{FF2B5EF4-FFF2-40B4-BE49-F238E27FC236}">
                  <a16:creationId xmlns:a16="http://schemas.microsoft.com/office/drawing/2014/main" id="{65E76766-E6F1-9BDC-90D6-5DDA87FAA6B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60ED82-73BF-572D-8249-42C7EAB989DE}"/>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4010D7-A4D0-B7B3-A7F0-ADFC601A0DF2}"/>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F3DB34-6F53-DC66-DD38-4FC0CA044549}"/>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F0A684-C510-1FAC-FBE4-0B96A84AF71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BF92786-635F-3978-073F-F114CF356704}"/>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1D4FC4-ABFC-703A-2ED7-4D5C438B5A97}"/>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5C24278-582F-2870-0438-CA3CB0B139A8}"/>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EDFD6CF-9942-06B0-8F59-8E5B3284A6AF}"/>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5262545-5B6C-A771-B4DA-ACFBE3236829}"/>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B9B940A-5927-E739-3611-61DA3375811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C849113-605B-F3DA-E173-281AC8280A12}"/>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CDFC5C8-F98A-D081-8EF4-955E04E0AF34}"/>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7B1670F-FC44-661A-1162-E11EB84CD3FB}"/>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98B1418-E134-314C-3F80-57558A108CF2}"/>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56FE22-E476-387F-51C6-2C3ECFF12B9E}"/>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E3626EA-72F9-D117-FC8E-2C4B290D9903}"/>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71F10BE-65F9-FA45-8FED-61F63DCE140D}"/>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103E583-6ADC-FDD2-D7FE-C3D8144340F5}"/>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450D1BB-2FEB-748A-8B85-369DF66F1412}"/>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16037A9-466B-CD2D-007E-BE83B10BD83A}"/>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BA0A609-D369-0EA5-BBF6-9A747BCD68AA}"/>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B4BBC03-D655-703E-11A8-2BCF28AAED8C}"/>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6684BEC-43CE-A48E-AE76-E14D5030960C}"/>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4B14B62-0408-790C-7987-A094F71DEBFB}"/>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E9ED69-034C-427D-CE50-D42D91D81E10}"/>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AD91689-FF82-C974-4DB8-DBD32B49B95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1776815-911C-CEEB-AEFF-99733D3AA8E5}"/>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8A50A73-AE29-C0F3-D459-44636AD26EE4}"/>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9F4810E-2F78-D3AB-8712-A71710010F84}"/>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63D516C-8A1D-5C0D-0C3B-F8D696ECD154}"/>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AD17F0F-5E2C-EDAB-9E86-8EBB04755668}"/>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99FEAE6-2345-2206-E336-675EB4588455}"/>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3CF941D-4F37-EBC6-5854-F5B9EF02AB7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E63E3E3-7041-EBA7-3942-B4FC2DB7450A}"/>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68E7D5A-96C2-BD55-8D55-F27CEDADF061}"/>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DF25BB-38E5-D9E1-5F2A-CDD5B2F6F510}"/>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75403A6-13D0-5897-02C5-05A9595BE158}"/>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984302-BDC4-1FCC-57F9-838A4BE99CF8}"/>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632348-38EB-0F91-820E-D158D42B5B78}"/>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6EE9006-9537-518C-97FF-046FE1238245}"/>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B833350-D606-1EBC-F1FC-3A9BB35FC99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2249093-A4A5-F64A-FF99-B3F52AB459F7}"/>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C5D1C4F-FC18-9722-8BF2-3FA8FD57D96A}"/>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27" name="main body box">
              <a:extLst>
                <a:ext uri="{FF2B5EF4-FFF2-40B4-BE49-F238E27FC236}">
                  <a16:creationId xmlns:a16="http://schemas.microsoft.com/office/drawing/2014/main" id="{01A00ABC-6BB8-8486-683A-06BD49F14F87}"/>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228" name="Straight Connector 227">
              <a:extLst>
                <a:ext uri="{FF2B5EF4-FFF2-40B4-BE49-F238E27FC236}">
                  <a16:creationId xmlns:a16="http://schemas.microsoft.com/office/drawing/2014/main" id="{320B04C9-EB26-A43C-9EEE-F4E7A573D8CC}"/>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229" name="Straight Connector 228">
              <a:extLst>
                <a:ext uri="{FF2B5EF4-FFF2-40B4-BE49-F238E27FC236}">
                  <a16:creationId xmlns:a16="http://schemas.microsoft.com/office/drawing/2014/main" id="{C361B652-9F3D-9F6D-0BF0-9649B79F9E5D}"/>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230" name="LegendBoxes" hidden="1">
            <a:extLst>
              <a:ext uri="{FF2B5EF4-FFF2-40B4-BE49-F238E27FC236}">
                <a16:creationId xmlns:a16="http://schemas.microsoft.com/office/drawing/2014/main" id="{DA140FE2-CADF-EA30-ED30-29A72CACED0B}"/>
              </a:ext>
            </a:extLst>
          </p:cNvPr>
          <p:cNvGrpSpPr/>
          <p:nvPr userDrawn="1"/>
        </p:nvGrpSpPr>
        <p:grpSpPr>
          <a:xfrm>
            <a:off x="10554770" y="4322824"/>
            <a:ext cx="984864" cy="1717282"/>
            <a:chOff x="9585951" y="2980105"/>
            <a:chExt cx="984864" cy="1717282"/>
          </a:xfrm>
        </p:grpSpPr>
        <p:sp>
          <p:nvSpPr>
            <p:cNvPr id="231" name="RectangleLegend1">
              <a:extLst>
                <a:ext uri="{FF2B5EF4-FFF2-40B4-BE49-F238E27FC236}">
                  <a16:creationId xmlns:a16="http://schemas.microsoft.com/office/drawing/2014/main" id="{3D56CF41-9C15-7367-27AC-93B05F2BE373}"/>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2" name="RectangleLegend2">
              <a:extLst>
                <a:ext uri="{FF2B5EF4-FFF2-40B4-BE49-F238E27FC236}">
                  <a16:creationId xmlns:a16="http://schemas.microsoft.com/office/drawing/2014/main" id="{49AD417F-308C-5992-8823-94BFE60BD4A2}"/>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3" name="RectangleLegend3">
              <a:extLst>
                <a:ext uri="{FF2B5EF4-FFF2-40B4-BE49-F238E27FC236}">
                  <a16:creationId xmlns:a16="http://schemas.microsoft.com/office/drawing/2014/main" id="{47CF24C4-5720-4353-1F3E-A2C7AFBA3F7B}"/>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4" name="RectangleLegend4">
              <a:extLst>
                <a:ext uri="{FF2B5EF4-FFF2-40B4-BE49-F238E27FC236}">
                  <a16:creationId xmlns:a16="http://schemas.microsoft.com/office/drawing/2014/main" id="{31EB11AC-04F8-B178-5C48-858D6D97C307}"/>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5" name="RectangleLegend5">
              <a:extLst>
                <a:ext uri="{FF2B5EF4-FFF2-40B4-BE49-F238E27FC236}">
                  <a16:creationId xmlns:a16="http://schemas.microsoft.com/office/drawing/2014/main" id="{31BC1CD9-1007-79AC-39CA-55BA6E254762}"/>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6" name="Legend1">
              <a:extLst>
                <a:ext uri="{FF2B5EF4-FFF2-40B4-BE49-F238E27FC236}">
                  <a16:creationId xmlns:a16="http://schemas.microsoft.com/office/drawing/2014/main" id="{03A389AE-AEFA-0F10-E5F2-2663AE691519}"/>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7" name="Legend2">
              <a:extLst>
                <a:ext uri="{FF2B5EF4-FFF2-40B4-BE49-F238E27FC236}">
                  <a16:creationId xmlns:a16="http://schemas.microsoft.com/office/drawing/2014/main" id="{022A8E04-C1CC-07DD-A0A3-53A43BDF8E43}"/>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8" name="Legend3">
              <a:extLst>
                <a:ext uri="{FF2B5EF4-FFF2-40B4-BE49-F238E27FC236}">
                  <a16:creationId xmlns:a16="http://schemas.microsoft.com/office/drawing/2014/main" id="{D0FA2EAB-FEBC-9246-113E-F8975043C34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9" name="Legend4">
              <a:extLst>
                <a:ext uri="{FF2B5EF4-FFF2-40B4-BE49-F238E27FC236}">
                  <a16:creationId xmlns:a16="http://schemas.microsoft.com/office/drawing/2014/main" id="{EB06A4EF-5C6A-1BC9-735A-3D9E405C0C48}"/>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0" name="Legend5">
              <a:extLst>
                <a:ext uri="{FF2B5EF4-FFF2-40B4-BE49-F238E27FC236}">
                  <a16:creationId xmlns:a16="http://schemas.microsoft.com/office/drawing/2014/main" id="{E1842B41-D7C0-5BF1-4DA4-FD2A3A0AB9D7}"/>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241" name="LegendMoons" hidden="1">
            <a:extLst>
              <a:ext uri="{FF2B5EF4-FFF2-40B4-BE49-F238E27FC236}">
                <a16:creationId xmlns:a16="http://schemas.microsoft.com/office/drawing/2014/main" id="{120D6298-48BC-FD1F-2FF4-80415E1C0960}"/>
              </a:ext>
            </a:extLst>
          </p:cNvPr>
          <p:cNvGrpSpPr/>
          <p:nvPr userDrawn="1"/>
        </p:nvGrpSpPr>
        <p:grpSpPr>
          <a:xfrm>
            <a:off x="7723680" y="1702457"/>
            <a:ext cx="1023616" cy="1731859"/>
            <a:chOff x="7723680" y="1702457"/>
            <a:chExt cx="1023616" cy="1731859"/>
          </a:xfrm>
        </p:grpSpPr>
        <p:sp>
          <p:nvSpPr>
            <p:cNvPr id="242" name="Legend1">
              <a:extLst>
                <a:ext uri="{FF2B5EF4-FFF2-40B4-BE49-F238E27FC236}">
                  <a16:creationId xmlns:a16="http://schemas.microsoft.com/office/drawing/2014/main" id="{D4645ED9-4C1A-B150-D4AD-3859909EDF9D}"/>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3" name="Legend2">
              <a:extLst>
                <a:ext uri="{FF2B5EF4-FFF2-40B4-BE49-F238E27FC236}">
                  <a16:creationId xmlns:a16="http://schemas.microsoft.com/office/drawing/2014/main" id="{B097AA46-31C7-DF4F-BA04-ECE0B2DA47C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4" name="Legend3">
              <a:extLst>
                <a:ext uri="{FF2B5EF4-FFF2-40B4-BE49-F238E27FC236}">
                  <a16:creationId xmlns:a16="http://schemas.microsoft.com/office/drawing/2014/main" id="{1B6E5ECB-7D44-C964-9F92-8F17281991DB}"/>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5" name="Legend4">
              <a:extLst>
                <a:ext uri="{FF2B5EF4-FFF2-40B4-BE49-F238E27FC236}">
                  <a16:creationId xmlns:a16="http://schemas.microsoft.com/office/drawing/2014/main" id="{750BF540-29C6-64FF-4671-ACC833E4A778}"/>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6" name="Legend5">
              <a:extLst>
                <a:ext uri="{FF2B5EF4-FFF2-40B4-BE49-F238E27FC236}">
                  <a16:creationId xmlns:a16="http://schemas.microsoft.com/office/drawing/2014/main" id="{4AC683E1-DB66-07EC-9E5B-FE2323B40A20}"/>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247" name="MoonLegend1">
              <a:extLst>
                <a:ext uri="{FF2B5EF4-FFF2-40B4-BE49-F238E27FC236}">
                  <a16:creationId xmlns:a16="http://schemas.microsoft.com/office/drawing/2014/main" id="{FAA7541F-C866-D60B-770F-A59B3332E829}"/>
                </a:ext>
              </a:extLst>
            </p:cNvPr>
            <p:cNvGrpSpPr>
              <a:grpSpLocks noChangeAspect="1"/>
            </p:cNvGrpSpPr>
            <p:nvPr>
              <p:custDataLst>
                <p:tags r:id="rId49"/>
              </p:custDataLst>
            </p:nvPr>
          </p:nvGrpSpPr>
          <p:grpSpPr>
            <a:xfrm>
              <a:off x="7723680" y="1702457"/>
              <a:ext cx="228600" cy="228600"/>
              <a:chOff x="762000" y="1270000"/>
              <a:chExt cx="254000" cy="254000"/>
            </a:xfrm>
          </p:grpSpPr>
          <p:sp>
            <p:nvSpPr>
              <p:cNvPr id="260" name="Oval 259">
                <a:extLst>
                  <a:ext uri="{FF2B5EF4-FFF2-40B4-BE49-F238E27FC236}">
                    <a16:creationId xmlns:a16="http://schemas.microsoft.com/office/drawing/2014/main" id="{F9765154-4172-6B57-824F-E3282EB25545}"/>
                  </a:ext>
                </a:extLst>
              </p:cNvPr>
              <p:cNvSpPr/>
              <p:nvPr>
                <p:custDataLst>
                  <p:tags r:id="rId6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c 260" hidden="1">
                <a:extLst>
                  <a:ext uri="{FF2B5EF4-FFF2-40B4-BE49-F238E27FC236}">
                    <a16:creationId xmlns:a16="http://schemas.microsoft.com/office/drawing/2014/main" id="{3080280D-10CE-12FB-C043-DAF18B92224E}"/>
                  </a:ext>
                </a:extLst>
              </p:cNvPr>
              <p:cNvSpPr/>
              <p:nvPr>
                <p:custDataLst>
                  <p:tags r:id="rId63"/>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8" name="MoonLegend2">
              <a:extLst>
                <a:ext uri="{FF2B5EF4-FFF2-40B4-BE49-F238E27FC236}">
                  <a16:creationId xmlns:a16="http://schemas.microsoft.com/office/drawing/2014/main" id="{35BFD9DA-1144-8DA1-53C3-E01D5FCE9607}"/>
                </a:ext>
              </a:extLst>
            </p:cNvPr>
            <p:cNvGrpSpPr>
              <a:grpSpLocks noChangeAspect="1"/>
            </p:cNvGrpSpPr>
            <p:nvPr>
              <p:custDataLst>
                <p:tags r:id="rId50"/>
              </p:custDataLst>
            </p:nvPr>
          </p:nvGrpSpPr>
          <p:grpSpPr>
            <a:xfrm>
              <a:off x="7723680" y="2078270"/>
              <a:ext cx="228600" cy="228600"/>
              <a:chOff x="762000" y="1270000"/>
              <a:chExt cx="254000" cy="254000"/>
            </a:xfrm>
          </p:grpSpPr>
          <p:sp>
            <p:nvSpPr>
              <p:cNvPr id="258" name="Oval 257">
                <a:extLst>
                  <a:ext uri="{FF2B5EF4-FFF2-40B4-BE49-F238E27FC236}">
                    <a16:creationId xmlns:a16="http://schemas.microsoft.com/office/drawing/2014/main" id="{7F3A3989-BFC1-FB0C-B737-5372F8E5251A}"/>
                  </a:ext>
                </a:extLst>
              </p:cNvPr>
              <p:cNvSpPr/>
              <p:nvPr>
                <p:custDataLst>
                  <p:tags r:id="rId6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9" name="Arc 258">
                <a:extLst>
                  <a:ext uri="{FF2B5EF4-FFF2-40B4-BE49-F238E27FC236}">
                    <a16:creationId xmlns:a16="http://schemas.microsoft.com/office/drawing/2014/main" id="{89CD9953-848A-D82D-7E93-D7FB686C0FE9}"/>
                  </a:ext>
                </a:extLst>
              </p:cNvPr>
              <p:cNvSpPr/>
              <p:nvPr>
                <p:custDataLst>
                  <p:tags r:id="rId61"/>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9" name="MoonLegend3">
              <a:extLst>
                <a:ext uri="{FF2B5EF4-FFF2-40B4-BE49-F238E27FC236}">
                  <a16:creationId xmlns:a16="http://schemas.microsoft.com/office/drawing/2014/main" id="{3A6C7557-E615-FD87-E58D-14658FF5B2FF}"/>
                </a:ext>
              </a:extLst>
            </p:cNvPr>
            <p:cNvGrpSpPr>
              <a:grpSpLocks noChangeAspect="1"/>
            </p:cNvGrpSpPr>
            <p:nvPr>
              <p:custDataLst>
                <p:tags r:id="rId51"/>
              </p:custDataLst>
            </p:nvPr>
          </p:nvGrpSpPr>
          <p:grpSpPr>
            <a:xfrm>
              <a:off x="7723680" y="2454085"/>
              <a:ext cx="228600" cy="228600"/>
              <a:chOff x="762000" y="1270000"/>
              <a:chExt cx="254000" cy="254000"/>
            </a:xfrm>
          </p:grpSpPr>
          <p:sp>
            <p:nvSpPr>
              <p:cNvPr id="256" name="Oval 255">
                <a:extLst>
                  <a:ext uri="{FF2B5EF4-FFF2-40B4-BE49-F238E27FC236}">
                    <a16:creationId xmlns:a16="http://schemas.microsoft.com/office/drawing/2014/main" id="{79CC9BBC-BBEE-3499-50C2-103A049A2E39}"/>
                  </a:ext>
                </a:extLst>
              </p:cNvPr>
              <p:cNvSpPr/>
              <p:nvPr>
                <p:custDataLst>
                  <p:tags r:id="rId5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7" name="Arc 256">
                <a:extLst>
                  <a:ext uri="{FF2B5EF4-FFF2-40B4-BE49-F238E27FC236}">
                    <a16:creationId xmlns:a16="http://schemas.microsoft.com/office/drawing/2014/main" id="{CA9D0D66-B926-6711-C9CD-CC26CC428752}"/>
                  </a:ext>
                </a:extLst>
              </p:cNvPr>
              <p:cNvSpPr/>
              <p:nvPr>
                <p:custDataLst>
                  <p:tags r:id="rId5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0" name="MoonLegend4">
              <a:extLst>
                <a:ext uri="{FF2B5EF4-FFF2-40B4-BE49-F238E27FC236}">
                  <a16:creationId xmlns:a16="http://schemas.microsoft.com/office/drawing/2014/main" id="{5145DF82-5284-5B87-E8ED-35DFDE527B9C}"/>
                </a:ext>
              </a:extLst>
            </p:cNvPr>
            <p:cNvGrpSpPr>
              <a:grpSpLocks noChangeAspect="1"/>
            </p:cNvGrpSpPr>
            <p:nvPr>
              <p:custDataLst>
                <p:tags r:id="rId52"/>
              </p:custDataLst>
            </p:nvPr>
          </p:nvGrpSpPr>
          <p:grpSpPr>
            <a:xfrm>
              <a:off x="7723680" y="2829900"/>
              <a:ext cx="228600" cy="228600"/>
              <a:chOff x="762000" y="1270000"/>
              <a:chExt cx="254000" cy="254000"/>
            </a:xfrm>
          </p:grpSpPr>
          <p:sp>
            <p:nvSpPr>
              <p:cNvPr id="254" name="Oval 253">
                <a:extLst>
                  <a:ext uri="{FF2B5EF4-FFF2-40B4-BE49-F238E27FC236}">
                    <a16:creationId xmlns:a16="http://schemas.microsoft.com/office/drawing/2014/main" id="{90C635A4-3E20-0EB8-7815-407711BC5F28}"/>
                  </a:ext>
                </a:extLst>
              </p:cNvPr>
              <p:cNvSpPr/>
              <p:nvPr>
                <p:custDataLst>
                  <p:tags r:id="rId5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Arc 254">
                <a:extLst>
                  <a:ext uri="{FF2B5EF4-FFF2-40B4-BE49-F238E27FC236}">
                    <a16:creationId xmlns:a16="http://schemas.microsoft.com/office/drawing/2014/main" id="{C65316C1-EDCB-E2BE-4D89-1E1468DE7420}"/>
                  </a:ext>
                </a:extLst>
              </p:cNvPr>
              <p:cNvSpPr/>
              <p:nvPr>
                <p:custDataLst>
                  <p:tags r:id="rId57"/>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1" name="MoonLegend5">
              <a:extLst>
                <a:ext uri="{FF2B5EF4-FFF2-40B4-BE49-F238E27FC236}">
                  <a16:creationId xmlns:a16="http://schemas.microsoft.com/office/drawing/2014/main" id="{D8358732-CCB1-2629-A827-5C53E0761679}"/>
                </a:ext>
              </a:extLst>
            </p:cNvPr>
            <p:cNvGrpSpPr>
              <a:grpSpLocks noChangeAspect="1"/>
            </p:cNvGrpSpPr>
            <p:nvPr>
              <p:custDataLst>
                <p:tags r:id="rId53"/>
              </p:custDataLst>
            </p:nvPr>
          </p:nvGrpSpPr>
          <p:grpSpPr>
            <a:xfrm>
              <a:off x="7723680" y="3205716"/>
              <a:ext cx="228600" cy="228600"/>
              <a:chOff x="762000" y="1270000"/>
              <a:chExt cx="254000" cy="254000"/>
            </a:xfrm>
          </p:grpSpPr>
          <p:sp>
            <p:nvSpPr>
              <p:cNvPr id="252" name="Oval 251">
                <a:extLst>
                  <a:ext uri="{FF2B5EF4-FFF2-40B4-BE49-F238E27FC236}">
                    <a16:creationId xmlns:a16="http://schemas.microsoft.com/office/drawing/2014/main" id="{D232D143-C395-53AC-A2AC-DABF2AC778C7}"/>
                  </a:ext>
                </a:extLst>
              </p:cNvPr>
              <p:cNvSpPr/>
              <p:nvPr>
                <p:custDataLst>
                  <p:tags r:id="rId5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3" name="Arc 252">
                <a:extLst>
                  <a:ext uri="{FF2B5EF4-FFF2-40B4-BE49-F238E27FC236}">
                    <a16:creationId xmlns:a16="http://schemas.microsoft.com/office/drawing/2014/main" id="{58A1EC73-211C-38DE-8D39-329285214178}"/>
                  </a:ext>
                </a:extLst>
              </p:cNvPr>
              <p:cNvSpPr/>
              <p:nvPr>
                <p:custDataLst>
                  <p:tags r:id="rId55"/>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62" name="Sticker" hidden="1">
            <a:extLst>
              <a:ext uri="{FF2B5EF4-FFF2-40B4-BE49-F238E27FC236}">
                <a16:creationId xmlns:a16="http://schemas.microsoft.com/office/drawing/2014/main" id="{F81F59CB-FAF1-7482-9956-93A229A62604}"/>
              </a:ext>
            </a:extLst>
          </p:cNvPr>
          <p:cNvGrpSpPr>
            <a:grpSpLocks noChangeAspect="1"/>
          </p:cNvGrpSpPr>
          <p:nvPr userDrawn="1"/>
        </p:nvGrpSpPr>
        <p:grpSpPr bwMode="gray">
          <a:xfrm>
            <a:off x="558192" y="1289273"/>
            <a:ext cx="429605" cy="156997"/>
            <a:chOff x="8456447" y="272180"/>
            <a:chExt cx="322188" cy="156966"/>
          </a:xfrm>
        </p:grpSpPr>
        <p:sp>
          <p:nvSpPr>
            <p:cNvPr id="263" name="StickerRectangle">
              <a:extLst>
                <a:ext uri="{FF2B5EF4-FFF2-40B4-BE49-F238E27FC236}">
                  <a16:creationId xmlns:a16="http://schemas.microsoft.com/office/drawing/2014/main" id="{F6DD3CC4-22D7-BCE3-3B82-D4E3B323D11B}"/>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264" name="StickerUnderline">
              <a:extLst>
                <a:ext uri="{FF2B5EF4-FFF2-40B4-BE49-F238E27FC236}">
                  <a16:creationId xmlns:a16="http://schemas.microsoft.com/office/drawing/2014/main" id="{17F0D568-CBF6-38D2-E739-A80F43FC58B7}"/>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65" name="LegendLines" hidden="1">
            <a:extLst>
              <a:ext uri="{FF2B5EF4-FFF2-40B4-BE49-F238E27FC236}">
                <a16:creationId xmlns:a16="http://schemas.microsoft.com/office/drawing/2014/main" id="{7827F435-FBA6-6CE0-6262-3D474F3659C9}"/>
              </a:ext>
            </a:extLst>
          </p:cNvPr>
          <p:cNvGrpSpPr/>
          <p:nvPr userDrawn="1"/>
        </p:nvGrpSpPr>
        <p:grpSpPr>
          <a:xfrm>
            <a:off x="10367929" y="3301675"/>
            <a:ext cx="1269335" cy="958286"/>
            <a:chOff x="4372690" y="3739101"/>
            <a:chExt cx="1269335" cy="958286"/>
          </a:xfrm>
        </p:grpSpPr>
        <p:sp>
          <p:nvSpPr>
            <p:cNvPr id="266" name="Legend1">
              <a:extLst>
                <a:ext uri="{FF2B5EF4-FFF2-40B4-BE49-F238E27FC236}">
                  <a16:creationId xmlns:a16="http://schemas.microsoft.com/office/drawing/2014/main" id="{413AFE2D-DA8A-BA3D-AA68-53A103C919FE}"/>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7" name="Legend2">
              <a:extLst>
                <a:ext uri="{FF2B5EF4-FFF2-40B4-BE49-F238E27FC236}">
                  <a16:creationId xmlns:a16="http://schemas.microsoft.com/office/drawing/2014/main" id="{BFCBBCF3-D27F-22D7-1551-93106207737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8" name="Legend3">
              <a:extLst>
                <a:ext uri="{FF2B5EF4-FFF2-40B4-BE49-F238E27FC236}">
                  <a16:creationId xmlns:a16="http://schemas.microsoft.com/office/drawing/2014/main" id="{06CB055B-730A-79A2-F1CC-3B43FE3D67C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9" name="LineLegend3">
              <a:extLst>
                <a:ext uri="{FF2B5EF4-FFF2-40B4-BE49-F238E27FC236}">
                  <a16:creationId xmlns:a16="http://schemas.microsoft.com/office/drawing/2014/main" id="{7D950EF6-0D3F-D6B9-4B9A-9D16BF6AC69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0" name="LineLegend2">
              <a:extLst>
                <a:ext uri="{FF2B5EF4-FFF2-40B4-BE49-F238E27FC236}">
                  <a16:creationId xmlns:a16="http://schemas.microsoft.com/office/drawing/2014/main" id="{0E7CFBF9-5813-EB1F-AFB1-2518F639E543}"/>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1" name="LineLegend1">
              <a:extLst>
                <a:ext uri="{FF2B5EF4-FFF2-40B4-BE49-F238E27FC236}">
                  <a16:creationId xmlns:a16="http://schemas.microsoft.com/office/drawing/2014/main" id="{9A8DE68D-EA14-C456-25AC-B97678DE1810}"/>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
        <p:nvSpPr>
          <p:cNvPr id="272" name="Slide Number">
            <a:extLst>
              <a:ext uri="{FF2B5EF4-FFF2-40B4-BE49-F238E27FC236}">
                <a16:creationId xmlns:a16="http://schemas.microsoft.com/office/drawing/2014/main" id="{7A4B5D23-73AB-C752-5924-7011E3EB5A9D}"/>
              </a:ext>
            </a:extLst>
          </p:cNvPr>
          <p:cNvSpPr>
            <a:spLocks noChangeArrowheads="1"/>
          </p:cNvSpPr>
          <p:nvPr userDrawn="1">
            <p:custDataLst>
              <p:tags r:id="rId48"/>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Tree>
    <p:extLst>
      <p:ext uri="{BB962C8B-B14F-4D97-AF65-F5344CB8AC3E}">
        <p14:creationId xmlns:p14="http://schemas.microsoft.com/office/powerpoint/2010/main" val="4160168813"/>
      </p:ext>
    </p:extLst>
  </p:cSld>
  <p:clrMap bg1="lt1" tx1="dk1" bg2="lt2" tx2="dk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69" r:id="rId7"/>
    <p:sldLayoutId id="2147484370" r:id="rId8"/>
    <p:sldLayoutId id="2147484371" r:id="rId9"/>
    <p:sldLayoutId id="2147484372" r:id="rId10"/>
    <p:sldLayoutId id="2147484373" r:id="rId11"/>
    <p:sldLayoutId id="2147484374" r:id="rId12"/>
    <p:sldLayoutId id="2147484375" r:id="rId13"/>
    <p:sldLayoutId id="2147484376" r:id="rId14"/>
    <p:sldLayoutId id="2147484377" r:id="rId15"/>
    <p:sldLayoutId id="2147484378" r:id="rId16"/>
    <p:sldLayoutId id="2147484379" r:id="rId17"/>
    <p:sldLayoutId id="2147484380" r:id="rId18"/>
    <p:sldLayoutId id="2147484381" r:id="rId19"/>
    <p:sldLayoutId id="2147484382" r:id="rId20"/>
    <p:sldLayoutId id="2147484383" r:id="rId21"/>
    <p:sldLayoutId id="2147484384" r:id="rId22"/>
    <p:sldLayoutId id="2147484385" r:id="rId23"/>
    <p:sldLayoutId id="2147484386" r:id="rId24"/>
    <p:sldLayoutId id="2147484387" r:id="rId25"/>
    <p:sldLayoutId id="2147484388" r:id="rId26"/>
    <p:sldLayoutId id="2147484389" r:id="rId27"/>
    <p:sldLayoutId id="2147484390" r:id="rId28"/>
    <p:sldLayoutId id="2147484391" r:id="rId29"/>
    <p:sldLayoutId id="2147484392" r:id="rId30"/>
    <p:sldLayoutId id="2147484393" r:id="rId31"/>
    <p:sldLayoutId id="2147484394" r:id="rId32"/>
    <p:sldLayoutId id="2147484395" r:id="rId33"/>
    <p:sldLayoutId id="2147484396" r:id="rId34"/>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guide id="9" orient="horz" pos="1344">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tags" Target="../tags/tag685.xml"/><Relationship Id="rId4" Type="http://schemas.openxmlformats.org/officeDocument/2006/relationships/image" Target="../media/image25.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1.xml"/><Relationship Id="rId1" Type="http://schemas.openxmlformats.org/officeDocument/2006/relationships/tags" Target="../tags/tag686.xml"/><Relationship Id="rId5" Type="http://schemas.openxmlformats.org/officeDocument/2006/relationships/image" Target="../media/image26.e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3" Type="http://schemas.openxmlformats.org/officeDocument/2006/relationships/image" Target="../media/image28.tiff"/><Relationship Id="rId2" Type="http://schemas.openxmlformats.org/officeDocument/2006/relationships/notesSlide" Target="../notesSlides/notesSlide2.xml"/><Relationship Id="rId1" Type="http://schemas.openxmlformats.org/officeDocument/2006/relationships/slideLayout" Target="../slideLayouts/slideLayout79.xml"/><Relationship Id="rId4" Type="http://schemas.openxmlformats.org/officeDocument/2006/relationships/image" Target="../media/image29.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6" Type="http://schemas.openxmlformats.org/officeDocument/2006/relationships/tags" Target="../tags/tag712.xml"/><Relationship Id="rId21" Type="http://schemas.openxmlformats.org/officeDocument/2006/relationships/tags" Target="../tags/tag707.xml"/><Relationship Id="rId42" Type="http://schemas.openxmlformats.org/officeDocument/2006/relationships/tags" Target="../tags/tag728.xml"/><Relationship Id="rId47" Type="http://schemas.openxmlformats.org/officeDocument/2006/relationships/tags" Target="../tags/tag733.xml"/><Relationship Id="rId63" Type="http://schemas.openxmlformats.org/officeDocument/2006/relationships/tags" Target="../tags/tag749.xml"/><Relationship Id="rId68" Type="http://schemas.openxmlformats.org/officeDocument/2006/relationships/tags" Target="../tags/tag754.xml"/><Relationship Id="rId16" Type="http://schemas.openxmlformats.org/officeDocument/2006/relationships/tags" Target="../tags/tag702.xml"/><Relationship Id="rId11" Type="http://schemas.openxmlformats.org/officeDocument/2006/relationships/tags" Target="../tags/tag697.xml"/><Relationship Id="rId24" Type="http://schemas.openxmlformats.org/officeDocument/2006/relationships/tags" Target="../tags/tag710.xml"/><Relationship Id="rId32" Type="http://schemas.openxmlformats.org/officeDocument/2006/relationships/tags" Target="../tags/tag718.xml"/><Relationship Id="rId37" Type="http://schemas.openxmlformats.org/officeDocument/2006/relationships/tags" Target="../tags/tag723.xml"/><Relationship Id="rId40" Type="http://schemas.openxmlformats.org/officeDocument/2006/relationships/tags" Target="../tags/tag726.xml"/><Relationship Id="rId45" Type="http://schemas.openxmlformats.org/officeDocument/2006/relationships/tags" Target="../tags/tag731.xml"/><Relationship Id="rId53" Type="http://schemas.openxmlformats.org/officeDocument/2006/relationships/tags" Target="../tags/tag739.xml"/><Relationship Id="rId58" Type="http://schemas.openxmlformats.org/officeDocument/2006/relationships/tags" Target="../tags/tag744.xml"/><Relationship Id="rId66" Type="http://schemas.openxmlformats.org/officeDocument/2006/relationships/tags" Target="../tags/tag752.xml"/><Relationship Id="rId74" Type="http://schemas.openxmlformats.org/officeDocument/2006/relationships/tags" Target="../tags/tag760.xml"/><Relationship Id="rId5" Type="http://schemas.openxmlformats.org/officeDocument/2006/relationships/tags" Target="../tags/tag691.xml"/><Relationship Id="rId61" Type="http://schemas.openxmlformats.org/officeDocument/2006/relationships/tags" Target="../tags/tag747.xml"/><Relationship Id="rId19" Type="http://schemas.openxmlformats.org/officeDocument/2006/relationships/tags" Target="../tags/tag705.xml"/><Relationship Id="rId14" Type="http://schemas.openxmlformats.org/officeDocument/2006/relationships/tags" Target="../tags/tag700.xml"/><Relationship Id="rId22" Type="http://schemas.openxmlformats.org/officeDocument/2006/relationships/tags" Target="../tags/tag708.xml"/><Relationship Id="rId27" Type="http://schemas.openxmlformats.org/officeDocument/2006/relationships/tags" Target="../tags/tag713.xml"/><Relationship Id="rId30" Type="http://schemas.openxmlformats.org/officeDocument/2006/relationships/tags" Target="../tags/tag716.xml"/><Relationship Id="rId35" Type="http://schemas.openxmlformats.org/officeDocument/2006/relationships/tags" Target="../tags/tag721.xml"/><Relationship Id="rId43" Type="http://schemas.openxmlformats.org/officeDocument/2006/relationships/tags" Target="../tags/tag729.xml"/><Relationship Id="rId48" Type="http://schemas.openxmlformats.org/officeDocument/2006/relationships/tags" Target="../tags/tag734.xml"/><Relationship Id="rId56" Type="http://schemas.openxmlformats.org/officeDocument/2006/relationships/tags" Target="../tags/tag742.xml"/><Relationship Id="rId64" Type="http://schemas.openxmlformats.org/officeDocument/2006/relationships/tags" Target="../tags/tag750.xml"/><Relationship Id="rId69" Type="http://schemas.openxmlformats.org/officeDocument/2006/relationships/tags" Target="../tags/tag755.xml"/><Relationship Id="rId77" Type="http://schemas.openxmlformats.org/officeDocument/2006/relationships/notesSlide" Target="../notesSlides/notesSlide3.xml"/><Relationship Id="rId8" Type="http://schemas.openxmlformats.org/officeDocument/2006/relationships/tags" Target="../tags/tag694.xml"/><Relationship Id="rId51" Type="http://schemas.openxmlformats.org/officeDocument/2006/relationships/tags" Target="../tags/tag737.xml"/><Relationship Id="rId72" Type="http://schemas.openxmlformats.org/officeDocument/2006/relationships/tags" Target="../tags/tag758.xml"/><Relationship Id="rId3" Type="http://schemas.openxmlformats.org/officeDocument/2006/relationships/tags" Target="../tags/tag689.xml"/><Relationship Id="rId12" Type="http://schemas.openxmlformats.org/officeDocument/2006/relationships/tags" Target="../tags/tag698.xml"/><Relationship Id="rId17" Type="http://schemas.openxmlformats.org/officeDocument/2006/relationships/tags" Target="../tags/tag703.xml"/><Relationship Id="rId25" Type="http://schemas.openxmlformats.org/officeDocument/2006/relationships/tags" Target="../tags/tag711.xml"/><Relationship Id="rId33" Type="http://schemas.openxmlformats.org/officeDocument/2006/relationships/tags" Target="../tags/tag719.xml"/><Relationship Id="rId38" Type="http://schemas.openxmlformats.org/officeDocument/2006/relationships/tags" Target="../tags/tag724.xml"/><Relationship Id="rId46" Type="http://schemas.openxmlformats.org/officeDocument/2006/relationships/tags" Target="../tags/tag732.xml"/><Relationship Id="rId59" Type="http://schemas.openxmlformats.org/officeDocument/2006/relationships/tags" Target="../tags/tag745.xml"/><Relationship Id="rId67" Type="http://schemas.openxmlformats.org/officeDocument/2006/relationships/tags" Target="../tags/tag753.xml"/><Relationship Id="rId20" Type="http://schemas.openxmlformats.org/officeDocument/2006/relationships/tags" Target="../tags/tag706.xml"/><Relationship Id="rId41" Type="http://schemas.openxmlformats.org/officeDocument/2006/relationships/tags" Target="../tags/tag727.xml"/><Relationship Id="rId54" Type="http://schemas.openxmlformats.org/officeDocument/2006/relationships/tags" Target="../tags/tag740.xml"/><Relationship Id="rId62" Type="http://schemas.openxmlformats.org/officeDocument/2006/relationships/tags" Target="../tags/tag748.xml"/><Relationship Id="rId70" Type="http://schemas.openxmlformats.org/officeDocument/2006/relationships/tags" Target="../tags/tag756.xml"/><Relationship Id="rId75" Type="http://schemas.openxmlformats.org/officeDocument/2006/relationships/tags" Target="../tags/tag761.xml"/><Relationship Id="rId1" Type="http://schemas.openxmlformats.org/officeDocument/2006/relationships/tags" Target="../tags/tag687.xml"/><Relationship Id="rId6" Type="http://schemas.openxmlformats.org/officeDocument/2006/relationships/tags" Target="../tags/tag692.xml"/><Relationship Id="rId15" Type="http://schemas.openxmlformats.org/officeDocument/2006/relationships/tags" Target="../tags/tag701.xml"/><Relationship Id="rId23" Type="http://schemas.openxmlformats.org/officeDocument/2006/relationships/tags" Target="../tags/tag709.xml"/><Relationship Id="rId28" Type="http://schemas.openxmlformats.org/officeDocument/2006/relationships/tags" Target="../tags/tag714.xml"/><Relationship Id="rId36" Type="http://schemas.openxmlformats.org/officeDocument/2006/relationships/tags" Target="../tags/tag722.xml"/><Relationship Id="rId49" Type="http://schemas.openxmlformats.org/officeDocument/2006/relationships/tags" Target="../tags/tag735.xml"/><Relationship Id="rId57" Type="http://schemas.openxmlformats.org/officeDocument/2006/relationships/tags" Target="../tags/tag743.xml"/><Relationship Id="rId10" Type="http://schemas.openxmlformats.org/officeDocument/2006/relationships/tags" Target="../tags/tag696.xml"/><Relationship Id="rId31" Type="http://schemas.openxmlformats.org/officeDocument/2006/relationships/tags" Target="../tags/tag717.xml"/><Relationship Id="rId44" Type="http://schemas.openxmlformats.org/officeDocument/2006/relationships/tags" Target="../tags/tag730.xml"/><Relationship Id="rId52" Type="http://schemas.openxmlformats.org/officeDocument/2006/relationships/tags" Target="../tags/tag738.xml"/><Relationship Id="rId60" Type="http://schemas.openxmlformats.org/officeDocument/2006/relationships/tags" Target="../tags/tag746.xml"/><Relationship Id="rId65" Type="http://schemas.openxmlformats.org/officeDocument/2006/relationships/tags" Target="../tags/tag751.xml"/><Relationship Id="rId73" Type="http://schemas.openxmlformats.org/officeDocument/2006/relationships/tags" Target="../tags/tag759.xml"/><Relationship Id="rId4" Type="http://schemas.openxmlformats.org/officeDocument/2006/relationships/tags" Target="../tags/tag690.xml"/><Relationship Id="rId9" Type="http://schemas.openxmlformats.org/officeDocument/2006/relationships/tags" Target="../tags/tag695.xml"/><Relationship Id="rId13" Type="http://schemas.openxmlformats.org/officeDocument/2006/relationships/tags" Target="../tags/tag699.xml"/><Relationship Id="rId18" Type="http://schemas.openxmlformats.org/officeDocument/2006/relationships/tags" Target="../tags/tag704.xml"/><Relationship Id="rId39" Type="http://schemas.openxmlformats.org/officeDocument/2006/relationships/tags" Target="../tags/tag725.xml"/><Relationship Id="rId34" Type="http://schemas.openxmlformats.org/officeDocument/2006/relationships/tags" Target="../tags/tag720.xml"/><Relationship Id="rId50" Type="http://schemas.openxmlformats.org/officeDocument/2006/relationships/tags" Target="../tags/tag736.xml"/><Relationship Id="rId55" Type="http://schemas.openxmlformats.org/officeDocument/2006/relationships/tags" Target="../tags/tag741.xml"/><Relationship Id="rId76" Type="http://schemas.openxmlformats.org/officeDocument/2006/relationships/slideLayout" Target="../slideLayouts/slideLayout81.xml"/><Relationship Id="rId7" Type="http://schemas.openxmlformats.org/officeDocument/2006/relationships/tags" Target="../tags/tag693.xml"/><Relationship Id="rId71" Type="http://schemas.openxmlformats.org/officeDocument/2006/relationships/tags" Target="../tags/tag757.xml"/><Relationship Id="rId2" Type="http://schemas.openxmlformats.org/officeDocument/2006/relationships/tags" Target="../tags/tag688.xml"/><Relationship Id="rId29" Type="http://schemas.openxmlformats.org/officeDocument/2006/relationships/tags" Target="../tags/tag7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p:cNvGraphicFramePr>
          <p:nvPr>
            <p:custDataLst>
              <p:tags r:id="rId1"/>
            </p:custDataLst>
            <p:extLst>
              <p:ext uri="{D42A27DB-BD31-4B8C-83A1-F6EECF244321}">
                <p14:modId xmlns:p14="http://schemas.microsoft.com/office/powerpoint/2010/main" val="4243351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rIns="0"/>
          <a:lstStyle/>
          <a:p>
            <a:r>
              <a:rPr lang="en-US" sz="4800" dirty="0"/>
              <a:t>Roadmaps</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tx1"/>
                </a:solidFill>
              </a:rPr>
              <a:t>7</a:t>
            </a:r>
          </a:p>
        </p:txBody>
      </p:sp>
    </p:spTree>
    <p:extLst>
      <p:ext uri="{BB962C8B-B14F-4D97-AF65-F5344CB8AC3E}">
        <p14:creationId xmlns:p14="http://schemas.microsoft.com/office/powerpoint/2010/main" val="3369583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A8A7-8931-3F5D-F55B-E6A132D9BD7F}"/>
              </a:ext>
            </a:extLst>
          </p:cNvPr>
          <p:cNvSpPr>
            <a:spLocks noGrp="1"/>
          </p:cNvSpPr>
          <p:nvPr>
            <p:ph type="title"/>
          </p:nvPr>
        </p:nvSpPr>
        <p:spPr/>
        <p:txBody>
          <a:bodyPr/>
          <a:lstStyle/>
          <a:p>
            <a:r>
              <a:rPr lang="en-US"/>
              <a:t>Timeline / Process / Approach</a:t>
            </a:r>
          </a:p>
        </p:txBody>
      </p:sp>
      <p:sp>
        <p:nvSpPr>
          <p:cNvPr id="4" name="Slide Number Placeholder 3">
            <a:extLst>
              <a:ext uri="{FF2B5EF4-FFF2-40B4-BE49-F238E27FC236}">
                <a16:creationId xmlns:a16="http://schemas.microsoft.com/office/drawing/2014/main" id="{1724ACD6-C018-5D4F-83EA-5008E043A4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800" b="0" i="0" u="none" strike="noStrike" kern="1200" cap="none" spc="0" normalizeH="0" baseline="0" noProof="0" smtClean="0">
                <a:ln>
                  <a:noFill/>
                </a:ln>
                <a:solidFill>
                  <a:srgbClr val="000000"/>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 name="Arrow: Pentagon 4">
            <a:extLst>
              <a:ext uri="{FF2B5EF4-FFF2-40B4-BE49-F238E27FC236}">
                <a16:creationId xmlns:a16="http://schemas.microsoft.com/office/drawing/2014/main" id="{367AAE18-FC98-C24D-0AD1-62F183960C3F}"/>
              </a:ext>
            </a:extLst>
          </p:cNvPr>
          <p:cNvSpPr/>
          <p:nvPr/>
        </p:nvSpPr>
        <p:spPr>
          <a:xfrm>
            <a:off x="752416" y="1371600"/>
            <a:ext cx="3633717" cy="504046"/>
          </a:xfrm>
          <a:prstGeom prst="homePlate">
            <a:avLst>
              <a:gd name="adj" fmla="val 2886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Graphik"/>
                <a:ea typeface="+mn-ea"/>
                <a:cs typeface="Arial" panose="020B0604020202020204" pitchFamily="34" charset="0"/>
              </a:rPr>
              <a:t>Phase 1</a:t>
            </a:r>
          </a:p>
        </p:txBody>
      </p:sp>
      <p:sp>
        <p:nvSpPr>
          <p:cNvPr id="6" name="Arrow: Chevron 5">
            <a:extLst>
              <a:ext uri="{FF2B5EF4-FFF2-40B4-BE49-F238E27FC236}">
                <a16:creationId xmlns:a16="http://schemas.microsoft.com/office/drawing/2014/main" id="{0D9FF2F4-B0CD-04DE-D203-8D04E7FCE53F}"/>
              </a:ext>
            </a:extLst>
          </p:cNvPr>
          <p:cNvSpPr/>
          <p:nvPr/>
        </p:nvSpPr>
        <p:spPr>
          <a:xfrm>
            <a:off x="4346543" y="1371600"/>
            <a:ext cx="3633717" cy="504046"/>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Graphik"/>
                <a:ea typeface="+mn-ea"/>
                <a:cs typeface="Arial" panose="020B0604020202020204" pitchFamily="34" charset="0"/>
              </a:rPr>
              <a:t>Phase 1</a:t>
            </a:r>
          </a:p>
        </p:txBody>
      </p:sp>
      <p:sp>
        <p:nvSpPr>
          <p:cNvPr id="7" name="Arrow: Chevron 6">
            <a:extLst>
              <a:ext uri="{FF2B5EF4-FFF2-40B4-BE49-F238E27FC236}">
                <a16:creationId xmlns:a16="http://schemas.microsoft.com/office/drawing/2014/main" id="{E328B105-953C-EC32-D9EE-09E730F8A9EB}"/>
              </a:ext>
            </a:extLst>
          </p:cNvPr>
          <p:cNvSpPr/>
          <p:nvPr/>
        </p:nvSpPr>
        <p:spPr>
          <a:xfrm>
            <a:off x="7940670" y="1371600"/>
            <a:ext cx="3633717" cy="504046"/>
          </a:xfrm>
          <a:prstGeom prst="chevron">
            <a:avLst>
              <a:gd name="adj" fmla="val 2886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Graphik"/>
                <a:ea typeface="+mn-ea"/>
                <a:cs typeface="Arial" panose="020B0604020202020204" pitchFamily="34" charset="0"/>
              </a:rPr>
              <a:t>Phase 3</a:t>
            </a:r>
          </a:p>
        </p:txBody>
      </p:sp>
      <p:sp>
        <p:nvSpPr>
          <p:cNvPr id="8" name="TextBox 7">
            <a:extLst>
              <a:ext uri="{FF2B5EF4-FFF2-40B4-BE49-F238E27FC236}">
                <a16:creationId xmlns:a16="http://schemas.microsoft.com/office/drawing/2014/main" id="{64AFC384-38D8-34A3-1443-487909598360}"/>
              </a:ext>
            </a:extLst>
          </p:cNvPr>
          <p:cNvSpPr txBox="1"/>
          <p:nvPr/>
        </p:nvSpPr>
        <p:spPr>
          <a:xfrm rot="16200000">
            <a:off x="43106" y="2275201"/>
            <a:ext cx="905696" cy="229907"/>
          </a:xfrm>
          <a:prstGeom prst="rect">
            <a:avLst/>
          </a:prstGeom>
          <a:noFill/>
        </p:spPr>
        <p:txBody>
          <a:bodyPr wrap="none" lIns="0" tIns="0" rIns="0" bIns="44804"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srgbClr val="000000"/>
                </a:solidFill>
                <a:effectLst/>
                <a:uLnTx/>
                <a:uFillTx/>
                <a:latin typeface="Graphik"/>
                <a:ea typeface="+mn-ea"/>
                <a:cs typeface="Arial" panose="020B0604020202020204" pitchFamily="34" charset="0"/>
              </a:rPr>
              <a:t>ACTIVITIES</a:t>
            </a:r>
          </a:p>
        </p:txBody>
      </p:sp>
      <p:sp>
        <p:nvSpPr>
          <p:cNvPr id="9" name="TextBox 8">
            <a:extLst>
              <a:ext uri="{FF2B5EF4-FFF2-40B4-BE49-F238E27FC236}">
                <a16:creationId xmlns:a16="http://schemas.microsoft.com/office/drawing/2014/main" id="{B7B55860-B96B-339C-E649-4B66B9F881D5}"/>
              </a:ext>
            </a:extLst>
          </p:cNvPr>
          <p:cNvSpPr txBox="1"/>
          <p:nvPr/>
        </p:nvSpPr>
        <p:spPr>
          <a:xfrm rot="16200000">
            <a:off x="140087" y="4358791"/>
            <a:ext cx="711733" cy="229907"/>
          </a:xfrm>
          <a:prstGeom prst="rect">
            <a:avLst/>
          </a:prstGeom>
          <a:noFill/>
        </p:spPr>
        <p:txBody>
          <a:bodyPr wrap="none" lIns="0" tIns="0" rIns="0" bIns="44804" rtlCol="0">
            <a:spAutoFit/>
          </a:bodyPr>
          <a:lstStyle>
            <a:defPPr>
              <a:defRPr lang="en-US"/>
            </a:defPPr>
            <a:lvl1pPr>
              <a:defRPr sz="1200" b="1"/>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srgbClr val="000000"/>
                </a:solidFill>
                <a:effectLst/>
                <a:uLnTx/>
                <a:uFillTx/>
                <a:latin typeface="Graphik"/>
                <a:ea typeface="+mn-ea"/>
                <a:cs typeface="Arial" panose="020B0604020202020204" pitchFamily="34" charset="0"/>
              </a:rPr>
              <a:t>RESULTS</a:t>
            </a:r>
          </a:p>
        </p:txBody>
      </p:sp>
      <p:sp>
        <p:nvSpPr>
          <p:cNvPr id="10" name="Rectangle 9">
            <a:extLst>
              <a:ext uri="{FF2B5EF4-FFF2-40B4-BE49-F238E27FC236}">
                <a16:creationId xmlns:a16="http://schemas.microsoft.com/office/drawing/2014/main" id="{3657289B-7A45-D29A-6895-A373C5051FC2}"/>
              </a:ext>
            </a:extLst>
          </p:cNvPr>
          <p:cNvSpPr/>
          <p:nvPr/>
        </p:nvSpPr>
        <p:spPr>
          <a:xfrm>
            <a:off x="752416" y="1937306"/>
            <a:ext cx="3494383" cy="189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36000" rtlCol="0" anchor="t">
            <a:spAutoFit/>
          </a:bodyPr>
          <a:lstStyle/>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10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10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quam felis, ultricies nec, pellentesque eu, pretium quis, sem. Nulla consequat massa quis enim.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pede justo, fringilla vel, aliquet nec, vulputate eget, arcu.</a:t>
            </a:r>
          </a:p>
        </p:txBody>
      </p:sp>
      <p:cxnSp>
        <p:nvCxnSpPr>
          <p:cNvPr id="11" name="Straight Connector 10">
            <a:extLst>
              <a:ext uri="{FF2B5EF4-FFF2-40B4-BE49-F238E27FC236}">
                <a16:creationId xmlns:a16="http://schemas.microsoft.com/office/drawing/2014/main" id="{2F3A4F06-644A-3D70-CCE2-BD47B60FEEA2}"/>
              </a:ext>
            </a:extLst>
          </p:cNvPr>
          <p:cNvCxnSpPr>
            <a:cxnSpLocks/>
          </p:cNvCxnSpPr>
          <p:nvPr/>
        </p:nvCxnSpPr>
        <p:spPr>
          <a:xfrm>
            <a:off x="752416" y="3947079"/>
            <a:ext cx="34961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38C7393-F9FE-B30A-3F23-8238DB4D7973}"/>
              </a:ext>
            </a:extLst>
          </p:cNvPr>
          <p:cNvSpPr/>
          <p:nvPr/>
        </p:nvSpPr>
        <p:spPr>
          <a:xfrm>
            <a:off x="4346543" y="1937306"/>
            <a:ext cx="3494383" cy="189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36000" rtlCol="0" anchor="t">
            <a:spAutoFit/>
          </a:bodyPr>
          <a:lstStyle/>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10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10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quam felis, ultricies nec, pellentesque eu, pretium quis, sem. Nulla consequat massa quis enim.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pede justo, fringilla vel, aliquet nec, vulputate eget, arcu.</a:t>
            </a:r>
          </a:p>
        </p:txBody>
      </p:sp>
      <p:sp>
        <p:nvSpPr>
          <p:cNvPr id="13" name="Rectangle 12">
            <a:extLst>
              <a:ext uri="{FF2B5EF4-FFF2-40B4-BE49-F238E27FC236}">
                <a16:creationId xmlns:a16="http://schemas.microsoft.com/office/drawing/2014/main" id="{2486241F-DCC2-AA5D-93CD-FC2F736B16FF}"/>
              </a:ext>
            </a:extLst>
          </p:cNvPr>
          <p:cNvSpPr/>
          <p:nvPr/>
        </p:nvSpPr>
        <p:spPr>
          <a:xfrm>
            <a:off x="7940669" y="1937306"/>
            <a:ext cx="3494383" cy="189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bIns="36000" rtlCol="0" anchor="t">
            <a:spAutoFit/>
          </a:bodyPr>
          <a:lstStyle/>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10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10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quam felis, ultricies nec, pellentesque eu, pretium quis, sem. Nulla consequat massa quis enim. </a:t>
            </a:r>
          </a:p>
          <a:p>
            <a:pPr marL="2286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pede justo, fringilla vel, aliquet nec, vulputate eget, arcu.</a:t>
            </a:r>
          </a:p>
        </p:txBody>
      </p:sp>
      <p:sp>
        <p:nvSpPr>
          <p:cNvPr id="14" name="Rectangle 13">
            <a:extLst>
              <a:ext uri="{FF2B5EF4-FFF2-40B4-BE49-F238E27FC236}">
                <a16:creationId xmlns:a16="http://schemas.microsoft.com/office/drawing/2014/main" id="{C268EDF7-E426-14D5-0A69-C1AA9F740EC5}"/>
              </a:ext>
            </a:extLst>
          </p:cNvPr>
          <p:cNvSpPr/>
          <p:nvPr/>
        </p:nvSpPr>
        <p:spPr>
          <a:xfrm>
            <a:off x="754682" y="4179702"/>
            <a:ext cx="3494383" cy="9504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68021" marR="0" lvl="0" indent="-16802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980" b="0" i="0" u="none" strike="noStrike" kern="1200" cap="none" spc="0" normalizeH="0" baseline="0" noProof="0">
              <a:ln>
                <a:noFill/>
              </a:ln>
              <a:solidFill>
                <a:srgbClr val="000000"/>
              </a:solidFill>
              <a:effectLst/>
              <a:uLnTx/>
              <a:uFillTx/>
              <a:latin typeface="Graphik"/>
              <a:ea typeface="+mn-ea"/>
              <a:cs typeface="Arial" panose="020B0604020202020204" pitchFamily="34" charset="0"/>
            </a:endParaRPr>
          </a:p>
        </p:txBody>
      </p:sp>
      <p:sp>
        <p:nvSpPr>
          <p:cNvPr id="15" name="Rectangle 14">
            <a:extLst>
              <a:ext uri="{FF2B5EF4-FFF2-40B4-BE49-F238E27FC236}">
                <a16:creationId xmlns:a16="http://schemas.microsoft.com/office/drawing/2014/main" id="{C0FC1A1B-DA80-0C6A-1A95-53186F1DF782}"/>
              </a:ext>
            </a:extLst>
          </p:cNvPr>
          <p:cNvSpPr/>
          <p:nvPr/>
        </p:nvSpPr>
        <p:spPr>
          <a:xfrm>
            <a:off x="4348809" y="4058452"/>
            <a:ext cx="3494383" cy="838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spAutoFit/>
          </a:bodyPr>
          <a:lstStyle/>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endParaRPr kumimoji="0" lang="en-US"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endParaRPr>
          </a:p>
        </p:txBody>
      </p:sp>
      <p:sp>
        <p:nvSpPr>
          <p:cNvPr id="16" name="Rectangle 15">
            <a:extLst>
              <a:ext uri="{FF2B5EF4-FFF2-40B4-BE49-F238E27FC236}">
                <a16:creationId xmlns:a16="http://schemas.microsoft.com/office/drawing/2014/main" id="{20B64B21-E8C5-86D1-221A-D782B3062295}"/>
              </a:ext>
            </a:extLst>
          </p:cNvPr>
          <p:cNvSpPr/>
          <p:nvPr/>
        </p:nvSpPr>
        <p:spPr>
          <a:xfrm>
            <a:off x="7942935" y="4058452"/>
            <a:ext cx="3494383" cy="838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spAutoFit/>
          </a:bodyPr>
          <a:lstStyle/>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endParaRPr kumimoji="0" lang="en-US"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endParaRPr>
          </a:p>
        </p:txBody>
      </p:sp>
      <p:cxnSp>
        <p:nvCxnSpPr>
          <p:cNvPr id="17" name="Straight Connector 16">
            <a:extLst>
              <a:ext uri="{FF2B5EF4-FFF2-40B4-BE49-F238E27FC236}">
                <a16:creationId xmlns:a16="http://schemas.microsoft.com/office/drawing/2014/main" id="{34ABF719-1C3C-701E-D966-23B23EE87BC5}"/>
              </a:ext>
            </a:extLst>
          </p:cNvPr>
          <p:cNvCxnSpPr>
            <a:cxnSpLocks/>
          </p:cNvCxnSpPr>
          <p:nvPr/>
        </p:nvCxnSpPr>
        <p:spPr>
          <a:xfrm>
            <a:off x="4346542" y="3947079"/>
            <a:ext cx="34961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EE0A6F9-4882-E529-822D-9406707D9AB5}"/>
              </a:ext>
            </a:extLst>
          </p:cNvPr>
          <p:cNvCxnSpPr>
            <a:cxnSpLocks/>
          </p:cNvCxnSpPr>
          <p:nvPr/>
        </p:nvCxnSpPr>
        <p:spPr>
          <a:xfrm>
            <a:off x="7940669" y="3947079"/>
            <a:ext cx="349613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3B32727E-86B0-E723-C3DD-4A4046F082BF}"/>
              </a:ext>
            </a:extLst>
          </p:cNvPr>
          <p:cNvSpPr/>
          <p:nvPr/>
        </p:nvSpPr>
        <p:spPr>
          <a:xfrm>
            <a:off x="752416" y="4058452"/>
            <a:ext cx="3494383" cy="838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spAutoFit/>
          </a:bodyPr>
          <a:lstStyle/>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p>
          <a:p>
            <a:pPr marL="168021" marR="0" lvl="0" indent="-168021"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1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a:t>
            </a:r>
            <a:endParaRPr kumimoji="0" lang="en-US"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endParaRPr>
          </a:p>
        </p:txBody>
      </p:sp>
      <p:grpSp>
        <p:nvGrpSpPr>
          <p:cNvPr id="20" name="Group 28">
            <a:extLst>
              <a:ext uri="{FF2B5EF4-FFF2-40B4-BE49-F238E27FC236}">
                <a16:creationId xmlns:a16="http://schemas.microsoft.com/office/drawing/2014/main" id="{AB730C26-0ABB-1009-9E2A-D9F70E07E834}"/>
              </a:ext>
            </a:extLst>
          </p:cNvPr>
          <p:cNvGrpSpPr>
            <a:grpSpLocks noChangeAspect="1"/>
          </p:cNvGrpSpPr>
          <p:nvPr/>
        </p:nvGrpSpPr>
        <p:grpSpPr bwMode="auto">
          <a:xfrm>
            <a:off x="8256024" y="1525411"/>
            <a:ext cx="268824" cy="196425"/>
            <a:chOff x="3622" y="652"/>
            <a:chExt cx="427" cy="312"/>
          </a:xfrm>
          <a:solidFill>
            <a:srgbClr val="FFFFFF"/>
          </a:solidFill>
        </p:grpSpPr>
        <p:sp>
          <p:nvSpPr>
            <p:cNvPr id="21" name="Freeform 29">
              <a:extLst>
                <a:ext uri="{FF2B5EF4-FFF2-40B4-BE49-F238E27FC236}">
                  <a16:creationId xmlns:a16="http://schemas.microsoft.com/office/drawing/2014/main" id="{62DEC687-3D36-53B9-8042-64EE835149AD}"/>
                </a:ext>
              </a:extLst>
            </p:cNvPr>
            <p:cNvSpPr>
              <a:spLocks noEditPoints="1"/>
            </p:cNvSpPr>
            <p:nvPr/>
          </p:nvSpPr>
          <p:spPr bwMode="auto">
            <a:xfrm>
              <a:off x="3622" y="652"/>
              <a:ext cx="427" cy="312"/>
            </a:xfrm>
            <a:custGeom>
              <a:avLst/>
              <a:gdLst>
                <a:gd name="T0" fmla="*/ 282 w 288"/>
                <a:gd name="T1" fmla="*/ 216 h 216"/>
                <a:gd name="T2" fmla="*/ 6 w 288"/>
                <a:gd name="T3" fmla="*/ 216 h 216"/>
                <a:gd name="T4" fmla="*/ 0 w 288"/>
                <a:gd name="T5" fmla="*/ 210 h 216"/>
                <a:gd name="T6" fmla="*/ 0 w 288"/>
                <a:gd name="T7" fmla="*/ 6 h 216"/>
                <a:gd name="T8" fmla="*/ 6 w 288"/>
                <a:gd name="T9" fmla="*/ 0 h 216"/>
                <a:gd name="T10" fmla="*/ 282 w 288"/>
                <a:gd name="T11" fmla="*/ 0 h 216"/>
                <a:gd name="T12" fmla="*/ 288 w 288"/>
                <a:gd name="T13" fmla="*/ 6 h 216"/>
                <a:gd name="T14" fmla="*/ 288 w 288"/>
                <a:gd name="T15" fmla="*/ 210 h 216"/>
                <a:gd name="T16" fmla="*/ 282 w 288"/>
                <a:gd name="T17" fmla="*/ 216 h 216"/>
                <a:gd name="T18" fmla="*/ 12 w 288"/>
                <a:gd name="T19" fmla="*/ 204 h 216"/>
                <a:gd name="T20" fmla="*/ 276 w 288"/>
                <a:gd name="T21" fmla="*/ 204 h 216"/>
                <a:gd name="T22" fmla="*/ 276 w 288"/>
                <a:gd name="T23" fmla="*/ 12 h 216"/>
                <a:gd name="T24" fmla="*/ 12 w 288"/>
                <a:gd name="T25" fmla="*/ 12 h 216"/>
                <a:gd name="T26" fmla="*/ 12 w 288"/>
                <a:gd name="T27"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16">
                  <a:moveTo>
                    <a:pt x="282" y="216"/>
                  </a:moveTo>
                  <a:cubicBezTo>
                    <a:pt x="6" y="216"/>
                    <a:pt x="6" y="216"/>
                    <a:pt x="6" y="216"/>
                  </a:cubicBezTo>
                  <a:cubicBezTo>
                    <a:pt x="3" y="216"/>
                    <a:pt x="0" y="214"/>
                    <a:pt x="0" y="210"/>
                  </a:cubicBezTo>
                  <a:cubicBezTo>
                    <a:pt x="0" y="6"/>
                    <a:pt x="0" y="6"/>
                    <a:pt x="0" y="6"/>
                  </a:cubicBezTo>
                  <a:cubicBezTo>
                    <a:pt x="0" y="3"/>
                    <a:pt x="3" y="0"/>
                    <a:pt x="6" y="0"/>
                  </a:cubicBezTo>
                  <a:cubicBezTo>
                    <a:pt x="282" y="0"/>
                    <a:pt x="282" y="0"/>
                    <a:pt x="282" y="0"/>
                  </a:cubicBezTo>
                  <a:cubicBezTo>
                    <a:pt x="285" y="0"/>
                    <a:pt x="288" y="3"/>
                    <a:pt x="288" y="6"/>
                  </a:cubicBezTo>
                  <a:cubicBezTo>
                    <a:pt x="288" y="210"/>
                    <a:pt x="288" y="210"/>
                    <a:pt x="288" y="210"/>
                  </a:cubicBezTo>
                  <a:cubicBezTo>
                    <a:pt x="288" y="214"/>
                    <a:pt x="285" y="216"/>
                    <a:pt x="282" y="216"/>
                  </a:cubicBezTo>
                  <a:close/>
                  <a:moveTo>
                    <a:pt x="12" y="204"/>
                  </a:moveTo>
                  <a:cubicBezTo>
                    <a:pt x="276" y="204"/>
                    <a:pt x="276" y="204"/>
                    <a:pt x="276" y="204"/>
                  </a:cubicBezTo>
                  <a:cubicBezTo>
                    <a:pt x="276" y="12"/>
                    <a:pt x="276" y="12"/>
                    <a:pt x="276" y="12"/>
                  </a:cubicBezTo>
                  <a:cubicBezTo>
                    <a:pt x="12" y="12"/>
                    <a:pt x="12" y="12"/>
                    <a:pt x="12" y="12"/>
                  </a:cubicBezTo>
                  <a:lnTo>
                    <a:pt x="1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2" name="Freeform 30">
              <a:extLst>
                <a:ext uri="{FF2B5EF4-FFF2-40B4-BE49-F238E27FC236}">
                  <a16:creationId xmlns:a16="http://schemas.microsoft.com/office/drawing/2014/main" id="{5FAC1939-92DA-DEA5-A5BC-AF5C6D33284B}"/>
                </a:ext>
              </a:extLst>
            </p:cNvPr>
            <p:cNvSpPr>
              <a:spLocks noEditPoints="1"/>
            </p:cNvSpPr>
            <p:nvPr/>
          </p:nvSpPr>
          <p:spPr bwMode="auto">
            <a:xfrm>
              <a:off x="3658" y="687"/>
              <a:ext cx="355" cy="243"/>
            </a:xfrm>
            <a:custGeom>
              <a:avLst/>
              <a:gdLst>
                <a:gd name="T0" fmla="*/ 234 w 240"/>
                <a:gd name="T1" fmla="*/ 168 h 168"/>
                <a:gd name="T2" fmla="*/ 6 w 240"/>
                <a:gd name="T3" fmla="*/ 168 h 168"/>
                <a:gd name="T4" fmla="*/ 0 w 240"/>
                <a:gd name="T5" fmla="*/ 162 h 168"/>
                <a:gd name="T6" fmla="*/ 0 w 240"/>
                <a:gd name="T7" fmla="*/ 6 h 168"/>
                <a:gd name="T8" fmla="*/ 6 w 240"/>
                <a:gd name="T9" fmla="*/ 0 h 168"/>
                <a:gd name="T10" fmla="*/ 234 w 240"/>
                <a:gd name="T11" fmla="*/ 0 h 168"/>
                <a:gd name="T12" fmla="*/ 240 w 240"/>
                <a:gd name="T13" fmla="*/ 6 h 168"/>
                <a:gd name="T14" fmla="*/ 240 w 240"/>
                <a:gd name="T15" fmla="*/ 162 h 168"/>
                <a:gd name="T16" fmla="*/ 234 w 240"/>
                <a:gd name="T17" fmla="*/ 168 h 168"/>
                <a:gd name="T18" fmla="*/ 12 w 240"/>
                <a:gd name="T19" fmla="*/ 156 h 168"/>
                <a:gd name="T20" fmla="*/ 228 w 240"/>
                <a:gd name="T21" fmla="*/ 156 h 168"/>
                <a:gd name="T22" fmla="*/ 228 w 240"/>
                <a:gd name="T23" fmla="*/ 12 h 168"/>
                <a:gd name="T24" fmla="*/ 12 w 240"/>
                <a:gd name="T25" fmla="*/ 12 h 168"/>
                <a:gd name="T26" fmla="*/ 12 w 240"/>
                <a:gd name="T2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0" h="168">
                  <a:moveTo>
                    <a:pt x="234" y="168"/>
                  </a:moveTo>
                  <a:cubicBezTo>
                    <a:pt x="6" y="168"/>
                    <a:pt x="6" y="168"/>
                    <a:pt x="6" y="168"/>
                  </a:cubicBezTo>
                  <a:cubicBezTo>
                    <a:pt x="3" y="168"/>
                    <a:pt x="0" y="166"/>
                    <a:pt x="0" y="162"/>
                  </a:cubicBezTo>
                  <a:cubicBezTo>
                    <a:pt x="0" y="6"/>
                    <a:pt x="0" y="6"/>
                    <a:pt x="0" y="6"/>
                  </a:cubicBezTo>
                  <a:cubicBezTo>
                    <a:pt x="0" y="3"/>
                    <a:pt x="3" y="0"/>
                    <a:pt x="6" y="0"/>
                  </a:cubicBezTo>
                  <a:cubicBezTo>
                    <a:pt x="234" y="0"/>
                    <a:pt x="234" y="0"/>
                    <a:pt x="234" y="0"/>
                  </a:cubicBezTo>
                  <a:cubicBezTo>
                    <a:pt x="237" y="0"/>
                    <a:pt x="240" y="3"/>
                    <a:pt x="240" y="6"/>
                  </a:cubicBezTo>
                  <a:cubicBezTo>
                    <a:pt x="240" y="162"/>
                    <a:pt x="240" y="162"/>
                    <a:pt x="240" y="162"/>
                  </a:cubicBezTo>
                  <a:cubicBezTo>
                    <a:pt x="240" y="166"/>
                    <a:pt x="237" y="168"/>
                    <a:pt x="234" y="168"/>
                  </a:cubicBezTo>
                  <a:close/>
                  <a:moveTo>
                    <a:pt x="12" y="156"/>
                  </a:moveTo>
                  <a:cubicBezTo>
                    <a:pt x="228" y="156"/>
                    <a:pt x="228" y="156"/>
                    <a:pt x="228" y="156"/>
                  </a:cubicBezTo>
                  <a:cubicBezTo>
                    <a:pt x="228" y="12"/>
                    <a:pt x="228" y="12"/>
                    <a:pt x="228" y="12"/>
                  </a:cubicBezTo>
                  <a:cubicBezTo>
                    <a:pt x="12" y="12"/>
                    <a:pt x="12" y="12"/>
                    <a:pt x="12" y="12"/>
                  </a:cubicBezTo>
                  <a:lnTo>
                    <a:pt x="1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3" name="Freeform 31">
              <a:extLst>
                <a:ext uri="{FF2B5EF4-FFF2-40B4-BE49-F238E27FC236}">
                  <a16:creationId xmlns:a16="http://schemas.microsoft.com/office/drawing/2014/main" id="{36F0F001-710B-E09D-3FFB-F29647CD7134}"/>
                </a:ext>
              </a:extLst>
            </p:cNvPr>
            <p:cNvSpPr>
              <a:spLocks/>
            </p:cNvSpPr>
            <p:nvPr/>
          </p:nvSpPr>
          <p:spPr bwMode="auto">
            <a:xfrm>
              <a:off x="3711" y="843"/>
              <a:ext cx="18" cy="52"/>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4"/>
                    <a:pt x="0" y="30"/>
                  </a:cubicBezTo>
                  <a:cubicBezTo>
                    <a:pt x="0" y="6"/>
                    <a:pt x="0" y="6"/>
                    <a:pt x="0" y="6"/>
                  </a:cubicBezTo>
                  <a:cubicBezTo>
                    <a:pt x="0" y="3"/>
                    <a:pt x="3" y="0"/>
                    <a:pt x="6" y="0"/>
                  </a:cubicBezTo>
                  <a:cubicBezTo>
                    <a:pt x="9" y="0"/>
                    <a:pt x="12" y="3"/>
                    <a:pt x="12" y="6"/>
                  </a:cubicBezTo>
                  <a:cubicBezTo>
                    <a:pt x="12" y="30"/>
                    <a:pt x="12" y="30"/>
                    <a:pt x="12" y="30"/>
                  </a:cubicBezTo>
                  <a:cubicBezTo>
                    <a:pt x="12" y="34"/>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4" name="Freeform 32">
              <a:extLst>
                <a:ext uri="{FF2B5EF4-FFF2-40B4-BE49-F238E27FC236}">
                  <a16:creationId xmlns:a16="http://schemas.microsoft.com/office/drawing/2014/main" id="{B5A9ED33-AD10-05BB-B33F-3A882210DA69}"/>
                </a:ext>
              </a:extLst>
            </p:cNvPr>
            <p:cNvSpPr>
              <a:spLocks/>
            </p:cNvSpPr>
            <p:nvPr/>
          </p:nvSpPr>
          <p:spPr bwMode="auto">
            <a:xfrm>
              <a:off x="3747" y="791"/>
              <a:ext cx="17" cy="104"/>
            </a:xfrm>
            <a:custGeom>
              <a:avLst/>
              <a:gdLst>
                <a:gd name="T0" fmla="*/ 6 w 12"/>
                <a:gd name="T1" fmla="*/ 72 h 72"/>
                <a:gd name="T2" fmla="*/ 0 w 12"/>
                <a:gd name="T3" fmla="*/ 66 h 72"/>
                <a:gd name="T4" fmla="*/ 0 w 12"/>
                <a:gd name="T5" fmla="*/ 6 h 72"/>
                <a:gd name="T6" fmla="*/ 6 w 12"/>
                <a:gd name="T7" fmla="*/ 0 h 72"/>
                <a:gd name="T8" fmla="*/ 12 w 12"/>
                <a:gd name="T9" fmla="*/ 6 h 72"/>
                <a:gd name="T10" fmla="*/ 12 w 12"/>
                <a:gd name="T11" fmla="*/ 66 h 72"/>
                <a:gd name="T12" fmla="*/ 6 w 12"/>
                <a:gd name="T13" fmla="*/ 72 h 72"/>
              </a:gdLst>
              <a:ahLst/>
              <a:cxnLst>
                <a:cxn ang="0">
                  <a:pos x="T0" y="T1"/>
                </a:cxn>
                <a:cxn ang="0">
                  <a:pos x="T2" y="T3"/>
                </a:cxn>
                <a:cxn ang="0">
                  <a:pos x="T4" y="T5"/>
                </a:cxn>
                <a:cxn ang="0">
                  <a:pos x="T6" y="T7"/>
                </a:cxn>
                <a:cxn ang="0">
                  <a:pos x="T8" y="T9"/>
                </a:cxn>
                <a:cxn ang="0">
                  <a:pos x="T10" y="T11"/>
                </a:cxn>
                <a:cxn ang="0">
                  <a:pos x="T12" y="T13"/>
                </a:cxn>
              </a:cxnLst>
              <a:rect l="0" t="0" r="r" b="b"/>
              <a:pathLst>
                <a:path w="12" h="72">
                  <a:moveTo>
                    <a:pt x="6" y="72"/>
                  </a:moveTo>
                  <a:cubicBezTo>
                    <a:pt x="3" y="72"/>
                    <a:pt x="0" y="70"/>
                    <a:pt x="0" y="66"/>
                  </a:cubicBezTo>
                  <a:cubicBezTo>
                    <a:pt x="0" y="6"/>
                    <a:pt x="0" y="6"/>
                    <a:pt x="0" y="6"/>
                  </a:cubicBezTo>
                  <a:cubicBezTo>
                    <a:pt x="0" y="3"/>
                    <a:pt x="3" y="0"/>
                    <a:pt x="6" y="0"/>
                  </a:cubicBezTo>
                  <a:cubicBezTo>
                    <a:pt x="9" y="0"/>
                    <a:pt x="12" y="3"/>
                    <a:pt x="12" y="6"/>
                  </a:cubicBezTo>
                  <a:cubicBezTo>
                    <a:pt x="12" y="66"/>
                    <a:pt x="12" y="66"/>
                    <a:pt x="12" y="66"/>
                  </a:cubicBezTo>
                  <a:cubicBezTo>
                    <a:pt x="12" y="70"/>
                    <a:pt x="9" y="72"/>
                    <a:pt x="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5" name="Freeform 33">
              <a:extLst>
                <a:ext uri="{FF2B5EF4-FFF2-40B4-BE49-F238E27FC236}">
                  <a16:creationId xmlns:a16="http://schemas.microsoft.com/office/drawing/2014/main" id="{44AAE336-0B62-BA70-4711-73E7DE2E07EE}"/>
                </a:ext>
              </a:extLst>
            </p:cNvPr>
            <p:cNvSpPr>
              <a:spLocks/>
            </p:cNvSpPr>
            <p:nvPr/>
          </p:nvSpPr>
          <p:spPr bwMode="auto">
            <a:xfrm>
              <a:off x="3782" y="826"/>
              <a:ext cx="18" cy="69"/>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6" name="Freeform 34">
              <a:extLst>
                <a:ext uri="{FF2B5EF4-FFF2-40B4-BE49-F238E27FC236}">
                  <a16:creationId xmlns:a16="http://schemas.microsoft.com/office/drawing/2014/main" id="{3F204953-2EA4-5BB5-F6CF-EE2480AFE2C3}"/>
                </a:ext>
              </a:extLst>
            </p:cNvPr>
            <p:cNvSpPr>
              <a:spLocks/>
            </p:cNvSpPr>
            <p:nvPr/>
          </p:nvSpPr>
          <p:spPr bwMode="auto">
            <a:xfrm>
              <a:off x="3818" y="843"/>
              <a:ext cx="17" cy="52"/>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4"/>
                    <a:pt x="0" y="30"/>
                  </a:cubicBezTo>
                  <a:cubicBezTo>
                    <a:pt x="0" y="6"/>
                    <a:pt x="0" y="6"/>
                    <a:pt x="0" y="6"/>
                  </a:cubicBezTo>
                  <a:cubicBezTo>
                    <a:pt x="0" y="3"/>
                    <a:pt x="3" y="0"/>
                    <a:pt x="6" y="0"/>
                  </a:cubicBezTo>
                  <a:cubicBezTo>
                    <a:pt x="9" y="0"/>
                    <a:pt x="12" y="3"/>
                    <a:pt x="12" y="6"/>
                  </a:cubicBezTo>
                  <a:cubicBezTo>
                    <a:pt x="12" y="30"/>
                    <a:pt x="12" y="30"/>
                    <a:pt x="12" y="30"/>
                  </a:cubicBezTo>
                  <a:cubicBezTo>
                    <a:pt x="12" y="34"/>
                    <a:pt x="9"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7" name="Freeform 35">
              <a:extLst>
                <a:ext uri="{FF2B5EF4-FFF2-40B4-BE49-F238E27FC236}">
                  <a16:creationId xmlns:a16="http://schemas.microsoft.com/office/drawing/2014/main" id="{5F86EDD5-8CAD-62C8-903B-8F3536747C04}"/>
                </a:ext>
              </a:extLst>
            </p:cNvPr>
            <p:cNvSpPr>
              <a:spLocks/>
            </p:cNvSpPr>
            <p:nvPr/>
          </p:nvSpPr>
          <p:spPr bwMode="auto">
            <a:xfrm>
              <a:off x="3924" y="756"/>
              <a:ext cx="18" cy="139"/>
            </a:xfrm>
            <a:custGeom>
              <a:avLst/>
              <a:gdLst>
                <a:gd name="T0" fmla="*/ 6 w 12"/>
                <a:gd name="T1" fmla="*/ 96 h 96"/>
                <a:gd name="T2" fmla="*/ 0 w 12"/>
                <a:gd name="T3" fmla="*/ 90 h 96"/>
                <a:gd name="T4" fmla="*/ 0 w 12"/>
                <a:gd name="T5" fmla="*/ 6 h 96"/>
                <a:gd name="T6" fmla="*/ 6 w 12"/>
                <a:gd name="T7" fmla="*/ 0 h 96"/>
                <a:gd name="T8" fmla="*/ 12 w 12"/>
                <a:gd name="T9" fmla="*/ 6 h 96"/>
                <a:gd name="T10" fmla="*/ 12 w 12"/>
                <a:gd name="T11" fmla="*/ 90 h 96"/>
                <a:gd name="T12" fmla="*/ 6 w 1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12" h="96">
                  <a:moveTo>
                    <a:pt x="6" y="96"/>
                  </a:moveTo>
                  <a:cubicBezTo>
                    <a:pt x="3" y="96"/>
                    <a:pt x="0" y="94"/>
                    <a:pt x="0" y="90"/>
                  </a:cubicBezTo>
                  <a:cubicBezTo>
                    <a:pt x="0" y="6"/>
                    <a:pt x="0" y="6"/>
                    <a:pt x="0" y="6"/>
                  </a:cubicBezTo>
                  <a:cubicBezTo>
                    <a:pt x="0" y="3"/>
                    <a:pt x="3" y="0"/>
                    <a:pt x="6" y="0"/>
                  </a:cubicBezTo>
                  <a:cubicBezTo>
                    <a:pt x="9" y="0"/>
                    <a:pt x="12" y="3"/>
                    <a:pt x="12" y="6"/>
                  </a:cubicBezTo>
                  <a:cubicBezTo>
                    <a:pt x="12" y="90"/>
                    <a:pt x="12" y="90"/>
                    <a:pt x="12" y="90"/>
                  </a:cubicBezTo>
                  <a:cubicBezTo>
                    <a:pt x="12" y="94"/>
                    <a:pt x="9" y="96"/>
                    <a:pt x="6"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8" name="Freeform 36">
              <a:extLst>
                <a:ext uri="{FF2B5EF4-FFF2-40B4-BE49-F238E27FC236}">
                  <a16:creationId xmlns:a16="http://schemas.microsoft.com/office/drawing/2014/main" id="{678E757C-23AD-8E48-3959-7F0228662FC5}"/>
                </a:ext>
              </a:extLst>
            </p:cNvPr>
            <p:cNvSpPr>
              <a:spLocks/>
            </p:cNvSpPr>
            <p:nvPr/>
          </p:nvSpPr>
          <p:spPr bwMode="auto">
            <a:xfrm>
              <a:off x="3889" y="800"/>
              <a:ext cx="17" cy="95"/>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4"/>
                    <a:pt x="0" y="60"/>
                  </a:cubicBezTo>
                  <a:cubicBezTo>
                    <a:pt x="0" y="6"/>
                    <a:pt x="0" y="6"/>
                    <a:pt x="0" y="6"/>
                  </a:cubicBezTo>
                  <a:cubicBezTo>
                    <a:pt x="0" y="3"/>
                    <a:pt x="3" y="0"/>
                    <a:pt x="6" y="0"/>
                  </a:cubicBezTo>
                  <a:cubicBezTo>
                    <a:pt x="9" y="0"/>
                    <a:pt x="12" y="3"/>
                    <a:pt x="12" y="6"/>
                  </a:cubicBezTo>
                  <a:cubicBezTo>
                    <a:pt x="12" y="60"/>
                    <a:pt x="12" y="60"/>
                    <a:pt x="12" y="60"/>
                  </a:cubicBezTo>
                  <a:cubicBezTo>
                    <a:pt x="12" y="64"/>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29" name="Freeform 37">
              <a:extLst>
                <a:ext uri="{FF2B5EF4-FFF2-40B4-BE49-F238E27FC236}">
                  <a16:creationId xmlns:a16="http://schemas.microsoft.com/office/drawing/2014/main" id="{00404AA3-B344-AEF5-7366-354C2044DDD7}"/>
                </a:ext>
              </a:extLst>
            </p:cNvPr>
            <p:cNvSpPr>
              <a:spLocks/>
            </p:cNvSpPr>
            <p:nvPr/>
          </p:nvSpPr>
          <p:spPr bwMode="auto">
            <a:xfrm>
              <a:off x="3853" y="722"/>
              <a:ext cx="18" cy="173"/>
            </a:xfrm>
            <a:custGeom>
              <a:avLst/>
              <a:gdLst>
                <a:gd name="T0" fmla="*/ 6 w 12"/>
                <a:gd name="T1" fmla="*/ 120 h 120"/>
                <a:gd name="T2" fmla="*/ 0 w 12"/>
                <a:gd name="T3" fmla="*/ 114 h 120"/>
                <a:gd name="T4" fmla="*/ 0 w 12"/>
                <a:gd name="T5" fmla="*/ 6 h 120"/>
                <a:gd name="T6" fmla="*/ 6 w 12"/>
                <a:gd name="T7" fmla="*/ 0 h 120"/>
                <a:gd name="T8" fmla="*/ 12 w 12"/>
                <a:gd name="T9" fmla="*/ 6 h 120"/>
                <a:gd name="T10" fmla="*/ 12 w 12"/>
                <a:gd name="T11" fmla="*/ 114 h 120"/>
                <a:gd name="T12" fmla="*/ 6 w 12"/>
                <a:gd name="T13" fmla="*/ 120 h 120"/>
              </a:gdLst>
              <a:ahLst/>
              <a:cxnLst>
                <a:cxn ang="0">
                  <a:pos x="T0" y="T1"/>
                </a:cxn>
                <a:cxn ang="0">
                  <a:pos x="T2" y="T3"/>
                </a:cxn>
                <a:cxn ang="0">
                  <a:pos x="T4" y="T5"/>
                </a:cxn>
                <a:cxn ang="0">
                  <a:pos x="T6" y="T7"/>
                </a:cxn>
                <a:cxn ang="0">
                  <a:pos x="T8" y="T9"/>
                </a:cxn>
                <a:cxn ang="0">
                  <a:pos x="T10" y="T11"/>
                </a:cxn>
                <a:cxn ang="0">
                  <a:pos x="T12" y="T13"/>
                </a:cxn>
              </a:cxnLst>
              <a:rect l="0" t="0" r="r" b="b"/>
              <a:pathLst>
                <a:path w="12" h="120">
                  <a:moveTo>
                    <a:pt x="6" y="120"/>
                  </a:moveTo>
                  <a:cubicBezTo>
                    <a:pt x="3" y="120"/>
                    <a:pt x="0" y="118"/>
                    <a:pt x="0" y="114"/>
                  </a:cubicBezTo>
                  <a:cubicBezTo>
                    <a:pt x="0" y="6"/>
                    <a:pt x="0" y="6"/>
                    <a:pt x="0" y="6"/>
                  </a:cubicBezTo>
                  <a:cubicBezTo>
                    <a:pt x="0" y="3"/>
                    <a:pt x="3" y="0"/>
                    <a:pt x="6" y="0"/>
                  </a:cubicBezTo>
                  <a:cubicBezTo>
                    <a:pt x="9" y="0"/>
                    <a:pt x="12" y="3"/>
                    <a:pt x="12" y="6"/>
                  </a:cubicBezTo>
                  <a:cubicBezTo>
                    <a:pt x="12" y="114"/>
                    <a:pt x="12" y="114"/>
                    <a:pt x="12" y="114"/>
                  </a:cubicBezTo>
                  <a:cubicBezTo>
                    <a:pt x="12" y="118"/>
                    <a:pt x="9" y="120"/>
                    <a:pt x="6"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US"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grpSp>
      <p:grpSp>
        <p:nvGrpSpPr>
          <p:cNvPr id="33" name="Group 89">
            <a:extLst>
              <a:ext uri="{FF2B5EF4-FFF2-40B4-BE49-F238E27FC236}">
                <a16:creationId xmlns:a16="http://schemas.microsoft.com/office/drawing/2014/main" id="{94DE2EFB-269A-F1CF-7A6F-885F5F0F6B5A}"/>
              </a:ext>
            </a:extLst>
          </p:cNvPr>
          <p:cNvGrpSpPr>
            <a:grpSpLocks noChangeAspect="1"/>
          </p:cNvGrpSpPr>
          <p:nvPr/>
        </p:nvGrpSpPr>
        <p:grpSpPr bwMode="auto">
          <a:xfrm>
            <a:off x="4660809" y="1489210"/>
            <a:ext cx="268824" cy="268823"/>
            <a:chOff x="6539" y="440"/>
            <a:chExt cx="426" cy="426"/>
          </a:xfrm>
          <a:solidFill>
            <a:srgbClr val="FFFFFF"/>
          </a:solidFill>
        </p:grpSpPr>
        <p:sp>
          <p:nvSpPr>
            <p:cNvPr id="34" name="Freeform 90">
              <a:extLst>
                <a:ext uri="{FF2B5EF4-FFF2-40B4-BE49-F238E27FC236}">
                  <a16:creationId xmlns:a16="http://schemas.microsoft.com/office/drawing/2014/main" id="{4E60632A-B03A-F3E6-D89A-D1FA935CAF06}"/>
                </a:ext>
              </a:extLst>
            </p:cNvPr>
            <p:cNvSpPr>
              <a:spLocks noEditPoints="1"/>
            </p:cNvSpPr>
            <p:nvPr/>
          </p:nvSpPr>
          <p:spPr bwMode="auto">
            <a:xfrm>
              <a:off x="6752" y="653"/>
              <a:ext cx="213" cy="213"/>
            </a:xfrm>
            <a:custGeom>
              <a:avLst/>
              <a:gdLst>
                <a:gd name="T0" fmla="*/ 6 w 144"/>
                <a:gd name="T1" fmla="*/ 144 h 144"/>
                <a:gd name="T2" fmla="*/ 2 w 144"/>
                <a:gd name="T3" fmla="*/ 143 h 144"/>
                <a:gd name="T4" fmla="*/ 1 w 144"/>
                <a:gd name="T5" fmla="*/ 137 h 144"/>
                <a:gd name="T6" fmla="*/ 13 w 144"/>
                <a:gd name="T7" fmla="*/ 95 h 144"/>
                <a:gd name="T8" fmla="*/ 14 w 144"/>
                <a:gd name="T9" fmla="*/ 92 h 144"/>
                <a:gd name="T10" fmla="*/ 104 w 144"/>
                <a:gd name="T11" fmla="*/ 2 h 144"/>
                <a:gd name="T12" fmla="*/ 113 w 144"/>
                <a:gd name="T13" fmla="*/ 2 h 144"/>
                <a:gd name="T14" fmla="*/ 143 w 144"/>
                <a:gd name="T15" fmla="*/ 32 h 144"/>
                <a:gd name="T16" fmla="*/ 144 w 144"/>
                <a:gd name="T17" fmla="*/ 36 h 144"/>
                <a:gd name="T18" fmla="*/ 143 w 144"/>
                <a:gd name="T19" fmla="*/ 41 h 144"/>
                <a:gd name="T20" fmla="*/ 53 w 144"/>
                <a:gd name="T21" fmla="*/ 131 h 144"/>
                <a:gd name="T22" fmla="*/ 50 w 144"/>
                <a:gd name="T23" fmla="*/ 132 h 144"/>
                <a:gd name="T24" fmla="*/ 8 w 144"/>
                <a:gd name="T25" fmla="*/ 144 h 144"/>
                <a:gd name="T26" fmla="*/ 6 w 144"/>
                <a:gd name="T27" fmla="*/ 144 h 144"/>
                <a:gd name="T28" fmla="*/ 24 w 144"/>
                <a:gd name="T29" fmla="*/ 100 h 144"/>
                <a:gd name="T30" fmla="*/ 15 w 144"/>
                <a:gd name="T31" fmla="*/ 130 h 144"/>
                <a:gd name="T32" fmla="*/ 45 w 144"/>
                <a:gd name="T33" fmla="*/ 121 h 144"/>
                <a:gd name="T34" fmla="*/ 130 w 144"/>
                <a:gd name="T35" fmla="*/ 36 h 144"/>
                <a:gd name="T36" fmla="*/ 108 w 144"/>
                <a:gd name="T37" fmla="*/ 15 h 144"/>
                <a:gd name="T38" fmla="*/ 24 w 144"/>
                <a:gd name="T39" fmla="*/ 100 h 144"/>
                <a:gd name="T40" fmla="*/ 48 w 144"/>
                <a:gd name="T41" fmla="*/ 126 h 144"/>
                <a:gd name="T42" fmla="*/ 48 w 144"/>
                <a:gd name="T4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4" h="144">
                  <a:moveTo>
                    <a:pt x="6" y="144"/>
                  </a:moveTo>
                  <a:cubicBezTo>
                    <a:pt x="5" y="144"/>
                    <a:pt x="3" y="144"/>
                    <a:pt x="2" y="143"/>
                  </a:cubicBezTo>
                  <a:cubicBezTo>
                    <a:pt x="1" y="141"/>
                    <a:pt x="0" y="139"/>
                    <a:pt x="1" y="137"/>
                  </a:cubicBezTo>
                  <a:cubicBezTo>
                    <a:pt x="13" y="95"/>
                    <a:pt x="13" y="95"/>
                    <a:pt x="13" y="95"/>
                  </a:cubicBezTo>
                  <a:cubicBezTo>
                    <a:pt x="13" y="94"/>
                    <a:pt x="13" y="93"/>
                    <a:pt x="14" y="92"/>
                  </a:cubicBezTo>
                  <a:cubicBezTo>
                    <a:pt x="104" y="2"/>
                    <a:pt x="104" y="2"/>
                    <a:pt x="104" y="2"/>
                  </a:cubicBezTo>
                  <a:cubicBezTo>
                    <a:pt x="107" y="0"/>
                    <a:pt x="110" y="0"/>
                    <a:pt x="113" y="2"/>
                  </a:cubicBezTo>
                  <a:cubicBezTo>
                    <a:pt x="143" y="32"/>
                    <a:pt x="143" y="32"/>
                    <a:pt x="143" y="32"/>
                  </a:cubicBezTo>
                  <a:cubicBezTo>
                    <a:pt x="144" y="33"/>
                    <a:pt x="144" y="35"/>
                    <a:pt x="144" y="36"/>
                  </a:cubicBezTo>
                  <a:cubicBezTo>
                    <a:pt x="144" y="38"/>
                    <a:pt x="144" y="40"/>
                    <a:pt x="143" y="41"/>
                  </a:cubicBezTo>
                  <a:cubicBezTo>
                    <a:pt x="53" y="131"/>
                    <a:pt x="53" y="131"/>
                    <a:pt x="53" y="131"/>
                  </a:cubicBezTo>
                  <a:cubicBezTo>
                    <a:pt x="52" y="131"/>
                    <a:pt x="51" y="132"/>
                    <a:pt x="50" y="132"/>
                  </a:cubicBezTo>
                  <a:cubicBezTo>
                    <a:pt x="8" y="144"/>
                    <a:pt x="8" y="144"/>
                    <a:pt x="8" y="144"/>
                  </a:cubicBezTo>
                  <a:cubicBezTo>
                    <a:pt x="8" y="144"/>
                    <a:pt x="7" y="144"/>
                    <a:pt x="6" y="144"/>
                  </a:cubicBezTo>
                  <a:close/>
                  <a:moveTo>
                    <a:pt x="24" y="100"/>
                  </a:moveTo>
                  <a:cubicBezTo>
                    <a:pt x="15" y="130"/>
                    <a:pt x="15" y="130"/>
                    <a:pt x="15" y="130"/>
                  </a:cubicBezTo>
                  <a:cubicBezTo>
                    <a:pt x="45" y="121"/>
                    <a:pt x="45" y="121"/>
                    <a:pt x="45" y="121"/>
                  </a:cubicBezTo>
                  <a:cubicBezTo>
                    <a:pt x="130" y="36"/>
                    <a:pt x="130" y="36"/>
                    <a:pt x="130" y="36"/>
                  </a:cubicBezTo>
                  <a:cubicBezTo>
                    <a:pt x="108" y="15"/>
                    <a:pt x="108" y="15"/>
                    <a:pt x="108" y="15"/>
                  </a:cubicBezTo>
                  <a:lnTo>
                    <a:pt x="24" y="100"/>
                  </a:lnTo>
                  <a:close/>
                  <a:moveTo>
                    <a:pt x="48" y="126"/>
                  </a:moveTo>
                  <a:cubicBezTo>
                    <a:pt x="48" y="126"/>
                    <a:pt x="48" y="126"/>
                    <a:pt x="48"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35" name="Freeform 91">
              <a:extLst>
                <a:ext uri="{FF2B5EF4-FFF2-40B4-BE49-F238E27FC236}">
                  <a16:creationId xmlns:a16="http://schemas.microsoft.com/office/drawing/2014/main" id="{CBCEFE38-6F60-96AD-09B3-BB2BB2579E23}"/>
                </a:ext>
              </a:extLst>
            </p:cNvPr>
            <p:cNvSpPr>
              <a:spLocks/>
            </p:cNvSpPr>
            <p:nvPr/>
          </p:nvSpPr>
          <p:spPr bwMode="auto">
            <a:xfrm>
              <a:off x="6871" y="692"/>
              <a:ext cx="57" cy="57"/>
            </a:xfrm>
            <a:custGeom>
              <a:avLst/>
              <a:gdLst>
                <a:gd name="T0" fmla="*/ 44 w 57"/>
                <a:gd name="T1" fmla="*/ 57 h 57"/>
                <a:gd name="T2" fmla="*/ 0 w 57"/>
                <a:gd name="T3" fmla="*/ 13 h 57"/>
                <a:gd name="T4" fmla="*/ 13 w 57"/>
                <a:gd name="T5" fmla="*/ 0 h 57"/>
                <a:gd name="T6" fmla="*/ 57 w 57"/>
                <a:gd name="T7" fmla="*/ 44 h 57"/>
                <a:gd name="T8" fmla="*/ 44 w 57"/>
                <a:gd name="T9" fmla="*/ 57 h 57"/>
              </a:gdLst>
              <a:ahLst/>
              <a:cxnLst>
                <a:cxn ang="0">
                  <a:pos x="T0" y="T1"/>
                </a:cxn>
                <a:cxn ang="0">
                  <a:pos x="T2" y="T3"/>
                </a:cxn>
                <a:cxn ang="0">
                  <a:pos x="T4" y="T5"/>
                </a:cxn>
                <a:cxn ang="0">
                  <a:pos x="T6" y="T7"/>
                </a:cxn>
                <a:cxn ang="0">
                  <a:pos x="T8" y="T9"/>
                </a:cxn>
              </a:cxnLst>
              <a:rect l="0" t="0" r="r" b="b"/>
              <a:pathLst>
                <a:path w="57" h="57">
                  <a:moveTo>
                    <a:pt x="44" y="57"/>
                  </a:moveTo>
                  <a:lnTo>
                    <a:pt x="0" y="13"/>
                  </a:lnTo>
                  <a:lnTo>
                    <a:pt x="13" y="0"/>
                  </a:lnTo>
                  <a:lnTo>
                    <a:pt x="57" y="44"/>
                  </a:lnTo>
                  <a:lnTo>
                    <a:pt x="44"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36" name="Freeform 92">
              <a:extLst>
                <a:ext uri="{FF2B5EF4-FFF2-40B4-BE49-F238E27FC236}">
                  <a16:creationId xmlns:a16="http://schemas.microsoft.com/office/drawing/2014/main" id="{6EC3643C-8235-8A71-D161-CAA08F69758E}"/>
                </a:ext>
              </a:extLst>
            </p:cNvPr>
            <p:cNvSpPr>
              <a:spLocks/>
            </p:cNvSpPr>
            <p:nvPr/>
          </p:nvSpPr>
          <p:spPr bwMode="auto">
            <a:xfrm>
              <a:off x="6770" y="786"/>
              <a:ext cx="64" cy="62"/>
            </a:xfrm>
            <a:custGeom>
              <a:avLst/>
              <a:gdLst>
                <a:gd name="T0" fmla="*/ 36 w 43"/>
                <a:gd name="T1" fmla="*/ 42 h 42"/>
                <a:gd name="T2" fmla="*/ 32 w 43"/>
                <a:gd name="T3" fmla="*/ 41 h 42"/>
                <a:gd name="T4" fmla="*/ 2 w 43"/>
                <a:gd name="T5" fmla="*/ 11 h 42"/>
                <a:gd name="T6" fmla="*/ 2 w 43"/>
                <a:gd name="T7" fmla="*/ 2 h 42"/>
                <a:gd name="T8" fmla="*/ 11 w 43"/>
                <a:gd name="T9" fmla="*/ 2 h 42"/>
                <a:gd name="T10" fmla="*/ 41 w 43"/>
                <a:gd name="T11" fmla="*/ 32 h 42"/>
                <a:gd name="T12" fmla="*/ 41 w 43"/>
                <a:gd name="T13" fmla="*/ 41 h 42"/>
                <a:gd name="T14" fmla="*/ 36 w 43"/>
                <a:gd name="T15" fmla="*/ 42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2">
                  <a:moveTo>
                    <a:pt x="36" y="42"/>
                  </a:moveTo>
                  <a:cubicBezTo>
                    <a:pt x="35" y="42"/>
                    <a:pt x="33" y="42"/>
                    <a:pt x="32" y="41"/>
                  </a:cubicBezTo>
                  <a:cubicBezTo>
                    <a:pt x="2" y="11"/>
                    <a:pt x="2" y="11"/>
                    <a:pt x="2" y="11"/>
                  </a:cubicBezTo>
                  <a:cubicBezTo>
                    <a:pt x="0" y="8"/>
                    <a:pt x="0" y="5"/>
                    <a:pt x="2" y="2"/>
                  </a:cubicBezTo>
                  <a:cubicBezTo>
                    <a:pt x="5" y="0"/>
                    <a:pt x="8" y="0"/>
                    <a:pt x="11" y="2"/>
                  </a:cubicBezTo>
                  <a:cubicBezTo>
                    <a:pt x="41" y="32"/>
                    <a:pt x="41" y="32"/>
                    <a:pt x="41" y="32"/>
                  </a:cubicBezTo>
                  <a:cubicBezTo>
                    <a:pt x="43" y="35"/>
                    <a:pt x="43" y="38"/>
                    <a:pt x="41" y="41"/>
                  </a:cubicBezTo>
                  <a:cubicBezTo>
                    <a:pt x="39" y="42"/>
                    <a:pt x="38" y="42"/>
                    <a:pt x="36"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37" name="Freeform 93">
              <a:extLst>
                <a:ext uri="{FF2B5EF4-FFF2-40B4-BE49-F238E27FC236}">
                  <a16:creationId xmlns:a16="http://schemas.microsoft.com/office/drawing/2014/main" id="{0C87C16F-5335-9734-0F2A-55DAFDD5D70C}"/>
                </a:ext>
              </a:extLst>
            </p:cNvPr>
            <p:cNvSpPr>
              <a:spLocks/>
            </p:cNvSpPr>
            <p:nvPr/>
          </p:nvSpPr>
          <p:spPr bwMode="auto">
            <a:xfrm>
              <a:off x="6690"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38" name="Freeform 94">
              <a:extLst>
                <a:ext uri="{FF2B5EF4-FFF2-40B4-BE49-F238E27FC236}">
                  <a16:creationId xmlns:a16="http://schemas.microsoft.com/office/drawing/2014/main" id="{5031875F-0840-45FA-C6C0-FF672FB038F5}"/>
                </a:ext>
              </a:extLst>
            </p:cNvPr>
            <p:cNvSpPr>
              <a:spLocks/>
            </p:cNvSpPr>
            <p:nvPr/>
          </p:nvSpPr>
          <p:spPr bwMode="auto">
            <a:xfrm>
              <a:off x="6690"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39" name="Freeform 95">
              <a:extLst>
                <a:ext uri="{FF2B5EF4-FFF2-40B4-BE49-F238E27FC236}">
                  <a16:creationId xmlns:a16="http://schemas.microsoft.com/office/drawing/2014/main" id="{2DF1C838-49A5-4765-463A-8B5D6F481FD8}"/>
                </a:ext>
              </a:extLst>
            </p:cNvPr>
            <p:cNvSpPr>
              <a:spLocks/>
            </p:cNvSpPr>
            <p:nvPr/>
          </p:nvSpPr>
          <p:spPr bwMode="auto">
            <a:xfrm>
              <a:off x="6593" y="582"/>
              <a:ext cx="90" cy="62"/>
            </a:xfrm>
            <a:custGeom>
              <a:avLst/>
              <a:gdLst>
                <a:gd name="T0" fmla="*/ 24 w 61"/>
                <a:gd name="T1" fmla="*/ 42 h 42"/>
                <a:gd name="T2" fmla="*/ 20 w 61"/>
                <a:gd name="T3" fmla="*/ 41 h 42"/>
                <a:gd name="T4" fmla="*/ 2 w 61"/>
                <a:gd name="T5" fmla="*/ 23 h 42"/>
                <a:gd name="T6" fmla="*/ 2 w 61"/>
                <a:gd name="T7" fmla="*/ 14 h 42"/>
                <a:gd name="T8" fmla="*/ 11 w 61"/>
                <a:gd name="T9" fmla="*/ 14 h 42"/>
                <a:gd name="T10" fmla="*/ 24 w 61"/>
                <a:gd name="T11" fmla="*/ 28 h 42"/>
                <a:gd name="T12" fmla="*/ 50 w 61"/>
                <a:gd name="T13" fmla="*/ 2 h 42"/>
                <a:gd name="T14" fmla="*/ 59 w 61"/>
                <a:gd name="T15" fmla="*/ 2 h 42"/>
                <a:gd name="T16" fmla="*/ 59 w 61"/>
                <a:gd name="T17" fmla="*/ 11 h 42"/>
                <a:gd name="T18" fmla="*/ 29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5" y="12"/>
                    <a:pt x="8" y="12"/>
                    <a:pt x="11" y="14"/>
                  </a:cubicBezTo>
                  <a:cubicBezTo>
                    <a:pt x="24" y="28"/>
                    <a:pt x="24" y="28"/>
                    <a:pt x="24" y="28"/>
                  </a:cubicBezTo>
                  <a:cubicBezTo>
                    <a:pt x="50" y="2"/>
                    <a:pt x="50" y="2"/>
                    <a:pt x="50" y="2"/>
                  </a:cubicBezTo>
                  <a:cubicBezTo>
                    <a:pt x="53" y="0"/>
                    <a:pt x="56" y="0"/>
                    <a:pt x="59" y="2"/>
                  </a:cubicBezTo>
                  <a:cubicBezTo>
                    <a:pt x="61" y="5"/>
                    <a:pt x="61" y="8"/>
                    <a:pt x="59" y="11"/>
                  </a:cubicBezTo>
                  <a:cubicBezTo>
                    <a:pt x="29" y="41"/>
                    <a:pt x="29" y="41"/>
                    <a:pt x="29" y="41"/>
                  </a:cubicBezTo>
                  <a:cubicBezTo>
                    <a:pt x="28"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40" name="Freeform 96">
              <a:extLst>
                <a:ext uri="{FF2B5EF4-FFF2-40B4-BE49-F238E27FC236}">
                  <a16:creationId xmlns:a16="http://schemas.microsoft.com/office/drawing/2014/main" id="{7D743EF2-1E66-5FEC-E694-467B24B61EBC}"/>
                </a:ext>
              </a:extLst>
            </p:cNvPr>
            <p:cNvSpPr>
              <a:spLocks/>
            </p:cNvSpPr>
            <p:nvPr/>
          </p:nvSpPr>
          <p:spPr bwMode="auto">
            <a:xfrm>
              <a:off x="6593" y="653"/>
              <a:ext cx="90" cy="64"/>
            </a:xfrm>
            <a:custGeom>
              <a:avLst/>
              <a:gdLst>
                <a:gd name="T0" fmla="*/ 24 w 61"/>
                <a:gd name="T1" fmla="*/ 43 h 43"/>
                <a:gd name="T2" fmla="*/ 20 w 61"/>
                <a:gd name="T3" fmla="*/ 41 h 43"/>
                <a:gd name="T4" fmla="*/ 2 w 61"/>
                <a:gd name="T5" fmla="*/ 23 h 43"/>
                <a:gd name="T6" fmla="*/ 2 w 61"/>
                <a:gd name="T7" fmla="*/ 14 h 43"/>
                <a:gd name="T8" fmla="*/ 11 w 61"/>
                <a:gd name="T9" fmla="*/ 14 h 43"/>
                <a:gd name="T10" fmla="*/ 24 w 61"/>
                <a:gd name="T11" fmla="*/ 28 h 43"/>
                <a:gd name="T12" fmla="*/ 50 w 61"/>
                <a:gd name="T13" fmla="*/ 2 h 43"/>
                <a:gd name="T14" fmla="*/ 59 w 61"/>
                <a:gd name="T15" fmla="*/ 2 h 43"/>
                <a:gd name="T16" fmla="*/ 59 w 61"/>
                <a:gd name="T17" fmla="*/ 11 h 43"/>
                <a:gd name="T18" fmla="*/ 29 w 61"/>
                <a:gd name="T19" fmla="*/ 41 h 43"/>
                <a:gd name="T20" fmla="*/ 24 w 61"/>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3">
                  <a:moveTo>
                    <a:pt x="24" y="43"/>
                  </a:moveTo>
                  <a:cubicBezTo>
                    <a:pt x="23" y="43"/>
                    <a:pt x="21" y="42"/>
                    <a:pt x="20" y="41"/>
                  </a:cubicBezTo>
                  <a:cubicBezTo>
                    <a:pt x="2" y="23"/>
                    <a:pt x="2" y="23"/>
                    <a:pt x="2" y="23"/>
                  </a:cubicBezTo>
                  <a:cubicBezTo>
                    <a:pt x="0" y="21"/>
                    <a:pt x="0" y="17"/>
                    <a:pt x="2" y="14"/>
                  </a:cubicBezTo>
                  <a:cubicBezTo>
                    <a:pt x="5" y="12"/>
                    <a:pt x="8" y="12"/>
                    <a:pt x="11" y="14"/>
                  </a:cubicBezTo>
                  <a:cubicBezTo>
                    <a:pt x="24" y="28"/>
                    <a:pt x="24" y="28"/>
                    <a:pt x="24" y="28"/>
                  </a:cubicBezTo>
                  <a:cubicBezTo>
                    <a:pt x="50" y="2"/>
                    <a:pt x="50" y="2"/>
                    <a:pt x="50" y="2"/>
                  </a:cubicBezTo>
                  <a:cubicBezTo>
                    <a:pt x="53" y="0"/>
                    <a:pt x="56" y="0"/>
                    <a:pt x="59" y="2"/>
                  </a:cubicBezTo>
                  <a:cubicBezTo>
                    <a:pt x="61" y="5"/>
                    <a:pt x="61" y="9"/>
                    <a:pt x="59" y="11"/>
                  </a:cubicBezTo>
                  <a:cubicBezTo>
                    <a:pt x="29" y="41"/>
                    <a:pt x="29" y="41"/>
                    <a:pt x="29" y="41"/>
                  </a:cubicBezTo>
                  <a:cubicBezTo>
                    <a:pt x="28" y="42"/>
                    <a:pt x="26" y="43"/>
                    <a:pt x="2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41" name="Freeform 97">
              <a:extLst>
                <a:ext uri="{FF2B5EF4-FFF2-40B4-BE49-F238E27FC236}">
                  <a16:creationId xmlns:a16="http://schemas.microsoft.com/office/drawing/2014/main" id="{F23EF69F-728D-4417-BE68-52DC94A71A2E}"/>
                </a:ext>
              </a:extLst>
            </p:cNvPr>
            <p:cNvSpPr>
              <a:spLocks/>
            </p:cNvSpPr>
            <p:nvPr/>
          </p:nvSpPr>
          <p:spPr bwMode="auto">
            <a:xfrm>
              <a:off x="6539" y="440"/>
              <a:ext cx="302" cy="391"/>
            </a:xfrm>
            <a:custGeom>
              <a:avLst/>
              <a:gdLst>
                <a:gd name="T0" fmla="*/ 108 w 204"/>
                <a:gd name="T1" fmla="*/ 264 h 264"/>
                <a:gd name="T2" fmla="*/ 6 w 204"/>
                <a:gd name="T3" fmla="*/ 264 h 264"/>
                <a:gd name="T4" fmla="*/ 0 w 204"/>
                <a:gd name="T5" fmla="*/ 258 h 264"/>
                <a:gd name="T6" fmla="*/ 0 w 204"/>
                <a:gd name="T7" fmla="*/ 6 h 264"/>
                <a:gd name="T8" fmla="*/ 6 w 204"/>
                <a:gd name="T9" fmla="*/ 0 h 264"/>
                <a:gd name="T10" fmla="*/ 138 w 204"/>
                <a:gd name="T11" fmla="*/ 0 h 264"/>
                <a:gd name="T12" fmla="*/ 143 w 204"/>
                <a:gd name="T13" fmla="*/ 2 h 264"/>
                <a:gd name="T14" fmla="*/ 203 w 204"/>
                <a:gd name="T15" fmla="*/ 62 h 264"/>
                <a:gd name="T16" fmla="*/ 204 w 204"/>
                <a:gd name="T17" fmla="*/ 66 h 264"/>
                <a:gd name="T18" fmla="*/ 204 w 204"/>
                <a:gd name="T19" fmla="*/ 156 h 264"/>
                <a:gd name="T20" fmla="*/ 192 w 204"/>
                <a:gd name="T21" fmla="*/ 156 h 264"/>
                <a:gd name="T22" fmla="*/ 192 w 204"/>
                <a:gd name="T23" fmla="*/ 69 h 264"/>
                <a:gd name="T24" fmla="*/ 136 w 204"/>
                <a:gd name="T25" fmla="*/ 12 h 264"/>
                <a:gd name="T26" fmla="*/ 12 w 204"/>
                <a:gd name="T27" fmla="*/ 12 h 264"/>
                <a:gd name="T28" fmla="*/ 12 w 204"/>
                <a:gd name="T29" fmla="*/ 252 h 264"/>
                <a:gd name="T30" fmla="*/ 108 w 204"/>
                <a:gd name="T31" fmla="*/ 252 h 264"/>
                <a:gd name="T32" fmla="*/ 108 w 204"/>
                <a:gd name="T33"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4" h="264">
                  <a:moveTo>
                    <a:pt x="108" y="264"/>
                  </a:moveTo>
                  <a:cubicBezTo>
                    <a:pt x="6" y="264"/>
                    <a:pt x="6" y="264"/>
                    <a:pt x="6" y="264"/>
                  </a:cubicBezTo>
                  <a:cubicBezTo>
                    <a:pt x="3" y="264"/>
                    <a:pt x="0" y="262"/>
                    <a:pt x="0" y="258"/>
                  </a:cubicBezTo>
                  <a:cubicBezTo>
                    <a:pt x="0" y="6"/>
                    <a:pt x="0" y="6"/>
                    <a:pt x="0" y="6"/>
                  </a:cubicBezTo>
                  <a:cubicBezTo>
                    <a:pt x="0" y="3"/>
                    <a:pt x="3" y="0"/>
                    <a:pt x="6" y="0"/>
                  </a:cubicBezTo>
                  <a:cubicBezTo>
                    <a:pt x="138" y="0"/>
                    <a:pt x="138" y="0"/>
                    <a:pt x="138" y="0"/>
                  </a:cubicBezTo>
                  <a:cubicBezTo>
                    <a:pt x="140" y="0"/>
                    <a:pt x="142" y="1"/>
                    <a:pt x="143" y="2"/>
                  </a:cubicBezTo>
                  <a:cubicBezTo>
                    <a:pt x="203" y="62"/>
                    <a:pt x="203" y="62"/>
                    <a:pt x="203" y="62"/>
                  </a:cubicBezTo>
                  <a:cubicBezTo>
                    <a:pt x="204" y="63"/>
                    <a:pt x="204" y="65"/>
                    <a:pt x="204" y="66"/>
                  </a:cubicBezTo>
                  <a:cubicBezTo>
                    <a:pt x="204" y="156"/>
                    <a:pt x="204" y="156"/>
                    <a:pt x="204" y="156"/>
                  </a:cubicBezTo>
                  <a:cubicBezTo>
                    <a:pt x="192" y="156"/>
                    <a:pt x="192" y="156"/>
                    <a:pt x="192" y="156"/>
                  </a:cubicBezTo>
                  <a:cubicBezTo>
                    <a:pt x="192" y="69"/>
                    <a:pt x="192" y="69"/>
                    <a:pt x="192" y="69"/>
                  </a:cubicBezTo>
                  <a:cubicBezTo>
                    <a:pt x="136" y="12"/>
                    <a:pt x="136" y="12"/>
                    <a:pt x="136" y="12"/>
                  </a:cubicBezTo>
                  <a:cubicBezTo>
                    <a:pt x="12" y="12"/>
                    <a:pt x="12" y="12"/>
                    <a:pt x="12" y="12"/>
                  </a:cubicBezTo>
                  <a:cubicBezTo>
                    <a:pt x="12" y="252"/>
                    <a:pt x="12" y="252"/>
                    <a:pt x="12" y="252"/>
                  </a:cubicBezTo>
                  <a:cubicBezTo>
                    <a:pt x="108" y="252"/>
                    <a:pt x="108" y="252"/>
                    <a:pt x="108" y="252"/>
                  </a:cubicBezTo>
                  <a:lnTo>
                    <a:pt x="108"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sp>
          <p:nvSpPr>
            <p:cNvPr id="42" name="Freeform 98">
              <a:extLst>
                <a:ext uri="{FF2B5EF4-FFF2-40B4-BE49-F238E27FC236}">
                  <a16:creationId xmlns:a16="http://schemas.microsoft.com/office/drawing/2014/main" id="{83F83248-D65B-AD8F-ABFA-B419F2EFDF9A}"/>
                </a:ext>
              </a:extLst>
            </p:cNvPr>
            <p:cNvSpPr>
              <a:spLocks/>
            </p:cNvSpPr>
            <p:nvPr/>
          </p:nvSpPr>
          <p:spPr bwMode="auto">
            <a:xfrm>
              <a:off x="6734" y="440"/>
              <a:ext cx="107" cy="107"/>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12 w 72"/>
                <a:gd name="T11" fmla="*/ 6 h 72"/>
                <a:gd name="T12" fmla="*/ 12 w 72"/>
                <a:gd name="T13" fmla="*/ 60 h 72"/>
                <a:gd name="T14" fmla="*/ 66 w 72"/>
                <a:gd name="T15" fmla="*/ 60 h 72"/>
                <a:gd name="T16" fmla="*/ 72 w 72"/>
                <a:gd name="T17" fmla="*/ 66 h 72"/>
                <a:gd name="T18" fmla="*/ 66 w 72"/>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66" y="72"/>
                  </a:moveTo>
                  <a:cubicBezTo>
                    <a:pt x="6" y="72"/>
                    <a:pt x="6" y="72"/>
                    <a:pt x="6" y="72"/>
                  </a:cubicBezTo>
                  <a:cubicBezTo>
                    <a:pt x="3" y="72"/>
                    <a:pt x="0" y="70"/>
                    <a:pt x="0" y="66"/>
                  </a:cubicBezTo>
                  <a:cubicBezTo>
                    <a:pt x="0" y="6"/>
                    <a:pt x="0" y="6"/>
                    <a:pt x="0" y="6"/>
                  </a:cubicBezTo>
                  <a:cubicBezTo>
                    <a:pt x="0" y="3"/>
                    <a:pt x="3" y="0"/>
                    <a:pt x="6" y="0"/>
                  </a:cubicBezTo>
                  <a:cubicBezTo>
                    <a:pt x="10" y="0"/>
                    <a:pt x="12" y="3"/>
                    <a:pt x="12" y="6"/>
                  </a:cubicBezTo>
                  <a:cubicBezTo>
                    <a:pt x="12" y="60"/>
                    <a:pt x="12" y="60"/>
                    <a:pt x="12" y="60"/>
                  </a:cubicBezTo>
                  <a:cubicBezTo>
                    <a:pt x="66" y="60"/>
                    <a:pt x="66" y="60"/>
                    <a:pt x="66" y="60"/>
                  </a:cubicBezTo>
                  <a:cubicBezTo>
                    <a:pt x="70" y="60"/>
                    <a:pt x="72" y="63"/>
                    <a:pt x="72" y="66"/>
                  </a:cubicBezTo>
                  <a:cubicBezTo>
                    <a:pt x="72" y="70"/>
                    <a:pt x="70" y="72"/>
                    <a:pt x="6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panose="020B0604020202020204" pitchFamily="34" charset="0"/>
              </a:endParaRPr>
            </a:p>
          </p:txBody>
        </p:sp>
      </p:grpSp>
      <p:grpSp>
        <p:nvGrpSpPr>
          <p:cNvPr id="43" name="Group 12">
            <a:extLst>
              <a:ext uri="{FF2B5EF4-FFF2-40B4-BE49-F238E27FC236}">
                <a16:creationId xmlns:a16="http://schemas.microsoft.com/office/drawing/2014/main" id="{0ECA69A7-82CF-6408-B193-4B893FCE58FE}"/>
              </a:ext>
            </a:extLst>
          </p:cNvPr>
          <p:cNvGrpSpPr>
            <a:grpSpLocks noChangeAspect="1"/>
          </p:cNvGrpSpPr>
          <p:nvPr/>
        </p:nvGrpSpPr>
        <p:grpSpPr bwMode="auto">
          <a:xfrm>
            <a:off x="881135" y="1492038"/>
            <a:ext cx="268825" cy="263152"/>
            <a:chOff x="1371" y="443"/>
            <a:chExt cx="427" cy="418"/>
          </a:xfrm>
          <a:solidFill>
            <a:srgbClr val="FFFFFF"/>
          </a:solidFill>
        </p:grpSpPr>
        <p:sp>
          <p:nvSpPr>
            <p:cNvPr id="44" name="Freeform 13">
              <a:extLst>
                <a:ext uri="{FF2B5EF4-FFF2-40B4-BE49-F238E27FC236}">
                  <a16:creationId xmlns:a16="http://schemas.microsoft.com/office/drawing/2014/main" id="{42F4F6BE-8841-D9BE-575D-B99C989BB024}"/>
                </a:ext>
              </a:extLst>
            </p:cNvPr>
            <p:cNvSpPr>
              <a:spLocks/>
            </p:cNvSpPr>
            <p:nvPr/>
          </p:nvSpPr>
          <p:spPr bwMode="auto">
            <a:xfrm>
              <a:off x="1425" y="550"/>
              <a:ext cx="97" cy="18"/>
            </a:xfrm>
            <a:custGeom>
              <a:avLst/>
              <a:gdLst>
                <a:gd name="T0" fmla="*/ 60 w 66"/>
                <a:gd name="T1" fmla="*/ 12 h 12"/>
                <a:gd name="T2" fmla="*/ 6 w 66"/>
                <a:gd name="T3" fmla="*/ 12 h 12"/>
                <a:gd name="T4" fmla="*/ 0 w 66"/>
                <a:gd name="T5" fmla="*/ 6 h 12"/>
                <a:gd name="T6" fmla="*/ 6 w 66"/>
                <a:gd name="T7" fmla="*/ 0 h 12"/>
                <a:gd name="T8" fmla="*/ 60 w 66"/>
                <a:gd name="T9" fmla="*/ 0 h 12"/>
                <a:gd name="T10" fmla="*/ 66 w 66"/>
                <a:gd name="T11" fmla="*/ 6 h 12"/>
                <a:gd name="T12" fmla="*/ 60 w 6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60" y="12"/>
                  </a:moveTo>
                  <a:cubicBezTo>
                    <a:pt x="6" y="12"/>
                    <a:pt x="6" y="12"/>
                    <a:pt x="6" y="12"/>
                  </a:cubicBezTo>
                  <a:cubicBezTo>
                    <a:pt x="2" y="12"/>
                    <a:pt x="0" y="9"/>
                    <a:pt x="0" y="6"/>
                  </a:cubicBezTo>
                  <a:cubicBezTo>
                    <a:pt x="0" y="2"/>
                    <a:pt x="2" y="0"/>
                    <a:pt x="6" y="0"/>
                  </a:cubicBezTo>
                  <a:cubicBezTo>
                    <a:pt x="60" y="0"/>
                    <a:pt x="60" y="0"/>
                    <a:pt x="60" y="0"/>
                  </a:cubicBezTo>
                  <a:cubicBezTo>
                    <a:pt x="63" y="0"/>
                    <a:pt x="66" y="2"/>
                    <a:pt x="66" y="6"/>
                  </a:cubicBezTo>
                  <a:cubicBezTo>
                    <a:pt x="66" y="9"/>
                    <a:pt x="63" y="12"/>
                    <a:pt x="6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45" name="Freeform 14">
              <a:extLst>
                <a:ext uri="{FF2B5EF4-FFF2-40B4-BE49-F238E27FC236}">
                  <a16:creationId xmlns:a16="http://schemas.microsoft.com/office/drawing/2014/main" id="{C671C8C5-820B-008C-E80B-D770047F0004}"/>
                </a:ext>
              </a:extLst>
            </p:cNvPr>
            <p:cNvSpPr>
              <a:spLocks/>
            </p:cNvSpPr>
            <p:nvPr/>
          </p:nvSpPr>
          <p:spPr bwMode="auto">
            <a:xfrm>
              <a:off x="1425" y="603"/>
              <a:ext cx="159" cy="18"/>
            </a:xfrm>
            <a:custGeom>
              <a:avLst/>
              <a:gdLst>
                <a:gd name="T0" fmla="*/ 102 w 108"/>
                <a:gd name="T1" fmla="*/ 12 h 12"/>
                <a:gd name="T2" fmla="*/ 6 w 108"/>
                <a:gd name="T3" fmla="*/ 12 h 12"/>
                <a:gd name="T4" fmla="*/ 0 w 108"/>
                <a:gd name="T5" fmla="*/ 6 h 12"/>
                <a:gd name="T6" fmla="*/ 6 w 108"/>
                <a:gd name="T7" fmla="*/ 0 h 12"/>
                <a:gd name="T8" fmla="*/ 102 w 108"/>
                <a:gd name="T9" fmla="*/ 0 h 12"/>
                <a:gd name="T10" fmla="*/ 108 w 108"/>
                <a:gd name="T11" fmla="*/ 6 h 12"/>
                <a:gd name="T12" fmla="*/ 102 w 10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8" h="12">
                  <a:moveTo>
                    <a:pt x="102" y="12"/>
                  </a:moveTo>
                  <a:cubicBezTo>
                    <a:pt x="6" y="12"/>
                    <a:pt x="6" y="12"/>
                    <a:pt x="6" y="12"/>
                  </a:cubicBezTo>
                  <a:cubicBezTo>
                    <a:pt x="2" y="12"/>
                    <a:pt x="0" y="9"/>
                    <a:pt x="0" y="6"/>
                  </a:cubicBezTo>
                  <a:cubicBezTo>
                    <a:pt x="0" y="2"/>
                    <a:pt x="2" y="0"/>
                    <a:pt x="6" y="0"/>
                  </a:cubicBezTo>
                  <a:cubicBezTo>
                    <a:pt x="102" y="0"/>
                    <a:pt x="102" y="0"/>
                    <a:pt x="102" y="0"/>
                  </a:cubicBezTo>
                  <a:cubicBezTo>
                    <a:pt x="105" y="0"/>
                    <a:pt x="108" y="2"/>
                    <a:pt x="108" y="6"/>
                  </a:cubicBezTo>
                  <a:cubicBezTo>
                    <a:pt x="108" y="9"/>
                    <a:pt x="105" y="12"/>
                    <a:pt x="10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46" name="Freeform 15">
              <a:extLst>
                <a:ext uri="{FF2B5EF4-FFF2-40B4-BE49-F238E27FC236}">
                  <a16:creationId xmlns:a16="http://schemas.microsoft.com/office/drawing/2014/main" id="{3AA7672B-AA81-9A08-EA50-213ECB43EA43}"/>
                </a:ext>
              </a:extLst>
            </p:cNvPr>
            <p:cNvSpPr>
              <a:spLocks/>
            </p:cNvSpPr>
            <p:nvPr/>
          </p:nvSpPr>
          <p:spPr bwMode="auto">
            <a:xfrm>
              <a:off x="1425" y="656"/>
              <a:ext cx="124" cy="18"/>
            </a:xfrm>
            <a:custGeom>
              <a:avLst/>
              <a:gdLst>
                <a:gd name="T0" fmla="*/ 78 w 84"/>
                <a:gd name="T1" fmla="*/ 12 h 12"/>
                <a:gd name="T2" fmla="*/ 6 w 84"/>
                <a:gd name="T3" fmla="*/ 12 h 12"/>
                <a:gd name="T4" fmla="*/ 0 w 84"/>
                <a:gd name="T5" fmla="*/ 6 h 12"/>
                <a:gd name="T6" fmla="*/ 6 w 84"/>
                <a:gd name="T7" fmla="*/ 0 h 12"/>
                <a:gd name="T8" fmla="*/ 78 w 84"/>
                <a:gd name="T9" fmla="*/ 0 h 12"/>
                <a:gd name="T10" fmla="*/ 84 w 84"/>
                <a:gd name="T11" fmla="*/ 6 h 12"/>
                <a:gd name="T12" fmla="*/ 78 w 8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4" h="12">
                  <a:moveTo>
                    <a:pt x="78" y="12"/>
                  </a:moveTo>
                  <a:cubicBezTo>
                    <a:pt x="6" y="12"/>
                    <a:pt x="6" y="12"/>
                    <a:pt x="6" y="12"/>
                  </a:cubicBezTo>
                  <a:cubicBezTo>
                    <a:pt x="2" y="12"/>
                    <a:pt x="0" y="9"/>
                    <a:pt x="0" y="6"/>
                  </a:cubicBezTo>
                  <a:cubicBezTo>
                    <a:pt x="0" y="2"/>
                    <a:pt x="2" y="0"/>
                    <a:pt x="6" y="0"/>
                  </a:cubicBezTo>
                  <a:cubicBezTo>
                    <a:pt x="78" y="0"/>
                    <a:pt x="78" y="0"/>
                    <a:pt x="78" y="0"/>
                  </a:cubicBezTo>
                  <a:cubicBezTo>
                    <a:pt x="81" y="0"/>
                    <a:pt x="84" y="2"/>
                    <a:pt x="84" y="6"/>
                  </a:cubicBezTo>
                  <a:cubicBezTo>
                    <a:pt x="84" y="9"/>
                    <a:pt x="81"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47" name="Freeform 16">
              <a:extLst>
                <a:ext uri="{FF2B5EF4-FFF2-40B4-BE49-F238E27FC236}">
                  <a16:creationId xmlns:a16="http://schemas.microsoft.com/office/drawing/2014/main" id="{5B7F055C-C09E-F106-3407-325704087264}"/>
                </a:ext>
              </a:extLst>
            </p:cNvPr>
            <p:cNvSpPr>
              <a:spLocks/>
            </p:cNvSpPr>
            <p:nvPr/>
          </p:nvSpPr>
          <p:spPr bwMode="auto">
            <a:xfrm>
              <a:off x="1425" y="710"/>
              <a:ext cx="106"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2" y="12"/>
                    <a:pt x="0" y="9"/>
                    <a:pt x="0" y="6"/>
                  </a:cubicBezTo>
                  <a:cubicBezTo>
                    <a:pt x="0" y="2"/>
                    <a:pt x="2" y="0"/>
                    <a:pt x="6" y="0"/>
                  </a:cubicBezTo>
                  <a:cubicBezTo>
                    <a:pt x="66" y="0"/>
                    <a:pt x="66" y="0"/>
                    <a:pt x="66" y="0"/>
                  </a:cubicBezTo>
                  <a:cubicBezTo>
                    <a:pt x="69" y="0"/>
                    <a:pt x="72" y="2"/>
                    <a:pt x="72" y="6"/>
                  </a:cubicBezTo>
                  <a:cubicBezTo>
                    <a:pt x="72" y="9"/>
                    <a:pt x="69"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48" name="Freeform 17">
              <a:extLst>
                <a:ext uri="{FF2B5EF4-FFF2-40B4-BE49-F238E27FC236}">
                  <a16:creationId xmlns:a16="http://schemas.microsoft.com/office/drawing/2014/main" id="{A3CA49EB-ED26-22FA-1A53-048BC1E8F28F}"/>
                </a:ext>
              </a:extLst>
            </p:cNvPr>
            <p:cNvSpPr>
              <a:spLocks noEditPoints="1"/>
            </p:cNvSpPr>
            <p:nvPr/>
          </p:nvSpPr>
          <p:spPr bwMode="auto">
            <a:xfrm>
              <a:off x="1583" y="646"/>
              <a:ext cx="215" cy="215"/>
            </a:xfrm>
            <a:custGeom>
              <a:avLst/>
              <a:gdLst>
                <a:gd name="T0" fmla="*/ 7 w 145"/>
                <a:gd name="T1" fmla="*/ 145 h 145"/>
                <a:gd name="T2" fmla="*/ 3 w 145"/>
                <a:gd name="T3" fmla="*/ 143 h 145"/>
                <a:gd name="T4" fmla="*/ 1 w 145"/>
                <a:gd name="T5" fmla="*/ 137 h 145"/>
                <a:gd name="T6" fmla="*/ 13 w 145"/>
                <a:gd name="T7" fmla="*/ 95 h 145"/>
                <a:gd name="T8" fmla="*/ 15 w 145"/>
                <a:gd name="T9" fmla="*/ 92 h 145"/>
                <a:gd name="T10" fmla="*/ 105 w 145"/>
                <a:gd name="T11" fmla="*/ 2 h 145"/>
                <a:gd name="T12" fmla="*/ 113 w 145"/>
                <a:gd name="T13" fmla="*/ 2 h 145"/>
                <a:gd name="T14" fmla="*/ 143 w 145"/>
                <a:gd name="T15" fmla="*/ 32 h 145"/>
                <a:gd name="T16" fmla="*/ 143 w 145"/>
                <a:gd name="T17" fmla="*/ 41 h 145"/>
                <a:gd name="T18" fmla="*/ 53 w 145"/>
                <a:gd name="T19" fmla="*/ 131 h 145"/>
                <a:gd name="T20" fmla="*/ 50 w 145"/>
                <a:gd name="T21" fmla="*/ 132 h 145"/>
                <a:gd name="T22" fmla="*/ 8 w 145"/>
                <a:gd name="T23" fmla="*/ 144 h 145"/>
                <a:gd name="T24" fmla="*/ 7 w 145"/>
                <a:gd name="T25" fmla="*/ 145 h 145"/>
                <a:gd name="T26" fmla="*/ 24 w 145"/>
                <a:gd name="T27" fmla="*/ 100 h 145"/>
                <a:gd name="T28" fmla="*/ 16 w 145"/>
                <a:gd name="T29" fmla="*/ 130 h 145"/>
                <a:gd name="T30" fmla="*/ 46 w 145"/>
                <a:gd name="T31" fmla="*/ 121 h 145"/>
                <a:gd name="T32" fmla="*/ 130 w 145"/>
                <a:gd name="T33" fmla="*/ 37 h 145"/>
                <a:gd name="T34" fmla="*/ 109 w 145"/>
                <a:gd name="T35" fmla="*/ 15 h 145"/>
                <a:gd name="T36" fmla="*/ 24 w 145"/>
                <a:gd name="T37" fmla="*/ 100 h 145"/>
                <a:gd name="T38" fmla="*/ 49 w 145"/>
                <a:gd name="T39" fmla="*/ 127 h 145"/>
                <a:gd name="T40" fmla="*/ 49 w 145"/>
                <a:gd name="T41" fmla="*/ 12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5" h="145">
                  <a:moveTo>
                    <a:pt x="7" y="145"/>
                  </a:moveTo>
                  <a:cubicBezTo>
                    <a:pt x="5" y="145"/>
                    <a:pt x="4" y="144"/>
                    <a:pt x="3" y="143"/>
                  </a:cubicBezTo>
                  <a:cubicBezTo>
                    <a:pt x="1" y="141"/>
                    <a:pt x="0" y="139"/>
                    <a:pt x="1" y="137"/>
                  </a:cubicBezTo>
                  <a:cubicBezTo>
                    <a:pt x="13" y="95"/>
                    <a:pt x="13" y="95"/>
                    <a:pt x="13" y="95"/>
                  </a:cubicBezTo>
                  <a:cubicBezTo>
                    <a:pt x="13" y="94"/>
                    <a:pt x="14" y="93"/>
                    <a:pt x="15" y="92"/>
                  </a:cubicBezTo>
                  <a:cubicBezTo>
                    <a:pt x="105" y="2"/>
                    <a:pt x="105" y="2"/>
                    <a:pt x="105" y="2"/>
                  </a:cubicBezTo>
                  <a:cubicBezTo>
                    <a:pt x="107" y="0"/>
                    <a:pt x="111" y="0"/>
                    <a:pt x="113" y="2"/>
                  </a:cubicBezTo>
                  <a:cubicBezTo>
                    <a:pt x="143" y="32"/>
                    <a:pt x="143" y="32"/>
                    <a:pt x="143" y="32"/>
                  </a:cubicBezTo>
                  <a:cubicBezTo>
                    <a:pt x="145" y="35"/>
                    <a:pt x="145" y="39"/>
                    <a:pt x="143" y="41"/>
                  </a:cubicBezTo>
                  <a:cubicBezTo>
                    <a:pt x="53" y="131"/>
                    <a:pt x="53" y="131"/>
                    <a:pt x="53" y="131"/>
                  </a:cubicBezTo>
                  <a:cubicBezTo>
                    <a:pt x="52" y="132"/>
                    <a:pt x="51" y="132"/>
                    <a:pt x="50" y="132"/>
                  </a:cubicBezTo>
                  <a:cubicBezTo>
                    <a:pt x="8" y="144"/>
                    <a:pt x="8" y="144"/>
                    <a:pt x="8" y="144"/>
                  </a:cubicBezTo>
                  <a:cubicBezTo>
                    <a:pt x="8" y="145"/>
                    <a:pt x="7" y="145"/>
                    <a:pt x="7" y="145"/>
                  </a:cubicBezTo>
                  <a:close/>
                  <a:moveTo>
                    <a:pt x="24" y="100"/>
                  </a:moveTo>
                  <a:cubicBezTo>
                    <a:pt x="16" y="130"/>
                    <a:pt x="16" y="130"/>
                    <a:pt x="16" y="130"/>
                  </a:cubicBezTo>
                  <a:cubicBezTo>
                    <a:pt x="46" y="121"/>
                    <a:pt x="46" y="121"/>
                    <a:pt x="46" y="121"/>
                  </a:cubicBezTo>
                  <a:cubicBezTo>
                    <a:pt x="130" y="37"/>
                    <a:pt x="130" y="37"/>
                    <a:pt x="130" y="37"/>
                  </a:cubicBezTo>
                  <a:cubicBezTo>
                    <a:pt x="109" y="15"/>
                    <a:pt x="109" y="15"/>
                    <a:pt x="109" y="15"/>
                  </a:cubicBezTo>
                  <a:lnTo>
                    <a:pt x="24" y="100"/>
                  </a:lnTo>
                  <a:close/>
                  <a:moveTo>
                    <a:pt x="49" y="127"/>
                  </a:moveTo>
                  <a:cubicBezTo>
                    <a:pt x="49" y="127"/>
                    <a:pt x="49" y="127"/>
                    <a:pt x="49"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49" name="Freeform 18">
              <a:extLst>
                <a:ext uri="{FF2B5EF4-FFF2-40B4-BE49-F238E27FC236}">
                  <a16:creationId xmlns:a16="http://schemas.microsoft.com/office/drawing/2014/main" id="{661558AB-22E7-37B4-324F-A76F14AD4821}"/>
                </a:ext>
              </a:extLst>
            </p:cNvPr>
            <p:cNvSpPr>
              <a:spLocks/>
            </p:cNvSpPr>
            <p:nvPr/>
          </p:nvSpPr>
          <p:spPr bwMode="auto">
            <a:xfrm>
              <a:off x="1703" y="685"/>
              <a:ext cx="56" cy="57"/>
            </a:xfrm>
            <a:custGeom>
              <a:avLst/>
              <a:gdLst>
                <a:gd name="T0" fmla="*/ 44 w 56"/>
                <a:gd name="T1" fmla="*/ 57 h 57"/>
                <a:gd name="T2" fmla="*/ 0 w 56"/>
                <a:gd name="T3" fmla="*/ 13 h 57"/>
                <a:gd name="T4" fmla="*/ 12 w 56"/>
                <a:gd name="T5" fmla="*/ 0 h 57"/>
                <a:gd name="T6" fmla="*/ 56 w 56"/>
                <a:gd name="T7" fmla="*/ 44 h 57"/>
                <a:gd name="T8" fmla="*/ 44 w 56"/>
                <a:gd name="T9" fmla="*/ 57 h 57"/>
              </a:gdLst>
              <a:ahLst/>
              <a:cxnLst>
                <a:cxn ang="0">
                  <a:pos x="T0" y="T1"/>
                </a:cxn>
                <a:cxn ang="0">
                  <a:pos x="T2" y="T3"/>
                </a:cxn>
                <a:cxn ang="0">
                  <a:pos x="T4" y="T5"/>
                </a:cxn>
                <a:cxn ang="0">
                  <a:pos x="T6" y="T7"/>
                </a:cxn>
                <a:cxn ang="0">
                  <a:pos x="T8" y="T9"/>
                </a:cxn>
              </a:cxnLst>
              <a:rect l="0" t="0" r="r" b="b"/>
              <a:pathLst>
                <a:path w="56" h="57">
                  <a:moveTo>
                    <a:pt x="44" y="57"/>
                  </a:moveTo>
                  <a:lnTo>
                    <a:pt x="0" y="13"/>
                  </a:lnTo>
                  <a:lnTo>
                    <a:pt x="12" y="0"/>
                  </a:lnTo>
                  <a:lnTo>
                    <a:pt x="56" y="44"/>
                  </a:lnTo>
                  <a:lnTo>
                    <a:pt x="44"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50" name="Freeform 19">
              <a:extLst>
                <a:ext uri="{FF2B5EF4-FFF2-40B4-BE49-F238E27FC236}">
                  <a16:creationId xmlns:a16="http://schemas.microsoft.com/office/drawing/2014/main" id="{74D93BCD-2AE8-781C-F973-B033AEC0FC09}"/>
                </a:ext>
              </a:extLst>
            </p:cNvPr>
            <p:cNvSpPr>
              <a:spLocks/>
            </p:cNvSpPr>
            <p:nvPr/>
          </p:nvSpPr>
          <p:spPr bwMode="auto">
            <a:xfrm>
              <a:off x="1601" y="779"/>
              <a:ext cx="63" cy="64"/>
            </a:xfrm>
            <a:custGeom>
              <a:avLst/>
              <a:gdLst>
                <a:gd name="T0" fmla="*/ 37 w 43"/>
                <a:gd name="T1" fmla="*/ 43 h 43"/>
                <a:gd name="T2" fmla="*/ 33 w 43"/>
                <a:gd name="T3" fmla="*/ 41 h 43"/>
                <a:gd name="T4" fmla="*/ 3 w 43"/>
                <a:gd name="T5" fmla="*/ 11 h 43"/>
                <a:gd name="T6" fmla="*/ 3 w 43"/>
                <a:gd name="T7" fmla="*/ 2 h 43"/>
                <a:gd name="T8" fmla="*/ 11 w 43"/>
                <a:gd name="T9" fmla="*/ 2 h 43"/>
                <a:gd name="T10" fmla="*/ 41 w 43"/>
                <a:gd name="T11" fmla="*/ 32 h 43"/>
                <a:gd name="T12" fmla="*/ 41 w 43"/>
                <a:gd name="T13" fmla="*/ 41 h 43"/>
                <a:gd name="T14" fmla="*/ 3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37" y="43"/>
                  </a:moveTo>
                  <a:cubicBezTo>
                    <a:pt x="35" y="43"/>
                    <a:pt x="34" y="42"/>
                    <a:pt x="33" y="41"/>
                  </a:cubicBezTo>
                  <a:cubicBezTo>
                    <a:pt x="3" y="11"/>
                    <a:pt x="3" y="11"/>
                    <a:pt x="3" y="11"/>
                  </a:cubicBezTo>
                  <a:cubicBezTo>
                    <a:pt x="0" y="9"/>
                    <a:pt x="0" y="5"/>
                    <a:pt x="3" y="2"/>
                  </a:cubicBezTo>
                  <a:cubicBezTo>
                    <a:pt x="5" y="0"/>
                    <a:pt x="9" y="0"/>
                    <a:pt x="11" y="2"/>
                  </a:cubicBezTo>
                  <a:cubicBezTo>
                    <a:pt x="41" y="32"/>
                    <a:pt x="41" y="32"/>
                    <a:pt x="41" y="32"/>
                  </a:cubicBezTo>
                  <a:cubicBezTo>
                    <a:pt x="43" y="35"/>
                    <a:pt x="43" y="39"/>
                    <a:pt x="41" y="41"/>
                  </a:cubicBezTo>
                  <a:cubicBezTo>
                    <a:pt x="40" y="42"/>
                    <a:pt x="38" y="43"/>
                    <a:pt x="3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51" name="Freeform 20">
              <a:extLst>
                <a:ext uri="{FF2B5EF4-FFF2-40B4-BE49-F238E27FC236}">
                  <a16:creationId xmlns:a16="http://schemas.microsoft.com/office/drawing/2014/main" id="{9C9AE9FA-80B5-8B0B-20F9-8FEBD09A5483}"/>
                </a:ext>
              </a:extLst>
            </p:cNvPr>
            <p:cNvSpPr>
              <a:spLocks/>
            </p:cNvSpPr>
            <p:nvPr/>
          </p:nvSpPr>
          <p:spPr bwMode="auto">
            <a:xfrm>
              <a:off x="1371" y="443"/>
              <a:ext cx="302" cy="391"/>
            </a:xfrm>
            <a:custGeom>
              <a:avLst/>
              <a:gdLst>
                <a:gd name="T0" fmla="*/ 132 w 204"/>
                <a:gd name="T1" fmla="*/ 264 h 264"/>
                <a:gd name="T2" fmla="*/ 6 w 204"/>
                <a:gd name="T3" fmla="*/ 264 h 264"/>
                <a:gd name="T4" fmla="*/ 0 w 204"/>
                <a:gd name="T5" fmla="*/ 258 h 264"/>
                <a:gd name="T6" fmla="*/ 0 w 204"/>
                <a:gd name="T7" fmla="*/ 6 h 264"/>
                <a:gd name="T8" fmla="*/ 6 w 204"/>
                <a:gd name="T9" fmla="*/ 0 h 264"/>
                <a:gd name="T10" fmla="*/ 138 w 204"/>
                <a:gd name="T11" fmla="*/ 0 h 264"/>
                <a:gd name="T12" fmla="*/ 142 w 204"/>
                <a:gd name="T13" fmla="*/ 1 h 264"/>
                <a:gd name="T14" fmla="*/ 202 w 204"/>
                <a:gd name="T15" fmla="*/ 61 h 264"/>
                <a:gd name="T16" fmla="*/ 204 w 204"/>
                <a:gd name="T17" fmla="*/ 66 h 264"/>
                <a:gd name="T18" fmla="*/ 204 w 204"/>
                <a:gd name="T19" fmla="*/ 144 h 264"/>
                <a:gd name="T20" fmla="*/ 192 w 204"/>
                <a:gd name="T21" fmla="*/ 144 h 264"/>
                <a:gd name="T22" fmla="*/ 192 w 204"/>
                <a:gd name="T23" fmla="*/ 68 h 264"/>
                <a:gd name="T24" fmla="*/ 135 w 204"/>
                <a:gd name="T25" fmla="*/ 12 h 264"/>
                <a:gd name="T26" fmla="*/ 12 w 204"/>
                <a:gd name="T27" fmla="*/ 12 h 264"/>
                <a:gd name="T28" fmla="*/ 12 w 204"/>
                <a:gd name="T29" fmla="*/ 252 h 264"/>
                <a:gd name="T30" fmla="*/ 132 w 204"/>
                <a:gd name="T31" fmla="*/ 252 h 264"/>
                <a:gd name="T32" fmla="*/ 132 w 204"/>
                <a:gd name="T33"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4" h="264">
                  <a:moveTo>
                    <a:pt x="132" y="264"/>
                  </a:moveTo>
                  <a:cubicBezTo>
                    <a:pt x="6" y="264"/>
                    <a:pt x="6" y="264"/>
                    <a:pt x="6" y="264"/>
                  </a:cubicBezTo>
                  <a:cubicBezTo>
                    <a:pt x="3" y="264"/>
                    <a:pt x="0" y="261"/>
                    <a:pt x="0" y="258"/>
                  </a:cubicBezTo>
                  <a:cubicBezTo>
                    <a:pt x="0" y="6"/>
                    <a:pt x="0" y="6"/>
                    <a:pt x="0" y="6"/>
                  </a:cubicBezTo>
                  <a:cubicBezTo>
                    <a:pt x="0" y="2"/>
                    <a:pt x="3" y="0"/>
                    <a:pt x="6" y="0"/>
                  </a:cubicBezTo>
                  <a:cubicBezTo>
                    <a:pt x="138" y="0"/>
                    <a:pt x="138" y="0"/>
                    <a:pt x="138" y="0"/>
                  </a:cubicBezTo>
                  <a:cubicBezTo>
                    <a:pt x="139" y="0"/>
                    <a:pt x="141" y="0"/>
                    <a:pt x="142" y="1"/>
                  </a:cubicBezTo>
                  <a:cubicBezTo>
                    <a:pt x="202" y="61"/>
                    <a:pt x="202" y="61"/>
                    <a:pt x="202" y="61"/>
                  </a:cubicBezTo>
                  <a:cubicBezTo>
                    <a:pt x="203" y="63"/>
                    <a:pt x="204" y="64"/>
                    <a:pt x="204" y="66"/>
                  </a:cubicBezTo>
                  <a:cubicBezTo>
                    <a:pt x="204" y="144"/>
                    <a:pt x="204" y="144"/>
                    <a:pt x="204" y="144"/>
                  </a:cubicBezTo>
                  <a:cubicBezTo>
                    <a:pt x="192" y="144"/>
                    <a:pt x="192" y="144"/>
                    <a:pt x="192" y="144"/>
                  </a:cubicBezTo>
                  <a:cubicBezTo>
                    <a:pt x="192" y="68"/>
                    <a:pt x="192" y="68"/>
                    <a:pt x="192" y="68"/>
                  </a:cubicBezTo>
                  <a:cubicBezTo>
                    <a:pt x="135" y="12"/>
                    <a:pt x="135" y="12"/>
                    <a:pt x="135" y="12"/>
                  </a:cubicBezTo>
                  <a:cubicBezTo>
                    <a:pt x="12" y="12"/>
                    <a:pt x="12" y="12"/>
                    <a:pt x="12" y="12"/>
                  </a:cubicBezTo>
                  <a:cubicBezTo>
                    <a:pt x="12" y="252"/>
                    <a:pt x="12" y="252"/>
                    <a:pt x="12" y="252"/>
                  </a:cubicBezTo>
                  <a:cubicBezTo>
                    <a:pt x="132" y="252"/>
                    <a:pt x="132" y="252"/>
                    <a:pt x="132" y="252"/>
                  </a:cubicBezTo>
                  <a:lnTo>
                    <a:pt x="132"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sp>
          <p:nvSpPr>
            <p:cNvPr id="52" name="Freeform 21">
              <a:extLst>
                <a:ext uri="{FF2B5EF4-FFF2-40B4-BE49-F238E27FC236}">
                  <a16:creationId xmlns:a16="http://schemas.microsoft.com/office/drawing/2014/main" id="{9DDFB568-234F-7F3C-8D38-8B14DA7E2633}"/>
                </a:ext>
              </a:extLst>
            </p:cNvPr>
            <p:cNvSpPr>
              <a:spLocks/>
            </p:cNvSpPr>
            <p:nvPr/>
          </p:nvSpPr>
          <p:spPr bwMode="auto">
            <a:xfrm>
              <a:off x="1567" y="443"/>
              <a:ext cx="106" cy="107"/>
            </a:xfrm>
            <a:custGeom>
              <a:avLst/>
              <a:gdLst>
                <a:gd name="T0" fmla="*/ 66 w 72"/>
                <a:gd name="T1" fmla="*/ 72 h 72"/>
                <a:gd name="T2" fmla="*/ 6 w 72"/>
                <a:gd name="T3" fmla="*/ 72 h 72"/>
                <a:gd name="T4" fmla="*/ 0 w 72"/>
                <a:gd name="T5" fmla="*/ 66 h 72"/>
                <a:gd name="T6" fmla="*/ 0 w 72"/>
                <a:gd name="T7" fmla="*/ 6 h 72"/>
                <a:gd name="T8" fmla="*/ 6 w 72"/>
                <a:gd name="T9" fmla="*/ 0 h 72"/>
                <a:gd name="T10" fmla="*/ 12 w 72"/>
                <a:gd name="T11" fmla="*/ 6 h 72"/>
                <a:gd name="T12" fmla="*/ 12 w 72"/>
                <a:gd name="T13" fmla="*/ 60 h 72"/>
                <a:gd name="T14" fmla="*/ 66 w 72"/>
                <a:gd name="T15" fmla="*/ 60 h 72"/>
                <a:gd name="T16" fmla="*/ 72 w 72"/>
                <a:gd name="T17" fmla="*/ 66 h 72"/>
                <a:gd name="T18" fmla="*/ 66 w 72"/>
                <a:gd name="T19"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66" y="72"/>
                  </a:moveTo>
                  <a:cubicBezTo>
                    <a:pt x="6" y="72"/>
                    <a:pt x="6" y="72"/>
                    <a:pt x="6" y="72"/>
                  </a:cubicBezTo>
                  <a:cubicBezTo>
                    <a:pt x="3" y="72"/>
                    <a:pt x="0" y="69"/>
                    <a:pt x="0" y="66"/>
                  </a:cubicBezTo>
                  <a:cubicBezTo>
                    <a:pt x="0" y="6"/>
                    <a:pt x="0" y="6"/>
                    <a:pt x="0" y="6"/>
                  </a:cubicBezTo>
                  <a:cubicBezTo>
                    <a:pt x="0" y="2"/>
                    <a:pt x="3" y="0"/>
                    <a:pt x="6" y="0"/>
                  </a:cubicBezTo>
                  <a:cubicBezTo>
                    <a:pt x="9" y="0"/>
                    <a:pt x="12" y="2"/>
                    <a:pt x="12" y="6"/>
                  </a:cubicBezTo>
                  <a:cubicBezTo>
                    <a:pt x="12" y="60"/>
                    <a:pt x="12" y="60"/>
                    <a:pt x="12" y="60"/>
                  </a:cubicBezTo>
                  <a:cubicBezTo>
                    <a:pt x="66" y="60"/>
                    <a:pt x="66" y="60"/>
                    <a:pt x="66" y="60"/>
                  </a:cubicBezTo>
                  <a:cubicBezTo>
                    <a:pt x="69" y="60"/>
                    <a:pt x="72" y="62"/>
                    <a:pt x="72" y="66"/>
                  </a:cubicBezTo>
                  <a:cubicBezTo>
                    <a:pt x="72" y="69"/>
                    <a:pt x="69" y="72"/>
                    <a:pt x="6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8" tIns="44804" rIns="89608" bIns="44804" numCol="1" anchor="t" anchorCtr="0" compatLnSpc="1">
              <a:prstTxWarp prst="textNoShape">
                <a:avLst/>
              </a:prstTxWarp>
            </a:bodyPr>
            <a:lstStyle/>
            <a:p>
              <a:pPr marL="0" marR="0" lvl="0" indent="0" algn="l" defTabSz="896112" rtl="0" eaLnBrk="1" fontAlgn="base" latinLnBrk="0" hangingPunct="1">
                <a:lnSpc>
                  <a:spcPct val="100000"/>
                </a:lnSpc>
                <a:spcBef>
                  <a:spcPct val="0"/>
                </a:spcBef>
                <a:spcAft>
                  <a:spcPct val="0"/>
                </a:spcAft>
                <a:buClrTx/>
                <a:buSzTx/>
                <a:buFontTx/>
                <a:buNone/>
                <a:tabLst/>
                <a:defRPr/>
              </a:pPr>
              <a:endParaRPr kumimoji="0" lang="en-AU" sz="1764" b="0" i="0" u="none" strike="noStrike" kern="0" cap="none" spc="0" normalizeH="0" baseline="0" noProof="0">
                <a:ln>
                  <a:noFill/>
                </a:ln>
                <a:solidFill>
                  <a:srgbClr val="BDBDBD"/>
                </a:solidFill>
                <a:effectLst/>
                <a:uLnTx/>
                <a:uFillTx/>
                <a:latin typeface="Graphik"/>
                <a:ea typeface="+mn-ea"/>
                <a:cs typeface="Arial" charset="0"/>
              </a:endParaRPr>
            </a:p>
          </p:txBody>
        </p:sp>
      </p:grpSp>
      <p:sp>
        <p:nvSpPr>
          <p:cNvPr id="53" name="Rectangle 52">
            <a:extLst>
              <a:ext uri="{FF2B5EF4-FFF2-40B4-BE49-F238E27FC236}">
                <a16:creationId xmlns:a16="http://schemas.microsoft.com/office/drawing/2014/main" id="{B37AB478-F0BE-EB7B-4515-83E367844204}"/>
              </a:ext>
            </a:extLst>
          </p:cNvPr>
          <p:cNvSpPr/>
          <p:nvPr/>
        </p:nvSpPr>
        <p:spPr>
          <a:xfrm>
            <a:off x="752415" y="5479888"/>
            <a:ext cx="10732331" cy="276686"/>
          </a:xfrm>
          <a:prstGeom prst="rect">
            <a:avLst/>
          </a:prstGeom>
          <a:pattFill prst="wdUpDiag">
            <a:fgClr>
              <a:schemeClr val="accent5">
                <a:lumMod val="20000"/>
                <a:lumOff val="80000"/>
              </a:schemeClr>
            </a:fgClr>
            <a:bgClr>
              <a:schemeClr val="bg1"/>
            </a:bgClr>
          </a:pattFill>
          <a:ln>
            <a:noFill/>
            <a:extLst>
              <a:ext uri="{C807C97D-BFC1-408E-A445-0C87EB9F89A2}">
                <ask:lineSketchStyleProps xmlns:ask="http://schemas.microsoft.com/office/drawing/2018/sketchyshapes" sd="500063485">
                  <a:custGeom>
                    <a:avLst/>
                    <a:gdLst>
                      <a:gd name="connsiteX0" fmla="*/ 0 w 11391808"/>
                      <a:gd name="connsiteY0" fmla="*/ 0 h 276686"/>
                      <a:gd name="connsiteX1" fmla="*/ 485651 w 11391808"/>
                      <a:gd name="connsiteY1" fmla="*/ 0 h 276686"/>
                      <a:gd name="connsiteX2" fmla="*/ 1313056 w 11391808"/>
                      <a:gd name="connsiteY2" fmla="*/ 0 h 276686"/>
                      <a:gd name="connsiteX3" fmla="*/ 2140461 w 11391808"/>
                      <a:gd name="connsiteY3" fmla="*/ 0 h 276686"/>
                      <a:gd name="connsiteX4" fmla="*/ 2398275 w 11391808"/>
                      <a:gd name="connsiteY4" fmla="*/ 0 h 276686"/>
                      <a:gd name="connsiteX5" fmla="*/ 3225680 w 11391808"/>
                      <a:gd name="connsiteY5" fmla="*/ 0 h 276686"/>
                      <a:gd name="connsiteX6" fmla="*/ 4053085 w 11391808"/>
                      <a:gd name="connsiteY6" fmla="*/ 0 h 276686"/>
                      <a:gd name="connsiteX7" fmla="*/ 4766572 w 11391808"/>
                      <a:gd name="connsiteY7" fmla="*/ 0 h 276686"/>
                      <a:gd name="connsiteX8" fmla="*/ 5480059 w 11391808"/>
                      <a:gd name="connsiteY8" fmla="*/ 0 h 276686"/>
                      <a:gd name="connsiteX9" fmla="*/ 5851792 w 11391808"/>
                      <a:gd name="connsiteY9" fmla="*/ 0 h 276686"/>
                      <a:gd name="connsiteX10" fmla="*/ 6565279 w 11391808"/>
                      <a:gd name="connsiteY10" fmla="*/ 0 h 276686"/>
                      <a:gd name="connsiteX11" fmla="*/ 6937012 w 11391808"/>
                      <a:gd name="connsiteY11" fmla="*/ 0 h 276686"/>
                      <a:gd name="connsiteX12" fmla="*/ 7308744 w 11391808"/>
                      <a:gd name="connsiteY12" fmla="*/ 0 h 276686"/>
                      <a:gd name="connsiteX13" fmla="*/ 7908313 w 11391808"/>
                      <a:gd name="connsiteY13" fmla="*/ 0 h 276686"/>
                      <a:gd name="connsiteX14" fmla="*/ 8507882 w 11391808"/>
                      <a:gd name="connsiteY14" fmla="*/ 0 h 276686"/>
                      <a:gd name="connsiteX15" fmla="*/ 9335287 w 11391808"/>
                      <a:gd name="connsiteY15" fmla="*/ 0 h 276686"/>
                      <a:gd name="connsiteX16" fmla="*/ 10048774 w 11391808"/>
                      <a:gd name="connsiteY16" fmla="*/ 0 h 276686"/>
                      <a:gd name="connsiteX17" fmla="*/ 10420506 w 11391808"/>
                      <a:gd name="connsiteY17" fmla="*/ 0 h 276686"/>
                      <a:gd name="connsiteX18" fmla="*/ 11391808 w 11391808"/>
                      <a:gd name="connsiteY18" fmla="*/ 0 h 276686"/>
                      <a:gd name="connsiteX19" fmla="*/ 11391808 w 11391808"/>
                      <a:gd name="connsiteY19" fmla="*/ 276686 h 276686"/>
                      <a:gd name="connsiteX20" fmla="*/ 10792239 w 11391808"/>
                      <a:gd name="connsiteY20" fmla="*/ 276686 h 276686"/>
                      <a:gd name="connsiteX21" fmla="*/ 9964834 w 11391808"/>
                      <a:gd name="connsiteY21" fmla="*/ 276686 h 276686"/>
                      <a:gd name="connsiteX22" fmla="*/ 9479183 w 11391808"/>
                      <a:gd name="connsiteY22" fmla="*/ 276686 h 276686"/>
                      <a:gd name="connsiteX23" fmla="*/ 8651778 w 11391808"/>
                      <a:gd name="connsiteY23" fmla="*/ 276686 h 276686"/>
                      <a:gd name="connsiteX24" fmla="*/ 8393964 w 11391808"/>
                      <a:gd name="connsiteY24" fmla="*/ 276686 h 276686"/>
                      <a:gd name="connsiteX25" fmla="*/ 7908313 w 11391808"/>
                      <a:gd name="connsiteY25" fmla="*/ 276686 h 276686"/>
                      <a:gd name="connsiteX26" fmla="*/ 7080908 w 11391808"/>
                      <a:gd name="connsiteY26" fmla="*/ 276686 h 276686"/>
                      <a:gd name="connsiteX27" fmla="*/ 6481339 w 11391808"/>
                      <a:gd name="connsiteY27" fmla="*/ 276686 h 276686"/>
                      <a:gd name="connsiteX28" fmla="*/ 5767852 w 11391808"/>
                      <a:gd name="connsiteY28" fmla="*/ 276686 h 276686"/>
                      <a:gd name="connsiteX29" fmla="*/ 5510038 w 11391808"/>
                      <a:gd name="connsiteY29" fmla="*/ 276686 h 276686"/>
                      <a:gd name="connsiteX30" fmla="*/ 4910469 w 11391808"/>
                      <a:gd name="connsiteY30" fmla="*/ 276686 h 276686"/>
                      <a:gd name="connsiteX31" fmla="*/ 4083064 w 11391808"/>
                      <a:gd name="connsiteY31" fmla="*/ 276686 h 276686"/>
                      <a:gd name="connsiteX32" fmla="*/ 3597413 w 11391808"/>
                      <a:gd name="connsiteY32" fmla="*/ 276686 h 276686"/>
                      <a:gd name="connsiteX33" fmla="*/ 2883926 w 11391808"/>
                      <a:gd name="connsiteY33" fmla="*/ 276686 h 276686"/>
                      <a:gd name="connsiteX34" fmla="*/ 2170439 w 11391808"/>
                      <a:gd name="connsiteY34" fmla="*/ 276686 h 276686"/>
                      <a:gd name="connsiteX35" fmla="*/ 1684788 w 11391808"/>
                      <a:gd name="connsiteY35" fmla="*/ 276686 h 276686"/>
                      <a:gd name="connsiteX36" fmla="*/ 857383 w 11391808"/>
                      <a:gd name="connsiteY36" fmla="*/ 276686 h 276686"/>
                      <a:gd name="connsiteX37" fmla="*/ 0 w 11391808"/>
                      <a:gd name="connsiteY37" fmla="*/ 276686 h 276686"/>
                      <a:gd name="connsiteX38" fmla="*/ 0 w 11391808"/>
                      <a:gd name="connsiteY38" fmla="*/ 0 h 276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391808" h="276686" fill="none" extrusionOk="0">
                        <a:moveTo>
                          <a:pt x="0" y="0"/>
                        </a:moveTo>
                        <a:cubicBezTo>
                          <a:pt x="199220" y="-36663"/>
                          <a:pt x="252725" y="35452"/>
                          <a:pt x="485651" y="0"/>
                        </a:cubicBezTo>
                        <a:cubicBezTo>
                          <a:pt x="718577" y="-35452"/>
                          <a:pt x="1124037" y="56236"/>
                          <a:pt x="1313056" y="0"/>
                        </a:cubicBezTo>
                        <a:cubicBezTo>
                          <a:pt x="1502076" y="-56236"/>
                          <a:pt x="1809151" y="25622"/>
                          <a:pt x="2140461" y="0"/>
                        </a:cubicBezTo>
                        <a:cubicBezTo>
                          <a:pt x="2471772" y="-25622"/>
                          <a:pt x="2307791" y="20340"/>
                          <a:pt x="2398275" y="0"/>
                        </a:cubicBezTo>
                        <a:cubicBezTo>
                          <a:pt x="2488759" y="-20340"/>
                          <a:pt x="2872026" y="5408"/>
                          <a:pt x="3225680" y="0"/>
                        </a:cubicBezTo>
                        <a:cubicBezTo>
                          <a:pt x="3579335" y="-5408"/>
                          <a:pt x="3748784" y="47969"/>
                          <a:pt x="4053085" y="0"/>
                        </a:cubicBezTo>
                        <a:cubicBezTo>
                          <a:pt x="4357386" y="-47969"/>
                          <a:pt x="4481185" y="63707"/>
                          <a:pt x="4766572" y="0"/>
                        </a:cubicBezTo>
                        <a:cubicBezTo>
                          <a:pt x="5051959" y="-63707"/>
                          <a:pt x="5234674" y="71545"/>
                          <a:pt x="5480059" y="0"/>
                        </a:cubicBezTo>
                        <a:cubicBezTo>
                          <a:pt x="5725444" y="-71545"/>
                          <a:pt x="5735323" y="26317"/>
                          <a:pt x="5851792" y="0"/>
                        </a:cubicBezTo>
                        <a:cubicBezTo>
                          <a:pt x="5968261" y="-26317"/>
                          <a:pt x="6365734" y="49691"/>
                          <a:pt x="6565279" y="0"/>
                        </a:cubicBezTo>
                        <a:cubicBezTo>
                          <a:pt x="6764824" y="-49691"/>
                          <a:pt x="6857466" y="426"/>
                          <a:pt x="6937012" y="0"/>
                        </a:cubicBezTo>
                        <a:cubicBezTo>
                          <a:pt x="7016558" y="-426"/>
                          <a:pt x="7228853" y="610"/>
                          <a:pt x="7308744" y="0"/>
                        </a:cubicBezTo>
                        <a:cubicBezTo>
                          <a:pt x="7388635" y="-610"/>
                          <a:pt x="7752160" y="26127"/>
                          <a:pt x="7908313" y="0"/>
                        </a:cubicBezTo>
                        <a:cubicBezTo>
                          <a:pt x="8064466" y="-26127"/>
                          <a:pt x="8328843" y="55561"/>
                          <a:pt x="8507882" y="0"/>
                        </a:cubicBezTo>
                        <a:cubicBezTo>
                          <a:pt x="8686921" y="-55561"/>
                          <a:pt x="9103360" y="73164"/>
                          <a:pt x="9335287" y="0"/>
                        </a:cubicBezTo>
                        <a:cubicBezTo>
                          <a:pt x="9567215" y="-73164"/>
                          <a:pt x="9717511" y="10200"/>
                          <a:pt x="10048774" y="0"/>
                        </a:cubicBezTo>
                        <a:cubicBezTo>
                          <a:pt x="10380037" y="-10200"/>
                          <a:pt x="10279666" y="9812"/>
                          <a:pt x="10420506" y="0"/>
                        </a:cubicBezTo>
                        <a:cubicBezTo>
                          <a:pt x="10561346" y="-9812"/>
                          <a:pt x="10932127" y="90742"/>
                          <a:pt x="11391808" y="0"/>
                        </a:cubicBezTo>
                        <a:cubicBezTo>
                          <a:pt x="11415894" y="122717"/>
                          <a:pt x="11359501" y="154945"/>
                          <a:pt x="11391808" y="276686"/>
                        </a:cubicBezTo>
                        <a:cubicBezTo>
                          <a:pt x="11107391" y="317000"/>
                          <a:pt x="10912182" y="236015"/>
                          <a:pt x="10792239" y="276686"/>
                        </a:cubicBezTo>
                        <a:cubicBezTo>
                          <a:pt x="10672296" y="317357"/>
                          <a:pt x="10292446" y="220580"/>
                          <a:pt x="9964834" y="276686"/>
                        </a:cubicBezTo>
                        <a:cubicBezTo>
                          <a:pt x="9637223" y="332792"/>
                          <a:pt x="9689408" y="218978"/>
                          <a:pt x="9479183" y="276686"/>
                        </a:cubicBezTo>
                        <a:cubicBezTo>
                          <a:pt x="9268958" y="334394"/>
                          <a:pt x="9012208" y="270184"/>
                          <a:pt x="8651778" y="276686"/>
                        </a:cubicBezTo>
                        <a:cubicBezTo>
                          <a:pt x="8291348" y="283188"/>
                          <a:pt x="8470497" y="253966"/>
                          <a:pt x="8393964" y="276686"/>
                        </a:cubicBezTo>
                        <a:cubicBezTo>
                          <a:pt x="8317431" y="299406"/>
                          <a:pt x="8025562" y="223836"/>
                          <a:pt x="7908313" y="276686"/>
                        </a:cubicBezTo>
                        <a:cubicBezTo>
                          <a:pt x="7791064" y="329536"/>
                          <a:pt x="7332628" y="233507"/>
                          <a:pt x="7080908" y="276686"/>
                        </a:cubicBezTo>
                        <a:cubicBezTo>
                          <a:pt x="6829188" y="319865"/>
                          <a:pt x="6765723" y="206289"/>
                          <a:pt x="6481339" y="276686"/>
                        </a:cubicBezTo>
                        <a:cubicBezTo>
                          <a:pt x="6196955" y="347083"/>
                          <a:pt x="6060667" y="207484"/>
                          <a:pt x="5767852" y="276686"/>
                        </a:cubicBezTo>
                        <a:cubicBezTo>
                          <a:pt x="5475037" y="345888"/>
                          <a:pt x="5614776" y="257752"/>
                          <a:pt x="5510038" y="276686"/>
                        </a:cubicBezTo>
                        <a:cubicBezTo>
                          <a:pt x="5405300" y="295620"/>
                          <a:pt x="5152762" y="230201"/>
                          <a:pt x="4910469" y="276686"/>
                        </a:cubicBezTo>
                        <a:cubicBezTo>
                          <a:pt x="4668176" y="323171"/>
                          <a:pt x="4348028" y="267084"/>
                          <a:pt x="4083064" y="276686"/>
                        </a:cubicBezTo>
                        <a:cubicBezTo>
                          <a:pt x="3818100" y="286288"/>
                          <a:pt x="3782875" y="270462"/>
                          <a:pt x="3597413" y="276686"/>
                        </a:cubicBezTo>
                        <a:cubicBezTo>
                          <a:pt x="3411951" y="282910"/>
                          <a:pt x="3042907" y="228809"/>
                          <a:pt x="2883926" y="276686"/>
                        </a:cubicBezTo>
                        <a:cubicBezTo>
                          <a:pt x="2724945" y="324563"/>
                          <a:pt x="2441444" y="253831"/>
                          <a:pt x="2170439" y="276686"/>
                        </a:cubicBezTo>
                        <a:cubicBezTo>
                          <a:pt x="1899434" y="299541"/>
                          <a:pt x="1876172" y="227133"/>
                          <a:pt x="1684788" y="276686"/>
                        </a:cubicBezTo>
                        <a:cubicBezTo>
                          <a:pt x="1493404" y="326239"/>
                          <a:pt x="1253288" y="223009"/>
                          <a:pt x="857383" y="276686"/>
                        </a:cubicBezTo>
                        <a:cubicBezTo>
                          <a:pt x="461479" y="330363"/>
                          <a:pt x="360038" y="193246"/>
                          <a:pt x="0" y="276686"/>
                        </a:cubicBezTo>
                        <a:cubicBezTo>
                          <a:pt x="-13499" y="185102"/>
                          <a:pt x="3325" y="72655"/>
                          <a:pt x="0" y="0"/>
                        </a:cubicBezTo>
                        <a:close/>
                      </a:path>
                      <a:path w="11391808" h="276686" stroke="0" extrusionOk="0">
                        <a:moveTo>
                          <a:pt x="0" y="0"/>
                        </a:moveTo>
                        <a:cubicBezTo>
                          <a:pt x="110609" y="-28550"/>
                          <a:pt x="136878" y="4712"/>
                          <a:pt x="257815" y="0"/>
                        </a:cubicBezTo>
                        <a:cubicBezTo>
                          <a:pt x="378752" y="-4712"/>
                          <a:pt x="832519" y="57322"/>
                          <a:pt x="1085220" y="0"/>
                        </a:cubicBezTo>
                        <a:cubicBezTo>
                          <a:pt x="1337922" y="-57322"/>
                          <a:pt x="1569148" y="58271"/>
                          <a:pt x="1912625" y="0"/>
                        </a:cubicBezTo>
                        <a:cubicBezTo>
                          <a:pt x="2256102" y="-58271"/>
                          <a:pt x="2348133" y="47903"/>
                          <a:pt x="2740030" y="0"/>
                        </a:cubicBezTo>
                        <a:cubicBezTo>
                          <a:pt x="3131927" y="-47903"/>
                          <a:pt x="3071212" y="54542"/>
                          <a:pt x="3225680" y="0"/>
                        </a:cubicBezTo>
                        <a:cubicBezTo>
                          <a:pt x="3380148" y="-54542"/>
                          <a:pt x="3393663" y="7365"/>
                          <a:pt x="3483495" y="0"/>
                        </a:cubicBezTo>
                        <a:cubicBezTo>
                          <a:pt x="3573328" y="-7365"/>
                          <a:pt x="3909422" y="7152"/>
                          <a:pt x="4310900" y="0"/>
                        </a:cubicBezTo>
                        <a:cubicBezTo>
                          <a:pt x="4712379" y="-7152"/>
                          <a:pt x="4512209" y="19115"/>
                          <a:pt x="4568715" y="0"/>
                        </a:cubicBezTo>
                        <a:cubicBezTo>
                          <a:pt x="4625221" y="-19115"/>
                          <a:pt x="5205723" y="58230"/>
                          <a:pt x="5396120" y="0"/>
                        </a:cubicBezTo>
                        <a:cubicBezTo>
                          <a:pt x="5586518" y="-58230"/>
                          <a:pt x="5905044" y="1477"/>
                          <a:pt x="6223525" y="0"/>
                        </a:cubicBezTo>
                        <a:cubicBezTo>
                          <a:pt x="6542006" y="-1477"/>
                          <a:pt x="6791435" y="59837"/>
                          <a:pt x="6937012" y="0"/>
                        </a:cubicBezTo>
                        <a:cubicBezTo>
                          <a:pt x="7082589" y="-59837"/>
                          <a:pt x="7159763" y="451"/>
                          <a:pt x="7308744" y="0"/>
                        </a:cubicBezTo>
                        <a:cubicBezTo>
                          <a:pt x="7457725" y="-451"/>
                          <a:pt x="7875428" y="24882"/>
                          <a:pt x="8136149" y="0"/>
                        </a:cubicBezTo>
                        <a:cubicBezTo>
                          <a:pt x="8396871" y="-24882"/>
                          <a:pt x="8500722" y="48069"/>
                          <a:pt x="8735718" y="0"/>
                        </a:cubicBezTo>
                        <a:cubicBezTo>
                          <a:pt x="8970714" y="-48069"/>
                          <a:pt x="8908158" y="5764"/>
                          <a:pt x="8993533" y="0"/>
                        </a:cubicBezTo>
                        <a:cubicBezTo>
                          <a:pt x="9078908" y="-5764"/>
                          <a:pt x="9411940" y="44854"/>
                          <a:pt x="9707020" y="0"/>
                        </a:cubicBezTo>
                        <a:cubicBezTo>
                          <a:pt x="10002100" y="-44854"/>
                          <a:pt x="10086654" y="48998"/>
                          <a:pt x="10192670" y="0"/>
                        </a:cubicBezTo>
                        <a:cubicBezTo>
                          <a:pt x="10298686" y="-48998"/>
                          <a:pt x="11133459" y="80581"/>
                          <a:pt x="11391808" y="0"/>
                        </a:cubicBezTo>
                        <a:cubicBezTo>
                          <a:pt x="11415267" y="106934"/>
                          <a:pt x="11367940" y="158714"/>
                          <a:pt x="11391808" y="276686"/>
                        </a:cubicBezTo>
                        <a:cubicBezTo>
                          <a:pt x="11332168" y="295153"/>
                          <a:pt x="11231599" y="246385"/>
                          <a:pt x="11133993" y="276686"/>
                        </a:cubicBezTo>
                        <a:cubicBezTo>
                          <a:pt x="11036388" y="306987"/>
                          <a:pt x="10762570" y="275566"/>
                          <a:pt x="10534425" y="276686"/>
                        </a:cubicBezTo>
                        <a:cubicBezTo>
                          <a:pt x="10306280" y="277806"/>
                          <a:pt x="9891832" y="265824"/>
                          <a:pt x="9707020" y="276686"/>
                        </a:cubicBezTo>
                        <a:cubicBezTo>
                          <a:pt x="9522209" y="287548"/>
                          <a:pt x="9453669" y="245997"/>
                          <a:pt x="9335287" y="276686"/>
                        </a:cubicBezTo>
                        <a:cubicBezTo>
                          <a:pt x="9216905" y="307375"/>
                          <a:pt x="9017484" y="220305"/>
                          <a:pt x="8735718" y="276686"/>
                        </a:cubicBezTo>
                        <a:cubicBezTo>
                          <a:pt x="8453952" y="333067"/>
                          <a:pt x="8378420" y="205488"/>
                          <a:pt x="8136149" y="276686"/>
                        </a:cubicBezTo>
                        <a:cubicBezTo>
                          <a:pt x="7893878" y="347884"/>
                          <a:pt x="7721118" y="219542"/>
                          <a:pt x="7422662" y="276686"/>
                        </a:cubicBezTo>
                        <a:cubicBezTo>
                          <a:pt x="7124206" y="333830"/>
                          <a:pt x="7011736" y="214540"/>
                          <a:pt x="6823093" y="276686"/>
                        </a:cubicBezTo>
                        <a:cubicBezTo>
                          <a:pt x="6634450" y="338832"/>
                          <a:pt x="6417496" y="226729"/>
                          <a:pt x="6109607" y="276686"/>
                        </a:cubicBezTo>
                        <a:cubicBezTo>
                          <a:pt x="5801718" y="326643"/>
                          <a:pt x="5945466" y="271964"/>
                          <a:pt x="5851792" y="276686"/>
                        </a:cubicBezTo>
                        <a:cubicBezTo>
                          <a:pt x="5758119" y="281408"/>
                          <a:pt x="5469028" y="276591"/>
                          <a:pt x="5252223" y="276686"/>
                        </a:cubicBezTo>
                        <a:cubicBezTo>
                          <a:pt x="5035418" y="276781"/>
                          <a:pt x="4807813" y="248042"/>
                          <a:pt x="4652654" y="276686"/>
                        </a:cubicBezTo>
                        <a:cubicBezTo>
                          <a:pt x="4497495" y="305330"/>
                          <a:pt x="4152086" y="192643"/>
                          <a:pt x="3825249" y="276686"/>
                        </a:cubicBezTo>
                        <a:cubicBezTo>
                          <a:pt x="3498412" y="360729"/>
                          <a:pt x="3199377" y="226784"/>
                          <a:pt x="2997844" y="276686"/>
                        </a:cubicBezTo>
                        <a:cubicBezTo>
                          <a:pt x="2796312" y="326588"/>
                          <a:pt x="2564776" y="181777"/>
                          <a:pt x="2170439" y="276686"/>
                        </a:cubicBezTo>
                        <a:cubicBezTo>
                          <a:pt x="1776103" y="371595"/>
                          <a:pt x="1977502" y="261394"/>
                          <a:pt x="1912625" y="276686"/>
                        </a:cubicBezTo>
                        <a:cubicBezTo>
                          <a:pt x="1847748" y="291978"/>
                          <a:pt x="1761515" y="273339"/>
                          <a:pt x="1654810" y="276686"/>
                        </a:cubicBezTo>
                        <a:cubicBezTo>
                          <a:pt x="1548105" y="280033"/>
                          <a:pt x="1208446" y="215648"/>
                          <a:pt x="941323" y="276686"/>
                        </a:cubicBezTo>
                        <a:cubicBezTo>
                          <a:pt x="674200" y="337724"/>
                          <a:pt x="302726" y="230874"/>
                          <a:pt x="0" y="276686"/>
                        </a:cubicBezTo>
                        <a:cubicBezTo>
                          <a:pt x="-4206" y="147311"/>
                          <a:pt x="17220" y="57862"/>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100" b="1" i="1" u="none" strike="noStrike" kern="1200" cap="none" spc="0" normalizeH="0" baseline="0" noProof="0">
                <a:ln>
                  <a:noFill/>
                </a:ln>
                <a:solidFill>
                  <a:srgbClr val="460073"/>
                </a:solidFill>
                <a:effectLst/>
                <a:uLnTx/>
                <a:uFillTx/>
                <a:latin typeface="Graphik"/>
                <a:ea typeface="+mn-ea"/>
                <a:cs typeface="+mn-cs"/>
              </a:rPr>
              <a:t>Text</a:t>
            </a:r>
            <a:endParaRPr kumimoji="0" lang="en-US" sz="1100" b="1" i="1" u="none" strike="noStrike" kern="1200" cap="none" spc="0" normalizeH="0" baseline="0" noProof="0">
              <a:ln>
                <a:noFill/>
              </a:ln>
              <a:solidFill>
                <a:srgbClr val="460073"/>
              </a:solidFill>
              <a:effectLst/>
              <a:uLnTx/>
              <a:uFillTx/>
              <a:latin typeface="Graphik"/>
              <a:ea typeface="+mn-ea"/>
              <a:cs typeface="+mn-cs"/>
            </a:endParaRPr>
          </a:p>
        </p:txBody>
      </p:sp>
      <p:sp>
        <p:nvSpPr>
          <p:cNvPr id="54" name="Arrow: Pentagon 53">
            <a:extLst>
              <a:ext uri="{FF2B5EF4-FFF2-40B4-BE49-F238E27FC236}">
                <a16:creationId xmlns:a16="http://schemas.microsoft.com/office/drawing/2014/main" id="{1A27E469-CBC7-EDAC-1945-58CFDE050739}"/>
              </a:ext>
            </a:extLst>
          </p:cNvPr>
          <p:cNvSpPr/>
          <p:nvPr/>
        </p:nvSpPr>
        <p:spPr>
          <a:xfrm>
            <a:off x="752416" y="5007451"/>
            <a:ext cx="3632400" cy="360000"/>
          </a:xfrm>
          <a:prstGeom prst="homePlate">
            <a:avLst>
              <a:gd name="adj" fmla="val 2886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ts val="0"/>
              </a:spcBef>
              <a:spcAft>
                <a:spcPts val="0"/>
              </a:spcAft>
              <a:buClr>
                <a:srgbClr val="A100FF"/>
              </a:buClr>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Duration: </a:t>
            </a:r>
            <a:r>
              <a:rPr kumimoji="0" lang="en-US" sz="1100" b="0" i="0" u="none" strike="noStrike" kern="1200" cap="none" spc="0" normalizeH="0" baseline="0" noProof="0">
                <a:ln>
                  <a:noFill/>
                </a:ln>
                <a:solidFill>
                  <a:srgbClr val="000000"/>
                </a:solidFill>
                <a:effectLst/>
                <a:uLnTx/>
                <a:uFillTx/>
                <a:latin typeface="Graphik"/>
                <a:ea typeface="+mn-ea"/>
                <a:cs typeface="+mn-cs"/>
              </a:rPr>
              <a:t>3 Weeks</a:t>
            </a:r>
            <a:endParaRPr kumimoji="0" lang="en-US" sz="1100" b="1"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914400" rtl="0" eaLnBrk="1" fontAlgn="base" latinLnBrk="0" hangingPunct="1">
              <a:lnSpc>
                <a:spcPct val="100000"/>
              </a:lnSpc>
              <a:spcBef>
                <a:spcPts val="0"/>
              </a:spcBef>
              <a:spcAft>
                <a:spcPts val="0"/>
              </a:spcAft>
              <a:buClr>
                <a:srgbClr val="A100FF"/>
              </a:buClr>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Involvement: </a:t>
            </a:r>
            <a:r>
              <a:rPr kumimoji="0" lang="en-US" sz="1100" b="0" i="0" u="none" strike="noStrike" kern="1200" cap="none" spc="0" normalizeH="0" baseline="0" noProof="0">
                <a:ln>
                  <a:noFill/>
                </a:ln>
                <a:solidFill>
                  <a:srgbClr val="000000"/>
                </a:solidFill>
                <a:effectLst/>
                <a:uLnTx/>
                <a:uFillTx/>
                <a:latin typeface="Graphik"/>
                <a:ea typeface="+mn-ea"/>
                <a:cs typeface="+mn-cs"/>
              </a:rPr>
              <a:t>x.</a:t>
            </a:r>
          </a:p>
        </p:txBody>
      </p:sp>
      <p:sp>
        <p:nvSpPr>
          <p:cNvPr id="55" name="Arrow: Chevron 54">
            <a:extLst>
              <a:ext uri="{FF2B5EF4-FFF2-40B4-BE49-F238E27FC236}">
                <a16:creationId xmlns:a16="http://schemas.microsoft.com/office/drawing/2014/main" id="{12B23250-B4D8-5361-9936-D842D297CDB3}"/>
              </a:ext>
            </a:extLst>
          </p:cNvPr>
          <p:cNvSpPr/>
          <p:nvPr/>
        </p:nvSpPr>
        <p:spPr>
          <a:xfrm>
            <a:off x="4346543" y="5007451"/>
            <a:ext cx="3632400" cy="360000"/>
          </a:xfrm>
          <a:prstGeom prst="chevron">
            <a:avLst>
              <a:gd name="adj" fmla="val 2886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ts val="0"/>
              </a:spcBef>
              <a:spcAft>
                <a:spcPts val="0"/>
              </a:spcAft>
              <a:buClr>
                <a:srgbClr val="A100FF"/>
              </a:buClr>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Duration: </a:t>
            </a:r>
            <a:r>
              <a:rPr kumimoji="0" lang="en-US" sz="1100" b="0" i="0" u="none" strike="noStrike" kern="1200" cap="none" spc="0" normalizeH="0" baseline="0" noProof="0">
                <a:ln>
                  <a:noFill/>
                </a:ln>
                <a:solidFill>
                  <a:srgbClr val="000000"/>
                </a:solidFill>
                <a:effectLst/>
                <a:uLnTx/>
                <a:uFillTx/>
                <a:latin typeface="Graphik"/>
                <a:ea typeface="+mn-ea"/>
                <a:cs typeface="+mn-cs"/>
              </a:rPr>
              <a:t>2 Weeks</a:t>
            </a:r>
          </a:p>
          <a:p>
            <a:pPr marL="0" marR="0" lvl="0" indent="0" algn="l" defTabSz="914400" rtl="0" eaLnBrk="1" fontAlgn="base" latinLnBrk="0" hangingPunct="1">
              <a:lnSpc>
                <a:spcPct val="100000"/>
              </a:lnSpc>
              <a:spcBef>
                <a:spcPts val="0"/>
              </a:spcBef>
              <a:spcAft>
                <a:spcPts val="0"/>
              </a:spcAft>
              <a:buClr>
                <a:srgbClr val="A100FF"/>
              </a:buClr>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Involvement: </a:t>
            </a:r>
            <a:r>
              <a:rPr kumimoji="0" lang="en-US" sz="1100" b="0" i="0" u="none" strike="noStrike" kern="1200" cap="none" spc="0" normalizeH="0" baseline="0" noProof="0">
                <a:ln>
                  <a:noFill/>
                </a:ln>
                <a:solidFill>
                  <a:srgbClr val="000000"/>
                </a:solidFill>
                <a:effectLst/>
                <a:uLnTx/>
                <a:uFillTx/>
                <a:latin typeface="Graphik"/>
                <a:ea typeface="+mn-ea"/>
                <a:cs typeface="+mn-cs"/>
              </a:rPr>
              <a:t>x</a:t>
            </a:r>
          </a:p>
        </p:txBody>
      </p:sp>
      <p:sp>
        <p:nvSpPr>
          <p:cNvPr id="56" name="Arrow: Chevron 55">
            <a:extLst>
              <a:ext uri="{FF2B5EF4-FFF2-40B4-BE49-F238E27FC236}">
                <a16:creationId xmlns:a16="http://schemas.microsoft.com/office/drawing/2014/main" id="{ECA4613A-25CC-6550-256D-F832CB5FF297}"/>
              </a:ext>
            </a:extLst>
          </p:cNvPr>
          <p:cNvSpPr/>
          <p:nvPr/>
        </p:nvSpPr>
        <p:spPr>
          <a:xfrm>
            <a:off x="7940670" y="5007451"/>
            <a:ext cx="3632400" cy="360000"/>
          </a:xfrm>
          <a:prstGeom prst="chevron">
            <a:avLst>
              <a:gd name="adj" fmla="val 2886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base" latinLnBrk="0" hangingPunct="1">
              <a:lnSpc>
                <a:spcPct val="100000"/>
              </a:lnSpc>
              <a:spcBef>
                <a:spcPts val="0"/>
              </a:spcBef>
              <a:spcAft>
                <a:spcPts val="0"/>
              </a:spcAft>
              <a:buClr>
                <a:srgbClr val="A100FF"/>
              </a:buClr>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Duration: </a:t>
            </a:r>
            <a:r>
              <a:rPr kumimoji="0" lang="en-US" sz="1100" b="0" i="0" u="none" strike="noStrike" kern="1200" cap="none" spc="0" normalizeH="0" baseline="0" noProof="0">
                <a:ln>
                  <a:noFill/>
                </a:ln>
                <a:solidFill>
                  <a:srgbClr val="000000"/>
                </a:solidFill>
                <a:effectLst/>
                <a:uLnTx/>
                <a:uFillTx/>
                <a:latin typeface="Graphik"/>
                <a:ea typeface="+mn-ea"/>
                <a:cs typeface="+mn-cs"/>
              </a:rPr>
              <a:t>7 Weeks</a:t>
            </a:r>
          </a:p>
          <a:p>
            <a:pPr marL="0" marR="0" lvl="0" indent="0" algn="l" defTabSz="914400" rtl="0" eaLnBrk="1" fontAlgn="base" latinLnBrk="0" hangingPunct="1">
              <a:lnSpc>
                <a:spcPct val="100000"/>
              </a:lnSpc>
              <a:spcBef>
                <a:spcPts val="0"/>
              </a:spcBef>
              <a:spcAft>
                <a:spcPts val="0"/>
              </a:spcAft>
              <a:buClr>
                <a:srgbClr val="A100FF"/>
              </a:buClr>
              <a:buSzTx/>
              <a:buFontTx/>
              <a:buNone/>
              <a:tabLst/>
              <a:defRPr/>
            </a:pPr>
            <a:r>
              <a:rPr kumimoji="0" lang="en-US" sz="1100" b="1" i="0" u="none" strike="noStrike" kern="1200" cap="none" spc="0" normalizeH="0" baseline="0" noProof="0">
                <a:ln>
                  <a:noFill/>
                </a:ln>
                <a:solidFill>
                  <a:srgbClr val="000000"/>
                </a:solidFill>
                <a:effectLst/>
                <a:uLnTx/>
                <a:uFillTx/>
                <a:latin typeface="Graphik"/>
                <a:ea typeface="+mn-ea"/>
                <a:cs typeface="+mn-cs"/>
              </a:rPr>
              <a:t>Involvement:</a:t>
            </a:r>
            <a:r>
              <a:rPr kumimoji="0" lang="en-US" sz="1100" b="0" i="0" u="none" strike="noStrike" kern="1200" cap="none" spc="0" normalizeH="0" baseline="0" noProof="0">
                <a:ln>
                  <a:noFill/>
                </a:ln>
                <a:solidFill>
                  <a:srgbClr val="000000"/>
                </a:solidFill>
                <a:effectLst/>
                <a:uLnTx/>
                <a:uFillTx/>
                <a:latin typeface="Graphik"/>
                <a:ea typeface="+mn-ea"/>
                <a:cs typeface="+mn-cs"/>
              </a:rPr>
              <a:t> x</a:t>
            </a:r>
          </a:p>
        </p:txBody>
      </p:sp>
    </p:spTree>
    <p:extLst>
      <p:ext uri="{BB962C8B-B14F-4D97-AF65-F5344CB8AC3E}">
        <p14:creationId xmlns:p14="http://schemas.microsoft.com/office/powerpoint/2010/main" val="1082930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3221B-DBD7-D327-F8B7-69AAA0F6859A}"/>
              </a:ext>
            </a:extLst>
          </p:cNvPr>
          <p:cNvSpPr>
            <a:spLocks noGrp="1"/>
          </p:cNvSpPr>
          <p:nvPr>
            <p:ph type="title"/>
          </p:nvPr>
        </p:nvSpPr>
        <p:spPr/>
        <p:txBody>
          <a:bodyPr/>
          <a:lstStyle/>
          <a:p>
            <a:r>
              <a:rPr lang="en-US"/>
              <a:t>Timeline / Process / Approach</a:t>
            </a:r>
          </a:p>
        </p:txBody>
      </p:sp>
      <p:sp>
        <p:nvSpPr>
          <p:cNvPr id="4" name="Slide Number Placeholder 3">
            <a:extLst>
              <a:ext uri="{FF2B5EF4-FFF2-40B4-BE49-F238E27FC236}">
                <a16:creationId xmlns:a16="http://schemas.microsoft.com/office/drawing/2014/main" id="{E6AFCB3C-4EBC-34A5-C35B-F4817E3D44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800" b="0" i="0" u="none" strike="noStrike" kern="1200" cap="none" spc="0" normalizeH="0" baseline="0" noProof="0" smtClean="0">
                <a:ln>
                  <a:noFill/>
                </a:ln>
                <a:solidFill>
                  <a:srgbClr val="000000"/>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grpSp>
        <p:nvGrpSpPr>
          <p:cNvPr id="33" name="Group 32">
            <a:extLst>
              <a:ext uri="{FF2B5EF4-FFF2-40B4-BE49-F238E27FC236}">
                <a16:creationId xmlns:a16="http://schemas.microsoft.com/office/drawing/2014/main" id="{B1782593-A781-C398-EA86-61EA8447A6D3}"/>
              </a:ext>
            </a:extLst>
          </p:cNvPr>
          <p:cNvGrpSpPr/>
          <p:nvPr/>
        </p:nvGrpSpPr>
        <p:grpSpPr>
          <a:xfrm>
            <a:off x="380997" y="1371600"/>
            <a:ext cx="11595959" cy="4595411"/>
            <a:chOff x="380997" y="1676786"/>
            <a:chExt cx="11595959" cy="4595411"/>
          </a:xfrm>
        </p:grpSpPr>
        <p:sp>
          <p:nvSpPr>
            <p:cNvPr id="5" name="Rectángulo 49">
              <a:extLst>
                <a:ext uri="{FF2B5EF4-FFF2-40B4-BE49-F238E27FC236}">
                  <a16:creationId xmlns:a16="http://schemas.microsoft.com/office/drawing/2014/main" id="{FD57801D-7804-2E97-0DEB-2CF73C158727}"/>
                </a:ext>
              </a:extLst>
            </p:cNvPr>
            <p:cNvSpPr/>
            <p:nvPr/>
          </p:nvSpPr>
          <p:spPr>
            <a:xfrm>
              <a:off x="380998" y="1982786"/>
              <a:ext cx="3658559" cy="3636000"/>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0000" tIns="432000" rIns="108000" rtlCol="0" anchor="t"/>
            <a:lstStyle/>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p:txBody>
        </p:sp>
        <p:sp>
          <p:nvSpPr>
            <p:cNvPr id="6" name="Rectángulo 49">
              <a:extLst>
                <a:ext uri="{FF2B5EF4-FFF2-40B4-BE49-F238E27FC236}">
                  <a16:creationId xmlns:a16="http://schemas.microsoft.com/office/drawing/2014/main" id="{80F0DB17-A06F-0A6A-E0C8-4144CAD08704}"/>
                </a:ext>
              </a:extLst>
            </p:cNvPr>
            <p:cNvSpPr/>
            <p:nvPr/>
          </p:nvSpPr>
          <p:spPr>
            <a:xfrm>
              <a:off x="4266720" y="1982786"/>
              <a:ext cx="3658559" cy="3636000"/>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0000" tIns="432000" rIns="180000" rtlCol="0" anchor="t"/>
            <a:lstStyle/>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p:txBody>
        </p:sp>
        <p:sp>
          <p:nvSpPr>
            <p:cNvPr id="7" name="Rectángulo 49">
              <a:extLst>
                <a:ext uri="{FF2B5EF4-FFF2-40B4-BE49-F238E27FC236}">
                  <a16:creationId xmlns:a16="http://schemas.microsoft.com/office/drawing/2014/main" id="{F5267F86-3668-678C-97DC-B3DA92D198E7}"/>
                </a:ext>
              </a:extLst>
            </p:cNvPr>
            <p:cNvSpPr/>
            <p:nvPr/>
          </p:nvSpPr>
          <p:spPr>
            <a:xfrm>
              <a:off x="8152441" y="1982786"/>
              <a:ext cx="3658559" cy="3636000"/>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80000" tIns="432000" rIns="180000" rtlCol="0" anchor="t"/>
            <a:lstStyle/>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a:p>
              <a:pPr marL="144000" marR="0" lvl="0" indent="-144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0" cap="none" spc="0" normalizeH="0" baseline="0" noProof="1">
                  <a:ln>
                    <a:noFill/>
                  </a:ln>
                  <a:solidFill>
                    <a:srgbClr val="000000"/>
                  </a:solidFill>
                  <a:effectLst/>
                  <a:uLnTx/>
                  <a:uFillTx/>
                  <a:latin typeface="Graphik"/>
                  <a:ea typeface="+mn-ea"/>
                  <a:cs typeface="+mn-cs"/>
                </a:rPr>
                <a:t>Lorem ipsum </a:t>
              </a:r>
              <a:r>
                <a:rPr kumimoji="0" lang="en-US" sz="1100" b="0" i="0" u="none" strike="noStrike" kern="0" cap="none" spc="0" normalizeH="0" baseline="0" noProof="1">
                  <a:ln>
                    <a:noFill/>
                  </a:ln>
                  <a:solidFill>
                    <a:srgbClr val="000000"/>
                  </a:solidFill>
                  <a:effectLst/>
                  <a:uLnTx/>
                  <a:uFillTx/>
                  <a:latin typeface="Graphik"/>
                  <a:ea typeface="+mn-ea"/>
                  <a:cs typeface="+mn-cs"/>
                </a:rPr>
                <a:t>dolor sit amet, consectetuer adipiscing elit. </a:t>
              </a:r>
              <a:r>
                <a:rPr kumimoji="0" lang="en-US" sz="1100" b="1" i="0" u="none" strike="noStrike" kern="0" cap="none" spc="0" normalizeH="0" baseline="0" noProof="1">
                  <a:ln>
                    <a:noFill/>
                  </a:ln>
                  <a:solidFill>
                    <a:srgbClr val="000000"/>
                  </a:solidFill>
                  <a:effectLst/>
                  <a:uLnTx/>
                  <a:uFillTx/>
                  <a:latin typeface="Graphik"/>
                  <a:ea typeface="+mn-ea"/>
                  <a:cs typeface="+mn-cs"/>
                </a:rPr>
                <a:t>Aenean</a:t>
              </a:r>
              <a:r>
                <a:rPr kumimoji="0" lang="en-US" sz="1100" b="0" i="0" u="none" strike="noStrike" kern="0" cap="none" spc="0" normalizeH="0" baseline="0" noProof="1">
                  <a:ln>
                    <a:noFill/>
                  </a:ln>
                  <a:solidFill>
                    <a:srgbClr val="000000"/>
                  </a:solidFill>
                  <a:effectLst/>
                  <a:uLnTx/>
                  <a:uFillTx/>
                  <a:latin typeface="Graphik"/>
                  <a:ea typeface="+mn-ea"/>
                  <a:cs typeface="+mn-cs"/>
                </a:rPr>
                <a:t> commodo ligula eget dolor. </a:t>
              </a:r>
            </a:p>
          </p:txBody>
        </p:sp>
        <p:sp>
          <p:nvSpPr>
            <p:cNvPr id="8" name="TextBox 7">
              <a:extLst>
                <a:ext uri="{FF2B5EF4-FFF2-40B4-BE49-F238E27FC236}">
                  <a16:creationId xmlns:a16="http://schemas.microsoft.com/office/drawing/2014/main" id="{F1461868-DD4A-E96D-CFA3-0A93142F4C50}"/>
                </a:ext>
              </a:extLst>
            </p:cNvPr>
            <p:cNvSpPr txBox="1">
              <a:spLocks/>
            </p:cNvSpPr>
            <p:nvPr/>
          </p:nvSpPr>
          <p:spPr>
            <a:xfrm>
              <a:off x="8914207" y="1736565"/>
              <a:ext cx="2660400" cy="492443"/>
            </a:xfrm>
            <a:prstGeom prst="rect">
              <a:avLst/>
            </a:prstGeom>
            <a:solidFill>
              <a:schemeClr val="bg1"/>
            </a:solidFill>
          </p:spPr>
          <p:txBody>
            <a:bodyPr wrap="square" lIns="14400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raphik"/>
                  <a:ea typeface="+mn-ea"/>
                  <a:cs typeface="+mn-cs"/>
                </a:rPr>
                <a:t>PHASE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Month X-X</a:t>
              </a:r>
            </a:p>
          </p:txBody>
        </p:sp>
        <p:sp>
          <p:nvSpPr>
            <p:cNvPr id="9" name="Rectángulo 6">
              <a:extLst>
                <a:ext uri="{FF2B5EF4-FFF2-40B4-BE49-F238E27FC236}">
                  <a16:creationId xmlns:a16="http://schemas.microsoft.com/office/drawing/2014/main" id="{01979545-12D0-2D1A-3274-E488BADD0F3A}"/>
                </a:ext>
              </a:extLst>
            </p:cNvPr>
            <p:cNvSpPr/>
            <p:nvPr/>
          </p:nvSpPr>
          <p:spPr>
            <a:xfrm>
              <a:off x="8313592" y="1676786"/>
              <a:ext cx="612000" cy="61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Graphik"/>
                <a:ea typeface="+mn-ea"/>
                <a:cs typeface="+mn-cs"/>
              </a:endParaRPr>
            </a:p>
          </p:txBody>
        </p:sp>
        <p:cxnSp>
          <p:nvCxnSpPr>
            <p:cNvPr id="10" name="Conector recto 10">
              <a:extLst>
                <a:ext uri="{FF2B5EF4-FFF2-40B4-BE49-F238E27FC236}">
                  <a16:creationId xmlns:a16="http://schemas.microsoft.com/office/drawing/2014/main" id="{71E3B337-0E21-D2F7-49F4-DBCE56DFE0F1}"/>
                </a:ext>
              </a:extLst>
            </p:cNvPr>
            <p:cNvCxnSpPr>
              <a:cxnSpLocks/>
            </p:cNvCxnSpPr>
            <p:nvPr/>
          </p:nvCxnSpPr>
          <p:spPr>
            <a:xfrm>
              <a:off x="11586901" y="1789348"/>
              <a:ext cx="0" cy="386876"/>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ectángulo 15">
              <a:extLst>
                <a:ext uri="{FF2B5EF4-FFF2-40B4-BE49-F238E27FC236}">
                  <a16:creationId xmlns:a16="http://schemas.microsoft.com/office/drawing/2014/main" id="{4E3D1578-1905-CADA-179F-C76B4E71D62B}"/>
                </a:ext>
              </a:extLst>
            </p:cNvPr>
            <p:cNvSpPr/>
            <p:nvPr/>
          </p:nvSpPr>
          <p:spPr>
            <a:xfrm>
              <a:off x="380997" y="5765074"/>
              <a:ext cx="188001" cy="478431"/>
            </a:xfrm>
            <a:prstGeom prst="rect">
              <a:avLst/>
            </a:prstGeom>
            <a:gradFill>
              <a:gsLst>
                <a:gs pos="0">
                  <a:schemeClr val="accent1"/>
                </a:gs>
                <a:gs pos="100000">
                  <a:schemeClr val="accent3"/>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12" name="Arrow: Pentagon 11">
              <a:extLst>
                <a:ext uri="{FF2B5EF4-FFF2-40B4-BE49-F238E27FC236}">
                  <a16:creationId xmlns:a16="http://schemas.microsoft.com/office/drawing/2014/main" id="{8B37DD6B-41BD-A79A-6278-C3FEA6112597}"/>
                </a:ext>
              </a:extLst>
            </p:cNvPr>
            <p:cNvSpPr/>
            <p:nvPr/>
          </p:nvSpPr>
          <p:spPr>
            <a:xfrm>
              <a:off x="462116" y="5732197"/>
              <a:ext cx="11514840" cy="540000"/>
            </a:xfrm>
            <a:prstGeom prst="homePlate">
              <a:avLst>
                <a:gd name="adj" fmla="val 32483"/>
              </a:avLst>
            </a:prstGeom>
            <a:solidFill>
              <a:schemeClr val="bg1"/>
            </a:solidFill>
            <a:ln>
              <a:noFill/>
            </a:ln>
            <a:effectLst>
              <a:outerShdw blurRad="292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srgbClr val="460073"/>
                  </a:solidFill>
                  <a:effectLst/>
                  <a:uLnTx/>
                  <a:uFillTx/>
                  <a:latin typeface="Graphik"/>
                  <a:ea typeface="+mn-ea"/>
                  <a:cs typeface="+mn-cs"/>
                </a:rPr>
                <a:t>Lorem </a:t>
              </a:r>
              <a:r>
                <a:rPr kumimoji="0" lang="en-US" sz="1200" b="1" i="0" u="none" strike="noStrike" kern="1200" cap="none" spc="0" normalizeH="0" baseline="0" noProof="1">
                  <a:ln>
                    <a:noFill/>
                  </a:ln>
                  <a:solidFill>
                    <a:srgbClr val="460073"/>
                  </a:solidFill>
                  <a:effectLst/>
                  <a:uLnTx/>
                  <a:uFillTx/>
                  <a:latin typeface="Graphik"/>
                  <a:ea typeface="+mn-ea"/>
                  <a:cs typeface="+mn-cs"/>
                </a:rPr>
                <a:t>ipsum dolor </a:t>
              </a:r>
              <a:r>
                <a:rPr kumimoji="0" lang="en-US" sz="1200" b="0" i="0" u="none" strike="noStrike" kern="1200" cap="none" spc="0" normalizeH="0" baseline="0" noProof="1">
                  <a:ln>
                    <a:noFill/>
                  </a:ln>
                  <a:solidFill>
                    <a:srgbClr val="460073"/>
                  </a:solidFill>
                  <a:effectLst/>
                  <a:uLnTx/>
                  <a:uFillTx/>
                  <a:latin typeface="Graphik"/>
                  <a:ea typeface="+mn-ea"/>
                  <a:cs typeface="+mn-cs"/>
                </a:rPr>
                <a:t>sit amet, consectetuer </a:t>
              </a:r>
              <a:r>
                <a:rPr kumimoji="0" lang="en-US" sz="1200" b="1" i="0" u="none" strike="noStrike" kern="1200" cap="none" spc="0" normalizeH="0" baseline="0" noProof="1">
                  <a:ln>
                    <a:noFill/>
                  </a:ln>
                  <a:solidFill>
                    <a:srgbClr val="460073"/>
                  </a:solidFill>
                  <a:effectLst/>
                  <a:uLnTx/>
                  <a:uFillTx/>
                  <a:latin typeface="Graphik"/>
                  <a:ea typeface="+mn-ea"/>
                  <a:cs typeface="+mn-cs"/>
                </a:rPr>
                <a:t>adipiscing</a:t>
              </a:r>
              <a:r>
                <a:rPr kumimoji="0" lang="en-US" sz="1200" b="0" i="0" u="none" strike="noStrike" kern="1200" cap="none" spc="0" normalizeH="0" baseline="0" noProof="1">
                  <a:ln>
                    <a:noFill/>
                  </a:ln>
                  <a:solidFill>
                    <a:srgbClr val="460073"/>
                  </a:solidFill>
                  <a:effectLst/>
                  <a:uLnTx/>
                  <a:uFillTx/>
                  <a:latin typeface="Graphik"/>
                  <a:ea typeface="+mn-ea"/>
                  <a:cs typeface="+mn-cs"/>
                </a:rPr>
                <a:t> elit. </a:t>
              </a:r>
            </a:p>
          </p:txBody>
        </p:sp>
        <p:grpSp>
          <p:nvGrpSpPr>
            <p:cNvPr id="13" name="Grupo 1">
              <a:extLst>
                <a:ext uri="{FF2B5EF4-FFF2-40B4-BE49-F238E27FC236}">
                  <a16:creationId xmlns:a16="http://schemas.microsoft.com/office/drawing/2014/main" id="{FAEE2229-D3CB-935A-CA6E-FFCA4BDBD264}"/>
                </a:ext>
              </a:extLst>
            </p:cNvPr>
            <p:cNvGrpSpPr/>
            <p:nvPr/>
          </p:nvGrpSpPr>
          <p:grpSpPr>
            <a:xfrm>
              <a:off x="568999" y="1676786"/>
              <a:ext cx="3251780" cy="612000"/>
              <a:chOff x="613664" y="1676786"/>
              <a:chExt cx="3251780" cy="612000"/>
            </a:xfrm>
          </p:grpSpPr>
          <p:sp>
            <p:nvSpPr>
              <p:cNvPr id="14" name="TextBox 13">
                <a:extLst>
                  <a:ext uri="{FF2B5EF4-FFF2-40B4-BE49-F238E27FC236}">
                    <a16:creationId xmlns:a16="http://schemas.microsoft.com/office/drawing/2014/main" id="{B5D6AA45-2E64-11E5-F3F4-C1BCDB61829D}"/>
                  </a:ext>
                </a:extLst>
              </p:cNvPr>
              <p:cNvSpPr txBox="1">
                <a:spLocks/>
              </p:cNvSpPr>
              <p:nvPr/>
            </p:nvSpPr>
            <p:spPr>
              <a:xfrm>
                <a:off x="1205044" y="1736565"/>
                <a:ext cx="2660400" cy="492443"/>
              </a:xfrm>
              <a:prstGeom prst="rect">
                <a:avLst/>
              </a:prstGeom>
              <a:solidFill>
                <a:schemeClr val="bg1"/>
              </a:solidFill>
            </p:spPr>
            <p:txBody>
              <a:bodyPr wrap="square" lIns="14400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raphik"/>
                    <a:ea typeface="+mn-ea"/>
                    <a:cs typeface="+mn-cs"/>
                  </a:rPr>
                  <a:t>PHASE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Month X</a:t>
                </a:r>
              </a:p>
            </p:txBody>
          </p:sp>
          <p:sp>
            <p:nvSpPr>
              <p:cNvPr id="15" name="Rectángulo 6">
                <a:extLst>
                  <a:ext uri="{FF2B5EF4-FFF2-40B4-BE49-F238E27FC236}">
                    <a16:creationId xmlns:a16="http://schemas.microsoft.com/office/drawing/2014/main" id="{4777B6DD-0D86-8B4B-AEC1-053B5D878D70}"/>
                  </a:ext>
                </a:extLst>
              </p:cNvPr>
              <p:cNvSpPr/>
              <p:nvPr/>
            </p:nvSpPr>
            <p:spPr>
              <a:xfrm>
                <a:off x="613664" y="1676786"/>
                <a:ext cx="612000" cy="61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Graphik"/>
                  <a:ea typeface="+mn-ea"/>
                  <a:cs typeface="+mn-cs"/>
                </a:endParaRPr>
              </a:p>
            </p:txBody>
          </p:sp>
          <p:cxnSp>
            <p:nvCxnSpPr>
              <p:cNvPr id="16" name="Conector recto 10">
                <a:extLst>
                  <a:ext uri="{FF2B5EF4-FFF2-40B4-BE49-F238E27FC236}">
                    <a16:creationId xmlns:a16="http://schemas.microsoft.com/office/drawing/2014/main" id="{A8B95830-381B-304D-86A5-EB57C09BD332}"/>
                  </a:ext>
                </a:extLst>
              </p:cNvPr>
              <p:cNvCxnSpPr>
                <a:cxnSpLocks/>
              </p:cNvCxnSpPr>
              <p:nvPr/>
            </p:nvCxnSpPr>
            <p:spPr>
              <a:xfrm>
                <a:off x="3865444" y="1789348"/>
                <a:ext cx="0" cy="386876"/>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B5E6CE2-7D86-3863-18C6-CA037356C808}"/>
                  </a:ext>
                </a:extLst>
              </p:cNvPr>
              <p:cNvGrpSpPr>
                <a:grpSpLocks noChangeAspect="1"/>
              </p:cNvGrpSpPr>
              <p:nvPr/>
            </p:nvGrpSpPr>
            <p:grpSpPr>
              <a:xfrm>
                <a:off x="692487" y="1802786"/>
                <a:ext cx="454355" cy="359999"/>
                <a:chOff x="-6324234" y="959917"/>
                <a:chExt cx="4574426" cy="3624465"/>
              </a:xfrm>
              <a:solidFill>
                <a:schemeClr val="bg1"/>
              </a:solidFill>
            </p:grpSpPr>
            <p:sp>
              <p:nvSpPr>
                <p:cNvPr id="18" name="Freeform: Shape 17">
                  <a:extLst>
                    <a:ext uri="{FF2B5EF4-FFF2-40B4-BE49-F238E27FC236}">
                      <a16:creationId xmlns:a16="http://schemas.microsoft.com/office/drawing/2014/main" id="{93017391-AFD3-F17B-F5B7-D25E281495CA}"/>
                    </a:ext>
                  </a:extLst>
                </p:cNvPr>
                <p:cNvSpPr/>
                <p:nvPr/>
              </p:nvSpPr>
              <p:spPr>
                <a:xfrm>
                  <a:off x="-6324234" y="2692760"/>
                  <a:ext cx="4574426" cy="1891622"/>
                </a:xfrm>
                <a:custGeom>
                  <a:avLst/>
                  <a:gdLst>
                    <a:gd name="connsiteX0" fmla="*/ 2293903 w 4574426"/>
                    <a:gd name="connsiteY0" fmla="*/ 1891623 h 1891622"/>
                    <a:gd name="connsiteX1" fmla="*/ 0 w 4574426"/>
                    <a:gd name="connsiteY1" fmla="*/ 567049 h 1891622"/>
                    <a:gd name="connsiteX2" fmla="*/ 982555 w 4574426"/>
                    <a:gd name="connsiteY2" fmla="*/ 0 h 1891622"/>
                    <a:gd name="connsiteX3" fmla="*/ 1062655 w 4574426"/>
                    <a:gd name="connsiteY3" fmla="*/ 138728 h 1891622"/>
                    <a:gd name="connsiteX4" fmla="*/ 320482 w 4574426"/>
                    <a:gd name="connsiteY4" fmla="*/ 567049 h 1891622"/>
                    <a:gd name="connsiteX5" fmla="*/ 2293921 w 4574426"/>
                    <a:gd name="connsiteY5" fmla="*/ 1706457 h 1891622"/>
                    <a:gd name="connsiteX6" fmla="*/ 4253937 w 4574426"/>
                    <a:gd name="connsiteY6" fmla="*/ 574985 h 1891622"/>
                    <a:gd name="connsiteX7" fmla="*/ 3512382 w 4574426"/>
                    <a:gd name="connsiteY7" fmla="*/ 146938 h 1891622"/>
                    <a:gd name="connsiteX8" fmla="*/ 3592558 w 4574426"/>
                    <a:gd name="connsiteY8" fmla="*/ 8132 h 1891622"/>
                    <a:gd name="connsiteX9" fmla="*/ 4574427 w 4574426"/>
                    <a:gd name="connsiteY9" fmla="*/ 574985 h 189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74426" h="1891622">
                      <a:moveTo>
                        <a:pt x="2293903" y="1891623"/>
                      </a:moveTo>
                      <a:lnTo>
                        <a:pt x="0" y="567049"/>
                      </a:lnTo>
                      <a:lnTo>
                        <a:pt x="982555" y="0"/>
                      </a:lnTo>
                      <a:lnTo>
                        <a:pt x="1062655" y="138728"/>
                      </a:lnTo>
                      <a:lnTo>
                        <a:pt x="320482" y="567049"/>
                      </a:lnTo>
                      <a:lnTo>
                        <a:pt x="2293921" y="1706457"/>
                      </a:lnTo>
                      <a:lnTo>
                        <a:pt x="4253937" y="574985"/>
                      </a:lnTo>
                      <a:lnTo>
                        <a:pt x="3512382" y="146938"/>
                      </a:lnTo>
                      <a:lnTo>
                        <a:pt x="3592558" y="8132"/>
                      </a:lnTo>
                      <a:lnTo>
                        <a:pt x="4574427" y="574985"/>
                      </a:ln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19" name="Freeform: Shape 18">
                  <a:extLst>
                    <a:ext uri="{FF2B5EF4-FFF2-40B4-BE49-F238E27FC236}">
                      <a16:creationId xmlns:a16="http://schemas.microsoft.com/office/drawing/2014/main" id="{FACEC031-D182-1EEA-B35F-A9F7B9B9967E}"/>
                    </a:ext>
                  </a:extLst>
                </p:cNvPr>
                <p:cNvSpPr/>
                <p:nvPr/>
              </p:nvSpPr>
              <p:spPr>
                <a:xfrm>
                  <a:off x="-4179907" y="3375903"/>
                  <a:ext cx="299053" cy="200353"/>
                </a:xfrm>
                <a:custGeom>
                  <a:avLst/>
                  <a:gdLst>
                    <a:gd name="connsiteX0" fmla="*/ 149576 w 299053"/>
                    <a:gd name="connsiteY0" fmla="*/ 200354 h 200353"/>
                    <a:gd name="connsiteX1" fmla="*/ 109507 w 299053"/>
                    <a:gd name="connsiteY1" fmla="*/ 189599 h 200353"/>
                    <a:gd name="connsiteX2" fmla="*/ 40086 w 299053"/>
                    <a:gd name="connsiteY2" fmla="*/ 149531 h 200353"/>
                    <a:gd name="connsiteX3" fmla="*/ 10771 w 299053"/>
                    <a:gd name="connsiteY3" fmla="*/ 40077 h 200353"/>
                    <a:gd name="connsiteX4" fmla="*/ 120224 w 299053"/>
                    <a:gd name="connsiteY4" fmla="*/ 10762 h 200353"/>
                    <a:gd name="connsiteX5" fmla="*/ 149540 w 299053"/>
                    <a:gd name="connsiteY5" fmla="*/ 27716 h 200353"/>
                    <a:gd name="connsiteX6" fmla="*/ 178855 w 299053"/>
                    <a:gd name="connsiteY6" fmla="*/ 10762 h 200353"/>
                    <a:gd name="connsiteX7" fmla="*/ 288308 w 299053"/>
                    <a:gd name="connsiteY7" fmla="*/ 40077 h 200353"/>
                    <a:gd name="connsiteX8" fmla="*/ 258993 w 299053"/>
                    <a:gd name="connsiteY8" fmla="*/ 149531 h 200353"/>
                    <a:gd name="connsiteX9" fmla="*/ 189572 w 299053"/>
                    <a:gd name="connsiteY9" fmla="*/ 189599 h 200353"/>
                    <a:gd name="connsiteX10" fmla="*/ 149580 w 299053"/>
                    <a:gd name="connsiteY10" fmla="*/ 200354 h 20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053" h="200353">
                      <a:moveTo>
                        <a:pt x="149576" y="200354"/>
                      </a:moveTo>
                      <a:cubicBezTo>
                        <a:pt x="135760" y="200354"/>
                        <a:pt x="121907" y="196795"/>
                        <a:pt x="109507" y="189599"/>
                      </a:cubicBezTo>
                      <a:lnTo>
                        <a:pt x="40086" y="149531"/>
                      </a:lnTo>
                      <a:cubicBezTo>
                        <a:pt x="1739" y="127411"/>
                        <a:pt x="-11387" y="78387"/>
                        <a:pt x="10771" y="40077"/>
                      </a:cubicBezTo>
                      <a:cubicBezTo>
                        <a:pt x="32929" y="1768"/>
                        <a:pt x="81877" y="-11320"/>
                        <a:pt x="120224" y="10762"/>
                      </a:cubicBezTo>
                      <a:lnTo>
                        <a:pt x="149540" y="27716"/>
                      </a:lnTo>
                      <a:lnTo>
                        <a:pt x="178855" y="10762"/>
                      </a:lnTo>
                      <a:cubicBezTo>
                        <a:pt x="217086" y="-11358"/>
                        <a:pt x="266149" y="1692"/>
                        <a:pt x="288308" y="40077"/>
                      </a:cubicBezTo>
                      <a:cubicBezTo>
                        <a:pt x="310428" y="78386"/>
                        <a:pt x="297302" y="127410"/>
                        <a:pt x="258993" y="149531"/>
                      </a:cubicBezTo>
                      <a:lnTo>
                        <a:pt x="189572" y="189599"/>
                      </a:lnTo>
                      <a:cubicBezTo>
                        <a:pt x="177287" y="196794"/>
                        <a:pt x="163433" y="200354"/>
                        <a:pt x="149580" y="200354"/>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0" name="Freeform: Shape 19">
                  <a:extLst>
                    <a:ext uri="{FF2B5EF4-FFF2-40B4-BE49-F238E27FC236}">
                      <a16:creationId xmlns:a16="http://schemas.microsoft.com/office/drawing/2014/main" id="{FDC6DA5E-10A0-BAA8-0400-BB8C59F34599}"/>
                    </a:ext>
                  </a:extLst>
                </p:cNvPr>
                <p:cNvSpPr/>
                <p:nvPr/>
              </p:nvSpPr>
              <p:spPr>
                <a:xfrm>
                  <a:off x="-5889688" y="2388682"/>
                  <a:ext cx="1585226" cy="983009"/>
                </a:xfrm>
                <a:custGeom>
                  <a:avLst/>
                  <a:gdLst>
                    <a:gd name="connsiteX0" fmla="*/ 1504994 w 1585226"/>
                    <a:gd name="connsiteY0" fmla="*/ 983010 h 983009"/>
                    <a:gd name="connsiteX1" fmla="*/ 1465002 w 1585226"/>
                    <a:gd name="connsiteY1" fmla="*/ 972256 h 983009"/>
                    <a:gd name="connsiteX2" fmla="*/ 1322522 w 1585226"/>
                    <a:gd name="connsiteY2" fmla="*/ 889975 h 983009"/>
                    <a:gd name="connsiteX3" fmla="*/ 1293207 w 1585226"/>
                    <a:gd name="connsiteY3" fmla="*/ 780522 h 983009"/>
                    <a:gd name="connsiteX4" fmla="*/ 1402661 w 1585226"/>
                    <a:gd name="connsiteY4" fmla="*/ 751206 h 983009"/>
                    <a:gd name="connsiteX5" fmla="*/ 1545141 w 1585226"/>
                    <a:gd name="connsiteY5" fmla="*/ 833487 h 983009"/>
                    <a:gd name="connsiteX6" fmla="*/ 1574456 w 1585226"/>
                    <a:gd name="connsiteY6" fmla="*/ 942940 h 983009"/>
                    <a:gd name="connsiteX7" fmla="*/ 1504996 w 1585226"/>
                    <a:gd name="connsiteY7" fmla="*/ 983009 h 983009"/>
                    <a:gd name="connsiteX8" fmla="*/ 1077515 w 1585226"/>
                    <a:gd name="connsiteY8" fmla="*/ 736210 h 983009"/>
                    <a:gd name="connsiteX9" fmla="*/ 1037523 w 1585226"/>
                    <a:gd name="connsiteY9" fmla="*/ 725456 h 983009"/>
                    <a:gd name="connsiteX10" fmla="*/ 895043 w 1585226"/>
                    <a:gd name="connsiteY10" fmla="*/ 643175 h 983009"/>
                    <a:gd name="connsiteX11" fmla="*/ 865728 w 1585226"/>
                    <a:gd name="connsiteY11" fmla="*/ 533722 h 983009"/>
                    <a:gd name="connsiteX12" fmla="*/ 975182 w 1585226"/>
                    <a:gd name="connsiteY12" fmla="*/ 504407 h 983009"/>
                    <a:gd name="connsiteX13" fmla="*/ 1117662 w 1585226"/>
                    <a:gd name="connsiteY13" fmla="*/ 586687 h 983009"/>
                    <a:gd name="connsiteX14" fmla="*/ 1146977 w 1585226"/>
                    <a:gd name="connsiteY14" fmla="*/ 696141 h 983009"/>
                    <a:gd name="connsiteX15" fmla="*/ 1077517 w 1585226"/>
                    <a:gd name="connsiteY15" fmla="*/ 736209 h 983009"/>
                    <a:gd name="connsiteX16" fmla="*/ 650076 w 1585226"/>
                    <a:gd name="connsiteY16" fmla="*/ 489371 h 983009"/>
                    <a:gd name="connsiteX17" fmla="*/ 610084 w 1585226"/>
                    <a:gd name="connsiteY17" fmla="*/ 478617 h 983009"/>
                    <a:gd name="connsiteX18" fmla="*/ 467604 w 1585226"/>
                    <a:gd name="connsiteY18" fmla="*/ 396336 h 983009"/>
                    <a:gd name="connsiteX19" fmla="*/ 438289 w 1585226"/>
                    <a:gd name="connsiteY19" fmla="*/ 286883 h 983009"/>
                    <a:gd name="connsiteX20" fmla="*/ 547742 w 1585226"/>
                    <a:gd name="connsiteY20" fmla="*/ 257568 h 983009"/>
                    <a:gd name="connsiteX21" fmla="*/ 690222 w 1585226"/>
                    <a:gd name="connsiteY21" fmla="*/ 339848 h 983009"/>
                    <a:gd name="connsiteX22" fmla="*/ 719537 w 1585226"/>
                    <a:gd name="connsiteY22" fmla="*/ 449302 h 983009"/>
                    <a:gd name="connsiteX23" fmla="*/ 650078 w 1585226"/>
                    <a:gd name="connsiteY23" fmla="*/ 489370 h 983009"/>
                    <a:gd name="connsiteX24" fmla="*/ 222558 w 1585226"/>
                    <a:gd name="connsiteY24" fmla="*/ 242532 h 983009"/>
                    <a:gd name="connsiteX25" fmla="*/ 182566 w 1585226"/>
                    <a:gd name="connsiteY25" fmla="*/ 231778 h 983009"/>
                    <a:gd name="connsiteX26" fmla="*/ 40086 w 1585226"/>
                    <a:gd name="connsiteY26" fmla="*/ 149497 h 983009"/>
                    <a:gd name="connsiteX27" fmla="*/ 10771 w 1585226"/>
                    <a:gd name="connsiteY27" fmla="*/ 40044 h 983009"/>
                    <a:gd name="connsiteX28" fmla="*/ 120224 w 1585226"/>
                    <a:gd name="connsiteY28" fmla="*/ 10729 h 983009"/>
                    <a:gd name="connsiteX29" fmla="*/ 262704 w 1585226"/>
                    <a:gd name="connsiteY29" fmla="*/ 93009 h 983009"/>
                    <a:gd name="connsiteX30" fmla="*/ 292019 w 1585226"/>
                    <a:gd name="connsiteY30" fmla="*/ 202463 h 983009"/>
                    <a:gd name="connsiteX31" fmla="*/ 222560 w 1585226"/>
                    <a:gd name="connsiteY31" fmla="*/ 242531 h 983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85226" h="983009">
                      <a:moveTo>
                        <a:pt x="1504994" y="983010"/>
                      </a:moveTo>
                      <a:cubicBezTo>
                        <a:pt x="1491370" y="983010"/>
                        <a:pt x="1477630" y="979566"/>
                        <a:pt x="1465002" y="972256"/>
                      </a:cubicBezTo>
                      <a:lnTo>
                        <a:pt x="1322522" y="889975"/>
                      </a:lnTo>
                      <a:cubicBezTo>
                        <a:pt x="1284175" y="867855"/>
                        <a:pt x="1271049" y="818831"/>
                        <a:pt x="1293207" y="780522"/>
                      </a:cubicBezTo>
                      <a:cubicBezTo>
                        <a:pt x="1315365" y="742213"/>
                        <a:pt x="1364313" y="729048"/>
                        <a:pt x="1402661" y="751206"/>
                      </a:cubicBezTo>
                      <a:lnTo>
                        <a:pt x="1545141" y="833487"/>
                      </a:lnTo>
                      <a:cubicBezTo>
                        <a:pt x="1583488" y="855607"/>
                        <a:pt x="1596614" y="904631"/>
                        <a:pt x="1574456" y="942940"/>
                      </a:cubicBezTo>
                      <a:cubicBezTo>
                        <a:pt x="1559607" y="968658"/>
                        <a:pt x="1532703" y="983009"/>
                        <a:pt x="1504996" y="983009"/>
                      </a:cubicBezTo>
                      <a:close/>
                      <a:moveTo>
                        <a:pt x="1077515" y="736210"/>
                      </a:moveTo>
                      <a:cubicBezTo>
                        <a:pt x="1063891" y="736210"/>
                        <a:pt x="1050152" y="732766"/>
                        <a:pt x="1037523" y="725456"/>
                      </a:cubicBezTo>
                      <a:lnTo>
                        <a:pt x="895043" y="643175"/>
                      </a:lnTo>
                      <a:cubicBezTo>
                        <a:pt x="856696" y="621055"/>
                        <a:pt x="843570" y="572032"/>
                        <a:pt x="865728" y="533722"/>
                      </a:cubicBezTo>
                      <a:cubicBezTo>
                        <a:pt x="887886" y="495412"/>
                        <a:pt x="936834" y="482248"/>
                        <a:pt x="975182" y="504407"/>
                      </a:cubicBezTo>
                      <a:lnTo>
                        <a:pt x="1117662" y="586687"/>
                      </a:lnTo>
                      <a:cubicBezTo>
                        <a:pt x="1156009" y="608807"/>
                        <a:pt x="1169135" y="657831"/>
                        <a:pt x="1146977" y="696141"/>
                      </a:cubicBezTo>
                      <a:cubicBezTo>
                        <a:pt x="1132167" y="721820"/>
                        <a:pt x="1105224" y="736209"/>
                        <a:pt x="1077517" y="736209"/>
                      </a:cubicBezTo>
                      <a:close/>
                      <a:moveTo>
                        <a:pt x="650076" y="489371"/>
                      </a:moveTo>
                      <a:cubicBezTo>
                        <a:pt x="636452" y="489371"/>
                        <a:pt x="622712" y="485927"/>
                        <a:pt x="610084" y="478617"/>
                      </a:cubicBezTo>
                      <a:lnTo>
                        <a:pt x="467604" y="396336"/>
                      </a:lnTo>
                      <a:cubicBezTo>
                        <a:pt x="429257" y="374216"/>
                        <a:pt x="416131" y="325192"/>
                        <a:pt x="438289" y="286883"/>
                      </a:cubicBezTo>
                      <a:cubicBezTo>
                        <a:pt x="460447" y="248574"/>
                        <a:pt x="509395" y="235409"/>
                        <a:pt x="547742" y="257568"/>
                      </a:cubicBezTo>
                      <a:lnTo>
                        <a:pt x="690222" y="339848"/>
                      </a:lnTo>
                      <a:cubicBezTo>
                        <a:pt x="728569" y="361968"/>
                        <a:pt x="741696" y="410992"/>
                        <a:pt x="719537" y="449302"/>
                      </a:cubicBezTo>
                      <a:cubicBezTo>
                        <a:pt x="704651" y="474981"/>
                        <a:pt x="677708" y="489370"/>
                        <a:pt x="650078" y="489370"/>
                      </a:cubicBezTo>
                      <a:close/>
                      <a:moveTo>
                        <a:pt x="222558" y="242532"/>
                      </a:moveTo>
                      <a:cubicBezTo>
                        <a:pt x="208934" y="242532"/>
                        <a:pt x="195194" y="239088"/>
                        <a:pt x="182566" y="231778"/>
                      </a:cubicBezTo>
                      <a:lnTo>
                        <a:pt x="40086" y="149497"/>
                      </a:lnTo>
                      <a:cubicBezTo>
                        <a:pt x="1739" y="127377"/>
                        <a:pt x="-11387" y="78353"/>
                        <a:pt x="10771" y="40044"/>
                      </a:cubicBezTo>
                      <a:cubicBezTo>
                        <a:pt x="32891" y="1735"/>
                        <a:pt x="81876" y="-11353"/>
                        <a:pt x="120224" y="10729"/>
                      </a:cubicBezTo>
                      <a:lnTo>
                        <a:pt x="262704" y="93009"/>
                      </a:lnTo>
                      <a:cubicBezTo>
                        <a:pt x="301051" y="115129"/>
                        <a:pt x="314178" y="164153"/>
                        <a:pt x="292019" y="202463"/>
                      </a:cubicBezTo>
                      <a:cubicBezTo>
                        <a:pt x="277209" y="228180"/>
                        <a:pt x="250267" y="242531"/>
                        <a:pt x="222560" y="242531"/>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1" name="Freeform: Shape 20">
                  <a:extLst>
                    <a:ext uri="{FF2B5EF4-FFF2-40B4-BE49-F238E27FC236}">
                      <a16:creationId xmlns:a16="http://schemas.microsoft.com/office/drawing/2014/main" id="{410B0F2C-5BE1-2329-7B0E-5C906A809846}"/>
                    </a:ext>
                  </a:extLst>
                </p:cNvPr>
                <p:cNvSpPr/>
                <p:nvPr/>
              </p:nvSpPr>
              <p:spPr>
                <a:xfrm>
                  <a:off x="-6244169" y="2143858"/>
                  <a:ext cx="229667" cy="240480"/>
                </a:xfrm>
                <a:custGeom>
                  <a:avLst/>
                  <a:gdLst>
                    <a:gd name="connsiteX0" fmla="*/ 149482 w 229667"/>
                    <a:gd name="connsiteY0" fmla="*/ 240478 h 240480"/>
                    <a:gd name="connsiteX1" fmla="*/ 109490 w 229667"/>
                    <a:gd name="connsiteY1" fmla="*/ 229724 h 240480"/>
                    <a:gd name="connsiteX2" fmla="*/ 40068 w 229667"/>
                    <a:gd name="connsiteY2" fmla="*/ 189656 h 240480"/>
                    <a:gd name="connsiteX3" fmla="*/ 0 w 229667"/>
                    <a:gd name="connsiteY3" fmla="*/ 120234 h 240480"/>
                    <a:gd name="connsiteX4" fmla="*/ 40068 w 229667"/>
                    <a:gd name="connsiteY4" fmla="*/ 50812 h 240480"/>
                    <a:gd name="connsiteX5" fmla="*/ 109490 w 229667"/>
                    <a:gd name="connsiteY5" fmla="*/ 10744 h 240480"/>
                    <a:gd name="connsiteX6" fmla="*/ 218944 w 229667"/>
                    <a:gd name="connsiteY6" fmla="*/ 40097 h 240480"/>
                    <a:gd name="connsiteX7" fmla="*/ 218944 w 229667"/>
                    <a:gd name="connsiteY7" fmla="*/ 120197 h 240480"/>
                    <a:gd name="connsiteX8" fmla="*/ 218905 w 229667"/>
                    <a:gd name="connsiteY8" fmla="*/ 200296 h 240480"/>
                    <a:gd name="connsiteX9" fmla="*/ 149484 w 229667"/>
                    <a:gd name="connsiteY9" fmla="*/ 240480 h 240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667" h="240480">
                      <a:moveTo>
                        <a:pt x="149482" y="240478"/>
                      </a:moveTo>
                      <a:cubicBezTo>
                        <a:pt x="135858" y="240478"/>
                        <a:pt x="122118" y="237034"/>
                        <a:pt x="109490" y="229724"/>
                      </a:cubicBezTo>
                      <a:lnTo>
                        <a:pt x="40068" y="189656"/>
                      </a:lnTo>
                      <a:cubicBezTo>
                        <a:pt x="15270" y="175343"/>
                        <a:pt x="0" y="148897"/>
                        <a:pt x="0" y="120234"/>
                      </a:cubicBezTo>
                      <a:cubicBezTo>
                        <a:pt x="0" y="91646"/>
                        <a:pt x="15270" y="65163"/>
                        <a:pt x="40068" y="50812"/>
                      </a:cubicBezTo>
                      <a:lnTo>
                        <a:pt x="109490" y="10744"/>
                      </a:lnTo>
                      <a:cubicBezTo>
                        <a:pt x="147799" y="-11376"/>
                        <a:pt x="196823" y="1751"/>
                        <a:pt x="218944" y="40097"/>
                      </a:cubicBezTo>
                      <a:cubicBezTo>
                        <a:pt x="233754" y="65777"/>
                        <a:pt x="232720" y="96278"/>
                        <a:pt x="218944" y="120197"/>
                      </a:cubicBezTo>
                      <a:cubicBezTo>
                        <a:pt x="232720" y="144154"/>
                        <a:pt x="233754" y="174694"/>
                        <a:pt x="218905" y="200296"/>
                      </a:cubicBezTo>
                      <a:cubicBezTo>
                        <a:pt x="204133" y="226090"/>
                        <a:pt x="177191" y="240480"/>
                        <a:pt x="149484" y="240480"/>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2" name="Freeform: Shape 21">
                  <a:extLst>
                    <a:ext uri="{FF2B5EF4-FFF2-40B4-BE49-F238E27FC236}">
                      <a16:creationId xmlns:a16="http://schemas.microsoft.com/office/drawing/2014/main" id="{DDA7B350-124D-313B-D9ED-EC44FA5E2D5E}"/>
                    </a:ext>
                  </a:extLst>
                </p:cNvPr>
                <p:cNvSpPr/>
                <p:nvPr/>
              </p:nvSpPr>
              <p:spPr>
                <a:xfrm>
                  <a:off x="-5891657" y="1163471"/>
                  <a:ext cx="1575643" cy="977309"/>
                </a:xfrm>
                <a:custGeom>
                  <a:avLst/>
                  <a:gdLst>
                    <a:gd name="connsiteX0" fmla="*/ 80205 w 1575643"/>
                    <a:gd name="connsiteY0" fmla="*/ 977308 h 977309"/>
                    <a:gd name="connsiteX1" fmla="*/ 10745 w 1575643"/>
                    <a:gd name="connsiteY1" fmla="*/ 937240 h 977309"/>
                    <a:gd name="connsiteX2" fmla="*/ 40061 w 1575643"/>
                    <a:gd name="connsiteY2" fmla="*/ 827786 h 977309"/>
                    <a:gd name="connsiteX3" fmla="*/ 181619 w 1575643"/>
                    <a:gd name="connsiteY3" fmla="*/ 746080 h 977309"/>
                    <a:gd name="connsiteX4" fmla="*/ 291073 w 1575643"/>
                    <a:gd name="connsiteY4" fmla="*/ 775395 h 977309"/>
                    <a:gd name="connsiteX5" fmla="*/ 261758 w 1575643"/>
                    <a:gd name="connsiteY5" fmla="*/ 884849 h 977309"/>
                    <a:gd name="connsiteX6" fmla="*/ 120199 w 1575643"/>
                    <a:gd name="connsiteY6" fmla="*/ 966555 h 977309"/>
                    <a:gd name="connsiteX7" fmla="*/ 80207 w 1575643"/>
                    <a:gd name="connsiteY7" fmla="*/ 977309 h 977309"/>
                    <a:gd name="connsiteX8" fmla="*/ 504814 w 1575643"/>
                    <a:gd name="connsiteY8" fmla="*/ 732223 h 977309"/>
                    <a:gd name="connsiteX9" fmla="*/ 435314 w 1575643"/>
                    <a:gd name="connsiteY9" fmla="*/ 692115 h 977309"/>
                    <a:gd name="connsiteX10" fmla="*/ 464668 w 1575643"/>
                    <a:gd name="connsiteY10" fmla="*/ 582662 h 977309"/>
                    <a:gd name="connsiteX11" fmla="*/ 606227 w 1575643"/>
                    <a:gd name="connsiteY11" fmla="*/ 500955 h 977309"/>
                    <a:gd name="connsiteX12" fmla="*/ 715680 w 1575643"/>
                    <a:gd name="connsiteY12" fmla="*/ 530309 h 977309"/>
                    <a:gd name="connsiteX13" fmla="*/ 686327 w 1575643"/>
                    <a:gd name="connsiteY13" fmla="*/ 639762 h 977309"/>
                    <a:gd name="connsiteX14" fmla="*/ 544768 w 1575643"/>
                    <a:gd name="connsiteY14" fmla="*/ 721468 h 977309"/>
                    <a:gd name="connsiteX15" fmla="*/ 504814 w 1575643"/>
                    <a:gd name="connsiteY15" fmla="*/ 732223 h 977309"/>
                    <a:gd name="connsiteX16" fmla="*/ 929383 w 1575643"/>
                    <a:gd name="connsiteY16" fmla="*/ 487098 h 977309"/>
                    <a:gd name="connsiteX17" fmla="*/ 859883 w 1575643"/>
                    <a:gd name="connsiteY17" fmla="*/ 446991 h 977309"/>
                    <a:gd name="connsiteX18" fmla="*/ 889237 w 1575643"/>
                    <a:gd name="connsiteY18" fmla="*/ 337537 h 977309"/>
                    <a:gd name="connsiteX19" fmla="*/ 1030796 w 1575643"/>
                    <a:gd name="connsiteY19" fmla="*/ 255831 h 977309"/>
                    <a:gd name="connsiteX20" fmla="*/ 1140249 w 1575643"/>
                    <a:gd name="connsiteY20" fmla="*/ 285184 h 977309"/>
                    <a:gd name="connsiteX21" fmla="*/ 1110896 w 1575643"/>
                    <a:gd name="connsiteY21" fmla="*/ 394638 h 977309"/>
                    <a:gd name="connsiteX22" fmla="*/ 969337 w 1575643"/>
                    <a:gd name="connsiteY22" fmla="*/ 476344 h 977309"/>
                    <a:gd name="connsiteX23" fmla="*/ 929383 w 1575643"/>
                    <a:gd name="connsiteY23" fmla="*/ 487098 h 977309"/>
                    <a:gd name="connsiteX24" fmla="*/ 1354030 w 1575643"/>
                    <a:gd name="connsiteY24" fmla="*/ 241974 h 977309"/>
                    <a:gd name="connsiteX25" fmla="*/ 1284570 w 1575643"/>
                    <a:gd name="connsiteY25" fmla="*/ 201905 h 977309"/>
                    <a:gd name="connsiteX26" fmla="*/ 1313885 w 1575643"/>
                    <a:gd name="connsiteY26" fmla="*/ 92452 h 977309"/>
                    <a:gd name="connsiteX27" fmla="*/ 1455444 w 1575643"/>
                    <a:gd name="connsiteY27" fmla="*/ 10745 h 977309"/>
                    <a:gd name="connsiteX28" fmla="*/ 1564898 w 1575643"/>
                    <a:gd name="connsiteY28" fmla="*/ 40061 h 977309"/>
                    <a:gd name="connsiteX29" fmla="*/ 1535583 w 1575643"/>
                    <a:gd name="connsiteY29" fmla="*/ 149514 h 977309"/>
                    <a:gd name="connsiteX30" fmla="*/ 1394024 w 1575643"/>
                    <a:gd name="connsiteY30" fmla="*/ 231221 h 977309"/>
                    <a:gd name="connsiteX31" fmla="*/ 1354032 w 1575643"/>
                    <a:gd name="connsiteY31" fmla="*/ 241975 h 977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75643" h="977309">
                      <a:moveTo>
                        <a:pt x="80205" y="977308"/>
                      </a:moveTo>
                      <a:cubicBezTo>
                        <a:pt x="52498" y="977308"/>
                        <a:pt x="25556" y="962918"/>
                        <a:pt x="10745" y="937240"/>
                      </a:cubicBezTo>
                      <a:cubicBezTo>
                        <a:pt x="-11374" y="898893"/>
                        <a:pt x="1752" y="849907"/>
                        <a:pt x="40061" y="827786"/>
                      </a:cubicBezTo>
                      <a:lnTo>
                        <a:pt x="181619" y="746080"/>
                      </a:lnTo>
                      <a:cubicBezTo>
                        <a:pt x="220043" y="723922"/>
                        <a:pt x="268952" y="737086"/>
                        <a:pt x="291073" y="775395"/>
                      </a:cubicBezTo>
                      <a:cubicBezTo>
                        <a:pt x="313193" y="813742"/>
                        <a:pt x="300067" y="862728"/>
                        <a:pt x="261758" y="884849"/>
                      </a:cubicBezTo>
                      <a:lnTo>
                        <a:pt x="120199" y="966555"/>
                      </a:lnTo>
                      <a:cubicBezTo>
                        <a:pt x="107570" y="973864"/>
                        <a:pt x="93755" y="977309"/>
                        <a:pt x="80207" y="977309"/>
                      </a:cubicBezTo>
                      <a:close/>
                      <a:moveTo>
                        <a:pt x="504814" y="732223"/>
                      </a:moveTo>
                      <a:cubicBezTo>
                        <a:pt x="477106" y="732223"/>
                        <a:pt x="450164" y="717833"/>
                        <a:pt x="435314" y="692115"/>
                      </a:cubicBezTo>
                      <a:cubicBezTo>
                        <a:pt x="413195" y="653806"/>
                        <a:pt x="426321" y="604783"/>
                        <a:pt x="464668" y="582662"/>
                      </a:cubicBezTo>
                      <a:lnTo>
                        <a:pt x="606227" y="500955"/>
                      </a:lnTo>
                      <a:cubicBezTo>
                        <a:pt x="644574" y="478912"/>
                        <a:pt x="693521" y="492000"/>
                        <a:pt x="715680" y="530309"/>
                      </a:cubicBezTo>
                      <a:cubicBezTo>
                        <a:pt x="737800" y="568617"/>
                        <a:pt x="724674" y="617641"/>
                        <a:pt x="686327" y="639762"/>
                      </a:cubicBezTo>
                      <a:lnTo>
                        <a:pt x="544768" y="721468"/>
                      </a:lnTo>
                      <a:cubicBezTo>
                        <a:pt x="532177" y="728740"/>
                        <a:pt x="518400" y="732223"/>
                        <a:pt x="504814" y="732223"/>
                      </a:cubicBezTo>
                      <a:close/>
                      <a:moveTo>
                        <a:pt x="929383" y="487098"/>
                      </a:moveTo>
                      <a:cubicBezTo>
                        <a:pt x="901675" y="487098"/>
                        <a:pt x="874733" y="472708"/>
                        <a:pt x="859883" y="446991"/>
                      </a:cubicBezTo>
                      <a:cubicBezTo>
                        <a:pt x="837763" y="408682"/>
                        <a:pt x="850890" y="359658"/>
                        <a:pt x="889237" y="337537"/>
                      </a:cubicBezTo>
                      <a:lnTo>
                        <a:pt x="1030796" y="255831"/>
                      </a:lnTo>
                      <a:cubicBezTo>
                        <a:pt x="1069143" y="233711"/>
                        <a:pt x="1118128" y="246837"/>
                        <a:pt x="1140249" y="285184"/>
                      </a:cubicBezTo>
                      <a:cubicBezTo>
                        <a:pt x="1162369" y="323493"/>
                        <a:pt x="1149243" y="372517"/>
                        <a:pt x="1110896" y="394638"/>
                      </a:cubicBezTo>
                      <a:lnTo>
                        <a:pt x="969337" y="476344"/>
                      </a:lnTo>
                      <a:cubicBezTo>
                        <a:pt x="956785" y="483577"/>
                        <a:pt x="943007" y="487098"/>
                        <a:pt x="929383" y="487098"/>
                      </a:cubicBezTo>
                      <a:close/>
                      <a:moveTo>
                        <a:pt x="1354030" y="241974"/>
                      </a:moveTo>
                      <a:cubicBezTo>
                        <a:pt x="1326323" y="241974"/>
                        <a:pt x="1299380" y="227584"/>
                        <a:pt x="1284570" y="201905"/>
                      </a:cubicBezTo>
                      <a:cubicBezTo>
                        <a:pt x="1262450" y="163558"/>
                        <a:pt x="1275576" y="114573"/>
                        <a:pt x="1313885" y="92452"/>
                      </a:cubicBezTo>
                      <a:lnTo>
                        <a:pt x="1455444" y="10745"/>
                      </a:lnTo>
                      <a:cubicBezTo>
                        <a:pt x="1493791" y="-11374"/>
                        <a:pt x="1542777" y="1752"/>
                        <a:pt x="1564898" y="40061"/>
                      </a:cubicBezTo>
                      <a:cubicBezTo>
                        <a:pt x="1587018" y="78408"/>
                        <a:pt x="1573891" y="127393"/>
                        <a:pt x="1535583" y="149514"/>
                      </a:cubicBezTo>
                      <a:lnTo>
                        <a:pt x="1394024" y="231221"/>
                      </a:lnTo>
                      <a:cubicBezTo>
                        <a:pt x="1381432" y="238453"/>
                        <a:pt x="1367656" y="241975"/>
                        <a:pt x="1354032" y="241975"/>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Freeform: Shape 22">
                  <a:extLst>
                    <a:ext uri="{FF2B5EF4-FFF2-40B4-BE49-F238E27FC236}">
                      <a16:creationId xmlns:a16="http://schemas.microsoft.com/office/drawing/2014/main" id="{BC7F9690-2026-DD79-D636-EFB95C1A7D52}"/>
                    </a:ext>
                  </a:extLst>
                </p:cNvPr>
                <p:cNvSpPr/>
                <p:nvPr/>
              </p:nvSpPr>
              <p:spPr>
                <a:xfrm>
                  <a:off x="-4193188" y="959917"/>
                  <a:ext cx="299117" cy="200370"/>
                </a:xfrm>
                <a:custGeom>
                  <a:avLst/>
                  <a:gdLst>
                    <a:gd name="connsiteX0" fmla="*/ 218896 w 299117"/>
                    <a:gd name="connsiteY0" fmla="*/ 200364 h 200370"/>
                    <a:gd name="connsiteX1" fmla="*/ 178904 w 299117"/>
                    <a:gd name="connsiteY1" fmla="*/ 189610 h 200370"/>
                    <a:gd name="connsiteX2" fmla="*/ 149551 w 299117"/>
                    <a:gd name="connsiteY2" fmla="*/ 172656 h 200370"/>
                    <a:gd name="connsiteX3" fmla="*/ 120198 w 299117"/>
                    <a:gd name="connsiteY3" fmla="*/ 189610 h 200370"/>
                    <a:gd name="connsiteX4" fmla="*/ 10744 w 299117"/>
                    <a:gd name="connsiteY4" fmla="*/ 160257 h 200370"/>
                    <a:gd name="connsiteX5" fmla="*/ 40097 w 299117"/>
                    <a:gd name="connsiteY5" fmla="*/ 50803 h 200370"/>
                    <a:gd name="connsiteX6" fmla="*/ 109519 w 299117"/>
                    <a:gd name="connsiteY6" fmla="*/ 10734 h 200370"/>
                    <a:gd name="connsiteX7" fmla="*/ 189618 w 299117"/>
                    <a:gd name="connsiteY7" fmla="*/ 10734 h 200370"/>
                    <a:gd name="connsiteX8" fmla="*/ 259040 w 299117"/>
                    <a:gd name="connsiteY8" fmla="*/ 50803 h 200370"/>
                    <a:gd name="connsiteX9" fmla="*/ 288355 w 299117"/>
                    <a:gd name="connsiteY9" fmla="*/ 160257 h 200370"/>
                    <a:gd name="connsiteX10" fmla="*/ 218895 w 299117"/>
                    <a:gd name="connsiteY10" fmla="*/ 200364 h 20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117" h="200370">
                      <a:moveTo>
                        <a:pt x="218896" y="200364"/>
                      </a:moveTo>
                      <a:cubicBezTo>
                        <a:pt x="205272" y="200364"/>
                        <a:pt x="191533" y="196920"/>
                        <a:pt x="178904" y="189610"/>
                      </a:cubicBezTo>
                      <a:lnTo>
                        <a:pt x="149551" y="172656"/>
                      </a:lnTo>
                      <a:lnTo>
                        <a:pt x="120198" y="189610"/>
                      </a:lnTo>
                      <a:cubicBezTo>
                        <a:pt x="81851" y="211768"/>
                        <a:pt x="32865" y="198603"/>
                        <a:pt x="10744" y="160257"/>
                      </a:cubicBezTo>
                      <a:cubicBezTo>
                        <a:pt x="-11376" y="121909"/>
                        <a:pt x="1750" y="72924"/>
                        <a:pt x="40097" y="50803"/>
                      </a:cubicBezTo>
                      <a:lnTo>
                        <a:pt x="109519" y="10734"/>
                      </a:lnTo>
                      <a:cubicBezTo>
                        <a:pt x="134317" y="-3578"/>
                        <a:pt x="164895" y="-3578"/>
                        <a:pt x="189618" y="10734"/>
                      </a:cubicBezTo>
                      <a:lnTo>
                        <a:pt x="259040" y="50803"/>
                      </a:lnTo>
                      <a:cubicBezTo>
                        <a:pt x="297349" y="72923"/>
                        <a:pt x="310513" y="121947"/>
                        <a:pt x="288355" y="160257"/>
                      </a:cubicBezTo>
                      <a:cubicBezTo>
                        <a:pt x="273506" y="186012"/>
                        <a:pt x="246488" y="200364"/>
                        <a:pt x="218895" y="200364"/>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4" name="Freeform: Shape 23">
                  <a:extLst>
                    <a:ext uri="{FF2B5EF4-FFF2-40B4-BE49-F238E27FC236}">
                      <a16:creationId xmlns:a16="http://schemas.microsoft.com/office/drawing/2014/main" id="{68363FC0-ECD2-AFD8-5D74-1DB8DE41C73D}"/>
                    </a:ext>
                  </a:extLst>
                </p:cNvPr>
                <p:cNvSpPr/>
                <p:nvPr/>
              </p:nvSpPr>
              <p:spPr>
                <a:xfrm>
                  <a:off x="-3769441" y="1164644"/>
                  <a:ext cx="1585170" cy="982992"/>
                </a:xfrm>
                <a:custGeom>
                  <a:avLst/>
                  <a:gdLst>
                    <a:gd name="connsiteX0" fmla="*/ 1504947 w 1585170"/>
                    <a:gd name="connsiteY0" fmla="*/ 982993 h 982992"/>
                    <a:gd name="connsiteX1" fmla="*/ 1464954 w 1585170"/>
                    <a:gd name="connsiteY1" fmla="*/ 972239 h 982992"/>
                    <a:gd name="connsiteX2" fmla="*/ 1322435 w 1585170"/>
                    <a:gd name="connsiteY2" fmla="*/ 889958 h 982992"/>
                    <a:gd name="connsiteX3" fmla="*/ 1293120 w 1585170"/>
                    <a:gd name="connsiteY3" fmla="*/ 780504 h 982992"/>
                    <a:gd name="connsiteX4" fmla="*/ 1402574 w 1585170"/>
                    <a:gd name="connsiteY4" fmla="*/ 751190 h 982992"/>
                    <a:gd name="connsiteX5" fmla="*/ 1545093 w 1585170"/>
                    <a:gd name="connsiteY5" fmla="*/ 833470 h 982992"/>
                    <a:gd name="connsiteX6" fmla="*/ 1574408 w 1585170"/>
                    <a:gd name="connsiteY6" fmla="*/ 942923 h 982992"/>
                    <a:gd name="connsiteX7" fmla="*/ 1504948 w 1585170"/>
                    <a:gd name="connsiteY7" fmla="*/ 982992 h 982992"/>
                    <a:gd name="connsiteX8" fmla="*/ 1077507 w 1585170"/>
                    <a:gd name="connsiteY8" fmla="*/ 736193 h 982992"/>
                    <a:gd name="connsiteX9" fmla="*/ 1037515 w 1585170"/>
                    <a:gd name="connsiteY9" fmla="*/ 725439 h 982992"/>
                    <a:gd name="connsiteX10" fmla="*/ 894996 w 1585170"/>
                    <a:gd name="connsiteY10" fmla="*/ 643158 h 982992"/>
                    <a:gd name="connsiteX11" fmla="*/ 865681 w 1585170"/>
                    <a:gd name="connsiteY11" fmla="*/ 533705 h 982992"/>
                    <a:gd name="connsiteX12" fmla="*/ 975135 w 1585170"/>
                    <a:gd name="connsiteY12" fmla="*/ 504390 h 982992"/>
                    <a:gd name="connsiteX13" fmla="*/ 1117654 w 1585170"/>
                    <a:gd name="connsiteY13" fmla="*/ 586670 h 982992"/>
                    <a:gd name="connsiteX14" fmla="*/ 1146968 w 1585170"/>
                    <a:gd name="connsiteY14" fmla="*/ 696124 h 982992"/>
                    <a:gd name="connsiteX15" fmla="*/ 1077509 w 1585170"/>
                    <a:gd name="connsiteY15" fmla="*/ 736192 h 982992"/>
                    <a:gd name="connsiteX16" fmla="*/ 650067 w 1585170"/>
                    <a:gd name="connsiteY16" fmla="*/ 489354 h 982992"/>
                    <a:gd name="connsiteX17" fmla="*/ 610075 w 1585170"/>
                    <a:gd name="connsiteY17" fmla="*/ 478600 h 982992"/>
                    <a:gd name="connsiteX18" fmla="*/ 467556 w 1585170"/>
                    <a:gd name="connsiteY18" fmla="*/ 396319 h 982992"/>
                    <a:gd name="connsiteX19" fmla="*/ 438241 w 1585170"/>
                    <a:gd name="connsiteY19" fmla="*/ 286866 h 982992"/>
                    <a:gd name="connsiteX20" fmla="*/ 547695 w 1585170"/>
                    <a:gd name="connsiteY20" fmla="*/ 257551 h 982992"/>
                    <a:gd name="connsiteX21" fmla="*/ 690214 w 1585170"/>
                    <a:gd name="connsiteY21" fmla="*/ 339831 h 982992"/>
                    <a:gd name="connsiteX22" fmla="*/ 719529 w 1585170"/>
                    <a:gd name="connsiteY22" fmla="*/ 449285 h 982992"/>
                    <a:gd name="connsiteX23" fmla="*/ 650069 w 1585170"/>
                    <a:gd name="connsiteY23" fmla="*/ 489353 h 982992"/>
                    <a:gd name="connsiteX24" fmla="*/ 222549 w 1585170"/>
                    <a:gd name="connsiteY24" fmla="*/ 242515 h 982992"/>
                    <a:gd name="connsiteX25" fmla="*/ 182557 w 1585170"/>
                    <a:gd name="connsiteY25" fmla="*/ 231761 h 982992"/>
                    <a:gd name="connsiteX26" fmla="*/ 40078 w 1585170"/>
                    <a:gd name="connsiteY26" fmla="*/ 149480 h 982992"/>
                    <a:gd name="connsiteX27" fmla="*/ 10763 w 1585170"/>
                    <a:gd name="connsiteY27" fmla="*/ 40027 h 982992"/>
                    <a:gd name="connsiteX28" fmla="*/ 120216 w 1585170"/>
                    <a:gd name="connsiteY28" fmla="*/ 10712 h 982992"/>
                    <a:gd name="connsiteX29" fmla="*/ 262696 w 1585170"/>
                    <a:gd name="connsiteY29" fmla="*/ 92992 h 982992"/>
                    <a:gd name="connsiteX30" fmla="*/ 292011 w 1585170"/>
                    <a:gd name="connsiteY30" fmla="*/ 202446 h 982992"/>
                    <a:gd name="connsiteX31" fmla="*/ 222551 w 1585170"/>
                    <a:gd name="connsiteY31" fmla="*/ 242514 h 98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85170" h="982992">
                      <a:moveTo>
                        <a:pt x="1504947" y="982993"/>
                      </a:moveTo>
                      <a:cubicBezTo>
                        <a:pt x="1491322" y="982993"/>
                        <a:pt x="1477583" y="979549"/>
                        <a:pt x="1464954" y="972239"/>
                      </a:cubicBezTo>
                      <a:lnTo>
                        <a:pt x="1322435" y="889958"/>
                      </a:lnTo>
                      <a:cubicBezTo>
                        <a:pt x="1284126" y="867838"/>
                        <a:pt x="1270962" y="818852"/>
                        <a:pt x="1293120" y="780504"/>
                      </a:cubicBezTo>
                      <a:cubicBezTo>
                        <a:pt x="1315279" y="742158"/>
                        <a:pt x="1364265" y="729146"/>
                        <a:pt x="1402574" y="751190"/>
                      </a:cubicBezTo>
                      <a:lnTo>
                        <a:pt x="1545093" y="833470"/>
                      </a:lnTo>
                      <a:cubicBezTo>
                        <a:pt x="1583402" y="855590"/>
                        <a:pt x="1596566" y="904575"/>
                        <a:pt x="1574408" y="942923"/>
                      </a:cubicBezTo>
                      <a:cubicBezTo>
                        <a:pt x="1559560" y="968641"/>
                        <a:pt x="1532618" y="982992"/>
                        <a:pt x="1504948" y="982992"/>
                      </a:cubicBezTo>
                      <a:close/>
                      <a:moveTo>
                        <a:pt x="1077507" y="736193"/>
                      </a:moveTo>
                      <a:cubicBezTo>
                        <a:pt x="1063883" y="736193"/>
                        <a:pt x="1050143" y="732749"/>
                        <a:pt x="1037515" y="725439"/>
                      </a:cubicBezTo>
                      <a:lnTo>
                        <a:pt x="894996" y="643158"/>
                      </a:lnTo>
                      <a:cubicBezTo>
                        <a:pt x="856687" y="621038"/>
                        <a:pt x="843522" y="572053"/>
                        <a:pt x="865681" y="533705"/>
                      </a:cubicBezTo>
                      <a:cubicBezTo>
                        <a:pt x="887839" y="495396"/>
                        <a:pt x="936825" y="482346"/>
                        <a:pt x="975135" y="504390"/>
                      </a:cubicBezTo>
                      <a:lnTo>
                        <a:pt x="1117654" y="586670"/>
                      </a:lnTo>
                      <a:cubicBezTo>
                        <a:pt x="1155962" y="608790"/>
                        <a:pt x="1169127" y="657776"/>
                        <a:pt x="1146968" y="696124"/>
                      </a:cubicBezTo>
                      <a:cubicBezTo>
                        <a:pt x="1132120" y="721803"/>
                        <a:pt x="1105178" y="736192"/>
                        <a:pt x="1077509" y="736192"/>
                      </a:cubicBezTo>
                      <a:close/>
                      <a:moveTo>
                        <a:pt x="650067" y="489354"/>
                      </a:moveTo>
                      <a:cubicBezTo>
                        <a:pt x="636443" y="489354"/>
                        <a:pt x="622704" y="485910"/>
                        <a:pt x="610075" y="478600"/>
                      </a:cubicBezTo>
                      <a:lnTo>
                        <a:pt x="467556" y="396319"/>
                      </a:lnTo>
                      <a:cubicBezTo>
                        <a:pt x="429248" y="374199"/>
                        <a:pt x="416083" y="325214"/>
                        <a:pt x="438241" y="286866"/>
                      </a:cubicBezTo>
                      <a:cubicBezTo>
                        <a:pt x="460361" y="248557"/>
                        <a:pt x="509462" y="235469"/>
                        <a:pt x="547695" y="257551"/>
                      </a:cubicBezTo>
                      <a:lnTo>
                        <a:pt x="690214" y="339831"/>
                      </a:lnTo>
                      <a:cubicBezTo>
                        <a:pt x="728523" y="361951"/>
                        <a:pt x="741687" y="410937"/>
                        <a:pt x="719529" y="449285"/>
                      </a:cubicBezTo>
                      <a:cubicBezTo>
                        <a:pt x="704642" y="474964"/>
                        <a:pt x="677662" y="489353"/>
                        <a:pt x="650069" y="489353"/>
                      </a:cubicBezTo>
                      <a:close/>
                      <a:moveTo>
                        <a:pt x="222549" y="242515"/>
                      </a:moveTo>
                      <a:cubicBezTo>
                        <a:pt x="208925" y="242515"/>
                        <a:pt x="195186" y="239071"/>
                        <a:pt x="182557" y="231761"/>
                      </a:cubicBezTo>
                      <a:lnTo>
                        <a:pt x="40078" y="149480"/>
                      </a:lnTo>
                      <a:cubicBezTo>
                        <a:pt x="1769" y="127360"/>
                        <a:pt x="-11396" y="78375"/>
                        <a:pt x="10763" y="40027"/>
                      </a:cubicBezTo>
                      <a:cubicBezTo>
                        <a:pt x="32921" y="1718"/>
                        <a:pt x="81906" y="-11332"/>
                        <a:pt x="120216" y="10712"/>
                      </a:cubicBezTo>
                      <a:lnTo>
                        <a:pt x="262696" y="92992"/>
                      </a:lnTo>
                      <a:cubicBezTo>
                        <a:pt x="301005" y="115112"/>
                        <a:pt x="314169" y="164098"/>
                        <a:pt x="292011" y="202446"/>
                      </a:cubicBezTo>
                      <a:cubicBezTo>
                        <a:pt x="277163" y="228125"/>
                        <a:pt x="250220" y="242514"/>
                        <a:pt x="222551" y="242514"/>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5" name="Freeform: Shape 24">
                  <a:extLst>
                    <a:ext uri="{FF2B5EF4-FFF2-40B4-BE49-F238E27FC236}">
                      <a16:creationId xmlns:a16="http://schemas.microsoft.com/office/drawing/2014/main" id="{52828EBE-1C0A-4FA7-E21C-756898E24164}"/>
                    </a:ext>
                  </a:extLst>
                </p:cNvPr>
                <p:cNvSpPr/>
                <p:nvPr/>
              </p:nvSpPr>
              <p:spPr>
                <a:xfrm>
                  <a:off x="-2059625" y="2151876"/>
                  <a:ext cx="229711" cy="240395"/>
                </a:xfrm>
                <a:custGeom>
                  <a:avLst/>
                  <a:gdLst>
                    <a:gd name="connsiteX0" fmla="*/ 80227 w 229711"/>
                    <a:gd name="connsiteY0" fmla="*/ 240396 h 240395"/>
                    <a:gd name="connsiteX1" fmla="*/ 10767 w 229711"/>
                    <a:gd name="connsiteY1" fmla="*/ 200327 h 240395"/>
                    <a:gd name="connsiteX2" fmla="*/ 10767 w 229711"/>
                    <a:gd name="connsiteY2" fmla="*/ 120190 h 240395"/>
                    <a:gd name="connsiteX3" fmla="*/ 10767 w 229711"/>
                    <a:gd name="connsiteY3" fmla="*/ 40052 h 240395"/>
                    <a:gd name="connsiteX4" fmla="*/ 120221 w 229711"/>
                    <a:gd name="connsiteY4" fmla="*/ 10737 h 240395"/>
                    <a:gd name="connsiteX5" fmla="*/ 189642 w 229711"/>
                    <a:gd name="connsiteY5" fmla="*/ 50805 h 240395"/>
                    <a:gd name="connsiteX6" fmla="*/ 229711 w 229711"/>
                    <a:gd name="connsiteY6" fmla="*/ 120227 h 240395"/>
                    <a:gd name="connsiteX7" fmla="*/ 189642 w 229711"/>
                    <a:gd name="connsiteY7" fmla="*/ 189648 h 240395"/>
                    <a:gd name="connsiteX8" fmla="*/ 120221 w 229711"/>
                    <a:gd name="connsiteY8" fmla="*/ 229717 h 240395"/>
                    <a:gd name="connsiteX9" fmla="*/ 80229 w 229711"/>
                    <a:gd name="connsiteY9" fmla="*/ 240394 h 24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711" h="240395">
                      <a:moveTo>
                        <a:pt x="80227" y="240396"/>
                      </a:moveTo>
                      <a:cubicBezTo>
                        <a:pt x="52558" y="240396"/>
                        <a:pt x="25654" y="226006"/>
                        <a:pt x="10767" y="200327"/>
                      </a:cubicBezTo>
                      <a:cubicBezTo>
                        <a:pt x="-4120" y="174648"/>
                        <a:pt x="-3049" y="144147"/>
                        <a:pt x="10767" y="120190"/>
                      </a:cubicBezTo>
                      <a:cubicBezTo>
                        <a:pt x="-3049" y="96233"/>
                        <a:pt x="-4120" y="65693"/>
                        <a:pt x="10767" y="40052"/>
                      </a:cubicBezTo>
                      <a:cubicBezTo>
                        <a:pt x="32925" y="1705"/>
                        <a:pt x="81911" y="-11345"/>
                        <a:pt x="120221" y="10737"/>
                      </a:cubicBezTo>
                      <a:lnTo>
                        <a:pt x="189642" y="50805"/>
                      </a:lnTo>
                      <a:cubicBezTo>
                        <a:pt x="214441" y="65118"/>
                        <a:pt x="229711" y="91563"/>
                        <a:pt x="229711" y="120227"/>
                      </a:cubicBezTo>
                      <a:cubicBezTo>
                        <a:pt x="229711" y="148853"/>
                        <a:pt x="214441" y="175298"/>
                        <a:pt x="189642" y="189648"/>
                      </a:cubicBezTo>
                      <a:lnTo>
                        <a:pt x="120221" y="229717"/>
                      </a:lnTo>
                      <a:cubicBezTo>
                        <a:pt x="107630" y="236950"/>
                        <a:pt x="93853" y="240394"/>
                        <a:pt x="80229" y="240394"/>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6" name="Freeform: Shape 25">
                  <a:extLst>
                    <a:ext uri="{FF2B5EF4-FFF2-40B4-BE49-F238E27FC236}">
                      <a16:creationId xmlns:a16="http://schemas.microsoft.com/office/drawing/2014/main" id="{A8D2808A-8100-BA75-D443-AAF66E2E09E9}"/>
                    </a:ext>
                  </a:extLst>
                </p:cNvPr>
                <p:cNvSpPr/>
                <p:nvPr/>
              </p:nvSpPr>
              <p:spPr>
                <a:xfrm>
                  <a:off x="-3757938" y="2395394"/>
                  <a:ext cx="1575603" cy="977376"/>
                </a:xfrm>
                <a:custGeom>
                  <a:avLst/>
                  <a:gdLst>
                    <a:gd name="connsiteX0" fmla="*/ 80205 w 1575603"/>
                    <a:gd name="connsiteY0" fmla="*/ 977376 h 977376"/>
                    <a:gd name="connsiteX1" fmla="*/ 10746 w 1575603"/>
                    <a:gd name="connsiteY1" fmla="*/ 937308 h 977376"/>
                    <a:gd name="connsiteX2" fmla="*/ 40060 w 1575603"/>
                    <a:gd name="connsiteY2" fmla="*/ 827854 h 977376"/>
                    <a:gd name="connsiteX3" fmla="*/ 181541 w 1575603"/>
                    <a:gd name="connsiteY3" fmla="*/ 746148 h 977376"/>
                    <a:gd name="connsiteX4" fmla="*/ 290995 w 1575603"/>
                    <a:gd name="connsiteY4" fmla="*/ 775463 h 977376"/>
                    <a:gd name="connsiteX5" fmla="*/ 261680 w 1575603"/>
                    <a:gd name="connsiteY5" fmla="*/ 884916 h 977376"/>
                    <a:gd name="connsiteX6" fmla="*/ 120199 w 1575603"/>
                    <a:gd name="connsiteY6" fmla="*/ 966622 h 977376"/>
                    <a:gd name="connsiteX7" fmla="*/ 80207 w 1575603"/>
                    <a:gd name="connsiteY7" fmla="*/ 977377 h 977376"/>
                    <a:gd name="connsiteX8" fmla="*/ 504774 w 1575603"/>
                    <a:gd name="connsiteY8" fmla="*/ 732290 h 977376"/>
                    <a:gd name="connsiteX9" fmla="*/ 435315 w 1575603"/>
                    <a:gd name="connsiteY9" fmla="*/ 692222 h 977376"/>
                    <a:gd name="connsiteX10" fmla="*/ 464629 w 1575603"/>
                    <a:gd name="connsiteY10" fmla="*/ 582768 h 977376"/>
                    <a:gd name="connsiteX11" fmla="*/ 606110 w 1575603"/>
                    <a:gd name="connsiteY11" fmla="*/ 501062 h 977376"/>
                    <a:gd name="connsiteX12" fmla="*/ 715564 w 1575603"/>
                    <a:gd name="connsiteY12" fmla="*/ 530377 h 977376"/>
                    <a:gd name="connsiteX13" fmla="*/ 686249 w 1575603"/>
                    <a:gd name="connsiteY13" fmla="*/ 639831 h 977376"/>
                    <a:gd name="connsiteX14" fmla="*/ 544768 w 1575603"/>
                    <a:gd name="connsiteY14" fmla="*/ 721537 h 977376"/>
                    <a:gd name="connsiteX15" fmla="*/ 504776 w 1575603"/>
                    <a:gd name="connsiteY15" fmla="*/ 732291 h 977376"/>
                    <a:gd name="connsiteX16" fmla="*/ 929343 w 1575603"/>
                    <a:gd name="connsiteY16" fmla="*/ 487166 h 977376"/>
                    <a:gd name="connsiteX17" fmla="*/ 859884 w 1575603"/>
                    <a:gd name="connsiteY17" fmla="*/ 447098 h 977376"/>
                    <a:gd name="connsiteX18" fmla="*/ 889198 w 1575603"/>
                    <a:gd name="connsiteY18" fmla="*/ 337644 h 977376"/>
                    <a:gd name="connsiteX19" fmla="*/ 1030757 w 1575603"/>
                    <a:gd name="connsiteY19" fmla="*/ 255938 h 977376"/>
                    <a:gd name="connsiteX20" fmla="*/ 1140211 w 1575603"/>
                    <a:gd name="connsiteY20" fmla="*/ 285253 h 977376"/>
                    <a:gd name="connsiteX21" fmla="*/ 1110896 w 1575603"/>
                    <a:gd name="connsiteY21" fmla="*/ 394706 h 977376"/>
                    <a:gd name="connsiteX22" fmla="*/ 969337 w 1575603"/>
                    <a:gd name="connsiteY22" fmla="*/ 476413 h 977376"/>
                    <a:gd name="connsiteX23" fmla="*/ 929345 w 1575603"/>
                    <a:gd name="connsiteY23" fmla="*/ 487167 h 977376"/>
                    <a:gd name="connsiteX24" fmla="*/ 1353991 w 1575603"/>
                    <a:gd name="connsiteY24" fmla="*/ 242041 h 977376"/>
                    <a:gd name="connsiteX25" fmla="*/ 1284531 w 1575603"/>
                    <a:gd name="connsiteY25" fmla="*/ 201973 h 977376"/>
                    <a:gd name="connsiteX26" fmla="*/ 1313846 w 1575603"/>
                    <a:gd name="connsiteY26" fmla="*/ 92519 h 977376"/>
                    <a:gd name="connsiteX27" fmla="*/ 1455405 w 1575603"/>
                    <a:gd name="connsiteY27" fmla="*/ 10813 h 977376"/>
                    <a:gd name="connsiteX28" fmla="*/ 1564858 w 1575603"/>
                    <a:gd name="connsiteY28" fmla="*/ 40128 h 977376"/>
                    <a:gd name="connsiteX29" fmla="*/ 1535543 w 1575603"/>
                    <a:gd name="connsiteY29" fmla="*/ 149582 h 977376"/>
                    <a:gd name="connsiteX30" fmla="*/ 1393985 w 1575603"/>
                    <a:gd name="connsiteY30" fmla="*/ 231288 h 977376"/>
                    <a:gd name="connsiteX31" fmla="*/ 1353993 w 1575603"/>
                    <a:gd name="connsiteY31" fmla="*/ 242043 h 97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75603" h="977376">
                      <a:moveTo>
                        <a:pt x="80205" y="977376"/>
                      </a:moveTo>
                      <a:cubicBezTo>
                        <a:pt x="52536" y="977376"/>
                        <a:pt x="25632" y="962986"/>
                        <a:pt x="10746" y="937308"/>
                      </a:cubicBezTo>
                      <a:cubicBezTo>
                        <a:pt x="-11375" y="898999"/>
                        <a:pt x="1752" y="849975"/>
                        <a:pt x="40060" y="827854"/>
                      </a:cubicBezTo>
                      <a:lnTo>
                        <a:pt x="181541" y="746148"/>
                      </a:lnTo>
                      <a:cubicBezTo>
                        <a:pt x="219850" y="724104"/>
                        <a:pt x="268835" y="737039"/>
                        <a:pt x="290995" y="775463"/>
                      </a:cubicBezTo>
                      <a:cubicBezTo>
                        <a:pt x="313115" y="813771"/>
                        <a:pt x="299988" y="862795"/>
                        <a:pt x="261680" y="884916"/>
                      </a:cubicBezTo>
                      <a:lnTo>
                        <a:pt x="120199" y="966622"/>
                      </a:lnTo>
                      <a:cubicBezTo>
                        <a:pt x="107570" y="973932"/>
                        <a:pt x="93793" y="977377"/>
                        <a:pt x="80207" y="977377"/>
                      </a:cubicBezTo>
                      <a:close/>
                      <a:moveTo>
                        <a:pt x="504774" y="732290"/>
                      </a:moveTo>
                      <a:cubicBezTo>
                        <a:pt x="477105" y="732290"/>
                        <a:pt x="450201" y="717901"/>
                        <a:pt x="435315" y="692222"/>
                      </a:cubicBezTo>
                      <a:cubicBezTo>
                        <a:pt x="413194" y="653913"/>
                        <a:pt x="426321" y="604889"/>
                        <a:pt x="464629" y="582768"/>
                      </a:cubicBezTo>
                      <a:lnTo>
                        <a:pt x="606110" y="501062"/>
                      </a:lnTo>
                      <a:cubicBezTo>
                        <a:pt x="644342" y="478942"/>
                        <a:pt x="693443" y="491954"/>
                        <a:pt x="715564" y="530377"/>
                      </a:cubicBezTo>
                      <a:cubicBezTo>
                        <a:pt x="737684" y="568686"/>
                        <a:pt x="724557" y="617710"/>
                        <a:pt x="686249" y="639831"/>
                      </a:cubicBezTo>
                      <a:lnTo>
                        <a:pt x="544768" y="721537"/>
                      </a:lnTo>
                      <a:cubicBezTo>
                        <a:pt x="532177" y="728770"/>
                        <a:pt x="518400" y="732291"/>
                        <a:pt x="504776" y="732291"/>
                      </a:cubicBezTo>
                      <a:close/>
                      <a:moveTo>
                        <a:pt x="929343" y="487166"/>
                      </a:moveTo>
                      <a:cubicBezTo>
                        <a:pt x="901636" y="487166"/>
                        <a:pt x="874770" y="472776"/>
                        <a:pt x="859884" y="447098"/>
                      </a:cubicBezTo>
                      <a:cubicBezTo>
                        <a:pt x="837763" y="408751"/>
                        <a:pt x="850890" y="359765"/>
                        <a:pt x="889198" y="337644"/>
                      </a:cubicBezTo>
                      <a:lnTo>
                        <a:pt x="1030757" y="255938"/>
                      </a:lnTo>
                      <a:cubicBezTo>
                        <a:pt x="1069104" y="233818"/>
                        <a:pt x="1118090" y="246868"/>
                        <a:pt x="1140211" y="285253"/>
                      </a:cubicBezTo>
                      <a:cubicBezTo>
                        <a:pt x="1162331" y="323600"/>
                        <a:pt x="1149205" y="372585"/>
                        <a:pt x="1110896" y="394706"/>
                      </a:cubicBezTo>
                      <a:lnTo>
                        <a:pt x="969337" y="476413"/>
                      </a:lnTo>
                      <a:cubicBezTo>
                        <a:pt x="956708" y="483646"/>
                        <a:pt x="942931" y="487167"/>
                        <a:pt x="929345" y="487167"/>
                      </a:cubicBezTo>
                      <a:close/>
                      <a:moveTo>
                        <a:pt x="1353991" y="242041"/>
                      </a:moveTo>
                      <a:cubicBezTo>
                        <a:pt x="1326283" y="242041"/>
                        <a:pt x="1299418" y="227651"/>
                        <a:pt x="1284531" y="201973"/>
                      </a:cubicBezTo>
                      <a:cubicBezTo>
                        <a:pt x="1262411" y="163626"/>
                        <a:pt x="1275538" y="114641"/>
                        <a:pt x="1313846" y="92519"/>
                      </a:cubicBezTo>
                      <a:lnTo>
                        <a:pt x="1455405" y="10813"/>
                      </a:lnTo>
                      <a:cubicBezTo>
                        <a:pt x="1493714" y="-11421"/>
                        <a:pt x="1542738" y="1743"/>
                        <a:pt x="1564858" y="40128"/>
                      </a:cubicBezTo>
                      <a:cubicBezTo>
                        <a:pt x="1586978" y="78475"/>
                        <a:pt x="1573852" y="127461"/>
                        <a:pt x="1535543" y="149582"/>
                      </a:cubicBezTo>
                      <a:lnTo>
                        <a:pt x="1393985" y="231288"/>
                      </a:lnTo>
                      <a:cubicBezTo>
                        <a:pt x="1381355" y="238559"/>
                        <a:pt x="1367578" y="242043"/>
                        <a:pt x="1353993" y="242043"/>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grpSp>
        </p:grpSp>
        <p:grpSp>
          <p:nvGrpSpPr>
            <p:cNvPr id="27" name="Grupo 2">
              <a:extLst>
                <a:ext uri="{FF2B5EF4-FFF2-40B4-BE49-F238E27FC236}">
                  <a16:creationId xmlns:a16="http://schemas.microsoft.com/office/drawing/2014/main" id="{6B269BA7-C60F-F13C-F914-AD3C9BD953AF}"/>
                </a:ext>
              </a:extLst>
            </p:cNvPr>
            <p:cNvGrpSpPr/>
            <p:nvPr/>
          </p:nvGrpSpPr>
          <p:grpSpPr>
            <a:xfrm>
              <a:off x="4449673" y="1676786"/>
              <a:ext cx="3246527" cy="612000"/>
              <a:chOff x="4449673" y="1676786"/>
              <a:chExt cx="3246527" cy="612000"/>
            </a:xfrm>
          </p:grpSpPr>
          <p:sp>
            <p:nvSpPr>
              <p:cNvPr id="28" name="TextBox 27">
                <a:extLst>
                  <a:ext uri="{FF2B5EF4-FFF2-40B4-BE49-F238E27FC236}">
                    <a16:creationId xmlns:a16="http://schemas.microsoft.com/office/drawing/2014/main" id="{FD14866E-94AD-1E1B-6DC2-D71D81F80F4E}"/>
                  </a:ext>
                </a:extLst>
              </p:cNvPr>
              <p:cNvSpPr txBox="1">
                <a:spLocks/>
              </p:cNvSpPr>
              <p:nvPr/>
            </p:nvSpPr>
            <p:spPr>
              <a:xfrm>
                <a:off x="5037225" y="1736565"/>
                <a:ext cx="2658975" cy="492443"/>
              </a:xfrm>
              <a:prstGeom prst="rect">
                <a:avLst/>
              </a:prstGeom>
              <a:solidFill>
                <a:schemeClr val="bg1"/>
              </a:solidFill>
            </p:spPr>
            <p:txBody>
              <a:bodyPr wrap="square" lIns="14400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raphik"/>
                    <a:ea typeface="+mn-ea"/>
                    <a:cs typeface="+mn-cs"/>
                  </a:rPr>
                  <a:t>PHASE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mn-cs"/>
                  </a:rPr>
                  <a:t>Month X-X</a:t>
                </a:r>
              </a:p>
            </p:txBody>
          </p:sp>
          <p:sp>
            <p:nvSpPr>
              <p:cNvPr id="29" name="Rectángulo 6">
                <a:extLst>
                  <a:ext uri="{FF2B5EF4-FFF2-40B4-BE49-F238E27FC236}">
                    <a16:creationId xmlns:a16="http://schemas.microsoft.com/office/drawing/2014/main" id="{DDE8F343-2380-B1F7-E853-15A18B1085E1}"/>
                  </a:ext>
                </a:extLst>
              </p:cNvPr>
              <p:cNvSpPr/>
              <p:nvPr/>
            </p:nvSpPr>
            <p:spPr>
              <a:xfrm>
                <a:off x="4449673" y="1676786"/>
                <a:ext cx="612000" cy="61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Graphik"/>
                  <a:ea typeface="+mn-ea"/>
                  <a:cs typeface="+mn-cs"/>
                </a:endParaRPr>
              </a:p>
            </p:txBody>
          </p:sp>
          <p:cxnSp>
            <p:nvCxnSpPr>
              <p:cNvPr id="30" name="Conector recto 10">
                <a:extLst>
                  <a:ext uri="{FF2B5EF4-FFF2-40B4-BE49-F238E27FC236}">
                    <a16:creationId xmlns:a16="http://schemas.microsoft.com/office/drawing/2014/main" id="{51F3F4AE-A0CB-60B3-0E94-FD164A01355C}"/>
                  </a:ext>
                </a:extLst>
              </p:cNvPr>
              <p:cNvCxnSpPr>
                <a:cxnSpLocks/>
              </p:cNvCxnSpPr>
              <p:nvPr/>
            </p:nvCxnSpPr>
            <p:spPr>
              <a:xfrm>
                <a:off x="7696200" y="1789348"/>
                <a:ext cx="0" cy="386876"/>
              </a:xfrm>
              <a:prstGeom prst="line">
                <a:avLst/>
              </a:prstGeom>
              <a:ln w="317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5A03E349-B7CC-7E6D-B7F8-8552ADBDD797}"/>
                  </a:ext>
                </a:extLst>
              </p:cNvPr>
              <p:cNvSpPr>
                <a:spLocks noChangeAspect="1"/>
              </p:cNvSpPr>
              <p:nvPr/>
            </p:nvSpPr>
            <p:spPr>
              <a:xfrm>
                <a:off x="4575668" y="1802786"/>
                <a:ext cx="360011" cy="360000"/>
              </a:xfrm>
              <a:custGeom>
                <a:avLst/>
                <a:gdLst>
                  <a:gd name="connsiteX0" fmla="*/ 2852938 w 3419984"/>
                  <a:gd name="connsiteY0" fmla="*/ 3419880 h 3419879"/>
                  <a:gd name="connsiteX1" fmla="*/ 438922 w 3419984"/>
                  <a:gd name="connsiteY1" fmla="*/ 3419880 h 3419879"/>
                  <a:gd name="connsiteX2" fmla="*/ 0 w 3419984"/>
                  <a:gd name="connsiteY2" fmla="*/ 2980958 h 3419879"/>
                  <a:gd name="connsiteX3" fmla="*/ 0 w 3419984"/>
                  <a:gd name="connsiteY3" fmla="*/ 566942 h 3419879"/>
                  <a:gd name="connsiteX4" fmla="*/ 438922 w 3419984"/>
                  <a:gd name="connsiteY4" fmla="*/ 128020 h 3419879"/>
                  <a:gd name="connsiteX5" fmla="*/ 2084842 w 3419984"/>
                  <a:gd name="connsiteY5" fmla="*/ 128020 h 3419879"/>
                  <a:gd name="connsiteX6" fmla="*/ 2194560 w 3419984"/>
                  <a:gd name="connsiteY6" fmla="*/ 237738 h 3419879"/>
                  <a:gd name="connsiteX7" fmla="*/ 2084842 w 3419984"/>
                  <a:gd name="connsiteY7" fmla="*/ 347456 h 3419879"/>
                  <a:gd name="connsiteX8" fmla="*/ 438922 w 3419984"/>
                  <a:gd name="connsiteY8" fmla="*/ 347494 h 3419879"/>
                  <a:gd name="connsiteX9" fmla="*/ 219485 w 3419984"/>
                  <a:gd name="connsiteY9" fmla="*/ 566931 h 3419879"/>
                  <a:gd name="connsiteX10" fmla="*/ 219485 w 3419984"/>
                  <a:gd name="connsiteY10" fmla="*/ 2980947 h 3419879"/>
                  <a:gd name="connsiteX11" fmla="*/ 438922 w 3419984"/>
                  <a:gd name="connsiteY11" fmla="*/ 3200383 h 3419879"/>
                  <a:gd name="connsiteX12" fmla="*/ 2852938 w 3419984"/>
                  <a:gd name="connsiteY12" fmla="*/ 3200383 h 3419879"/>
                  <a:gd name="connsiteX13" fmla="*/ 3072374 w 3419984"/>
                  <a:gd name="connsiteY13" fmla="*/ 2980947 h 3419879"/>
                  <a:gd name="connsiteX14" fmla="*/ 3072374 w 3419984"/>
                  <a:gd name="connsiteY14" fmla="*/ 1335027 h 3419879"/>
                  <a:gd name="connsiteX15" fmla="*/ 3182092 w 3419984"/>
                  <a:gd name="connsiteY15" fmla="*/ 1225309 h 3419879"/>
                  <a:gd name="connsiteX16" fmla="*/ 3291811 w 3419984"/>
                  <a:gd name="connsiteY16" fmla="*/ 1335027 h 3419879"/>
                  <a:gd name="connsiteX17" fmla="*/ 3291811 w 3419984"/>
                  <a:gd name="connsiteY17" fmla="*/ 2980947 h 3419879"/>
                  <a:gd name="connsiteX18" fmla="*/ 2852928 w 3419984"/>
                  <a:gd name="connsiteY18" fmla="*/ 3419869 h 3419879"/>
                  <a:gd name="connsiteX19" fmla="*/ 1613599 w 3419984"/>
                  <a:gd name="connsiteY19" fmla="*/ 2290269 h 3419879"/>
                  <a:gd name="connsiteX20" fmla="*/ 3323691 w 3419984"/>
                  <a:gd name="connsiteY20" fmla="*/ 580178 h 3419879"/>
                  <a:gd name="connsiteX21" fmla="*/ 3323691 w 3419984"/>
                  <a:gd name="connsiteY21" fmla="*/ 114931 h 3419879"/>
                  <a:gd name="connsiteX22" fmla="*/ 3305054 w 3419984"/>
                  <a:gd name="connsiteY22" fmla="*/ 96294 h 3419879"/>
                  <a:gd name="connsiteX23" fmla="*/ 2839807 w 3419984"/>
                  <a:gd name="connsiteY23" fmla="*/ 96294 h 3419879"/>
                  <a:gd name="connsiteX24" fmla="*/ 1129716 w 3419984"/>
                  <a:gd name="connsiteY24" fmla="*/ 1806385 h 3419879"/>
                  <a:gd name="connsiteX25" fmla="*/ 1097339 w 3419984"/>
                  <a:gd name="connsiteY25" fmla="*/ 1883729 h 3419879"/>
                  <a:gd name="connsiteX26" fmla="*/ 1097339 w 3419984"/>
                  <a:gd name="connsiteY26" fmla="*/ 2212932 h 3419879"/>
                  <a:gd name="connsiteX27" fmla="*/ 1207057 w 3419984"/>
                  <a:gd name="connsiteY27" fmla="*/ 2322650 h 3419879"/>
                  <a:gd name="connsiteX28" fmla="*/ 1536261 w 3419984"/>
                  <a:gd name="connsiteY28" fmla="*/ 2322650 h 3419879"/>
                  <a:gd name="connsiteX29" fmla="*/ 1613604 w 3419984"/>
                  <a:gd name="connsiteY29" fmla="*/ 2290274 h 3419879"/>
                  <a:gd name="connsiteX30" fmla="*/ 1316775 w 3419984"/>
                  <a:gd name="connsiteY30" fmla="*/ 1929264 h 3419879"/>
                  <a:gd name="connsiteX31" fmla="*/ 2995026 w 3419984"/>
                  <a:gd name="connsiteY31" fmla="*/ 251013 h 3419879"/>
                  <a:gd name="connsiteX32" fmla="*/ 3150291 w 3419984"/>
                  <a:gd name="connsiteY32" fmla="*/ 251013 h 3419879"/>
                  <a:gd name="connsiteX33" fmla="*/ 3168928 w 3419984"/>
                  <a:gd name="connsiteY33" fmla="*/ 269650 h 3419879"/>
                  <a:gd name="connsiteX34" fmla="*/ 3168928 w 3419984"/>
                  <a:gd name="connsiteY34" fmla="*/ 424915 h 3419879"/>
                  <a:gd name="connsiteX35" fmla="*/ 1490678 w 3419984"/>
                  <a:gd name="connsiteY35" fmla="*/ 2103264 h 3419879"/>
                  <a:gd name="connsiteX36" fmla="*/ 1316739 w 3419984"/>
                  <a:gd name="connsiteY36" fmla="*/ 2103264 h 3419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19984" h="3419879">
                    <a:moveTo>
                      <a:pt x="2852938" y="3419880"/>
                    </a:moveTo>
                    <a:lnTo>
                      <a:pt x="438922" y="3419880"/>
                    </a:lnTo>
                    <a:cubicBezTo>
                      <a:pt x="196981" y="3419880"/>
                      <a:pt x="0" y="3222908"/>
                      <a:pt x="0" y="2980958"/>
                    </a:cubicBezTo>
                    <a:lnTo>
                      <a:pt x="0" y="566942"/>
                    </a:lnTo>
                    <a:cubicBezTo>
                      <a:pt x="0" y="325001"/>
                      <a:pt x="196972" y="128020"/>
                      <a:pt x="438922" y="128020"/>
                    </a:cubicBezTo>
                    <a:lnTo>
                      <a:pt x="2084842" y="128020"/>
                    </a:lnTo>
                    <a:cubicBezTo>
                      <a:pt x="2145729" y="128020"/>
                      <a:pt x="2194560" y="176853"/>
                      <a:pt x="2194560" y="237738"/>
                    </a:cubicBezTo>
                    <a:cubicBezTo>
                      <a:pt x="2194560" y="298625"/>
                      <a:pt x="2145727" y="347456"/>
                      <a:pt x="2084842" y="347456"/>
                    </a:cubicBezTo>
                    <a:lnTo>
                      <a:pt x="438922" y="347494"/>
                    </a:lnTo>
                    <a:cubicBezTo>
                      <a:pt x="317682" y="347494"/>
                      <a:pt x="219485" y="445691"/>
                      <a:pt x="219485" y="566931"/>
                    </a:cubicBezTo>
                    <a:lnTo>
                      <a:pt x="219485" y="2980947"/>
                    </a:lnTo>
                    <a:cubicBezTo>
                      <a:pt x="219485" y="3102187"/>
                      <a:pt x="317682" y="3200383"/>
                      <a:pt x="438922" y="3200383"/>
                    </a:cubicBezTo>
                    <a:lnTo>
                      <a:pt x="2852938" y="3200383"/>
                    </a:lnTo>
                    <a:cubicBezTo>
                      <a:pt x="2974178" y="3200383"/>
                      <a:pt x="3072374" y="3102187"/>
                      <a:pt x="3072374" y="2980947"/>
                    </a:cubicBezTo>
                    <a:lnTo>
                      <a:pt x="3072374" y="1335027"/>
                    </a:lnTo>
                    <a:cubicBezTo>
                      <a:pt x="3072374" y="1274140"/>
                      <a:pt x="3121207" y="1225309"/>
                      <a:pt x="3182092" y="1225309"/>
                    </a:cubicBezTo>
                    <a:cubicBezTo>
                      <a:pt x="3242978" y="1225309"/>
                      <a:pt x="3291811" y="1274142"/>
                      <a:pt x="3291811" y="1335027"/>
                    </a:cubicBezTo>
                    <a:lnTo>
                      <a:pt x="3291811" y="2980947"/>
                    </a:lnTo>
                    <a:cubicBezTo>
                      <a:pt x="3291849" y="3222926"/>
                      <a:pt x="3094869" y="3419869"/>
                      <a:pt x="2852928" y="3419869"/>
                    </a:cubicBezTo>
                    <a:close/>
                    <a:moveTo>
                      <a:pt x="1613599" y="2290269"/>
                    </a:moveTo>
                    <a:lnTo>
                      <a:pt x="3323691" y="580178"/>
                    </a:lnTo>
                    <a:cubicBezTo>
                      <a:pt x="3452083" y="451786"/>
                      <a:pt x="3452083" y="243322"/>
                      <a:pt x="3323691" y="114931"/>
                    </a:cubicBezTo>
                    <a:lnTo>
                      <a:pt x="3305054" y="96294"/>
                    </a:lnTo>
                    <a:cubicBezTo>
                      <a:pt x="3176662" y="-32098"/>
                      <a:pt x="2968199" y="-32098"/>
                      <a:pt x="2839807" y="96294"/>
                    </a:cubicBezTo>
                    <a:lnTo>
                      <a:pt x="1129716" y="1806385"/>
                    </a:lnTo>
                    <a:cubicBezTo>
                      <a:pt x="1108858" y="1826668"/>
                      <a:pt x="1097339" y="1854682"/>
                      <a:pt x="1097339" y="1883729"/>
                    </a:cubicBezTo>
                    <a:lnTo>
                      <a:pt x="1097339" y="2212932"/>
                    </a:lnTo>
                    <a:cubicBezTo>
                      <a:pt x="1097339" y="2273820"/>
                      <a:pt x="1146172" y="2322650"/>
                      <a:pt x="1207057" y="2322650"/>
                    </a:cubicBezTo>
                    <a:lnTo>
                      <a:pt x="1536261" y="2322650"/>
                    </a:lnTo>
                    <a:cubicBezTo>
                      <a:pt x="1565307" y="2322650"/>
                      <a:pt x="1593321" y="2311131"/>
                      <a:pt x="1613604" y="2290274"/>
                    </a:cubicBezTo>
                    <a:close/>
                    <a:moveTo>
                      <a:pt x="1316775" y="1929264"/>
                    </a:moveTo>
                    <a:lnTo>
                      <a:pt x="2995026" y="251013"/>
                    </a:lnTo>
                    <a:cubicBezTo>
                      <a:pt x="3037812" y="208227"/>
                      <a:pt x="3107497" y="208227"/>
                      <a:pt x="3150291" y="251013"/>
                    </a:cubicBezTo>
                    <a:lnTo>
                      <a:pt x="3168928" y="269650"/>
                    </a:lnTo>
                    <a:cubicBezTo>
                      <a:pt x="3211714" y="312436"/>
                      <a:pt x="3211714" y="382121"/>
                      <a:pt x="3168928" y="424915"/>
                    </a:cubicBezTo>
                    <a:lnTo>
                      <a:pt x="1490678" y="2103264"/>
                    </a:lnTo>
                    <a:lnTo>
                      <a:pt x="1316739" y="2103264"/>
                    </a:lnTo>
                    <a:close/>
                  </a:path>
                </a:pathLst>
              </a:custGeom>
              <a:solidFill>
                <a:schemeClr val="bg1"/>
              </a:solid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grpSp>
        <p:sp>
          <p:nvSpPr>
            <p:cNvPr id="32" name="Freeform: Shape 31">
              <a:extLst>
                <a:ext uri="{FF2B5EF4-FFF2-40B4-BE49-F238E27FC236}">
                  <a16:creationId xmlns:a16="http://schemas.microsoft.com/office/drawing/2014/main" id="{F40294AC-D512-6ECC-3230-70C122F2FC1D}"/>
                </a:ext>
              </a:extLst>
            </p:cNvPr>
            <p:cNvSpPr>
              <a:spLocks noChangeAspect="1"/>
            </p:cNvSpPr>
            <p:nvPr/>
          </p:nvSpPr>
          <p:spPr>
            <a:xfrm>
              <a:off x="8443310" y="1802786"/>
              <a:ext cx="396169" cy="360000"/>
            </a:xfrm>
            <a:custGeom>
              <a:avLst/>
              <a:gdLst>
                <a:gd name="connsiteX0" fmla="*/ 5201822 w 5212142"/>
                <a:gd name="connsiteY0" fmla="*/ 4632786 h 4736288"/>
                <a:gd name="connsiteX1" fmla="*/ 3206535 w 5212142"/>
                <a:gd name="connsiteY1" fmla="*/ 1440387 h 4736288"/>
                <a:gd name="connsiteX2" fmla="*/ 3181468 w 5212142"/>
                <a:gd name="connsiteY2" fmla="*/ 1414325 h 4736288"/>
                <a:gd name="connsiteX3" fmla="*/ 3181468 w 5212142"/>
                <a:gd name="connsiteY3" fmla="*/ 65748 h 4736288"/>
                <a:gd name="connsiteX4" fmla="*/ 3113807 w 5212142"/>
                <a:gd name="connsiteY4" fmla="*/ 0 h 4736288"/>
                <a:gd name="connsiteX5" fmla="*/ 3046107 w 5212142"/>
                <a:gd name="connsiteY5" fmla="*/ 65748 h 4736288"/>
                <a:gd name="connsiteX6" fmla="*/ 3046107 w 5212142"/>
                <a:gd name="connsiteY6" fmla="*/ 133524 h 4736288"/>
                <a:gd name="connsiteX7" fmla="*/ 2385025 w 5212142"/>
                <a:gd name="connsiteY7" fmla="*/ 133524 h 4736288"/>
                <a:gd name="connsiteX8" fmla="*/ 2278139 w 5212142"/>
                <a:gd name="connsiteY8" fmla="*/ 177803 h 4736288"/>
                <a:gd name="connsiteX9" fmla="*/ 2233822 w 5212142"/>
                <a:gd name="connsiteY9" fmla="*/ 284650 h 4736288"/>
                <a:gd name="connsiteX10" fmla="*/ 2233822 w 5212142"/>
                <a:gd name="connsiteY10" fmla="*/ 320777 h 4736288"/>
                <a:gd name="connsiteX11" fmla="*/ 2218016 w 5212142"/>
                <a:gd name="connsiteY11" fmla="*/ 336583 h 4736288"/>
                <a:gd name="connsiteX12" fmla="*/ 1489236 w 5212142"/>
                <a:gd name="connsiteY12" fmla="*/ 336583 h 4736288"/>
                <a:gd name="connsiteX13" fmla="*/ 1426665 w 5212142"/>
                <a:gd name="connsiteY13" fmla="*/ 378335 h 4736288"/>
                <a:gd name="connsiteX14" fmla="*/ 1441399 w 5212142"/>
                <a:gd name="connsiteY14" fmla="*/ 452120 h 4736288"/>
                <a:gd name="connsiteX15" fmla="*/ 1799641 w 5212142"/>
                <a:gd name="connsiteY15" fmla="*/ 810440 h 4736288"/>
                <a:gd name="connsiteX16" fmla="*/ 1441399 w 5212142"/>
                <a:gd name="connsiteY16" fmla="*/ 1168761 h 4736288"/>
                <a:gd name="connsiteX17" fmla="*/ 1441399 w 5212142"/>
                <a:gd name="connsiteY17" fmla="*/ 1168723 h 4736288"/>
                <a:gd name="connsiteX18" fmla="*/ 1426741 w 5212142"/>
                <a:gd name="connsiteY18" fmla="*/ 1242469 h 4736288"/>
                <a:gd name="connsiteX19" fmla="*/ 1489236 w 5212142"/>
                <a:gd name="connsiteY19" fmla="*/ 1284221 h 4736288"/>
                <a:gd name="connsiteX20" fmla="*/ 2218016 w 5212142"/>
                <a:gd name="connsiteY20" fmla="*/ 1284221 h 4736288"/>
                <a:gd name="connsiteX21" fmla="*/ 2324825 w 5212142"/>
                <a:gd name="connsiteY21" fmla="*/ 1239905 h 4736288"/>
                <a:gd name="connsiteX22" fmla="*/ 2369141 w 5212142"/>
                <a:gd name="connsiteY22" fmla="*/ 1133096 h 4736288"/>
                <a:gd name="connsiteX23" fmla="*/ 2369141 w 5212142"/>
                <a:gd name="connsiteY23" fmla="*/ 1081126 h 4736288"/>
                <a:gd name="connsiteX24" fmla="*/ 3046104 w 5212142"/>
                <a:gd name="connsiteY24" fmla="*/ 1081126 h 4736288"/>
                <a:gd name="connsiteX25" fmla="*/ 3046104 w 5212142"/>
                <a:gd name="connsiteY25" fmla="*/ 1414268 h 4736288"/>
                <a:gd name="connsiteX26" fmla="*/ 3020999 w 5212142"/>
                <a:gd name="connsiteY26" fmla="*/ 1440252 h 4736288"/>
                <a:gd name="connsiteX27" fmla="*/ 2098461 w 5212142"/>
                <a:gd name="connsiteY27" fmla="*/ 2916388 h 4736288"/>
                <a:gd name="connsiteX28" fmla="*/ 1683571 w 5212142"/>
                <a:gd name="connsiteY28" fmla="*/ 2252514 h 4736288"/>
                <a:gd name="connsiteX29" fmla="*/ 1683571 w 5212142"/>
                <a:gd name="connsiteY29" fmla="*/ 2252552 h 4736288"/>
                <a:gd name="connsiteX30" fmla="*/ 1590766 w 5212142"/>
                <a:gd name="connsiteY30" fmla="*/ 2204179 h 4736288"/>
                <a:gd name="connsiteX31" fmla="*/ 1497961 w 5212142"/>
                <a:gd name="connsiteY31" fmla="*/ 2252552 h 4736288"/>
                <a:gd name="connsiteX32" fmla="*/ 10362 w 5212142"/>
                <a:gd name="connsiteY32" fmla="*/ 4632768 h 4736288"/>
                <a:gd name="connsiteX33" fmla="*/ 8487 w 5212142"/>
                <a:gd name="connsiteY33" fmla="*/ 4701463 h 4736288"/>
                <a:gd name="connsiteX34" fmla="*/ 67729 w 5212142"/>
                <a:gd name="connsiteY34" fmla="*/ 4736289 h 4736288"/>
                <a:gd name="connsiteX35" fmla="*/ 5144413 w 5212142"/>
                <a:gd name="connsiteY35" fmla="*/ 4736289 h 4736288"/>
                <a:gd name="connsiteX36" fmla="*/ 5203656 w 5212142"/>
                <a:gd name="connsiteY36" fmla="*/ 4701463 h 4736288"/>
                <a:gd name="connsiteX37" fmla="*/ 5201780 w 5212142"/>
                <a:gd name="connsiteY37" fmla="*/ 4632768 h 4736288"/>
                <a:gd name="connsiteX38" fmla="*/ 2233679 w 5212142"/>
                <a:gd name="connsiteY38" fmla="*/ 1133148 h 4736288"/>
                <a:gd name="connsiteX39" fmla="*/ 2233717 w 5212142"/>
                <a:gd name="connsiteY39" fmla="*/ 1133148 h 4736288"/>
                <a:gd name="connsiteX40" fmla="*/ 2217912 w 5212142"/>
                <a:gd name="connsiteY40" fmla="*/ 1148916 h 4736288"/>
                <a:gd name="connsiteX41" fmla="*/ 1652812 w 5212142"/>
                <a:gd name="connsiteY41" fmla="*/ 1148916 h 4736288"/>
                <a:gd name="connsiteX42" fmla="*/ 1943592 w 5212142"/>
                <a:gd name="connsiteY42" fmla="*/ 858137 h 4736288"/>
                <a:gd name="connsiteX43" fmla="*/ 1963415 w 5212142"/>
                <a:gd name="connsiteY43" fmla="*/ 810299 h 4736288"/>
                <a:gd name="connsiteX44" fmla="*/ 1943592 w 5212142"/>
                <a:gd name="connsiteY44" fmla="*/ 762462 h 4736288"/>
                <a:gd name="connsiteX45" fmla="*/ 1652812 w 5212142"/>
                <a:gd name="connsiteY45" fmla="*/ 471683 h 4736288"/>
                <a:gd name="connsiteX46" fmla="*/ 2217912 w 5212142"/>
                <a:gd name="connsiteY46" fmla="*/ 471683 h 4736288"/>
                <a:gd name="connsiteX47" fmla="*/ 2233717 w 5212142"/>
                <a:gd name="connsiteY47" fmla="*/ 470917 h 4736288"/>
                <a:gd name="connsiteX48" fmla="*/ 2233717 w 5212142"/>
                <a:gd name="connsiteY48" fmla="*/ 1133145 h 4736288"/>
                <a:gd name="connsiteX49" fmla="*/ 2369036 w 5212142"/>
                <a:gd name="connsiteY49" fmla="*/ 945856 h 4736288"/>
                <a:gd name="connsiteX50" fmla="*/ 2369036 w 5212142"/>
                <a:gd name="connsiteY50" fmla="*/ 284706 h 4736288"/>
                <a:gd name="connsiteX51" fmla="*/ 2373705 w 5212142"/>
                <a:gd name="connsiteY51" fmla="*/ 273531 h 4736288"/>
                <a:gd name="connsiteX52" fmla="*/ 2384918 w 5212142"/>
                <a:gd name="connsiteY52" fmla="*/ 268939 h 4736288"/>
                <a:gd name="connsiteX53" fmla="*/ 3046108 w 5212142"/>
                <a:gd name="connsiteY53" fmla="*/ 268939 h 4736288"/>
                <a:gd name="connsiteX54" fmla="*/ 3046108 w 5212142"/>
                <a:gd name="connsiteY54" fmla="*/ 945902 h 4736288"/>
                <a:gd name="connsiteX55" fmla="*/ 3113776 w 5212142"/>
                <a:gd name="connsiteY55" fmla="*/ 1547352 h 4736288"/>
                <a:gd name="connsiteX56" fmla="*/ 3704700 w 5212142"/>
                <a:gd name="connsiteY56" fmla="*/ 2492894 h 4736288"/>
                <a:gd name="connsiteX57" fmla="*/ 3452307 w 5212142"/>
                <a:gd name="connsiteY57" fmla="*/ 2745288 h 4736288"/>
                <a:gd name="connsiteX58" fmla="*/ 3161527 w 5212142"/>
                <a:gd name="connsiteY58" fmla="*/ 2454509 h 4736288"/>
                <a:gd name="connsiteX59" fmla="*/ 3161566 w 5212142"/>
                <a:gd name="connsiteY59" fmla="*/ 2454470 h 4736288"/>
                <a:gd name="connsiteX60" fmla="*/ 3065890 w 5212142"/>
                <a:gd name="connsiteY60" fmla="*/ 2454470 h 4736288"/>
                <a:gd name="connsiteX61" fmla="*/ 2775111 w 5212142"/>
                <a:gd name="connsiteY61" fmla="*/ 2745250 h 4736288"/>
                <a:gd name="connsiteX62" fmla="*/ 2522717 w 5212142"/>
                <a:gd name="connsiteY62" fmla="*/ 2492856 h 4736288"/>
                <a:gd name="connsiteX63" fmla="*/ 1590810 w 5212142"/>
                <a:gd name="connsiteY63" fmla="*/ 2359633 h 4736288"/>
                <a:gd name="connsiteX64" fmla="*/ 2012509 w 5212142"/>
                <a:gd name="connsiteY64" fmla="*/ 3034451 h 4736288"/>
                <a:gd name="connsiteX65" fmla="*/ 1844615 w 5212142"/>
                <a:gd name="connsiteY65" fmla="*/ 3202344 h 4736288"/>
                <a:gd name="connsiteX66" fmla="*/ 1638650 w 5212142"/>
                <a:gd name="connsiteY66" fmla="*/ 2996379 h 4736288"/>
                <a:gd name="connsiteX67" fmla="*/ 1542974 w 5212142"/>
                <a:gd name="connsiteY67" fmla="*/ 2996379 h 4736288"/>
                <a:gd name="connsiteX68" fmla="*/ 1336970 w 5212142"/>
                <a:gd name="connsiteY68" fmla="*/ 3202344 h 4736288"/>
                <a:gd name="connsiteX69" fmla="*/ 1169076 w 5212142"/>
                <a:gd name="connsiteY69" fmla="*/ 3034529 h 4736288"/>
                <a:gd name="connsiteX70" fmla="*/ 189917 w 5212142"/>
                <a:gd name="connsiteY70" fmla="*/ 4601024 h 4736288"/>
                <a:gd name="connsiteX71" fmla="*/ 1095466 w 5212142"/>
                <a:gd name="connsiteY71" fmla="*/ 3152222 h 4736288"/>
                <a:gd name="connsiteX72" fmla="*/ 1289420 w 5212142"/>
                <a:gd name="connsiteY72" fmla="*/ 3345872 h 4736288"/>
                <a:gd name="connsiteX73" fmla="*/ 1385096 w 5212142"/>
                <a:gd name="connsiteY73" fmla="*/ 3345872 h 4736288"/>
                <a:gd name="connsiteX74" fmla="*/ 1591100 w 5212142"/>
                <a:gd name="connsiteY74" fmla="*/ 3139868 h 4736288"/>
                <a:gd name="connsiteX75" fmla="*/ 1797065 w 5212142"/>
                <a:gd name="connsiteY75" fmla="*/ 3345872 h 4736288"/>
                <a:gd name="connsiteX76" fmla="*/ 1820870 w 5212142"/>
                <a:gd name="connsiteY76" fmla="*/ 3360951 h 4736288"/>
                <a:gd name="connsiteX77" fmla="*/ 1533656 w 5212142"/>
                <a:gd name="connsiteY77" fmla="*/ 3820535 h 4736288"/>
                <a:gd name="connsiteX78" fmla="*/ 1533656 w 5212142"/>
                <a:gd name="connsiteY78" fmla="*/ 3820573 h 4736288"/>
                <a:gd name="connsiteX79" fmla="*/ 1522980 w 5212142"/>
                <a:gd name="connsiteY79" fmla="*/ 3872697 h 4736288"/>
                <a:gd name="connsiteX80" fmla="*/ 1553290 w 5212142"/>
                <a:gd name="connsiteY80" fmla="*/ 3916479 h 4736288"/>
                <a:gd name="connsiteX81" fmla="*/ 1605873 w 5212142"/>
                <a:gd name="connsiteY81" fmla="*/ 3924783 h 4736288"/>
                <a:gd name="connsiteX82" fmla="*/ 1648200 w 5212142"/>
                <a:gd name="connsiteY82" fmla="*/ 3892483 h 4736288"/>
                <a:gd name="connsiteX83" fmla="*/ 2155927 w 5212142"/>
                <a:gd name="connsiteY83" fmla="*/ 3080241 h 4736288"/>
                <a:gd name="connsiteX84" fmla="*/ 2449234 w 5212142"/>
                <a:gd name="connsiteY84" fmla="*/ 2610938 h 4736288"/>
                <a:gd name="connsiteX85" fmla="*/ 2727492 w 5212142"/>
                <a:gd name="connsiteY85" fmla="*/ 2889197 h 4736288"/>
                <a:gd name="connsiteX86" fmla="*/ 2823167 w 5212142"/>
                <a:gd name="connsiteY86" fmla="*/ 2889197 h 4736288"/>
                <a:gd name="connsiteX87" fmla="*/ 3113946 w 5212142"/>
                <a:gd name="connsiteY87" fmla="*/ 2598418 h 4736288"/>
                <a:gd name="connsiteX88" fmla="*/ 3404726 w 5212142"/>
                <a:gd name="connsiteY88" fmla="*/ 2889197 h 4736288"/>
                <a:gd name="connsiteX89" fmla="*/ 3500439 w 5212142"/>
                <a:gd name="connsiteY89" fmla="*/ 2889197 h 4736288"/>
                <a:gd name="connsiteX90" fmla="*/ 3778697 w 5212142"/>
                <a:gd name="connsiteY90" fmla="*/ 2610938 h 4736288"/>
                <a:gd name="connsiteX91" fmla="*/ 5022347 w 5212142"/>
                <a:gd name="connsiteY91" fmla="*/ 4601032 h 4736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5212142" h="4736288">
                  <a:moveTo>
                    <a:pt x="5201822" y="4632786"/>
                  </a:moveTo>
                  <a:lnTo>
                    <a:pt x="3206535" y="1440387"/>
                  </a:lnTo>
                  <a:cubicBezTo>
                    <a:pt x="3199915" y="1430207"/>
                    <a:pt x="3191380" y="1421367"/>
                    <a:pt x="3181468" y="1414325"/>
                  </a:cubicBezTo>
                  <a:lnTo>
                    <a:pt x="3181468" y="65748"/>
                  </a:lnTo>
                  <a:cubicBezTo>
                    <a:pt x="3180435" y="29123"/>
                    <a:pt x="3150431" y="0"/>
                    <a:pt x="3113807" y="0"/>
                  </a:cubicBezTo>
                  <a:cubicBezTo>
                    <a:pt x="3077145" y="0"/>
                    <a:pt x="3047179" y="29124"/>
                    <a:pt x="3046107" y="65748"/>
                  </a:cubicBezTo>
                  <a:lnTo>
                    <a:pt x="3046107" y="133524"/>
                  </a:lnTo>
                  <a:lnTo>
                    <a:pt x="2385025" y="133524"/>
                  </a:lnTo>
                  <a:cubicBezTo>
                    <a:pt x="2344918" y="133563"/>
                    <a:pt x="2306495" y="149483"/>
                    <a:pt x="2278139" y="177803"/>
                  </a:cubicBezTo>
                  <a:cubicBezTo>
                    <a:pt x="2249781" y="206160"/>
                    <a:pt x="2233860" y="244584"/>
                    <a:pt x="2233822" y="284650"/>
                  </a:cubicBezTo>
                  <a:lnTo>
                    <a:pt x="2233822" y="320777"/>
                  </a:lnTo>
                  <a:cubicBezTo>
                    <a:pt x="2233784" y="329464"/>
                    <a:pt x="2226704" y="336545"/>
                    <a:pt x="2218016" y="336583"/>
                  </a:cubicBezTo>
                  <a:lnTo>
                    <a:pt x="1489236" y="336583"/>
                  </a:lnTo>
                  <a:cubicBezTo>
                    <a:pt x="1461873" y="336545"/>
                    <a:pt x="1437151" y="353039"/>
                    <a:pt x="1426665" y="378335"/>
                  </a:cubicBezTo>
                  <a:cubicBezTo>
                    <a:pt x="1416179" y="403632"/>
                    <a:pt x="1421996" y="432755"/>
                    <a:pt x="1441399" y="452120"/>
                  </a:cubicBezTo>
                  <a:lnTo>
                    <a:pt x="1799641" y="810440"/>
                  </a:lnTo>
                  <a:lnTo>
                    <a:pt x="1441399" y="1168761"/>
                  </a:lnTo>
                  <a:lnTo>
                    <a:pt x="1441399" y="1168723"/>
                  </a:lnTo>
                  <a:cubicBezTo>
                    <a:pt x="1422034" y="1188088"/>
                    <a:pt x="1416255" y="1217173"/>
                    <a:pt x="1426741" y="1242469"/>
                  </a:cubicBezTo>
                  <a:cubicBezTo>
                    <a:pt x="1437189" y="1267765"/>
                    <a:pt x="1461873" y="1284221"/>
                    <a:pt x="1489236" y="1284221"/>
                  </a:cubicBezTo>
                  <a:lnTo>
                    <a:pt x="2218016" y="1284221"/>
                  </a:lnTo>
                  <a:cubicBezTo>
                    <a:pt x="2258085" y="1284183"/>
                    <a:pt x="2296508" y="1268263"/>
                    <a:pt x="2324825" y="1239905"/>
                  </a:cubicBezTo>
                  <a:cubicBezTo>
                    <a:pt x="2353183" y="1211585"/>
                    <a:pt x="2369103" y="1173162"/>
                    <a:pt x="2369141" y="1133096"/>
                  </a:cubicBezTo>
                  <a:lnTo>
                    <a:pt x="2369141" y="1081126"/>
                  </a:lnTo>
                  <a:lnTo>
                    <a:pt x="3046104" y="1081126"/>
                  </a:lnTo>
                  <a:lnTo>
                    <a:pt x="3046104" y="1414268"/>
                  </a:lnTo>
                  <a:cubicBezTo>
                    <a:pt x="3036154" y="1421233"/>
                    <a:pt x="3027620" y="1430073"/>
                    <a:pt x="3020999" y="1440252"/>
                  </a:cubicBezTo>
                  <a:lnTo>
                    <a:pt x="2098461" y="2916388"/>
                  </a:lnTo>
                  <a:lnTo>
                    <a:pt x="1683571" y="2252514"/>
                  </a:lnTo>
                  <a:lnTo>
                    <a:pt x="1683571" y="2252552"/>
                  </a:lnTo>
                  <a:cubicBezTo>
                    <a:pt x="1662369" y="2222242"/>
                    <a:pt x="1627736" y="2204179"/>
                    <a:pt x="1590766" y="2204179"/>
                  </a:cubicBezTo>
                  <a:cubicBezTo>
                    <a:pt x="1553797" y="2204179"/>
                    <a:pt x="1519163" y="2222243"/>
                    <a:pt x="1497961" y="2252552"/>
                  </a:cubicBezTo>
                  <a:lnTo>
                    <a:pt x="10362" y="4632768"/>
                  </a:lnTo>
                  <a:cubicBezTo>
                    <a:pt x="-2764" y="4653625"/>
                    <a:pt x="-3454" y="4679955"/>
                    <a:pt x="8487" y="4701463"/>
                  </a:cubicBezTo>
                  <a:cubicBezTo>
                    <a:pt x="20428" y="4723009"/>
                    <a:pt x="43122" y="4736365"/>
                    <a:pt x="67729" y="4736289"/>
                  </a:cubicBezTo>
                  <a:lnTo>
                    <a:pt x="5144413" y="4736289"/>
                  </a:lnTo>
                  <a:cubicBezTo>
                    <a:pt x="5169021" y="4736365"/>
                    <a:pt x="5191715" y="4723009"/>
                    <a:pt x="5203656" y="4701463"/>
                  </a:cubicBezTo>
                  <a:cubicBezTo>
                    <a:pt x="5215597" y="4679955"/>
                    <a:pt x="5214906" y="4653625"/>
                    <a:pt x="5201780" y="4632768"/>
                  </a:cubicBezTo>
                  <a:close/>
                  <a:moveTo>
                    <a:pt x="2233679" y="1133148"/>
                  </a:moveTo>
                  <a:lnTo>
                    <a:pt x="2233717" y="1133148"/>
                  </a:lnTo>
                  <a:cubicBezTo>
                    <a:pt x="2233679" y="1141836"/>
                    <a:pt x="2226637" y="1148916"/>
                    <a:pt x="2217912" y="1148916"/>
                  </a:cubicBezTo>
                  <a:lnTo>
                    <a:pt x="1652812" y="1148916"/>
                  </a:lnTo>
                  <a:lnTo>
                    <a:pt x="1943592" y="858137"/>
                  </a:lnTo>
                  <a:cubicBezTo>
                    <a:pt x="1956298" y="845469"/>
                    <a:pt x="1963415" y="828248"/>
                    <a:pt x="1963415" y="810299"/>
                  </a:cubicBezTo>
                  <a:cubicBezTo>
                    <a:pt x="1963415" y="792351"/>
                    <a:pt x="1956297" y="775168"/>
                    <a:pt x="1943592" y="762462"/>
                  </a:cubicBezTo>
                  <a:lnTo>
                    <a:pt x="1652812" y="471683"/>
                  </a:lnTo>
                  <a:lnTo>
                    <a:pt x="2217912" y="471683"/>
                  </a:lnTo>
                  <a:cubicBezTo>
                    <a:pt x="2223193" y="471721"/>
                    <a:pt x="2228474" y="471453"/>
                    <a:pt x="2233717" y="470917"/>
                  </a:cubicBezTo>
                  <a:lnTo>
                    <a:pt x="2233717" y="1133145"/>
                  </a:lnTo>
                  <a:close/>
                  <a:moveTo>
                    <a:pt x="2369036" y="945856"/>
                  </a:moveTo>
                  <a:lnTo>
                    <a:pt x="2369036" y="284706"/>
                  </a:lnTo>
                  <a:cubicBezTo>
                    <a:pt x="2369036" y="280535"/>
                    <a:pt x="2370720" y="276478"/>
                    <a:pt x="2373705" y="273531"/>
                  </a:cubicBezTo>
                  <a:cubicBezTo>
                    <a:pt x="2376690" y="270546"/>
                    <a:pt x="2380709" y="268901"/>
                    <a:pt x="2384918" y="268939"/>
                  </a:cubicBezTo>
                  <a:lnTo>
                    <a:pt x="3046108" y="268939"/>
                  </a:lnTo>
                  <a:lnTo>
                    <a:pt x="3046108" y="945902"/>
                  </a:lnTo>
                  <a:close/>
                  <a:moveTo>
                    <a:pt x="3113776" y="1547352"/>
                  </a:moveTo>
                  <a:lnTo>
                    <a:pt x="3704700" y="2492894"/>
                  </a:lnTo>
                  <a:lnTo>
                    <a:pt x="3452307" y="2745288"/>
                  </a:lnTo>
                  <a:lnTo>
                    <a:pt x="3161527" y="2454509"/>
                  </a:lnTo>
                  <a:lnTo>
                    <a:pt x="3161566" y="2454470"/>
                  </a:lnTo>
                  <a:cubicBezTo>
                    <a:pt x="3135121" y="2428103"/>
                    <a:pt x="3092297" y="2428103"/>
                    <a:pt x="3065890" y="2454470"/>
                  </a:cubicBezTo>
                  <a:lnTo>
                    <a:pt x="2775111" y="2745250"/>
                  </a:lnTo>
                  <a:lnTo>
                    <a:pt x="2522717" y="2492856"/>
                  </a:lnTo>
                  <a:close/>
                  <a:moveTo>
                    <a:pt x="1590810" y="2359633"/>
                  </a:moveTo>
                  <a:lnTo>
                    <a:pt x="2012509" y="3034451"/>
                  </a:lnTo>
                  <a:lnTo>
                    <a:pt x="1844615" y="3202344"/>
                  </a:lnTo>
                  <a:lnTo>
                    <a:pt x="1638650" y="2996379"/>
                  </a:lnTo>
                  <a:cubicBezTo>
                    <a:pt x="1612205" y="2969973"/>
                    <a:pt x="1569381" y="2969973"/>
                    <a:pt x="1542974" y="2996379"/>
                  </a:cubicBezTo>
                  <a:lnTo>
                    <a:pt x="1336970" y="3202344"/>
                  </a:lnTo>
                  <a:lnTo>
                    <a:pt x="1169076" y="3034529"/>
                  </a:lnTo>
                  <a:close/>
                  <a:moveTo>
                    <a:pt x="189917" y="4601024"/>
                  </a:moveTo>
                  <a:lnTo>
                    <a:pt x="1095466" y="3152222"/>
                  </a:lnTo>
                  <a:lnTo>
                    <a:pt x="1289420" y="3345872"/>
                  </a:lnTo>
                  <a:cubicBezTo>
                    <a:pt x="1315865" y="3372202"/>
                    <a:pt x="1358613" y="3372202"/>
                    <a:pt x="1385096" y="3345872"/>
                  </a:cubicBezTo>
                  <a:lnTo>
                    <a:pt x="1591100" y="3139868"/>
                  </a:lnTo>
                  <a:lnTo>
                    <a:pt x="1797065" y="3345872"/>
                  </a:lnTo>
                  <a:cubicBezTo>
                    <a:pt x="1803839" y="3352531"/>
                    <a:pt x="1811952" y="3357659"/>
                    <a:pt x="1820870" y="3360951"/>
                  </a:cubicBezTo>
                  <a:lnTo>
                    <a:pt x="1533656" y="3820535"/>
                  </a:lnTo>
                  <a:lnTo>
                    <a:pt x="1533656" y="3820573"/>
                  </a:lnTo>
                  <a:cubicBezTo>
                    <a:pt x="1523132" y="3835767"/>
                    <a:pt x="1519266" y="3854596"/>
                    <a:pt x="1522980" y="3872697"/>
                  </a:cubicBezTo>
                  <a:cubicBezTo>
                    <a:pt x="1526692" y="3890838"/>
                    <a:pt x="1537637" y="3906642"/>
                    <a:pt x="1553290" y="3916479"/>
                  </a:cubicBezTo>
                  <a:cubicBezTo>
                    <a:pt x="1568943" y="3926315"/>
                    <a:pt x="1587963" y="3929299"/>
                    <a:pt x="1605873" y="3924783"/>
                  </a:cubicBezTo>
                  <a:cubicBezTo>
                    <a:pt x="1623822" y="3920229"/>
                    <a:pt x="1639091" y="3908557"/>
                    <a:pt x="1648200" y="3892483"/>
                  </a:cubicBezTo>
                  <a:lnTo>
                    <a:pt x="2155927" y="3080241"/>
                  </a:lnTo>
                  <a:lnTo>
                    <a:pt x="2449234" y="2610938"/>
                  </a:lnTo>
                  <a:lnTo>
                    <a:pt x="2727492" y="2889197"/>
                  </a:lnTo>
                  <a:cubicBezTo>
                    <a:pt x="2753937" y="2915603"/>
                    <a:pt x="2796761" y="2915603"/>
                    <a:pt x="2823167" y="2889197"/>
                  </a:cubicBezTo>
                  <a:lnTo>
                    <a:pt x="3113946" y="2598418"/>
                  </a:lnTo>
                  <a:lnTo>
                    <a:pt x="3404726" y="2889197"/>
                  </a:lnTo>
                  <a:cubicBezTo>
                    <a:pt x="3431170" y="2915603"/>
                    <a:pt x="3473994" y="2915603"/>
                    <a:pt x="3500439" y="2889197"/>
                  </a:cubicBezTo>
                  <a:lnTo>
                    <a:pt x="3778697" y="2610938"/>
                  </a:lnTo>
                  <a:lnTo>
                    <a:pt x="5022347" y="4601032"/>
                  </a:lnTo>
                  <a:close/>
                </a:path>
              </a:pathLst>
            </a:custGeom>
            <a:solidFill>
              <a:schemeClr val="bg1"/>
            </a:solid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grpSp>
    </p:spTree>
    <p:extLst>
      <p:ext uri="{BB962C8B-B14F-4D97-AF65-F5344CB8AC3E}">
        <p14:creationId xmlns:p14="http://schemas.microsoft.com/office/powerpoint/2010/main" val="2267581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C1908-253B-412F-DD56-75627F2212CD}"/>
              </a:ext>
            </a:extLst>
          </p:cNvPr>
          <p:cNvSpPr>
            <a:spLocks noGrp="1"/>
          </p:cNvSpPr>
          <p:nvPr>
            <p:ph type="title"/>
          </p:nvPr>
        </p:nvSpPr>
        <p:spPr/>
        <p:txBody>
          <a:bodyPr/>
          <a:lstStyle/>
          <a:p>
            <a:r>
              <a:rPr lang="en-US"/>
              <a:t>Timeline / Process / Approach</a:t>
            </a:r>
          </a:p>
        </p:txBody>
      </p:sp>
      <p:sp>
        <p:nvSpPr>
          <p:cNvPr id="4" name="Slide Number Placeholder 3">
            <a:extLst>
              <a:ext uri="{FF2B5EF4-FFF2-40B4-BE49-F238E27FC236}">
                <a16:creationId xmlns:a16="http://schemas.microsoft.com/office/drawing/2014/main" id="{D06CD269-DD6E-3465-3838-3C50A388E67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800" b="0" i="0" u="none" strike="noStrike" kern="1200" cap="none" spc="0" normalizeH="0" baseline="0" noProof="0" smtClean="0">
                <a:ln>
                  <a:noFill/>
                </a:ln>
                <a:solidFill>
                  <a:srgbClr val="000000"/>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cxnSp>
        <p:nvCxnSpPr>
          <p:cNvPr id="6" name="Straight Connector 5">
            <a:extLst>
              <a:ext uri="{FF2B5EF4-FFF2-40B4-BE49-F238E27FC236}">
                <a16:creationId xmlns:a16="http://schemas.microsoft.com/office/drawing/2014/main" id="{072E4E54-C9A2-C745-9472-95D4C1D9BD36}"/>
              </a:ext>
            </a:extLst>
          </p:cNvPr>
          <p:cNvCxnSpPr>
            <a:cxnSpLocks/>
          </p:cNvCxnSpPr>
          <p:nvPr/>
        </p:nvCxnSpPr>
        <p:spPr>
          <a:xfrm>
            <a:off x="2756698" y="1446618"/>
            <a:ext cx="7020000" cy="0"/>
          </a:xfrm>
          <a:prstGeom prst="line">
            <a:avLst/>
          </a:prstGeom>
          <a:ln w="19050">
            <a:headEnd type="oval"/>
            <a:tailEnd type="oval"/>
          </a:ln>
        </p:spPr>
        <p:style>
          <a:lnRef idx="1">
            <a:schemeClr val="accent1"/>
          </a:lnRef>
          <a:fillRef idx="0">
            <a:schemeClr val="accent1"/>
          </a:fillRef>
          <a:effectRef idx="0">
            <a:schemeClr val="accent1"/>
          </a:effectRef>
          <a:fontRef idx="minor">
            <a:schemeClr val="tx1"/>
          </a:fontRef>
        </p:style>
      </p:cxnSp>
      <p:sp>
        <p:nvSpPr>
          <p:cNvPr id="7" name="Arrow: Chevron 6">
            <a:extLst>
              <a:ext uri="{FF2B5EF4-FFF2-40B4-BE49-F238E27FC236}">
                <a16:creationId xmlns:a16="http://schemas.microsoft.com/office/drawing/2014/main" id="{33144E3F-7D81-CC81-2977-B75EC747145A}"/>
              </a:ext>
            </a:extLst>
          </p:cNvPr>
          <p:cNvSpPr>
            <a:spLocks/>
          </p:cNvSpPr>
          <p:nvPr/>
        </p:nvSpPr>
        <p:spPr>
          <a:xfrm>
            <a:off x="2744784" y="1563443"/>
            <a:ext cx="7195038" cy="395633"/>
          </a:xfrm>
          <a:prstGeom prst="chevron">
            <a:avLst>
              <a:gd name="adj" fmla="val 28868"/>
            </a:avLst>
          </a:prstGeom>
          <a:solidFill>
            <a:schemeClr val="accent5">
              <a:lumMod val="7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Graphik"/>
                <a:ea typeface="+mn-ea"/>
                <a:cs typeface="+mn-cs"/>
              </a:rPr>
              <a:t>Phase 1 - n</a:t>
            </a:r>
          </a:p>
        </p:txBody>
      </p:sp>
      <p:sp>
        <p:nvSpPr>
          <p:cNvPr id="8" name="Rectangle 7">
            <a:extLst>
              <a:ext uri="{FF2B5EF4-FFF2-40B4-BE49-F238E27FC236}">
                <a16:creationId xmlns:a16="http://schemas.microsoft.com/office/drawing/2014/main" id="{6FFBEE83-6045-0496-2FF0-C3A100876DAE}"/>
              </a:ext>
            </a:extLst>
          </p:cNvPr>
          <p:cNvSpPr/>
          <p:nvPr/>
        </p:nvSpPr>
        <p:spPr>
          <a:xfrm>
            <a:off x="5854636" y="1371600"/>
            <a:ext cx="824125" cy="13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15 weeks</a:t>
            </a:r>
          </a:p>
        </p:txBody>
      </p:sp>
      <p:cxnSp>
        <p:nvCxnSpPr>
          <p:cNvPr id="10" name="Straight Connector 9">
            <a:extLst>
              <a:ext uri="{FF2B5EF4-FFF2-40B4-BE49-F238E27FC236}">
                <a16:creationId xmlns:a16="http://schemas.microsoft.com/office/drawing/2014/main" id="{FE844839-9E33-5532-8B06-31EEA0EB85A1}"/>
              </a:ext>
            </a:extLst>
          </p:cNvPr>
          <p:cNvCxnSpPr>
            <a:cxnSpLocks/>
          </p:cNvCxnSpPr>
          <p:nvPr/>
        </p:nvCxnSpPr>
        <p:spPr>
          <a:xfrm>
            <a:off x="725128" y="1446618"/>
            <a:ext cx="1908000" cy="0"/>
          </a:xfrm>
          <a:prstGeom prst="line">
            <a:avLst/>
          </a:prstGeom>
          <a:ln w="19050">
            <a:solidFill>
              <a:schemeClr val="accent5">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Arrow: Chevron 10">
            <a:extLst>
              <a:ext uri="{FF2B5EF4-FFF2-40B4-BE49-F238E27FC236}">
                <a16:creationId xmlns:a16="http://schemas.microsoft.com/office/drawing/2014/main" id="{12548FFE-4F6A-A76F-34B5-56C33DC9636F}"/>
              </a:ext>
            </a:extLst>
          </p:cNvPr>
          <p:cNvSpPr/>
          <p:nvPr/>
        </p:nvSpPr>
        <p:spPr>
          <a:xfrm>
            <a:off x="705676" y="1563443"/>
            <a:ext cx="2106350" cy="396000"/>
          </a:xfrm>
          <a:prstGeom prst="chevron">
            <a:avLst>
              <a:gd name="adj" fmla="val 28868"/>
            </a:avLst>
          </a:prstGeom>
          <a:solidFill>
            <a:schemeClr val="accent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Graphik"/>
                <a:ea typeface="+mn-ea"/>
                <a:cs typeface="+mn-cs"/>
              </a:rPr>
              <a:t>Phase 0</a:t>
            </a:r>
          </a:p>
        </p:txBody>
      </p:sp>
      <p:sp>
        <p:nvSpPr>
          <p:cNvPr id="12" name="Rectangle 11">
            <a:extLst>
              <a:ext uri="{FF2B5EF4-FFF2-40B4-BE49-F238E27FC236}">
                <a16:creationId xmlns:a16="http://schemas.microsoft.com/office/drawing/2014/main" id="{25A75AC8-84FF-F3B0-B472-2996F9C7C32E}"/>
              </a:ext>
            </a:extLst>
          </p:cNvPr>
          <p:cNvSpPr/>
          <p:nvPr/>
        </p:nvSpPr>
        <p:spPr>
          <a:xfrm>
            <a:off x="1388059" y="1371600"/>
            <a:ext cx="582138" cy="1207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1 week</a:t>
            </a:r>
          </a:p>
        </p:txBody>
      </p:sp>
      <p:sp>
        <p:nvSpPr>
          <p:cNvPr id="14" name="Arrow: Chevron 13">
            <a:extLst>
              <a:ext uri="{FF2B5EF4-FFF2-40B4-BE49-F238E27FC236}">
                <a16:creationId xmlns:a16="http://schemas.microsoft.com/office/drawing/2014/main" id="{BF6CE974-C644-A0B2-9E73-0F80D9BB4140}"/>
              </a:ext>
            </a:extLst>
          </p:cNvPr>
          <p:cNvSpPr>
            <a:spLocks/>
          </p:cNvSpPr>
          <p:nvPr/>
        </p:nvSpPr>
        <p:spPr>
          <a:xfrm>
            <a:off x="9872580" y="1563443"/>
            <a:ext cx="2129893" cy="396000"/>
          </a:xfrm>
          <a:prstGeom prst="chevron">
            <a:avLst>
              <a:gd name="adj" fmla="val 28868"/>
            </a:avLst>
          </a:prstGeom>
          <a:solidFill>
            <a:schemeClr val="accent5">
              <a:lumMod val="5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Graphik"/>
                <a:ea typeface="+mn-ea"/>
                <a:cs typeface="+mn-cs"/>
              </a:rPr>
              <a:t>Phase Z</a:t>
            </a:r>
          </a:p>
        </p:txBody>
      </p:sp>
      <p:cxnSp>
        <p:nvCxnSpPr>
          <p:cNvPr id="15" name="Straight Connector 14">
            <a:extLst>
              <a:ext uri="{FF2B5EF4-FFF2-40B4-BE49-F238E27FC236}">
                <a16:creationId xmlns:a16="http://schemas.microsoft.com/office/drawing/2014/main" id="{0A0E3A39-E9E3-1EAD-4C7C-EE82F013D5CC}"/>
              </a:ext>
            </a:extLst>
          </p:cNvPr>
          <p:cNvCxnSpPr>
            <a:cxnSpLocks/>
          </p:cNvCxnSpPr>
          <p:nvPr/>
        </p:nvCxnSpPr>
        <p:spPr>
          <a:xfrm>
            <a:off x="9902076" y="1446618"/>
            <a:ext cx="1908000" cy="0"/>
          </a:xfrm>
          <a:prstGeom prst="line">
            <a:avLst/>
          </a:prstGeom>
          <a:ln w="19050">
            <a:solidFill>
              <a:schemeClr val="accent5">
                <a:lumMod val="5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F17ECD2-2979-C6B3-BE9D-2625C9F25BEB}"/>
              </a:ext>
            </a:extLst>
          </p:cNvPr>
          <p:cNvSpPr/>
          <p:nvPr/>
        </p:nvSpPr>
        <p:spPr>
          <a:xfrm>
            <a:off x="10507685" y="1371600"/>
            <a:ext cx="696782" cy="1334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2 weeks</a:t>
            </a:r>
          </a:p>
        </p:txBody>
      </p:sp>
      <p:grpSp>
        <p:nvGrpSpPr>
          <p:cNvPr id="35" name="Group 34">
            <a:extLst>
              <a:ext uri="{FF2B5EF4-FFF2-40B4-BE49-F238E27FC236}">
                <a16:creationId xmlns:a16="http://schemas.microsoft.com/office/drawing/2014/main" id="{CD50CB0F-6E39-EAC6-05DF-0C5D99F2F569}"/>
              </a:ext>
            </a:extLst>
          </p:cNvPr>
          <p:cNvGrpSpPr/>
          <p:nvPr/>
        </p:nvGrpSpPr>
        <p:grpSpPr>
          <a:xfrm>
            <a:off x="2744784" y="2052806"/>
            <a:ext cx="7114362" cy="318356"/>
            <a:chOff x="2744784" y="2052806"/>
            <a:chExt cx="7114362" cy="318356"/>
          </a:xfrm>
        </p:grpSpPr>
        <p:sp>
          <p:nvSpPr>
            <p:cNvPr id="23" name="Arrow: Chevron 22">
              <a:extLst>
                <a:ext uri="{FF2B5EF4-FFF2-40B4-BE49-F238E27FC236}">
                  <a16:creationId xmlns:a16="http://schemas.microsoft.com/office/drawing/2014/main" id="{9B4D82A3-4491-1D72-74D3-CBF7F1637615}"/>
                </a:ext>
              </a:extLst>
            </p:cNvPr>
            <p:cNvSpPr>
              <a:spLocks/>
            </p:cNvSpPr>
            <p:nvPr/>
          </p:nvSpPr>
          <p:spPr>
            <a:xfrm>
              <a:off x="2744784" y="2063385"/>
              <a:ext cx="2052000" cy="307777"/>
            </a:xfrm>
            <a:prstGeom prst="chevron">
              <a:avLst>
                <a:gd name="adj" fmla="val 28868"/>
              </a:avLst>
            </a:prstGeom>
            <a:solidFill>
              <a:srgbClr val="E6DC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Graphik"/>
                  <a:ea typeface="+mn-ea"/>
                  <a:cs typeface="+mn-cs"/>
                </a:rPr>
                <a:t>Week 1</a:t>
              </a:r>
            </a:p>
          </p:txBody>
        </p:sp>
        <p:sp>
          <p:nvSpPr>
            <p:cNvPr id="25" name="Arrow: Chevron 24">
              <a:extLst>
                <a:ext uri="{FF2B5EF4-FFF2-40B4-BE49-F238E27FC236}">
                  <a16:creationId xmlns:a16="http://schemas.microsoft.com/office/drawing/2014/main" id="{40028BCF-677F-0425-F536-C5F622E3C816}"/>
                </a:ext>
              </a:extLst>
            </p:cNvPr>
            <p:cNvSpPr>
              <a:spLocks/>
            </p:cNvSpPr>
            <p:nvPr/>
          </p:nvSpPr>
          <p:spPr>
            <a:xfrm>
              <a:off x="4771198" y="2063385"/>
              <a:ext cx="2052000" cy="307777"/>
            </a:xfrm>
            <a:prstGeom prst="chevron">
              <a:avLst>
                <a:gd name="adj" fmla="val 28868"/>
              </a:avLst>
            </a:prstGeom>
            <a:solidFill>
              <a:srgbClr val="DCAF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Graphik"/>
                  <a:ea typeface="+mn-ea"/>
                  <a:cs typeface="+mn-cs"/>
                </a:rPr>
                <a:t>Week 2</a:t>
              </a:r>
            </a:p>
          </p:txBody>
        </p:sp>
        <p:sp>
          <p:nvSpPr>
            <p:cNvPr id="28" name="Arrow: Chevron 27">
              <a:extLst>
                <a:ext uri="{FF2B5EF4-FFF2-40B4-BE49-F238E27FC236}">
                  <a16:creationId xmlns:a16="http://schemas.microsoft.com/office/drawing/2014/main" id="{9EC1A882-4289-46EC-68E5-1F786FC9AA19}"/>
                </a:ext>
              </a:extLst>
            </p:cNvPr>
            <p:cNvSpPr>
              <a:spLocks/>
            </p:cNvSpPr>
            <p:nvPr/>
          </p:nvSpPr>
          <p:spPr>
            <a:xfrm>
              <a:off x="6803959" y="2053508"/>
              <a:ext cx="2052000" cy="307777"/>
            </a:xfrm>
            <a:prstGeom prst="chevron">
              <a:avLst>
                <a:gd name="adj" fmla="val 28868"/>
              </a:avLst>
            </a:prstGeom>
            <a:solidFill>
              <a:srgbClr val="A055F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Graphik"/>
                  <a:ea typeface="+mn-ea"/>
                  <a:cs typeface="+mn-cs"/>
                </a:rPr>
                <a:t>Week 3</a:t>
              </a:r>
            </a:p>
          </p:txBody>
        </p:sp>
        <p:sp>
          <p:nvSpPr>
            <p:cNvPr id="64" name="Arrow: Chevron 63">
              <a:extLst>
                <a:ext uri="{FF2B5EF4-FFF2-40B4-BE49-F238E27FC236}">
                  <a16:creationId xmlns:a16="http://schemas.microsoft.com/office/drawing/2014/main" id="{281C6F47-A59E-568A-7A2E-B247CAE44E56}"/>
                </a:ext>
              </a:extLst>
            </p:cNvPr>
            <p:cNvSpPr>
              <a:spLocks/>
            </p:cNvSpPr>
            <p:nvPr/>
          </p:nvSpPr>
          <p:spPr>
            <a:xfrm>
              <a:off x="8829323" y="2052806"/>
              <a:ext cx="92991" cy="307777"/>
            </a:xfrm>
            <a:prstGeom prst="chevron">
              <a:avLst>
                <a:gd name="adj" fmla="val 50000"/>
              </a:avLst>
            </a:prstGeom>
            <a:solidFill>
              <a:srgbClr val="E6DC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66" name="Arrow: Chevron 65">
              <a:extLst>
                <a:ext uri="{FF2B5EF4-FFF2-40B4-BE49-F238E27FC236}">
                  <a16:creationId xmlns:a16="http://schemas.microsoft.com/office/drawing/2014/main" id="{F3612EFC-09FC-422B-FC9E-DC354CF75530}"/>
                </a:ext>
              </a:extLst>
            </p:cNvPr>
            <p:cNvSpPr>
              <a:spLocks/>
            </p:cNvSpPr>
            <p:nvPr/>
          </p:nvSpPr>
          <p:spPr>
            <a:xfrm>
              <a:off x="8914490" y="2052806"/>
              <a:ext cx="92991" cy="307777"/>
            </a:xfrm>
            <a:prstGeom prst="chevron">
              <a:avLst>
                <a:gd name="adj" fmla="val 50000"/>
              </a:avLst>
            </a:prstGeom>
            <a:solidFill>
              <a:srgbClr val="DCAF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68" name="Arrow: Chevron 67">
              <a:extLst>
                <a:ext uri="{FF2B5EF4-FFF2-40B4-BE49-F238E27FC236}">
                  <a16:creationId xmlns:a16="http://schemas.microsoft.com/office/drawing/2014/main" id="{9E737B03-A7EA-2950-9BE0-EEA53DDFBE56}"/>
                </a:ext>
              </a:extLst>
            </p:cNvPr>
            <p:cNvSpPr>
              <a:spLocks/>
            </p:cNvSpPr>
            <p:nvPr/>
          </p:nvSpPr>
          <p:spPr>
            <a:xfrm>
              <a:off x="8999657" y="2052806"/>
              <a:ext cx="92991" cy="307777"/>
            </a:xfrm>
            <a:prstGeom prst="chevron">
              <a:avLst>
                <a:gd name="adj" fmla="val 50000"/>
              </a:avLst>
            </a:prstGeom>
            <a:solidFill>
              <a:srgbClr val="A055F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55" name="Arrow: Chevron 54">
              <a:extLst>
                <a:ext uri="{FF2B5EF4-FFF2-40B4-BE49-F238E27FC236}">
                  <a16:creationId xmlns:a16="http://schemas.microsoft.com/office/drawing/2014/main" id="{12CE7584-D8AF-6E58-2973-67C22012DC7E}"/>
                </a:ext>
              </a:extLst>
            </p:cNvPr>
            <p:cNvSpPr>
              <a:spLocks/>
            </p:cNvSpPr>
            <p:nvPr/>
          </p:nvSpPr>
          <p:spPr>
            <a:xfrm>
              <a:off x="9084824" y="2052806"/>
              <a:ext cx="92991" cy="307777"/>
            </a:xfrm>
            <a:prstGeom prst="chevron">
              <a:avLst>
                <a:gd name="adj" fmla="val 50000"/>
              </a:avLst>
            </a:prstGeom>
            <a:solidFill>
              <a:srgbClr val="E6DC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57" name="Arrow: Chevron 56">
              <a:extLst>
                <a:ext uri="{FF2B5EF4-FFF2-40B4-BE49-F238E27FC236}">
                  <a16:creationId xmlns:a16="http://schemas.microsoft.com/office/drawing/2014/main" id="{6FCF479E-156F-A0B3-057B-4E5BE3E20739}"/>
                </a:ext>
              </a:extLst>
            </p:cNvPr>
            <p:cNvSpPr>
              <a:spLocks/>
            </p:cNvSpPr>
            <p:nvPr/>
          </p:nvSpPr>
          <p:spPr>
            <a:xfrm>
              <a:off x="9169991" y="2052806"/>
              <a:ext cx="92991" cy="307777"/>
            </a:xfrm>
            <a:prstGeom prst="chevron">
              <a:avLst>
                <a:gd name="adj" fmla="val 50000"/>
              </a:avLst>
            </a:prstGeom>
            <a:solidFill>
              <a:srgbClr val="DCAF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59" name="Arrow: Chevron 58">
              <a:extLst>
                <a:ext uri="{FF2B5EF4-FFF2-40B4-BE49-F238E27FC236}">
                  <a16:creationId xmlns:a16="http://schemas.microsoft.com/office/drawing/2014/main" id="{49019AD0-3E4B-B45E-B4AC-E51715ABC303}"/>
                </a:ext>
              </a:extLst>
            </p:cNvPr>
            <p:cNvSpPr>
              <a:spLocks/>
            </p:cNvSpPr>
            <p:nvPr/>
          </p:nvSpPr>
          <p:spPr>
            <a:xfrm>
              <a:off x="9255158" y="2052806"/>
              <a:ext cx="92991" cy="307777"/>
            </a:xfrm>
            <a:prstGeom prst="chevron">
              <a:avLst>
                <a:gd name="adj" fmla="val 50000"/>
              </a:avLst>
            </a:prstGeom>
            <a:solidFill>
              <a:srgbClr val="A055F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46" name="Arrow: Chevron 45">
              <a:extLst>
                <a:ext uri="{FF2B5EF4-FFF2-40B4-BE49-F238E27FC236}">
                  <a16:creationId xmlns:a16="http://schemas.microsoft.com/office/drawing/2014/main" id="{27850054-77F0-748C-743F-51C6F74E7431}"/>
                </a:ext>
              </a:extLst>
            </p:cNvPr>
            <p:cNvSpPr>
              <a:spLocks/>
            </p:cNvSpPr>
            <p:nvPr/>
          </p:nvSpPr>
          <p:spPr>
            <a:xfrm>
              <a:off x="9340325" y="2052806"/>
              <a:ext cx="92991" cy="307777"/>
            </a:xfrm>
            <a:prstGeom prst="chevron">
              <a:avLst>
                <a:gd name="adj" fmla="val 50000"/>
              </a:avLst>
            </a:prstGeom>
            <a:solidFill>
              <a:srgbClr val="E6DC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48" name="Arrow: Chevron 47">
              <a:extLst>
                <a:ext uri="{FF2B5EF4-FFF2-40B4-BE49-F238E27FC236}">
                  <a16:creationId xmlns:a16="http://schemas.microsoft.com/office/drawing/2014/main" id="{6036C424-7206-E399-08FA-D0A575693B4C}"/>
                </a:ext>
              </a:extLst>
            </p:cNvPr>
            <p:cNvSpPr>
              <a:spLocks/>
            </p:cNvSpPr>
            <p:nvPr/>
          </p:nvSpPr>
          <p:spPr>
            <a:xfrm>
              <a:off x="9425492" y="2052806"/>
              <a:ext cx="92991" cy="307777"/>
            </a:xfrm>
            <a:prstGeom prst="chevron">
              <a:avLst>
                <a:gd name="adj" fmla="val 50000"/>
              </a:avLst>
            </a:prstGeom>
            <a:solidFill>
              <a:srgbClr val="DCAF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50" name="Arrow: Chevron 49">
              <a:extLst>
                <a:ext uri="{FF2B5EF4-FFF2-40B4-BE49-F238E27FC236}">
                  <a16:creationId xmlns:a16="http://schemas.microsoft.com/office/drawing/2014/main" id="{8C5BDA50-43EA-2257-8F6E-0890FAF17A29}"/>
                </a:ext>
              </a:extLst>
            </p:cNvPr>
            <p:cNvSpPr>
              <a:spLocks/>
            </p:cNvSpPr>
            <p:nvPr/>
          </p:nvSpPr>
          <p:spPr>
            <a:xfrm>
              <a:off x="9510659" y="2052806"/>
              <a:ext cx="92991" cy="307777"/>
            </a:xfrm>
            <a:prstGeom prst="chevron">
              <a:avLst>
                <a:gd name="adj" fmla="val 50000"/>
              </a:avLst>
            </a:prstGeom>
            <a:solidFill>
              <a:srgbClr val="A055F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37" name="Arrow: Chevron 36">
              <a:extLst>
                <a:ext uri="{FF2B5EF4-FFF2-40B4-BE49-F238E27FC236}">
                  <a16:creationId xmlns:a16="http://schemas.microsoft.com/office/drawing/2014/main" id="{3E38C058-B1C1-0D94-7480-C4ED50FA8EBE}"/>
                </a:ext>
              </a:extLst>
            </p:cNvPr>
            <p:cNvSpPr>
              <a:spLocks/>
            </p:cNvSpPr>
            <p:nvPr/>
          </p:nvSpPr>
          <p:spPr>
            <a:xfrm>
              <a:off x="9595826" y="2052806"/>
              <a:ext cx="92991" cy="307777"/>
            </a:xfrm>
            <a:prstGeom prst="chevron">
              <a:avLst>
                <a:gd name="adj" fmla="val 50000"/>
              </a:avLst>
            </a:prstGeom>
            <a:solidFill>
              <a:srgbClr val="E6DC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39" name="Arrow: Chevron 38">
              <a:extLst>
                <a:ext uri="{FF2B5EF4-FFF2-40B4-BE49-F238E27FC236}">
                  <a16:creationId xmlns:a16="http://schemas.microsoft.com/office/drawing/2014/main" id="{63C5ADE8-7482-CB66-3A5F-1132A7C509CA}"/>
                </a:ext>
              </a:extLst>
            </p:cNvPr>
            <p:cNvSpPr>
              <a:spLocks/>
            </p:cNvSpPr>
            <p:nvPr/>
          </p:nvSpPr>
          <p:spPr>
            <a:xfrm>
              <a:off x="9680993" y="2052806"/>
              <a:ext cx="92991" cy="307777"/>
            </a:xfrm>
            <a:prstGeom prst="chevron">
              <a:avLst>
                <a:gd name="adj" fmla="val 50000"/>
              </a:avLst>
            </a:prstGeom>
            <a:solidFill>
              <a:srgbClr val="DCAFFF"/>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sp>
          <p:nvSpPr>
            <p:cNvPr id="41" name="Arrow: Chevron 40">
              <a:extLst>
                <a:ext uri="{FF2B5EF4-FFF2-40B4-BE49-F238E27FC236}">
                  <a16:creationId xmlns:a16="http://schemas.microsoft.com/office/drawing/2014/main" id="{45641C75-454C-21F1-DF01-F5366008007B}"/>
                </a:ext>
              </a:extLst>
            </p:cNvPr>
            <p:cNvSpPr>
              <a:spLocks/>
            </p:cNvSpPr>
            <p:nvPr/>
          </p:nvSpPr>
          <p:spPr>
            <a:xfrm>
              <a:off x="9766155" y="2052806"/>
              <a:ext cx="92991" cy="307777"/>
            </a:xfrm>
            <a:prstGeom prst="chevron">
              <a:avLst>
                <a:gd name="adj" fmla="val 50000"/>
              </a:avLst>
            </a:prstGeom>
            <a:solidFill>
              <a:srgbClr val="A055F5"/>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34" name="Group 33">
            <a:extLst>
              <a:ext uri="{FF2B5EF4-FFF2-40B4-BE49-F238E27FC236}">
                <a16:creationId xmlns:a16="http://schemas.microsoft.com/office/drawing/2014/main" id="{E1C11DC3-9039-A24B-CD8E-8428505DD58E}"/>
              </a:ext>
            </a:extLst>
          </p:cNvPr>
          <p:cNvGrpSpPr/>
          <p:nvPr/>
        </p:nvGrpSpPr>
        <p:grpSpPr>
          <a:xfrm>
            <a:off x="381000" y="2466540"/>
            <a:ext cx="11471581" cy="1195608"/>
            <a:chOff x="381000" y="2454312"/>
            <a:chExt cx="11471581" cy="1195608"/>
          </a:xfrm>
        </p:grpSpPr>
        <p:sp>
          <p:nvSpPr>
            <p:cNvPr id="17" name="Arrow: Pentagon 16">
              <a:extLst>
                <a:ext uri="{FF2B5EF4-FFF2-40B4-BE49-F238E27FC236}">
                  <a16:creationId xmlns:a16="http://schemas.microsoft.com/office/drawing/2014/main" id="{7B85A9C2-0D01-11C9-57BF-A58E8BDE79D0}"/>
                </a:ext>
              </a:extLst>
            </p:cNvPr>
            <p:cNvSpPr/>
            <p:nvPr/>
          </p:nvSpPr>
          <p:spPr>
            <a:xfrm>
              <a:off x="381000" y="2469503"/>
              <a:ext cx="252000" cy="1165227"/>
            </a:xfrm>
            <a:prstGeom prst="homePlate">
              <a:avLst>
                <a:gd name="adj" fmla="val 0"/>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36000" tIns="91440" rIns="3600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mn-cs"/>
                </a:rPr>
                <a:t>What</a:t>
              </a:r>
            </a:p>
          </p:txBody>
        </p:sp>
        <p:sp>
          <p:nvSpPr>
            <p:cNvPr id="20" name="Arrow: Pentagon 19">
              <a:extLst>
                <a:ext uri="{FF2B5EF4-FFF2-40B4-BE49-F238E27FC236}">
                  <a16:creationId xmlns:a16="http://schemas.microsoft.com/office/drawing/2014/main" id="{192A82EA-395C-EE7C-7A55-C37A61B52E6B}"/>
                </a:ext>
              </a:extLst>
            </p:cNvPr>
            <p:cNvSpPr/>
            <p:nvPr/>
          </p:nvSpPr>
          <p:spPr>
            <a:xfrm>
              <a:off x="9872581" y="2454313"/>
              <a:ext cx="1980000" cy="1180418"/>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0" indent="-180000" algn="l" defTabSz="914400" rtl="0" eaLnBrk="1" fontAlgn="auto" latinLnBrk="0" hangingPunct="1">
                <a:lnSpc>
                  <a:spcPct val="100000"/>
                </a:lnSpc>
                <a:spcBef>
                  <a:spcPts val="0"/>
                </a:spcBef>
                <a:spcAft>
                  <a:spcPts val="0"/>
                </a:spcAft>
                <a:buClrTx/>
                <a:buSzTx/>
                <a:buFont typeface="+mj-lt"/>
                <a:buAutoNum type="alphaLcPeriod" startAt="3"/>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Lorem ipsum </a:t>
              </a:r>
              <a:r>
                <a:rPr kumimoji="0" lang="en-US" sz="1050" b="0" i="0" u="none" strike="noStrike" kern="1200" cap="none" spc="0" normalizeH="0" baseline="0" noProof="1">
                  <a:ln>
                    <a:noFill/>
                  </a:ln>
                  <a:solidFill>
                    <a:srgbClr val="000000"/>
                  </a:solidFill>
                  <a:effectLst/>
                  <a:uLnTx/>
                  <a:uFillTx/>
                  <a:latin typeface="Graphik"/>
                  <a:ea typeface="+mn-ea"/>
                  <a:cs typeface="+mn-cs"/>
                </a:rPr>
                <a:t>dolor sit amet, consectetuer adipiscing elit. </a:t>
              </a:r>
            </a:p>
            <a:p>
              <a:pPr marL="180000" marR="0" lvl="0" indent="-180000" algn="l" defTabSz="914400" rtl="0" eaLnBrk="1" fontAlgn="auto" latinLnBrk="0" hangingPunct="1">
                <a:lnSpc>
                  <a:spcPct val="100000"/>
                </a:lnSpc>
                <a:spcBef>
                  <a:spcPts val="0"/>
                </a:spcBef>
                <a:spcAft>
                  <a:spcPts val="0"/>
                </a:spcAft>
                <a:buClrTx/>
                <a:buSzTx/>
                <a:buFont typeface="+mj-lt"/>
                <a:buAutoNum type="alphaLcPeriod" startAt="3"/>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Aenean commodo </a:t>
              </a:r>
              <a:r>
                <a:rPr kumimoji="0" lang="en-US" sz="1050" b="0" i="0" u="none" strike="noStrike" kern="1200" cap="none" spc="0" normalizeH="0" baseline="0" noProof="1">
                  <a:ln>
                    <a:noFill/>
                  </a:ln>
                  <a:solidFill>
                    <a:srgbClr val="000000"/>
                  </a:solidFill>
                  <a:effectLst/>
                  <a:uLnTx/>
                  <a:uFillTx/>
                  <a:latin typeface="Graphik"/>
                  <a:ea typeface="+mn-ea"/>
                  <a:cs typeface="+mn-cs"/>
                </a:rPr>
                <a:t>ligula eget dolor. </a:t>
              </a:r>
            </a:p>
          </p:txBody>
        </p:sp>
        <p:sp>
          <p:nvSpPr>
            <p:cNvPr id="22" name="Arrow: Pentagon 21">
              <a:extLst>
                <a:ext uri="{FF2B5EF4-FFF2-40B4-BE49-F238E27FC236}">
                  <a16:creationId xmlns:a16="http://schemas.microsoft.com/office/drawing/2014/main" id="{BCF43A5A-9160-3704-9D6D-85C670E459E0}"/>
                </a:ext>
              </a:extLst>
            </p:cNvPr>
            <p:cNvSpPr/>
            <p:nvPr/>
          </p:nvSpPr>
          <p:spPr>
            <a:xfrm>
              <a:off x="2738437" y="2454313"/>
              <a:ext cx="1980000" cy="1180418"/>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0" indent="-180000" algn="l" defTabSz="914400" rtl="0" eaLnBrk="1" fontAlgn="auto" latinLnBrk="0" hangingPunct="1">
                <a:lnSpc>
                  <a:spcPct val="100000"/>
                </a:lnSpc>
                <a:spcBef>
                  <a:spcPts val="300"/>
                </a:spcBef>
                <a:spcAft>
                  <a:spcPts val="0"/>
                </a:spcAft>
                <a:buClrTx/>
                <a:buSzTx/>
                <a:buFont typeface="+mj-lt"/>
                <a:buAutoNum type="arabicPeriod"/>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Lorem ipsum </a:t>
              </a:r>
              <a:r>
                <a:rPr kumimoji="0" lang="en-US" sz="1050" b="0" i="0" u="none" strike="noStrike" kern="1200" cap="none" spc="0" normalizeH="0" baseline="0" noProof="1">
                  <a:ln>
                    <a:noFill/>
                  </a:ln>
                  <a:solidFill>
                    <a:srgbClr val="000000"/>
                  </a:solidFill>
                  <a:effectLst/>
                  <a:uLnTx/>
                  <a:uFillTx/>
                  <a:latin typeface="Graphik"/>
                  <a:ea typeface="+mn-ea"/>
                  <a:cs typeface="+mn-cs"/>
                </a:rPr>
                <a:t>dolor sit amet, consectetuer adipiscing elit. </a:t>
              </a:r>
            </a:p>
            <a:p>
              <a:pPr marL="180000" marR="0" lvl="0" indent="-180000" algn="l" defTabSz="914400" rtl="0" eaLnBrk="1" fontAlgn="auto" latinLnBrk="0" hangingPunct="1">
                <a:lnSpc>
                  <a:spcPct val="100000"/>
                </a:lnSpc>
                <a:spcBef>
                  <a:spcPts val="300"/>
                </a:spcBef>
                <a:spcAft>
                  <a:spcPts val="0"/>
                </a:spcAft>
                <a:buClrTx/>
                <a:buSzTx/>
                <a:buFont typeface="+mj-lt"/>
                <a:buAutoNum type="arabicPeriod"/>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Aenean commodo </a:t>
              </a:r>
              <a:r>
                <a:rPr kumimoji="0" lang="en-US" sz="1050" b="0" i="0" u="none" strike="noStrike" kern="1200" cap="none" spc="0" normalizeH="0" baseline="0" noProof="1">
                  <a:ln>
                    <a:noFill/>
                  </a:ln>
                  <a:solidFill>
                    <a:srgbClr val="000000"/>
                  </a:solidFill>
                  <a:effectLst/>
                  <a:uLnTx/>
                  <a:uFillTx/>
                  <a:latin typeface="Graphik"/>
                  <a:ea typeface="+mn-ea"/>
                  <a:cs typeface="+mn-cs"/>
                </a:rPr>
                <a:t>ligula eget dolor. </a:t>
              </a:r>
            </a:p>
          </p:txBody>
        </p:sp>
        <p:sp>
          <p:nvSpPr>
            <p:cNvPr id="26" name="Arrow: Pentagon 25">
              <a:extLst>
                <a:ext uri="{FF2B5EF4-FFF2-40B4-BE49-F238E27FC236}">
                  <a16:creationId xmlns:a16="http://schemas.microsoft.com/office/drawing/2014/main" id="{F1FD574E-61FD-48E5-99BF-D91C49714246}"/>
                </a:ext>
              </a:extLst>
            </p:cNvPr>
            <p:cNvSpPr/>
            <p:nvPr/>
          </p:nvSpPr>
          <p:spPr>
            <a:xfrm>
              <a:off x="4771198" y="2454313"/>
              <a:ext cx="1980000" cy="1180418"/>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0" indent="-180000"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Lorem ipsum </a:t>
              </a:r>
              <a:r>
                <a:rPr kumimoji="0" lang="en-US" sz="1050" b="0" i="0" u="none" strike="noStrike" kern="1200" cap="none" spc="0" normalizeH="0" baseline="0" noProof="1">
                  <a:ln>
                    <a:noFill/>
                  </a:ln>
                  <a:solidFill>
                    <a:srgbClr val="000000"/>
                  </a:solidFill>
                  <a:effectLst/>
                  <a:uLnTx/>
                  <a:uFillTx/>
                  <a:latin typeface="Graphik"/>
                  <a:ea typeface="+mn-ea"/>
                  <a:cs typeface="+mn-cs"/>
                </a:rPr>
                <a:t>dolor sit amet, consectetuer adipiscing elit. </a:t>
              </a:r>
            </a:p>
            <a:p>
              <a:pPr marL="180000" marR="0" lvl="0" indent="-180000" algn="l" defTabSz="914400" rtl="0" eaLnBrk="1" fontAlgn="auto" latinLnBrk="0" hangingPunct="1">
                <a:lnSpc>
                  <a:spcPct val="100000"/>
                </a:lnSpc>
                <a:spcBef>
                  <a:spcPts val="0"/>
                </a:spcBef>
                <a:spcAft>
                  <a:spcPts val="0"/>
                </a:spcAft>
                <a:buClrTx/>
                <a:buSzTx/>
                <a:buFont typeface="+mj-lt"/>
                <a:buAutoNum type="arabicPeriod" startAt="3"/>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Aenean </a:t>
              </a:r>
              <a:r>
                <a:rPr kumimoji="0" lang="en-US" sz="1050" b="0" i="0" u="none" strike="noStrike" kern="1200" cap="none" spc="0" normalizeH="0" baseline="0" noProof="1">
                  <a:ln>
                    <a:noFill/>
                  </a:ln>
                  <a:solidFill>
                    <a:srgbClr val="000000"/>
                  </a:solidFill>
                  <a:effectLst/>
                  <a:uLnTx/>
                  <a:uFillTx/>
                  <a:latin typeface="Graphik"/>
                  <a:ea typeface="+mn-ea"/>
                  <a:cs typeface="+mn-cs"/>
                </a:rPr>
                <a:t>commodo ligula eget dolor. </a:t>
              </a:r>
            </a:p>
          </p:txBody>
        </p:sp>
        <p:sp>
          <p:nvSpPr>
            <p:cNvPr id="29" name="Arrow: Pentagon 28">
              <a:extLst>
                <a:ext uri="{FF2B5EF4-FFF2-40B4-BE49-F238E27FC236}">
                  <a16:creationId xmlns:a16="http://schemas.microsoft.com/office/drawing/2014/main" id="{99BEA239-AEFB-DB78-768F-D7041155AAF6}"/>
                </a:ext>
              </a:extLst>
            </p:cNvPr>
            <p:cNvSpPr/>
            <p:nvPr/>
          </p:nvSpPr>
          <p:spPr>
            <a:xfrm>
              <a:off x="6803959" y="2469502"/>
              <a:ext cx="1980000" cy="1180418"/>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0" indent="-1800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Lorem ipsum </a:t>
              </a:r>
              <a:r>
                <a:rPr kumimoji="0" lang="en-US" sz="1050" b="0" i="0" u="none" strike="noStrike" kern="1200" cap="none" spc="0" normalizeH="0" baseline="0" noProof="1">
                  <a:ln>
                    <a:noFill/>
                  </a:ln>
                  <a:solidFill>
                    <a:srgbClr val="000000"/>
                  </a:solidFill>
                  <a:effectLst/>
                  <a:uLnTx/>
                  <a:uFillTx/>
                  <a:latin typeface="Graphik"/>
                  <a:ea typeface="+mn-ea"/>
                  <a:cs typeface="+mn-cs"/>
                </a:rPr>
                <a:t>dolor sit amet, consectetuer adipiscing elit. </a:t>
              </a:r>
            </a:p>
            <a:p>
              <a:pPr marL="180000" marR="0" lvl="0" indent="-1800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Aenean </a:t>
              </a:r>
              <a:r>
                <a:rPr kumimoji="0" lang="en-US" sz="1050" b="0" i="0" u="none" strike="noStrike" kern="1200" cap="none" spc="0" normalizeH="0" baseline="0" noProof="1">
                  <a:ln>
                    <a:noFill/>
                  </a:ln>
                  <a:solidFill>
                    <a:srgbClr val="000000"/>
                  </a:solidFill>
                  <a:effectLst/>
                  <a:uLnTx/>
                  <a:uFillTx/>
                  <a:latin typeface="Graphik"/>
                  <a:ea typeface="+mn-ea"/>
                  <a:cs typeface="+mn-cs"/>
                </a:rPr>
                <a:t>commodo ligula eget dolor. </a:t>
              </a:r>
            </a:p>
          </p:txBody>
        </p:sp>
        <p:sp>
          <p:nvSpPr>
            <p:cNvPr id="31" name="Arrow: Pentagon 30">
              <a:extLst>
                <a:ext uri="{FF2B5EF4-FFF2-40B4-BE49-F238E27FC236}">
                  <a16:creationId xmlns:a16="http://schemas.microsoft.com/office/drawing/2014/main" id="{88EE6584-518F-A335-8AF7-313470820202}"/>
                </a:ext>
              </a:extLst>
            </p:cNvPr>
            <p:cNvSpPr/>
            <p:nvPr/>
          </p:nvSpPr>
          <p:spPr>
            <a:xfrm>
              <a:off x="705676" y="2454312"/>
              <a:ext cx="1980000" cy="1180417"/>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0" indent="-180000" algn="l" defTabSz="914400" rtl="0" eaLnBrk="1" fontAlgn="auto" latinLnBrk="0" hangingPunct="1">
                <a:lnSpc>
                  <a:spcPct val="100000"/>
                </a:lnSpc>
                <a:spcBef>
                  <a:spcPts val="300"/>
                </a:spcBef>
                <a:spcAft>
                  <a:spcPts val="0"/>
                </a:spcAft>
                <a:buClrTx/>
                <a:buSzTx/>
                <a:buFont typeface="+mj-lt"/>
                <a:buAutoNum type="alphaLcPeriod"/>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Lorem ipsum </a:t>
              </a:r>
              <a:r>
                <a:rPr kumimoji="0" lang="en-US" sz="1050" b="0" i="0" u="none" strike="noStrike" kern="1200" cap="none" spc="0" normalizeH="0" baseline="0" noProof="1">
                  <a:ln>
                    <a:noFill/>
                  </a:ln>
                  <a:solidFill>
                    <a:srgbClr val="000000"/>
                  </a:solidFill>
                  <a:effectLst/>
                  <a:uLnTx/>
                  <a:uFillTx/>
                  <a:latin typeface="Graphik"/>
                  <a:ea typeface="+mn-ea"/>
                  <a:cs typeface="+mn-cs"/>
                </a:rPr>
                <a:t>dolor sit amet, consectetuer adipiscing elit. </a:t>
              </a:r>
            </a:p>
            <a:p>
              <a:pPr marL="180000" marR="0" lvl="0" indent="-180000" algn="l" defTabSz="914400" rtl="0" eaLnBrk="1" fontAlgn="auto" latinLnBrk="0" hangingPunct="1">
                <a:lnSpc>
                  <a:spcPct val="100000"/>
                </a:lnSpc>
                <a:spcBef>
                  <a:spcPts val="300"/>
                </a:spcBef>
                <a:spcAft>
                  <a:spcPts val="0"/>
                </a:spcAft>
                <a:buClrTx/>
                <a:buSzTx/>
                <a:buFont typeface="+mj-lt"/>
                <a:buAutoNum type="alphaLcPeriod"/>
                <a:tabLst/>
                <a:defRPr/>
              </a:pPr>
              <a:r>
                <a:rPr kumimoji="0" lang="en-US" sz="1050" b="1" i="0" u="none" strike="noStrike" kern="1200" cap="none" spc="0" normalizeH="0" baseline="0" noProof="1">
                  <a:ln>
                    <a:noFill/>
                  </a:ln>
                  <a:solidFill>
                    <a:srgbClr val="000000"/>
                  </a:solidFill>
                  <a:effectLst/>
                  <a:uLnTx/>
                  <a:uFillTx/>
                  <a:latin typeface="Graphik"/>
                  <a:ea typeface="+mn-ea"/>
                  <a:cs typeface="+mn-cs"/>
                </a:rPr>
                <a:t>Aenean commodo </a:t>
              </a:r>
              <a:r>
                <a:rPr kumimoji="0" lang="en-US" sz="1050" b="0" i="0" u="none" strike="noStrike" kern="1200" cap="none" spc="0" normalizeH="0" baseline="0" noProof="1">
                  <a:ln>
                    <a:noFill/>
                  </a:ln>
                  <a:solidFill>
                    <a:srgbClr val="000000"/>
                  </a:solidFill>
                  <a:effectLst/>
                  <a:uLnTx/>
                  <a:uFillTx/>
                  <a:latin typeface="Graphik"/>
                  <a:ea typeface="+mn-ea"/>
                  <a:cs typeface="+mn-cs"/>
                </a:rPr>
                <a:t>ligula eget dolor. </a:t>
              </a:r>
            </a:p>
          </p:txBody>
        </p:sp>
        <p:sp>
          <p:nvSpPr>
            <p:cNvPr id="65" name="Rectangle 64">
              <a:extLst>
                <a:ext uri="{FF2B5EF4-FFF2-40B4-BE49-F238E27FC236}">
                  <a16:creationId xmlns:a16="http://schemas.microsoft.com/office/drawing/2014/main" id="{772AAA07-DECA-EBE6-967D-1D521FE717A2}"/>
                </a:ext>
              </a:extLst>
            </p:cNvPr>
            <p:cNvSpPr/>
            <p:nvPr/>
          </p:nvSpPr>
          <p:spPr>
            <a:xfrm>
              <a:off x="8828105" y="2470337"/>
              <a:ext cx="56098" cy="1179583"/>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7" name="Rectangle 66">
              <a:extLst>
                <a:ext uri="{FF2B5EF4-FFF2-40B4-BE49-F238E27FC236}">
                  <a16:creationId xmlns:a16="http://schemas.microsoft.com/office/drawing/2014/main" id="{02D9CB5D-E293-DB02-C8C1-B0F346FDC188}"/>
                </a:ext>
              </a:extLst>
            </p:cNvPr>
            <p:cNvSpPr/>
            <p:nvPr/>
          </p:nvSpPr>
          <p:spPr>
            <a:xfrm>
              <a:off x="8915004" y="2470337"/>
              <a:ext cx="56098" cy="1179583"/>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9" name="Rectangle 68">
              <a:extLst>
                <a:ext uri="{FF2B5EF4-FFF2-40B4-BE49-F238E27FC236}">
                  <a16:creationId xmlns:a16="http://schemas.microsoft.com/office/drawing/2014/main" id="{F1514251-D6F0-8E0B-EA05-1EFD8E9E8082}"/>
                </a:ext>
              </a:extLst>
            </p:cNvPr>
            <p:cNvSpPr/>
            <p:nvPr/>
          </p:nvSpPr>
          <p:spPr>
            <a:xfrm>
              <a:off x="9001903" y="2470337"/>
              <a:ext cx="56098" cy="1179583"/>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7AE13782-B1FD-2B43-1E6A-FA928A6B745E}"/>
                </a:ext>
              </a:extLst>
            </p:cNvPr>
            <p:cNvSpPr/>
            <p:nvPr/>
          </p:nvSpPr>
          <p:spPr>
            <a:xfrm>
              <a:off x="9088802" y="2470337"/>
              <a:ext cx="56098" cy="1179583"/>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8" name="Rectangle 57">
              <a:extLst>
                <a:ext uri="{FF2B5EF4-FFF2-40B4-BE49-F238E27FC236}">
                  <a16:creationId xmlns:a16="http://schemas.microsoft.com/office/drawing/2014/main" id="{8DA72E2B-6FF4-BE03-4078-D45CEA743B19}"/>
                </a:ext>
              </a:extLst>
            </p:cNvPr>
            <p:cNvSpPr/>
            <p:nvPr/>
          </p:nvSpPr>
          <p:spPr>
            <a:xfrm>
              <a:off x="9175701" y="2470337"/>
              <a:ext cx="56098" cy="1179583"/>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0" name="Rectangle 59">
              <a:extLst>
                <a:ext uri="{FF2B5EF4-FFF2-40B4-BE49-F238E27FC236}">
                  <a16:creationId xmlns:a16="http://schemas.microsoft.com/office/drawing/2014/main" id="{CD92972C-F072-0F7C-B215-EA9FE120A5C5}"/>
                </a:ext>
              </a:extLst>
            </p:cNvPr>
            <p:cNvSpPr/>
            <p:nvPr/>
          </p:nvSpPr>
          <p:spPr>
            <a:xfrm>
              <a:off x="9262600" y="2470337"/>
              <a:ext cx="56098" cy="1179583"/>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7" name="Rectangle 46">
              <a:extLst>
                <a:ext uri="{FF2B5EF4-FFF2-40B4-BE49-F238E27FC236}">
                  <a16:creationId xmlns:a16="http://schemas.microsoft.com/office/drawing/2014/main" id="{7C28C48E-DFDC-0E46-233F-4CF150AA8869}"/>
                </a:ext>
              </a:extLst>
            </p:cNvPr>
            <p:cNvSpPr/>
            <p:nvPr/>
          </p:nvSpPr>
          <p:spPr>
            <a:xfrm>
              <a:off x="9349499" y="2470337"/>
              <a:ext cx="56098" cy="1179583"/>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9" name="Rectangle 48">
              <a:extLst>
                <a:ext uri="{FF2B5EF4-FFF2-40B4-BE49-F238E27FC236}">
                  <a16:creationId xmlns:a16="http://schemas.microsoft.com/office/drawing/2014/main" id="{FFF89353-BB78-CB2D-9C8B-FF474DF005CB}"/>
                </a:ext>
              </a:extLst>
            </p:cNvPr>
            <p:cNvSpPr/>
            <p:nvPr/>
          </p:nvSpPr>
          <p:spPr>
            <a:xfrm>
              <a:off x="9436398" y="2470337"/>
              <a:ext cx="56098" cy="1179583"/>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1" name="Rectangle 50">
              <a:extLst>
                <a:ext uri="{FF2B5EF4-FFF2-40B4-BE49-F238E27FC236}">
                  <a16:creationId xmlns:a16="http://schemas.microsoft.com/office/drawing/2014/main" id="{28F6C5AA-F79E-368A-E44D-B3982D1DFDC8}"/>
                </a:ext>
              </a:extLst>
            </p:cNvPr>
            <p:cNvSpPr/>
            <p:nvPr/>
          </p:nvSpPr>
          <p:spPr>
            <a:xfrm>
              <a:off x="9523297" y="2470337"/>
              <a:ext cx="56098" cy="1179583"/>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38" name="Rectangle 37">
              <a:extLst>
                <a:ext uri="{FF2B5EF4-FFF2-40B4-BE49-F238E27FC236}">
                  <a16:creationId xmlns:a16="http://schemas.microsoft.com/office/drawing/2014/main" id="{0570942A-2841-75F9-A1E5-B425E1A31933}"/>
                </a:ext>
              </a:extLst>
            </p:cNvPr>
            <p:cNvSpPr/>
            <p:nvPr/>
          </p:nvSpPr>
          <p:spPr>
            <a:xfrm>
              <a:off x="9610196" y="2470337"/>
              <a:ext cx="56098" cy="1179583"/>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0" name="Rectangle 39">
              <a:extLst>
                <a:ext uri="{FF2B5EF4-FFF2-40B4-BE49-F238E27FC236}">
                  <a16:creationId xmlns:a16="http://schemas.microsoft.com/office/drawing/2014/main" id="{AD1AF361-2C97-BEF0-D88D-99DA736C34D5}"/>
                </a:ext>
              </a:extLst>
            </p:cNvPr>
            <p:cNvSpPr/>
            <p:nvPr/>
          </p:nvSpPr>
          <p:spPr>
            <a:xfrm>
              <a:off x="9697095" y="2470337"/>
              <a:ext cx="56098" cy="1179583"/>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2" name="Rectangle 41">
              <a:extLst>
                <a:ext uri="{FF2B5EF4-FFF2-40B4-BE49-F238E27FC236}">
                  <a16:creationId xmlns:a16="http://schemas.microsoft.com/office/drawing/2014/main" id="{DD1625A3-FC81-CA83-C506-A6AC26416E9C}"/>
                </a:ext>
              </a:extLst>
            </p:cNvPr>
            <p:cNvSpPr/>
            <p:nvPr/>
          </p:nvSpPr>
          <p:spPr>
            <a:xfrm>
              <a:off x="9783993" y="2469502"/>
              <a:ext cx="56098" cy="1180418"/>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grpSp>
      <p:grpSp>
        <p:nvGrpSpPr>
          <p:cNvPr id="33" name="Group 32">
            <a:extLst>
              <a:ext uri="{FF2B5EF4-FFF2-40B4-BE49-F238E27FC236}">
                <a16:creationId xmlns:a16="http://schemas.microsoft.com/office/drawing/2014/main" id="{34F8F171-8BEE-8F5D-3BBE-EBF595ADA75C}"/>
              </a:ext>
            </a:extLst>
          </p:cNvPr>
          <p:cNvGrpSpPr/>
          <p:nvPr/>
        </p:nvGrpSpPr>
        <p:grpSpPr>
          <a:xfrm>
            <a:off x="381000" y="3757526"/>
            <a:ext cx="11471581" cy="2160001"/>
            <a:chOff x="381000" y="3836182"/>
            <a:chExt cx="11471581" cy="2160001"/>
          </a:xfrm>
        </p:grpSpPr>
        <p:sp>
          <p:nvSpPr>
            <p:cNvPr id="18" name="Arrow: Pentagon 17">
              <a:extLst>
                <a:ext uri="{FF2B5EF4-FFF2-40B4-BE49-F238E27FC236}">
                  <a16:creationId xmlns:a16="http://schemas.microsoft.com/office/drawing/2014/main" id="{0F92DB45-0C53-7527-AE4E-FFACB2218903}"/>
                </a:ext>
              </a:extLst>
            </p:cNvPr>
            <p:cNvSpPr/>
            <p:nvPr/>
          </p:nvSpPr>
          <p:spPr>
            <a:xfrm>
              <a:off x="381000" y="3836182"/>
              <a:ext cx="252000" cy="2159999"/>
            </a:xfrm>
            <a:prstGeom prst="homePlate">
              <a:avLst>
                <a:gd name="adj" fmla="val 0"/>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mn-cs"/>
                </a:rPr>
                <a:t>Outcome</a:t>
              </a:r>
            </a:p>
          </p:txBody>
        </p:sp>
        <p:sp>
          <p:nvSpPr>
            <p:cNvPr id="19" name="Arrow: Pentagon 18">
              <a:extLst>
                <a:ext uri="{FF2B5EF4-FFF2-40B4-BE49-F238E27FC236}">
                  <a16:creationId xmlns:a16="http://schemas.microsoft.com/office/drawing/2014/main" id="{5F88A599-F95E-6ABB-28FE-F8A93DB0EAC0}"/>
                </a:ext>
              </a:extLst>
            </p:cNvPr>
            <p:cNvSpPr/>
            <p:nvPr/>
          </p:nvSpPr>
          <p:spPr>
            <a:xfrm>
              <a:off x="705676" y="3836183"/>
              <a:ext cx="1980000" cy="2160000"/>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p:txBody>
        </p:sp>
        <p:sp>
          <p:nvSpPr>
            <p:cNvPr id="21" name="Arrow: Pentagon 20">
              <a:extLst>
                <a:ext uri="{FF2B5EF4-FFF2-40B4-BE49-F238E27FC236}">
                  <a16:creationId xmlns:a16="http://schemas.microsoft.com/office/drawing/2014/main" id="{3AAA60DF-311A-03A3-5523-815E0D3D5825}"/>
                </a:ext>
              </a:extLst>
            </p:cNvPr>
            <p:cNvSpPr/>
            <p:nvPr/>
          </p:nvSpPr>
          <p:spPr>
            <a:xfrm>
              <a:off x="9872581" y="3836183"/>
              <a:ext cx="1980000" cy="2160000"/>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p:txBody>
        </p:sp>
        <p:sp>
          <p:nvSpPr>
            <p:cNvPr id="24" name="Arrow: Pentagon 23">
              <a:extLst>
                <a:ext uri="{FF2B5EF4-FFF2-40B4-BE49-F238E27FC236}">
                  <a16:creationId xmlns:a16="http://schemas.microsoft.com/office/drawing/2014/main" id="{1D9CBB77-2A50-09CE-A60F-4DB72834C89E}"/>
                </a:ext>
              </a:extLst>
            </p:cNvPr>
            <p:cNvSpPr/>
            <p:nvPr/>
          </p:nvSpPr>
          <p:spPr>
            <a:xfrm>
              <a:off x="2738437" y="3836183"/>
              <a:ext cx="1980000" cy="2160000"/>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p:txBody>
        </p:sp>
        <p:sp>
          <p:nvSpPr>
            <p:cNvPr id="27" name="Arrow: Pentagon 26">
              <a:extLst>
                <a:ext uri="{FF2B5EF4-FFF2-40B4-BE49-F238E27FC236}">
                  <a16:creationId xmlns:a16="http://schemas.microsoft.com/office/drawing/2014/main" id="{28D0F4DD-ACF4-E1E0-9753-971A51520132}"/>
                </a:ext>
              </a:extLst>
            </p:cNvPr>
            <p:cNvSpPr/>
            <p:nvPr/>
          </p:nvSpPr>
          <p:spPr>
            <a:xfrm>
              <a:off x="4771198" y="3836183"/>
              <a:ext cx="1980000" cy="2160000"/>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p:txBody>
        </p:sp>
        <p:sp>
          <p:nvSpPr>
            <p:cNvPr id="30" name="Arrow: Pentagon 29">
              <a:extLst>
                <a:ext uri="{FF2B5EF4-FFF2-40B4-BE49-F238E27FC236}">
                  <a16:creationId xmlns:a16="http://schemas.microsoft.com/office/drawing/2014/main" id="{C2F2387C-F850-C1DE-091B-DEB20D29D37C}"/>
                </a:ext>
              </a:extLst>
            </p:cNvPr>
            <p:cNvSpPr/>
            <p:nvPr/>
          </p:nvSpPr>
          <p:spPr>
            <a:xfrm>
              <a:off x="6803959" y="3836183"/>
              <a:ext cx="1980000" cy="2160000"/>
            </a:xfrm>
            <a:prstGeom prst="homePlate">
              <a:avLst>
                <a:gd name="adj" fmla="val 0"/>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72000" tIns="36000" rIns="36000" bIns="36000" rtlCol="0" anchor="t"/>
            <a:lstStyle/>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180000" marR="0" lvl="1" indent="-1800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p:txBody>
        </p:sp>
        <p:sp>
          <p:nvSpPr>
            <p:cNvPr id="70" name="Rectangle 69">
              <a:extLst>
                <a:ext uri="{FF2B5EF4-FFF2-40B4-BE49-F238E27FC236}">
                  <a16:creationId xmlns:a16="http://schemas.microsoft.com/office/drawing/2014/main" id="{C5289D90-8119-F4C4-63B3-98885F7AD06C}"/>
                </a:ext>
              </a:extLst>
            </p:cNvPr>
            <p:cNvSpPr/>
            <p:nvPr/>
          </p:nvSpPr>
          <p:spPr>
            <a:xfrm>
              <a:off x="8828105" y="3841243"/>
              <a:ext cx="56098" cy="2154937"/>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71" name="Rectangle 70">
              <a:extLst>
                <a:ext uri="{FF2B5EF4-FFF2-40B4-BE49-F238E27FC236}">
                  <a16:creationId xmlns:a16="http://schemas.microsoft.com/office/drawing/2014/main" id="{3158B896-84E5-DB00-8E80-43F289D2C113}"/>
                </a:ext>
              </a:extLst>
            </p:cNvPr>
            <p:cNvSpPr/>
            <p:nvPr/>
          </p:nvSpPr>
          <p:spPr>
            <a:xfrm>
              <a:off x="8914165" y="3841243"/>
              <a:ext cx="56098" cy="2154937"/>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72" name="Rectangle 71">
              <a:extLst>
                <a:ext uri="{FF2B5EF4-FFF2-40B4-BE49-F238E27FC236}">
                  <a16:creationId xmlns:a16="http://schemas.microsoft.com/office/drawing/2014/main" id="{5A6668D2-6558-5E57-E0CD-F9B235871E58}"/>
                </a:ext>
              </a:extLst>
            </p:cNvPr>
            <p:cNvSpPr/>
            <p:nvPr/>
          </p:nvSpPr>
          <p:spPr>
            <a:xfrm>
              <a:off x="9000225" y="3841243"/>
              <a:ext cx="56098" cy="2154937"/>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1" name="Rectangle 60">
              <a:extLst>
                <a:ext uri="{FF2B5EF4-FFF2-40B4-BE49-F238E27FC236}">
                  <a16:creationId xmlns:a16="http://schemas.microsoft.com/office/drawing/2014/main" id="{6449AB5F-A512-FF58-0DCF-14D0DB588AEF}"/>
                </a:ext>
              </a:extLst>
            </p:cNvPr>
            <p:cNvSpPr/>
            <p:nvPr/>
          </p:nvSpPr>
          <p:spPr>
            <a:xfrm>
              <a:off x="9086285" y="3841243"/>
              <a:ext cx="56098" cy="2154937"/>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2" name="Rectangle 61">
              <a:extLst>
                <a:ext uri="{FF2B5EF4-FFF2-40B4-BE49-F238E27FC236}">
                  <a16:creationId xmlns:a16="http://schemas.microsoft.com/office/drawing/2014/main" id="{96FD827E-2875-C767-45D5-F36C44343132}"/>
                </a:ext>
              </a:extLst>
            </p:cNvPr>
            <p:cNvSpPr/>
            <p:nvPr/>
          </p:nvSpPr>
          <p:spPr>
            <a:xfrm>
              <a:off x="9172345" y="3841243"/>
              <a:ext cx="56098" cy="2154937"/>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40D90391-850F-D77A-8CB4-B740A435F913}"/>
                </a:ext>
              </a:extLst>
            </p:cNvPr>
            <p:cNvSpPr/>
            <p:nvPr/>
          </p:nvSpPr>
          <p:spPr>
            <a:xfrm>
              <a:off x="9258405" y="3841243"/>
              <a:ext cx="56098" cy="2154937"/>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2" name="Rectangle 51">
              <a:extLst>
                <a:ext uri="{FF2B5EF4-FFF2-40B4-BE49-F238E27FC236}">
                  <a16:creationId xmlns:a16="http://schemas.microsoft.com/office/drawing/2014/main" id="{52BF6EA9-8615-6969-6EFF-02F3B4EDC8D9}"/>
                </a:ext>
              </a:extLst>
            </p:cNvPr>
            <p:cNvSpPr/>
            <p:nvPr/>
          </p:nvSpPr>
          <p:spPr>
            <a:xfrm>
              <a:off x="9344465" y="3841243"/>
              <a:ext cx="56098" cy="2154937"/>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3" name="Rectangle 52">
              <a:extLst>
                <a:ext uri="{FF2B5EF4-FFF2-40B4-BE49-F238E27FC236}">
                  <a16:creationId xmlns:a16="http://schemas.microsoft.com/office/drawing/2014/main" id="{12011E40-0313-C497-0512-42BFB11E7EFB}"/>
                </a:ext>
              </a:extLst>
            </p:cNvPr>
            <p:cNvSpPr/>
            <p:nvPr/>
          </p:nvSpPr>
          <p:spPr>
            <a:xfrm>
              <a:off x="9430525" y="3841243"/>
              <a:ext cx="56098" cy="2154937"/>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33DE51F3-B6AA-F4BE-A47C-789CCB5A4C81}"/>
                </a:ext>
              </a:extLst>
            </p:cNvPr>
            <p:cNvSpPr/>
            <p:nvPr/>
          </p:nvSpPr>
          <p:spPr>
            <a:xfrm>
              <a:off x="9516585" y="3841243"/>
              <a:ext cx="56098" cy="2154937"/>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A87F1987-316C-060A-E5C3-BB95B27D76E2}"/>
                </a:ext>
              </a:extLst>
            </p:cNvPr>
            <p:cNvSpPr/>
            <p:nvPr/>
          </p:nvSpPr>
          <p:spPr>
            <a:xfrm>
              <a:off x="9602645" y="3841243"/>
              <a:ext cx="56098" cy="2154937"/>
            </a:xfrm>
            <a:prstGeom prst="rect">
              <a:avLst/>
            </a:prstGeom>
            <a:solidFill>
              <a:srgbClr val="E6DC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4" name="Rectangle 43">
              <a:extLst>
                <a:ext uri="{FF2B5EF4-FFF2-40B4-BE49-F238E27FC236}">
                  <a16:creationId xmlns:a16="http://schemas.microsoft.com/office/drawing/2014/main" id="{C9BCD5D4-1064-E3DE-22B2-1B8E56421F90}"/>
                </a:ext>
              </a:extLst>
            </p:cNvPr>
            <p:cNvSpPr/>
            <p:nvPr/>
          </p:nvSpPr>
          <p:spPr>
            <a:xfrm>
              <a:off x="9688705" y="3841243"/>
              <a:ext cx="56098" cy="2154937"/>
            </a:xfrm>
            <a:prstGeom prst="rect">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45" name="Rectangle 44">
              <a:extLst>
                <a:ext uri="{FF2B5EF4-FFF2-40B4-BE49-F238E27FC236}">
                  <a16:creationId xmlns:a16="http://schemas.microsoft.com/office/drawing/2014/main" id="{45B1330F-60EF-5B17-9EEE-9E26395A12D3}"/>
                </a:ext>
              </a:extLst>
            </p:cNvPr>
            <p:cNvSpPr/>
            <p:nvPr/>
          </p:nvSpPr>
          <p:spPr>
            <a:xfrm>
              <a:off x="9774769" y="3841243"/>
              <a:ext cx="56098" cy="2154937"/>
            </a:xfrm>
            <a:prstGeom prst="rect">
              <a:avLst/>
            </a:prstGeom>
            <a:solidFill>
              <a:srgbClr val="A055F5"/>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grpSp>
    </p:spTree>
    <p:extLst>
      <p:ext uri="{BB962C8B-B14F-4D97-AF65-F5344CB8AC3E}">
        <p14:creationId xmlns:p14="http://schemas.microsoft.com/office/powerpoint/2010/main" val="2883910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81424-B09E-E985-EE05-EF3548795236}"/>
            </a:ext>
          </a:extLst>
        </p:cNvPr>
        <p:cNvGrpSpPr/>
        <p:nvPr/>
      </p:nvGrpSpPr>
      <p:grpSpPr>
        <a:xfrm>
          <a:off x="0" y="0"/>
          <a:ext cx="0" cy="0"/>
          <a:chOff x="0" y="0"/>
          <a:chExt cx="0" cy="0"/>
        </a:xfrm>
      </p:grpSpPr>
      <p:graphicFrame>
        <p:nvGraphicFramePr>
          <p:cNvPr id="53" name="think-cell data - do not delete" hidden="1">
            <a:extLst>
              <a:ext uri="{FF2B5EF4-FFF2-40B4-BE49-F238E27FC236}">
                <a16:creationId xmlns:a16="http://schemas.microsoft.com/office/drawing/2014/main" id="{00B6A310-B05D-5AEB-AB81-D8D7B9FD23C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25" imgH="525" progId="TCLayout.ActiveDocument.1">
                  <p:embed/>
                </p:oleObj>
              </mc:Choice>
              <mc:Fallback>
                <p:oleObj name="think-cell Slide" r:id="rId4" imgW="525" imgH="525" progId="TCLayout.ActiveDocument.1">
                  <p:embed/>
                  <p:pic>
                    <p:nvPicPr>
                      <p:cNvPr id="53" name="think-cell data - do not delete" hidden="1">
                        <a:extLst>
                          <a:ext uri="{FF2B5EF4-FFF2-40B4-BE49-F238E27FC236}">
                            <a16:creationId xmlns:a16="http://schemas.microsoft.com/office/drawing/2014/main" id="{00B6A310-B05D-5AEB-AB81-D8D7B9FD23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DA5E7D0-27BA-2E62-878A-9A681E0F1F1C}"/>
              </a:ext>
            </a:extLst>
          </p:cNvPr>
          <p:cNvSpPr>
            <a:spLocks noGrp="1"/>
          </p:cNvSpPr>
          <p:nvPr>
            <p:ph type="title"/>
          </p:nvPr>
        </p:nvSpPr>
        <p:spPr/>
        <p:txBody>
          <a:bodyPr vert="horz" lIns="0" tIns="0" rIns="0" bIns="0" rtlCol="0" anchor="t">
            <a:noAutofit/>
          </a:bodyPr>
          <a:lstStyle/>
          <a:p>
            <a:r>
              <a:rPr lang="en-US"/>
              <a:t>Timeline / Process / Approach</a:t>
            </a:r>
          </a:p>
        </p:txBody>
      </p:sp>
      <p:grpSp>
        <p:nvGrpSpPr>
          <p:cNvPr id="7" name="Group 6">
            <a:extLst>
              <a:ext uri="{FF2B5EF4-FFF2-40B4-BE49-F238E27FC236}">
                <a16:creationId xmlns:a16="http://schemas.microsoft.com/office/drawing/2014/main" id="{C7809196-5477-8279-FD76-A4420B387756}"/>
              </a:ext>
            </a:extLst>
          </p:cNvPr>
          <p:cNvGrpSpPr/>
          <p:nvPr/>
        </p:nvGrpSpPr>
        <p:grpSpPr>
          <a:xfrm>
            <a:off x="380999" y="1371600"/>
            <a:ext cx="11430001" cy="4703984"/>
            <a:chOff x="380999" y="1629634"/>
            <a:chExt cx="11430001" cy="4703984"/>
          </a:xfrm>
        </p:grpSpPr>
        <p:cxnSp>
          <p:nvCxnSpPr>
            <p:cNvPr id="29" name="Straight Connector 28">
              <a:extLst>
                <a:ext uri="{FF2B5EF4-FFF2-40B4-BE49-F238E27FC236}">
                  <a16:creationId xmlns:a16="http://schemas.microsoft.com/office/drawing/2014/main" id="{E50BC4CD-D483-5C49-56A6-A62A71BF8445}"/>
                </a:ext>
              </a:extLst>
            </p:cNvPr>
            <p:cNvCxnSpPr>
              <a:cxnSpLocks/>
            </p:cNvCxnSpPr>
            <p:nvPr/>
          </p:nvCxnSpPr>
          <p:spPr>
            <a:xfrm>
              <a:off x="8561180" y="1773206"/>
              <a:ext cx="3215149" cy="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53AF8FD-17E3-FD50-21A6-131B24980086}"/>
                </a:ext>
              </a:extLst>
            </p:cNvPr>
            <p:cNvSpPr txBox="1"/>
            <p:nvPr/>
          </p:nvSpPr>
          <p:spPr>
            <a:xfrm>
              <a:off x="9975516" y="1632419"/>
              <a:ext cx="574444" cy="226591"/>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000000"/>
                  </a:solidFill>
                  <a:effectLst/>
                  <a:uLnTx/>
                  <a:uFillTx/>
                  <a:latin typeface="Graphik"/>
                  <a:ea typeface="+mn-ea"/>
                  <a:cs typeface="Calibri" panose="020F0502020204030204" pitchFamily="34" charset="0"/>
                </a:rPr>
                <a:t>3 Weeks</a:t>
              </a:r>
            </a:p>
          </p:txBody>
        </p:sp>
        <p:cxnSp>
          <p:nvCxnSpPr>
            <p:cNvPr id="26" name="Straight Connector 25">
              <a:extLst>
                <a:ext uri="{FF2B5EF4-FFF2-40B4-BE49-F238E27FC236}">
                  <a16:creationId xmlns:a16="http://schemas.microsoft.com/office/drawing/2014/main" id="{DA816E5A-23CC-6A79-C8E2-E9ECBE7D7D81}"/>
                </a:ext>
              </a:extLst>
            </p:cNvPr>
            <p:cNvCxnSpPr>
              <a:cxnSpLocks/>
            </p:cNvCxnSpPr>
            <p:nvPr/>
          </p:nvCxnSpPr>
          <p:spPr>
            <a:xfrm>
              <a:off x="5094483" y="1773206"/>
              <a:ext cx="3215149" cy="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19CB934-E9F3-E2A5-80FC-0AC1F9B8C37E}"/>
                </a:ext>
              </a:extLst>
            </p:cNvPr>
            <p:cNvSpPr txBox="1"/>
            <p:nvPr/>
          </p:nvSpPr>
          <p:spPr>
            <a:xfrm>
              <a:off x="6499294" y="1629634"/>
              <a:ext cx="574444" cy="226591"/>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000000"/>
                  </a:solidFill>
                  <a:effectLst/>
                  <a:uLnTx/>
                  <a:uFillTx/>
                  <a:latin typeface="Graphik"/>
                  <a:ea typeface="+mn-ea"/>
                  <a:cs typeface="Calibri" panose="020F0502020204030204" pitchFamily="34" charset="0"/>
                </a:rPr>
                <a:t>3 Weeks</a:t>
              </a:r>
            </a:p>
          </p:txBody>
        </p:sp>
        <p:cxnSp>
          <p:nvCxnSpPr>
            <p:cNvPr id="23" name="Straight Connector 22">
              <a:extLst>
                <a:ext uri="{FF2B5EF4-FFF2-40B4-BE49-F238E27FC236}">
                  <a16:creationId xmlns:a16="http://schemas.microsoft.com/office/drawing/2014/main" id="{7746ED76-940D-9D66-877C-B6EE9C4B1876}"/>
                </a:ext>
              </a:extLst>
            </p:cNvPr>
            <p:cNvCxnSpPr>
              <a:cxnSpLocks/>
            </p:cNvCxnSpPr>
            <p:nvPr/>
          </p:nvCxnSpPr>
          <p:spPr>
            <a:xfrm>
              <a:off x="1624630" y="1773206"/>
              <a:ext cx="3215149" cy="0"/>
            </a:xfrm>
            <a:prstGeom prst="line">
              <a:avLst/>
            </a:prstGeom>
            <a:ln>
              <a:headEnd type="oval"/>
              <a:tailEnd type="ova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631A88A-5660-74B4-F2D8-AAC3111D0135}"/>
                </a:ext>
              </a:extLst>
            </p:cNvPr>
            <p:cNvSpPr txBox="1"/>
            <p:nvPr/>
          </p:nvSpPr>
          <p:spPr>
            <a:xfrm>
              <a:off x="3030335" y="1631336"/>
              <a:ext cx="568032" cy="226591"/>
            </a:xfrm>
            <a:prstGeom prst="rect">
              <a:avLst/>
            </a:prstGeom>
            <a:solidFill>
              <a:schemeClr val="bg1"/>
            </a:solid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000000"/>
                  </a:solidFill>
                  <a:effectLst/>
                  <a:uLnTx/>
                  <a:uFillTx/>
                  <a:latin typeface="Graphik"/>
                  <a:ea typeface="+mn-ea"/>
                  <a:cs typeface="Calibri" panose="020F0502020204030204" pitchFamily="34" charset="0"/>
                </a:rPr>
                <a:t>2 Weeks</a:t>
              </a:r>
            </a:p>
          </p:txBody>
        </p:sp>
        <p:sp>
          <p:nvSpPr>
            <p:cNvPr id="14" name="Rectangle 13">
              <a:extLst>
                <a:ext uri="{FF2B5EF4-FFF2-40B4-BE49-F238E27FC236}">
                  <a16:creationId xmlns:a16="http://schemas.microsoft.com/office/drawing/2014/main" id="{E4D66C57-C00A-93F0-53FD-34536F2BC935}"/>
                </a:ext>
              </a:extLst>
            </p:cNvPr>
            <p:cNvSpPr/>
            <p:nvPr/>
          </p:nvSpPr>
          <p:spPr>
            <a:xfrm>
              <a:off x="8526508" y="1940287"/>
              <a:ext cx="3284492" cy="4393329"/>
            </a:xfrm>
            <a:prstGeom prst="rect">
              <a:avLst/>
            </a:prstGeom>
            <a:solidFill>
              <a:schemeClr val="bg1"/>
            </a:solidFill>
            <a:ln>
              <a:noFill/>
            </a:ln>
            <a:effectLst>
              <a:outerShdw blurRad="292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Graphik"/>
                <a:ea typeface="+mn-ea"/>
                <a:cs typeface="Calibri" panose="020F0502020204030204" pitchFamily="34" charset="0"/>
              </a:endParaRPr>
            </a:p>
          </p:txBody>
        </p:sp>
        <p:sp>
          <p:nvSpPr>
            <p:cNvPr id="38" name="TextBox 37">
              <a:extLst>
                <a:ext uri="{FF2B5EF4-FFF2-40B4-BE49-F238E27FC236}">
                  <a16:creationId xmlns:a16="http://schemas.microsoft.com/office/drawing/2014/main" id="{30AB1B23-3183-4ADF-FE1D-272B6F6E6069}"/>
                </a:ext>
              </a:extLst>
            </p:cNvPr>
            <p:cNvSpPr txBox="1"/>
            <p:nvPr/>
          </p:nvSpPr>
          <p:spPr>
            <a:xfrm>
              <a:off x="8664268" y="2040337"/>
              <a:ext cx="695703" cy="261610"/>
            </a:xfrm>
            <a:prstGeom prst="rect">
              <a:avLst/>
            </a:prstGeom>
            <a:noFill/>
          </p:spPr>
          <p:txBody>
            <a:bodyPr wrap="none" lIns="0" tIns="0" rIns="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000000"/>
                  </a:solidFill>
                  <a:effectLst/>
                  <a:uLnTx/>
                  <a:uFillTx/>
                  <a:latin typeface="Graphik"/>
                  <a:ea typeface="+mn-ea"/>
                  <a:cs typeface="Calibri" panose="020F0502020204030204" pitchFamily="34" charset="0"/>
                </a:rPr>
                <a:t>Phase 3</a:t>
              </a:r>
            </a:p>
          </p:txBody>
        </p:sp>
        <p:sp>
          <p:nvSpPr>
            <p:cNvPr id="12" name="Rectangle 11">
              <a:extLst>
                <a:ext uri="{FF2B5EF4-FFF2-40B4-BE49-F238E27FC236}">
                  <a16:creationId xmlns:a16="http://schemas.microsoft.com/office/drawing/2014/main" id="{8A4885A4-8E0E-1853-1DE6-5A30C7D1E60D}"/>
                </a:ext>
              </a:extLst>
            </p:cNvPr>
            <p:cNvSpPr/>
            <p:nvPr/>
          </p:nvSpPr>
          <p:spPr>
            <a:xfrm>
              <a:off x="1586801" y="1940289"/>
              <a:ext cx="3284492" cy="4393329"/>
            </a:xfrm>
            <a:prstGeom prst="rect">
              <a:avLst/>
            </a:prstGeom>
            <a:solidFill>
              <a:schemeClr val="bg1"/>
            </a:solidFill>
            <a:ln>
              <a:noFill/>
            </a:ln>
            <a:effectLst>
              <a:outerShdw blurRad="292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Graphik"/>
                <a:ea typeface="+mn-ea"/>
                <a:cs typeface="Calibri" panose="020F0502020204030204" pitchFamily="34" charset="0"/>
              </a:endParaRPr>
            </a:p>
          </p:txBody>
        </p:sp>
        <p:sp>
          <p:nvSpPr>
            <p:cNvPr id="31" name="TextBox 30">
              <a:extLst>
                <a:ext uri="{FF2B5EF4-FFF2-40B4-BE49-F238E27FC236}">
                  <a16:creationId xmlns:a16="http://schemas.microsoft.com/office/drawing/2014/main" id="{D0DFE12E-4D57-2384-9E44-FFC7BB977864}"/>
                </a:ext>
              </a:extLst>
            </p:cNvPr>
            <p:cNvSpPr txBox="1"/>
            <p:nvPr/>
          </p:nvSpPr>
          <p:spPr>
            <a:xfrm>
              <a:off x="1791679" y="2040337"/>
              <a:ext cx="658835" cy="261610"/>
            </a:xfrm>
            <a:prstGeom prst="rect">
              <a:avLst/>
            </a:prstGeom>
            <a:noFill/>
          </p:spPr>
          <p:txBody>
            <a:bodyPr wrap="none" lIns="0" tIns="0" rIns="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000000"/>
                  </a:solidFill>
                  <a:effectLst/>
                  <a:uLnTx/>
                  <a:uFillTx/>
                  <a:latin typeface="Graphik"/>
                  <a:ea typeface="+mn-ea"/>
                  <a:cs typeface="Calibri" panose="020F0502020204030204" pitchFamily="34" charset="0"/>
                </a:rPr>
                <a:t>Phase 1</a:t>
              </a:r>
            </a:p>
          </p:txBody>
        </p:sp>
        <p:sp>
          <p:nvSpPr>
            <p:cNvPr id="13" name="Rectangle 12">
              <a:extLst>
                <a:ext uri="{FF2B5EF4-FFF2-40B4-BE49-F238E27FC236}">
                  <a16:creationId xmlns:a16="http://schemas.microsoft.com/office/drawing/2014/main" id="{31F3C893-20B4-5B14-5D80-C4C173D3670F}"/>
                </a:ext>
              </a:extLst>
            </p:cNvPr>
            <p:cNvSpPr/>
            <p:nvPr/>
          </p:nvSpPr>
          <p:spPr>
            <a:xfrm>
              <a:off x="5056655" y="1940288"/>
              <a:ext cx="3284492" cy="4393329"/>
            </a:xfrm>
            <a:prstGeom prst="rect">
              <a:avLst/>
            </a:prstGeom>
            <a:solidFill>
              <a:schemeClr val="bg1"/>
            </a:solidFill>
            <a:ln>
              <a:noFill/>
            </a:ln>
            <a:effectLst>
              <a:outerShdw blurRad="292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Graphik"/>
                <a:ea typeface="+mn-ea"/>
                <a:cs typeface="Calibri" panose="020F0502020204030204" pitchFamily="34" charset="0"/>
              </a:endParaRPr>
            </a:p>
          </p:txBody>
        </p:sp>
        <p:sp>
          <p:nvSpPr>
            <p:cNvPr id="32" name="TextBox 31">
              <a:extLst>
                <a:ext uri="{FF2B5EF4-FFF2-40B4-BE49-F238E27FC236}">
                  <a16:creationId xmlns:a16="http://schemas.microsoft.com/office/drawing/2014/main" id="{CAE7240A-E407-7625-4E16-EB58F77563BD}"/>
                </a:ext>
              </a:extLst>
            </p:cNvPr>
            <p:cNvSpPr txBox="1"/>
            <p:nvPr/>
          </p:nvSpPr>
          <p:spPr>
            <a:xfrm>
              <a:off x="5240439" y="2037875"/>
              <a:ext cx="2562831" cy="266534"/>
            </a:xfrm>
            <a:prstGeom prst="rect">
              <a:avLst/>
            </a:prstGeom>
            <a:noFill/>
          </p:spPr>
          <p:txBody>
            <a:bodyPr wrap="square" lIns="0" tIns="0" rIns="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solidFill>
                    <a:srgbClr val="000000"/>
                  </a:solidFill>
                  <a:effectLst/>
                  <a:uLnTx/>
                  <a:uFillTx/>
                  <a:latin typeface="Graphik"/>
                  <a:ea typeface="+mn-ea"/>
                  <a:cs typeface="Calibri" panose="020F0502020204030204" pitchFamily="34" charset="0"/>
                </a:rPr>
                <a:t>Phase 2</a:t>
              </a:r>
            </a:p>
          </p:txBody>
        </p:sp>
        <p:grpSp>
          <p:nvGrpSpPr>
            <p:cNvPr id="48" name="Group 47">
              <a:extLst>
                <a:ext uri="{FF2B5EF4-FFF2-40B4-BE49-F238E27FC236}">
                  <a16:creationId xmlns:a16="http://schemas.microsoft.com/office/drawing/2014/main" id="{40C70901-18C3-A609-5006-044A3D4732F0}"/>
                </a:ext>
              </a:extLst>
            </p:cNvPr>
            <p:cNvGrpSpPr/>
            <p:nvPr/>
          </p:nvGrpSpPr>
          <p:grpSpPr>
            <a:xfrm>
              <a:off x="380999" y="2336806"/>
              <a:ext cx="11429803" cy="1862904"/>
              <a:chOff x="380999" y="2061805"/>
              <a:chExt cx="11429803" cy="1862904"/>
            </a:xfrm>
          </p:grpSpPr>
          <p:sp>
            <p:nvSpPr>
              <p:cNvPr id="18" name="Rectangle 17">
                <a:extLst>
                  <a:ext uri="{FF2B5EF4-FFF2-40B4-BE49-F238E27FC236}">
                    <a16:creationId xmlns:a16="http://schemas.microsoft.com/office/drawing/2014/main" id="{3AE042D2-DDE7-C59F-7E7F-7F696E7987BC}"/>
                  </a:ext>
                </a:extLst>
              </p:cNvPr>
              <p:cNvSpPr/>
              <p:nvPr/>
            </p:nvSpPr>
            <p:spPr>
              <a:xfrm>
                <a:off x="380999" y="2061805"/>
                <a:ext cx="1205804" cy="411185"/>
              </a:xfrm>
              <a:prstGeom prst="rect">
                <a:avLst/>
              </a:prstGeom>
              <a:gradFill>
                <a:gsLst>
                  <a:gs pos="0">
                    <a:schemeClr val="accent2"/>
                  </a:gs>
                  <a:gs pos="100000">
                    <a:schemeClr val="accent1"/>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srgbClr val="FFFFFF"/>
                    </a:solidFill>
                    <a:effectLst/>
                    <a:uLnTx/>
                    <a:uFillTx/>
                    <a:latin typeface="Graphik"/>
                    <a:ea typeface="+mn-ea"/>
                    <a:cs typeface="Calibri" panose="020F0502020204030204" pitchFamily="34" charset="0"/>
                  </a:rPr>
                  <a:t>Activities</a:t>
                </a:r>
              </a:p>
            </p:txBody>
          </p:sp>
          <p:sp>
            <p:nvSpPr>
              <p:cNvPr id="21" name="TextBox 20">
                <a:extLst>
                  <a:ext uri="{FF2B5EF4-FFF2-40B4-BE49-F238E27FC236}">
                    <a16:creationId xmlns:a16="http://schemas.microsoft.com/office/drawing/2014/main" id="{4FE4B378-BA3D-67FB-224C-B9DF77756C1B}"/>
                  </a:ext>
                </a:extLst>
              </p:cNvPr>
              <p:cNvSpPr txBox="1"/>
              <p:nvPr/>
            </p:nvSpPr>
            <p:spPr>
              <a:xfrm>
                <a:off x="1586801" y="2101133"/>
                <a:ext cx="3252978" cy="1823576"/>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 consectetuer adipiscing elit. Aenean commodo ligula eget dolor.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et magnis dis parturient montes, nascetur ridiculus mus.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quam felis, ultricies nec, pellentesque eu, pretium quis, sem. Nulla consequat massa quis enim.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pede justo, fringilla vel, aliquet nec, vulputate eget, arcu.</a:t>
                </a:r>
              </a:p>
            </p:txBody>
          </p:sp>
          <p:sp>
            <p:nvSpPr>
              <p:cNvPr id="36" name="TextBox 35">
                <a:extLst>
                  <a:ext uri="{FF2B5EF4-FFF2-40B4-BE49-F238E27FC236}">
                    <a16:creationId xmlns:a16="http://schemas.microsoft.com/office/drawing/2014/main" id="{5EE49A03-6CD3-47BE-5A22-73E654F9A7B7}"/>
                  </a:ext>
                </a:extLst>
              </p:cNvPr>
              <p:cNvSpPr txBox="1"/>
              <p:nvPr/>
            </p:nvSpPr>
            <p:spPr>
              <a:xfrm>
                <a:off x="5055077" y="2101133"/>
                <a:ext cx="3283200" cy="1823576"/>
              </a:xfrm>
              <a:prstGeom prst="rect">
                <a:avLst/>
              </a:prstGeom>
              <a:solidFill>
                <a:schemeClr val="bg1"/>
              </a:solid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dolor sit amet, consectetuer adipiscing elit. Aenean commodo ligula eget dolor.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Cum sociis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natoque penatibus et magnis dis parturient montes, nascetur ridiculus mus.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quam felis, ultricies nec, pellentesque eu, pretium quis, sem. Nulla consequat massa quis enim.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pede justo, fringilla vel, aliquet nec, vulputate eget, arcu.</a:t>
                </a:r>
              </a:p>
            </p:txBody>
          </p:sp>
          <p:sp>
            <p:nvSpPr>
              <p:cNvPr id="37" name="TextBox 36">
                <a:extLst>
                  <a:ext uri="{FF2B5EF4-FFF2-40B4-BE49-F238E27FC236}">
                    <a16:creationId xmlns:a16="http://schemas.microsoft.com/office/drawing/2014/main" id="{6355A9F9-BF69-9454-50D3-002FC975D7E6}"/>
                  </a:ext>
                </a:extLst>
              </p:cNvPr>
              <p:cNvSpPr txBox="1"/>
              <p:nvPr/>
            </p:nvSpPr>
            <p:spPr>
              <a:xfrm>
                <a:off x="8526508" y="2101133"/>
                <a:ext cx="3283200" cy="1823576"/>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dolor sit amet, consectetuer adipiscing elit. Aenean commodo ligula eget dolor.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sociis natoque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penatibus et magnis dis parturient montes, nascetur ridiculus mus.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quam felis, ultricies nec, pellentesque eu, pretium quis, sem. Nulla consequat massa quis enim.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Donec pede justo, fringilla vel, aliquet nec, vulputate eget, arcu.</a:t>
                </a:r>
              </a:p>
            </p:txBody>
          </p:sp>
          <p:cxnSp>
            <p:nvCxnSpPr>
              <p:cNvPr id="17" name="Straight Connector 16">
                <a:extLst>
                  <a:ext uri="{FF2B5EF4-FFF2-40B4-BE49-F238E27FC236}">
                    <a16:creationId xmlns:a16="http://schemas.microsoft.com/office/drawing/2014/main" id="{8E72BD27-B750-F379-3C9A-7105D379F671}"/>
                  </a:ext>
                </a:extLst>
              </p:cNvPr>
              <p:cNvCxnSpPr>
                <a:cxnSpLocks/>
              </p:cNvCxnSpPr>
              <p:nvPr/>
            </p:nvCxnSpPr>
            <p:spPr>
              <a:xfrm>
                <a:off x="1586802" y="2061805"/>
                <a:ext cx="10224000"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171E55FC-D6C9-CDE8-B929-CD13F8EA765E}"/>
                </a:ext>
              </a:extLst>
            </p:cNvPr>
            <p:cNvGrpSpPr/>
            <p:nvPr/>
          </p:nvGrpSpPr>
          <p:grpSpPr>
            <a:xfrm>
              <a:off x="380999" y="4331784"/>
              <a:ext cx="11429802" cy="1073125"/>
              <a:chOff x="380999" y="4145515"/>
              <a:chExt cx="11429802" cy="1073125"/>
            </a:xfrm>
          </p:grpSpPr>
          <p:cxnSp>
            <p:nvCxnSpPr>
              <p:cNvPr id="16" name="Straight Connector 15">
                <a:extLst>
                  <a:ext uri="{FF2B5EF4-FFF2-40B4-BE49-F238E27FC236}">
                    <a16:creationId xmlns:a16="http://schemas.microsoft.com/office/drawing/2014/main" id="{3598370E-B8F2-CACC-AA97-90858F84E66E}"/>
                  </a:ext>
                </a:extLst>
              </p:cNvPr>
              <p:cNvCxnSpPr>
                <a:cxnSpLocks/>
              </p:cNvCxnSpPr>
              <p:nvPr/>
            </p:nvCxnSpPr>
            <p:spPr>
              <a:xfrm>
                <a:off x="1586801" y="4145515"/>
                <a:ext cx="10224000"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249C043-DBAA-B282-BF7F-80783B5650B2}"/>
                  </a:ext>
                </a:extLst>
              </p:cNvPr>
              <p:cNvSpPr/>
              <p:nvPr/>
            </p:nvSpPr>
            <p:spPr>
              <a:xfrm>
                <a:off x="380999" y="4145515"/>
                <a:ext cx="1205804" cy="411185"/>
              </a:xfrm>
              <a:prstGeom prst="rect">
                <a:avLst/>
              </a:prstGeom>
              <a:gradFill>
                <a:gsLst>
                  <a:gs pos="0">
                    <a:schemeClr val="accent2"/>
                  </a:gs>
                  <a:gs pos="100000">
                    <a:schemeClr val="accent1"/>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srgbClr val="FFFFFF"/>
                    </a:solidFill>
                    <a:effectLst/>
                    <a:uLnTx/>
                    <a:uFillTx/>
                    <a:latin typeface="Graphik"/>
                    <a:ea typeface="+mn-ea"/>
                    <a:cs typeface="Calibri" panose="020F0502020204030204" pitchFamily="34" charset="0"/>
                  </a:rPr>
                  <a:t>Outcomes</a:t>
                </a:r>
              </a:p>
            </p:txBody>
          </p:sp>
          <p:sp>
            <p:nvSpPr>
              <p:cNvPr id="33" name="TextBox 32">
                <a:extLst>
                  <a:ext uri="{FF2B5EF4-FFF2-40B4-BE49-F238E27FC236}">
                    <a16:creationId xmlns:a16="http://schemas.microsoft.com/office/drawing/2014/main" id="{855210AA-80BE-A759-0A1D-0C1475BB8219}"/>
                  </a:ext>
                </a:extLst>
              </p:cNvPr>
              <p:cNvSpPr txBox="1"/>
              <p:nvPr/>
            </p:nvSpPr>
            <p:spPr>
              <a:xfrm>
                <a:off x="1586801" y="4202977"/>
                <a:ext cx="3283200" cy="1015663"/>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dolor sit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amet, consectetuer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adipiscing elit. Aenean commodo ligula eget dolor.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natoque penatibus et magnis dis parturient montes, nascetur ridiculus mus. </a:t>
                </a:r>
              </a:p>
            </p:txBody>
          </p:sp>
          <p:sp>
            <p:nvSpPr>
              <p:cNvPr id="35" name="TextBox 34">
                <a:extLst>
                  <a:ext uri="{FF2B5EF4-FFF2-40B4-BE49-F238E27FC236}">
                    <a16:creationId xmlns:a16="http://schemas.microsoft.com/office/drawing/2014/main" id="{7303BADA-2AF3-28F3-98E8-B17B9419ED95}"/>
                  </a:ext>
                </a:extLst>
              </p:cNvPr>
              <p:cNvSpPr txBox="1"/>
              <p:nvPr/>
            </p:nvSpPr>
            <p:spPr>
              <a:xfrm>
                <a:off x="5055077" y="4202977"/>
                <a:ext cx="3283200" cy="1015663"/>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dolor sit amet, consectetuer adipiscing elit. Aenean commodo ligula eget dolor.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Cum sociis natoque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penatibus et magnis dis parturient montes, nascetur ridiculus mus. </a:t>
                </a:r>
              </a:p>
            </p:txBody>
          </p:sp>
          <p:sp>
            <p:nvSpPr>
              <p:cNvPr id="39" name="TextBox 38">
                <a:extLst>
                  <a:ext uri="{FF2B5EF4-FFF2-40B4-BE49-F238E27FC236}">
                    <a16:creationId xmlns:a16="http://schemas.microsoft.com/office/drawing/2014/main" id="{3A972F27-224F-21E6-10BC-F93E39A37AC7}"/>
                  </a:ext>
                </a:extLst>
              </p:cNvPr>
              <p:cNvSpPr txBox="1"/>
              <p:nvPr/>
            </p:nvSpPr>
            <p:spPr>
              <a:xfrm>
                <a:off x="8526508" y="4202977"/>
                <a:ext cx="3283200" cy="1015663"/>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dolor sit amet, consectetuer adipiscing elit.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commodo ligula eget dolor. </a:t>
                </a:r>
              </a:p>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Aenean massa. Cum sociis natoque penatibus et magnis dis parturient montes, nascetur ridiculus mus. </a:t>
                </a:r>
              </a:p>
            </p:txBody>
          </p:sp>
        </p:grpSp>
        <p:grpSp>
          <p:nvGrpSpPr>
            <p:cNvPr id="49" name="Group 48">
              <a:extLst>
                <a:ext uri="{FF2B5EF4-FFF2-40B4-BE49-F238E27FC236}">
                  <a16:creationId xmlns:a16="http://schemas.microsoft.com/office/drawing/2014/main" id="{74B8EBE3-E14E-A017-BB27-97A0AF0FDE9F}"/>
                </a:ext>
              </a:extLst>
            </p:cNvPr>
            <p:cNvGrpSpPr/>
            <p:nvPr/>
          </p:nvGrpSpPr>
          <p:grpSpPr>
            <a:xfrm>
              <a:off x="380999" y="5533439"/>
              <a:ext cx="11429802" cy="607818"/>
              <a:chOff x="380999" y="5291779"/>
              <a:chExt cx="11429802" cy="607818"/>
            </a:xfrm>
          </p:grpSpPr>
          <p:cxnSp>
            <p:nvCxnSpPr>
              <p:cNvPr id="15" name="Straight Connector 14">
                <a:extLst>
                  <a:ext uri="{FF2B5EF4-FFF2-40B4-BE49-F238E27FC236}">
                    <a16:creationId xmlns:a16="http://schemas.microsoft.com/office/drawing/2014/main" id="{2E812AFB-7DDF-4A68-2264-79F99D46BEE3}"/>
                  </a:ext>
                </a:extLst>
              </p:cNvPr>
              <p:cNvCxnSpPr>
                <a:cxnSpLocks/>
              </p:cNvCxnSpPr>
              <p:nvPr/>
            </p:nvCxnSpPr>
            <p:spPr>
              <a:xfrm>
                <a:off x="1586801" y="5291779"/>
                <a:ext cx="10224000" cy="0"/>
              </a:xfrm>
              <a:prstGeom prst="line">
                <a:avLst/>
              </a:prstGeom>
              <a:ln>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3BFD097-7376-7AC3-0145-86C978965A72}"/>
                  </a:ext>
                </a:extLst>
              </p:cNvPr>
              <p:cNvSpPr/>
              <p:nvPr/>
            </p:nvSpPr>
            <p:spPr>
              <a:xfrm>
                <a:off x="380999" y="5291779"/>
                <a:ext cx="1205804" cy="411185"/>
              </a:xfrm>
              <a:prstGeom prst="rect">
                <a:avLst/>
              </a:prstGeom>
              <a:gradFill>
                <a:gsLst>
                  <a:gs pos="0">
                    <a:schemeClr val="accent2"/>
                  </a:gs>
                  <a:gs pos="100000">
                    <a:schemeClr val="accent1"/>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srgbClr val="FFFFFF"/>
                    </a:solidFill>
                    <a:effectLst/>
                    <a:uLnTx/>
                    <a:uFillTx/>
                    <a:latin typeface="Graphik"/>
                    <a:ea typeface="+mn-ea"/>
                    <a:cs typeface="Calibri" panose="020F0502020204030204" pitchFamily="34" charset="0"/>
                  </a:rPr>
                  <a:t>Required Contribution</a:t>
                </a:r>
              </a:p>
            </p:txBody>
          </p:sp>
          <p:sp>
            <p:nvSpPr>
              <p:cNvPr id="34" name="TextBox 33">
                <a:extLst>
                  <a:ext uri="{FF2B5EF4-FFF2-40B4-BE49-F238E27FC236}">
                    <a16:creationId xmlns:a16="http://schemas.microsoft.com/office/drawing/2014/main" id="{921B1082-6CB1-44D9-5866-895ED7E8B611}"/>
                  </a:ext>
                </a:extLst>
              </p:cNvPr>
              <p:cNvSpPr txBox="1"/>
              <p:nvPr/>
            </p:nvSpPr>
            <p:spPr>
              <a:xfrm>
                <a:off x="5055077" y="5368682"/>
                <a:ext cx="3283200" cy="530915"/>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 consectetuer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adipiscing elit. Aenean commodo ligula eget dolor. </a:t>
                </a:r>
              </a:p>
            </p:txBody>
          </p:sp>
          <p:sp>
            <p:nvSpPr>
              <p:cNvPr id="40" name="TextBox 39">
                <a:extLst>
                  <a:ext uri="{FF2B5EF4-FFF2-40B4-BE49-F238E27FC236}">
                    <a16:creationId xmlns:a16="http://schemas.microsoft.com/office/drawing/2014/main" id="{2FAF2BB5-C89D-5C23-43F8-E21BAE81EB30}"/>
                  </a:ext>
                </a:extLst>
              </p:cNvPr>
              <p:cNvSpPr txBox="1"/>
              <p:nvPr/>
            </p:nvSpPr>
            <p:spPr>
              <a:xfrm>
                <a:off x="8526508" y="5368682"/>
                <a:ext cx="3283200" cy="530915"/>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 consectetuer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adipiscing elit. Aenean commodo ligula eget dolor. </a:t>
                </a:r>
              </a:p>
            </p:txBody>
          </p:sp>
          <p:sp>
            <p:nvSpPr>
              <p:cNvPr id="46" name="TextBox 45">
                <a:extLst>
                  <a:ext uri="{FF2B5EF4-FFF2-40B4-BE49-F238E27FC236}">
                    <a16:creationId xmlns:a16="http://schemas.microsoft.com/office/drawing/2014/main" id="{9649A66F-FE6C-B35F-9B83-3FD437531F01}"/>
                  </a:ext>
                </a:extLst>
              </p:cNvPr>
              <p:cNvSpPr txBox="1"/>
              <p:nvPr/>
            </p:nvSpPr>
            <p:spPr>
              <a:xfrm>
                <a:off x="1586801" y="5368682"/>
                <a:ext cx="3283200" cy="530915"/>
              </a:xfrm>
              <a:prstGeom prst="rect">
                <a:avLst/>
              </a:prstGeom>
              <a:noFill/>
            </p:spPr>
            <p:txBody>
              <a:bodyPr wrap="square" lIns="72000" tIns="0" rIns="72000" bIns="45720" rtlCol="0" anchor="t">
                <a:spAutoFit/>
              </a:bodyPr>
              <a:lstStyle/>
              <a:p>
                <a:pPr marL="180000" marR="0" lvl="1"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a:t>
                </a:r>
                <a:r>
                  <a:rPr kumimoji="0" lang="en-US" sz="1050" b="1" i="0" u="none" strike="noStrike" kern="1200" cap="none" spc="0" normalizeH="0" baseline="0" noProof="1">
                    <a:ln>
                      <a:noFill/>
                    </a:ln>
                    <a:solidFill>
                      <a:srgbClr val="000000"/>
                    </a:solidFill>
                    <a:effectLst/>
                    <a:uLnTx/>
                    <a:uFillTx/>
                    <a:latin typeface="Graphik"/>
                    <a:ea typeface="+mn-ea"/>
                    <a:cs typeface="Calibri" panose="020F0502020204030204" pitchFamily="34" charset="0"/>
                  </a:rPr>
                  <a:t>dolor sit amet, consectetuer </a:t>
                </a:r>
                <a:r>
                  <a:rPr kumimoji="0" lang="en-US" sz="105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adipiscing elit. Aenean commodo ligula eget dolor. </a:t>
                </a:r>
              </a:p>
            </p:txBody>
          </p:sp>
        </p:grpSp>
      </p:grpSp>
      <p:sp>
        <p:nvSpPr>
          <p:cNvPr id="4" name="Slide Number Placeholder 3">
            <a:extLst>
              <a:ext uri="{FF2B5EF4-FFF2-40B4-BE49-F238E27FC236}">
                <a16:creationId xmlns:a16="http://schemas.microsoft.com/office/drawing/2014/main" id="{B22B799B-5AF2-DCDF-35B1-5BDA26D7CB3C}"/>
              </a:ext>
            </a:extLst>
          </p:cNvPr>
          <p:cNvSpPr>
            <a:spLocks noGrp="1"/>
          </p:cNvSpPr>
          <p:nvPr>
            <p:ph type="sldNum" sz="quarter" idx="12"/>
          </p:nvPr>
        </p:nvSpPr>
        <p:spPr>
          <a:xfrm>
            <a:off x="11484746" y="6490025"/>
            <a:ext cx="326254" cy="201168"/>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800" b="0" i="0" u="none" strike="noStrike" kern="1200" cap="none" spc="0" normalizeH="0" baseline="0" noProof="0" smtClean="0">
                <a:ln>
                  <a:noFill/>
                </a:ln>
                <a:solidFill>
                  <a:srgbClr val="000000"/>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390557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566C-C586-2275-7224-ADCC24FFF19C}"/>
              </a:ext>
            </a:extLst>
          </p:cNvPr>
          <p:cNvSpPr>
            <a:spLocks noGrp="1"/>
          </p:cNvSpPr>
          <p:nvPr>
            <p:ph type="title"/>
          </p:nvPr>
        </p:nvSpPr>
        <p:spPr/>
        <p:txBody>
          <a:bodyPr/>
          <a:lstStyle/>
          <a:p>
            <a:r>
              <a:rPr lang="en-US"/>
              <a:t>Timeline / Process</a:t>
            </a:r>
          </a:p>
        </p:txBody>
      </p:sp>
      <p:sp>
        <p:nvSpPr>
          <p:cNvPr id="4" name="Slide Number Placeholder 3">
            <a:extLst>
              <a:ext uri="{FF2B5EF4-FFF2-40B4-BE49-F238E27FC236}">
                <a16:creationId xmlns:a16="http://schemas.microsoft.com/office/drawing/2014/main" id="{60EF22DD-039B-EEC7-163E-FCDB0C4E0C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800" b="0" i="0" u="none" strike="noStrike" kern="1200" cap="none" spc="0" normalizeH="0" baseline="0" noProof="0" smtClean="0">
                <a:ln>
                  <a:noFill/>
                </a:ln>
                <a:solidFill>
                  <a:srgbClr val="000000"/>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 name="Rectangle 4">
            <a:extLst>
              <a:ext uri="{FF2B5EF4-FFF2-40B4-BE49-F238E27FC236}">
                <a16:creationId xmlns:a16="http://schemas.microsoft.com/office/drawing/2014/main" id="{D2425BC0-7471-C47B-2EC0-F182FB975D3A}"/>
              </a:ext>
            </a:extLst>
          </p:cNvPr>
          <p:cNvSpPr/>
          <p:nvPr/>
        </p:nvSpPr>
        <p:spPr>
          <a:xfrm>
            <a:off x="765402" y="4703672"/>
            <a:ext cx="203858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1" i="0" u="none" strike="noStrike" kern="1200" cap="none" spc="0" normalizeH="0" baseline="0" noProof="0">
                <a:ln>
                  <a:noFill/>
                </a:ln>
                <a:solidFill>
                  <a:srgbClr val="460073"/>
                </a:solidFill>
                <a:effectLst/>
                <a:uLnTx/>
                <a:uFillTx/>
                <a:latin typeface="Graphik"/>
                <a:ea typeface="+mn-ea"/>
                <a:cs typeface="Arial" panose="020B0604020202020204" pitchFamily="34" charset="0"/>
              </a:rPr>
              <a:t>Title</a:t>
            </a:r>
          </a:p>
        </p:txBody>
      </p:sp>
      <p:sp>
        <p:nvSpPr>
          <p:cNvPr id="6" name="Rectangle 5">
            <a:extLst>
              <a:ext uri="{FF2B5EF4-FFF2-40B4-BE49-F238E27FC236}">
                <a16:creationId xmlns:a16="http://schemas.microsoft.com/office/drawing/2014/main" id="{DF42C1FE-BD8A-3C26-6E67-C84588667313}"/>
              </a:ext>
            </a:extLst>
          </p:cNvPr>
          <p:cNvSpPr/>
          <p:nvPr/>
        </p:nvSpPr>
        <p:spPr>
          <a:xfrm>
            <a:off x="2922889"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1</a:t>
            </a:r>
          </a:p>
        </p:txBody>
      </p:sp>
      <p:sp>
        <p:nvSpPr>
          <p:cNvPr id="7" name="Rectangle 6">
            <a:extLst>
              <a:ext uri="{FF2B5EF4-FFF2-40B4-BE49-F238E27FC236}">
                <a16:creationId xmlns:a16="http://schemas.microsoft.com/office/drawing/2014/main" id="{2F5D3DA5-1D5D-151F-D749-6E07A05F114F}"/>
              </a:ext>
            </a:extLst>
          </p:cNvPr>
          <p:cNvSpPr/>
          <p:nvPr/>
        </p:nvSpPr>
        <p:spPr>
          <a:xfrm>
            <a:off x="3663564"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2</a:t>
            </a:r>
          </a:p>
        </p:txBody>
      </p:sp>
      <p:sp>
        <p:nvSpPr>
          <p:cNvPr id="8" name="Rectangle 7">
            <a:extLst>
              <a:ext uri="{FF2B5EF4-FFF2-40B4-BE49-F238E27FC236}">
                <a16:creationId xmlns:a16="http://schemas.microsoft.com/office/drawing/2014/main" id="{332A2D0F-C4A6-BF7A-FC0C-0AF7516D4B15}"/>
              </a:ext>
            </a:extLst>
          </p:cNvPr>
          <p:cNvSpPr/>
          <p:nvPr/>
        </p:nvSpPr>
        <p:spPr>
          <a:xfrm>
            <a:off x="4404240"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3</a:t>
            </a:r>
          </a:p>
        </p:txBody>
      </p:sp>
      <p:sp>
        <p:nvSpPr>
          <p:cNvPr id="9" name="Rectangle 8">
            <a:extLst>
              <a:ext uri="{FF2B5EF4-FFF2-40B4-BE49-F238E27FC236}">
                <a16:creationId xmlns:a16="http://schemas.microsoft.com/office/drawing/2014/main" id="{7995EF25-C4A5-AAE9-4A7E-5A3963428DE3}"/>
              </a:ext>
            </a:extLst>
          </p:cNvPr>
          <p:cNvSpPr/>
          <p:nvPr/>
        </p:nvSpPr>
        <p:spPr>
          <a:xfrm>
            <a:off x="5144916"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4</a:t>
            </a:r>
          </a:p>
        </p:txBody>
      </p:sp>
      <p:sp>
        <p:nvSpPr>
          <p:cNvPr id="10" name="Rectangle 9">
            <a:extLst>
              <a:ext uri="{FF2B5EF4-FFF2-40B4-BE49-F238E27FC236}">
                <a16:creationId xmlns:a16="http://schemas.microsoft.com/office/drawing/2014/main" id="{8A85F1BD-6DB4-4FE0-D537-A41F80CB8C18}"/>
              </a:ext>
            </a:extLst>
          </p:cNvPr>
          <p:cNvSpPr/>
          <p:nvPr/>
        </p:nvSpPr>
        <p:spPr>
          <a:xfrm>
            <a:off x="5885592"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5</a:t>
            </a:r>
          </a:p>
        </p:txBody>
      </p:sp>
      <p:sp>
        <p:nvSpPr>
          <p:cNvPr id="11" name="Rectangle 10">
            <a:extLst>
              <a:ext uri="{FF2B5EF4-FFF2-40B4-BE49-F238E27FC236}">
                <a16:creationId xmlns:a16="http://schemas.microsoft.com/office/drawing/2014/main" id="{7D19D133-05C3-896C-1D26-34BEABD9313A}"/>
              </a:ext>
            </a:extLst>
          </p:cNvPr>
          <p:cNvSpPr/>
          <p:nvPr/>
        </p:nvSpPr>
        <p:spPr>
          <a:xfrm>
            <a:off x="6626267"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6</a:t>
            </a:r>
          </a:p>
        </p:txBody>
      </p:sp>
      <p:sp>
        <p:nvSpPr>
          <p:cNvPr id="12" name="Rectangle 11">
            <a:extLst>
              <a:ext uri="{FF2B5EF4-FFF2-40B4-BE49-F238E27FC236}">
                <a16:creationId xmlns:a16="http://schemas.microsoft.com/office/drawing/2014/main" id="{E005C02C-D28C-EEFF-FB4C-44C49F058F96}"/>
              </a:ext>
            </a:extLst>
          </p:cNvPr>
          <p:cNvSpPr/>
          <p:nvPr/>
        </p:nvSpPr>
        <p:spPr>
          <a:xfrm>
            <a:off x="7366943"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7</a:t>
            </a:r>
          </a:p>
        </p:txBody>
      </p:sp>
      <p:sp>
        <p:nvSpPr>
          <p:cNvPr id="13" name="Rectangle 12">
            <a:extLst>
              <a:ext uri="{FF2B5EF4-FFF2-40B4-BE49-F238E27FC236}">
                <a16:creationId xmlns:a16="http://schemas.microsoft.com/office/drawing/2014/main" id="{469A7D9A-C6A1-8290-093E-098D5754AB82}"/>
              </a:ext>
            </a:extLst>
          </p:cNvPr>
          <p:cNvSpPr/>
          <p:nvPr/>
        </p:nvSpPr>
        <p:spPr>
          <a:xfrm>
            <a:off x="8107619"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8</a:t>
            </a:r>
          </a:p>
        </p:txBody>
      </p:sp>
      <p:sp>
        <p:nvSpPr>
          <p:cNvPr id="14" name="Rectangle 13">
            <a:extLst>
              <a:ext uri="{FF2B5EF4-FFF2-40B4-BE49-F238E27FC236}">
                <a16:creationId xmlns:a16="http://schemas.microsoft.com/office/drawing/2014/main" id="{A7D44CDE-F425-15B7-DA61-3C6542CBBE13}"/>
              </a:ext>
            </a:extLst>
          </p:cNvPr>
          <p:cNvSpPr/>
          <p:nvPr/>
        </p:nvSpPr>
        <p:spPr>
          <a:xfrm>
            <a:off x="8848294"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9</a:t>
            </a:r>
          </a:p>
        </p:txBody>
      </p:sp>
      <p:sp>
        <p:nvSpPr>
          <p:cNvPr id="15" name="Rectangle 14">
            <a:extLst>
              <a:ext uri="{FF2B5EF4-FFF2-40B4-BE49-F238E27FC236}">
                <a16:creationId xmlns:a16="http://schemas.microsoft.com/office/drawing/2014/main" id="{84B3EE80-391B-5574-7E89-0105233E6C18}"/>
              </a:ext>
            </a:extLst>
          </p:cNvPr>
          <p:cNvSpPr/>
          <p:nvPr/>
        </p:nvSpPr>
        <p:spPr>
          <a:xfrm>
            <a:off x="9588970"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10</a:t>
            </a:r>
          </a:p>
        </p:txBody>
      </p:sp>
      <p:sp>
        <p:nvSpPr>
          <p:cNvPr id="16" name="Rectangle 15">
            <a:extLst>
              <a:ext uri="{FF2B5EF4-FFF2-40B4-BE49-F238E27FC236}">
                <a16:creationId xmlns:a16="http://schemas.microsoft.com/office/drawing/2014/main" id="{95E196C5-FDD8-7A14-3AC3-9E6445F35202}"/>
              </a:ext>
            </a:extLst>
          </p:cNvPr>
          <p:cNvSpPr/>
          <p:nvPr/>
        </p:nvSpPr>
        <p:spPr>
          <a:xfrm>
            <a:off x="10329647"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11</a:t>
            </a:r>
          </a:p>
        </p:txBody>
      </p:sp>
      <p:sp>
        <p:nvSpPr>
          <p:cNvPr id="17" name="Rectangle 16">
            <a:extLst>
              <a:ext uri="{FF2B5EF4-FFF2-40B4-BE49-F238E27FC236}">
                <a16:creationId xmlns:a16="http://schemas.microsoft.com/office/drawing/2014/main" id="{DA496662-7ED4-909E-C26B-57D663ED1688}"/>
              </a:ext>
            </a:extLst>
          </p:cNvPr>
          <p:cNvSpPr/>
          <p:nvPr/>
        </p:nvSpPr>
        <p:spPr>
          <a:xfrm>
            <a:off x="11070321" y="1498751"/>
            <a:ext cx="740677" cy="4132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5279" tIns="35279" rIns="35279" bIns="35279" rtlCol="0" anchor="t"/>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de-CH" sz="686"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WEEK 12</a:t>
            </a:r>
          </a:p>
        </p:txBody>
      </p:sp>
      <p:sp>
        <p:nvSpPr>
          <p:cNvPr id="18" name="Rectangle 17">
            <a:extLst>
              <a:ext uri="{FF2B5EF4-FFF2-40B4-BE49-F238E27FC236}">
                <a16:creationId xmlns:a16="http://schemas.microsoft.com/office/drawing/2014/main" id="{BB86351C-9816-295E-A211-9EC053351EE3}"/>
              </a:ext>
            </a:extLst>
          </p:cNvPr>
          <p:cNvSpPr/>
          <p:nvPr/>
        </p:nvSpPr>
        <p:spPr>
          <a:xfrm>
            <a:off x="770998" y="3196558"/>
            <a:ext cx="2386418"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1" i="0" u="none" strike="noStrike" kern="1200" cap="none" spc="0" normalizeH="0" baseline="0" noProof="0">
                <a:ln>
                  <a:noFill/>
                </a:ln>
                <a:solidFill>
                  <a:srgbClr val="7500C0"/>
                </a:solidFill>
                <a:effectLst/>
                <a:uLnTx/>
                <a:uFillTx/>
                <a:latin typeface="Graphik"/>
                <a:ea typeface="+mn-ea"/>
                <a:cs typeface="Arial" panose="020B0604020202020204" pitchFamily="34" charset="0"/>
              </a:rPr>
              <a:t>Title</a:t>
            </a:r>
          </a:p>
        </p:txBody>
      </p:sp>
      <p:cxnSp>
        <p:nvCxnSpPr>
          <p:cNvPr id="19" name="Straight Connector 18">
            <a:extLst>
              <a:ext uri="{FF2B5EF4-FFF2-40B4-BE49-F238E27FC236}">
                <a16:creationId xmlns:a16="http://schemas.microsoft.com/office/drawing/2014/main" id="{3672CFD5-85C2-76A0-0D75-B0FA64F5B880}"/>
              </a:ext>
            </a:extLst>
          </p:cNvPr>
          <p:cNvCxnSpPr>
            <a:cxnSpLocks/>
          </p:cNvCxnSpPr>
          <p:nvPr/>
        </p:nvCxnSpPr>
        <p:spPr>
          <a:xfrm>
            <a:off x="765395" y="3120140"/>
            <a:ext cx="11045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8AAB0D2-459D-0F78-7F36-B2D1D8788994}"/>
              </a:ext>
            </a:extLst>
          </p:cNvPr>
          <p:cNvCxnSpPr>
            <a:cxnSpLocks/>
          </p:cNvCxnSpPr>
          <p:nvPr/>
        </p:nvCxnSpPr>
        <p:spPr>
          <a:xfrm>
            <a:off x="764307" y="4624896"/>
            <a:ext cx="11045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A617623-BD9A-3998-A04C-DFA9E5B0553F}"/>
              </a:ext>
            </a:extLst>
          </p:cNvPr>
          <p:cNvSpPr/>
          <p:nvPr/>
        </p:nvSpPr>
        <p:spPr>
          <a:xfrm>
            <a:off x="2933307" y="2037954"/>
            <a:ext cx="455954" cy="18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22" name="TextBox 21">
            <a:extLst>
              <a:ext uri="{FF2B5EF4-FFF2-40B4-BE49-F238E27FC236}">
                <a16:creationId xmlns:a16="http://schemas.microsoft.com/office/drawing/2014/main" id="{94C9FC7F-FFB8-6344-9683-4071E958B236}"/>
              </a:ext>
            </a:extLst>
          </p:cNvPr>
          <p:cNvSpPr txBox="1"/>
          <p:nvPr/>
        </p:nvSpPr>
        <p:spPr>
          <a:xfrm>
            <a:off x="765402" y="2038029"/>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23" name="TextBox 22">
            <a:extLst>
              <a:ext uri="{FF2B5EF4-FFF2-40B4-BE49-F238E27FC236}">
                <a16:creationId xmlns:a16="http://schemas.microsoft.com/office/drawing/2014/main" id="{F3733B75-4769-5291-5B4D-324C9C49AECE}"/>
              </a:ext>
            </a:extLst>
          </p:cNvPr>
          <p:cNvSpPr txBox="1"/>
          <p:nvPr/>
        </p:nvSpPr>
        <p:spPr>
          <a:xfrm>
            <a:off x="765402" y="2306409"/>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24" name="Rectangle 23">
            <a:extLst>
              <a:ext uri="{FF2B5EF4-FFF2-40B4-BE49-F238E27FC236}">
                <a16:creationId xmlns:a16="http://schemas.microsoft.com/office/drawing/2014/main" id="{33DE56E7-E367-6B4E-803D-0684E9F05F69}"/>
              </a:ext>
            </a:extLst>
          </p:cNvPr>
          <p:cNvSpPr/>
          <p:nvPr/>
        </p:nvSpPr>
        <p:spPr>
          <a:xfrm>
            <a:off x="3668293" y="2301665"/>
            <a:ext cx="1319206" cy="18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25" name="TextBox 24">
            <a:extLst>
              <a:ext uri="{FF2B5EF4-FFF2-40B4-BE49-F238E27FC236}">
                <a16:creationId xmlns:a16="http://schemas.microsoft.com/office/drawing/2014/main" id="{80E6937F-2356-9528-3FFD-49BFB29061AE}"/>
              </a:ext>
            </a:extLst>
          </p:cNvPr>
          <p:cNvSpPr txBox="1"/>
          <p:nvPr/>
        </p:nvSpPr>
        <p:spPr>
          <a:xfrm>
            <a:off x="765402" y="2574789"/>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26" name="Rectangle 25">
            <a:extLst>
              <a:ext uri="{FF2B5EF4-FFF2-40B4-BE49-F238E27FC236}">
                <a16:creationId xmlns:a16="http://schemas.microsoft.com/office/drawing/2014/main" id="{6F6FF549-EE0E-1E80-C161-A46BDFE4625A}"/>
              </a:ext>
            </a:extLst>
          </p:cNvPr>
          <p:cNvSpPr/>
          <p:nvPr/>
        </p:nvSpPr>
        <p:spPr>
          <a:xfrm>
            <a:off x="3667765" y="2572358"/>
            <a:ext cx="1476618" cy="18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27" name="Rectangle 26">
            <a:extLst>
              <a:ext uri="{FF2B5EF4-FFF2-40B4-BE49-F238E27FC236}">
                <a16:creationId xmlns:a16="http://schemas.microsoft.com/office/drawing/2014/main" id="{61BDA26F-9C10-58CE-5C1C-393072E37328}"/>
              </a:ext>
            </a:extLst>
          </p:cNvPr>
          <p:cNvSpPr/>
          <p:nvPr/>
        </p:nvSpPr>
        <p:spPr>
          <a:xfrm>
            <a:off x="770998" y="1804168"/>
            <a:ext cx="208533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1" i="0" u="none" strike="noStrike" kern="1200" cap="none" spc="0" normalizeH="0" baseline="0" noProof="0">
                <a:ln>
                  <a:noFill/>
                </a:ln>
                <a:solidFill>
                  <a:srgbClr val="BE82FF"/>
                </a:solidFill>
                <a:effectLst/>
                <a:uLnTx/>
                <a:uFillTx/>
                <a:latin typeface="Graphik"/>
                <a:ea typeface="+mn-ea"/>
                <a:cs typeface="Arial" panose="020B0604020202020204" pitchFamily="34" charset="0"/>
              </a:rPr>
              <a:t>Title</a:t>
            </a:r>
          </a:p>
        </p:txBody>
      </p:sp>
      <p:sp>
        <p:nvSpPr>
          <p:cNvPr id="28" name="Rectangle 27">
            <a:extLst>
              <a:ext uri="{FF2B5EF4-FFF2-40B4-BE49-F238E27FC236}">
                <a16:creationId xmlns:a16="http://schemas.microsoft.com/office/drawing/2014/main" id="{30B11074-02CB-A079-D29E-E09B7DDB2B87}"/>
              </a:ext>
            </a:extLst>
          </p:cNvPr>
          <p:cNvSpPr/>
          <p:nvPr/>
        </p:nvSpPr>
        <p:spPr>
          <a:xfrm>
            <a:off x="2917987" y="1804168"/>
            <a:ext cx="2226749" cy="18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29" name="Rectangle 28">
            <a:extLst>
              <a:ext uri="{FF2B5EF4-FFF2-40B4-BE49-F238E27FC236}">
                <a16:creationId xmlns:a16="http://schemas.microsoft.com/office/drawing/2014/main" id="{235D4DBB-2E7A-991D-9D73-E19131AF7564}"/>
              </a:ext>
            </a:extLst>
          </p:cNvPr>
          <p:cNvSpPr/>
          <p:nvPr/>
        </p:nvSpPr>
        <p:spPr>
          <a:xfrm>
            <a:off x="5894168" y="4071619"/>
            <a:ext cx="74067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30" name="TextBox 29">
            <a:extLst>
              <a:ext uri="{FF2B5EF4-FFF2-40B4-BE49-F238E27FC236}">
                <a16:creationId xmlns:a16="http://schemas.microsoft.com/office/drawing/2014/main" id="{6F72AC74-75E2-853B-5613-E2C5ACBD9FCD}"/>
              </a:ext>
            </a:extLst>
          </p:cNvPr>
          <p:cNvSpPr txBox="1"/>
          <p:nvPr/>
        </p:nvSpPr>
        <p:spPr>
          <a:xfrm>
            <a:off x="772127" y="4062990"/>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31" name="Rectangle 30">
            <a:extLst>
              <a:ext uri="{FF2B5EF4-FFF2-40B4-BE49-F238E27FC236}">
                <a16:creationId xmlns:a16="http://schemas.microsoft.com/office/drawing/2014/main" id="{48826BE5-AF0D-0E25-72F9-B2EB9709B0E8}"/>
              </a:ext>
            </a:extLst>
          </p:cNvPr>
          <p:cNvSpPr/>
          <p:nvPr/>
        </p:nvSpPr>
        <p:spPr>
          <a:xfrm>
            <a:off x="5894168" y="3779932"/>
            <a:ext cx="740855"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32" name="TextBox 31">
            <a:extLst>
              <a:ext uri="{FF2B5EF4-FFF2-40B4-BE49-F238E27FC236}">
                <a16:creationId xmlns:a16="http://schemas.microsoft.com/office/drawing/2014/main" id="{C7201090-2929-FE1E-3112-6E6B18C33C95}"/>
              </a:ext>
            </a:extLst>
          </p:cNvPr>
          <p:cNvSpPr txBox="1"/>
          <p:nvPr/>
        </p:nvSpPr>
        <p:spPr>
          <a:xfrm>
            <a:off x="772127" y="3762673"/>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33" name="Rectangle 32">
            <a:extLst>
              <a:ext uri="{FF2B5EF4-FFF2-40B4-BE49-F238E27FC236}">
                <a16:creationId xmlns:a16="http://schemas.microsoft.com/office/drawing/2014/main" id="{0E203C59-E1E1-0130-C018-F065D0D24493}"/>
              </a:ext>
            </a:extLst>
          </p:cNvPr>
          <p:cNvSpPr/>
          <p:nvPr/>
        </p:nvSpPr>
        <p:spPr>
          <a:xfrm>
            <a:off x="6626266" y="4958477"/>
            <a:ext cx="2973400"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34" name="TextBox 33">
            <a:extLst>
              <a:ext uri="{FF2B5EF4-FFF2-40B4-BE49-F238E27FC236}">
                <a16:creationId xmlns:a16="http://schemas.microsoft.com/office/drawing/2014/main" id="{4E8D0D76-DE2E-D8B7-6BF6-1F241CFA4452}"/>
              </a:ext>
            </a:extLst>
          </p:cNvPr>
          <p:cNvSpPr txBox="1"/>
          <p:nvPr/>
        </p:nvSpPr>
        <p:spPr>
          <a:xfrm>
            <a:off x="772127" y="4930861"/>
            <a:ext cx="2085337" cy="214519"/>
          </a:xfrm>
          <a:prstGeom prst="rect">
            <a:avLst/>
          </a:prstGeom>
          <a:noFill/>
        </p:spPr>
        <p:txBody>
          <a:bodyPr wrap="squar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35" name="Rectangle 34">
            <a:extLst>
              <a:ext uri="{FF2B5EF4-FFF2-40B4-BE49-F238E27FC236}">
                <a16:creationId xmlns:a16="http://schemas.microsoft.com/office/drawing/2014/main" id="{42ADC2DC-3AB9-C0F5-7FFC-E251F259546C}"/>
              </a:ext>
            </a:extLst>
          </p:cNvPr>
          <p:cNvSpPr/>
          <p:nvPr/>
        </p:nvSpPr>
        <p:spPr>
          <a:xfrm>
            <a:off x="9269109" y="5213282"/>
            <a:ext cx="1060531"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36" name="TextBox 35">
            <a:extLst>
              <a:ext uri="{FF2B5EF4-FFF2-40B4-BE49-F238E27FC236}">
                <a16:creationId xmlns:a16="http://schemas.microsoft.com/office/drawing/2014/main" id="{FC1BBD29-1CC1-5037-2540-D456C5EB7AEE}"/>
              </a:ext>
            </a:extLst>
          </p:cNvPr>
          <p:cNvSpPr txBox="1"/>
          <p:nvPr/>
        </p:nvSpPr>
        <p:spPr>
          <a:xfrm>
            <a:off x="772126" y="5192569"/>
            <a:ext cx="2085337" cy="214519"/>
          </a:xfrm>
          <a:prstGeom prst="rect">
            <a:avLst/>
          </a:prstGeom>
          <a:noFill/>
        </p:spPr>
        <p:txBody>
          <a:bodyPr wrap="squar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37" name="TextBox 36">
            <a:extLst>
              <a:ext uri="{FF2B5EF4-FFF2-40B4-BE49-F238E27FC236}">
                <a16:creationId xmlns:a16="http://schemas.microsoft.com/office/drawing/2014/main" id="{1F9D2951-40E3-DED4-BC26-486312921A65}"/>
              </a:ext>
            </a:extLst>
          </p:cNvPr>
          <p:cNvSpPr txBox="1"/>
          <p:nvPr/>
        </p:nvSpPr>
        <p:spPr>
          <a:xfrm>
            <a:off x="772127" y="5454277"/>
            <a:ext cx="2085337" cy="214519"/>
          </a:xfrm>
          <a:prstGeom prst="rect">
            <a:avLst/>
          </a:prstGeom>
          <a:noFill/>
        </p:spPr>
        <p:txBody>
          <a:bodyPr wrap="squar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38" name="Rectangle 37">
            <a:extLst>
              <a:ext uri="{FF2B5EF4-FFF2-40B4-BE49-F238E27FC236}">
                <a16:creationId xmlns:a16="http://schemas.microsoft.com/office/drawing/2014/main" id="{4DE3AD78-1D5E-BFE1-296A-ADF8C5AC754E}"/>
              </a:ext>
            </a:extLst>
          </p:cNvPr>
          <p:cNvSpPr/>
          <p:nvPr/>
        </p:nvSpPr>
        <p:spPr>
          <a:xfrm>
            <a:off x="10329643" y="5468087"/>
            <a:ext cx="740679"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39" name="Subtitle 2">
            <a:extLst>
              <a:ext uri="{FF2B5EF4-FFF2-40B4-BE49-F238E27FC236}">
                <a16:creationId xmlns:a16="http://schemas.microsoft.com/office/drawing/2014/main" id="{8E226609-C536-6F23-398D-5E4469BB486F}"/>
              </a:ext>
            </a:extLst>
          </p:cNvPr>
          <p:cNvSpPr txBox="1">
            <a:spLocks/>
          </p:cNvSpPr>
          <p:nvPr/>
        </p:nvSpPr>
        <p:spPr>
          <a:xfrm rot="16200000">
            <a:off x="-88377" y="2278971"/>
            <a:ext cx="1217628" cy="268023"/>
          </a:xfrm>
          <a:prstGeom prst="roundRect">
            <a:avLst>
              <a:gd name="adj" fmla="val 0"/>
            </a:avLst>
          </a:prstGeom>
          <a:solidFill>
            <a:schemeClr val="accent5"/>
          </a:solidFill>
        </p:spPr>
        <p:txBody>
          <a:bodyPr lIns="134412" anchor="ctr"/>
          <a:lstStyle>
            <a:lvl1pPr marL="0" indent="0" algn="l" defTabSz="228600" rtl="0" eaLnBrk="1" latinLnBrk="0" hangingPunct="1">
              <a:lnSpc>
                <a:spcPct val="100000"/>
              </a:lnSpc>
              <a:spcBef>
                <a:spcPts val="0"/>
              </a:spcBef>
              <a:spcAft>
                <a:spcPts val="600"/>
              </a:spcAft>
              <a:buFont typeface="Arial" panose="020B0604020202020204" pitchFamily="34" charset="0"/>
              <a:buNone/>
              <a:defRPr sz="2000" b="0" kern="1200">
                <a:solidFill>
                  <a:schemeClr val="tx1"/>
                </a:solidFill>
                <a:latin typeface="+mn-lt"/>
                <a:ea typeface="+mn-ea"/>
                <a:cs typeface="+mn-cs"/>
              </a:defRPr>
            </a:lvl1pPr>
            <a:lvl2pPr marL="180000" indent="-180000" algn="l" defTabSz="228600" rtl="0" eaLnBrk="1" latinLnBrk="0" hangingPunct="1">
              <a:lnSpc>
                <a:spcPct val="100000"/>
              </a:lnSpc>
              <a:spcBef>
                <a:spcPts val="0"/>
              </a:spcBef>
              <a:spcAft>
                <a:spcPts val="600"/>
              </a:spcAft>
              <a:buClrTx/>
              <a:buFont typeface="Arial" panose="020B0604020202020204" pitchFamily="34" charset="0"/>
              <a:buChar char="•"/>
              <a:defRPr sz="1400" kern="1200">
                <a:solidFill>
                  <a:schemeClr val="tx1"/>
                </a:solidFill>
                <a:latin typeface="+mn-lt"/>
                <a:ea typeface="+mn-ea"/>
                <a:cs typeface="+mn-cs"/>
              </a:defRPr>
            </a:lvl2pPr>
            <a:lvl3pPr marL="36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3pPr>
            <a:lvl4pPr marL="540000" indent="-180000" algn="l" defTabSz="2286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72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ctr" defTabSz="224028" rtl="0" eaLnBrk="1" fontAlgn="auto" latinLnBrk="0" hangingPunct="1">
              <a:lnSpc>
                <a:spcPct val="100000"/>
              </a:lnSpc>
              <a:spcBef>
                <a:spcPts val="0"/>
              </a:spcBef>
              <a:spcAft>
                <a:spcPts val="588"/>
              </a:spcAft>
              <a:buClrTx/>
              <a:buSzTx/>
              <a:buFont typeface="Arial" panose="020B0604020202020204" pitchFamily="34" charset="0"/>
              <a:buNone/>
              <a:tabLst/>
              <a:defRPr/>
            </a:pPr>
            <a:r>
              <a:rPr kumimoji="0" lang="en-US" sz="1176" b="1" i="0" u="none" strike="noStrike" kern="1200" cap="none" spc="0" normalizeH="0" baseline="0" noProof="0">
                <a:ln>
                  <a:noFill/>
                </a:ln>
                <a:solidFill>
                  <a:srgbClr val="FFFFFF"/>
                </a:solidFill>
                <a:effectLst/>
                <a:uLnTx/>
                <a:uFillTx/>
                <a:latin typeface="Graphik"/>
                <a:ea typeface="Lato" panose="020F0502020204030203" pitchFamily="34" charset="0"/>
                <a:cs typeface="Arial" panose="020B0604020202020204" pitchFamily="34" charset="0"/>
              </a:rPr>
              <a:t>Phase 1</a:t>
            </a:r>
            <a:endParaRPr kumimoji="0" lang="en-US" sz="1176" b="0"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40" name="Subtitle 3">
            <a:extLst>
              <a:ext uri="{FF2B5EF4-FFF2-40B4-BE49-F238E27FC236}">
                <a16:creationId xmlns:a16="http://schemas.microsoft.com/office/drawing/2014/main" id="{262C4B0E-9E6B-B5E6-2FB3-4438643CC59B}"/>
              </a:ext>
            </a:extLst>
          </p:cNvPr>
          <p:cNvSpPr txBox="1">
            <a:spLocks/>
          </p:cNvSpPr>
          <p:nvPr/>
        </p:nvSpPr>
        <p:spPr>
          <a:xfrm rot="16200000">
            <a:off x="-168499" y="3751481"/>
            <a:ext cx="1377868" cy="268023"/>
          </a:xfrm>
          <a:prstGeom prst="roundRect">
            <a:avLst>
              <a:gd name="adj" fmla="val 0"/>
            </a:avLst>
          </a:prstGeom>
          <a:solidFill>
            <a:schemeClr val="accent2"/>
          </a:solidFill>
        </p:spPr>
        <p:txBody>
          <a:bodyPr lIns="134412" anchor="ctr"/>
          <a:lstStyle>
            <a:lvl1pPr marL="0" indent="0" algn="l" defTabSz="228600" rtl="0" eaLnBrk="1" latinLnBrk="0" hangingPunct="1">
              <a:lnSpc>
                <a:spcPct val="100000"/>
              </a:lnSpc>
              <a:spcBef>
                <a:spcPts val="0"/>
              </a:spcBef>
              <a:spcAft>
                <a:spcPts val="600"/>
              </a:spcAft>
              <a:buFont typeface="Arial" panose="020B0604020202020204" pitchFamily="34" charset="0"/>
              <a:buNone/>
              <a:defRPr sz="2000" b="0" kern="1200">
                <a:solidFill>
                  <a:schemeClr val="tx1"/>
                </a:solidFill>
                <a:latin typeface="+mn-lt"/>
                <a:ea typeface="+mn-ea"/>
                <a:cs typeface="+mn-cs"/>
              </a:defRPr>
            </a:lvl1pPr>
            <a:lvl2pPr marL="180000" indent="-180000" algn="l" defTabSz="228600" rtl="0" eaLnBrk="1" latinLnBrk="0" hangingPunct="1">
              <a:lnSpc>
                <a:spcPct val="100000"/>
              </a:lnSpc>
              <a:spcBef>
                <a:spcPts val="0"/>
              </a:spcBef>
              <a:spcAft>
                <a:spcPts val="600"/>
              </a:spcAft>
              <a:buClrTx/>
              <a:buFont typeface="Arial" panose="020B0604020202020204" pitchFamily="34" charset="0"/>
              <a:buChar char="•"/>
              <a:defRPr sz="1400" kern="1200">
                <a:solidFill>
                  <a:schemeClr val="tx1"/>
                </a:solidFill>
                <a:latin typeface="+mn-lt"/>
                <a:ea typeface="+mn-ea"/>
                <a:cs typeface="+mn-cs"/>
              </a:defRPr>
            </a:lvl2pPr>
            <a:lvl3pPr marL="36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3pPr>
            <a:lvl4pPr marL="540000" indent="-180000" algn="l" defTabSz="2286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72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ctr" defTabSz="224028" rtl="0" eaLnBrk="1" fontAlgn="auto" latinLnBrk="0" hangingPunct="1">
              <a:lnSpc>
                <a:spcPct val="100000"/>
              </a:lnSpc>
              <a:spcBef>
                <a:spcPts val="0"/>
              </a:spcBef>
              <a:spcAft>
                <a:spcPts val="588"/>
              </a:spcAft>
              <a:buClrTx/>
              <a:buSzTx/>
              <a:buFont typeface="Arial" panose="020B0604020202020204" pitchFamily="34" charset="0"/>
              <a:buNone/>
              <a:tabLst/>
              <a:defRPr/>
            </a:pPr>
            <a:r>
              <a:rPr kumimoji="0" lang="en-US" sz="1176" b="1" i="0" u="none" strike="noStrike" kern="1200" cap="none" spc="0" normalizeH="0" baseline="0" noProof="0">
                <a:ln>
                  <a:noFill/>
                </a:ln>
                <a:solidFill>
                  <a:srgbClr val="FFFFFF"/>
                </a:solidFill>
                <a:effectLst/>
                <a:uLnTx/>
                <a:uFillTx/>
                <a:latin typeface="Graphik"/>
                <a:ea typeface="Lato" panose="020F0502020204030203" pitchFamily="34" charset="0"/>
                <a:cs typeface="Arial" panose="020B0604020202020204" pitchFamily="34" charset="0"/>
              </a:rPr>
              <a:t>Phase 2</a:t>
            </a:r>
            <a:endParaRPr kumimoji="0" lang="en-US" sz="1176" b="0"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41" name="Subtitle 10">
            <a:extLst>
              <a:ext uri="{FF2B5EF4-FFF2-40B4-BE49-F238E27FC236}">
                <a16:creationId xmlns:a16="http://schemas.microsoft.com/office/drawing/2014/main" id="{94D4C8F7-BB0E-6095-AE5B-8C6F28120AD9}"/>
              </a:ext>
            </a:extLst>
          </p:cNvPr>
          <p:cNvSpPr txBox="1">
            <a:spLocks/>
          </p:cNvSpPr>
          <p:nvPr/>
        </p:nvSpPr>
        <p:spPr>
          <a:xfrm rot="16200000">
            <a:off x="-250937" y="5341031"/>
            <a:ext cx="1542741" cy="268023"/>
          </a:xfrm>
          <a:prstGeom prst="roundRect">
            <a:avLst>
              <a:gd name="adj" fmla="val 0"/>
            </a:avLst>
          </a:prstGeom>
          <a:solidFill>
            <a:schemeClr val="accent3"/>
          </a:solidFill>
        </p:spPr>
        <p:txBody>
          <a:bodyPr anchor="ctr"/>
          <a:lstStyle>
            <a:lvl1pPr marL="0" indent="0" algn="l" defTabSz="228600" rtl="0" eaLnBrk="1" latinLnBrk="0" hangingPunct="1">
              <a:lnSpc>
                <a:spcPct val="100000"/>
              </a:lnSpc>
              <a:spcBef>
                <a:spcPts val="0"/>
              </a:spcBef>
              <a:spcAft>
                <a:spcPts val="600"/>
              </a:spcAft>
              <a:buFont typeface="Arial" panose="020B0604020202020204" pitchFamily="34" charset="0"/>
              <a:buNone/>
              <a:defRPr sz="2000" b="0" kern="1200">
                <a:solidFill>
                  <a:schemeClr val="tx1"/>
                </a:solidFill>
                <a:latin typeface="+mn-lt"/>
                <a:ea typeface="+mn-ea"/>
                <a:cs typeface="+mn-cs"/>
              </a:defRPr>
            </a:lvl1pPr>
            <a:lvl2pPr marL="180000" indent="-180000" algn="l" defTabSz="228600" rtl="0" eaLnBrk="1" latinLnBrk="0" hangingPunct="1">
              <a:lnSpc>
                <a:spcPct val="100000"/>
              </a:lnSpc>
              <a:spcBef>
                <a:spcPts val="0"/>
              </a:spcBef>
              <a:spcAft>
                <a:spcPts val="600"/>
              </a:spcAft>
              <a:buClrTx/>
              <a:buFont typeface="Arial" panose="020B0604020202020204" pitchFamily="34" charset="0"/>
              <a:buChar char="•"/>
              <a:defRPr sz="1400" kern="1200">
                <a:solidFill>
                  <a:schemeClr val="tx1"/>
                </a:solidFill>
                <a:latin typeface="+mn-lt"/>
                <a:ea typeface="+mn-ea"/>
                <a:cs typeface="+mn-cs"/>
              </a:defRPr>
            </a:lvl2pPr>
            <a:lvl3pPr marL="36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3pPr>
            <a:lvl4pPr marL="540000" indent="-180000" algn="l" defTabSz="2286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72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ctr" defTabSz="224028" rtl="0" eaLnBrk="1" fontAlgn="auto" latinLnBrk="0" hangingPunct="1">
              <a:lnSpc>
                <a:spcPct val="100000"/>
              </a:lnSpc>
              <a:spcBef>
                <a:spcPts val="0"/>
              </a:spcBef>
              <a:spcAft>
                <a:spcPts val="588"/>
              </a:spcAft>
              <a:buClrTx/>
              <a:buSzTx/>
              <a:buFont typeface="Arial" panose="020B0604020202020204" pitchFamily="34" charset="0"/>
              <a:buNone/>
              <a:tabLst/>
              <a:defRPr/>
            </a:pPr>
            <a:r>
              <a:rPr kumimoji="0" lang="en-US" sz="1176" b="1" i="0" u="none" strike="noStrike" kern="1200" cap="none" spc="0" normalizeH="0" baseline="0" noProof="0">
                <a:ln>
                  <a:noFill/>
                </a:ln>
                <a:solidFill>
                  <a:srgbClr val="FFFFFF"/>
                </a:solidFill>
                <a:effectLst/>
                <a:uLnTx/>
                <a:uFillTx/>
                <a:latin typeface="Graphik"/>
                <a:ea typeface="Lato" panose="020F0502020204030203" pitchFamily="34" charset="0"/>
                <a:cs typeface="Arial" panose="020B0604020202020204" pitchFamily="34" charset="0"/>
              </a:rPr>
              <a:t>Phase 3</a:t>
            </a:r>
            <a:endParaRPr kumimoji="0" lang="de-CH" sz="1176" b="0"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42" name="TextBox 41">
            <a:extLst>
              <a:ext uri="{FF2B5EF4-FFF2-40B4-BE49-F238E27FC236}">
                <a16:creationId xmlns:a16="http://schemas.microsoft.com/office/drawing/2014/main" id="{645ED242-4555-210D-EE72-3418D2805555}"/>
              </a:ext>
            </a:extLst>
          </p:cNvPr>
          <p:cNvSpPr txBox="1"/>
          <p:nvPr/>
        </p:nvSpPr>
        <p:spPr>
          <a:xfrm>
            <a:off x="765396" y="2843167"/>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43" name="Rectangle 42">
            <a:extLst>
              <a:ext uri="{FF2B5EF4-FFF2-40B4-BE49-F238E27FC236}">
                <a16:creationId xmlns:a16="http://schemas.microsoft.com/office/drawing/2014/main" id="{30CF19A5-D94E-9CDA-9E13-CB71589302DF}"/>
              </a:ext>
            </a:extLst>
          </p:cNvPr>
          <p:cNvSpPr/>
          <p:nvPr/>
        </p:nvSpPr>
        <p:spPr>
          <a:xfrm>
            <a:off x="2933307" y="2843167"/>
            <a:ext cx="1470924" cy="18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44" name="TextBox 43">
            <a:extLst>
              <a:ext uri="{FF2B5EF4-FFF2-40B4-BE49-F238E27FC236}">
                <a16:creationId xmlns:a16="http://schemas.microsoft.com/office/drawing/2014/main" id="{44A93EBD-7E5D-46CE-E8C3-D9AAC3233536}"/>
              </a:ext>
            </a:extLst>
          </p:cNvPr>
          <p:cNvSpPr txBox="1"/>
          <p:nvPr/>
        </p:nvSpPr>
        <p:spPr>
          <a:xfrm>
            <a:off x="764307" y="4363306"/>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45" name="TextBox 44">
            <a:extLst>
              <a:ext uri="{FF2B5EF4-FFF2-40B4-BE49-F238E27FC236}">
                <a16:creationId xmlns:a16="http://schemas.microsoft.com/office/drawing/2014/main" id="{0A6A8E48-2BD3-3D0C-E79B-493DE676F95B}"/>
              </a:ext>
            </a:extLst>
          </p:cNvPr>
          <p:cNvSpPr txBox="1"/>
          <p:nvPr/>
        </p:nvSpPr>
        <p:spPr>
          <a:xfrm>
            <a:off x="772128" y="5977695"/>
            <a:ext cx="2085337" cy="214519"/>
          </a:xfrm>
          <a:prstGeom prst="rect">
            <a:avLst/>
          </a:prstGeom>
          <a:noFill/>
        </p:spPr>
        <p:txBody>
          <a:bodyPr wrap="squar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46" name="TextBox 45">
            <a:extLst>
              <a:ext uri="{FF2B5EF4-FFF2-40B4-BE49-F238E27FC236}">
                <a16:creationId xmlns:a16="http://schemas.microsoft.com/office/drawing/2014/main" id="{8E3072CA-144C-3D26-FFDB-4EF61F939FA3}"/>
              </a:ext>
            </a:extLst>
          </p:cNvPr>
          <p:cNvSpPr txBox="1"/>
          <p:nvPr/>
        </p:nvSpPr>
        <p:spPr>
          <a:xfrm>
            <a:off x="765402" y="5715985"/>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cxnSp>
        <p:nvCxnSpPr>
          <p:cNvPr id="47" name="Straight Connector 46">
            <a:extLst>
              <a:ext uri="{FF2B5EF4-FFF2-40B4-BE49-F238E27FC236}">
                <a16:creationId xmlns:a16="http://schemas.microsoft.com/office/drawing/2014/main" id="{A50F656F-3CB0-A11B-4BCF-BB7CD47DE484}"/>
              </a:ext>
            </a:extLst>
          </p:cNvPr>
          <p:cNvCxnSpPr>
            <a:cxnSpLocks/>
          </p:cNvCxnSpPr>
          <p:nvPr/>
        </p:nvCxnSpPr>
        <p:spPr>
          <a:xfrm>
            <a:off x="764307" y="6314119"/>
            <a:ext cx="11045596" cy="0"/>
          </a:xfrm>
          <a:prstGeom prst="line">
            <a:avLst/>
          </a:prstGeom>
          <a:ln>
            <a:solidFill>
              <a:srgbClr val="1E283B"/>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F1830B35-6A71-F0FA-2080-A448FBC7EE62}"/>
              </a:ext>
            </a:extLst>
          </p:cNvPr>
          <p:cNvSpPr txBox="1"/>
          <p:nvPr/>
        </p:nvSpPr>
        <p:spPr>
          <a:xfrm>
            <a:off x="770998" y="3462356"/>
            <a:ext cx="2085337" cy="214519"/>
          </a:xfrm>
          <a:prstGeom prst="rect">
            <a:avLst/>
          </a:prstGeom>
          <a:noFill/>
        </p:spPr>
        <p:txBody>
          <a:bodyPr wrap="none" lIns="0" tIns="0" rIns="0" bIns="0" rtlCol="0" anchor="ctr">
            <a:no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Text</a:t>
            </a:r>
          </a:p>
        </p:txBody>
      </p:sp>
      <p:sp>
        <p:nvSpPr>
          <p:cNvPr id="49" name="Rectangle 48">
            <a:extLst>
              <a:ext uri="{FF2B5EF4-FFF2-40B4-BE49-F238E27FC236}">
                <a16:creationId xmlns:a16="http://schemas.microsoft.com/office/drawing/2014/main" id="{0BDD690E-2AA0-BECE-06C8-AF9BAD6DA978}"/>
              </a:ext>
            </a:extLst>
          </p:cNvPr>
          <p:cNvSpPr/>
          <p:nvPr/>
        </p:nvSpPr>
        <p:spPr>
          <a:xfrm>
            <a:off x="5153128" y="3488245"/>
            <a:ext cx="1481710"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50" name="Rectangle 49">
            <a:extLst>
              <a:ext uri="{FF2B5EF4-FFF2-40B4-BE49-F238E27FC236}">
                <a16:creationId xmlns:a16="http://schemas.microsoft.com/office/drawing/2014/main" id="{95C0DD02-922D-232F-24EF-E4AC4208AD53}"/>
              </a:ext>
            </a:extLst>
          </p:cNvPr>
          <p:cNvSpPr/>
          <p:nvPr/>
        </p:nvSpPr>
        <p:spPr>
          <a:xfrm>
            <a:off x="5151802" y="3196558"/>
            <a:ext cx="1483036" cy="18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51" name="Rectangle 50">
            <a:extLst>
              <a:ext uri="{FF2B5EF4-FFF2-40B4-BE49-F238E27FC236}">
                <a16:creationId xmlns:a16="http://schemas.microsoft.com/office/drawing/2014/main" id="{E756C869-39E7-92ED-1F37-6A725A4EE4CF}"/>
              </a:ext>
            </a:extLst>
          </p:cNvPr>
          <p:cNvSpPr/>
          <p:nvPr/>
        </p:nvSpPr>
        <p:spPr>
          <a:xfrm>
            <a:off x="6626266" y="4703672"/>
            <a:ext cx="5115427" cy="18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52" name="Flowchart: Decision 51">
            <a:extLst>
              <a:ext uri="{FF2B5EF4-FFF2-40B4-BE49-F238E27FC236}">
                <a16:creationId xmlns:a16="http://schemas.microsoft.com/office/drawing/2014/main" id="{D376B4C9-2D1F-085E-1735-E396D87B5F12}"/>
              </a:ext>
            </a:extLst>
          </p:cNvPr>
          <p:cNvSpPr>
            <a:spLocks/>
          </p:cNvSpPr>
          <p:nvPr/>
        </p:nvSpPr>
        <p:spPr>
          <a:xfrm>
            <a:off x="11121651" y="5722892"/>
            <a:ext cx="201600" cy="180000"/>
          </a:xfrm>
          <a:prstGeom prst="flowChartDecisi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53" name="Flowchart: Decision 52">
            <a:extLst>
              <a:ext uri="{FF2B5EF4-FFF2-40B4-BE49-F238E27FC236}">
                <a16:creationId xmlns:a16="http://schemas.microsoft.com/office/drawing/2014/main" id="{21A1C063-ECE9-E11F-BF2C-FFB4C8592B82}"/>
              </a:ext>
            </a:extLst>
          </p:cNvPr>
          <p:cNvSpPr>
            <a:spLocks/>
          </p:cNvSpPr>
          <p:nvPr/>
        </p:nvSpPr>
        <p:spPr>
          <a:xfrm>
            <a:off x="11428612" y="5977695"/>
            <a:ext cx="201600" cy="180000"/>
          </a:xfrm>
          <a:prstGeom prst="flowChartDecisi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cxnSp>
        <p:nvCxnSpPr>
          <p:cNvPr id="54" name="Straight Connector 53">
            <a:extLst>
              <a:ext uri="{FF2B5EF4-FFF2-40B4-BE49-F238E27FC236}">
                <a16:creationId xmlns:a16="http://schemas.microsoft.com/office/drawing/2014/main" id="{5CAAECE0-C07B-BD02-67B1-756A043CA32D}"/>
              </a:ext>
            </a:extLst>
          </p:cNvPr>
          <p:cNvCxnSpPr>
            <a:cxnSpLocks/>
          </p:cNvCxnSpPr>
          <p:nvPr/>
        </p:nvCxnSpPr>
        <p:spPr>
          <a:xfrm>
            <a:off x="7366943"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F4E4545-B505-94B0-E33C-A8E55457B68D}"/>
              </a:ext>
            </a:extLst>
          </p:cNvPr>
          <p:cNvCxnSpPr>
            <a:cxnSpLocks/>
          </p:cNvCxnSpPr>
          <p:nvPr/>
        </p:nvCxnSpPr>
        <p:spPr>
          <a:xfrm>
            <a:off x="8107619"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4B9ECD2-1F52-547F-02C9-1F36192F0DBE}"/>
              </a:ext>
            </a:extLst>
          </p:cNvPr>
          <p:cNvCxnSpPr>
            <a:cxnSpLocks/>
          </p:cNvCxnSpPr>
          <p:nvPr/>
        </p:nvCxnSpPr>
        <p:spPr>
          <a:xfrm>
            <a:off x="8848296"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B13BE62-D007-35DD-5F81-A209B1D1F473}"/>
              </a:ext>
            </a:extLst>
          </p:cNvPr>
          <p:cNvCxnSpPr>
            <a:cxnSpLocks/>
          </p:cNvCxnSpPr>
          <p:nvPr/>
        </p:nvCxnSpPr>
        <p:spPr>
          <a:xfrm>
            <a:off x="9588970"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638D82A-02FC-0D92-4043-2512C7C45EF5}"/>
              </a:ext>
            </a:extLst>
          </p:cNvPr>
          <p:cNvCxnSpPr>
            <a:cxnSpLocks/>
          </p:cNvCxnSpPr>
          <p:nvPr/>
        </p:nvCxnSpPr>
        <p:spPr>
          <a:xfrm>
            <a:off x="10329647"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F8A5B75-DFAA-EB88-8F11-4D96EFDE52EB}"/>
              </a:ext>
            </a:extLst>
          </p:cNvPr>
          <p:cNvCxnSpPr>
            <a:cxnSpLocks/>
          </p:cNvCxnSpPr>
          <p:nvPr/>
        </p:nvCxnSpPr>
        <p:spPr>
          <a:xfrm>
            <a:off x="11070322"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C7FA826-351B-8A69-5D0F-A29F58C47CCF}"/>
              </a:ext>
            </a:extLst>
          </p:cNvPr>
          <p:cNvCxnSpPr>
            <a:cxnSpLocks/>
          </p:cNvCxnSpPr>
          <p:nvPr/>
        </p:nvCxnSpPr>
        <p:spPr>
          <a:xfrm>
            <a:off x="3663565"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497EE38-4737-EB3F-556E-6D2B65592499}"/>
              </a:ext>
            </a:extLst>
          </p:cNvPr>
          <p:cNvCxnSpPr>
            <a:cxnSpLocks/>
          </p:cNvCxnSpPr>
          <p:nvPr/>
        </p:nvCxnSpPr>
        <p:spPr>
          <a:xfrm>
            <a:off x="4404241"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916873F-5612-F385-44A7-5AF6E5C7EF14}"/>
              </a:ext>
            </a:extLst>
          </p:cNvPr>
          <p:cNvCxnSpPr>
            <a:cxnSpLocks/>
          </p:cNvCxnSpPr>
          <p:nvPr/>
        </p:nvCxnSpPr>
        <p:spPr>
          <a:xfrm>
            <a:off x="5144916"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1949B35-A831-5C58-D8E9-7A36A310CCAA}"/>
              </a:ext>
            </a:extLst>
          </p:cNvPr>
          <p:cNvCxnSpPr>
            <a:cxnSpLocks/>
          </p:cNvCxnSpPr>
          <p:nvPr/>
        </p:nvCxnSpPr>
        <p:spPr>
          <a:xfrm>
            <a:off x="5885592"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E82D379-0E09-AC51-19C1-F64FACDEFCC7}"/>
              </a:ext>
            </a:extLst>
          </p:cNvPr>
          <p:cNvCxnSpPr>
            <a:cxnSpLocks/>
          </p:cNvCxnSpPr>
          <p:nvPr/>
        </p:nvCxnSpPr>
        <p:spPr>
          <a:xfrm>
            <a:off x="6626268" y="1498751"/>
            <a:ext cx="0" cy="482452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022F9181-B576-921A-3303-32C42882C64F}"/>
              </a:ext>
            </a:extLst>
          </p:cNvPr>
          <p:cNvSpPr txBox="1"/>
          <p:nvPr/>
        </p:nvSpPr>
        <p:spPr>
          <a:xfrm>
            <a:off x="5309388" y="2301665"/>
            <a:ext cx="642805" cy="211121"/>
          </a:xfrm>
          <a:prstGeom prst="rect">
            <a:avLst/>
          </a:prstGeom>
          <a:solidFill>
            <a:schemeClr val="bg1"/>
          </a:solidFill>
        </p:spPr>
        <p:txBody>
          <a:bodyPr wrap="none" lIns="0" tIns="0" rIns="0" bIns="44804" rtlCol="0">
            <a:sp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1078"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Milestone</a:t>
            </a:r>
          </a:p>
        </p:txBody>
      </p:sp>
      <p:sp>
        <p:nvSpPr>
          <p:cNvPr id="66" name="Rectangle 77">
            <a:extLst>
              <a:ext uri="{FF2B5EF4-FFF2-40B4-BE49-F238E27FC236}">
                <a16:creationId xmlns:a16="http://schemas.microsoft.com/office/drawing/2014/main" id="{7FFDC4A5-710A-1106-C75C-8377C330CC5E}"/>
              </a:ext>
            </a:extLst>
          </p:cNvPr>
          <p:cNvSpPr/>
          <p:nvPr/>
        </p:nvSpPr>
        <p:spPr>
          <a:xfrm>
            <a:off x="5641246" y="1229037"/>
            <a:ext cx="3175093" cy="2116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en-US" sz="1029"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Month</a:t>
            </a:r>
          </a:p>
        </p:txBody>
      </p:sp>
      <p:sp>
        <p:nvSpPr>
          <p:cNvPr id="67" name="Rectangle 77">
            <a:extLst>
              <a:ext uri="{FF2B5EF4-FFF2-40B4-BE49-F238E27FC236}">
                <a16:creationId xmlns:a16="http://schemas.microsoft.com/office/drawing/2014/main" id="{F85FFC0B-9657-816C-EBA0-1E1FBB33840C}"/>
              </a:ext>
            </a:extLst>
          </p:cNvPr>
          <p:cNvSpPr/>
          <p:nvPr/>
        </p:nvSpPr>
        <p:spPr>
          <a:xfrm>
            <a:off x="8848295" y="1229037"/>
            <a:ext cx="2892862" cy="2116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en-US" sz="1029"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Month</a:t>
            </a:r>
          </a:p>
        </p:txBody>
      </p:sp>
      <p:sp>
        <p:nvSpPr>
          <p:cNvPr id="68" name="Flowchart: Decision 182">
            <a:extLst>
              <a:ext uri="{FF2B5EF4-FFF2-40B4-BE49-F238E27FC236}">
                <a16:creationId xmlns:a16="http://schemas.microsoft.com/office/drawing/2014/main" id="{3C03A3FE-51BA-FB08-1182-E2894973630D}"/>
              </a:ext>
            </a:extLst>
          </p:cNvPr>
          <p:cNvSpPr>
            <a:spLocks/>
          </p:cNvSpPr>
          <p:nvPr/>
        </p:nvSpPr>
        <p:spPr>
          <a:xfrm>
            <a:off x="6526364" y="4363306"/>
            <a:ext cx="201600" cy="180000"/>
          </a:xfrm>
          <a:prstGeom prst="flowChartDecisi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69" name="Flowchart: Decision 97">
            <a:extLst>
              <a:ext uri="{FF2B5EF4-FFF2-40B4-BE49-F238E27FC236}">
                <a16:creationId xmlns:a16="http://schemas.microsoft.com/office/drawing/2014/main" id="{EF3036F8-1E37-1B54-8EC7-009FA8F3EDB7}"/>
              </a:ext>
            </a:extLst>
          </p:cNvPr>
          <p:cNvSpPr>
            <a:spLocks noChangeAspect="1"/>
          </p:cNvSpPr>
          <p:nvPr/>
        </p:nvSpPr>
        <p:spPr>
          <a:xfrm>
            <a:off x="5031656" y="2301665"/>
            <a:ext cx="220199" cy="180000"/>
          </a:xfrm>
          <a:prstGeom prst="flowChartDecisi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0" name="Rectangle 77">
            <a:extLst>
              <a:ext uri="{FF2B5EF4-FFF2-40B4-BE49-F238E27FC236}">
                <a16:creationId xmlns:a16="http://schemas.microsoft.com/office/drawing/2014/main" id="{FFC49A1C-A4D3-81F5-71B3-3C8FF93303DC}"/>
              </a:ext>
            </a:extLst>
          </p:cNvPr>
          <p:cNvSpPr/>
          <p:nvPr/>
        </p:nvSpPr>
        <p:spPr>
          <a:xfrm>
            <a:off x="2928101" y="1229037"/>
            <a:ext cx="2681189" cy="2116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r>
              <a:rPr kumimoji="0" lang="en-US" sz="1029"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Month</a:t>
            </a:r>
          </a:p>
        </p:txBody>
      </p:sp>
      <p:sp>
        <p:nvSpPr>
          <p:cNvPr id="71" name="Flowchart: Decision 184">
            <a:extLst>
              <a:ext uri="{FF2B5EF4-FFF2-40B4-BE49-F238E27FC236}">
                <a16:creationId xmlns:a16="http://schemas.microsoft.com/office/drawing/2014/main" id="{FC5626C9-43C5-E1F9-08DA-CCD48E3449D2}"/>
              </a:ext>
            </a:extLst>
          </p:cNvPr>
          <p:cNvSpPr>
            <a:spLocks/>
          </p:cNvSpPr>
          <p:nvPr/>
        </p:nvSpPr>
        <p:spPr>
          <a:xfrm>
            <a:off x="9476239" y="4958477"/>
            <a:ext cx="201600" cy="180000"/>
          </a:xfrm>
          <a:prstGeom prst="flowChartDecision">
            <a:avLst/>
          </a:prstGeom>
          <a:solidFill>
            <a:schemeClr val="accent3"/>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2" name="Flowchart: Decision 184">
            <a:extLst>
              <a:ext uri="{FF2B5EF4-FFF2-40B4-BE49-F238E27FC236}">
                <a16:creationId xmlns:a16="http://schemas.microsoft.com/office/drawing/2014/main" id="{58A165EF-D65D-C6E1-51FA-3EEBC36BFFB9}"/>
              </a:ext>
            </a:extLst>
          </p:cNvPr>
          <p:cNvSpPr>
            <a:spLocks/>
          </p:cNvSpPr>
          <p:nvPr/>
        </p:nvSpPr>
        <p:spPr>
          <a:xfrm>
            <a:off x="11634237" y="4703672"/>
            <a:ext cx="201600" cy="180000"/>
          </a:xfrm>
          <a:prstGeom prst="flowChartDecision">
            <a:avLst/>
          </a:prstGeom>
          <a:solidFill>
            <a:schemeClr val="accent3"/>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3" name="Flowchart: Decision 97">
            <a:extLst>
              <a:ext uri="{FF2B5EF4-FFF2-40B4-BE49-F238E27FC236}">
                <a16:creationId xmlns:a16="http://schemas.microsoft.com/office/drawing/2014/main" id="{E8928586-D76C-7340-CF02-8A4220132ACC}"/>
              </a:ext>
            </a:extLst>
          </p:cNvPr>
          <p:cNvSpPr>
            <a:spLocks noChangeAspect="1"/>
          </p:cNvSpPr>
          <p:nvPr/>
        </p:nvSpPr>
        <p:spPr>
          <a:xfrm>
            <a:off x="2806535" y="1804168"/>
            <a:ext cx="220199" cy="180000"/>
          </a:xfrm>
          <a:prstGeom prst="flowChartDecision">
            <a:avLst/>
          </a:prstGeom>
          <a:solidFill>
            <a:srgbClr val="BE82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4" name="Flowchart: Decision 182">
            <a:extLst>
              <a:ext uri="{FF2B5EF4-FFF2-40B4-BE49-F238E27FC236}">
                <a16:creationId xmlns:a16="http://schemas.microsoft.com/office/drawing/2014/main" id="{A6B6A1E6-1B5D-226B-9FDE-CA9D5A486C58}"/>
              </a:ext>
            </a:extLst>
          </p:cNvPr>
          <p:cNvSpPr>
            <a:spLocks noChangeAspect="1"/>
          </p:cNvSpPr>
          <p:nvPr/>
        </p:nvSpPr>
        <p:spPr>
          <a:xfrm>
            <a:off x="4293843" y="2843167"/>
            <a:ext cx="220199" cy="180000"/>
          </a:xfrm>
          <a:prstGeom prst="flowChartDecision">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5" name="Flowchart: Decision 182">
            <a:extLst>
              <a:ext uri="{FF2B5EF4-FFF2-40B4-BE49-F238E27FC236}">
                <a16:creationId xmlns:a16="http://schemas.microsoft.com/office/drawing/2014/main" id="{25DBCF9D-3693-2AE7-32BB-D11772F4F18D}"/>
              </a:ext>
            </a:extLst>
          </p:cNvPr>
          <p:cNvSpPr>
            <a:spLocks noChangeAspect="1"/>
          </p:cNvSpPr>
          <p:nvPr/>
        </p:nvSpPr>
        <p:spPr>
          <a:xfrm>
            <a:off x="3272655" y="2037954"/>
            <a:ext cx="220199" cy="180000"/>
          </a:xfrm>
          <a:prstGeom prst="flowChartDecision">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6" name="Flowchart: Decision 184">
            <a:extLst>
              <a:ext uri="{FF2B5EF4-FFF2-40B4-BE49-F238E27FC236}">
                <a16:creationId xmlns:a16="http://schemas.microsoft.com/office/drawing/2014/main" id="{2D66B968-AC4A-9C8F-BE52-37FBCA40E746}"/>
              </a:ext>
            </a:extLst>
          </p:cNvPr>
          <p:cNvSpPr>
            <a:spLocks/>
          </p:cNvSpPr>
          <p:nvPr/>
        </p:nvSpPr>
        <p:spPr>
          <a:xfrm>
            <a:off x="10216916" y="5213282"/>
            <a:ext cx="201600" cy="180000"/>
          </a:xfrm>
          <a:prstGeom prst="flowChartDecision">
            <a:avLst/>
          </a:prstGeom>
          <a:solidFill>
            <a:schemeClr val="accent3"/>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77" name="Flowchart: Decision 184">
            <a:extLst>
              <a:ext uri="{FF2B5EF4-FFF2-40B4-BE49-F238E27FC236}">
                <a16:creationId xmlns:a16="http://schemas.microsoft.com/office/drawing/2014/main" id="{E8FC1AB8-E2BD-B7EA-7B53-CAB8C4A2D35C}"/>
              </a:ext>
            </a:extLst>
          </p:cNvPr>
          <p:cNvSpPr>
            <a:spLocks/>
          </p:cNvSpPr>
          <p:nvPr/>
        </p:nvSpPr>
        <p:spPr>
          <a:xfrm>
            <a:off x="10957590" y="5468087"/>
            <a:ext cx="201600" cy="180000"/>
          </a:xfrm>
          <a:prstGeom prst="flowChartDecision">
            <a:avLst/>
          </a:prstGeom>
          <a:solidFill>
            <a:schemeClr val="accent3"/>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grpSp>
        <p:nvGrpSpPr>
          <p:cNvPr id="78" name="Group 77">
            <a:extLst>
              <a:ext uri="{FF2B5EF4-FFF2-40B4-BE49-F238E27FC236}">
                <a16:creationId xmlns:a16="http://schemas.microsoft.com/office/drawing/2014/main" id="{B4B5A6C6-285F-8D29-6FD0-21B4AA3D412B}"/>
              </a:ext>
            </a:extLst>
          </p:cNvPr>
          <p:cNvGrpSpPr/>
          <p:nvPr/>
        </p:nvGrpSpPr>
        <p:grpSpPr>
          <a:xfrm>
            <a:off x="758051" y="6464353"/>
            <a:ext cx="3216048" cy="142695"/>
            <a:chOff x="4268465" y="378022"/>
            <a:chExt cx="3281793" cy="145612"/>
          </a:xfrm>
        </p:grpSpPr>
        <p:grpSp>
          <p:nvGrpSpPr>
            <p:cNvPr id="79" name="Group 78">
              <a:extLst>
                <a:ext uri="{FF2B5EF4-FFF2-40B4-BE49-F238E27FC236}">
                  <a16:creationId xmlns:a16="http://schemas.microsoft.com/office/drawing/2014/main" id="{FA192083-B388-1856-69F6-08A0F523E19F}"/>
                </a:ext>
              </a:extLst>
            </p:cNvPr>
            <p:cNvGrpSpPr/>
            <p:nvPr/>
          </p:nvGrpSpPr>
          <p:grpSpPr>
            <a:xfrm>
              <a:off x="4773051" y="379634"/>
              <a:ext cx="536908" cy="144000"/>
              <a:chOff x="893376" y="6539112"/>
              <a:chExt cx="536908" cy="144000"/>
            </a:xfrm>
          </p:grpSpPr>
          <p:sp>
            <p:nvSpPr>
              <p:cNvPr id="90" name="Rectangle 89">
                <a:extLst>
                  <a:ext uri="{FF2B5EF4-FFF2-40B4-BE49-F238E27FC236}">
                    <a16:creationId xmlns:a16="http://schemas.microsoft.com/office/drawing/2014/main" id="{5186BE1C-3B75-2217-2857-8312DD235EAE}"/>
                  </a:ext>
                </a:extLst>
              </p:cNvPr>
              <p:cNvSpPr/>
              <p:nvPr/>
            </p:nvSpPr>
            <p:spPr>
              <a:xfrm>
                <a:off x="893376" y="6539112"/>
                <a:ext cx="144000" cy="144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91" name="TextBox 90">
                <a:extLst>
                  <a:ext uri="{FF2B5EF4-FFF2-40B4-BE49-F238E27FC236}">
                    <a16:creationId xmlns:a16="http://schemas.microsoft.com/office/drawing/2014/main" id="{BCD16295-E30A-6008-41CD-2D561E9485D5}"/>
                  </a:ext>
                </a:extLst>
              </p:cNvPr>
              <p:cNvSpPr txBox="1"/>
              <p:nvPr/>
            </p:nvSpPr>
            <p:spPr>
              <a:xfrm>
                <a:off x="1070413" y="6549543"/>
                <a:ext cx="359871" cy="123141"/>
              </a:xfrm>
              <a:prstGeom prst="rect">
                <a:avLst/>
              </a:prstGeom>
              <a:noFill/>
            </p:spPr>
            <p:txBody>
              <a:bodyPr wrap="none" lIns="0" tIns="0" rIns="0" bIns="0" rtlCol="0" anchor="ctr">
                <a:sp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784"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Phase 1</a:t>
                </a:r>
              </a:p>
            </p:txBody>
          </p:sp>
        </p:grpSp>
        <p:grpSp>
          <p:nvGrpSpPr>
            <p:cNvPr id="80" name="Group 79">
              <a:extLst>
                <a:ext uri="{FF2B5EF4-FFF2-40B4-BE49-F238E27FC236}">
                  <a16:creationId xmlns:a16="http://schemas.microsoft.com/office/drawing/2014/main" id="{6928270F-CA58-B80E-730B-90CDFC23B372}"/>
                </a:ext>
              </a:extLst>
            </p:cNvPr>
            <p:cNvGrpSpPr/>
            <p:nvPr/>
          </p:nvGrpSpPr>
          <p:grpSpPr>
            <a:xfrm>
              <a:off x="5448690" y="378022"/>
              <a:ext cx="556949" cy="144000"/>
              <a:chOff x="1576596" y="6541496"/>
              <a:chExt cx="556949" cy="144000"/>
            </a:xfrm>
          </p:grpSpPr>
          <p:sp>
            <p:nvSpPr>
              <p:cNvPr id="88" name="Rectangle 87">
                <a:extLst>
                  <a:ext uri="{FF2B5EF4-FFF2-40B4-BE49-F238E27FC236}">
                    <a16:creationId xmlns:a16="http://schemas.microsoft.com/office/drawing/2014/main" id="{15F72F9A-5AB7-A993-81DC-56168BB05B44}"/>
                  </a:ext>
                </a:extLst>
              </p:cNvPr>
              <p:cNvSpPr/>
              <p:nvPr/>
            </p:nvSpPr>
            <p:spPr>
              <a:xfrm>
                <a:off x="1576596" y="6541496"/>
                <a:ext cx="144000" cy="14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89" name="TextBox 88">
                <a:extLst>
                  <a:ext uri="{FF2B5EF4-FFF2-40B4-BE49-F238E27FC236}">
                    <a16:creationId xmlns:a16="http://schemas.microsoft.com/office/drawing/2014/main" id="{85C08A80-516D-6C61-88FD-4EC0478124B0}"/>
                  </a:ext>
                </a:extLst>
              </p:cNvPr>
              <p:cNvSpPr txBox="1"/>
              <p:nvPr/>
            </p:nvSpPr>
            <p:spPr>
              <a:xfrm>
                <a:off x="1753633" y="6553553"/>
                <a:ext cx="379912" cy="123111"/>
              </a:xfrm>
              <a:prstGeom prst="rect">
                <a:avLst/>
              </a:prstGeom>
              <a:noFill/>
            </p:spPr>
            <p:txBody>
              <a:bodyPr wrap="none" lIns="0" tIns="0" rIns="0" bIns="0" rtlCol="0" anchor="ctr">
                <a:sp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en-US" sz="784"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Phase 2</a:t>
                </a:r>
              </a:p>
            </p:txBody>
          </p:sp>
        </p:grpSp>
        <p:grpSp>
          <p:nvGrpSpPr>
            <p:cNvPr id="81" name="Group 80">
              <a:extLst>
                <a:ext uri="{FF2B5EF4-FFF2-40B4-BE49-F238E27FC236}">
                  <a16:creationId xmlns:a16="http://schemas.microsoft.com/office/drawing/2014/main" id="{2A9924E8-43D5-A335-029C-5FC4A2CB5959}"/>
                </a:ext>
              </a:extLst>
            </p:cNvPr>
            <p:cNvGrpSpPr/>
            <p:nvPr/>
          </p:nvGrpSpPr>
          <p:grpSpPr>
            <a:xfrm>
              <a:off x="6146803" y="379634"/>
              <a:ext cx="555346" cy="144000"/>
              <a:chOff x="2593815" y="6540303"/>
              <a:chExt cx="555346" cy="144000"/>
            </a:xfrm>
          </p:grpSpPr>
          <p:sp>
            <p:nvSpPr>
              <p:cNvPr id="86" name="Rectangle 85">
                <a:extLst>
                  <a:ext uri="{FF2B5EF4-FFF2-40B4-BE49-F238E27FC236}">
                    <a16:creationId xmlns:a16="http://schemas.microsoft.com/office/drawing/2014/main" id="{FA8AD153-C1F6-0394-DCAD-65CA84C3FBE6}"/>
                  </a:ext>
                </a:extLst>
              </p:cNvPr>
              <p:cNvSpPr/>
              <p:nvPr/>
            </p:nvSpPr>
            <p:spPr>
              <a:xfrm>
                <a:off x="2593815" y="6540303"/>
                <a:ext cx="144000" cy="14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87" name="TextBox 86">
                <a:extLst>
                  <a:ext uri="{FF2B5EF4-FFF2-40B4-BE49-F238E27FC236}">
                    <a16:creationId xmlns:a16="http://schemas.microsoft.com/office/drawing/2014/main" id="{D0A9483C-6572-A2D7-C114-44EAAC610DDD}"/>
                  </a:ext>
                </a:extLst>
              </p:cNvPr>
              <p:cNvSpPr txBox="1"/>
              <p:nvPr/>
            </p:nvSpPr>
            <p:spPr>
              <a:xfrm>
                <a:off x="2770852" y="6550748"/>
                <a:ext cx="378309" cy="123111"/>
              </a:xfrm>
              <a:prstGeom prst="rect">
                <a:avLst/>
              </a:prstGeom>
              <a:noFill/>
            </p:spPr>
            <p:txBody>
              <a:bodyPr wrap="none" lIns="0" tIns="0" rIns="0" bIns="0" rtlCol="0" anchor="ctr">
                <a:sp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en-US" sz="784"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Phase 3</a:t>
                </a:r>
              </a:p>
            </p:txBody>
          </p:sp>
        </p:grpSp>
        <p:sp>
          <p:nvSpPr>
            <p:cNvPr id="82" name="TextBox 81">
              <a:extLst>
                <a:ext uri="{FF2B5EF4-FFF2-40B4-BE49-F238E27FC236}">
                  <a16:creationId xmlns:a16="http://schemas.microsoft.com/office/drawing/2014/main" id="{34345026-A15E-AD9C-C840-47814D5E709E}"/>
                </a:ext>
              </a:extLst>
            </p:cNvPr>
            <p:cNvSpPr txBox="1"/>
            <p:nvPr/>
          </p:nvSpPr>
          <p:spPr>
            <a:xfrm>
              <a:off x="4268465" y="390064"/>
              <a:ext cx="412215" cy="123141"/>
            </a:xfrm>
            <a:prstGeom prst="rect">
              <a:avLst/>
            </a:prstGeom>
            <a:noFill/>
          </p:spPr>
          <p:txBody>
            <a:bodyPr wrap="none" lIns="0" tIns="0" rIns="0" bIns="0" rtlCol="0" anchor="ctr">
              <a:sp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784" b="1" i="0" u="none" strike="noStrike" kern="1200" cap="none" spc="0" normalizeH="0" baseline="0" noProof="0">
                  <a:ln>
                    <a:noFill/>
                  </a:ln>
                  <a:solidFill>
                    <a:srgbClr val="000000"/>
                  </a:solidFill>
                  <a:effectLst/>
                  <a:uLnTx/>
                  <a:uFillTx/>
                  <a:latin typeface="Graphik"/>
                  <a:ea typeface="+mn-ea"/>
                  <a:cs typeface="Arial" panose="020B0604020202020204" pitchFamily="34" charset="0"/>
                </a:rPr>
                <a:t>Legend</a:t>
              </a:r>
              <a:r>
                <a:rPr kumimoji="0" lang="de-CH" sz="784"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 </a:t>
              </a:r>
            </a:p>
          </p:txBody>
        </p:sp>
        <p:grpSp>
          <p:nvGrpSpPr>
            <p:cNvPr id="83" name="Group 82">
              <a:extLst>
                <a:ext uri="{FF2B5EF4-FFF2-40B4-BE49-F238E27FC236}">
                  <a16:creationId xmlns:a16="http://schemas.microsoft.com/office/drawing/2014/main" id="{23D32897-5259-8E1D-CABA-142B5CE7B390}"/>
                </a:ext>
              </a:extLst>
            </p:cNvPr>
            <p:cNvGrpSpPr/>
            <p:nvPr/>
          </p:nvGrpSpPr>
          <p:grpSpPr>
            <a:xfrm>
              <a:off x="6846502" y="379634"/>
              <a:ext cx="703756" cy="144000"/>
              <a:chOff x="2593815" y="6543879"/>
              <a:chExt cx="703756" cy="144000"/>
            </a:xfrm>
          </p:grpSpPr>
          <p:sp>
            <p:nvSpPr>
              <p:cNvPr id="84" name="Flowchart: Decision 83">
                <a:extLst>
                  <a:ext uri="{FF2B5EF4-FFF2-40B4-BE49-F238E27FC236}">
                    <a16:creationId xmlns:a16="http://schemas.microsoft.com/office/drawing/2014/main" id="{B2C22E8B-B9E5-FFAA-811A-3BE56483D515}"/>
                  </a:ext>
                </a:extLst>
              </p:cNvPr>
              <p:cNvSpPr/>
              <p:nvPr/>
            </p:nvSpPr>
            <p:spPr>
              <a:xfrm>
                <a:off x="2593815" y="6543879"/>
                <a:ext cx="144000" cy="144000"/>
              </a:xfrm>
              <a:prstGeom prst="flowChartDecision">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48056" rtl="0" eaLnBrk="1" fontAlgn="auto" latinLnBrk="0" hangingPunct="1">
                  <a:lnSpc>
                    <a:spcPct val="100000"/>
                  </a:lnSpc>
                  <a:spcBef>
                    <a:spcPts val="0"/>
                  </a:spcBef>
                  <a:spcAft>
                    <a:spcPts val="0"/>
                  </a:spcAft>
                  <a:buClrTx/>
                  <a:buSzTx/>
                  <a:buFontTx/>
                  <a:buNone/>
                  <a:tabLst/>
                  <a:defRPr/>
                </a:pPr>
                <a:endParaRPr kumimoji="0" lang="de-CH" sz="1764" b="1" i="0" u="none" strike="noStrike" kern="1200" cap="none" spc="0" normalizeH="0" baseline="0" noProof="0">
                  <a:ln>
                    <a:noFill/>
                  </a:ln>
                  <a:solidFill>
                    <a:srgbClr val="FFFFFF"/>
                  </a:solidFill>
                  <a:effectLst/>
                  <a:uLnTx/>
                  <a:uFillTx/>
                  <a:latin typeface="Graphik"/>
                  <a:ea typeface="+mn-ea"/>
                  <a:cs typeface="Arial" panose="020B0604020202020204" pitchFamily="34" charset="0"/>
                </a:endParaRPr>
              </a:p>
            </p:txBody>
          </p:sp>
          <p:sp>
            <p:nvSpPr>
              <p:cNvPr id="85" name="TextBox 84">
                <a:extLst>
                  <a:ext uri="{FF2B5EF4-FFF2-40B4-BE49-F238E27FC236}">
                    <a16:creationId xmlns:a16="http://schemas.microsoft.com/office/drawing/2014/main" id="{F18FC030-0525-EF6F-8866-B88F675BA02F}"/>
                  </a:ext>
                </a:extLst>
              </p:cNvPr>
              <p:cNvSpPr txBox="1"/>
              <p:nvPr/>
            </p:nvSpPr>
            <p:spPr>
              <a:xfrm>
                <a:off x="2770852" y="6554310"/>
                <a:ext cx="526719" cy="123141"/>
              </a:xfrm>
              <a:prstGeom prst="rect">
                <a:avLst/>
              </a:prstGeom>
              <a:noFill/>
            </p:spPr>
            <p:txBody>
              <a:bodyPr wrap="none" lIns="0" tIns="0" rIns="0" bIns="0" rtlCol="0" anchor="ctr">
                <a:spAutoFit/>
              </a:bodyPr>
              <a:lstStyle/>
              <a:p>
                <a:pPr marL="0" marR="0" lvl="0" indent="0" algn="l" defTabSz="448056" rtl="0" eaLnBrk="1" fontAlgn="auto" latinLnBrk="0" hangingPunct="1">
                  <a:lnSpc>
                    <a:spcPct val="100000"/>
                  </a:lnSpc>
                  <a:spcBef>
                    <a:spcPts val="0"/>
                  </a:spcBef>
                  <a:spcAft>
                    <a:spcPts val="0"/>
                  </a:spcAft>
                  <a:buClrTx/>
                  <a:buSzTx/>
                  <a:buFontTx/>
                  <a:buNone/>
                  <a:tabLst/>
                  <a:defRPr/>
                </a:pPr>
                <a:r>
                  <a:rPr kumimoji="0" lang="de-CH" sz="784"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Milestones</a:t>
                </a:r>
                <a:endParaRPr kumimoji="0" lang="en-US" sz="784" b="0" i="0" u="none" strike="noStrike" kern="1200" cap="none" spc="0" normalizeH="0" baseline="0" noProof="0">
                  <a:ln>
                    <a:noFill/>
                  </a:ln>
                  <a:solidFill>
                    <a:srgbClr val="000000"/>
                  </a:solidFill>
                  <a:effectLst/>
                  <a:uLnTx/>
                  <a:uFillTx/>
                  <a:latin typeface="Graphik"/>
                  <a:ea typeface="+mn-ea"/>
                  <a:cs typeface="Arial" panose="020B0604020202020204" pitchFamily="34" charset="0"/>
                </a:endParaRPr>
              </a:p>
            </p:txBody>
          </p:sp>
        </p:grpSp>
      </p:grpSp>
    </p:spTree>
    <p:extLst>
      <p:ext uri="{BB962C8B-B14F-4D97-AF65-F5344CB8AC3E}">
        <p14:creationId xmlns:p14="http://schemas.microsoft.com/office/powerpoint/2010/main" val="3683020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FB65-0854-7267-E2A5-F75A2EA4453E}"/>
              </a:ext>
            </a:extLst>
          </p:cNvPr>
          <p:cNvSpPr>
            <a:spLocks noGrp="1"/>
          </p:cNvSpPr>
          <p:nvPr>
            <p:ph type="title"/>
          </p:nvPr>
        </p:nvSpPr>
        <p:spPr/>
        <p:txBody>
          <a:bodyPr/>
          <a:lstStyle/>
          <a:p>
            <a:r>
              <a:rPr lang="en-US"/>
              <a:t>Timeline / Process / Approach</a:t>
            </a:r>
          </a:p>
        </p:txBody>
      </p:sp>
      <p:sp>
        <p:nvSpPr>
          <p:cNvPr id="4" name="Slide Number Placeholder 3">
            <a:extLst>
              <a:ext uri="{FF2B5EF4-FFF2-40B4-BE49-F238E27FC236}">
                <a16:creationId xmlns:a16="http://schemas.microsoft.com/office/drawing/2014/main" id="{8754148C-0965-E6D9-2DFD-F8B7F99186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800" b="0" i="0" u="none" strike="noStrike" kern="1200" cap="none" spc="0" normalizeH="0" baseline="0" noProof="0" smtClean="0">
                <a:ln>
                  <a:noFill/>
                </a:ln>
                <a:solidFill>
                  <a:srgbClr val="000000"/>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7" name="Arrow: Chevron 6">
            <a:extLst>
              <a:ext uri="{FF2B5EF4-FFF2-40B4-BE49-F238E27FC236}">
                <a16:creationId xmlns:a16="http://schemas.microsoft.com/office/drawing/2014/main" id="{1AB70EC3-23FF-C19C-5ED5-3B80246E89A1}"/>
              </a:ext>
            </a:extLst>
          </p:cNvPr>
          <p:cNvSpPr>
            <a:spLocks/>
          </p:cNvSpPr>
          <p:nvPr/>
        </p:nvSpPr>
        <p:spPr>
          <a:xfrm>
            <a:off x="2505025" y="1396502"/>
            <a:ext cx="7200000" cy="305145"/>
          </a:xfrm>
          <a:prstGeom prst="chevron">
            <a:avLst>
              <a:gd name="adj" fmla="val 28868"/>
            </a:avLst>
          </a:prstGeom>
          <a:solidFill>
            <a:schemeClr val="accent5">
              <a:lumMod val="7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Graphik"/>
                <a:ea typeface="+mn-ea"/>
                <a:cs typeface="+mn-cs"/>
              </a:rPr>
              <a:t>Phase</a:t>
            </a:r>
          </a:p>
        </p:txBody>
      </p:sp>
      <p:sp>
        <p:nvSpPr>
          <p:cNvPr id="10" name="Arrow: Chevron 9">
            <a:extLst>
              <a:ext uri="{FF2B5EF4-FFF2-40B4-BE49-F238E27FC236}">
                <a16:creationId xmlns:a16="http://schemas.microsoft.com/office/drawing/2014/main" id="{DCA65BAD-2674-C59D-DC33-EBE09429E00D}"/>
              </a:ext>
            </a:extLst>
          </p:cNvPr>
          <p:cNvSpPr/>
          <p:nvPr/>
        </p:nvSpPr>
        <p:spPr>
          <a:xfrm>
            <a:off x="375132" y="1396502"/>
            <a:ext cx="1980000" cy="305429"/>
          </a:xfrm>
          <a:prstGeom prst="chevron">
            <a:avLst>
              <a:gd name="adj" fmla="val 28868"/>
            </a:avLst>
          </a:prstGeom>
          <a:solidFill>
            <a:schemeClr val="bg1">
              <a:lumMod val="8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mn-cs"/>
              </a:rPr>
              <a:t>Phase</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2" name="Arrow: Chevron 11">
            <a:extLst>
              <a:ext uri="{FF2B5EF4-FFF2-40B4-BE49-F238E27FC236}">
                <a16:creationId xmlns:a16="http://schemas.microsoft.com/office/drawing/2014/main" id="{551DF822-7288-F688-2CDC-4446428A49E4}"/>
              </a:ext>
            </a:extLst>
          </p:cNvPr>
          <p:cNvSpPr>
            <a:spLocks/>
          </p:cNvSpPr>
          <p:nvPr/>
        </p:nvSpPr>
        <p:spPr>
          <a:xfrm>
            <a:off x="9866713" y="1396502"/>
            <a:ext cx="1980000" cy="305429"/>
          </a:xfrm>
          <a:prstGeom prst="chevron">
            <a:avLst>
              <a:gd name="adj" fmla="val 28868"/>
            </a:avLst>
          </a:prstGeom>
          <a:solidFill>
            <a:schemeClr val="bg1">
              <a:lumMod val="85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100" b="0" i="0" u="none" strike="noStrike" kern="1200" cap="none" spc="0" normalizeH="0" baseline="0" noProof="0">
                <a:ln>
                  <a:noFill/>
                </a:ln>
                <a:solidFill>
                  <a:srgbClr val="000000"/>
                </a:solidFill>
                <a:effectLst/>
                <a:uLnTx/>
                <a:uFillTx/>
                <a:latin typeface="Graphik"/>
                <a:ea typeface="+mn-ea"/>
                <a:cs typeface="+mn-cs"/>
              </a:rPr>
              <a:t>Phase</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nvGrpSpPr>
          <p:cNvPr id="94" name="Group 93">
            <a:extLst>
              <a:ext uri="{FF2B5EF4-FFF2-40B4-BE49-F238E27FC236}">
                <a16:creationId xmlns:a16="http://schemas.microsoft.com/office/drawing/2014/main" id="{2ED1230B-34A0-E15E-1EF0-00DA4412B113}"/>
              </a:ext>
            </a:extLst>
          </p:cNvPr>
          <p:cNvGrpSpPr/>
          <p:nvPr/>
        </p:nvGrpSpPr>
        <p:grpSpPr>
          <a:xfrm>
            <a:off x="465132" y="1216383"/>
            <a:ext cx="11291581" cy="153888"/>
            <a:chOff x="465132" y="1039407"/>
            <a:chExt cx="11291581" cy="153888"/>
          </a:xfrm>
        </p:grpSpPr>
        <p:cxnSp>
          <p:nvCxnSpPr>
            <p:cNvPr id="6" name="Straight Connector 5">
              <a:extLst>
                <a:ext uri="{FF2B5EF4-FFF2-40B4-BE49-F238E27FC236}">
                  <a16:creationId xmlns:a16="http://schemas.microsoft.com/office/drawing/2014/main" id="{0D7E367B-ADA4-E221-FE28-6BE2AB1A3512}"/>
                </a:ext>
              </a:extLst>
            </p:cNvPr>
            <p:cNvCxnSpPr>
              <a:cxnSpLocks/>
            </p:cNvCxnSpPr>
            <p:nvPr/>
          </p:nvCxnSpPr>
          <p:spPr>
            <a:xfrm>
              <a:off x="2505025" y="1116351"/>
              <a:ext cx="7110000" cy="0"/>
            </a:xfrm>
            <a:prstGeom prst="line">
              <a:avLst/>
            </a:prstGeom>
            <a:ln w="19050">
              <a:solidFill>
                <a:schemeClr val="accent5">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4E4B6DB-F1DB-7F6F-F762-58EC354DBE17}"/>
                </a:ext>
              </a:extLst>
            </p:cNvPr>
            <p:cNvSpPr/>
            <p:nvPr/>
          </p:nvSpPr>
          <p:spPr>
            <a:xfrm>
              <a:off x="5692963" y="1039407"/>
              <a:ext cx="824125" cy="153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15 weeks</a:t>
              </a:r>
            </a:p>
          </p:txBody>
        </p:sp>
        <p:cxnSp>
          <p:nvCxnSpPr>
            <p:cNvPr id="9" name="Straight Connector 8">
              <a:extLst>
                <a:ext uri="{FF2B5EF4-FFF2-40B4-BE49-F238E27FC236}">
                  <a16:creationId xmlns:a16="http://schemas.microsoft.com/office/drawing/2014/main" id="{D19A7AA7-EA97-BE08-AA4C-411D28FC3CEC}"/>
                </a:ext>
              </a:extLst>
            </p:cNvPr>
            <p:cNvCxnSpPr>
              <a:cxnSpLocks/>
            </p:cNvCxnSpPr>
            <p:nvPr/>
          </p:nvCxnSpPr>
          <p:spPr>
            <a:xfrm>
              <a:off x="465132" y="1116351"/>
              <a:ext cx="1800000" cy="0"/>
            </a:xfrm>
            <a:prstGeom prst="line">
              <a:avLst/>
            </a:prstGeom>
            <a:ln w="19050">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F2ADFDB-5D44-5A3A-E682-ED97C2C7F752}"/>
                </a:ext>
              </a:extLst>
            </p:cNvPr>
            <p:cNvSpPr/>
            <p:nvPr/>
          </p:nvSpPr>
          <p:spPr>
            <a:xfrm>
              <a:off x="1074062" y="1039407"/>
              <a:ext cx="716637" cy="153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1 week</a:t>
              </a:r>
            </a:p>
          </p:txBody>
        </p:sp>
        <p:cxnSp>
          <p:nvCxnSpPr>
            <p:cNvPr id="13" name="Straight Connector 12">
              <a:extLst>
                <a:ext uri="{FF2B5EF4-FFF2-40B4-BE49-F238E27FC236}">
                  <a16:creationId xmlns:a16="http://schemas.microsoft.com/office/drawing/2014/main" id="{74720DBF-866C-F333-823A-8747BCE765C9}"/>
                </a:ext>
              </a:extLst>
            </p:cNvPr>
            <p:cNvCxnSpPr>
              <a:cxnSpLocks/>
            </p:cNvCxnSpPr>
            <p:nvPr/>
          </p:nvCxnSpPr>
          <p:spPr>
            <a:xfrm flipV="1">
              <a:off x="9861948" y="1116351"/>
              <a:ext cx="1894765" cy="0"/>
            </a:xfrm>
            <a:prstGeom prst="line">
              <a:avLst/>
            </a:prstGeom>
            <a:ln w="19050">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E09F784-39F9-7063-0A79-E2E98C31A3BB}"/>
                </a:ext>
              </a:extLst>
            </p:cNvPr>
            <p:cNvSpPr/>
            <p:nvPr/>
          </p:nvSpPr>
          <p:spPr>
            <a:xfrm>
              <a:off x="10508321" y="1039407"/>
              <a:ext cx="824125" cy="153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raphik"/>
                  <a:ea typeface="+mn-ea"/>
                  <a:cs typeface="+mn-cs"/>
                </a:rPr>
                <a:t>2 weeks</a:t>
              </a:r>
            </a:p>
          </p:txBody>
        </p:sp>
      </p:grpSp>
      <p:sp>
        <p:nvSpPr>
          <p:cNvPr id="15" name="Rectangle 16">
            <a:extLst>
              <a:ext uri="{FF2B5EF4-FFF2-40B4-BE49-F238E27FC236}">
                <a16:creationId xmlns:a16="http://schemas.microsoft.com/office/drawing/2014/main" id="{B523BA9B-33D7-5FFC-2414-AF1A1B9610AF}"/>
              </a:ext>
            </a:extLst>
          </p:cNvPr>
          <p:cNvSpPr/>
          <p:nvPr/>
        </p:nvSpPr>
        <p:spPr>
          <a:xfrm>
            <a:off x="8573966" y="2384865"/>
            <a:ext cx="3351804" cy="3906139"/>
          </a:xfrm>
          <a:prstGeom prst="rect">
            <a:avLst/>
          </a:prstGeom>
          <a:solidFill>
            <a:schemeClr val="bg1">
              <a:lumMod val="95000"/>
            </a:schemeClr>
          </a:solidFill>
          <a:ln>
            <a:noFill/>
          </a:ln>
          <a:effectLst>
            <a:outerShdw blurRad="381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A100FF"/>
              </a:solidFill>
              <a:effectLst/>
              <a:uLnTx/>
              <a:uFillTx/>
              <a:latin typeface="Graphik"/>
              <a:ea typeface="+mn-ea"/>
              <a:cs typeface="+mn-cs"/>
            </a:endParaRPr>
          </a:p>
        </p:txBody>
      </p:sp>
      <p:sp>
        <p:nvSpPr>
          <p:cNvPr id="16" name="Arrow: Pentagon 15">
            <a:extLst>
              <a:ext uri="{FF2B5EF4-FFF2-40B4-BE49-F238E27FC236}">
                <a16:creationId xmlns:a16="http://schemas.microsoft.com/office/drawing/2014/main" id="{2ECBC22A-4569-9993-A373-5859CC64EFB9}"/>
              </a:ext>
            </a:extLst>
          </p:cNvPr>
          <p:cNvSpPr/>
          <p:nvPr/>
        </p:nvSpPr>
        <p:spPr>
          <a:xfrm>
            <a:off x="-1" y="2253076"/>
            <a:ext cx="9099737" cy="4169719"/>
          </a:xfrm>
          <a:prstGeom prst="homePlate">
            <a:avLst>
              <a:gd name="adj" fmla="val 11122"/>
            </a:avLst>
          </a:prstGeom>
          <a:solidFill>
            <a:schemeClr val="bg1"/>
          </a:solidFill>
          <a:ln>
            <a:noFill/>
          </a:ln>
          <a:effectLst>
            <a:outerShdw blurRad="381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A100FF"/>
              </a:solidFill>
              <a:effectLst/>
              <a:uLnTx/>
              <a:uFillTx/>
              <a:latin typeface="Graphik"/>
              <a:ea typeface="+mn-ea"/>
              <a:cs typeface="+mn-cs"/>
            </a:endParaRPr>
          </a:p>
        </p:txBody>
      </p:sp>
      <p:sp>
        <p:nvSpPr>
          <p:cNvPr id="17" name="Arrow: Pentagon 16">
            <a:extLst>
              <a:ext uri="{FF2B5EF4-FFF2-40B4-BE49-F238E27FC236}">
                <a16:creationId xmlns:a16="http://schemas.microsoft.com/office/drawing/2014/main" id="{B6A37CD0-0E6D-99C7-9020-A43B965A06CC}"/>
              </a:ext>
            </a:extLst>
          </p:cNvPr>
          <p:cNvSpPr/>
          <p:nvPr/>
        </p:nvSpPr>
        <p:spPr>
          <a:xfrm>
            <a:off x="5439426" y="2253076"/>
            <a:ext cx="4018826" cy="4169719"/>
          </a:xfrm>
          <a:prstGeom prst="homePlate">
            <a:avLst>
              <a:gd name="adj" fmla="val 735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18" name="TextBox 155">
            <a:extLst>
              <a:ext uri="{FF2B5EF4-FFF2-40B4-BE49-F238E27FC236}">
                <a16:creationId xmlns:a16="http://schemas.microsoft.com/office/drawing/2014/main" id="{0486F0EC-D1B1-2F7B-0B14-AAD01DE957C1}"/>
              </a:ext>
            </a:extLst>
          </p:cNvPr>
          <p:cNvSpPr txBox="1"/>
          <p:nvPr/>
        </p:nvSpPr>
        <p:spPr>
          <a:xfrm>
            <a:off x="9951969" y="2533785"/>
            <a:ext cx="921585" cy="184666"/>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1" i="0" u="none" strike="noStrike" kern="1200" cap="none" spc="0" normalizeH="0" baseline="0" noProof="0">
                <a:ln>
                  <a:noFill/>
                </a:ln>
                <a:solidFill>
                  <a:srgbClr val="A100FF"/>
                </a:solidFill>
                <a:effectLst/>
                <a:uLnTx/>
                <a:uFillTx/>
                <a:latin typeface="Graphik"/>
                <a:ea typeface="+mn-ea"/>
                <a:cs typeface="+mn-cs"/>
              </a:rPr>
              <a:t>Outcome</a:t>
            </a:r>
            <a:endParaRPr kumimoji="0" lang="en-US" sz="1200" b="0" i="0" u="none" strike="noStrike" kern="1200" cap="none" spc="0" normalizeH="0" baseline="0" noProof="0">
              <a:ln>
                <a:noFill/>
              </a:ln>
              <a:solidFill>
                <a:srgbClr val="000000"/>
              </a:solidFill>
              <a:effectLst/>
              <a:uLnTx/>
              <a:uFillTx/>
              <a:latin typeface="Graphik"/>
              <a:ea typeface="+mn-ea"/>
              <a:cs typeface="+mn-cs"/>
            </a:endParaRPr>
          </a:p>
        </p:txBody>
      </p:sp>
      <p:grpSp>
        <p:nvGrpSpPr>
          <p:cNvPr id="90" name="Group 89">
            <a:extLst>
              <a:ext uri="{FF2B5EF4-FFF2-40B4-BE49-F238E27FC236}">
                <a16:creationId xmlns:a16="http://schemas.microsoft.com/office/drawing/2014/main" id="{FAE1049C-BAC2-0517-5445-F17C8E21168C}"/>
              </a:ext>
            </a:extLst>
          </p:cNvPr>
          <p:cNvGrpSpPr/>
          <p:nvPr/>
        </p:nvGrpSpPr>
        <p:grpSpPr>
          <a:xfrm>
            <a:off x="405753" y="2482099"/>
            <a:ext cx="2863178" cy="3688997"/>
            <a:chOff x="405753" y="2482099"/>
            <a:chExt cx="2863178" cy="3688997"/>
          </a:xfrm>
        </p:grpSpPr>
        <p:sp>
          <p:nvSpPr>
            <p:cNvPr id="37" name="Rectangle 36">
              <a:extLst>
                <a:ext uri="{FF2B5EF4-FFF2-40B4-BE49-F238E27FC236}">
                  <a16:creationId xmlns:a16="http://schemas.microsoft.com/office/drawing/2014/main" id="{BDF919A9-7D30-79E6-F788-08463C683C5B}"/>
                </a:ext>
              </a:extLst>
            </p:cNvPr>
            <p:cNvSpPr/>
            <p:nvPr/>
          </p:nvSpPr>
          <p:spPr>
            <a:xfrm>
              <a:off x="405753" y="2753490"/>
              <a:ext cx="2863178" cy="3417606"/>
            </a:xfrm>
            <a:prstGeom prst="rect">
              <a:avLst/>
            </a:prstGeom>
            <a:solidFill>
              <a:schemeClr val="bg1"/>
            </a:solidFill>
            <a:ln>
              <a:noFill/>
            </a:ln>
            <a:effectLst>
              <a:outerShdw blurRad="381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1000" b="1" i="0" u="none" strike="noStrike" kern="1200" cap="none" spc="0" normalizeH="0" baseline="0" noProof="0">
                <a:ln>
                  <a:noFill/>
                </a:ln>
                <a:solidFill>
                  <a:srgbClr val="A100FF"/>
                </a:solidFill>
                <a:effectLst/>
                <a:uLnTx/>
                <a:uFillTx/>
                <a:latin typeface="Graphik"/>
                <a:ea typeface="+mn-ea"/>
                <a:cs typeface="+mn-cs"/>
              </a:endParaRPr>
            </a:p>
          </p:txBody>
        </p:sp>
        <p:sp>
          <p:nvSpPr>
            <p:cNvPr id="38" name="TextBox 156">
              <a:extLst>
                <a:ext uri="{FF2B5EF4-FFF2-40B4-BE49-F238E27FC236}">
                  <a16:creationId xmlns:a16="http://schemas.microsoft.com/office/drawing/2014/main" id="{A313C097-987F-16CE-5244-CEC0C6F7AD6B}"/>
                </a:ext>
              </a:extLst>
            </p:cNvPr>
            <p:cNvSpPr txBox="1"/>
            <p:nvPr/>
          </p:nvSpPr>
          <p:spPr>
            <a:xfrm>
              <a:off x="405753" y="2482099"/>
              <a:ext cx="2299588" cy="184666"/>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1" i="0" u="none" strike="noStrike" kern="1200" cap="none" spc="0" normalizeH="0" baseline="0" noProof="0">
                  <a:ln>
                    <a:noFill/>
                  </a:ln>
                  <a:solidFill>
                    <a:srgbClr val="A100FF"/>
                  </a:solidFill>
                  <a:effectLst/>
                  <a:uLnTx/>
                  <a:uFillTx/>
                  <a:latin typeface="Graphik"/>
                  <a:ea typeface="+mn-ea"/>
                  <a:cs typeface="+mn-cs"/>
                </a:rPr>
                <a:t>Week 1</a:t>
              </a:r>
              <a:endParaRPr kumimoji="0" lang="en-US" sz="1200" b="0" i="0" u="none" strike="noStrike" kern="1200" cap="none" spc="0" normalizeH="0" baseline="0" noProof="0">
                <a:ln>
                  <a:noFill/>
                </a:ln>
                <a:solidFill>
                  <a:srgbClr val="000000"/>
                </a:solidFill>
                <a:effectLst/>
                <a:uLnTx/>
                <a:uFillTx/>
                <a:latin typeface="Graphik"/>
                <a:ea typeface="+mn-ea"/>
                <a:cs typeface="+mn-cs"/>
              </a:endParaRPr>
            </a:p>
          </p:txBody>
        </p:sp>
        <p:sp>
          <p:nvSpPr>
            <p:cNvPr id="22" name="TextBox 21">
              <a:extLst>
                <a:ext uri="{FF2B5EF4-FFF2-40B4-BE49-F238E27FC236}">
                  <a16:creationId xmlns:a16="http://schemas.microsoft.com/office/drawing/2014/main" id="{53B92E8D-8323-D896-BE02-2D2C84CCFC87}"/>
                </a:ext>
              </a:extLst>
            </p:cNvPr>
            <p:cNvSpPr txBox="1"/>
            <p:nvPr/>
          </p:nvSpPr>
          <p:spPr>
            <a:xfrm>
              <a:off x="903006" y="2930246"/>
              <a:ext cx="1388000" cy="161583"/>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A100FF"/>
                  </a:solidFill>
                  <a:effectLst/>
                  <a:uLnTx/>
                  <a:uFillTx/>
                  <a:latin typeface="Graphik"/>
                  <a:ea typeface="+mn-ea"/>
                  <a:cs typeface="+mn-cs"/>
                </a:rPr>
                <a:t>Topic</a:t>
              </a:r>
            </a:p>
          </p:txBody>
        </p:sp>
        <p:sp>
          <p:nvSpPr>
            <p:cNvPr id="23" name="TextBox 22">
              <a:extLst>
                <a:ext uri="{FF2B5EF4-FFF2-40B4-BE49-F238E27FC236}">
                  <a16:creationId xmlns:a16="http://schemas.microsoft.com/office/drawing/2014/main" id="{79FEB06A-B432-DBD0-D1AE-8D7EF2F0237A}"/>
                </a:ext>
              </a:extLst>
            </p:cNvPr>
            <p:cNvSpPr txBox="1"/>
            <p:nvPr/>
          </p:nvSpPr>
          <p:spPr>
            <a:xfrm>
              <a:off x="499224" y="4407801"/>
              <a:ext cx="2671310" cy="166382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p>
            <a:p>
              <a:pPr marL="171450" marR="0" lvl="0" indent="-1714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p>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a:t>
              </a: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grpSp>
          <p:nvGrpSpPr>
            <p:cNvPr id="24" name="Group 4">
              <a:extLst>
                <a:ext uri="{FF2B5EF4-FFF2-40B4-BE49-F238E27FC236}">
                  <a16:creationId xmlns:a16="http://schemas.microsoft.com/office/drawing/2014/main" id="{1F4C34A7-5DC9-BA24-8C2B-7DF9D05E515A}"/>
                </a:ext>
              </a:extLst>
            </p:cNvPr>
            <p:cNvGrpSpPr>
              <a:grpSpLocks noChangeAspect="1"/>
            </p:cNvGrpSpPr>
            <p:nvPr/>
          </p:nvGrpSpPr>
          <p:grpSpPr bwMode="auto">
            <a:xfrm>
              <a:off x="536788" y="4070867"/>
              <a:ext cx="262107" cy="262106"/>
              <a:chOff x="349" y="437"/>
              <a:chExt cx="427" cy="427"/>
            </a:xfrm>
            <a:solidFill>
              <a:srgbClr val="A100FF"/>
            </a:solidFill>
          </p:grpSpPr>
          <p:sp>
            <p:nvSpPr>
              <p:cNvPr id="30" name="Freeform 5">
                <a:extLst>
                  <a:ext uri="{FF2B5EF4-FFF2-40B4-BE49-F238E27FC236}">
                    <a16:creationId xmlns:a16="http://schemas.microsoft.com/office/drawing/2014/main" id="{CF5CFCF6-9C3B-A284-3549-38897E8D2502}"/>
                  </a:ext>
                </a:extLst>
              </p:cNvPr>
              <p:cNvSpPr>
                <a:spLocks/>
              </p:cNvSpPr>
              <p:nvPr/>
            </p:nvSpPr>
            <p:spPr bwMode="auto">
              <a:xfrm>
                <a:off x="349" y="455"/>
                <a:ext cx="427" cy="409"/>
              </a:xfrm>
              <a:custGeom>
                <a:avLst/>
                <a:gdLst>
                  <a:gd name="T0" fmla="*/ 282 w 288"/>
                  <a:gd name="T1" fmla="*/ 276 h 276"/>
                  <a:gd name="T2" fmla="*/ 6 w 288"/>
                  <a:gd name="T3" fmla="*/ 276 h 276"/>
                  <a:gd name="T4" fmla="*/ 0 w 288"/>
                  <a:gd name="T5" fmla="*/ 270 h 276"/>
                  <a:gd name="T6" fmla="*/ 0 w 288"/>
                  <a:gd name="T7" fmla="*/ 6 h 276"/>
                  <a:gd name="T8" fmla="*/ 6 w 288"/>
                  <a:gd name="T9" fmla="*/ 0 h 276"/>
                  <a:gd name="T10" fmla="*/ 42 w 288"/>
                  <a:gd name="T11" fmla="*/ 0 h 276"/>
                  <a:gd name="T12" fmla="*/ 48 w 288"/>
                  <a:gd name="T13" fmla="*/ 6 h 276"/>
                  <a:gd name="T14" fmla="*/ 42 w 288"/>
                  <a:gd name="T15" fmla="*/ 12 h 276"/>
                  <a:gd name="T16" fmla="*/ 12 w 288"/>
                  <a:gd name="T17" fmla="*/ 12 h 276"/>
                  <a:gd name="T18" fmla="*/ 12 w 288"/>
                  <a:gd name="T19" fmla="*/ 264 h 276"/>
                  <a:gd name="T20" fmla="*/ 276 w 288"/>
                  <a:gd name="T21" fmla="*/ 264 h 276"/>
                  <a:gd name="T22" fmla="*/ 276 w 288"/>
                  <a:gd name="T23" fmla="*/ 12 h 276"/>
                  <a:gd name="T24" fmla="*/ 138 w 288"/>
                  <a:gd name="T25" fmla="*/ 12 h 276"/>
                  <a:gd name="T26" fmla="*/ 132 w 288"/>
                  <a:gd name="T27" fmla="*/ 6 h 276"/>
                  <a:gd name="T28" fmla="*/ 138 w 288"/>
                  <a:gd name="T29" fmla="*/ 0 h 276"/>
                  <a:gd name="T30" fmla="*/ 282 w 288"/>
                  <a:gd name="T31" fmla="*/ 0 h 276"/>
                  <a:gd name="T32" fmla="*/ 288 w 288"/>
                  <a:gd name="T33" fmla="*/ 6 h 276"/>
                  <a:gd name="T34" fmla="*/ 288 w 288"/>
                  <a:gd name="T35" fmla="*/ 270 h 276"/>
                  <a:gd name="T36" fmla="*/ 282 w 288"/>
                  <a:gd name="T37"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76">
                    <a:moveTo>
                      <a:pt x="282" y="276"/>
                    </a:moveTo>
                    <a:cubicBezTo>
                      <a:pt x="6" y="276"/>
                      <a:pt x="6" y="276"/>
                      <a:pt x="6" y="276"/>
                    </a:cubicBezTo>
                    <a:cubicBezTo>
                      <a:pt x="3" y="276"/>
                      <a:pt x="0" y="273"/>
                      <a:pt x="0" y="270"/>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264"/>
                      <a:pt x="12" y="264"/>
                      <a:pt x="12" y="264"/>
                    </a:cubicBezTo>
                    <a:cubicBezTo>
                      <a:pt x="276" y="264"/>
                      <a:pt x="276" y="264"/>
                      <a:pt x="276" y="264"/>
                    </a:cubicBezTo>
                    <a:cubicBezTo>
                      <a:pt x="276" y="12"/>
                      <a:pt x="276" y="12"/>
                      <a:pt x="276" y="12"/>
                    </a:cubicBezTo>
                    <a:cubicBezTo>
                      <a:pt x="138" y="12"/>
                      <a:pt x="138" y="12"/>
                      <a:pt x="138" y="12"/>
                    </a:cubicBezTo>
                    <a:cubicBezTo>
                      <a:pt x="135" y="12"/>
                      <a:pt x="132" y="9"/>
                      <a:pt x="132" y="6"/>
                    </a:cubicBezTo>
                    <a:cubicBezTo>
                      <a:pt x="132" y="3"/>
                      <a:pt x="135" y="0"/>
                      <a:pt x="138" y="0"/>
                    </a:cubicBezTo>
                    <a:cubicBezTo>
                      <a:pt x="282" y="0"/>
                      <a:pt x="282" y="0"/>
                      <a:pt x="282" y="0"/>
                    </a:cubicBezTo>
                    <a:cubicBezTo>
                      <a:pt x="285" y="0"/>
                      <a:pt x="288" y="3"/>
                      <a:pt x="288" y="6"/>
                    </a:cubicBezTo>
                    <a:cubicBezTo>
                      <a:pt x="288" y="270"/>
                      <a:pt x="288" y="270"/>
                      <a:pt x="288" y="270"/>
                    </a:cubicBezTo>
                    <a:cubicBezTo>
                      <a:pt x="288" y="273"/>
                      <a:pt x="285" y="276"/>
                      <a:pt x="282"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31" name="Freeform 6">
                <a:extLst>
                  <a:ext uri="{FF2B5EF4-FFF2-40B4-BE49-F238E27FC236}">
                    <a16:creationId xmlns:a16="http://schemas.microsoft.com/office/drawing/2014/main" id="{8EC79189-DDBD-4A58-BAF1-56594BFC6E6E}"/>
                  </a:ext>
                </a:extLst>
              </p:cNvPr>
              <p:cNvSpPr>
                <a:spLocks noEditPoints="1"/>
              </p:cNvSpPr>
              <p:nvPr/>
            </p:nvSpPr>
            <p:spPr bwMode="auto">
              <a:xfrm>
                <a:off x="403" y="437"/>
                <a:ext cx="159" cy="250"/>
              </a:xfrm>
              <a:custGeom>
                <a:avLst/>
                <a:gdLst>
                  <a:gd name="T0" fmla="*/ 102 w 108"/>
                  <a:gd name="T1" fmla="*/ 168 h 169"/>
                  <a:gd name="T2" fmla="*/ 98 w 108"/>
                  <a:gd name="T3" fmla="*/ 166 h 169"/>
                  <a:gd name="T4" fmla="*/ 54 w 108"/>
                  <a:gd name="T5" fmla="*/ 123 h 169"/>
                  <a:gd name="T6" fmla="*/ 10 w 108"/>
                  <a:gd name="T7" fmla="*/ 166 h 169"/>
                  <a:gd name="T8" fmla="*/ 4 w 108"/>
                  <a:gd name="T9" fmla="*/ 168 h 169"/>
                  <a:gd name="T10" fmla="*/ 0 w 108"/>
                  <a:gd name="T11" fmla="*/ 162 h 169"/>
                  <a:gd name="T12" fmla="*/ 0 w 108"/>
                  <a:gd name="T13" fmla="*/ 6 h 169"/>
                  <a:gd name="T14" fmla="*/ 6 w 108"/>
                  <a:gd name="T15" fmla="*/ 0 h 169"/>
                  <a:gd name="T16" fmla="*/ 102 w 108"/>
                  <a:gd name="T17" fmla="*/ 0 h 169"/>
                  <a:gd name="T18" fmla="*/ 108 w 108"/>
                  <a:gd name="T19" fmla="*/ 6 h 169"/>
                  <a:gd name="T20" fmla="*/ 108 w 108"/>
                  <a:gd name="T21" fmla="*/ 162 h 169"/>
                  <a:gd name="T22" fmla="*/ 104 w 108"/>
                  <a:gd name="T23" fmla="*/ 168 h 169"/>
                  <a:gd name="T24" fmla="*/ 102 w 108"/>
                  <a:gd name="T25" fmla="*/ 168 h 169"/>
                  <a:gd name="T26" fmla="*/ 54 w 108"/>
                  <a:gd name="T27" fmla="*/ 108 h 169"/>
                  <a:gd name="T28" fmla="*/ 58 w 108"/>
                  <a:gd name="T29" fmla="*/ 110 h 169"/>
                  <a:gd name="T30" fmla="*/ 96 w 108"/>
                  <a:gd name="T31" fmla="*/ 148 h 169"/>
                  <a:gd name="T32" fmla="*/ 96 w 108"/>
                  <a:gd name="T33" fmla="*/ 12 h 169"/>
                  <a:gd name="T34" fmla="*/ 12 w 108"/>
                  <a:gd name="T35" fmla="*/ 12 h 169"/>
                  <a:gd name="T36" fmla="*/ 12 w 108"/>
                  <a:gd name="T37" fmla="*/ 148 h 169"/>
                  <a:gd name="T38" fmla="*/ 50 w 108"/>
                  <a:gd name="T39" fmla="*/ 110 h 169"/>
                  <a:gd name="T40" fmla="*/ 54 w 108"/>
                  <a:gd name="T41" fmla="*/ 10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8" h="169">
                    <a:moveTo>
                      <a:pt x="102" y="168"/>
                    </a:moveTo>
                    <a:cubicBezTo>
                      <a:pt x="100" y="168"/>
                      <a:pt x="99" y="167"/>
                      <a:pt x="98" y="166"/>
                    </a:cubicBezTo>
                    <a:cubicBezTo>
                      <a:pt x="54" y="123"/>
                      <a:pt x="54" y="123"/>
                      <a:pt x="54" y="123"/>
                    </a:cubicBezTo>
                    <a:cubicBezTo>
                      <a:pt x="10" y="166"/>
                      <a:pt x="10" y="166"/>
                      <a:pt x="10" y="166"/>
                    </a:cubicBezTo>
                    <a:cubicBezTo>
                      <a:pt x="8" y="168"/>
                      <a:pt x="6" y="169"/>
                      <a:pt x="4" y="168"/>
                    </a:cubicBezTo>
                    <a:cubicBezTo>
                      <a:pt x="1" y="167"/>
                      <a:pt x="0" y="164"/>
                      <a:pt x="0" y="162"/>
                    </a:cubicBezTo>
                    <a:cubicBezTo>
                      <a:pt x="0" y="6"/>
                      <a:pt x="0" y="6"/>
                      <a:pt x="0" y="6"/>
                    </a:cubicBezTo>
                    <a:cubicBezTo>
                      <a:pt x="0" y="3"/>
                      <a:pt x="3" y="0"/>
                      <a:pt x="6" y="0"/>
                    </a:cubicBezTo>
                    <a:cubicBezTo>
                      <a:pt x="102" y="0"/>
                      <a:pt x="102" y="0"/>
                      <a:pt x="102" y="0"/>
                    </a:cubicBezTo>
                    <a:cubicBezTo>
                      <a:pt x="105" y="0"/>
                      <a:pt x="108" y="3"/>
                      <a:pt x="108" y="6"/>
                    </a:cubicBezTo>
                    <a:cubicBezTo>
                      <a:pt x="108" y="162"/>
                      <a:pt x="108" y="162"/>
                      <a:pt x="108" y="162"/>
                    </a:cubicBezTo>
                    <a:cubicBezTo>
                      <a:pt x="108" y="164"/>
                      <a:pt x="106" y="167"/>
                      <a:pt x="104" y="168"/>
                    </a:cubicBezTo>
                    <a:cubicBezTo>
                      <a:pt x="103" y="168"/>
                      <a:pt x="103" y="168"/>
                      <a:pt x="102" y="168"/>
                    </a:cubicBezTo>
                    <a:close/>
                    <a:moveTo>
                      <a:pt x="54" y="108"/>
                    </a:moveTo>
                    <a:cubicBezTo>
                      <a:pt x="55" y="108"/>
                      <a:pt x="57" y="109"/>
                      <a:pt x="58" y="110"/>
                    </a:cubicBezTo>
                    <a:cubicBezTo>
                      <a:pt x="96" y="148"/>
                      <a:pt x="96" y="148"/>
                      <a:pt x="96" y="148"/>
                    </a:cubicBezTo>
                    <a:cubicBezTo>
                      <a:pt x="96" y="12"/>
                      <a:pt x="96" y="12"/>
                      <a:pt x="96" y="12"/>
                    </a:cubicBezTo>
                    <a:cubicBezTo>
                      <a:pt x="12" y="12"/>
                      <a:pt x="12" y="12"/>
                      <a:pt x="12" y="12"/>
                    </a:cubicBezTo>
                    <a:cubicBezTo>
                      <a:pt x="12" y="148"/>
                      <a:pt x="12" y="148"/>
                      <a:pt x="12" y="148"/>
                    </a:cubicBezTo>
                    <a:cubicBezTo>
                      <a:pt x="50" y="110"/>
                      <a:pt x="50" y="110"/>
                      <a:pt x="50" y="110"/>
                    </a:cubicBezTo>
                    <a:cubicBezTo>
                      <a:pt x="51" y="109"/>
                      <a:pt x="52" y="108"/>
                      <a:pt x="54"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32" name="Freeform 7">
                <a:extLst>
                  <a:ext uri="{FF2B5EF4-FFF2-40B4-BE49-F238E27FC236}">
                    <a16:creationId xmlns:a16="http://schemas.microsoft.com/office/drawing/2014/main" id="{F44E130E-1517-8B39-3925-80CB22C57713}"/>
                  </a:ext>
                </a:extLst>
              </p:cNvPr>
              <p:cNvSpPr>
                <a:spLocks/>
              </p:cNvSpPr>
              <p:nvPr/>
            </p:nvSpPr>
            <p:spPr bwMode="auto">
              <a:xfrm>
                <a:off x="598" y="562"/>
                <a:ext cx="124" cy="17"/>
              </a:xfrm>
              <a:custGeom>
                <a:avLst/>
                <a:gdLst>
                  <a:gd name="T0" fmla="*/ 78 w 84"/>
                  <a:gd name="T1" fmla="*/ 12 h 12"/>
                  <a:gd name="T2" fmla="*/ 6 w 84"/>
                  <a:gd name="T3" fmla="*/ 12 h 12"/>
                  <a:gd name="T4" fmla="*/ 0 w 84"/>
                  <a:gd name="T5" fmla="*/ 6 h 12"/>
                  <a:gd name="T6" fmla="*/ 6 w 84"/>
                  <a:gd name="T7" fmla="*/ 0 h 12"/>
                  <a:gd name="T8" fmla="*/ 78 w 84"/>
                  <a:gd name="T9" fmla="*/ 0 h 12"/>
                  <a:gd name="T10" fmla="*/ 84 w 84"/>
                  <a:gd name="T11" fmla="*/ 6 h 12"/>
                  <a:gd name="T12" fmla="*/ 78 w 8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4" h="12">
                    <a:moveTo>
                      <a:pt x="78" y="12"/>
                    </a:moveTo>
                    <a:cubicBezTo>
                      <a:pt x="6" y="12"/>
                      <a:pt x="6" y="12"/>
                      <a:pt x="6" y="12"/>
                    </a:cubicBezTo>
                    <a:cubicBezTo>
                      <a:pt x="3" y="12"/>
                      <a:pt x="0" y="9"/>
                      <a:pt x="0" y="6"/>
                    </a:cubicBezTo>
                    <a:cubicBezTo>
                      <a:pt x="0" y="3"/>
                      <a:pt x="3" y="0"/>
                      <a:pt x="6" y="0"/>
                    </a:cubicBezTo>
                    <a:cubicBezTo>
                      <a:pt x="78" y="0"/>
                      <a:pt x="78" y="0"/>
                      <a:pt x="78" y="0"/>
                    </a:cubicBezTo>
                    <a:cubicBezTo>
                      <a:pt x="81" y="0"/>
                      <a:pt x="84" y="3"/>
                      <a:pt x="84" y="6"/>
                    </a:cubicBezTo>
                    <a:cubicBezTo>
                      <a:pt x="84" y="9"/>
                      <a:pt x="81"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33" name="Freeform 8">
                <a:extLst>
                  <a:ext uri="{FF2B5EF4-FFF2-40B4-BE49-F238E27FC236}">
                    <a16:creationId xmlns:a16="http://schemas.microsoft.com/office/drawing/2014/main" id="{5300FF76-B561-4D62-7EE0-181C06A8CD3E}"/>
                  </a:ext>
                </a:extLst>
              </p:cNvPr>
              <p:cNvSpPr>
                <a:spLocks/>
              </p:cNvSpPr>
              <p:nvPr/>
            </p:nvSpPr>
            <p:spPr bwMode="auto">
              <a:xfrm>
                <a:off x="598" y="615"/>
                <a:ext cx="124" cy="18"/>
              </a:xfrm>
              <a:custGeom>
                <a:avLst/>
                <a:gdLst>
                  <a:gd name="T0" fmla="*/ 78 w 84"/>
                  <a:gd name="T1" fmla="*/ 12 h 12"/>
                  <a:gd name="T2" fmla="*/ 6 w 84"/>
                  <a:gd name="T3" fmla="*/ 12 h 12"/>
                  <a:gd name="T4" fmla="*/ 0 w 84"/>
                  <a:gd name="T5" fmla="*/ 6 h 12"/>
                  <a:gd name="T6" fmla="*/ 6 w 84"/>
                  <a:gd name="T7" fmla="*/ 0 h 12"/>
                  <a:gd name="T8" fmla="*/ 78 w 84"/>
                  <a:gd name="T9" fmla="*/ 0 h 12"/>
                  <a:gd name="T10" fmla="*/ 84 w 84"/>
                  <a:gd name="T11" fmla="*/ 6 h 12"/>
                  <a:gd name="T12" fmla="*/ 78 w 8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4" h="12">
                    <a:moveTo>
                      <a:pt x="78" y="12"/>
                    </a:moveTo>
                    <a:cubicBezTo>
                      <a:pt x="6" y="12"/>
                      <a:pt x="6" y="12"/>
                      <a:pt x="6" y="12"/>
                    </a:cubicBezTo>
                    <a:cubicBezTo>
                      <a:pt x="3" y="12"/>
                      <a:pt x="0" y="9"/>
                      <a:pt x="0" y="6"/>
                    </a:cubicBezTo>
                    <a:cubicBezTo>
                      <a:pt x="0" y="3"/>
                      <a:pt x="3" y="0"/>
                      <a:pt x="6" y="0"/>
                    </a:cubicBezTo>
                    <a:cubicBezTo>
                      <a:pt x="78" y="0"/>
                      <a:pt x="78" y="0"/>
                      <a:pt x="78" y="0"/>
                    </a:cubicBezTo>
                    <a:cubicBezTo>
                      <a:pt x="81" y="0"/>
                      <a:pt x="84" y="3"/>
                      <a:pt x="84" y="6"/>
                    </a:cubicBezTo>
                    <a:cubicBezTo>
                      <a:pt x="84" y="9"/>
                      <a:pt x="81"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34" name="Freeform 9">
                <a:extLst>
                  <a:ext uri="{FF2B5EF4-FFF2-40B4-BE49-F238E27FC236}">
                    <a16:creationId xmlns:a16="http://schemas.microsoft.com/office/drawing/2014/main" id="{FA9679B0-08CE-3670-BD71-07689757C74D}"/>
                  </a:ext>
                </a:extLst>
              </p:cNvPr>
              <p:cNvSpPr>
                <a:spLocks/>
              </p:cNvSpPr>
              <p:nvPr/>
            </p:nvSpPr>
            <p:spPr bwMode="auto">
              <a:xfrm>
                <a:off x="598" y="668"/>
                <a:ext cx="124" cy="18"/>
              </a:xfrm>
              <a:custGeom>
                <a:avLst/>
                <a:gdLst>
                  <a:gd name="T0" fmla="*/ 78 w 84"/>
                  <a:gd name="T1" fmla="*/ 12 h 12"/>
                  <a:gd name="T2" fmla="*/ 6 w 84"/>
                  <a:gd name="T3" fmla="*/ 12 h 12"/>
                  <a:gd name="T4" fmla="*/ 0 w 84"/>
                  <a:gd name="T5" fmla="*/ 6 h 12"/>
                  <a:gd name="T6" fmla="*/ 6 w 84"/>
                  <a:gd name="T7" fmla="*/ 0 h 12"/>
                  <a:gd name="T8" fmla="*/ 78 w 84"/>
                  <a:gd name="T9" fmla="*/ 0 h 12"/>
                  <a:gd name="T10" fmla="*/ 84 w 84"/>
                  <a:gd name="T11" fmla="*/ 6 h 12"/>
                  <a:gd name="T12" fmla="*/ 78 w 84"/>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4" h="12">
                    <a:moveTo>
                      <a:pt x="78" y="12"/>
                    </a:moveTo>
                    <a:cubicBezTo>
                      <a:pt x="6" y="12"/>
                      <a:pt x="6" y="12"/>
                      <a:pt x="6" y="12"/>
                    </a:cubicBezTo>
                    <a:cubicBezTo>
                      <a:pt x="3" y="12"/>
                      <a:pt x="0" y="9"/>
                      <a:pt x="0" y="6"/>
                    </a:cubicBezTo>
                    <a:cubicBezTo>
                      <a:pt x="0" y="3"/>
                      <a:pt x="3" y="0"/>
                      <a:pt x="6" y="0"/>
                    </a:cubicBezTo>
                    <a:cubicBezTo>
                      <a:pt x="78" y="0"/>
                      <a:pt x="78" y="0"/>
                      <a:pt x="78" y="0"/>
                    </a:cubicBezTo>
                    <a:cubicBezTo>
                      <a:pt x="81" y="0"/>
                      <a:pt x="84" y="3"/>
                      <a:pt x="84" y="6"/>
                    </a:cubicBezTo>
                    <a:cubicBezTo>
                      <a:pt x="84" y="9"/>
                      <a:pt x="81"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35" name="Freeform 10">
                <a:extLst>
                  <a:ext uri="{FF2B5EF4-FFF2-40B4-BE49-F238E27FC236}">
                    <a16:creationId xmlns:a16="http://schemas.microsoft.com/office/drawing/2014/main" id="{0988DFAE-5E0F-FB12-A2FD-2B99D34372D2}"/>
                  </a:ext>
                </a:extLst>
              </p:cNvPr>
              <p:cNvSpPr>
                <a:spLocks/>
              </p:cNvSpPr>
              <p:nvPr/>
            </p:nvSpPr>
            <p:spPr bwMode="auto">
              <a:xfrm>
                <a:off x="403" y="721"/>
                <a:ext cx="319" cy="18"/>
              </a:xfrm>
              <a:custGeom>
                <a:avLst/>
                <a:gdLst>
                  <a:gd name="T0" fmla="*/ 210 w 216"/>
                  <a:gd name="T1" fmla="*/ 12 h 12"/>
                  <a:gd name="T2" fmla="*/ 6 w 216"/>
                  <a:gd name="T3" fmla="*/ 12 h 12"/>
                  <a:gd name="T4" fmla="*/ 0 w 216"/>
                  <a:gd name="T5" fmla="*/ 6 h 12"/>
                  <a:gd name="T6" fmla="*/ 6 w 216"/>
                  <a:gd name="T7" fmla="*/ 0 h 12"/>
                  <a:gd name="T8" fmla="*/ 210 w 216"/>
                  <a:gd name="T9" fmla="*/ 0 h 12"/>
                  <a:gd name="T10" fmla="*/ 216 w 216"/>
                  <a:gd name="T11" fmla="*/ 6 h 12"/>
                  <a:gd name="T12" fmla="*/ 210 w 21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16" h="12">
                    <a:moveTo>
                      <a:pt x="210" y="12"/>
                    </a:moveTo>
                    <a:cubicBezTo>
                      <a:pt x="6" y="12"/>
                      <a:pt x="6" y="12"/>
                      <a:pt x="6" y="12"/>
                    </a:cubicBezTo>
                    <a:cubicBezTo>
                      <a:pt x="3" y="12"/>
                      <a:pt x="0" y="9"/>
                      <a:pt x="0" y="6"/>
                    </a:cubicBezTo>
                    <a:cubicBezTo>
                      <a:pt x="0" y="3"/>
                      <a:pt x="3" y="0"/>
                      <a:pt x="6" y="0"/>
                    </a:cubicBezTo>
                    <a:cubicBezTo>
                      <a:pt x="210" y="0"/>
                      <a:pt x="210" y="0"/>
                      <a:pt x="210" y="0"/>
                    </a:cubicBezTo>
                    <a:cubicBezTo>
                      <a:pt x="213" y="0"/>
                      <a:pt x="216" y="3"/>
                      <a:pt x="216" y="6"/>
                    </a:cubicBezTo>
                    <a:cubicBezTo>
                      <a:pt x="216" y="9"/>
                      <a:pt x="213" y="12"/>
                      <a:pt x="2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36" name="Freeform 11">
                <a:extLst>
                  <a:ext uri="{FF2B5EF4-FFF2-40B4-BE49-F238E27FC236}">
                    <a16:creationId xmlns:a16="http://schemas.microsoft.com/office/drawing/2014/main" id="{8D580EBE-0868-3D46-2778-843F7146FC5D}"/>
                  </a:ext>
                </a:extLst>
              </p:cNvPr>
              <p:cNvSpPr>
                <a:spLocks/>
              </p:cNvSpPr>
              <p:nvPr/>
            </p:nvSpPr>
            <p:spPr bwMode="auto">
              <a:xfrm>
                <a:off x="403" y="775"/>
                <a:ext cx="248" cy="18"/>
              </a:xfrm>
              <a:custGeom>
                <a:avLst/>
                <a:gdLst>
                  <a:gd name="T0" fmla="*/ 162 w 168"/>
                  <a:gd name="T1" fmla="*/ 12 h 12"/>
                  <a:gd name="T2" fmla="*/ 6 w 168"/>
                  <a:gd name="T3" fmla="*/ 12 h 12"/>
                  <a:gd name="T4" fmla="*/ 0 w 168"/>
                  <a:gd name="T5" fmla="*/ 6 h 12"/>
                  <a:gd name="T6" fmla="*/ 6 w 168"/>
                  <a:gd name="T7" fmla="*/ 0 h 12"/>
                  <a:gd name="T8" fmla="*/ 162 w 168"/>
                  <a:gd name="T9" fmla="*/ 0 h 12"/>
                  <a:gd name="T10" fmla="*/ 168 w 168"/>
                  <a:gd name="T11" fmla="*/ 6 h 12"/>
                  <a:gd name="T12" fmla="*/ 162 w 16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68" h="12">
                    <a:moveTo>
                      <a:pt x="162" y="12"/>
                    </a:moveTo>
                    <a:cubicBezTo>
                      <a:pt x="6" y="12"/>
                      <a:pt x="6" y="12"/>
                      <a:pt x="6" y="12"/>
                    </a:cubicBezTo>
                    <a:cubicBezTo>
                      <a:pt x="3" y="12"/>
                      <a:pt x="0" y="9"/>
                      <a:pt x="0" y="6"/>
                    </a:cubicBezTo>
                    <a:cubicBezTo>
                      <a:pt x="0" y="3"/>
                      <a:pt x="3" y="0"/>
                      <a:pt x="6" y="0"/>
                    </a:cubicBezTo>
                    <a:cubicBezTo>
                      <a:pt x="162" y="0"/>
                      <a:pt x="162" y="0"/>
                      <a:pt x="162" y="0"/>
                    </a:cubicBezTo>
                    <a:cubicBezTo>
                      <a:pt x="165" y="0"/>
                      <a:pt x="168" y="3"/>
                      <a:pt x="168" y="6"/>
                    </a:cubicBezTo>
                    <a:cubicBezTo>
                      <a:pt x="168" y="9"/>
                      <a:pt x="165" y="12"/>
                      <a:pt x="16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Arial" charset="0"/>
                  <a:ea typeface="+mn-ea"/>
                  <a:cs typeface="Arial" charset="0"/>
                </a:endParaRPr>
              </a:p>
            </p:txBody>
          </p:sp>
        </p:grpSp>
        <p:grpSp>
          <p:nvGrpSpPr>
            <p:cNvPr id="25" name="Group 108">
              <a:extLst>
                <a:ext uri="{FF2B5EF4-FFF2-40B4-BE49-F238E27FC236}">
                  <a16:creationId xmlns:a16="http://schemas.microsoft.com/office/drawing/2014/main" id="{765D402A-63A7-61B3-D02D-D37323080E4B}"/>
                </a:ext>
              </a:extLst>
            </p:cNvPr>
            <p:cNvGrpSpPr>
              <a:grpSpLocks noChangeAspect="1"/>
            </p:cNvGrpSpPr>
            <p:nvPr/>
          </p:nvGrpSpPr>
          <p:grpSpPr bwMode="auto">
            <a:xfrm>
              <a:off x="494374" y="2864681"/>
              <a:ext cx="308244" cy="293793"/>
              <a:chOff x="335" y="2998"/>
              <a:chExt cx="448" cy="427"/>
            </a:xfrm>
            <a:solidFill>
              <a:srgbClr val="A100FF"/>
            </a:solidFill>
          </p:grpSpPr>
          <p:sp>
            <p:nvSpPr>
              <p:cNvPr id="28" name="Freeform 109">
                <a:extLst>
                  <a:ext uri="{FF2B5EF4-FFF2-40B4-BE49-F238E27FC236}">
                    <a16:creationId xmlns:a16="http://schemas.microsoft.com/office/drawing/2014/main" id="{6345F92F-CF7D-0BAD-4715-D4269CF7C36F}"/>
                  </a:ext>
                </a:extLst>
              </p:cNvPr>
              <p:cNvSpPr>
                <a:spLocks noEditPoints="1"/>
              </p:cNvSpPr>
              <p:nvPr/>
            </p:nvSpPr>
            <p:spPr bwMode="auto">
              <a:xfrm>
                <a:off x="335" y="2998"/>
                <a:ext cx="448" cy="427"/>
              </a:xfrm>
              <a:custGeom>
                <a:avLst/>
                <a:gdLst>
                  <a:gd name="T0" fmla="*/ 253 w 303"/>
                  <a:gd name="T1" fmla="*/ 226 h 288"/>
                  <a:gd name="T2" fmla="*/ 303 w 303"/>
                  <a:gd name="T3" fmla="*/ 196 h 288"/>
                  <a:gd name="T4" fmla="*/ 278 w 303"/>
                  <a:gd name="T5" fmla="*/ 163 h 288"/>
                  <a:gd name="T6" fmla="*/ 279 w 303"/>
                  <a:gd name="T7" fmla="*/ 148 h 288"/>
                  <a:gd name="T8" fmla="*/ 139 w 303"/>
                  <a:gd name="T9" fmla="*/ 22 h 288"/>
                  <a:gd name="T10" fmla="*/ 138 w 303"/>
                  <a:gd name="T11" fmla="*/ 21 h 288"/>
                  <a:gd name="T12" fmla="*/ 88 w 303"/>
                  <a:gd name="T13" fmla="*/ 25 h 288"/>
                  <a:gd name="T14" fmla="*/ 91 w 303"/>
                  <a:gd name="T15" fmla="*/ 37 h 288"/>
                  <a:gd name="T16" fmla="*/ 43 w 303"/>
                  <a:gd name="T17" fmla="*/ 83 h 288"/>
                  <a:gd name="T18" fmla="*/ 43 w 303"/>
                  <a:gd name="T19" fmla="*/ 84 h 288"/>
                  <a:gd name="T20" fmla="*/ 34 w 303"/>
                  <a:gd name="T21" fmla="*/ 83 h 288"/>
                  <a:gd name="T22" fmla="*/ 25 w 303"/>
                  <a:gd name="T23" fmla="*/ 150 h 288"/>
                  <a:gd name="T24" fmla="*/ 25 w 303"/>
                  <a:gd name="T25" fmla="*/ 151 h 288"/>
                  <a:gd name="T26" fmla="*/ 76 w 303"/>
                  <a:gd name="T27" fmla="*/ 250 h 288"/>
                  <a:gd name="T28" fmla="*/ 72 w 303"/>
                  <a:gd name="T29" fmla="*/ 264 h 288"/>
                  <a:gd name="T30" fmla="*/ 120 w 303"/>
                  <a:gd name="T31" fmla="*/ 272 h 288"/>
                  <a:gd name="T32" fmla="*/ 121 w 303"/>
                  <a:gd name="T33" fmla="*/ 271 h 288"/>
                  <a:gd name="T34" fmla="*/ 252 w 303"/>
                  <a:gd name="T35" fmla="*/ 226 h 288"/>
                  <a:gd name="T36" fmla="*/ 113 w 303"/>
                  <a:gd name="T37" fmla="*/ 11 h 288"/>
                  <a:gd name="T38" fmla="*/ 113 w 303"/>
                  <a:gd name="T39" fmla="*/ 40 h 288"/>
                  <a:gd name="T40" fmla="*/ 113 w 303"/>
                  <a:gd name="T41" fmla="*/ 11 h 288"/>
                  <a:gd name="T42" fmla="*/ 98 w 303"/>
                  <a:gd name="T43" fmla="*/ 45 h 288"/>
                  <a:gd name="T44" fmla="*/ 99 w 303"/>
                  <a:gd name="T45" fmla="*/ 45 h 288"/>
                  <a:gd name="T46" fmla="*/ 136 w 303"/>
                  <a:gd name="T47" fmla="*/ 33 h 288"/>
                  <a:gd name="T48" fmla="*/ 137 w 303"/>
                  <a:gd name="T49" fmla="*/ 32 h 288"/>
                  <a:gd name="T50" fmla="*/ 268 w 303"/>
                  <a:gd name="T51" fmla="*/ 145 h 288"/>
                  <a:gd name="T52" fmla="*/ 267 w 303"/>
                  <a:gd name="T53" fmla="*/ 145 h 288"/>
                  <a:gd name="T54" fmla="*/ 197 w 303"/>
                  <a:gd name="T55" fmla="*/ 89 h 288"/>
                  <a:gd name="T56" fmla="*/ 197 w 303"/>
                  <a:gd name="T57" fmla="*/ 99 h 288"/>
                  <a:gd name="T58" fmla="*/ 264 w 303"/>
                  <a:gd name="T59" fmla="*/ 162 h 288"/>
                  <a:gd name="T60" fmla="*/ 235 w 303"/>
                  <a:gd name="T61" fmla="*/ 196 h 288"/>
                  <a:gd name="T62" fmla="*/ 238 w 303"/>
                  <a:gd name="T63" fmla="*/ 209 h 288"/>
                  <a:gd name="T64" fmla="*/ 158 w 303"/>
                  <a:gd name="T65" fmla="*/ 231 h 288"/>
                  <a:gd name="T66" fmla="*/ 45 w 303"/>
                  <a:gd name="T67" fmla="*/ 149 h 288"/>
                  <a:gd name="T68" fmla="*/ 46 w 303"/>
                  <a:gd name="T69" fmla="*/ 148 h 288"/>
                  <a:gd name="T70" fmla="*/ 65 w 303"/>
                  <a:gd name="T71" fmla="*/ 103 h 288"/>
                  <a:gd name="T72" fmla="*/ 65 w 303"/>
                  <a:gd name="T73" fmla="*/ 102 h 288"/>
                  <a:gd name="T74" fmla="*/ 107 w 303"/>
                  <a:gd name="T75" fmla="*/ 84 h 288"/>
                  <a:gd name="T76" fmla="*/ 101 w 303"/>
                  <a:gd name="T77" fmla="*/ 76 h 288"/>
                  <a:gd name="T78" fmla="*/ 59 w 303"/>
                  <a:gd name="T79" fmla="*/ 94 h 288"/>
                  <a:gd name="T80" fmla="*/ 54 w 303"/>
                  <a:gd name="T81" fmla="*/ 90 h 288"/>
                  <a:gd name="T82" fmla="*/ 10 w 303"/>
                  <a:gd name="T83" fmla="*/ 117 h 288"/>
                  <a:gd name="T84" fmla="*/ 57 w 303"/>
                  <a:gd name="T85" fmla="*/ 117 h 288"/>
                  <a:gd name="T86" fmla="*/ 10 w 303"/>
                  <a:gd name="T87" fmla="*/ 117 h 288"/>
                  <a:gd name="T88" fmla="*/ 82 w 303"/>
                  <a:gd name="T89" fmla="*/ 264 h 288"/>
                  <a:gd name="T90" fmla="*/ 111 w 303"/>
                  <a:gd name="T91" fmla="*/ 263 h 288"/>
                  <a:gd name="T92" fmla="*/ 97 w 303"/>
                  <a:gd name="T93" fmla="*/ 278 h 288"/>
                  <a:gd name="T94" fmla="*/ 153 w 303"/>
                  <a:gd name="T95" fmla="*/ 264 h 288"/>
                  <a:gd name="T96" fmla="*/ 121 w 303"/>
                  <a:gd name="T97" fmla="*/ 261 h 288"/>
                  <a:gd name="T98" fmla="*/ 97 w 303"/>
                  <a:gd name="T99" fmla="*/ 239 h 288"/>
                  <a:gd name="T100" fmla="*/ 84 w 303"/>
                  <a:gd name="T101" fmla="*/ 242 h 288"/>
                  <a:gd name="T102" fmla="*/ 38 w 303"/>
                  <a:gd name="T103" fmla="*/ 166 h 288"/>
                  <a:gd name="T104" fmla="*/ 39 w 303"/>
                  <a:gd name="T105" fmla="*/ 165 h 288"/>
                  <a:gd name="T106" fmla="*/ 112 w 303"/>
                  <a:gd name="T107" fmla="*/ 233 h 288"/>
                  <a:gd name="T108" fmla="*/ 242 w 303"/>
                  <a:gd name="T109" fmla="*/ 218 h 288"/>
                  <a:gd name="T110" fmla="*/ 245 w 303"/>
                  <a:gd name="T111" fmla="*/ 218 h 288"/>
                  <a:gd name="T112" fmla="*/ 245 w 303"/>
                  <a:gd name="T113" fmla="*/ 196 h 288"/>
                  <a:gd name="T114" fmla="*/ 293 w 303"/>
                  <a:gd name="T115" fmla="*/ 196 h 288"/>
                  <a:gd name="T116" fmla="*/ 269 w 303"/>
                  <a:gd name="T117" fmla="*/ 219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03" h="288">
                    <a:moveTo>
                      <a:pt x="253" y="225"/>
                    </a:moveTo>
                    <a:cubicBezTo>
                      <a:pt x="253" y="226"/>
                      <a:pt x="253" y="226"/>
                      <a:pt x="253" y="226"/>
                    </a:cubicBezTo>
                    <a:cubicBezTo>
                      <a:pt x="258" y="229"/>
                      <a:pt x="265" y="229"/>
                      <a:pt x="269" y="229"/>
                    </a:cubicBezTo>
                    <a:cubicBezTo>
                      <a:pt x="287" y="229"/>
                      <a:pt x="303" y="214"/>
                      <a:pt x="303" y="196"/>
                    </a:cubicBezTo>
                    <a:cubicBezTo>
                      <a:pt x="303" y="181"/>
                      <a:pt x="293" y="167"/>
                      <a:pt x="279" y="163"/>
                    </a:cubicBezTo>
                    <a:cubicBezTo>
                      <a:pt x="278" y="163"/>
                      <a:pt x="278" y="163"/>
                      <a:pt x="278" y="163"/>
                    </a:cubicBezTo>
                    <a:cubicBezTo>
                      <a:pt x="278" y="162"/>
                      <a:pt x="278" y="162"/>
                      <a:pt x="278" y="162"/>
                    </a:cubicBezTo>
                    <a:cubicBezTo>
                      <a:pt x="279" y="158"/>
                      <a:pt x="279" y="152"/>
                      <a:pt x="279" y="148"/>
                    </a:cubicBezTo>
                    <a:cubicBezTo>
                      <a:pt x="279" y="78"/>
                      <a:pt x="222" y="21"/>
                      <a:pt x="153" y="21"/>
                    </a:cubicBezTo>
                    <a:cubicBezTo>
                      <a:pt x="148" y="21"/>
                      <a:pt x="143" y="21"/>
                      <a:pt x="139" y="22"/>
                    </a:cubicBezTo>
                    <a:cubicBezTo>
                      <a:pt x="138" y="22"/>
                      <a:pt x="138" y="22"/>
                      <a:pt x="138" y="22"/>
                    </a:cubicBezTo>
                    <a:cubicBezTo>
                      <a:pt x="138" y="21"/>
                      <a:pt x="138" y="21"/>
                      <a:pt x="138" y="21"/>
                    </a:cubicBezTo>
                    <a:cubicBezTo>
                      <a:pt x="135" y="9"/>
                      <a:pt x="125" y="0"/>
                      <a:pt x="113" y="0"/>
                    </a:cubicBezTo>
                    <a:cubicBezTo>
                      <a:pt x="99" y="0"/>
                      <a:pt x="88" y="12"/>
                      <a:pt x="88" y="25"/>
                    </a:cubicBezTo>
                    <a:cubicBezTo>
                      <a:pt x="88" y="29"/>
                      <a:pt x="89" y="33"/>
                      <a:pt x="91" y="36"/>
                    </a:cubicBezTo>
                    <a:cubicBezTo>
                      <a:pt x="91" y="37"/>
                      <a:pt x="91" y="37"/>
                      <a:pt x="91" y="37"/>
                    </a:cubicBezTo>
                    <a:cubicBezTo>
                      <a:pt x="90" y="37"/>
                      <a:pt x="90" y="37"/>
                      <a:pt x="90" y="37"/>
                    </a:cubicBezTo>
                    <a:cubicBezTo>
                      <a:pt x="71" y="48"/>
                      <a:pt x="55" y="64"/>
                      <a:pt x="43" y="83"/>
                    </a:cubicBezTo>
                    <a:cubicBezTo>
                      <a:pt x="43" y="84"/>
                      <a:pt x="43" y="84"/>
                      <a:pt x="43" y="84"/>
                    </a:cubicBezTo>
                    <a:cubicBezTo>
                      <a:pt x="43" y="84"/>
                      <a:pt x="43" y="84"/>
                      <a:pt x="43" y="84"/>
                    </a:cubicBezTo>
                    <a:cubicBezTo>
                      <a:pt x="41" y="84"/>
                      <a:pt x="39" y="84"/>
                      <a:pt x="38" y="83"/>
                    </a:cubicBezTo>
                    <a:cubicBezTo>
                      <a:pt x="36" y="83"/>
                      <a:pt x="35" y="83"/>
                      <a:pt x="34" y="83"/>
                    </a:cubicBezTo>
                    <a:cubicBezTo>
                      <a:pt x="15" y="83"/>
                      <a:pt x="0" y="98"/>
                      <a:pt x="0" y="117"/>
                    </a:cubicBezTo>
                    <a:cubicBezTo>
                      <a:pt x="0" y="132"/>
                      <a:pt x="10" y="146"/>
                      <a:pt x="25" y="150"/>
                    </a:cubicBezTo>
                    <a:cubicBezTo>
                      <a:pt x="25" y="150"/>
                      <a:pt x="25" y="150"/>
                      <a:pt x="25" y="150"/>
                    </a:cubicBezTo>
                    <a:cubicBezTo>
                      <a:pt x="25" y="151"/>
                      <a:pt x="25" y="151"/>
                      <a:pt x="25" y="151"/>
                    </a:cubicBezTo>
                    <a:cubicBezTo>
                      <a:pt x="26" y="189"/>
                      <a:pt x="45" y="226"/>
                      <a:pt x="76" y="249"/>
                    </a:cubicBezTo>
                    <a:cubicBezTo>
                      <a:pt x="76" y="250"/>
                      <a:pt x="76" y="250"/>
                      <a:pt x="76" y="250"/>
                    </a:cubicBezTo>
                    <a:cubicBezTo>
                      <a:pt x="76" y="250"/>
                      <a:pt x="76" y="250"/>
                      <a:pt x="76" y="250"/>
                    </a:cubicBezTo>
                    <a:cubicBezTo>
                      <a:pt x="73" y="255"/>
                      <a:pt x="72" y="259"/>
                      <a:pt x="72" y="264"/>
                    </a:cubicBezTo>
                    <a:cubicBezTo>
                      <a:pt x="72" y="278"/>
                      <a:pt x="82" y="288"/>
                      <a:pt x="97" y="288"/>
                    </a:cubicBezTo>
                    <a:cubicBezTo>
                      <a:pt x="107" y="288"/>
                      <a:pt x="117" y="282"/>
                      <a:pt x="120" y="272"/>
                    </a:cubicBezTo>
                    <a:cubicBezTo>
                      <a:pt x="120" y="271"/>
                      <a:pt x="120" y="271"/>
                      <a:pt x="120" y="271"/>
                    </a:cubicBezTo>
                    <a:cubicBezTo>
                      <a:pt x="121" y="271"/>
                      <a:pt x="121" y="271"/>
                      <a:pt x="121" y="271"/>
                    </a:cubicBezTo>
                    <a:cubicBezTo>
                      <a:pt x="130" y="274"/>
                      <a:pt x="140" y="275"/>
                      <a:pt x="153" y="275"/>
                    </a:cubicBezTo>
                    <a:cubicBezTo>
                      <a:pt x="191" y="275"/>
                      <a:pt x="227" y="257"/>
                      <a:pt x="252" y="226"/>
                    </a:cubicBezTo>
                    <a:lnTo>
                      <a:pt x="253" y="225"/>
                    </a:lnTo>
                    <a:close/>
                    <a:moveTo>
                      <a:pt x="113" y="11"/>
                    </a:moveTo>
                    <a:cubicBezTo>
                      <a:pt x="121" y="11"/>
                      <a:pt x="128" y="17"/>
                      <a:pt x="128" y="25"/>
                    </a:cubicBezTo>
                    <a:cubicBezTo>
                      <a:pt x="128" y="32"/>
                      <a:pt x="122" y="40"/>
                      <a:pt x="113" y="40"/>
                    </a:cubicBezTo>
                    <a:cubicBezTo>
                      <a:pt x="104" y="40"/>
                      <a:pt x="98" y="32"/>
                      <a:pt x="98" y="25"/>
                    </a:cubicBezTo>
                    <a:cubicBezTo>
                      <a:pt x="98" y="17"/>
                      <a:pt x="105" y="11"/>
                      <a:pt x="113" y="11"/>
                    </a:cubicBezTo>
                    <a:close/>
                    <a:moveTo>
                      <a:pt x="52" y="88"/>
                    </a:moveTo>
                    <a:cubicBezTo>
                      <a:pt x="64" y="69"/>
                      <a:pt x="79" y="55"/>
                      <a:pt x="98" y="45"/>
                    </a:cubicBezTo>
                    <a:cubicBezTo>
                      <a:pt x="98" y="45"/>
                      <a:pt x="98" y="45"/>
                      <a:pt x="98" y="45"/>
                    </a:cubicBezTo>
                    <a:cubicBezTo>
                      <a:pt x="99" y="45"/>
                      <a:pt x="99" y="45"/>
                      <a:pt x="99" y="45"/>
                    </a:cubicBezTo>
                    <a:cubicBezTo>
                      <a:pt x="102" y="48"/>
                      <a:pt x="108" y="50"/>
                      <a:pt x="113" y="50"/>
                    </a:cubicBezTo>
                    <a:cubicBezTo>
                      <a:pt x="123" y="50"/>
                      <a:pt x="133" y="43"/>
                      <a:pt x="136" y="33"/>
                    </a:cubicBezTo>
                    <a:cubicBezTo>
                      <a:pt x="136" y="32"/>
                      <a:pt x="136" y="32"/>
                      <a:pt x="136" y="32"/>
                    </a:cubicBezTo>
                    <a:cubicBezTo>
                      <a:pt x="137" y="32"/>
                      <a:pt x="137" y="32"/>
                      <a:pt x="137" y="32"/>
                    </a:cubicBezTo>
                    <a:cubicBezTo>
                      <a:pt x="142" y="31"/>
                      <a:pt x="147" y="31"/>
                      <a:pt x="153" y="31"/>
                    </a:cubicBezTo>
                    <a:cubicBezTo>
                      <a:pt x="215" y="31"/>
                      <a:pt x="267" y="82"/>
                      <a:pt x="268" y="145"/>
                    </a:cubicBezTo>
                    <a:cubicBezTo>
                      <a:pt x="269" y="148"/>
                      <a:pt x="269" y="148"/>
                      <a:pt x="269" y="148"/>
                    </a:cubicBezTo>
                    <a:cubicBezTo>
                      <a:pt x="267" y="145"/>
                      <a:pt x="267" y="145"/>
                      <a:pt x="267" y="145"/>
                    </a:cubicBezTo>
                    <a:cubicBezTo>
                      <a:pt x="260" y="132"/>
                      <a:pt x="242" y="108"/>
                      <a:pt x="201" y="89"/>
                    </a:cubicBezTo>
                    <a:cubicBezTo>
                      <a:pt x="200" y="88"/>
                      <a:pt x="198" y="88"/>
                      <a:pt x="197" y="89"/>
                    </a:cubicBezTo>
                    <a:cubicBezTo>
                      <a:pt x="196" y="89"/>
                      <a:pt x="195" y="90"/>
                      <a:pt x="195" y="91"/>
                    </a:cubicBezTo>
                    <a:cubicBezTo>
                      <a:pt x="193" y="94"/>
                      <a:pt x="194" y="97"/>
                      <a:pt x="197" y="99"/>
                    </a:cubicBezTo>
                    <a:cubicBezTo>
                      <a:pt x="241" y="119"/>
                      <a:pt x="258" y="149"/>
                      <a:pt x="263" y="161"/>
                    </a:cubicBezTo>
                    <a:cubicBezTo>
                      <a:pt x="264" y="162"/>
                      <a:pt x="264" y="162"/>
                      <a:pt x="264" y="162"/>
                    </a:cubicBezTo>
                    <a:cubicBezTo>
                      <a:pt x="263" y="162"/>
                      <a:pt x="263" y="162"/>
                      <a:pt x="263" y="162"/>
                    </a:cubicBezTo>
                    <a:cubicBezTo>
                      <a:pt x="246" y="165"/>
                      <a:pt x="235" y="179"/>
                      <a:pt x="235" y="196"/>
                    </a:cubicBezTo>
                    <a:cubicBezTo>
                      <a:pt x="235" y="200"/>
                      <a:pt x="236" y="204"/>
                      <a:pt x="237" y="208"/>
                    </a:cubicBezTo>
                    <a:cubicBezTo>
                      <a:pt x="238" y="209"/>
                      <a:pt x="238" y="209"/>
                      <a:pt x="238" y="209"/>
                    </a:cubicBezTo>
                    <a:cubicBezTo>
                      <a:pt x="237" y="209"/>
                      <a:pt x="237" y="209"/>
                      <a:pt x="237" y="209"/>
                    </a:cubicBezTo>
                    <a:cubicBezTo>
                      <a:pt x="219" y="219"/>
                      <a:pt x="191" y="231"/>
                      <a:pt x="158" y="231"/>
                    </a:cubicBezTo>
                    <a:cubicBezTo>
                      <a:pt x="143" y="231"/>
                      <a:pt x="128" y="229"/>
                      <a:pt x="114" y="224"/>
                    </a:cubicBezTo>
                    <a:cubicBezTo>
                      <a:pt x="61" y="204"/>
                      <a:pt x="48" y="165"/>
                      <a:pt x="45" y="149"/>
                    </a:cubicBezTo>
                    <a:cubicBezTo>
                      <a:pt x="45" y="149"/>
                      <a:pt x="45" y="149"/>
                      <a:pt x="45" y="149"/>
                    </a:cubicBezTo>
                    <a:cubicBezTo>
                      <a:pt x="46" y="148"/>
                      <a:pt x="46" y="148"/>
                      <a:pt x="46" y="148"/>
                    </a:cubicBezTo>
                    <a:cubicBezTo>
                      <a:pt x="59" y="143"/>
                      <a:pt x="68" y="131"/>
                      <a:pt x="68" y="117"/>
                    </a:cubicBezTo>
                    <a:cubicBezTo>
                      <a:pt x="68" y="112"/>
                      <a:pt x="67" y="107"/>
                      <a:pt x="65" y="103"/>
                    </a:cubicBezTo>
                    <a:cubicBezTo>
                      <a:pt x="65" y="102"/>
                      <a:pt x="65" y="102"/>
                      <a:pt x="65" y="102"/>
                    </a:cubicBezTo>
                    <a:cubicBezTo>
                      <a:pt x="65" y="102"/>
                      <a:pt x="65" y="102"/>
                      <a:pt x="65" y="102"/>
                    </a:cubicBezTo>
                    <a:cubicBezTo>
                      <a:pt x="69" y="100"/>
                      <a:pt x="81" y="91"/>
                      <a:pt x="103" y="86"/>
                    </a:cubicBezTo>
                    <a:cubicBezTo>
                      <a:pt x="105" y="86"/>
                      <a:pt x="106" y="85"/>
                      <a:pt x="107" y="84"/>
                    </a:cubicBezTo>
                    <a:cubicBezTo>
                      <a:pt x="107" y="83"/>
                      <a:pt x="107" y="81"/>
                      <a:pt x="107" y="80"/>
                    </a:cubicBezTo>
                    <a:cubicBezTo>
                      <a:pt x="106" y="78"/>
                      <a:pt x="104" y="75"/>
                      <a:pt x="101" y="76"/>
                    </a:cubicBezTo>
                    <a:cubicBezTo>
                      <a:pt x="81" y="81"/>
                      <a:pt x="67" y="89"/>
                      <a:pt x="59" y="94"/>
                    </a:cubicBezTo>
                    <a:cubicBezTo>
                      <a:pt x="59" y="94"/>
                      <a:pt x="59" y="94"/>
                      <a:pt x="59" y="94"/>
                    </a:cubicBezTo>
                    <a:cubicBezTo>
                      <a:pt x="58" y="94"/>
                      <a:pt x="58" y="94"/>
                      <a:pt x="58" y="94"/>
                    </a:cubicBezTo>
                    <a:cubicBezTo>
                      <a:pt x="57" y="92"/>
                      <a:pt x="56" y="91"/>
                      <a:pt x="54" y="90"/>
                    </a:cubicBezTo>
                    <a:cubicBezTo>
                      <a:pt x="52" y="88"/>
                      <a:pt x="52" y="88"/>
                      <a:pt x="52" y="88"/>
                    </a:cubicBezTo>
                    <a:close/>
                    <a:moveTo>
                      <a:pt x="10" y="117"/>
                    </a:moveTo>
                    <a:cubicBezTo>
                      <a:pt x="10" y="104"/>
                      <a:pt x="21" y="93"/>
                      <a:pt x="34" y="93"/>
                    </a:cubicBezTo>
                    <a:cubicBezTo>
                      <a:pt x="47" y="93"/>
                      <a:pt x="57" y="104"/>
                      <a:pt x="57" y="117"/>
                    </a:cubicBezTo>
                    <a:cubicBezTo>
                      <a:pt x="57" y="130"/>
                      <a:pt x="47" y="141"/>
                      <a:pt x="34" y="141"/>
                    </a:cubicBezTo>
                    <a:cubicBezTo>
                      <a:pt x="21" y="141"/>
                      <a:pt x="10" y="130"/>
                      <a:pt x="10" y="117"/>
                    </a:cubicBezTo>
                    <a:close/>
                    <a:moveTo>
                      <a:pt x="97" y="278"/>
                    </a:moveTo>
                    <a:cubicBezTo>
                      <a:pt x="89" y="278"/>
                      <a:pt x="82" y="272"/>
                      <a:pt x="82" y="264"/>
                    </a:cubicBezTo>
                    <a:cubicBezTo>
                      <a:pt x="82" y="256"/>
                      <a:pt x="89" y="250"/>
                      <a:pt x="97" y="250"/>
                    </a:cubicBezTo>
                    <a:cubicBezTo>
                      <a:pt x="104" y="250"/>
                      <a:pt x="110" y="255"/>
                      <a:pt x="111" y="263"/>
                    </a:cubicBezTo>
                    <a:cubicBezTo>
                      <a:pt x="111" y="265"/>
                      <a:pt x="111" y="265"/>
                      <a:pt x="111" y="265"/>
                    </a:cubicBezTo>
                    <a:cubicBezTo>
                      <a:pt x="110" y="273"/>
                      <a:pt x="104" y="278"/>
                      <a:pt x="97" y="278"/>
                    </a:cubicBezTo>
                    <a:close/>
                    <a:moveTo>
                      <a:pt x="244" y="219"/>
                    </a:moveTo>
                    <a:cubicBezTo>
                      <a:pt x="222" y="248"/>
                      <a:pt x="188" y="264"/>
                      <a:pt x="153" y="264"/>
                    </a:cubicBezTo>
                    <a:cubicBezTo>
                      <a:pt x="141" y="264"/>
                      <a:pt x="131" y="263"/>
                      <a:pt x="121" y="261"/>
                    </a:cubicBezTo>
                    <a:cubicBezTo>
                      <a:pt x="121" y="261"/>
                      <a:pt x="121" y="261"/>
                      <a:pt x="121" y="261"/>
                    </a:cubicBezTo>
                    <a:cubicBezTo>
                      <a:pt x="121" y="260"/>
                      <a:pt x="121" y="260"/>
                      <a:pt x="121" y="260"/>
                    </a:cubicBezTo>
                    <a:cubicBezTo>
                      <a:pt x="119" y="248"/>
                      <a:pt x="109" y="239"/>
                      <a:pt x="97" y="239"/>
                    </a:cubicBezTo>
                    <a:cubicBezTo>
                      <a:pt x="93" y="239"/>
                      <a:pt x="88" y="240"/>
                      <a:pt x="84" y="242"/>
                    </a:cubicBezTo>
                    <a:cubicBezTo>
                      <a:pt x="84" y="242"/>
                      <a:pt x="84" y="242"/>
                      <a:pt x="84" y="242"/>
                    </a:cubicBezTo>
                    <a:cubicBezTo>
                      <a:pt x="83" y="242"/>
                      <a:pt x="83" y="242"/>
                      <a:pt x="83" y="242"/>
                    </a:cubicBezTo>
                    <a:cubicBezTo>
                      <a:pt x="59" y="224"/>
                      <a:pt x="42" y="197"/>
                      <a:pt x="38" y="166"/>
                    </a:cubicBezTo>
                    <a:cubicBezTo>
                      <a:pt x="37" y="166"/>
                      <a:pt x="37" y="166"/>
                      <a:pt x="37" y="166"/>
                    </a:cubicBezTo>
                    <a:cubicBezTo>
                      <a:pt x="39" y="165"/>
                      <a:pt x="39" y="165"/>
                      <a:pt x="39" y="165"/>
                    </a:cubicBezTo>
                    <a:cubicBezTo>
                      <a:pt x="39" y="166"/>
                      <a:pt x="39" y="166"/>
                      <a:pt x="39" y="166"/>
                    </a:cubicBezTo>
                    <a:cubicBezTo>
                      <a:pt x="45" y="184"/>
                      <a:pt x="62" y="216"/>
                      <a:pt x="112" y="233"/>
                    </a:cubicBezTo>
                    <a:cubicBezTo>
                      <a:pt x="126" y="239"/>
                      <a:pt x="141" y="241"/>
                      <a:pt x="159" y="241"/>
                    </a:cubicBezTo>
                    <a:cubicBezTo>
                      <a:pt x="196" y="241"/>
                      <a:pt x="227" y="227"/>
                      <a:pt x="242" y="218"/>
                    </a:cubicBezTo>
                    <a:cubicBezTo>
                      <a:pt x="243" y="218"/>
                      <a:pt x="243" y="218"/>
                      <a:pt x="243" y="218"/>
                    </a:cubicBezTo>
                    <a:cubicBezTo>
                      <a:pt x="245" y="218"/>
                      <a:pt x="245" y="218"/>
                      <a:pt x="245" y="218"/>
                    </a:cubicBezTo>
                    <a:lnTo>
                      <a:pt x="244" y="219"/>
                    </a:lnTo>
                    <a:close/>
                    <a:moveTo>
                      <a:pt x="245" y="196"/>
                    </a:moveTo>
                    <a:cubicBezTo>
                      <a:pt x="245" y="182"/>
                      <a:pt x="256" y="172"/>
                      <a:pt x="269" y="172"/>
                    </a:cubicBezTo>
                    <a:cubicBezTo>
                      <a:pt x="282" y="172"/>
                      <a:pt x="293" y="182"/>
                      <a:pt x="293" y="196"/>
                    </a:cubicBezTo>
                    <a:cubicBezTo>
                      <a:pt x="293" y="208"/>
                      <a:pt x="282" y="219"/>
                      <a:pt x="269" y="219"/>
                    </a:cubicBezTo>
                    <a:cubicBezTo>
                      <a:pt x="269" y="219"/>
                      <a:pt x="269" y="219"/>
                      <a:pt x="269" y="219"/>
                    </a:cubicBezTo>
                    <a:cubicBezTo>
                      <a:pt x="256" y="219"/>
                      <a:pt x="245" y="208"/>
                      <a:pt x="245"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Graphik"/>
                  <a:ea typeface="+mn-ea"/>
                  <a:cs typeface="Arial" charset="0"/>
                </a:endParaRPr>
              </a:p>
            </p:txBody>
          </p:sp>
          <p:sp>
            <p:nvSpPr>
              <p:cNvPr id="29" name="Freeform 110">
                <a:extLst>
                  <a:ext uri="{FF2B5EF4-FFF2-40B4-BE49-F238E27FC236}">
                    <a16:creationId xmlns:a16="http://schemas.microsoft.com/office/drawing/2014/main" id="{2947A2FE-36AB-4D52-2FB2-A34D1479F202}"/>
                  </a:ext>
                </a:extLst>
              </p:cNvPr>
              <p:cNvSpPr>
                <a:spLocks noEditPoints="1"/>
              </p:cNvSpPr>
              <p:nvPr/>
            </p:nvSpPr>
            <p:spPr bwMode="auto">
              <a:xfrm>
                <a:off x="468" y="3086"/>
                <a:ext cx="181" cy="221"/>
              </a:xfrm>
              <a:custGeom>
                <a:avLst/>
                <a:gdLst>
                  <a:gd name="T0" fmla="*/ 61 w 123"/>
                  <a:gd name="T1" fmla="*/ 149 h 149"/>
                  <a:gd name="T2" fmla="*/ 119 w 123"/>
                  <a:gd name="T3" fmla="*/ 97 h 149"/>
                  <a:gd name="T4" fmla="*/ 80 w 123"/>
                  <a:gd name="T5" fmla="*/ 75 h 149"/>
                  <a:gd name="T6" fmla="*/ 79 w 123"/>
                  <a:gd name="T7" fmla="*/ 66 h 149"/>
                  <a:gd name="T8" fmla="*/ 85 w 123"/>
                  <a:gd name="T9" fmla="*/ 49 h 149"/>
                  <a:gd name="T10" fmla="*/ 86 w 123"/>
                  <a:gd name="T11" fmla="*/ 49 h 149"/>
                  <a:gd name="T12" fmla="*/ 87 w 123"/>
                  <a:gd name="T13" fmla="*/ 31 h 149"/>
                  <a:gd name="T14" fmla="*/ 87 w 123"/>
                  <a:gd name="T15" fmla="*/ 30 h 149"/>
                  <a:gd name="T16" fmla="*/ 64 w 123"/>
                  <a:gd name="T17" fmla="*/ 0 h 149"/>
                  <a:gd name="T18" fmla="*/ 40 w 123"/>
                  <a:gd name="T19" fmla="*/ 8 h 149"/>
                  <a:gd name="T20" fmla="*/ 32 w 123"/>
                  <a:gd name="T21" fmla="*/ 12 h 149"/>
                  <a:gd name="T22" fmla="*/ 31 w 123"/>
                  <a:gd name="T23" fmla="*/ 33 h 149"/>
                  <a:gd name="T24" fmla="*/ 31 w 123"/>
                  <a:gd name="T25" fmla="*/ 45 h 149"/>
                  <a:gd name="T26" fmla="*/ 43 w 123"/>
                  <a:gd name="T27" fmla="*/ 67 h 149"/>
                  <a:gd name="T28" fmla="*/ 43 w 123"/>
                  <a:gd name="T29" fmla="*/ 75 h 149"/>
                  <a:gd name="T30" fmla="*/ 3 w 123"/>
                  <a:gd name="T31" fmla="*/ 97 h 149"/>
                  <a:gd name="T32" fmla="*/ 12 w 123"/>
                  <a:gd name="T33" fmla="*/ 124 h 149"/>
                  <a:gd name="T34" fmla="*/ 41 w 123"/>
                  <a:gd name="T35" fmla="*/ 88 h 149"/>
                  <a:gd name="T36" fmla="*/ 51 w 123"/>
                  <a:gd name="T37" fmla="*/ 84 h 149"/>
                  <a:gd name="T38" fmla="*/ 55 w 123"/>
                  <a:gd name="T39" fmla="*/ 64 h 149"/>
                  <a:gd name="T40" fmla="*/ 42 w 123"/>
                  <a:gd name="T41" fmla="*/ 45 h 149"/>
                  <a:gd name="T42" fmla="*/ 42 w 123"/>
                  <a:gd name="T43" fmla="*/ 29 h 149"/>
                  <a:gd name="T44" fmla="*/ 40 w 123"/>
                  <a:gd name="T45" fmla="*/ 20 h 149"/>
                  <a:gd name="T46" fmla="*/ 42 w 123"/>
                  <a:gd name="T47" fmla="*/ 20 h 149"/>
                  <a:gd name="T48" fmla="*/ 64 w 123"/>
                  <a:gd name="T49" fmla="*/ 11 h 149"/>
                  <a:gd name="T50" fmla="*/ 76 w 123"/>
                  <a:gd name="T51" fmla="*/ 28 h 149"/>
                  <a:gd name="T52" fmla="*/ 78 w 123"/>
                  <a:gd name="T53" fmla="*/ 38 h 149"/>
                  <a:gd name="T54" fmla="*/ 78 w 123"/>
                  <a:gd name="T55" fmla="*/ 40 h 149"/>
                  <a:gd name="T56" fmla="*/ 70 w 123"/>
                  <a:gd name="T57" fmla="*/ 59 h 149"/>
                  <a:gd name="T58" fmla="*/ 68 w 123"/>
                  <a:gd name="T59" fmla="*/ 79 h 149"/>
                  <a:gd name="T60" fmla="*/ 82 w 123"/>
                  <a:gd name="T61" fmla="*/ 88 h 149"/>
                  <a:gd name="T62" fmla="*/ 111 w 123"/>
                  <a:gd name="T63" fmla="*/ 124 h 149"/>
                  <a:gd name="T64" fmla="*/ 111 w 123"/>
                  <a:gd name="T65" fmla="*/ 125 h 149"/>
                  <a:gd name="T66" fmla="*/ 12 w 123"/>
                  <a:gd name="T67"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3" h="149">
                    <a:moveTo>
                      <a:pt x="0" y="129"/>
                    </a:moveTo>
                    <a:cubicBezTo>
                      <a:pt x="0" y="133"/>
                      <a:pt x="25" y="149"/>
                      <a:pt x="61" y="149"/>
                    </a:cubicBezTo>
                    <a:cubicBezTo>
                      <a:pt x="97" y="149"/>
                      <a:pt x="123" y="133"/>
                      <a:pt x="123" y="129"/>
                    </a:cubicBezTo>
                    <a:cubicBezTo>
                      <a:pt x="123" y="126"/>
                      <a:pt x="122" y="107"/>
                      <a:pt x="119" y="97"/>
                    </a:cubicBezTo>
                    <a:cubicBezTo>
                      <a:pt x="116" y="88"/>
                      <a:pt x="103" y="84"/>
                      <a:pt x="86" y="77"/>
                    </a:cubicBezTo>
                    <a:cubicBezTo>
                      <a:pt x="84" y="77"/>
                      <a:pt x="82" y="76"/>
                      <a:pt x="80" y="75"/>
                    </a:cubicBezTo>
                    <a:cubicBezTo>
                      <a:pt x="79" y="75"/>
                      <a:pt x="79" y="75"/>
                      <a:pt x="79" y="75"/>
                    </a:cubicBezTo>
                    <a:cubicBezTo>
                      <a:pt x="79" y="66"/>
                      <a:pt x="79" y="66"/>
                      <a:pt x="79" y="66"/>
                    </a:cubicBezTo>
                    <a:cubicBezTo>
                      <a:pt x="80" y="66"/>
                      <a:pt x="80" y="66"/>
                      <a:pt x="80" y="66"/>
                    </a:cubicBezTo>
                    <a:cubicBezTo>
                      <a:pt x="82" y="63"/>
                      <a:pt x="85" y="58"/>
                      <a:pt x="85" y="49"/>
                    </a:cubicBezTo>
                    <a:cubicBezTo>
                      <a:pt x="85" y="49"/>
                      <a:pt x="85" y="49"/>
                      <a:pt x="85" y="49"/>
                    </a:cubicBezTo>
                    <a:cubicBezTo>
                      <a:pt x="86" y="49"/>
                      <a:pt x="86" y="49"/>
                      <a:pt x="86" y="49"/>
                    </a:cubicBezTo>
                    <a:cubicBezTo>
                      <a:pt x="88" y="47"/>
                      <a:pt x="90" y="43"/>
                      <a:pt x="90" y="39"/>
                    </a:cubicBezTo>
                    <a:cubicBezTo>
                      <a:pt x="90" y="36"/>
                      <a:pt x="89" y="33"/>
                      <a:pt x="87" y="31"/>
                    </a:cubicBezTo>
                    <a:cubicBezTo>
                      <a:pt x="87" y="30"/>
                      <a:pt x="87" y="30"/>
                      <a:pt x="87" y="30"/>
                    </a:cubicBezTo>
                    <a:cubicBezTo>
                      <a:pt x="87" y="30"/>
                      <a:pt x="87" y="30"/>
                      <a:pt x="87" y="30"/>
                    </a:cubicBezTo>
                    <a:cubicBezTo>
                      <a:pt x="90" y="24"/>
                      <a:pt x="91" y="18"/>
                      <a:pt x="90" y="13"/>
                    </a:cubicBezTo>
                    <a:cubicBezTo>
                      <a:pt x="88" y="3"/>
                      <a:pt x="75" y="0"/>
                      <a:pt x="64" y="0"/>
                    </a:cubicBezTo>
                    <a:cubicBezTo>
                      <a:pt x="60" y="0"/>
                      <a:pt x="46" y="0"/>
                      <a:pt x="40" y="8"/>
                    </a:cubicBezTo>
                    <a:cubicBezTo>
                      <a:pt x="40" y="8"/>
                      <a:pt x="40" y="8"/>
                      <a:pt x="40" y="8"/>
                    </a:cubicBezTo>
                    <a:cubicBezTo>
                      <a:pt x="40" y="8"/>
                      <a:pt x="40" y="8"/>
                      <a:pt x="40" y="8"/>
                    </a:cubicBezTo>
                    <a:cubicBezTo>
                      <a:pt x="36" y="8"/>
                      <a:pt x="33" y="10"/>
                      <a:pt x="32" y="12"/>
                    </a:cubicBezTo>
                    <a:cubicBezTo>
                      <a:pt x="27" y="17"/>
                      <a:pt x="29" y="27"/>
                      <a:pt x="31" y="32"/>
                    </a:cubicBezTo>
                    <a:cubicBezTo>
                      <a:pt x="31" y="32"/>
                      <a:pt x="31" y="33"/>
                      <a:pt x="31" y="33"/>
                    </a:cubicBezTo>
                    <a:cubicBezTo>
                      <a:pt x="31" y="33"/>
                      <a:pt x="31" y="33"/>
                      <a:pt x="31" y="33"/>
                    </a:cubicBezTo>
                    <a:cubicBezTo>
                      <a:pt x="31" y="45"/>
                      <a:pt x="31" y="45"/>
                      <a:pt x="31" y="45"/>
                    </a:cubicBezTo>
                    <a:cubicBezTo>
                      <a:pt x="31" y="54"/>
                      <a:pt x="35" y="63"/>
                      <a:pt x="43" y="67"/>
                    </a:cubicBezTo>
                    <a:cubicBezTo>
                      <a:pt x="43" y="67"/>
                      <a:pt x="43" y="67"/>
                      <a:pt x="43" y="67"/>
                    </a:cubicBezTo>
                    <a:cubicBezTo>
                      <a:pt x="43" y="75"/>
                      <a:pt x="43" y="75"/>
                      <a:pt x="43" y="75"/>
                    </a:cubicBezTo>
                    <a:cubicBezTo>
                      <a:pt x="43" y="75"/>
                      <a:pt x="43" y="75"/>
                      <a:pt x="43" y="75"/>
                    </a:cubicBezTo>
                    <a:cubicBezTo>
                      <a:pt x="41" y="76"/>
                      <a:pt x="39" y="77"/>
                      <a:pt x="37" y="77"/>
                    </a:cubicBezTo>
                    <a:cubicBezTo>
                      <a:pt x="20" y="83"/>
                      <a:pt x="6" y="88"/>
                      <a:pt x="3" y="97"/>
                    </a:cubicBezTo>
                    <a:cubicBezTo>
                      <a:pt x="0" y="107"/>
                      <a:pt x="0" y="126"/>
                      <a:pt x="0" y="129"/>
                    </a:cubicBezTo>
                    <a:close/>
                    <a:moveTo>
                      <a:pt x="12" y="124"/>
                    </a:moveTo>
                    <a:cubicBezTo>
                      <a:pt x="12" y="113"/>
                      <a:pt x="13" y="105"/>
                      <a:pt x="14" y="101"/>
                    </a:cubicBezTo>
                    <a:cubicBezTo>
                      <a:pt x="15" y="98"/>
                      <a:pt x="26" y="94"/>
                      <a:pt x="41" y="88"/>
                    </a:cubicBezTo>
                    <a:cubicBezTo>
                      <a:pt x="42" y="88"/>
                      <a:pt x="42" y="88"/>
                      <a:pt x="42" y="88"/>
                    </a:cubicBezTo>
                    <a:cubicBezTo>
                      <a:pt x="45" y="87"/>
                      <a:pt x="48" y="86"/>
                      <a:pt x="51" y="84"/>
                    </a:cubicBezTo>
                    <a:cubicBezTo>
                      <a:pt x="53" y="84"/>
                      <a:pt x="55" y="81"/>
                      <a:pt x="55" y="79"/>
                    </a:cubicBezTo>
                    <a:cubicBezTo>
                      <a:pt x="55" y="64"/>
                      <a:pt x="55" y="64"/>
                      <a:pt x="55" y="64"/>
                    </a:cubicBezTo>
                    <a:cubicBezTo>
                      <a:pt x="55" y="61"/>
                      <a:pt x="53" y="59"/>
                      <a:pt x="51" y="58"/>
                    </a:cubicBezTo>
                    <a:cubicBezTo>
                      <a:pt x="50" y="58"/>
                      <a:pt x="42" y="55"/>
                      <a:pt x="42" y="45"/>
                    </a:cubicBezTo>
                    <a:cubicBezTo>
                      <a:pt x="42" y="33"/>
                      <a:pt x="42" y="33"/>
                      <a:pt x="42" y="33"/>
                    </a:cubicBezTo>
                    <a:cubicBezTo>
                      <a:pt x="42" y="32"/>
                      <a:pt x="42" y="31"/>
                      <a:pt x="42" y="29"/>
                    </a:cubicBezTo>
                    <a:cubicBezTo>
                      <a:pt x="40" y="24"/>
                      <a:pt x="40" y="22"/>
                      <a:pt x="40" y="21"/>
                    </a:cubicBezTo>
                    <a:cubicBezTo>
                      <a:pt x="40" y="20"/>
                      <a:pt x="40" y="20"/>
                      <a:pt x="40" y="20"/>
                    </a:cubicBezTo>
                    <a:cubicBezTo>
                      <a:pt x="41" y="20"/>
                      <a:pt x="41" y="20"/>
                      <a:pt x="41" y="20"/>
                    </a:cubicBezTo>
                    <a:cubicBezTo>
                      <a:pt x="41" y="20"/>
                      <a:pt x="42" y="20"/>
                      <a:pt x="42" y="20"/>
                    </a:cubicBezTo>
                    <a:cubicBezTo>
                      <a:pt x="45" y="20"/>
                      <a:pt x="48" y="19"/>
                      <a:pt x="49" y="16"/>
                    </a:cubicBezTo>
                    <a:cubicBezTo>
                      <a:pt x="50" y="14"/>
                      <a:pt x="55" y="11"/>
                      <a:pt x="64" y="11"/>
                    </a:cubicBezTo>
                    <a:cubicBezTo>
                      <a:pt x="73" y="11"/>
                      <a:pt x="78" y="14"/>
                      <a:pt x="79" y="16"/>
                    </a:cubicBezTo>
                    <a:cubicBezTo>
                      <a:pt x="80" y="20"/>
                      <a:pt x="77" y="25"/>
                      <a:pt x="76" y="28"/>
                    </a:cubicBezTo>
                    <a:cubicBezTo>
                      <a:pt x="75" y="30"/>
                      <a:pt x="74" y="31"/>
                      <a:pt x="74" y="33"/>
                    </a:cubicBezTo>
                    <a:cubicBezTo>
                      <a:pt x="74" y="35"/>
                      <a:pt x="76" y="37"/>
                      <a:pt x="78" y="38"/>
                    </a:cubicBezTo>
                    <a:cubicBezTo>
                      <a:pt x="80" y="39"/>
                      <a:pt x="80" y="39"/>
                      <a:pt x="80" y="39"/>
                    </a:cubicBezTo>
                    <a:cubicBezTo>
                      <a:pt x="78" y="40"/>
                      <a:pt x="78" y="40"/>
                      <a:pt x="78" y="40"/>
                    </a:cubicBezTo>
                    <a:cubicBezTo>
                      <a:pt x="76" y="41"/>
                      <a:pt x="74" y="43"/>
                      <a:pt x="74" y="45"/>
                    </a:cubicBezTo>
                    <a:cubicBezTo>
                      <a:pt x="74" y="55"/>
                      <a:pt x="71" y="58"/>
                      <a:pt x="70" y="59"/>
                    </a:cubicBezTo>
                    <a:cubicBezTo>
                      <a:pt x="69" y="60"/>
                      <a:pt x="68" y="62"/>
                      <a:pt x="68" y="64"/>
                    </a:cubicBezTo>
                    <a:cubicBezTo>
                      <a:pt x="68" y="79"/>
                      <a:pt x="68" y="79"/>
                      <a:pt x="68" y="79"/>
                    </a:cubicBezTo>
                    <a:cubicBezTo>
                      <a:pt x="68" y="81"/>
                      <a:pt x="69" y="84"/>
                      <a:pt x="72" y="84"/>
                    </a:cubicBezTo>
                    <a:cubicBezTo>
                      <a:pt x="75" y="86"/>
                      <a:pt x="79" y="87"/>
                      <a:pt x="82" y="88"/>
                    </a:cubicBezTo>
                    <a:cubicBezTo>
                      <a:pt x="98" y="94"/>
                      <a:pt x="107" y="98"/>
                      <a:pt x="108" y="101"/>
                    </a:cubicBezTo>
                    <a:cubicBezTo>
                      <a:pt x="110" y="105"/>
                      <a:pt x="111" y="113"/>
                      <a:pt x="111" y="124"/>
                    </a:cubicBezTo>
                    <a:cubicBezTo>
                      <a:pt x="111" y="124"/>
                      <a:pt x="111" y="124"/>
                      <a:pt x="111" y="124"/>
                    </a:cubicBezTo>
                    <a:cubicBezTo>
                      <a:pt x="111" y="125"/>
                      <a:pt x="111" y="125"/>
                      <a:pt x="111" y="125"/>
                    </a:cubicBezTo>
                    <a:cubicBezTo>
                      <a:pt x="106" y="127"/>
                      <a:pt x="89" y="137"/>
                      <a:pt x="61" y="137"/>
                    </a:cubicBezTo>
                    <a:cubicBezTo>
                      <a:pt x="33" y="137"/>
                      <a:pt x="16" y="127"/>
                      <a:pt x="12" y="125"/>
                    </a:cubicBezTo>
                    <a:cubicBezTo>
                      <a:pt x="12" y="124"/>
                      <a:pt x="12" y="124"/>
                      <a:pt x="12" y="1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000" b="0" i="0" u="none" strike="noStrike" kern="0" cap="none" spc="0" normalizeH="0" baseline="0" noProof="0">
                  <a:ln>
                    <a:noFill/>
                  </a:ln>
                  <a:solidFill>
                    <a:srgbClr val="96968C"/>
                  </a:solidFill>
                  <a:effectLst/>
                  <a:uLnTx/>
                  <a:uFillTx/>
                  <a:latin typeface="Graphik"/>
                  <a:ea typeface="+mn-ea"/>
                  <a:cs typeface="Arial" charset="0"/>
                </a:endParaRPr>
              </a:p>
            </p:txBody>
          </p:sp>
        </p:grpSp>
        <p:sp>
          <p:nvSpPr>
            <p:cNvPr id="26" name="TextBox 25">
              <a:extLst>
                <a:ext uri="{FF2B5EF4-FFF2-40B4-BE49-F238E27FC236}">
                  <a16:creationId xmlns:a16="http://schemas.microsoft.com/office/drawing/2014/main" id="{D498D562-479E-64E2-456B-FB27AEF0D4A2}"/>
                </a:ext>
              </a:extLst>
            </p:cNvPr>
            <p:cNvSpPr txBox="1"/>
            <p:nvPr/>
          </p:nvSpPr>
          <p:spPr>
            <a:xfrm>
              <a:off x="494373" y="3206304"/>
              <a:ext cx="2702497" cy="754662"/>
            </a:xfrm>
            <a:prstGeom prst="rect">
              <a:avLst/>
            </a:prstGeom>
            <a:noFill/>
          </p:spPr>
          <p:txBody>
            <a:bodyPr wrap="square" lIns="0" tIns="0" rIns="0" bIns="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Lorem ipsum dolor sit amet, consectetuer adipiscing elit. Aenean commodo ligula eget dolor. </a:t>
              </a:r>
            </a:p>
          </p:txBody>
        </p:sp>
        <p:sp>
          <p:nvSpPr>
            <p:cNvPr id="27" name="TextBox 26">
              <a:extLst>
                <a:ext uri="{FF2B5EF4-FFF2-40B4-BE49-F238E27FC236}">
                  <a16:creationId xmlns:a16="http://schemas.microsoft.com/office/drawing/2014/main" id="{A724BAC2-B910-943F-FFED-AA70FBE2C6EE}"/>
                </a:ext>
              </a:extLst>
            </p:cNvPr>
            <p:cNvSpPr txBox="1"/>
            <p:nvPr/>
          </p:nvSpPr>
          <p:spPr>
            <a:xfrm>
              <a:off x="903006" y="4112637"/>
              <a:ext cx="1805936" cy="161583"/>
            </a:xfrm>
            <a:prstGeom prst="rect">
              <a:avLst/>
            </a:prstGeom>
            <a:noFill/>
          </p:spPr>
          <p:txBody>
            <a:bodyPr wrap="square" lIns="0" tIns="0" rIns="0" bIns="0" rtlCol="0">
              <a:spAutoFit/>
            </a:bodyPr>
            <a:lstStyle>
              <a:defPPr>
                <a:defRPr lang="en-US"/>
              </a:defPPr>
              <a:lvl1pPr defTabSz="228600">
                <a:defRPr sz="1000" b="1">
                  <a:solidFill>
                    <a:schemeClr val="accent1"/>
                  </a:solidFill>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A100FF"/>
                  </a:solidFill>
                  <a:effectLst/>
                  <a:uLnTx/>
                  <a:uFillTx/>
                  <a:latin typeface="Graphik"/>
                  <a:ea typeface="+mn-ea"/>
                  <a:cs typeface="+mn-cs"/>
                </a:rPr>
                <a:t>Topic</a:t>
              </a:r>
            </a:p>
          </p:txBody>
        </p:sp>
      </p:grpSp>
      <p:grpSp>
        <p:nvGrpSpPr>
          <p:cNvPr id="19" name="Group 18">
            <a:extLst>
              <a:ext uri="{FF2B5EF4-FFF2-40B4-BE49-F238E27FC236}">
                <a16:creationId xmlns:a16="http://schemas.microsoft.com/office/drawing/2014/main" id="{F7D9ABF9-89EA-B7D8-4AEB-70DF6DCEB741}"/>
              </a:ext>
            </a:extLst>
          </p:cNvPr>
          <p:cNvGrpSpPr/>
          <p:nvPr/>
        </p:nvGrpSpPr>
        <p:grpSpPr>
          <a:xfrm>
            <a:off x="9438871" y="3096445"/>
            <a:ext cx="2193546" cy="432000"/>
            <a:chOff x="9438871" y="3096445"/>
            <a:chExt cx="2193546" cy="432000"/>
          </a:xfrm>
        </p:grpSpPr>
        <p:sp>
          <p:nvSpPr>
            <p:cNvPr id="80" name="TextBox 79">
              <a:extLst>
                <a:ext uri="{FF2B5EF4-FFF2-40B4-BE49-F238E27FC236}">
                  <a16:creationId xmlns:a16="http://schemas.microsoft.com/office/drawing/2014/main" id="{23BE3AE2-8AB6-1DE4-30B3-63530651C488}"/>
                </a:ext>
              </a:extLst>
            </p:cNvPr>
            <p:cNvSpPr txBox="1"/>
            <p:nvPr/>
          </p:nvSpPr>
          <p:spPr>
            <a:xfrm>
              <a:off x="9723083" y="3158557"/>
              <a:ext cx="1909334" cy="307777"/>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t>
              </a:r>
            </a:p>
          </p:txBody>
        </p:sp>
        <p:sp>
          <p:nvSpPr>
            <p:cNvPr id="81" name="Rectangle 80">
              <a:extLst>
                <a:ext uri="{FF2B5EF4-FFF2-40B4-BE49-F238E27FC236}">
                  <a16:creationId xmlns:a16="http://schemas.microsoft.com/office/drawing/2014/main" id="{3D96DCB6-1096-1784-4EA6-35972A6E530D}"/>
                </a:ext>
              </a:extLst>
            </p:cNvPr>
            <p:cNvSpPr/>
            <p:nvPr/>
          </p:nvSpPr>
          <p:spPr>
            <a:xfrm>
              <a:off x="9438871" y="3096445"/>
              <a:ext cx="231916"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100FF"/>
                  </a:solidFill>
                  <a:effectLst/>
                  <a:uLnTx/>
                  <a:uFillTx/>
                  <a:latin typeface="Graphik"/>
                  <a:ea typeface="+mn-ea"/>
                  <a:cs typeface="+mn-cs"/>
                </a:rPr>
                <a:t>1</a:t>
              </a:r>
            </a:p>
          </p:txBody>
        </p:sp>
      </p:grpSp>
      <p:grpSp>
        <p:nvGrpSpPr>
          <p:cNvPr id="3" name="Group 2">
            <a:extLst>
              <a:ext uri="{FF2B5EF4-FFF2-40B4-BE49-F238E27FC236}">
                <a16:creationId xmlns:a16="http://schemas.microsoft.com/office/drawing/2014/main" id="{B5FB17D3-39CC-562F-8634-82F9E593F909}"/>
              </a:ext>
            </a:extLst>
          </p:cNvPr>
          <p:cNvGrpSpPr/>
          <p:nvPr/>
        </p:nvGrpSpPr>
        <p:grpSpPr>
          <a:xfrm>
            <a:off x="9577736" y="4031435"/>
            <a:ext cx="2193546" cy="615553"/>
            <a:chOff x="9577736" y="4090897"/>
            <a:chExt cx="2193546" cy="615553"/>
          </a:xfrm>
        </p:grpSpPr>
        <p:sp>
          <p:nvSpPr>
            <p:cNvPr id="83" name="TextBox 82">
              <a:extLst>
                <a:ext uri="{FF2B5EF4-FFF2-40B4-BE49-F238E27FC236}">
                  <a16:creationId xmlns:a16="http://schemas.microsoft.com/office/drawing/2014/main" id="{90C8DA6D-E39C-EADA-A64F-4FCF76607999}"/>
                </a:ext>
              </a:extLst>
            </p:cNvPr>
            <p:cNvSpPr txBox="1"/>
            <p:nvPr/>
          </p:nvSpPr>
          <p:spPr>
            <a:xfrm>
              <a:off x="9861948" y="4090897"/>
              <a:ext cx="1909334" cy="615553"/>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p>
          </p:txBody>
        </p:sp>
        <p:sp>
          <p:nvSpPr>
            <p:cNvPr id="84" name="Rectangle 83">
              <a:extLst>
                <a:ext uri="{FF2B5EF4-FFF2-40B4-BE49-F238E27FC236}">
                  <a16:creationId xmlns:a16="http://schemas.microsoft.com/office/drawing/2014/main" id="{FA2A1136-C093-B413-DBBB-3B65AD7BB9E4}"/>
                </a:ext>
              </a:extLst>
            </p:cNvPr>
            <p:cNvSpPr/>
            <p:nvPr/>
          </p:nvSpPr>
          <p:spPr>
            <a:xfrm>
              <a:off x="9577736" y="4182673"/>
              <a:ext cx="231916"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100FF"/>
                  </a:solidFill>
                  <a:effectLst/>
                  <a:uLnTx/>
                  <a:uFillTx/>
                  <a:latin typeface="Graphik"/>
                  <a:ea typeface="+mn-ea"/>
                  <a:cs typeface="+mn-cs"/>
                </a:rPr>
                <a:t>2</a:t>
              </a:r>
            </a:p>
          </p:txBody>
        </p:sp>
      </p:grpSp>
      <p:grpSp>
        <p:nvGrpSpPr>
          <p:cNvPr id="5" name="Group 4">
            <a:extLst>
              <a:ext uri="{FF2B5EF4-FFF2-40B4-BE49-F238E27FC236}">
                <a16:creationId xmlns:a16="http://schemas.microsoft.com/office/drawing/2014/main" id="{0F3FDAE2-AFDB-C02F-3928-DF06CEBAC38C}"/>
              </a:ext>
            </a:extLst>
          </p:cNvPr>
          <p:cNvGrpSpPr/>
          <p:nvPr/>
        </p:nvGrpSpPr>
        <p:grpSpPr>
          <a:xfrm>
            <a:off x="9440502" y="5149977"/>
            <a:ext cx="2241808" cy="615553"/>
            <a:chOff x="9440502" y="5149977"/>
            <a:chExt cx="2241808" cy="615553"/>
          </a:xfrm>
        </p:grpSpPr>
        <p:sp>
          <p:nvSpPr>
            <p:cNvPr id="86" name="TextBox 85">
              <a:extLst>
                <a:ext uri="{FF2B5EF4-FFF2-40B4-BE49-F238E27FC236}">
                  <a16:creationId xmlns:a16="http://schemas.microsoft.com/office/drawing/2014/main" id="{F80727E0-8F78-1089-D2D4-7A662EF5C393}"/>
                </a:ext>
              </a:extLst>
            </p:cNvPr>
            <p:cNvSpPr txBox="1"/>
            <p:nvPr/>
          </p:nvSpPr>
          <p:spPr>
            <a:xfrm>
              <a:off x="9724714" y="5149977"/>
              <a:ext cx="1957596" cy="615553"/>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p>
          </p:txBody>
        </p:sp>
        <p:sp>
          <p:nvSpPr>
            <p:cNvPr id="87" name="Rectangle 86">
              <a:extLst>
                <a:ext uri="{FF2B5EF4-FFF2-40B4-BE49-F238E27FC236}">
                  <a16:creationId xmlns:a16="http://schemas.microsoft.com/office/drawing/2014/main" id="{760FF61C-5909-2E7A-DFD8-B16D068B90EB}"/>
                </a:ext>
              </a:extLst>
            </p:cNvPr>
            <p:cNvSpPr/>
            <p:nvPr/>
          </p:nvSpPr>
          <p:spPr>
            <a:xfrm>
              <a:off x="9440502" y="5241753"/>
              <a:ext cx="231916"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100FF"/>
                  </a:solidFill>
                  <a:effectLst/>
                  <a:uLnTx/>
                  <a:uFillTx/>
                  <a:latin typeface="Graphik"/>
                  <a:ea typeface="+mn-ea"/>
                  <a:cs typeface="+mn-cs"/>
                </a:rPr>
                <a:t>3</a:t>
              </a:r>
            </a:p>
          </p:txBody>
        </p:sp>
      </p:grpSp>
      <p:sp>
        <p:nvSpPr>
          <p:cNvPr id="88" name="TextBox 87">
            <a:extLst>
              <a:ext uri="{FF2B5EF4-FFF2-40B4-BE49-F238E27FC236}">
                <a16:creationId xmlns:a16="http://schemas.microsoft.com/office/drawing/2014/main" id="{13F9EB97-04B9-B41C-373B-07B0587D6AD9}"/>
              </a:ext>
            </a:extLst>
          </p:cNvPr>
          <p:cNvSpPr txBox="1"/>
          <p:nvPr/>
        </p:nvSpPr>
        <p:spPr>
          <a:xfrm>
            <a:off x="908440" y="1778079"/>
            <a:ext cx="1090256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r>
              <a:rPr kumimoji="0" lang="en-US" sz="1000" b="0" i="0" u="none" strike="noStrike" kern="1200" cap="none" spc="0" normalizeH="0" baseline="0" noProof="1">
                <a:ln>
                  <a:noFill/>
                </a:ln>
                <a:solidFill>
                  <a:srgbClr val="000000"/>
                </a:solidFill>
                <a:effectLst/>
                <a:uLnTx/>
                <a:uFillTx/>
                <a:latin typeface="Graphik"/>
                <a:ea typeface="+mn-ea"/>
                <a:cs typeface="Calibri" panose="020F0502020204030204" pitchFamily="34" charset="0"/>
              </a:rPr>
              <a:t>Lorem ipsum dolor sit amet, consectetuer adipiscing elit. Aenean commodo ligula eget dolor. Lorem ipsum dolor sit amet, consectetuer adipiscing elit. Aenean commodo ligula eget dolor. </a:t>
            </a:r>
          </a:p>
        </p:txBody>
      </p:sp>
      <p:pic>
        <p:nvPicPr>
          <p:cNvPr id="89" name="Picture 88">
            <a:extLst>
              <a:ext uri="{FF2B5EF4-FFF2-40B4-BE49-F238E27FC236}">
                <a16:creationId xmlns:a16="http://schemas.microsoft.com/office/drawing/2014/main" id="{8D79AF71-B688-D6BD-52CA-9D8FBEB4E7DB}"/>
              </a:ext>
            </a:extLst>
          </p:cNvPr>
          <p:cNvPicPr>
            <a:picLocks noChangeAspect="1"/>
          </p:cNvPicPr>
          <p:nvPr/>
        </p:nvPicPr>
        <p:blipFill>
          <a:blip r:embed="rId2"/>
          <a:stretch>
            <a:fillRect/>
          </a:stretch>
        </p:blipFill>
        <p:spPr>
          <a:xfrm>
            <a:off x="375132" y="1778079"/>
            <a:ext cx="400110" cy="400110"/>
          </a:xfrm>
          <a:prstGeom prst="ellipse">
            <a:avLst/>
          </a:prstGeom>
          <a:noFill/>
        </p:spPr>
      </p:pic>
      <p:grpSp>
        <p:nvGrpSpPr>
          <p:cNvPr id="91" name="Group 90">
            <a:extLst>
              <a:ext uri="{FF2B5EF4-FFF2-40B4-BE49-F238E27FC236}">
                <a16:creationId xmlns:a16="http://schemas.microsoft.com/office/drawing/2014/main" id="{683BB5D8-20AA-9200-9A0C-ECA1DCEF88F1}"/>
              </a:ext>
            </a:extLst>
          </p:cNvPr>
          <p:cNvGrpSpPr/>
          <p:nvPr/>
        </p:nvGrpSpPr>
        <p:grpSpPr>
          <a:xfrm>
            <a:off x="3309403" y="2482099"/>
            <a:ext cx="2863178" cy="3688997"/>
            <a:chOff x="3317494" y="2482099"/>
            <a:chExt cx="2863178" cy="3688997"/>
          </a:xfrm>
        </p:grpSpPr>
        <p:sp>
          <p:nvSpPr>
            <p:cNvPr id="40" name="Rectangle 39">
              <a:extLst>
                <a:ext uri="{FF2B5EF4-FFF2-40B4-BE49-F238E27FC236}">
                  <a16:creationId xmlns:a16="http://schemas.microsoft.com/office/drawing/2014/main" id="{733200B7-C9AE-038E-943B-6641CB1C511E}"/>
                </a:ext>
              </a:extLst>
            </p:cNvPr>
            <p:cNvSpPr/>
            <p:nvPr/>
          </p:nvSpPr>
          <p:spPr>
            <a:xfrm>
              <a:off x="3317494" y="2753490"/>
              <a:ext cx="2863178" cy="3417606"/>
            </a:xfrm>
            <a:prstGeom prst="rect">
              <a:avLst/>
            </a:prstGeom>
            <a:solidFill>
              <a:schemeClr val="bg1"/>
            </a:solidFill>
            <a:ln>
              <a:noFill/>
            </a:ln>
            <a:effectLst>
              <a:outerShdw blurRad="381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900" b="1" i="0" u="none" strike="noStrike" kern="1200" cap="none" spc="0" normalizeH="0" baseline="0" noProof="0" err="1">
                <a:ln>
                  <a:noFill/>
                </a:ln>
                <a:solidFill>
                  <a:srgbClr val="A100FF"/>
                </a:solidFill>
                <a:effectLst/>
                <a:uLnTx/>
                <a:uFillTx/>
                <a:latin typeface="Graphik"/>
                <a:ea typeface="+mn-ea"/>
                <a:cs typeface="+mn-cs"/>
              </a:endParaRPr>
            </a:p>
          </p:txBody>
        </p:sp>
        <p:sp>
          <p:nvSpPr>
            <p:cNvPr id="41" name="TextBox 156">
              <a:extLst>
                <a:ext uri="{FF2B5EF4-FFF2-40B4-BE49-F238E27FC236}">
                  <a16:creationId xmlns:a16="http://schemas.microsoft.com/office/drawing/2014/main" id="{FA033DAC-5B78-BB8D-4704-DB3D4E261027}"/>
                </a:ext>
              </a:extLst>
            </p:cNvPr>
            <p:cNvSpPr txBox="1"/>
            <p:nvPr/>
          </p:nvSpPr>
          <p:spPr>
            <a:xfrm>
              <a:off x="3317494" y="2482099"/>
              <a:ext cx="2299588" cy="184666"/>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1" i="0" u="none" strike="noStrike" kern="1200" cap="none" spc="0" normalizeH="0" baseline="0" noProof="0">
                  <a:ln>
                    <a:noFill/>
                  </a:ln>
                  <a:solidFill>
                    <a:srgbClr val="A100FF"/>
                  </a:solidFill>
                  <a:effectLst/>
                  <a:uLnTx/>
                  <a:uFillTx/>
                  <a:latin typeface="Graphik"/>
                  <a:ea typeface="+mn-ea"/>
                  <a:cs typeface="+mn-cs"/>
                </a:rPr>
                <a:t>Week 2</a:t>
              </a:r>
              <a:endParaRPr kumimoji="0" lang="en-US" sz="1200" b="0" i="0" u="none" strike="noStrike" kern="1200" cap="none" spc="0" normalizeH="0" baseline="0" noProof="0">
                <a:ln>
                  <a:noFill/>
                </a:ln>
                <a:solidFill>
                  <a:srgbClr val="000000"/>
                </a:solidFill>
                <a:effectLst/>
                <a:uLnTx/>
                <a:uFillTx/>
                <a:latin typeface="Graphik"/>
                <a:ea typeface="+mn-ea"/>
                <a:cs typeface="+mn-cs"/>
              </a:endParaRPr>
            </a:p>
          </p:txBody>
        </p:sp>
        <p:sp>
          <p:nvSpPr>
            <p:cNvPr id="42" name="TextBox 41">
              <a:extLst>
                <a:ext uri="{FF2B5EF4-FFF2-40B4-BE49-F238E27FC236}">
                  <a16:creationId xmlns:a16="http://schemas.microsoft.com/office/drawing/2014/main" id="{5013125F-5B77-E5CA-B8F2-C190D4CB2607}"/>
                </a:ext>
              </a:extLst>
            </p:cNvPr>
            <p:cNvSpPr txBox="1"/>
            <p:nvPr/>
          </p:nvSpPr>
          <p:spPr>
            <a:xfrm>
              <a:off x="3437454" y="3250244"/>
              <a:ext cx="2645067" cy="1237704"/>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Lorem ipsum dolor sit amet, consectetuer adipiscing elit. Aenean commodo ligula eget dolor. Lorem ipsum dolor sit amet, consectetuer adipiscing elit. Aenean commodo ligula eget dolor. </a:t>
              </a:r>
            </a:p>
          </p:txBody>
        </p:sp>
        <p:sp>
          <p:nvSpPr>
            <p:cNvPr id="43" name="TextBox 42">
              <a:extLst>
                <a:ext uri="{FF2B5EF4-FFF2-40B4-BE49-F238E27FC236}">
                  <a16:creationId xmlns:a16="http://schemas.microsoft.com/office/drawing/2014/main" id="{3036A41B-0D45-A455-6993-B0D12C8AFF44}"/>
                </a:ext>
              </a:extLst>
            </p:cNvPr>
            <p:cNvSpPr txBox="1"/>
            <p:nvPr/>
          </p:nvSpPr>
          <p:spPr>
            <a:xfrm>
              <a:off x="3437454" y="4840658"/>
              <a:ext cx="2645067" cy="1135876"/>
            </a:xfrm>
            <a:prstGeom prst="rect">
              <a:avLst/>
            </a:prstGeom>
            <a:noFill/>
          </p:spPr>
          <p:txBody>
            <a:bodyPr wrap="square" lIns="0" tIns="0" rIns="0" bIns="0" rtlCol="0">
              <a:noAutofit/>
            </a:bodyPr>
            <a:lstStyle>
              <a:defPPr>
                <a:defRPr lang="en-US"/>
              </a:defPPr>
              <a:lvl1pPr defTabSz="228600">
                <a:spcAft>
                  <a:spcPts val="300"/>
                </a:spcAft>
                <a:defRPr sz="950"/>
              </a:lvl1p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Lorem ipsum dolor sit amet, consectetuer adipiscing elit. Aenean commodo ligula eget dolor. Lorem ipsum dolor sit amet, consectetuer adipiscing elit. Aenean commodo ligula eget dolor</a:t>
              </a: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grpSp>
          <p:nvGrpSpPr>
            <p:cNvPr id="44" name="Group 63">
              <a:extLst>
                <a:ext uri="{FF2B5EF4-FFF2-40B4-BE49-F238E27FC236}">
                  <a16:creationId xmlns:a16="http://schemas.microsoft.com/office/drawing/2014/main" id="{DDA9913E-0BCD-8140-2650-A16CF19F0FAF}"/>
                </a:ext>
              </a:extLst>
            </p:cNvPr>
            <p:cNvGrpSpPr>
              <a:grpSpLocks noChangeAspect="1"/>
            </p:cNvGrpSpPr>
            <p:nvPr/>
          </p:nvGrpSpPr>
          <p:grpSpPr bwMode="auto">
            <a:xfrm>
              <a:off x="3427503" y="4526408"/>
              <a:ext cx="306599" cy="212313"/>
              <a:chOff x="6700" y="1999"/>
              <a:chExt cx="439" cy="304"/>
            </a:xfrm>
            <a:solidFill>
              <a:schemeClr val="tx2"/>
            </a:solidFill>
          </p:grpSpPr>
          <p:sp>
            <p:nvSpPr>
              <p:cNvPr id="45" name="Freeform 64">
                <a:extLst>
                  <a:ext uri="{FF2B5EF4-FFF2-40B4-BE49-F238E27FC236}">
                    <a16:creationId xmlns:a16="http://schemas.microsoft.com/office/drawing/2014/main" id="{3001E009-40E5-5939-647F-5870ECE9D1CF}"/>
                  </a:ext>
                </a:extLst>
              </p:cNvPr>
              <p:cNvSpPr>
                <a:spLocks/>
              </p:cNvSpPr>
              <p:nvPr/>
            </p:nvSpPr>
            <p:spPr bwMode="auto">
              <a:xfrm>
                <a:off x="6864" y="2012"/>
                <a:ext cx="92" cy="112"/>
              </a:xfrm>
              <a:custGeom>
                <a:avLst/>
                <a:gdLst>
                  <a:gd name="T0" fmla="*/ 60 w 60"/>
                  <a:gd name="T1" fmla="*/ 37 h 75"/>
                  <a:gd name="T2" fmla="*/ 60 w 60"/>
                  <a:gd name="T3" fmla="*/ 36 h 75"/>
                  <a:gd name="T4" fmla="*/ 60 w 60"/>
                  <a:gd name="T5" fmla="*/ 35 h 75"/>
                  <a:gd name="T6" fmla="*/ 59 w 60"/>
                  <a:gd name="T7" fmla="*/ 34 h 75"/>
                  <a:gd name="T8" fmla="*/ 59 w 60"/>
                  <a:gd name="T9" fmla="*/ 34 h 75"/>
                  <a:gd name="T10" fmla="*/ 34 w 60"/>
                  <a:gd name="T11" fmla="*/ 3 h 75"/>
                  <a:gd name="T12" fmla="*/ 26 w 60"/>
                  <a:gd name="T13" fmla="*/ 2 h 75"/>
                  <a:gd name="T14" fmla="*/ 25 w 60"/>
                  <a:gd name="T15" fmla="*/ 10 h 75"/>
                  <a:gd name="T16" fmla="*/ 25 w 60"/>
                  <a:gd name="T17" fmla="*/ 10 h 75"/>
                  <a:gd name="T18" fmla="*/ 42 w 60"/>
                  <a:gd name="T19" fmla="*/ 31 h 75"/>
                  <a:gd name="T20" fmla="*/ 6 w 60"/>
                  <a:gd name="T21" fmla="*/ 31 h 75"/>
                  <a:gd name="T22" fmla="*/ 0 w 60"/>
                  <a:gd name="T23" fmla="*/ 37 h 75"/>
                  <a:gd name="T24" fmla="*/ 6 w 60"/>
                  <a:gd name="T25" fmla="*/ 43 h 75"/>
                  <a:gd name="T26" fmla="*/ 42 w 60"/>
                  <a:gd name="T27" fmla="*/ 43 h 75"/>
                  <a:gd name="T28" fmla="*/ 25 w 60"/>
                  <a:gd name="T29" fmla="*/ 64 h 75"/>
                  <a:gd name="T30" fmla="*/ 26 w 60"/>
                  <a:gd name="T31" fmla="*/ 73 h 75"/>
                  <a:gd name="T32" fmla="*/ 34 w 60"/>
                  <a:gd name="T33" fmla="*/ 72 h 75"/>
                  <a:gd name="T34" fmla="*/ 59 w 60"/>
                  <a:gd name="T35" fmla="*/ 41 h 75"/>
                  <a:gd name="T36" fmla="*/ 59 w 60"/>
                  <a:gd name="T37" fmla="*/ 41 h 75"/>
                  <a:gd name="T38" fmla="*/ 60 w 60"/>
                  <a:gd name="T39" fmla="*/ 39 h 75"/>
                  <a:gd name="T40" fmla="*/ 60 w 60"/>
                  <a:gd name="T41" fmla="*/ 39 h 75"/>
                  <a:gd name="T42" fmla="*/ 60 w 60"/>
                  <a:gd name="T43" fmla="*/ 37 h 75"/>
                  <a:gd name="T44" fmla="*/ 60 w 60"/>
                  <a:gd name="T45" fmla="*/ 3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75">
                    <a:moveTo>
                      <a:pt x="60" y="37"/>
                    </a:moveTo>
                    <a:cubicBezTo>
                      <a:pt x="60" y="37"/>
                      <a:pt x="60" y="36"/>
                      <a:pt x="60" y="36"/>
                    </a:cubicBezTo>
                    <a:cubicBezTo>
                      <a:pt x="60" y="35"/>
                      <a:pt x="60" y="35"/>
                      <a:pt x="60" y="35"/>
                    </a:cubicBezTo>
                    <a:cubicBezTo>
                      <a:pt x="60" y="35"/>
                      <a:pt x="59" y="34"/>
                      <a:pt x="59" y="34"/>
                    </a:cubicBezTo>
                    <a:cubicBezTo>
                      <a:pt x="59" y="34"/>
                      <a:pt x="59" y="34"/>
                      <a:pt x="59" y="34"/>
                    </a:cubicBezTo>
                    <a:cubicBezTo>
                      <a:pt x="34" y="3"/>
                      <a:pt x="34" y="3"/>
                      <a:pt x="34" y="3"/>
                    </a:cubicBezTo>
                    <a:cubicBezTo>
                      <a:pt x="32" y="0"/>
                      <a:pt x="28" y="0"/>
                      <a:pt x="26" y="2"/>
                    </a:cubicBezTo>
                    <a:cubicBezTo>
                      <a:pt x="23" y="4"/>
                      <a:pt x="23" y="8"/>
                      <a:pt x="25" y="10"/>
                    </a:cubicBezTo>
                    <a:cubicBezTo>
                      <a:pt x="25" y="10"/>
                      <a:pt x="25" y="10"/>
                      <a:pt x="25" y="10"/>
                    </a:cubicBezTo>
                    <a:cubicBezTo>
                      <a:pt x="42" y="31"/>
                      <a:pt x="42" y="31"/>
                      <a:pt x="42" y="31"/>
                    </a:cubicBezTo>
                    <a:cubicBezTo>
                      <a:pt x="6" y="31"/>
                      <a:pt x="6" y="31"/>
                      <a:pt x="6" y="31"/>
                    </a:cubicBezTo>
                    <a:cubicBezTo>
                      <a:pt x="3" y="31"/>
                      <a:pt x="0" y="34"/>
                      <a:pt x="0" y="37"/>
                    </a:cubicBezTo>
                    <a:cubicBezTo>
                      <a:pt x="0" y="41"/>
                      <a:pt x="3" y="43"/>
                      <a:pt x="6" y="43"/>
                    </a:cubicBezTo>
                    <a:cubicBezTo>
                      <a:pt x="42" y="43"/>
                      <a:pt x="42" y="43"/>
                      <a:pt x="42" y="43"/>
                    </a:cubicBezTo>
                    <a:cubicBezTo>
                      <a:pt x="25" y="64"/>
                      <a:pt x="25" y="64"/>
                      <a:pt x="25" y="64"/>
                    </a:cubicBezTo>
                    <a:cubicBezTo>
                      <a:pt x="23" y="67"/>
                      <a:pt x="23" y="71"/>
                      <a:pt x="26" y="73"/>
                    </a:cubicBezTo>
                    <a:cubicBezTo>
                      <a:pt x="28" y="75"/>
                      <a:pt x="32" y="74"/>
                      <a:pt x="34" y="72"/>
                    </a:cubicBezTo>
                    <a:cubicBezTo>
                      <a:pt x="59" y="41"/>
                      <a:pt x="59" y="41"/>
                      <a:pt x="59" y="41"/>
                    </a:cubicBezTo>
                    <a:cubicBezTo>
                      <a:pt x="59" y="41"/>
                      <a:pt x="59" y="41"/>
                      <a:pt x="59" y="41"/>
                    </a:cubicBezTo>
                    <a:cubicBezTo>
                      <a:pt x="59" y="40"/>
                      <a:pt x="60" y="40"/>
                      <a:pt x="60" y="39"/>
                    </a:cubicBezTo>
                    <a:cubicBezTo>
                      <a:pt x="60" y="39"/>
                      <a:pt x="60" y="39"/>
                      <a:pt x="60" y="39"/>
                    </a:cubicBezTo>
                    <a:cubicBezTo>
                      <a:pt x="60" y="39"/>
                      <a:pt x="60" y="38"/>
                      <a:pt x="60" y="37"/>
                    </a:cubicBezTo>
                    <a:cubicBezTo>
                      <a:pt x="60" y="37"/>
                      <a:pt x="60" y="37"/>
                      <a:pt x="6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6" name="Freeform 65">
                <a:extLst>
                  <a:ext uri="{FF2B5EF4-FFF2-40B4-BE49-F238E27FC236}">
                    <a16:creationId xmlns:a16="http://schemas.microsoft.com/office/drawing/2014/main" id="{C441241B-65DF-6D5E-4C2A-5DA184E46B39}"/>
                  </a:ext>
                </a:extLst>
              </p:cNvPr>
              <p:cNvSpPr>
                <a:spLocks/>
              </p:cNvSpPr>
              <p:nvPr/>
            </p:nvSpPr>
            <p:spPr bwMode="auto">
              <a:xfrm>
                <a:off x="6864" y="2175"/>
                <a:ext cx="92" cy="112"/>
              </a:xfrm>
              <a:custGeom>
                <a:avLst/>
                <a:gdLst>
                  <a:gd name="T0" fmla="*/ 54 w 60"/>
                  <a:gd name="T1" fmla="*/ 32 h 75"/>
                  <a:gd name="T2" fmla="*/ 19 w 60"/>
                  <a:gd name="T3" fmla="*/ 32 h 75"/>
                  <a:gd name="T4" fmla="*/ 36 w 60"/>
                  <a:gd name="T5" fmla="*/ 11 h 75"/>
                  <a:gd name="T6" fmla="*/ 35 w 60"/>
                  <a:gd name="T7" fmla="*/ 2 h 75"/>
                  <a:gd name="T8" fmla="*/ 26 w 60"/>
                  <a:gd name="T9" fmla="*/ 3 h 75"/>
                  <a:gd name="T10" fmla="*/ 26 w 60"/>
                  <a:gd name="T11" fmla="*/ 3 h 75"/>
                  <a:gd name="T12" fmla="*/ 2 w 60"/>
                  <a:gd name="T13" fmla="*/ 34 h 75"/>
                  <a:gd name="T14" fmla="*/ 2 w 60"/>
                  <a:gd name="T15" fmla="*/ 34 h 75"/>
                  <a:gd name="T16" fmla="*/ 1 w 60"/>
                  <a:gd name="T17" fmla="*/ 36 h 75"/>
                  <a:gd name="T18" fmla="*/ 1 w 60"/>
                  <a:gd name="T19" fmla="*/ 36 h 75"/>
                  <a:gd name="T20" fmla="*/ 0 w 60"/>
                  <a:gd name="T21" fmla="*/ 38 h 75"/>
                  <a:gd name="T22" fmla="*/ 0 w 60"/>
                  <a:gd name="T23" fmla="*/ 38 h 75"/>
                  <a:gd name="T24" fmla="*/ 0 w 60"/>
                  <a:gd name="T25" fmla="*/ 38 h 75"/>
                  <a:gd name="T26" fmla="*/ 1 w 60"/>
                  <a:gd name="T27" fmla="*/ 40 h 75"/>
                  <a:gd name="T28" fmla="*/ 1 w 60"/>
                  <a:gd name="T29" fmla="*/ 40 h 75"/>
                  <a:gd name="T30" fmla="*/ 2 w 60"/>
                  <a:gd name="T31" fmla="*/ 41 h 75"/>
                  <a:gd name="T32" fmla="*/ 2 w 60"/>
                  <a:gd name="T33" fmla="*/ 42 h 75"/>
                  <a:gd name="T34" fmla="*/ 26 w 60"/>
                  <a:gd name="T35" fmla="*/ 72 h 75"/>
                  <a:gd name="T36" fmla="*/ 35 w 60"/>
                  <a:gd name="T37" fmla="*/ 73 h 75"/>
                  <a:gd name="T38" fmla="*/ 36 w 60"/>
                  <a:gd name="T39" fmla="*/ 65 h 75"/>
                  <a:gd name="T40" fmla="*/ 19 w 60"/>
                  <a:gd name="T41" fmla="*/ 44 h 75"/>
                  <a:gd name="T42" fmla="*/ 54 w 60"/>
                  <a:gd name="T43" fmla="*/ 44 h 75"/>
                  <a:gd name="T44" fmla="*/ 60 w 60"/>
                  <a:gd name="T45" fmla="*/ 38 h 75"/>
                  <a:gd name="T46" fmla="*/ 54 w 60"/>
                  <a:gd name="T47" fmla="*/ 3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0" h="75">
                    <a:moveTo>
                      <a:pt x="54" y="32"/>
                    </a:moveTo>
                    <a:cubicBezTo>
                      <a:pt x="19" y="32"/>
                      <a:pt x="19" y="32"/>
                      <a:pt x="19" y="32"/>
                    </a:cubicBezTo>
                    <a:cubicBezTo>
                      <a:pt x="36" y="11"/>
                      <a:pt x="36" y="11"/>
                      <a:pt x="36" y="11"/>
                    </a:cubicBezTo>
                    <a:cubicBezTo>
                      <a:pt x="38" y="8"/>
                      <a:pt x="37" y="4"/>
                      <a:pt x="35" y="2"/>
                    </a:cubicBezTo>
                    <a:cubicBezTo>
                      <a:pt x="32" y="0"/>
                      <a:pt x="28" y="1"/>
                      <a:pt x="26" y="3"/>
                    </a:cubicBezTo>
                    <a:cubicBezTo>
                      <a:pt x="26" y="3"/>
                      <a:pt x="26" y="3"/>
                      <a:pt x="26" y="3"/>
                    </a:cubicBezTo>
                    <a:cubicBezTo>
                      <a:pt x="2" y="34"/>
                      <a:pt x="2" y="34"/>
                      <a:pt x="2" y="34"/>
                    </a:cubicBezTo>
                    <a:cubicBezTo>
                      <a:pt x="2" y="34"/>
                      <a:pt x="2" y="34"/>
                      <a:pt x="2" y="34"/>
                    </a:cubicBezTo>
                    <a:cubicBezTo>
                      <a:pt x="1" y="35"/>
                      <a:pt x="1" y="35"/>
                      <a:pt x="1" y="36"/>
                    </a:cubicBezTo>
                    <a:cubicBezTo>
                      <a:pt x="1" y="36"/>
                      <a:pt x="1" y="36"/>
                      <a:pt x="1" y="36"/>
                    </a:cubicBezTo>
                    <a:cubicBezTo>
                      <a:pt x="0" y="37"/>
                      <a:pt x="0" y="37"/>
                      <a:pt x="0" y="38"/>
                    </a:cubicBezTo>
                    <a:cubicBezTo>
                      <a:pt x="0" y="38"/>
                      <a:pt x="0" y="38"/>
                      <a:pt x="0" y="38"/>
                    </a:cubicBezTo>
                    <a:cubicBezTo>
                      <a:pt x="0" y="38"/>
                      <a:pt x="0" y="38"/>
                      <a:pt x="0" y="38"/>
                    </a:cubicBezTo>
                    <a:cubicBezTo>
                      <a:pt x="0" y="38"/>
                      <a:pt x="0" y="39"/>
                      <a:pt x="1" y="40"/>
                    </a:cubicBezTo>
                    <a:cubicBezTo>
                      <a:pt x="1" y="40"/>
                      <a:pt x="1" y="40"/>
                      <a:pt x="1" y="40"/>
                    </a:cubicBezTo>
                    <a:cubicBezTo>
                      <a:pt x="1" y="40"/>
                      <a:pt x="1" y="41"/>
                      <a:pt x="2" y="41"/>
                    </a:cubicBezTo>
                    <a:cubicBezTo>
                      <a:pt x="2" y="42"/>
                      <a:pt x="2" y="42"/>
                      <a:pt x="2" y="42"/>
                    </a:cubicBezTo>
                    <a:cubicBezTo>
                      <a:pt x="26" y="72"/>
                      <a:pt x="26" y="72"/>
                      <a:pt x="26" y="72"/>
                    </a:cubicBezTo>
                    <a:cubicBezTo>
                      <a:pt x="28" y="75"/>
                      <a:pt x="32" y="75"/>
                      <a:pt x="35" y="73"/>
                    </a:cubicBezTo>
                    <a:cubicBezTo>
                      <a:pt x="37" y="71"/>
                      <a:pt x="38" y="68"/>
                      <a:pt x="36" y="65"/>
                    </a:cubicBezTo>
                    <a:cubicBezTo>
                      <a:pt x="19" y="44"/>
                      <a:pt x="19" y="44"/>
                      <a:pt x="19" y="44"/>
                    </a:cubicBezTo>
                    <a:cubicBezTo>
                      <a:pt x="54" y="44"/>
                      <a:pt x="54" y="44"/>
                      <a:pt x="54" y="44"/>
                    </a:cubicBezTo>
                    <a:cubicBezTo>
                      <a:pt x="58" y="44"/>
                      <a:pt x="60" y="41"/>
                      <a:pt x="60" y="38"/>
                    </a:cubicBezTo>
                    <a:cubicBezTo>
                      <a:pt x="60" y="35"/>
                      <a:pt x="58" y="32"/>
                      <a:pt x="54"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7" name="Freeform 66">
                <a:extLst>
                  <a:ext uri="{FF2B5EF4-FFF2-40B4-BE49-F238E27FC236}">
                    <a16:creationId xmlns:a16="http://schemas.microsoft.com/office/drawing/2014/main" id="{88E683B0-CADD-31F7-18D4-CFF527E11CCD}"/>
                  </a:ext>
                </a:extLst>
              </p:cNvPr>
              <p:cNvSpPr>
                <a:spLocks noEditPoints="1"/>
              </p:cNvSpPr>
              <p:nvPr/>
            </p:nvSpPr>
            <p:spPr bwMode="auto">
              <a:xfrm>
                <a:off x="6700" y="1999"/>
                <a:ext cx="110" cy="107"/>
              </a:xfrm>
              <a:custGeom>
                <a:avLst/>
                <a:gdLst>
                  <a:gd name="T0" fmla="*/ 36 w 72"/>
                  <a:gd name="T1" fmla="*/ 0 h 72"/>
                  <a:gd name="T2" fmla="*/ 0 w 72"/>
                  <a:gd name="T3" fmla="*/ 36 h 72"/>
                  <a:gd name="T4" fmla="*/ 36 w 72"/>
                  <a:gd name="T5" fmla="*/ 72 h 72"/>
                  <a:gd name="T6" fmla="*/ 72 w 72"/>
                  <a:gd name="T7" fmla="*/ 36 h 72"/>
                  <a:gd name="T8" fmla="*/ 36 w 72"/>
                  <a:gd name="T9" fmla="*/ 0 h 72"/>
                  <a:gd name="T10" fmla="*/ 36 w 72"/>
                  <a:gd name="T11" fmla="*/ 60 h 72"/>
                  <a:gd name="T12" fmla="*/ 12 w 72"/>
                  <a:gd name="T13" fmla="*/ 36 h 72"/>
                  <a:gd name="T14" fmla="*/ 36 w 72"/>
                  <a:gd name="T15" fmla="*/ 12 h 72"/>
                  <a:gd name="T16" fmla="*/ 60 w 72"/>
                  <a:gd name="T17" fmla="*/ 36 h 72"/>
                  <a:gd name="T18" fmla="*/ 36 w 72"/>
                  <a:gd name="T19"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0"/>
                    </a:moveTo>
                    <a:cubicBezTo>
                      <a:pt x="16" y="0"/>
                      <a:pt x="0" y="17"/>
                      <a:pt x="0" y="36"/>
                    </a:cubicBezTo>
                    <a:cubicBezTo>
                      <a:pt x="0" y="56"/>
                      <a:pt x="16" y="72"/>
                      <a:pt x="36" y="72"/>
                    </a:cubicBezTo>
                    <a:cubicBezTo>
                      <a:pt x="56" y="72"/>
                      <a:pt x="72" y="56"/>
                      <a:pt x="72" y="36"/>
                    </a:cubicBezTo>
                    <a:cubicBezTo>
                      <a:pt x="72" y="17"/>
                      <a:pt x="56" y="0"/>
                      <a:pt x="36" y="0"/>
                    </a:cubicBezTo>
                    <a:close/>
                    <a:moveTo>
                      <a:pt x="36" y="60"/>
                    </a:moveTo>
                    <a:cubicBezTo>
                      <a:pt x="23" y="60"/>
                      <a:pt x="12" y="50"/>
                      <a:pt x="12" y="36"/>
                    </a:cubicBezTo>
                    <a:cubicBezTo>
                      <a:pt x="12" y="23"/>
                      <a:pt x="23" y="12"/>
                      <a:pt x="36" y="12"/>
                    </a:cubicBezTo>
                    <a:cubicBezTo>
                      <a:pt x="49" y="12"/>
                      <a:pt x="60" y="23"/>
                      <a:pt x="60" y="36"/>
                    </a:cubicBezTo>
                    <a:cubicBezTo>
                      <a:pt x="60" y="50"/>
                      <a:pt x="49" y="60"/>
                      <a:pt x="3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8" name="Freeform 67">
                <a:extLst>
                  <a:ext uri="{FF2B5EF4-FFF2-40B4-BE49-F238E27FC236}">
                    <a16:creationId xmlns:a16="http://schemas.microsoft.com/office/drawing/2014/main" id="{CB0E04F9-55B1-8FD0-5C01-A1C85B03FC43}"/>
                  </a:ext>
                </a:extLst>
              </p:cNvPr>
              <p:cNvSpPr>
                <a:spLocks noEditPoints="1"/>
              </p:cNvSpPr>
              <p:nvPr/>
            </p:nvSpPr>
            <p:spPr bwMode="auto">
              <a:xfrm>
                <a:off x="6700" y="2124"/>
                <a:ext cx="110" cy="179"/>
              </a:xfrm>
              <a:custGeom>
                <a:avLst/>
                <a:gdLst>
                  <a:gd name="T0" fmla="*/ 36 w 72"/>
                  <a:gd name="T1" fmla="*/ 0 h 120"/>
                  <a:gd name="T2" fmla="*/ 0 w 72"/>
                  <a:gd name="T3" fmla="*/ 36 h 120"/>
                  <a:gd name="T4" fmla="*/ 0 w 72"/>
                  <a:gd name="T5" fmla="*/ 114 h 120"/>
                  <a:gd name="T6" fmla="*/ 2 w 72"/>
                  <a:gd name="T7" fmla="*/ 118 h 120"/>
                  <a:gd name="T8" fmla="*/ 6 w 72"/>
                  <a:gd name="T9" fmla="*/ 120 h 120"/>
                  <a:gd name="T10" fmla="*/ 66 w 72"/>
                  <a:gd name="T11" fmla="*/ 120 h 120"/>
                  <a:gd name="T12" fmla="*/ 70 w 72"/>
                  <a:gd name="T13" fmla="*/ 118 h 120"/>
                  <a:gd name="T14" fmla="*/ 72 w 72"/>
                  <a:gd name="T15" fmla="*/ 114 h 120"/>
                  <a:gd name="T16" fmla="*/ 72 w 72"/>
                  <a:gd name="T17" fmla="*/ 36 h 120"/>
                  <a:gd name="T18" fmla="*/ 36 w 72"/>
                  <a:gd name="T19" fmla="*/ 0 h 120"/>
                  <a:gd name="T20" fmla="*/ 60 w 72"/>
                  <a:gd name="T21" fmla="*/ 108 h 120"/>
                  <a:gd name="T22" fmla="*/ 12 w 72"/>
                  <a:gd name="T23" fmla="*/ 108 h 120"/>
                  <a:gd name="T24" fmla="*/ 12 w 72"/>
                  <a:gd name="T25" fmla="*/ 36 h 120"/>
                  <a:gd name="T26" fmla="*/ 36 w 72"/>
                  <a:gd name="T27" fmla="*/ 12 h 120"/>
                  <a:gd name="T28" fmla="*/ 60 w 72"/>
                  <a:gd name="T29" fmla="*/ 36 h 120"/>
                  <a:gd name="T30" fmla="*/ 60 w 72"/>
                  <a:gd name="T3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20">
                    <a:moveTo>
                      <a:pt x="36" y="0"/>
                    </a:moveTo>
                    <a:cubicBezTo>
                      <a:pt x="16" y="0"/>
                      <a:pt x="0" y="16"/>
                      <a:pt x="0" y="36"/>
                    </a:cubicBezTo>
                    <a:cubicBezTo>
                      <a:pt x="0" y="114"/>
                      <a:pt x="0" y="114"/>
                      <a:pt x="0" y="114"/>
                    </a:cubicBezTo>
                    <a:cubicBezTo>
                      <a:pt x="0" y="116"/>
                      <a:pt x="1" y="117"/>
                      <a:pt x="2" y="118"/>
                    </a:cubicBezTo>
                    <a:cubicBezTo>
                      <a:pt x="3" y="119"/>
                      <a:pt x="4" y="120"/>
                      <a:pt x="6" y="120"/>
                    </a:cubicBezTo>
                    <a:cubicBezTo>
                      <a:pt x="66" y="120"/>
                      <a:pt x="66" y="120"/>
                      <a:pt x="66" y="120"/>
                    </a:cubicBezTo>
                    <a:cubicBezTo>
                      <a:pt x="67" y="120"/>
                      <a:pt x="69" y="119"/>
                      <a:pt x="70" y="118"/>
                    </a:cubicBezTo>
                    <a:cubicBezTo>
                      <a:pt x="71" y="117"/>
                      <a:pt x="72" y="116"/>
                      <a:pt x="72" y="114"/>
                    </a:cubicBezTo>
                    <a:cubicBezTo>
                      <a:pt x="72" y="36"/>
                      <a:pt x="72" y="36"/>
                      <a:pt x="72" y="36"/>
                    </a:cubicBezTo>
                    <a:cubicBezTo>
                      <a:pt x="72" y="16"/>
                      <a:pt x="56" y="0"/>
                      <a:pt x="36" y="0"/>
                    </a:cubicBezTo>
                    <a:close/>
                    <a:moveTo>
                      <a:pt x="60" y="108"/>
                    </a:moveTo>
                    <a:cubicBezTo>
                      <a:pt x="12" y="108"/>
                      <a:pt x="12" y="108"/>
                      <a:pt x="12" y="108"/>
                    </a:cubicBezTo>
                    <a:cubicBezTo>
                      <a:pt x="12" y="36"/>
                      <a:pt x="12" y="36"/>
                      <a:pt x="12" y="36"/>
                    </a:cubicBezTo>
                    <a:cubicBezTo>
                      <a:pt x="12" y="23"/>
                      <a:pt x="23" y="12"/>
                      <a:pt x="36" y="12"/>
                    </a:cubicBezTo>
                    <a:cubicBezTo>
                      <a:pt x="49" y="12"/>
                      <a:pt x="60" y="23"/>
                      <a:pt x="60" y="36"/>
                    </a:cubicBezTo>
                    <a:lnTo>
                      <a:pt x="60"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9" name="Freeform 68">
                <a:extLst>
                  <a:ext uri="{FF2B5EF4-FFF2-40B4-BE49-F238E27FC236}">
                    <a16:creationId xmlns:a16="http://schemas.microsoft.com/office/drawing/2014/main" id="{653E7437-1D65-7A6E-0EAB-D48FF409D04D}"/>
                  </a:ext>
                </a:extLst>
              </p:cNvPr>
              <p:cNvSpPr>
                <a:spLocks noEditPoints="1"/>
              </p:cNvSpPr>
              <p:nvPr/>
            </p:nvSpPr>
            <p:spPr bwMode="auto">
              <a:xfrm>
                <a:off x="7031" y="1999"/>
                <a:ext cx="108" cy="107"/>
              </a:xfrm>
              <a:custGeom>
                <a:avLst/>
                <a:gdLst>
                  <a:gd name="T0" fmla="*/ 35 w 71"/>
                  <a:gd name="T1" fmla="*/ 72 h 72"/>
                  <a:gd name="T2" fmla="*/ 71 w 71"/>
                  <a:gd name="T3" fmla="*/ 36 h 72"/>
                  <a:gd name="T4" fmla="*/ 35 w 71"/>
                  <a:gd name="T5" fmla="*/ 0 h 72"/>
                  <a:gd name="T6" fmla="*/ 0 w 71"/>
                  <a:gd name="T7" fmla="*/ 36 h 72"/>
                  <a:gd name="T8" fmla="*/ 35 w 71"/>
                  <a:gd name="T9" fmla="*/ 72 h 72"/>
                  <a:gd name="T10" fmla="*/ 35 w 71"/>
                  <a:gd name="T11" fmla="*/ 12 h 72"/>
                  <a:gd name="T12" fmla="*/ 59 w 71"/>
                  <a:gd name="T13" fmla="*/ 36 h 72"/>
                  <a:gd name="T14" fmla="*/ 35 w 71"/>
                  <a:gd name="T15" fmla="*/ 60 h 72"/>
                  <a:gd name="T16" fmla="*/ 11 w 71"/>
                  <a:gd name="T17" fmla="*/ 36 h 72"/>
                  <a:gd name="T18" fmla="*/ 35 w 71"/>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72">
                    <a:moveTo>
                      <a:pt x="35" y="72"/>
                    </a:moveTo>
                    <a:cubicBezTo>
                      <a:pt x="55" y="72"/>
                      <a:pt x="71" y="56"/>
                      <a:pt x="71" y="36"/>
                    </a:cubicBezTo>
                    <a:cubicBezTo>
                      <a:pt x="71" y="17"/>
                      <a:pt x="55" y="0"/>
                      <a:pt x="35" y="0"/>
                    </a:cubicBezTo>
                    <a:cubicBezTo>
                      <a:pt x="16" y="0"/>
                      <a:pt x="0" y="17"/>
                      <a:pt x="0" y="36"/>
                    </a:cubicBezTo>
                    <a:cubicBezTo>
                      <a:pt x="0" y="56"/>
                      <a:pt x="16" y="72"/>
                      <a:pt x="35" y="72"/>
                    </a:cubicBezTo>
                    <a:close/>
                    <a:moveTo>
                      <a:pt x="35" y="12"/>
                    </a:moveTo>
                    <a:cubicBezTo>
                      <a:pt x="49" y="12"/>
                      <a:pt x="59" y="23"/>
                      <a:pt x="59" y="36"/>
                    </a:cubicBezTo>
                    <a:cubicBezTo>
                      <a:pt x="59" y="50"/>
                      <a:pt x="49" y="60"/>
                      <a:pt x="35" y="60"/>
                    </a:cubicBezTo>
                    <a:cubicBezTo>
                      <a:pt x="22" y="60"/>
                      <a:pt x="12" y="50"/>
                      <a:pt x="11" y="36"/>
                    </a:cubicBezTo>
                    <a:cubicBezTo>
                      <a:pt x="12" y="23"/>
                      <a:pt x="22" y="12"/>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50" name="Freeform 69">
                <a:extLst>
                  <a:ext uri="{FF2B5EF4-FFF2-40B4-BE49-F238E27FC236}">
                    <a16:creationId xmlns:a16="http://schemas.microsoft.com/office/drawing/2014/main" id="{1A8C113C-2F0E-B28D-A98B-D586BED5D627}"/>
                  </a:ext>
                </a:extLst>
              </p:cNvPr>
              <p:cNvSpPr>
                <a:spLocks noEditPoints="1"/>
              </p:cNvSpPr>
              <p:nvPr/>
            </p:nvSpPr>
            <p:spPr bwMode="auto">
              <a:xfrm>
                <a:off x="7031" y="2124"/>
                <a:ext cx="108" cy="179"/>
              </a:xfrm>
              <a:custGeom>
                <a:avLst/>
                <a:gdLst>
                  <a:gd name="T0" fmla="*/ 35 w 71"/>
                  <a:gd name="T1" fmla="*/ 0 h 120"/>
                  <a:gd name="T2" fmla="*/ 0 w 71"/>
                  <a:gd name="T3" fmla="*/ 36 h 120"/>
                  <a:gd name="T4" fmla="*/ 0 w 71"/>
                  <a:gd name="T5" fmla="*/ 114 h 120"/>
                  <a:gd name="T6" fmla="*/ 1 w 71"/>
                  <a:gd name="T7" fmla="*/ 118 h 120"/>
                  <a:gd name="T8" fmla="*/ 6 w 71"/>
                  <a:gd name="T9" fmla="*/ 120 h 120"/>
                  <a:gd name="T10" fmla="*/ 65 w 71"/>
                  <a:gd name="T11" fmla="*/ 120 h 120"/>
                  <a:gd name="T12" fmla="*/ 70 w 71"/>
                  <a:gd name="T13" fmla="*/ 118 h 120"/>
                  <a:gd name="T14" fmla="*/ 71 w 71"/>
                  <a:gd name="T15" fmla="*/ 114 h 120"/>
                  <a:gd name="T16" fmla="*/ 71 w 71"/>
                  <a:gd name="T17" fmla="*/ 36 h 120"/>
                  <a:gd name="T18" fmla="*/ 35 w 71"/>
                  <a:gd name="T19" fmla="*/ 0 h 120"/>
                  <a:gd name="T20" fmla="*/ 59 w 71"/>
                  <a:gd name="T21" fmla="*/ 108 h 120"/>
                  <a:gd name="T22" fmla="*/ 11 w 71"/>
                  <a:gd name="T23" fmla="*/ 108 h 120"/>
                  <a:gd name="T24" fmla="*/ 11 w 71"/>
                  <a:gd name="T25" fmla="*/ 36 h 120"/>
                  <a:gd name="T26" fmla="*/ 35 w 71"/>
                  <a:gd name="T27" fmla="*/ 12 h 120"/>
                  <a:gd name="T28" fmla="*/ 59 w 71"/>
                  <a:gd name="T29" fmla="*/ 36 h 120"/>
                  <a:gd name="T30" fmla="*/ 59 w 71"/>
                  <a:gd name="T3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120">
                    <a:moveTo>
                      <a:pt x="35" y="0"/>
                    </a:moveTo>
                    <a:cubicBezTo>
                      <a:pt x="16" y="0"/>
                      <a:pt x="0" y="16"/>
                      <a:pt x="0" y="36"/>
                    </a:cubicBezTo>
                    <a:cubicBezTo>
                      <a:pt x="0" y="114"/>
                      <a:pt x="0" y="114"/>
                      <a:pt x="0" y="114"/>
                    </a:cubicBezTo>
                    <a:cubicBezTo>
                      <a:pt x="0" y="116"/>
                      <a:pt x="0" y="117"/>
                      <a:pt x="1" y="118"/>
                    </a:cubicBezTo>
                    <a:cubicBezTo>
                      <a:pt x="2" y="119"/>
                      <a:pt x="4" y="120"/>
                      <a:pt x="6" y="120"/>
                    </a:cubicBezTo>
                    <a:cubicBezTo>
                      <a:pt x="65" y="120"/>
                      <a:pt x="65" y="120"/>
                      <a:pt x="65" y="120"/>
                    </a:cubicBezTo>
                    <a:cubicBezTo>
                      <a:pt x="67" y="120"/>
                      <a:pt x="69" y="119"/>
                      <a:pt x="70" y="118"/>
                    </a:cubicBezTo>
                    <a:cubicBezTo>
                      <a:pt x="71" y="117"/>
                      <a:pt x="71" y="116"/>
                      <a:pt x="71" y="114"/>
                    </a:cubicBezTo>
                    <a:cubicBezTo>
                      <a:pt x="71" y="36"/>
                      <a:pt x="71" y="36"/>
                      <a:pt x="71" y="36"/>
                    </a:cubicBezTo>
                    <a:cubicBezTo>
                      <a:pt x="71" y="16"/>
                      <a:pt x="55" y="0"/>
                      <a:pt x="35" y="0"/>
                    </a:cubicBezTo>
                    <a:close/>
                    <a:moveTo>
                      <a:pt x="59" y="108"/>
                    </a:moveTo>
                    <a:cubicBezTo>
                      <a:pt x="11" y="108"/>
                      <a:pt x="11" y="108"/>
                      <a:pt x="11" y="108"/>
                    </a:cubicBezTo>
                    <a:cubicBezTo>
                      <a:pt x="11" y="36"/>
                      <a:pt x="11" y="36"/>
                      <a:pt x="11" y="36"/>
                    </a:cubicBezTo>
                    <a:cubicBezTo>
                      <a:pt x="12" y="23"/>
                      <a:pt x="22" y="12"/>
                      <a:pt x="35" y="12"/>
                    </a:cubicBezTo>
                    <a:cubicBezTo>
                      <a:pt x="49" y="12"/>
                      <a:pt x="59" y="23"/>
                      <a:pt x="59" y="36"/>
                    </a:cubicBezTo>
                    <a:lnTo>
                      <a:pt x="59"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grpSp>
        <p:sp>
          <p:nvSpPr>
            <p:cNvPr id="51" name="TextBox 50">
              <a:extLst>
                <a:ext uri="{FF2B5EF4-FFF2-40B4-BE49-F238E27FC236}">
                  <a16:creationId xmlns:a16="http://schemas.microsoft.com/office/drawing/2014/main" id="{74A97A0D-D788-1F30-ACDE-3EE2E507253E}"/>
                </a:ext>
              </a:extLst>
            </p:cNvPr>
            <p:cNvSpPr txBox="1"/>
            <p:nvPr/>
          </p:nvSpPr>
          <p:spPr>
            <a:xfrm>
              <a:off x="3816060" y="2948690"/>
              <a:ext cx="2351127" cy="161583"/>
            </a:xfrm>
            <a:prstGeom prst="rect">
              <a:avLst/>
            </a:prstGeom>
            <a:noFill/>
          </p:spPr>
          <p:txBody>
            <a:bodyPr wrap="square" lIns="0" tIns="0" rIns="0" bIns="0" rtlCol="0">
              <a:spAutoFit/>
            </a:bodyPr>
            <a:lstStyle>
              <a:defPPr>
                <a:defRPr lang="en-US"/>
              </a:defPPr>
              <a:lvl1pPr defTabSz="228600">
                <a:defRPr sz="1000" b="1">
                  <a:solidFill>
                    <a:schemeClr val="accent1"/>
                  </a:solidFill>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A100FF"/>
                  </a:solidFill>
                  <a:effectLst/>
                  <a:uLnTx/>
                  <a:uFillTx/>
                  <a:latin typeface="Graphik"/>
                  <a:ea typeface="+mn-ea"/>
                  <a:cs typeface="+mn-cs"/>
                </a:rPr>
                <a:t>Topic</a:t>
              </a:r>
            </a:p>
          </p:txBody>
        </p:sp>
        <p:sp>
          <p:nvSpPr>
            <p:cNvPr id="52" name="TextBox 51">
              <a:extLst>
                <a:ext uri="{FF2B5EF4-FFF2-40B4-BE49-F238E27FC236}">
                  <a16:creationId xmlns:a16="http://schemas.microsoft.com/office/drawing/2014/main" id="{C04658F8-AD28-2F2C-FC30-737408C07E04}"/>
                </a:ext>
              </a:extLst>
            </p:cNvPr>
            <p:cNvSpPr txBox="1"/>
            <p:nvPr/>
          </p:nvSpPr>
          <p:spPr>
            <a:xfrm>
              <a:off x="3816060" y="4551789"/>
              <a:ext cx="933384" cy="161583"/>
            </a:xfrm>
            <a:prstGeom prst="rect">
              <a:avLst/>
            </a:prstGeom>
            <a:noFill/>
          </p:spPr>
          <p:txBody>
            <a:bodyPr wrap="square" lIns="0" tIns="0" rIns="0" bIns="0" rtlCol="0">
              <a:spAutoFit/>
            </a:bodyPr>
            <a:lstStyle>
              <a:defPPr>
                <a:defRPr lang="en-US"/>
              </a:defPPr>
              <a:lvl1pPr defTabSz="228600">
                <a:defRPr sz="1000" b="1">
                  <a:solidFill>
                    <a:schemeClr val="accent1"/>
                  </a:solidFill>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lumOff val="50000"/>
                    </a:srgbClr>
                  </a:solidFill>
                  <a:effectLst/>
                  <a:uLnTx/>
                  <a:uFillTx/>
                  <a:latin typeface="Graphik"/>
                  <a:ea typeface="+mn-ea"/>
                  <a:cs typeface="+mn-cs"/>
                </a:rPr>
                <a:t>Topic</a:t>
              </a:r>
            </a:p>
          </p:txBody>
        </p:sp>
        <p:grpSp>
          <p:nvGrpSpPr>
            <p:cNvPr id="53" name="Group 52">
              <a:extLst>
                <a:ext uri="{FF2B5EF4-FFF2-40B4-BE49-F238E27FC236}">
                  <a16:creationId xmlns:a16="http://schemas.microsoft.com/office/drawing/2014/main" id="{DFC05D64-7B1F-113A-347A-542F37CA4F92}"/>
                </a:ext>
              </a:extLst>
            </p:cNvPr>
            <p:cNvGrpSpPr/>
            <p:nvPr/>
          </p:nvGrpSpPr>
          <p:grpSpPr>
            <a:xfrm>
              <a:off x="3437348" y="2900764"/>
              <a:ext cx="213670" cy="257434"/>
              <a:chOff x="8394701" y="-106362"/>
              <a:chExt cx="527050" cy="635000"/>
            </a:xfrm>
            <a:solidFill>
              <a:srgbClr val="A100FF"/>
            </a:solidFill>
          </p:grpSpPr>
          <p:sp>
            <p:nvSpPr>
              <p:cNvPr id="54" name="Freeform 53">
                <a:extLst>
                  <a:ext uri="{FF2B5EF4-FFF2-40B4-BE49-F238E27FC236}">
                    <a16:creationId xmlns:a16="http://schemas.microsoft.com/office/drawing/2014/main" id="{AE82DFC9-416E-33EC-727D-B94BD8912272}"/>
                  </a:ext>
                </a:extLst>
              </p:cNvPr>
              <p:cNvSpPr>
                <a:spLocks noEditPoints="1"/>
              </p:cNvSpPr>
              <p:nvPr/>
            </p:nvSpPr>
            <p:spPr bwMode="auto">
              <a:xfrm>
                <a:off x="8394701" y="-106362"/>
                <a:ext cx="395288" cy="635000"/>
              </a:xfrm>
              <a:custGeom>
                <a:avLst/>
                <a:gdLst>
                  <a:gd name="T0" fmla="*/ 40 w 60"/>
                  <a:gd name="T1" fmla="*/ 38 h 96"/>
                  <a:gd name="T2" fmla="*/ 40 w 60"/>
                  <a:gd name="T3" fmla="*/ 12 h 96"/>
                  <a:gd name="T4" fmla="*/ 44 w 60"/>
                  <a:gd name="T5" fmla="*/ 6 h 96"/>
                  <a:gd name="T6" fmla="*/ 38 w 60"/>
                  <a:gd name="T7" fmla="*/ 0 h 96"/>
                  <a:gd name="T8" fmla="*/ 22 w 60"/>
                  <a:gd name="T9" fmla="*/ 0 h 96"/>
                  <a:gd name="T10" fmla="*/ 16 w 60"/>
                  <a:gd name="T11" fmla="*/ 6 h 96"/>
                  <a:gd name="T12" fmla="*/ 20 w 60"/>
                  <a:gd name="T13" fmla="*/ 12 h 96"/>
                  <a:gd name="T14" fmla="*/ 20 w 60"/>
                  <a:gd name="T15" fmla="*/ 38 h 96"/>
                  <a:gd name="T16" fmla="*/ 0 w 60"/>
                  <a:gd name="T17" fmla="*/ 66 h 96"/>
                  <a:gd name="T18" fmla="*/ 30 w 60"/>
                  <a:gd name="T19" fmla="*/ 96 h 96"/>
                  <a:gd name="T20" fmla="*/ 60 w 60"/>
                  <a:gd name="T21" fmla="*/ 66 h 96"/>
                  <a:gd name="T22" fmla="*/ 40 w 60"/>
                  <a:gd name="T23" fmla="*/ 38 h 96"/>
                  <a:gd name="T24" fmla="*/ 22 w 60"/>
                  <a:gd name="T25" fmla="*/ 4 h 96"/>
                  <a:gd name="T26" fmla="*/ 38 w 60"/>
                  <a:gd name="T27" fmla="*/ 4 h 96"/>
                  <a:gd name="T28" fmla="*/ 40 w 60"/>
                  <a:gd name="T29" fmla="*/ 6 h 96"/>
                  <a:gd name="T30" fmla="*/ 38 w 60"/>
                  <a:gd name="T31" fmla="*/ 8 h 96"/>
                  <a:gd name="T32" fmla="*/ 22 w 60"/>
                  <a:gd name="T33" fmla="*/ 8 h 96"/>
                  <a:gd name="T34" fmla="*/ 20 w 60"/>
                  <a:gd name="T35" fmla="*/ 6 h 96"/>
                  <a:gd name="T36" fmla="*/ 22 w 60"/>
                  <a:gd name="T37" fmla="*/ 4 h 96"/>
                  <a:gd name="T38" fmla="*/ 23 w 60"/>
                  <a:gd name="T39" fmla="*/ 41 h 96"/>
                  <a:gd name="T40" fmla="*/ 24 w 60"/>
                  <a:gd name="T41" fmla="*/ 39 h 96"/>
                  <a:gd name="T42" fmla="*/ 24 w 60"/>
                  <a:gd name="T43" fmla="*/ 12 h 96"/>
                  <a:gd name="T44" fmla="*/ 36 w 60"/>
                  <a:gd name="T45" fmla="*/ 12 h 96"/>
                  <a:gd name="T46" fmla="*/ 36 w 60"/>
                  <a:gd name="T47" fmla="*/ 39 h 96"/>
                  <a:gd name="T48" fmla="*/ 37 w 60"/>
                  <a:gd name="T49" fmla="*/ 41 h 96"/>
                  <a:gd name="T50" fmla="*/ 56 w 60"/>
                  <a:gd name="T51" fmla="*/ 66 h 96"/>
                  <a:gd name="T52" fmla="*/ 55 w 60"/>
                  <a:gd name="T53" fmla="*/ 72 h 96"/>
                  <a:gd name="T54" fmla="*/ 5 w 60"/>
                  <a:gd name="T55" fmla="*/ 72 h 96"/>
                  <a:gd name="T56" fmla="*/ 4 w 60"/>
                  <a:gd name="T57" fmla="*/ 66 h 96"/>
                  <a:gd name="T58" fmla="*/ 23 w 60"/>
                  <a:gd name="T59" fmla="*/ 41 h 96"/>
                  <a:gd name="T60" fmla="*/ 30 w 60"/>
                  <a:gd name="T61" fmla="*/ 92 h 96"/>
                  <a:gd name="T62" fmla="*/ 6 w 60"/>
                  <a:gd name="T63" fmla="*/ 76 h 96"/>
                  <a:gd name="T64" fmla="*/ 54 w 60"/>
                  <a:gd name="T65" fmla="*/ 76 h 96"/>
                  <a:gd name="T66" fmla="*/ 30 w 60"/>
                  <a:gd name="T67" fmla="*/ 9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 h="96">
                    <a:moveTo>
                      <a:pt x="40" y="38"/>
                    </a:moveTo>
                    <a:cubicBezTo>
                      <a:pt x="40" y="12"/>
                      <a:pt x="40" y="12"/>
                      <a:pt x="40" y="12"/>
                    </a:cubicBezTo>
                    <a:cubicBezTo>
                      <a:pt x="42" y="11"/>
                      <a:pt x="44" y="9"/>
                      <a:pt x="44" y="6"/>
                    </a:cubicBezTo>
                    <a:cubicBezTo>
                      <a:pt x="44" y="3"/>
                      <a:pt x="41" y="0"/>
                      <a:pt x="38" y="0"/>
                    </a:cubicBezTo>
                    <a:cubicBezTo>
                      <a:pt x="22" y="0"/>
                      <a:pt x="22" y="0"/>
                      <a:pt x="22" y="0"/>
                    </a:cubicBezTo>
                    <a:cubicBezTo>
                      <a:pt x="19" y="0"/>
                      <a:pt x="16" y="3"/>
                      <a:pt x="16" y="6"/>
                    </a:cubicBezTo>
                    <a:cubicBezTo>
                      <a:pt x="16" y="9"/>
                      <a:pt x="18" y="11"/>
                      <a:pt x="20" y="12"/>
                    </a:cubicBezTo>
                    <a:cubicBezTo>
                      <a:pt x="20" y="38"/>
                      <a:pt x="20" y="38"/>
                      <a:pt x="20" y="38"/>
                    </a:cubicBezTo>
                    <a:cubicBezTo>
                      <a:pt x="8" y="42"/>
                      <a:pt x="0" y="53"/>
                      <a:pt x="0" y="66"/>
                    </a:cubicBezTo>
                    <a:cubicBezTo>
                      <a:pt x="0" y="83"/>
                      <a:pt x="13" y="96"/>
                      <a:pt x="30" y="96"/>
                    </a:cubicBezTo>
                    <a:cubicBezTo>
                      <a:pt x="47" y="96"/>
                      <a:pt x="60" y="83"/>
                      <a:pt x="60" y="66"/>
                    </a:cubicBezTo>
                    <a:cubicBezTo>
                      <a:pt x="60" y="53"/>
                      <a:pt x="52" y="42"/>
                      <a:pt x="40" y="38"/>
                    </a:cubicBezTo>
                    <a:close/>
                    <a:moveTo>
                      <a:pt x="22" y="4"/>
                    </a:moveTo>
                    <a:cubicBezTo>
                      <a:pt x="38" y="4"/>
                      <a:pt x="38" y="4"/>
                      <a:pt x="38" y="4"/>
                    </a:cubicBezTo>
                    <a:cubicBezTo>
                      <a:pt x="39" y="4"/>
                      <a:pt x="40" y="5"/>
                      <a:pt x="40" y="6"/>
                    </a:cubicBezTo>
                    <a:cubicBezTo>
                      <a:pt x="40" y="7"/>
                      <a:pt x="39" y="8"/>
                      <a:pt x="38" y="8"/>
                    </a:cubicBezTo>
                    <a:cubicBezTo>
                      <a:pt x="22" y="8"/>
                      <a:pt x="22" y="8"/>
                      <a:pt x="22" y="8"/>
                    </a:cubicBezTo>
                    <a:cubicBezTo>
                      <a:pt x="21" y="8"/>
                      <a:pt x="20" y="7"/>
                      <a:pt x="20" y="6"/>
                    </a:cubicBezTo>
                    <a:cubicBezTo>
                      <a:pt x="20" y="5"/>
                      <a:pt x="21" y="4"/>
                      <a:pt x="22" y="4"/>
                    </a:cubicBezTo>
                    <a:close/>
                    <a:moveTo>
                      <a:pt x="23" y="41"/>
                    </a:moveTo>
                    <a:cubicBezTo>
                      <a:pt x="23" y="41"/>
                      <a:pt x="24" y="40"/>
                      <a:pt x="24" y="39"/>
                    </a:cubicBezTo>
                    <a:cubicBezTo>
                      <a:pt x="24" y="12"/>
                      <a:pt x="24" y="12"/>
                      <a:pt x="24" y="12"/>
                    </a:cubicBezTo>
                    <a:cubicBezTo>
                      <a:pt x="36" y="12"/>
                      <a:pt x="36" y="12"/>
                      <a:pt x="36" y="12"/>
                    </a:cubicBezTo>
                    <a:cubicBezTo>
                      <a:pt x="36" y="39"/>
                      <a:pt x="36" y="39"/>
                      <a:pt x="36" y="39"/>
                    </a:cubicBezTo>
                    <a:cubicBezTo>
                      <a:pt x="36" y="40"/>
                      <a:pt x="37" y="41"/>
                      <a:pt x="37" y="41"/>
                    </a:cubicBezTo>
                    <a:cubicBezTo>
                      <a:pt x="48" y="44"/>
                      <a:pt x="56" y="55"/>
                      <a:pt x="56" y="66"/>
                    </a:cubicBezTo>
                    <a:cubicBezTo>
                      <a:pt x="56" y="68"/>
                      <a:pt x="56" y="70"/>
                      <a:pt x="55" y="72"/>
                    </a:cubicBezTo>
                    <a:cubicBezTo>
                      <a:pt x="5" y="72"/>
                      <a:pt x="5" y="72"/>
                      <a:pt x="5" y="72"/>
                    </a:cubicBezTo>
                    <a:cubicBezTo>
                      <a:pt x="4" y="70"/>
                      <a:pt x="4" y="68"/>
                      <a:pt x="4" y="66"/>
                    </a:cubicBezTo>
                    <a:cubicBezTo>
                      <a:pt x="4" y="55"/>
                      <a:pt x="12" y="44"/>
                      <a:pt x="23" y="41"/>
                    </a:cubicBezTo>
                    <a:close/>
                    <a:moveTo>
                      <a:pt x="30" y="92"/>
                    </a:moveTo>
                    <a:cubicBezTo>
                      <a:pt x="19" y="92"/>
                      <a:pt x="10" y="85"/>
                      <a:pt x="6" y="76"/>
                    </a:cubicBezTo>
                    <a:cubicBezTo>
                      <a:pt x="54" y="76"/>
                      <a:pt x="54" y="76"/>
                      <a:pt x="54" y="76"/>
                    </a:cubicBezTo>
                    <a:cubicBezTo>
                      <a:pt x="50" y="85"/>
                      <a:pt x="41" y="92"/>
                      <a:pt x="30"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9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55" name="Freeform 54">
                <a:extLst>
                  <a:ext uri="{FF2B5EF4-FFF2-40B4-BE49-F238E27FC236}">
                    <a16:creationId xmlns:a16="http://schemas.microsoft.com/office/drawing/2014/main" id="{74220E68-D144-6480-452F-948B6177283C}"/>
                  </a:ext>
                </a:extLst>
              </p:cNvPr>
              <p:cNvSpPr>
                <a:spLocks/>
              </p:cNvSpPr>
              <p:nvPr/>
            </p:nvSpPr>
            <p:spPr bwMode="auto">
              <a:xfrm>
                <a:off x="8737601" y="-26987"/>
                <a:ext cx="184150" cy="555625"/>
              </a:xfrm>
              <a:custGeom>
                <a:avLst/>
                <a:gdLst>
                  <a:gd name="T0" fmla="*/ 26 w 28"/>
                  <a:gd name="T1" fmla="*/ 0 h 84"/>
                  <a:gd name="T2" fmla="*/ 2 w 28"/>
                  <a:gd name="T3" fmla="*/ 0 h 84"/>
                  <a:gd name="T4" fmla="*/ 0 w 28"/>
                  <a:gd name="T5" fmla="*/ 2 h 84"/>
                  <a:gd name="T6" fmla="*/ 0 w 28"/>
                  <a:gd name="T7" fmla="*/ 28 h 84"/>
                  <a:gd name="T8" fmla="*/ 2 w 28"/>
                  <a:gd name="T9" fmla="*/ 30 h 84"/>
                  <a:gd name="T10" fmla="*/ 4 w 28"/>
                  <a:gd name="T11" fmla="*/ 28 h 84"/>
                  <a:gd name="T12" fmla="*/ 4 w 28"/>
                  <a:gd name="T13" fmla="*/ 4 h 84"/>
                  <a:gd name="T14" fmla="*/ 24 w 28"/>
                  <a:gd name="T15" fmla="*/ 4 h 84"/>
                  <a:gd name="T16" fmla="*/ 24 w 28"/>
                  <a:gd name="T17" fmla="*/ 20 h 84"/>
                  <a:gd name="T18" fmla="*/ 14 w 28"/>
                  <a:gd name="T19" fmla="*/ 20 h 84"/>
                  <a:gd name="T20" fmla="*/ 12 w 28"/>
                  <a:gd name="T21" fmla="*/ 22 h 84"/>
                  <a:gd name="T22" fmla="*/ 14 w 28"/>
                  <a:gd name="T23" fmla="*/ 24 h 84"/>
                  <a:gd name="T24" fmla="*/ 24 w 28"/>
                  <a:gd name="T25" fmla="*/ 24 h 84"/>
                  <a:gd name="T26" fmla="*/ 24 w 28"/>
                  <a:gd name="T27" fmla="*/ 32 h 84"/>
                  <a:gd name="T28" fmla="*/ 20 w 28"/>
                  <a:gd name="T29" fmla="*/ 32 h 84"/>
                  <a:gd name="T30" fmla="*/ 18 w 28"/>
                  <a:gd name="T31" fmla="*/ 34 h 84"/>
                  <a:gd name="T32" fmla="*/ 20 w 28"/>
                  <a:gd name="T33" fmla="*/ 36 h 84"/>
                  <a:gd name="T34" fmla="*/ 24 w 28"/>
                  <a:gd name="T35" fmla="*/ 36 h 84"/>
                  <a:gd name="T36" fmla="*/ 24 w 28"/>
                  <a:gd name="T37" fmla="*/ 44 h 84"/>
                  <a:gd name="T38" fmla="*/ 14 w 28"/>
                  <a:gd name="T39" fmla="*/ 44 h 84"/>
                  <a:gd name="T40" fmla="*/ 12 w 28"/>
                  <a:gd name="T41" fmla="*/ 46 h 84"/>
                  <a:gd name="T42" fmla="*/ 14 w 28"/>
                  <a:gd name="T43" fmla="*/ 48 h 84"/>
                  <a:gd name="T44" fmla="*/ 24 w 28"/>
                  <a:gd name="T45" fmla="*/ 48 h 84"/>
                  <a:gd name="T46" fmla="*/ 24 w 28"/>
                  <a:gd name="T47" fmla="*/ 56 h 84"/>
                  <a:gd name="T48" fmla="*/ 20 w 28"/>
                  <a:gd name="T49" fmla="*/ 56 h 84"/>
                  <a:gd name="T50" fmla="*/ 18 w 28"/>
                  <a:gd name="T51" fmla="*/ 58 h 84"/>
                  <a:gd name="T52" fmla="*/ 20 w 28"/>
                  <a:gd name="T53" fmla="*/ 60 h 84"/>
                  <a:gd name="T54" fmla="*/ 24 w 28"/>
                  <a:gd name="T55" fmla="*/ 60 h 84"/>
                  <a:gd name="T56" fmla="*/ 24 w 28"/>
                  <a:gd name="T57" fmla="*/ 70 h 84"/>
                  <a:gd name="T58" fmla="*/ 14 w 28"/>
                  <a:gd name="T59" fmla="*/ 80 h 84"/>
                  <a:gd name="T60" fmla="*/ 5 w 28"/>
                  <a:gd name="T61" fmla="*/ 75 h 84"/>
                  <a:gd name="T62" fmla="*/ 3 w 28"/>
                  <a:gd name="T63" fmla="*/ 74 h 84"/>
                  <a:gd name="T64" fmla="*/ 2 w 28"/>
                  <a:gd name="T65" fmla="*/ 77 h 84"/>
                  <a:gd name="T66" fmla="*/ 14 w 28"/>
                  <a:gd name="T67" fmla="*/ 84 h 84"/>
                  <a:gd name="T68" fmla="*/ 28 w 28"/>
                  <a:gd name="T69" fmla="*/ 70 h 84"/>
                  <a:gd name="T70" fmla="*/ 28 w 28"/>
                  <a:gd name="T71" fmla="*/ 2 h 84"/>
                  <a:gd name="T72" fmla="*/ 26 w 28"/>
                  <a:gd name="T73"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8" h="84">
                    <a:moveTo>
                      <a:pt x="26" y="0"/>
                    </a:moveTo>
                    <a:cubicBezTo>
                      <a:pt x="2" y="0"/>
                      <a:pt x="2" y="0"/>
                      <a:pt x="2" y="0"/>
                    </a:cubicBezTo>
                    <a:cubicBezTo>
                      <a:pt x="1" y="0"/>
                      <a:pt x="0" y="1"/>
                      <a:pt x="0" y="2"/>
                    </a:cubicBezTo>
                    <a:cubicBezTo>
                      <a:pt x="0" y="28"/>
                      <a:pt x="0" y="28"/>
                      <a:pt x="0" y="28"/>
                    </a:cubicBezTo>
                    <a:cubicBezTo>
                      <a:pt x="0" y="29"/>
                      <a:pt x="1" y="30"/>
                      <a:pt x="2" y="30"/>
                    </a:cubicBezTo>
                    <a:cubicBezTo>
                      <a:pt x="3" y="30"/>
                      <a:pt x="4" y="29"/>
                      <a:pt x="4" y="28"/>
                    </a:cubicBezTo>
                    <a:cubicBezTo>
                      <a:pt x="4" y="4"/>
                      <a:pt x="4" y="4"/>
                      <a:pt x="4" y="4"/>
                    </a:cubicBezTo>
                    <a:cubicBezTo>
                      <a:pt x="24" y="4"/>
                      <a:pt x="24" y="4"/>
                      <a:pt x="24" y="4"/>
                    </a:cubicBezTo>
                    <a:cubicBezTo>
                      <a:pt x="24" y="20"/>
                      <a:pt x="24" y="20"/>
                      <a:pt x="24" y="20"/>
                    </a:cubicBezTo>
                    <a:cubicBezTo>
                      <a:pt x="14" y="20"/>
                      <a:pt x="14" y="20"/>
                      <a:pt x="14" y="20"/>
                    </a:cubicBezTo>
                    <a:cubicBezTo>
                      <a:pt x="13" y="20"/>
                      <a:pt x="12" y="21"/>
                      <a:pt x="12" y="22"/>
                    </a:cubicBezTo>
                    <a:cubicBezTo>
                      <a:pt x="12" y="23"/>
                      <a:pt x="13" y="24"/>
                      <a:pt x="14" y="24"/>
                    </a:cubicBezTo>
                    <a:cubicBezTo>
                      <a:pt x="24" y="24"/>
                      <a:pt x="24" y="24"/>
                      <a:pt x="24" y="24"/>
                    </a:cubicBezTo>
                    <a:cubicBezTo>
                      <a:pt x="24" y="32"/>
                      <a:pt x="24" y="32"/>
                      <a:pt x="24" y="32"/>
                    </a:cubicBezTo>
                    <a:cubicBezTo>
                      <a:pt x="20" y="32"/>
                      <a:pt x="20" y="32"/>
                      <a:pt x="20" y="32"/>
                    </a:cubicBezTo>
                    <a:cubicBezTo>
                      <a:pt x="19" y="32"/>
                      <a:pt x="18" y="33"/>
                      <a:pt x="18" y="34"/>
                    </a:cubicBezTo>
                    <a:cubicBezTo>
                      <a:pt x="18" y="35"/>
                      <a:pt x="19" y="36"/>
                      <a:pt x="20" y="36"/>
                    </a:cubicBezTo>
                    <a:cubicBezTo>
                      <a:pt x="24" y="36"/>
                      <a:pt x="24" y="36"/>
                      <a:pt x="24" y="36"/>
                    </a:cubicBezTo>
                    <a:cubicBezTo>
                      <a:pt x="24" y="44"/>
                      <a:pt x="24" y="44"/>
                      <a:pt x="24" y="44"/>
                    </a:cubicBezTo>
                    <a:cubicBezTo>
                      <a:pt x="14" y="44"/>
                      <a:pt x="14" y="44"/>
                      <a:pt x="14" y="44"/>
                    </a:cubicBezTo>
                    <a:cubicBezTo>
                      <a:pt x="13" y="44"/>
                      <a:pt x="12" y="45"/>
                      <a:pt x="12" y="46"/>
                    </a:cubicBezTo>
                    <a:cubicBezTo>
                      <a:pt x="12" y="47"/>
                      <a:pt x="13" y="48"/>
                      <a:pt x="14" y="48"/>
                    </a:cubicBezTo>
                    <a:cubicBezTo>
                      <a:pt x="24" y="48"/>
                      <a:pt x="24" y="48"/>
                      <a:pt x="24" y="48"/>
                    </a:cubicBezTo>
                    <a:cubicBezTo>
                      <a:pt x="24" y="56"/>
                      <a:pt x="24" y="56"/>
                      <a:pt x="24" y="56"/>
                    </a:cubicBezTo>
                    <a:cubicBezTo>
                      <a:pt x="20" y="56"/>
                      <a:pt x="20" y="56"/>
                      <a:pt x="20" y="56"/>
                    </a:cubicBezTo>
                    <a:cubicBezTo>
                      <a:pt x="19" y="56"/>
                      <a:pt x="18" y="57"/>
                      <a:pt x="18" y="58"/>
                    </a:cubicBezTo>
                    <a:cubicBezTo>
                      <a:pt x="18" y="59"/>
                      <a:pt x="19" y="60"/>
                      <a:pt x="20" y="60"/>
                    </a:cubicBezTo>
                    <a:cubicBezTo>
                      <a:pt x="24" y="60"/>
                      <a:pt x="24" y="60"/>
                      <a:pt x="24" y="60"/>
                    </a:cubicBezTo>
                    <a:cubicBezTo>
                      <a:pt x="24" y="70"/>
                      <a:pt x="24" y="70"/>
                      <a:pt x="24" y="70"/>
                    </a:cubicBezTo>
                    <a:cubicBezTo>
                      <a:pt x="24" y="76"/>
                      <a:pt x="20" y="80"/>
                      <a:pt x="14" y="80"/>
                    </a:cubicBezTo>
                    <a:cubicBezTo>
                      <a:pt x="10" y="80"/>
                      <a:pt x="7" y="78"/>
                      <a:pt x="5" y="75"/>
                    </a:cubicBezTo>
                    <a:cubicBezTo>
                      <a:pt x="5" y="74"/>
                      <a:pt x="4" y="74"/>
                      <a:pt x="3" y="74"/>
                    </a:cubicBezTo>
                    <a:cubicBezTo>
                      <a:pt x="2" y="75"/>
                      <a:pt x="1" y="76"/>
                      <a:pt x="2" y="77"/>
                    </a:cubicBezTo>
                    <a:cubicBezTo>
                      <a:pt x="4" y="81"/>
                      <a:pt x="9" y="84"/>
                      <a:pt x="14" y="84"/>
                    </a:cubicBezTo>
                    <a:cubicBezTo>
                      <a:pt x="22" y="84"/>
                      <a:pt x="28" y="78"/>
                      <a:pt x="28" y="70"/>
                    </a:cubicBezTo>
                    <a:cubicBezTo>
                      <a:pt x="28" y="2"/>
                      <a:pt x="28" y="2"/>
                      <a:pt x="28" y="2"/>
                    </a:cubicBezTo>
                    <a:cubicBezTo>
                      <a:pt x="28" y="1"/>
                      <a:pt x="27"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900" b="0" i="0" u="none" strike="noStrike" kern="0" cap="none" spc="0" normalizeH="0" baseline="0" noProof="0">
                  <a:ln>
                    <a:noFill/>
                  </a:ln>
                  <a:solidFill>
                    <a:srgbClr val="96968C"/>
                  </a:solidFill>
                  <a:effectLst/>
                  <a:uLnTx/>
                  <a:uFillTx/>
                  <a:latin typeface="Arial" charset="0"/>
                  <a:ea typeface="+mn-ea"/>
                  <a:cs typeface="Arial" charset="0"/>
                </a:endParaRPr>
              </a:p>
            </p:txBody>
          </p:sp>
        </p:grpSp>
      </p:grpSp>
      <p:grpSp>
        <p:nvGrpSpPr>
          <p:cNvPr id="93" name="Group 92">
            <a:extLst>
              <a:ext uri="{FF2B5EF4-FFF2-40B4-BE49-F238E27FC236}">
                <a16:creationId xmlns:a16="http://schemas.microsoft.com/office/drawing/2014/main" id="{2FF37F84-587C-F0E0-11E7-7EBBAC828E7F}"/>
              </a:ext>
            </a:extLst>
          </p:cNvPr>
          <p:cNvGrpSpPr/>
          <p:nvPr/>
        </p:nvGrpSpPr>
        <p:grpSpPr>
          <a:xfrm>
            <a:off x="6213053" y="2482099"/>
            <a:ext cx="2863178" cy="3681483"/>
            <a:chOff x="6213053" y="2482099"/>
            <a:chExt cx="2863178" cy="3681483"/>
          </a:xfrm>
        </p:grpSpPr>
        <p:sp>
          <p:nvSpPr>
            <p:cNvPr id="57" name="Rectangle 56">
              <a:extLst>
                <a:ext uri="{FF2B5EF4-FFF2-40B4-BE49-F238E27FC236}">
                  <a16:creationId xmlns:a16="http://schemas.microsoft.com/office/drawing/2014/main" id="{BD897CD3-E82F-3204-59BC-09A4EEF1FA29}"/>
                </a:ext>
              </a:extLst>
            </p:cNvPr>
            <p:cNvSpPr/>
            <p:nvPr/>
          </p:nvSpPr>
          <p:spPr>
            <a:xfrm>
              <a:off x="6213053" y="2745976"/>
              <a:ext cx="2863178" cy="3417606"/>
            </a:xfrm>
            <a:prstGeom prst="rect">
              <a:avLst/>
            </a:prstGeom>
            <a:solidFill>
              <a:schemeClr val="bg1"/>
            </a:solidFill>
            <a:ln>
              <a:noFill/>
            </a:ln>
            <a:effectLst>
              <a:outerShdw blurRad="3810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CH" sz="900" b="1" i="0" u="none" strike="noStrike" kern="1200" cap="none" spc="0" normalizeH="0" baseline="0" noProof="0" err="1">
                <a:ln>
                  <a:noFill/>
                </a:ln>
                <a:solidFill>
                  <a:srgbClr val="A100FF"/>
                </a:solidFill>
                <a:effectLst/>
                <a:uLnTx/>
                <a:uFillTx/>
                <a:latin typeface="Graphik"/>
                <a:ea typeface="+mn-ea"/>
                <a:cs typeface="+mn-cs"/>
              </a:endParaRPr>
            </a:p>
          </p:txBody>
        </p:sp>
        <p:sp>
          <p:nvSpPr>
            <p:cNvPr id="58" name="TextBox 156">
              <a:extLst>
                <a:ext uri="{FF2B5EF4-FFF2-40B4-BE49-F238E27FC236}">
                  <a16:creationId xmlns:a16="http://schemas.microsoft.com/office/drawing/2014/main" id="{16342D2F-31A7-9304-A6E6-C59DE451ADD2}"/>
                </a:ext>
              </a:extLst>
            </p:cNvPr>
            <p:cNvSpPr txBox="1"/>
            <p:nvPr/>
          </p:nvSpPr>
          <p:spPr>
            <a:xfrm>
              <a:off x="6213053" y="2482099"/>
              <a:ext cx="2299588" cy="184666"/>
            </a:xfrm>
            <a:prstGeom prst="rect">
              <a:avLst/>
            </a:prstGeom>
            <a:noFill/>
          </p:spPr>
          <p:txBody>
            <a:bodyPr wrap="square" lIns="0" tIns="0" rIns="0" bIns="0" rtlCol="0">
              <a:sp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200" b="1" i="0" u="none" strike="noStrike" kern="1200" cap="none" spc="0" normalizeH="0" baseline="0" noProof="0">
                  <a:ln>
                    <a:noFill/>
                  </a:ln>
                  <a:solidFill>
                    <a:srgbClr val="A100FF"/>
                  </a:solidFill>
                  <a:effectLst/>
                  <a:uLnTx/>
                  <a:uFillTx/>
                  <a:latin typeface="Graphik"/>
                  <a:ea typeface="+mn-ea"/>
                  <a:cs typeface="+mn-cs"/>
                </a:rPr>
                <a:t>Week 3</a:t>
              </a:r>
              <a:endParaRPr kumimoji="0" lang="en-US" sz="1200" b="0" i="0" u="none" strike="noStrike" kern="1200" cap="none" spc="0" normalizeH="0" baseline="0" noProof="0">
                <a:ln>
                  <a:noFill/>
                </a:ln>
                <a:solidFill>
                  <a:srgbClr val="000000"/>
                </a:solidFill>
                <a:effectLst/>
                <a:uLnTx/>
                <a:uFillTx/>
                <a:latin typeface="Graphik"/>
                <a:ea typeface="+mn-ea"/>
                <a:cs typeface="+mn-cs"/>
              </a:endParaRPr>
            </a:p>
          </p:txBody>
        </p:sp>
        <p:grpSp>
          <p:nvGrpSpPr>
            <p:cNvPr id="59" name="Group 122">
              <a:extLst>
                <a:ext uri="{FF2B5EF4-FFF2-40B4-BE49-F238E27FC236}">
                  <a16:creationId xmlns:a16="http://schemas.microsoft.com/office/drawing/2014/main" id="{CFA636E6-9ECC-EC3E-6E46-BB3C5AF8A9F4}"/>
                </a:ext>
              </a:extLst>
            </p:cNvPr>
            <p:cNvGrpSpPr>
              <a:grpSpLocks noChangeAspect="1"/>
            </p:cNvGrpSpPr>
            <p:nvPr/>
          </p:nvGrpSpPr>
          <p:grpSpPr bwMode="auto">
            <a:xfrm>
              <a:off x="6333999" y="2928194"/>
              <a:ext cx="279014" cy="272055"/>
              <a:chOff x="487" y="3214"/>
              <a:chExt cx="441" cy="430"/>
            </a:xfrm>
            <a:solidFill>
              <a:srgbClr val="A100FF"/>
            </a:solidFill>
          </p:grpSpPr>
          <p:sp>
            <p:nvSpPr>
              <p:cNvPr id="60" name="Freeform 123">
                <a:extLst>
                  <a:ext uri="{FF2B5EF4-FFF2-40B4-BE49-F238E27FC236}">
                    <a16:creationId xmlns:a16="http://schemas.microsoft.com/office/drawing/2014/main" id="{E00C7ADC-BF6F-9A99-CF39-9E923C816D34}"/>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1" name="Freeform 124">
                <a:extLst>
                  <a:ext uri="{FF2B5EF4-FFF2-40B4-BE49-F238E27FC236}">
                    <a16:creationId xmlns:a16="http://schemas.microsoft.com/office/drawing/2014/main" id="{E3FE5249-C98C-C6C1-FB06-2517CD9635DF}"/>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2" name="Freeform 125">
                <a:extLst>
                  <a:ext uri="{FF2B5EF4-FFF2-40B4-BE49-F238E27FC236}">
                    <a16:creationId xmlns:a16="http://schemas.microsoft.com/office/drawing/2014/main" id="{705BB542-F985-5C01-B8AB-F98831F428BE}"/>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3" name="Freeform 126">
                <a:extLst>
                  <a:ext uri="{FF2B5EF4-FFF2-40B4-BE49-F238E27FC236}">
                    <a16:creationId xmlns:a16="http://schemas.microsoft.com/office/drawing/2014/main" id="{C9621EEA-87C8-D6D1-245E-9E877BB7F7E3}"/>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4" name="Freeform 127">
                <a:extLst>
                  <a:ext uri="{FF2B5EF4-FFF2-40B4-BE49-F238E27FC236}">
                    <a16:creationId xmlns:a16="http://schemas.microsoft.com/office/drawing/2014/main" id="{C06C5B82-84E3-14DF-997F-1F9C5B38537B}"/>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5" name="Freeform 128">
                <a:extLst>
                  <a:ext uri="{FF2B5EF4-FFF2-40B4-BE49-F238E27FC236}">
                    <a16:creationId xmlns:a16="http://schemas.microsoft.com/office/drawing/2014/main" id="{C7693373-213E-4F64-6E56-36D76298C47D}"/>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6" name="Freeform 129">
                <a:extLst>
                  <a:ext uri="{FF2B5EF4-FFF2-40B4-BE49-F238E27FC236}">
                    <a16:creationId xmlns:a16="http://schemas.microsoft.com/office/drawing/2014/main" id="{CB06B89F-8238-85EA-0E80-506323FA0F3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7" name="Freeform 130">
                <a:extLst>
                  <a:ext uri="{FF2B5EF4-FFF2-40B4-BE49-F238E27FC236}">
                    <a16:creationId xmlns:a16="http://schemas.microsoft.com/office/drawing/2014/main" id="{B4F403D9-ACD7-A8C6-B858-B78A584972C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8" name="Freeform 131">
                <a:extLst>
                  <a:ext uri="{FF2B5EF4-FFF2-40B4-BE49-F238E27FC236}">
                    <a16:creationId xmlns:a16="http://schemas.microsoft.com/office/drawing/2014/main" id="{8217A974-D607-20D7-A198-24BF206E643F}"/>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69" name="Freeform 132">
                <a:extLst>
                  <a:ext uri="{FF2B5EF4-FFF2-40B4-BE49-F238E27FC236}">
                    <a16:creationId xmlns:a16="http://schemas.microsoft.com/office/drawing/2014/main" id="{29F30AA0-B714-1E4F-0B4C-69D510383D9B}"/>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grpSp>
        <p:sp>
          <p:nvSpPr>
            <p:cNvPr id="70" name="TextBox 69">
              <a:extLst>
                <a:ext uri="{FF2B5EF4-FFF2-40B4-BE49-F238E27FC236}">
                  <a16:creationId xmlns:a16="http://schemas.microsoft.com/office/drawing/2014/main" id="{6F3C030F-5720-73C0-A1B5-EB79D1D7B033}"/>
                </a:ext>
              </a:extLst>
            </p:cNvPr>
            <p:cNvSpPr txBox="1"/>
            <p:nvPr/>
          </p:nvSpPr>
          <p:spPr>
            <a:xfrm>
              <a:off x="6719310" y="2983430"/>
              <a:ext cx="1387688" cy="161583"/>
            </a:xfrm>
            <a:prstGeom prst="rect">
              <a:avLst/>
            </a:prstGeom>
            <a:noFill/>
          </p:spPr>
          <p:txBody>
            <a:bodyPr wrap="square" lIns="0" tIns="0" rIns="0" bIns="0" rtlCol="0">
              <a:spAutoFit/>
            </a:bodyPr>
            <a:lstStyle>
              <a:defPPr>
                <a:defRPr lang="en-US"/>
              </a:defPPr>
              <a:lvl1pPr defTabSz="228600">
                <a:defRPr sz="1000" b="1">
                  <a:solidFill>
                    <a:schemeClr val="accent1"/>
                  </a:solidFill>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A100FF"/>
                  </a:solidFill>
                  <a:effectLst/>
                  <a:uLnTx/>
                  <a:uFillTx/>
                  <a:latin typeface="Graphik"/>
                  <a:ea typeface="+mn-ea"/>
                  <a:cs typeface="+mn-cs"/>
                </a:rPr>
                <a:t>Topic</a:t>
              </a:r>
            </a:p>
          </p:txBody>
        </p:sp>
        <p:sp>
          <p:nvSpPr>
            <p:cNvPr id="71" name="TextBox 70">
              <a:extLst>
                <a:ext uri="{FF2B5EF4-FFF2-40B4-BE49-F238E27FC236}">
                  <a16:creationId xmlns:a16="http://schemas.microsoft.com/office/drawing/2014/main" id="{0FF2C700-0346-828B-B10B-4E5792004313}"/>
                </a:ext>
              </a:extLst>
            </p:cNvPr>
            <p:cNvSpPr txBox="1"/>
            <p:nvPr/>
          </p:nvSpPr>
          <p:spPr>
            <a:xfrm>
              <a:off x="6333999" y="4670613"/>
              <a:ext cx="2645067" cy="1237704"/>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p>
            <a:p>
              <a:pPr marL="228600" marR="0" lvl="0" indent="-228600" algn="l" defTabSz="228600" rtl="0" eaLnBrk="1" fontAlgn="auto" latinLnBrk="0" hangingPunct="1">
                <a:lnSpc>
                  <a:spcPct val="100000"/>
                </a:lnSpc>
                <a:spcBef>
                  <a:spcPts val="0"/>
                </a:spcBef>
                <a:spcAft>
                  <a:spcPts val="300"/>
                </a:spcAft>
                <a:buClrTx/>
                <a:buSzTx/>
                <a:buFont typeface="+mj-lt"/>
                <a:buAutoNum type="arabicPeriod"/>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a:t>
              </a:r>
            </a:p>
          </p:txBody>
        </p:sp>
        <p:grpSp>
          <p:nvGrpSpPr>
            <p:cNvPr id="72" name="Group 40">
              <a:extLst>
                <a:ext uri="{FF2B5EF4-FFF2-40B4-BE49-F238E27FC236}">
                  <a16:creationId xmlns:a16="http://schemas.microsoft.com/office/drawing/2014/main" id="{341BD078-CC5F-900E-B7D5-5B61392639D4}"/>
                </a:ext>
              </a:extLst>
            </p:cNvPr>
            <p:cNvGrpSpPr>
              <a:grpSpLocks noChangeAspect="1"/>
            </p:cNvGrpSpPr>
            <p:nvPr/>
          </p:nvGrpSpPr>
          <p:grpSpPr bwMode="auto">
            <a:xfrm>
              <a:off x="6356750" y="4369339"/>
              <a:ext cx="238533" cy="236862"/>
              <a:chOff x="5508" y="439"/>
              <a:chExt cx="428" cy="425"/>
            </a:xfrm>
            <a:solidFill>
              <a:srgbClr val="A100FF"/>
            </a:solidFill>
          </p:grpSpPr>
          <p:sp>
            <p:nvSpPr>
              <p:cNvPr id="73" name="Freeform 41">
                <a:extLst>
                  <a:ext uri="{FF2B5EF4-FFF2-40B4-BE49-F238E27FC236}">
                    <a16:creationId xmlns:a16="http://schemas.microsoft.com/office/drawing/2014/main" id="{60485D5A-9BA0-1B9A-44B8-D664D8D51A0B}"/>
                  </a:ext>
                </a:extLst>
              </p:cNvPr>
              <p:cNvSpPr>
                <a:spLocks/>
              </p:cNvSpPr>
              <p:nvPr/>
            </p:nvSpPr>
            <p:spPr bwMode="auto">
              <a:xfrm>
                <a:off x="5508" y="473"/>
                <a:ext cx="355" cy="391"/>
              </a:xfrm>
              <a:custGeom>
                <a:avLst/>
                <a:gdLst>
                  <a:gd name="T0" fmla="*/ 234 w 240"/>
                  <a:gd name="T1" fmla="*/ 264 h 264"/>
                  <a:gd name="T2" fmla="*/ 6 w 240"/>
                  <a:gd name="T3" fmla="*/ 264 h 264"/>
                  <a:gd name="T4" fmla="*/ 0 w 240"/>
                  <a:gd name="T5" fmla="*/ 258 h 264"/>
                  <a:gd name="T6" fmla="*/ 0 w 240"/>
                  <a:gd name="T7" fmla="*/ 6 h 264"/>
                  <a:gd name="T8" fmla="*/ 6 w 240"/>
                  <a:gd name="T9" fmla="*/ 0 h 264"/>
                  <a:gd name="T10" fmla="*/ 174 w 240"/>
                  <a:gd name="T11" fmla="*/ 0 h 264"/>
                  <a:gd name="T12" fmla="*/ 180 w 240"/>
                  <a:gd name="T13" fmla="*/ 6 h 264"/>
                  <a:gd name="T14" fmla="*/ 174 w 240"/>
                  <a:gd name="T15" fmla="*/ 12 h 264"/>
                  <a:gd name="T16" fmla="*/ 12 w 240"/>
                  <a:gd name="T17" fmla="*/ 12 h 264"/>
                  <a:gd name="T18" fmla="*/ 12 w 240"/>
                  <a:gd name="T19" fmla="*/ 252 h 264"/>
                  <a:gd name="T20" fmla="*/ 228 w 240"/>
                  <a:gd name="T21" fmla="*/ 252 h 264"/>
                  <a:gd name="T22" fmla="*/ 228 w 240"/>
                  <a:gd name="T23" fmla="*/ 114 h 264"/>
                  <a:gd name="T24" fmla="*/ 234 w 240"/>
                  <a:gd name="T25" fmla="*/ 108 h 264"/>
                  <a:gd name="T26" fmla="*/ 240 w 240"/>
                  <a:gd name="T27" fmla="*/ 114 h 264"/>
                  <a:gd name="T28" fmla="*/ 240 w 240"/>
                  <a:gd name="T29" fmla="*/ 258 h 264"/>
                  <a:gd name="T30" fmla="*/ 234 w 240"/>
                  <a:gd name="T31"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0" h="264">
                    <a:moveTo>
                      <a:pt x="234" y="264"/>
                    </a:moveTo>
                    <a:cubicBezTo>
                      <a:pt x="6" y="264"/>
                      <a:pt x="6" y="264"/>
                      <a:pt x="6" y="264"/>
                    </a:cubicBezTo>
                    <a:cubicBezTo>
                      <a:pt x="3" y="264"/>
                      <a:pt x="0" y="262"/>
                      <a:pt x="0" y="258"/>
                    </a:cubicBezTo>
                    <a:cubicBezTo>
                      <a:pt x="0" y="6"/>
                      <a:pt x="0" y="6"/>
                      <a:pt x="0" y="6"/>
                    </a:cubicBezTo>
                    <a:cubicBezTo>
                      <a:pt x="0" y="3"/>
                      <a:pt x="3" y="0"/>
                      <a:pt x="6" y="0"/>
                    </a:cubicBezTo>
                    <a:cubicBezTo>
                      <a:pt x="174" y="0"/>
                      <a:pt x="174" y="0"/>
                      <a:pt x="174" y="0"/>
                    </a:cubicBezTo>
                    <a:cubicBezTo>
                      <a:pt x="178" y="0"/>
                      <a:pt x="180" y="3"/>
                      <a:pt x="180" y="6"/>
                    </a:cubicBezTo>
                    <a:cubicBezTo>
                      <a:pt x="180" y="10"/>
                      <a:pt x="178" y="12"/>
                      <a:pt x="174" y="12"/>
                    </a:cubicBezTo>
                    <a:cubicBezTo>
                      <a:pt x="12" y="12"/>
                      <a:pt x="12" y="12"/>
                      <a:pt x="12" y="12"/>
                    </a:cubicBezTo>
                    <a:cubicBezTo>
                      <a:pt x="12" y="252"/>
                      <a:pt x="12" y="252"/>
                      <a:pt x="12" y="252"/>
                    </a:cubicBezTo>
                    <a:cubicBezTo>
                      <a:pt x="228" y="252"/>
                      <a:pt x="228" y="252"/>
                      <a:pt x="228" y="252"/>
                    </a:cubicBezTo>
                    <a:cubicBezTo>
                      <a:pt x="228" y="114"/>
                      <a:pt x="228" y="114"/>
                      <a:pt x="228" y="114"/>
                    </a:cubicBezTo>
                    <a:cubicBezTo>
                      <a:pt x="228" y="111"/>
                      <a:pt x="231" y="108"/>
                      <a:pt x="234" y="108"/>
                    </a:cubicBezTo>
                    <a:cubicBezTo>
                      <a:pt x="238" y="108"/>
                      <a:pt x="240" y="111"/>
                      <a:pt x="240" y="114"/>
                    </a:cubicBezTo>
                    <a:cubicBezTo>
                      <a:pt x="240" y="258"/>
                      <a:pt x="240" y="258"/>
                      <a:pt x="240" y="258"/>
                    </a:cubicBezTo>
                    <a:cubicBezTo>
                      <a:pt x="240" y="262"/>
                      <a:pt x="238" y="264"/>
                      <a:pt x="234"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4" name="Freeform 42">
                <a:extLst>
                  <a:ext uri="{FF2B5EF4-FFF2-40B4-BE49-F238E27FC236}">
                    <a16:creationId xmlns:a16="http://schemas.microsoft.com/office/drawing/2014/main" id="{45EBAB35-3834-C03A-0301-166A7A32CDDF}"/>
                  </a:ext>
                </a:extLst>
              </p:cNvPr>
              <p:cNvSpPr>
                <a:spLocks noEditPoints="1"/>
              </p:cNvSpPr>
              <p:nvPr/>
            </p:nvSpPr>
            <p:spPr bwMode="auto">
              <a:xfrm>
                <a:off x="5638" y="439"/>
                <a:ext cx="298" cy="294"/>
              </a:xfrm>
              <a:custGeom>
                <a:avLst/>
                <a:gdLst>
                  <a:gd name="T0" fmla="*/ 7 w 201"/>
                  <a:gd name="T1" fmla="*/ 199 h 199"/>
                  <a:gd name="T2" fmla="*/ 3 w 201"/>
                  <a:gd name="T3" fmla="*/ 198 h 199"/>
                  <a:gd name="T4" fmla="*/ 1 w 201"/>
                  <a:gd name="T5" fmla="*/ 191 h 199"/>
                  <a:gd name="T6" fmla="*/ 27 w 201"/>
                  <a:gd name="T7" fmla="*/ 132 h 199"/>
                  <a:gd name="T8" fmla="*/ 28 w 201"/>
                  <a:gd name="T9" fmla="*/ 130 h 199"/>
                  <a:gd name="T10" fmla="*/ 156 w 201"/>
                  <a:gd name="T11" fmla="*/ 2 h 199"/>
                  <a:gd name="T12" fmla="*/ 161 w 201"/>
                  <a:gd name="T13" fmla="*/ 0 h 199"/>
                  <a:gd name="T14" fmla="*/ 161 w 201"/>
                  <a:gd name="T15" fmla="*/ 0 h 199"/>
                  <a:gd name="T16" fmla="*/ 165 w 201"/>
                  <a:gd name="T17" fmla="*/ 2 h 199"/>
                  <a:gd name="T18" fmla="*/ 199 w 201"/>
                  <a:gd name="T19" fmla="*/ 36 h 199"/>
                  <a:gd name="T20" fmla="*/ 199 w 201"/>
                  <a:gd name="T21" fmla="*/ 44 h 199"/>
                  <a:gd name="T22" fmla="*/ 71 w 201"/>
                  <a:gd name="T23" fmla="*/ 172 h 199"/>
                  <a:gd name="T24" fmla="*/ 69 w 201"/>
                  <a:gd name="T25" fmla="*/ 174 h 199"/>
                  <a:gd name="T26" fmla="*/ 9 w 201"/>
                  <a:gd name="T27" fmla="*/ 199 h 199"/>
                  <a:gd name="T28" fmla="*/ 7 w 201"/>
                  <a:gd name="T29" fmla="*/ 199 h 199"/>
                  <a:gd name="T30" fmla="*/ 37 w 201"/>
                  <a:gd name="T31" fmla="*/ 137 h 199"/>
                  <a:gd name="T32" fmla="*/ 18 w 201"/>
                  <a:gd name="T33" fmla="*/ 182 h 199"/>
                  <a:gd name="T34" fmla="*/ 63 w 201"/>
                  <a:gd name="T35" fmla="*/ 163 h 199"/>
                  <a:gd name="T36" fmla="*/ 186 w 201"/>
                  <a:gd name="T37" fmla="*/ 40 h 199"/>
                  <a:gd name="T38" fmla="*/ 161 w 201"/>
                  <a:gd name="T39" fmla="*/ 14 h 199"/>
                  <a:gd name="T40" fmla="*/ 37 w 201"/>
                  <a:gd name="T41" fmla="*/ 137 h 199"/>
                  <a:gd name="T42" fmla="*/ 66 w 201"/>
                  <a:gd name="T43" fmla="*/ 168 h 199"/>
                  <a:gd name="T44" fmla="*/ 66 w 201"/>
                  <a:gd name="T45" fmla="*/ 16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1" h="199">
                    <a:moveTo>
                      <a:pt x="7" y="199"/>
                    </a:moveTo>
                    <a:cubicBezTo>
                      <a:pt x="5" y="199"/>
                      <a:pt x="4" y="199"/>
                      <a:pt x="3" y="198"/>
                    </a:cubicBezTo>
                    <a:cubicBezTo>
                      <a:pt x="1" y="196"/>
                      <a:pt x="0" y="193"/>
                      <a:pt x="1" y="191"/>
                    </a:cubicBezTo>
                    <a:cubicBezTo>
                      <a:pt x="27" y="132"/>
                      <a:pt x="27" y="132"/>
                      <a:pt x="27" y="132"/>
                    </a:cubicBezTo>
                    <a:cubicBezTo>
                      <a:pt x="27" y="131"/>
                      <a:pt x="28" y="130"/>
                      <a:pt x="28" y="130"/>
                    </a:cubicBezTo>
                    <a:cubicBezTo>
                      <a:pt x="156" y="2"/>
                      <a:pt x="156" y="2"/>
                      <a:pt x="156" y="2"/>
                    </a:cubicBezTo>
                    <a:cubicBezTo>
                      <a:pt x="157" y="1"/>
                      <a:pt x="159" y="0"/>
                      <a:pt x="161" y="0"/>
                    </a:cubicBezTo>
                    <a:cubicBezTo>
                      <a:pt x="161" y="0"/>
                      <a:pt x="161" y="0"/>
                      <a:pt x="161" y="0"/>
                    </a:cubicBezTo>
                    <a:cubicBezTo>
                      <a:pt x="162" y="0"/>
                      <a:pt x="164" y="1"/>
                      <a:pt x="165" y="2"/>
                    </a:cubicBezTo>
                    <a:cubicBezTo>
                      <a:pt x="199" y="36"/>
                      <a:pt x="199" y="36"/>
                      <a:pt x="199" y="36"/>
                    </a:cubicBezTo>
                    <a:cubicBezTo>
                      <a:pt x="201" y="38"/>
                      <a:pt x="201" y="42"/>
                      <a:pt x="199" y="44"/>
                    </a:cubicBezTo>
                    <a:cubicBezTo>
                      <a:pt x="71" y="172"/>
                      <a:pt x="71" y="172"/>
                      <a:pt x="71" y="172"/>
                    </a:cubicBezTo>
                    <a:cubicBezTo>
                      <a:pt x="70" y="173"/>
                      <a:pt x="69" y="173"/>
                      <a:pt x="69" y="174"/>
                    </a:cubicBezTo>
                    <a:cubicBezTo>
                      <a:pt x="9" y="199"/>
                      <a:pt x="9" y="199"/>
                      <a:pt x="9" y="199"/>
                    </a:cubicBezTo>
                    <a:cubicBezTo>
                      <a:pt x="9" y="199"/>
                      <a:pt x="8" y="199"/>
                      <a:pt x="7" y="199"/>
                    </a:cubicBezTo>
                    <a:close/>
                    <a:moveTo>
                      <a:pt x="37" y="137"/>
                    </a:moveTo>
                    <a:cubicBezTo>
                      <a:pt x="18" y="182"/>
                      <a:pt x="18" y="182"/>
                      <a:pt x="18" y="182"/>
                    </a:cubicBezTo>
                    <a:cubicBezTo>
                      <a:pt x="63" y="163"/>
                      <a:pt x="63" y="163"/>
                      <a:pt x="63" y="163"/>
                    </a:cubicBezTo>
                    <a:cubicBezTo>
                      <a:pt x="186" y="40"/>
                      <a:pt x="186" y="40"/>
                      <a:pt x="186" y="40"/>
                    </a:cubicBezTo>
                    <a:cubicBezTo>
                      <a:pt x="161" y="14"/>
                      <a:pt x="161" y="14"/>
                      <a:pt x="161" y="14"/>
                    </a:cubicBezTo>
                    <a:lnTo>
                      <a:pt x="37" y="137"/>
                    </a:lnTo>
                    <a:close/>
                    <a:moveTo>
                      <a:pt x="66" y="168"/>
                    </a:moveTo>
                    <a:cubicBezTo>
                      <a:pt x="66" y="168"/>
                      <a:pt x="66" y="168"/>
                      <a:pt x="66"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5" name="Freeform 43">
                <a:extLst>
                  <a:ext uri="{FF2B5EF4-FFF2-40B4-BE49-F238E27FC236}">
                    <a16:creationId xmlns:a16="http://schemas.microsoft.com/office/drawing/2014/main" id="{1FE8F546-C2CB-4D9C-A4E2-008FCE871C4E}"/>
                  </a:ext>
                </a:extLst>
              </p:cNvPr>
              <p:cNvSpPr>
                <a:spLocks/>
              </p:cNvSpPr>
              <p:nvPr/>
            </p:nvSpPr>
            <p:spPr bwMode="auto">
              <a:xfrm>
                <a:off x="5834" y="470"/>
                <a:ext cx="69" cy="70"/>
              </a:xfrm>
              <a:custGeom>
                <a:avLst/>
                <a:gdLst>
                  <a:gd name="T0" fmla="*/ 40 w 47"/>
                  <a:gd name="T1" fmla="*/ 47 h 47"/>
                  <a:gd name="T2" fmla="*/ 36 w 47"/>
                  <a:gd name="T3" fmla="*/ 45 h 47"/>
                  <a:gd name="T4" fmla="*/ 2 w 47"/>
                  <a:gd name="T5" fmla="*/ 11 h 47"/>
                  <a:gd name="T6" fmla="*/ 2 w 47"/>
                  <a:gd name="T7" fmla="*/ 3 h 47"/>
                  <a:gd name="T8" fmla="*/ 11 w 47"/>
                  <a:gd name="T9" fmla="*/ 3 h 47"/>
                  <a:gd name="T10" fmla="*/ 45 w 47"/>
                  <a:gd name="T11" fmla="*/ 37 h 47"/>
                  <a:gd name="T12" fmla="*/ 45 w 47"/>
                  <a:gd name="T13" fmla="*/ 45 h 47"/>
                  <a:gd name="T14" fmla="*/ 40 w 47"/>
                  <a:gd name="T15" fmla="*/ 47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47">
                    <a:moveTo>
                      <a:pt x="40" y="47"/>
                    </a:moveTo>
                    <a:cubicBezTo>
                      <a:pt x="39" y="47"/>
                      <a:pt x="37" y="46"/>
                      <a:pt x="36" y="45"/>
                    </a:cubicBezTo>
                    <a:cubicBezTo>
                      <a:pt x="2" y="11"/>
                      <a:pt x="2" y="11"/>
                      <a:pt x="2" y="11"/>
                    </a:cubicBezTo>
                    <a:cubicBezTo>
                      <a:pt x="0" y="9"/>
                      <a:pt x="0" y="5"/>
                      <a:pt x="2" y="3"/>
                    </a:cubicBezTo>
                    <a:cubicBezTo>
                      <a:pt x="5" y="0"/>
                      <a:pt x="8" y="0"/>
                      <a:pt x="11" y="3"/>
                    </a:cubicBezTo>
                    <a:cubicBezTo>
                      <a:pt x="45" y="37"/>
                      <a:pt x="45" y="37"/>
                      <a:pt x="45" y="37"/>
                    </a:cubicBezTo>
                    <a:cubicBezTo>
                      <a:pt x="47" y="39"/>
                      <a:pt x="47" y="43"/>
                      <a:pt x="45" y="45"/>
                    </a:cubicBezTo>
                    <a:cubicBezTo>
                      <a:pt x="44" y="46"/>
                      <a:pt x="42" y="47"/>
                      <a:pt x="40"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76" name="Freeform 44">
                <a:extLst>
                  <a:ext uri="{FF2B5EF4-FFF2-40B4-BE49-F238E27FC236}">
                    <a16:creationId xmlns:a16="http://schemas.microsoft.com/office/drawing/2014/main" id="{33DFB938-F728-AD11-3862-4AA9470C48AB}"/>
                  </a:ext>
                </a:extLst>
              </p:cNvPr>
              <p:cNvSpPr>
                <a:spLocks/>
              </p:cNvSpPr>
              <p:nvPr/>
            </p:nvSpPr>
            <p:spPr bwMode="auto">
              <a:xfrm>
                <a:off x="5677" y="627"/>
                <a:ext cx="69" cy="69"/>
              </a:xfrm>
              <a:custGeom>
                <a:avLst/>
                <a:gdLst>
                  <a:gd name="T0" fmla="*/ 40 w 47"/>
                  <a:gd name="T1" fmla="*/ 47 h 47"/>
                  <a:gd name="T2" fmla="*/ 36 w 47"/>
                  <a:gd name="T3" fmla="*/ 45 h 47"/>
                  <a:gd name="T4" fmla="*/ 2 w 47"/>
                  <a:gd name="T5" fmla="*/ 11 h 47"/>
                  <a:gd name="T6" fmla="*/ 2 w 47"/>
                  <a:gd name="T7" fmla="*/ 3 h 47"/>
                  <a:gd name="T8" fmla="*/ 11 w 47"/>
                  <a:gd name="T9" fmla="*/ 3 h 47"/>
                  <a:gd name="T10" fmla="*/ 45 w 47"/>
                  <a:gd name="T11" fmla="*/ 37 h 47"/>
                  <a:gd name="T12" fmla="*/ 45 w 47"/>
                  <a:gd name="T13" fmla="*/ 45 h 47"/>
                  <a:gd name="T14" fmla="*/ 40 w 47"/>
                  <a:gd name="T15" fmla="*/ 47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47">
                    <a:moveTo>
                      <a:pt x="40" y="47"/>
                    </a:moveTo>
                    <a:cubicBezTo>
                      <a:pt x="39" y="47"/>
                      <a:pt x="37" y="46"/>
                      <a:pt x="36" y="45"/>
                    </a:cubicBezTo>
                    <a:cubicBezTo>
                      <a:pt x="2" y="11"/>
                      <a:pt x="2" y="11"/>
                      <a:pt x="2" y="11"/>
                    </a:cubicBezTo>
                    <a:cubicBezTo>
                      <a:pt x="0" y="9"/>
                      <a:pt x="0" y="5"/>
                      <a:pt x="2" y="3"/>
                    </a:cubicBezTo>
                    <a:cubicBezTo>
                      <a:pt x="4" y="0"/>
                      <a:pt x="8" y="0"/>
                      <a:pt x="11" y="3"/>
                    </a:cubicBezTo>
                    <a:cubicBezTo>
                      <a:pt x="45" y="37"/>
                      <a:pt x="45" y="37"/>
                      <a:pt x="45" y="37"/>
                    </a:cubicBezTo>
                    <a:cubicBezTo>
                      <a:pt x="47" y="39"/>
                      <a:pt x="47" y="43"/>
                      <a:pt x="45" y="45"/>
                    </a:cubicBezTo>
                    <a:cubicBezTo>
                      <a:pt x="43" y="46"/>
                      <a:pt x="42" y="47"/>
                      <a:pt x="40"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77" name="TextBox 76">
              <a:extLst>
                <a:ext uri="{FF2B5EF4-FFF2-40B4-BE49-F238E27FC236}">
                  <a16:creationId xmlns:a16="http://schemas.microsoft.com/office/drawing/2014/main" id="{49E4E839-DA14-6750-0DA5-9BC0E3EFA808}"/>
                </a:ext>
              </a:extLst>
            </p:cNvPr>
            <p:cNvSpPr txBox="1"/>
            <p:nvPr/>
          </p:nvSpPr>
          <p:spPr>
            <a:xfrm>
              <a:off x="6714781" y="4406979"/>
              <a:ext cx="1387688" cy="161583"/>
            </a:xfrm>
            <a:prstGeom prst="rect">
              <a:avLst/>
            </a:prstGeom>
            <a:noFill/>
          </p:spPr>
          <p:txBody>
            <a:bodyPr wrap="square" lIns="0" tIns="0" rIns="0" bIns="0" rtlCol="0">
              <a:spAutoFit/>
            </a:bodyPr>
            <a:lstStyle>
              <a:defPPr>
                <a:defRPr lang="en-US"/>
              </a:defPPr>
              <a:lvl1pPr defTabSz="228600">
                <a:defRPr sz="1000" b="1">
                  <a:solidFill>
                    <a:schemeClr val="accent1"/>
                  </a:solidFill>
                </a:defRPr>
              </a:lvl1p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A100FF"/>
                  </a:solidFill>
                  <a:effectLst/>
                  <a:uLnTx/>
                  <a:uFillTx/>
                  <a:latin typeface="Graphik"/>
                  <a:ea typeface="+mn-ea"/>
                  <a:cs typeface="+mn-cs"/>
                </a:rPr>
                <a:t>Topic</a:t>
              </a:r>
            </a:p>
          </p:txBody>
        </p:sp>
        <p:sp>
          <p:nvSpPr>
            <p:cNvPr id="78" name="TextBox 77">
              <a:extLst>
                <a:ext uri="{FF2B5EF4-FFF2-40B4-BE49-F238E27FC236}">
                  <a16:creationId xmlns:a16="http://schemas.microsoft.com/office/drawing/2014/main" id="{6AD405AA-A2C1-A133-109E-CC0FFEA5C02A}"/>
                </a:ext>
              </a:extLst>
            </p:cNvPr>
            <p:cNvSpPr txBox="1"/>
            <p:nvPr/>
          </p:nvSpPr>
          <p:spPr>
            <a:xfrm>
              <a:off x="6346647" y="3250669"/>
              <a:ext cx="2645067" cy="98687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1">
                  <a:ln>
                    <a:noFill/>
                  </a:ln>
                  <a:solidFill>
                    <a:srgbClr val="000000"/>
                  </a:solidFill>
                  <a:effectLst/>
                  <a:uLnTx/>
                  <a:uFillTx/>
                  <a:latin typeface="Graphik"/>
                  <a:ea typeface="+mn-ea"/>
                  <a:cs typeface="+mn-cs"/>
                </a:rPr>
                <a:t>Lorem ipsum dolor sit amet, consectetuer adipiscing elit. Aenean commodo ligula eget dolor. Lorem ipsum dolor sit amet, consectetuer adipiscing elit. Aenean commodo ligula eget dolor. Lorem ipsum dolor sit amet, consectetuer adipiscing elit.</a:t>
              </a: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grpSp>
    </p:spTree>
    <p:extLst>
      <p:ext uri="{BB962C8B-B14F-4D97-AF65-F5344CB8AC3E}">
        <p14:creationId xmlns:p14="http://schemas.microsoft.com/office/powerpoint/2010/main" val="2605439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2116-7F3C-5BB1-5423-0C72DCD28162}"/>
              </a:ext>
            </a:extLst>
          </p:cNvPr>
          <p:cNvSpPr>
            <a:spLocks noGrp="1"/>
          </p:cNvSpPr>
          <p:nvPr>
            <p:ph type="title"/>
          </p:nvPr>
        </p:nvSpPr>
        <p:spPr/>
        <p:txBody>
          <a:bodyPr>
            <a:normAutofit/>
          </a:bodyPr>
          <a:lstStyle/>
          <a:p>
            <a:r>
              <a:rPr lang="en-GB" dirty="0"/>
              <a:t>[Project] will evolve in three major phases</a:t>
            </a:r>
            <a:endParaRPr lang="en-DK" dirty="0"/>
          </a:p>
        </p:txBody>
      </p:sp>
      <p:sp>
        <p:nvSpPr>
          <p:cNvPr id="14" name="Text Placeholder 13">
            <a:extLst>
              <a:ext uri="{FF2B5EF4-FFF2-40B4-BE49-F238E27FC236}">
                <a16:creationId xmlns:a16="http://schemas.microsoft.com/office/drawing/2014/main" id="{80A387A0-F3A1-A218-71EB-7F1B7E6629C6}"/>
              </a:ext>
            </a:extLst>
          </p:cNvPr>
          <p:cNvSpPr>
            <a:spLocks noGrp="1"/>
          </p:cNvSpPr>
          <p:nvPr>
            <p:ph type="body" sz="quarter" idx="17"/>
          </p:nvPr>
        </p:nvSpPr>
        <p:spPr/>
        <p:txBody>
          <a:bodyPr/>
          <a:lstStyle/>
          <a:p>
            <a:endParaRPr lang="en-US"/>
          </a:p>
        </p:txBody>
      </p:sp>
      <p:sp>
        <p:nvSpPr>
          <p:cNvPr id="5" name="Pentagon 4">
            <a:extLst>
              <a:ext uri="{FF2B5EF4-FFF2-40B4-BE49-F238E27FC236}">
                <a16:creationId xmlns:a16="http://schemas.microsoft.com/office/drawing/2014/main" id="{48B1EB53-4BB7-7D7C-5EDF-6660D9C4F60B}"/>
              </a:ext>
            </a:extLst>
          </p:cNvPr>
          <p:cNvSpPr/>
          <p:nvPr/>
        </p:nvSpPr>
        <p:spPr>
          <a:xfrm>
            <a:off x="550862" y="2051556"/>
            <a:ext cx="2809853" cy="439387"/>
          </a:xfrm>
          <a:prstGeom prst="homePlate">
            <a:avLst>
              <a:gd name="adj" fmla="val 3378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sp>
        <p:nvSpPr>
          <p:cNvPr id="7" name="Chevron 6">
            <a:extLst>
              <a:ext uri="{FF2B5EF4-FFF2-40B4-BE49-F238E27FC236}">
                <a16:creationId xmlns:a16="http://schemas.microsoft.com/office/drawing/2014/main" id="{D139B489-81C0-D28C-4EC8-1D5D3E46447C}"/>
              </a:ext>
            </a:extLst>
          </p:cNvPr>
          <p:cNvSpPr/>
          <p:nvPr/>
        </p:nvSpPr>
        <p:spPr>
          <a:xfrm>
            <a:off x="3277589" y="2051802"/>
            <a:ext cx="4020889" cy="439387"/>
          </a:xfrm>
          <a:prstGeom prst="chevron">
            <a:avLst>
              <a:gd name="adj" fmla="val 3108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sp>
        <p:nvSpPr>
          <p:cNvPr id="9" name="Oval 8">
            <a:extLst>
              <a:ext uri="{FF2B5EF4-FFF2-40B4-BE49-F238E27FC236}">
                <a16:creationId xmlns:a16="http://schemas.microsoft.com/office/drawing/2014/main" id="{FF1678E1-F7EC-B9F7-57F0-9ED00DE806E6}"/>
              </a:ext>
            </a:extLst>
          </p:cNvPr>
          <p:cNvSpPr/>
          <p:nvPr/>
        </p:nvSpPr>
        <p:spPr>
          <a:xfrm>
            <a:off x="622114" y="2113901"/>
            <a:ext cx="314697" cy="314697"/>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DK" sz="1400">
                <a:solidFill>
                  <a:schemeClr val="bg1"/>
                </a:solidFill>
              </a:rPr>
              <a:t>1</a:t>
            </a:r>
          </a:p>
        </p:txBody>
      </p:sp>
      <p:sp>
        <p:nvSpPr>
          <p:cNvPr id="10" name="TextBox 9">
            <a:extLst>
              <a:ext uri="{FF2B5EF4-FFF2-40B4-BE49-F238E27FC236}">
                <a16:creationId xmlns:a16="http://schemas.microsoft.com/office/drawing/2014/main" id="{CF2E9EA1-5F51-E1AA-4EEF-F93047108DEE}"/>
              </a:ext>
            </a:extLst>
          </p:cNvPr>
          <p:cNvSpPr txBox="1"/>
          <p:nvPr/>
        </p:nvSpPr>
        <p:spPr>
          <a:xfrm>
            <a:off x="1021278" y="2132750"/>
            <a:ext cx="2101933" cy="276999"/>
          </a:xfrm>
          <a:prstGeom prst="rect">
            <a:avLst/>
          </a:prstGeom>
          <a:solidFill>
            <a:schemeClr val="accent2"/>
          </a:solidFill>
        </p:spPr>
        <p:txBody>
          <a:bodyPr wrap="square" rtlCol="0">
            <a:spAutoFit/>
          </a:bodyPr>
          <a:lstStyle/>
          <a:p>
            <a:r>
              <a:rPr lang="en-DK" sz="1200" b="1">
                <a:solidFill>
                  <a:schemeClr val="bg1"/>
                </a:solidFill>
              </a:rPr>
              <a:t>Expore opportunity</a:t>
            </a:r>
            <a:endParaRPr lang="en-DK" sz="1200" b="1" dirty="0">
              <a:solidFill>
                <a:schemeClr val="bg1"/>
              </a:solidFill>
            </a:endParaRPr>
          </a:p>
        </p:txBody>
      </p:sp>
      <p:sp>
        <p:nvSpPr>
          <p:cNvPr id="11" name="Chevron 10">
            <a:extLst>
              <a:ext uri="{FF2B5EF4-FFF2-40B4-BE49-F238E27FC236}">
                <a16:creationId xmlns:a16="http://schemas.microsoft.com/office/drawing/2014/main" id="{EFC42EEA-2FFC-3B13-DCB5-3DA4319C825D}"/>
              </a:ext>
            </a:extLst>
          </p:cNvPr>
          <p:cNvSpPr/>
          <p:nvPr/>
        </p:nvSpPr>
        <p:spPr>
          <a:xfrm>
            <a:off x="7220197" y="2051556"/>
            <a:ext cx="4396303" cy="439387"/>
          </a:xfrm>
          <a:prstGeom prst="chevron">
            <a:avLst>
              <a:gd name="adj" fmla="val 3108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sp>
        <p:nvSpPr>
          <p:cNvPr id="15" name="Oval 14">
            <a:extLst>
              <a:ext uri="{FF2B5EF4-FFF2-40B4-BE49-F238E27FC236}">
                <a16:creationId xmlns:a16="http://schemas.microsoft.com/office/drawing/2014/main" id="{CAC61D60-E3FE-480D-EBB6-87CB4C50659B}"/>
              </a:ext>
            </a:extLst>
          </p:cNvPr>
          <p:cNvSpPr/>
          <p:nvPr/>
        </p:nvSpPr>
        <p:spPr>
          <a:xfrm>
            <a:off x="3526972" y="2113901"/>
            <a:ext cx="314697" cy="314697"/>
          </a:xfrm>
          <a:prstGeom prst="ellipse">
            <a:avLst/>
          </a:prstGeom>
          <a:solidFill>
            <a:schemeClr val="accent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DK" sz="1400" dirty="0">
                <a:solidFill>
                  <a:schemeClr val="bg1"/>
                </a:solidFill>
              </a:rPr>
              <a:t>2</a:t>
            </a:r>
          </a:p>
        </p:txBody>
      </p:sp>
      <p:sp>
        <p:nvSpPr>
          <p:cNvPr id="16" name="TextBox 15">
            <a:extLst>
              <a:ext uri="{FF2B5EF4-FFF2-40B4-BE49-F238E27FC236}">
                <a16:creationId xmlns:a16="http://schemas.microsoft.com/office/drawing/2014/main" id="{6D830209-A71F-FFC3-2F61-4D3434EAC290}"/>
              </a:ext>
            </a:extLst>
          </p:cNvPr>
          <p:cNvSpPr txBox="1"/>
          <p:nvPr/>
        </p:nvSpPr>
        <p:spPr>
          <a:xfrm>
            <a:off x="3926136" y="2132750"/>
            <a:ext cx="3056557" cy="276999"/>
          </a:xfrm>
          <a:prstGeom prst="rect">
            <a:avLst/>
          </a:prstGeom>
          <a:solidFill>
            <a:schemeClr val="accent4"/>
          </a:solidFill>
        </p:spPr>
        <p:txBody>
          <a:bodyPr wrap="square" rtlCol="0">
            <a:spAutoFit/>
          </a:bodyPr>
          <a:lstStyle/>
          <a:p>
            <a:r>
              <a:rPr lang="en-DK" sz="1200" b="1" dirty="0">
                <a:solidFill>
                  <a:schemeClr val="bg1"/>
                </a:solidFill>
              </a:rPr>
              <a:t>Detail design and MVP</a:t>
            </a:r>
          </a:p>
        </p:txBody>
      </p:sp>
      <p:sp>
        <p:nvSpPr>
          <p:cNvPr id="18" name="TextBox 17">
            <a:extLst>
              <a:ext uri="{FF2B5EF4-FFF2-40B4-BE49-F238E27FC236}">
                <a16:creationId xmlns:a16="http://schemas.microsoft.com/office/drawing/2014/main" id="{16CE6A8D-3029-B602-3890-A3AF509A7DB4}"/>
              </a:ext>
            </a:extLst>
          </p:cNvPr>
          <p:cNvSpPr txBox="1"/>
          <p:nvPr/>
        </p:nvSpPr>
        <p:spPr>
          <a:xfrm>
            <a:off x="1021278" y="2586192"/>
            <a:ext cx="2256310" cy="1000274"/>
          </a:xfrm>
          <a:prstGeom prst="rect">
            <a:avLst/>
          </a:prstGeom>
          <a:noFill/>
        </p:spPr>
        <p:txBody>
          <a:bodyPr wrap="square" rtlCol="0">
            <a:spAutoFit/>
          </a:bodyPr>
          <a:lstStyle/>
          <a:p>
            <a:pPr>
              <a:spcAft>
                <a:spcPts val="600"/>
              </a:spcAft>
            </a:pPr>
            <a:r>
              <a:rPr lang="en-US" sz="1100" dirty="0"/>
              <a:t>[Insert key deliverables]</a:t>
            </a:r>
            <a:endParaRPr lang="en-US" sz="1100" b="1" dirty="0"/>
          </a:p>
          <a:p>
            <a:pPr>
              <a:spcAft>
                <a:spcPts val="600"/>
              </a:spcAft>
            </a:pPr>
            <a:r>
              <a:rPr lang="en-US" sz="1100" dirty="0"/>
              <a:t>[Insert key deliverables]</a:t>
            </a:r>
          </a:p>
          <a:p>
            <a:pPr>
              <a:spcAft>
                <a:spcPts val="600"/>
              </a:spcAft>
            </a:pPr>
            <a:r>
              <a:rPr lang="en-US" sz="1100" dirty="0"/>
              <a:t>[Insert key deliverables]</a:t>
            </a:r>
          </a:p>
          <a:p>
            <a:pPr>
              <a:spcAft>
                <a:spcPts val="600"/>
              </a:spcAft>
            </a:pPr>
            <a:endParaRPr lang="en-US" sz="1100" b="1" dirty="0"/>
          </a:p>
        </p:txBody>
      </p:sp>
      <p:sp>
        <p:nvSpPr>
          <p:cNvPr id="21" name="Oval 20">
            <a:extLst>
              <a:ext uri="{FF2B5EF4-FFF2-40B4-BE49-F238E27FC236}">
                <a16:creationId xmlns:a16="http://schemas.microsoft.com/office/drawing/2014/main" id="{3682852B-A1E8-17BA-28BC-85DB6C8F83FF}"/>
              </a:ext>
            </a:extLst>
          </p:cNvPr>
          <p:cNvSpPr/>
          <p:nvPr/>
        </p:nvSpPr>
        <p:spPr>
          <a:xfrm>
            <a:off x="7426676" y="2113901"/>
            <a:ext cx="314697" cy="314697"/>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DK" sz="1400">
                <a:solidFill>
                  <a:schemeClr val="bg1"/>
                </a:solidFill>
              </a:rPr>
              <a:t>3</a:t>
            </a:r>
          </a:p>
        </p:txBody>
      </p:sp>
      <p:sp>
        <p:nvSpPr>
          <p:cNvPr id="22" name="TextBox 21">
            <a:extLst>
              <a:ext uri="{FF2B5EF4-FFF2-40B4-BE49-F238E27FC236}">
                <a16:creationId xmlns:a16="http://schemas.microsoft.com/office/drawing/2014/main" id="{6B549C51-5FE2-F42D-B4A6-F96BD5809A9B}"/>
              </a:ext>
            </a:extLst>
          </p:cNvPr>
          <p:cNvSpPr txBox="1"/>
          <p:nvPr/>
        </p:nvSpPr>
        <p:spPr>
          <a:xfrm>
            <a:off x="7825840" y="2132750"/>
            <a:ext cx="3656003" cy="276999"/>
          </a:xfrm>
          <a:prstGeom prst="rect">
            <a:avLst/>
          </a:prstGeom>
          <a:solidFill>
            <a:schemeClr val="accent1"/>
          </a:solidFill>
        </p:spPr>
        <p:txBody>
          <a:bodyPr wrap="square" rtlCol="0">
            <a:spAutoFit/>
          </a:bodyPr>
          <a:lstStyle/>
          <a:p>
            <a:r>
              <a:rPr lang="en-DK" sz="1200" b="1" dirty="0">
                <a:solidFill>
                  <a:schemeClr val="bg1"/>
                </a:solidFill>
              </a:rPr>
              <a:t>Build MVP and launch in market</a:t>
            </a:r>
          </a:p>
        </p:txBody>
      </p:sp>
      <p:sp>
        <p:nvSpPr>
          <p:cNvPr id="23" name="TextBox 22">
            <a:extLst>
              <a:ext uri="{FF2B5EF4-FFF2-40B4-BE49-F238E27FC236}">
                <a16:creationId xmlns:a16="http://schemas.microsoft.com/office/drawing/2014/main" id="{A8FA6796-B5A6-A9FA-90DB-A89A6A4E2AE1}"/>
              </a:ext>
            </a:extLst>
          </p:cNvPr>
          <p:cNvSpPr txBox="1"/>
          <p:nvPr/>
        </p:nvSpPr>
        <p:spPr>
          <a:xfrm>
            <a:off x="3926136" y="2586192"/>
            <a:ext cx="3244575" cy="754053"/>
          </a:xfrm>
          <a:prstGeom prst="rect">
            <a:avLst/>
          </a:prstGeom>
          <a:noFill/>
        </p:spPr>
        <p:txBody>
          <a:bodyPr wrap="square" rtlCol="0">
            <a:spAutoFit/>
          </a:bodyPr>
          <a:lstStyle/>
          <a:p>
            <a:pPr>
              <a:spcAft>
                <a:spcPts val="600"/>
              </a:spcAft>
            </a:pPr>
            <a:r>
              <a:rPr lang="en-US" sz="1100" dirty="0"/>
              <a:t>[Insert key deliverables]</a:t>
            </a:r>
            <a:endParaRPr lang="en-US" sz="1100" b="1" dirty="0"/>
          </a:p>
          <a:p>
            <a:pPr>
              <a:spcAft>
                <a:spcPts val="600"/>
              </a:spcAft>
            </a:pPr>
            <a:r>
              <a:rPr lang="en-US" sz="1100" dirty="0"/>
              <a:t>[Insert key deliverables]</a:t>
            </a:r>
          </a:p>
          <a:p>
            <a:pPr>
              <a:spcAft>
                <a:spcPts val="600"/>
              </a:spcAft>
            </a:pPr>
            <a:r>
              <a:rPr lang="en-US" sz="1100" dirty="0"/>
              <a:t>[Insert key deliverables]</a:t>
            </a:r>
          </a:p>
        </p:txBody>
      </p:sp>
      <p:sp>
        <p:nvSpPr>
          <p:cNvPr id="24" name="TextBox 23">
            <a:extLst>
              <a:ext uri="{FF2B5EF4-FFF2-40B4-BE49-F238E27FC236}">
                <a16:creationId xmlns:a16="http://schemas.microsoft.com/office/drawing/2014/main" id="{4717C69B-BA5A-E1B5-8E6C-EEAA2D7E2552}"/>
              </a:ext>
            </a:extLst>
          </p:cNvPr>
          <p:cNvSpPr txBox="1"/>
          <p:nvPr/>
        </p:nvSpPr>
        <p:spPr>
          <a:xfrm>
            <a:off x="7825840" y="2586192"/>
            <a:ext cx="3744037" cy="1000274"/>
          </a:xfrm>
          <a:prstGeom prst="rect">
            <a:avLst/>
          </a:prstGeom>
          <a:noFill/>
        </p:spPr>
        <p:txBody>
          <a:bodyPr wrap="square" rtlCol="0">
            <a:spAutoFit/>
          </a:bodyPr>
          <a:lstStyle/>
          <a:p>
            <a:pPr>
              <a:spcAft>
                <a:spcPts val="600"/>
              </a:spcAft>
            </a:pPr>
            <a:r>
              <a:rPr lang="en-US" sz="1100" dirty="0"/>
              <a:t>[Insert key deliverables]</a:t>
            </a:r>
            <a:endParaRPr lang="en-US" sz="1100" b="1" dirty="0"/>
          </a:p>
          <a:p>
            <a:pPr>
              <a:spcAft>
                <a:spcPts val="600"/>
              </a:spcAft>
            </a:pPr>
            <a:r>
              <a:rPr lang="en-US" sz="1100" dirty="0"/>
              <a:t>[Insert key deliverables]</a:t>
            </a:r>
          </a:p>
          <a:p>
            <a:pPr>
              <a:spcAft>
                <a:spcPts val="600"/>
              </a:spcAft>
            </a:pPr>
            <a:r>
              <a:rPr lang="en-US" sz="1100" dirty="0"/>
              <a:t>[Insert key deliverables]</a:t>
            </a:r>
          </a:p>
          <a:p>
            <a:pPr>
              <a:spcAft>
                <a:spcPts val="600"/>
              </a:spcAft>
            </a:pPr>
            <a:endParaRPr lang="en-US" sz="1100" b="1" dirty="0"/>
          </a:p>
        </p:txBody>
      </p:sp>
      <p:cxnSp>
        <p:nvCxnSpPr>
          <p:cNvPr id="26" name="Straight Connector 25">
            <a:extLst>
              <a:ext uri="{FF2B5EF4-FFF2-40B4-BE49-F238E27FC236}">
                <a16:creationId xmlns:a16="http://schemas.microsoft.com/office/drawing/2014/main" id="{98321E6A-EC88-D6A1-BFE6-7F1F1A64DD53}"/>
              </a:ext>
            </a:extLst>
          </p:cNvPr>
          <p:cNvCxnSpPr/>
          <p:nvPr/>
        </p:nvCxnSpPr>
        <p:spPr>
          <a:xfrm>
            <a:off x="3277589" y="2586192"/>
            <a:ext cx="0" cy="3749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14963F9-075C-3991-DCA5-B1D0E4B56611}"/>
              </a:ext>
            </a:extLst>
          </p:cNvPr>
          <p:cNvCxnSpPr/>
          <p:nvPr/>
        </p:nvCxnSpPr>
        <p:spPr>
          <a:xfrm>
            <a:off x="7170716" y="2603806"/>
            <a:ext cx="0" cy="3749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27DFF3B-D498-77DD-EF4E-8F592333F2AB}"/>
              </a:ext>
            </a:extLst>
          </p:cNvPr>
          <p:cNvCxnSpPr>
            <a:cxnSpLocks/>
          </p:cNvCxnSpPr>
          <p:nvPr/>
        </p:nvCxnSpPr>
        <p:spPr>
          <a:xfrm flipH="1">
            <a:off x="622114" y="5017627"/>
            <a:ext cx="250109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AE4F6A6-2A89-B267-41F0-959C73E70CB1}"/>
              </a:ext>
            </a:extLst>
          </p:cNvPr>
          <p:cNvSpPr txBox="1"/>
          <p:nvPr/>
        </p:nvSpPr>
        <p:spPr>
          <a:xfrm>
            <a:off x="1021278" y="5112630"/>
            <a:ext cx="2101931" cy="261610"/>
          </a:xfrm>
          <a:prstGeom prst="rect">
            <a:avLst/>
          </a:prstGeom>
          <a:noFill/>
        </p:spPr>
        <p:txBody>
          <a:bodyPr wrap="square" rtlCol="0">
            <a:spAutoFit/>
          </a:bodyPr>
          <a:lstStyle>
            <a:defPPr>
              <a:defRPr lang="en-DK"/>
            </a:defPPr>
            <a:lvl1pPr>
              <a:spcAft>
                <a:spcPts val="600"/>
              </a:spcAft>
              <a:defRPr sz="1100" b="1">
                <a:solidFill>
                  <a:schemeClr val="bg2">
                    <a:lumMod val="10000"/>
                  </a:schemeClr>
                </a:solidFill>
              </a:defRPr>
            </a:lvl1pPr>
          </a:lstStyle>
          <a:p>
            <a:r>
              <a:rPr lang="en-US" b="0" dirty="0">
                <a:solidFill>
                  <a:schemeClr val="tx1"/>
                </a:solidFill>
              </a:rPr>
              <a:t>[Insert key people involved]</a:t>
            </a:r>
          </a:p>
        </p:txBody>
      </p:sp>
      <p:sp>
        <p:nvSpPr>
          <p:cNvPr id="34" name="TextBox 33">
            <a:extLst>
              <a:ext uri="{FF2B5EF4-FFF2-40B4-BE49-F238E27FC236}">
                <a16:creationId xmlns:a16="http://schemas.microsoft.com/office/drawing/2014/main" id="{414B510D-508A-0CA1-69DE-C74A6C1B5135}"/>
              </a:ext>
            </a:extLst>
          </p:cNvPr>
          <p:cNvSpPr txBox="1"/>
          <p:nvPr/>
        </p:nvSpPr>
        <p:spPr>
          <a:xfrm>
            <a:off x="9269087" y="1413230"/>
            <a:ext cx="1378753" cy="246221"/>
          </a:xfrm>
          <a:prstGeom prst="rect">
            <a:avLst/>
          </a:prstGeom>
          <a:noFill/>
        </p:spPr>
        <p:txBody>
          <a:bodyPr wrap="square" rtlCol="0">
            <a:spAutoFit/>
          </a:bodyPr>
          <a:lstStyle/>
          <a:p>
            <a:r>
              <a:rPr lang="en-DK" sz="1000" dirty="0">
                <a:latin typeface="Arial" panose="020B0604020202020204" pitchFamily="34" charset="0"/>
                <a:cs typeface="Arial" panose="020B0604020202020204" pitchFamily="34" charset="0"/>
              </a:rPr>
              <a:t>Deliverables</a:t>
            </a:r>
          </a:p>
        </p:txBody>
      </p:sp>
      <p:sp>
        <p:nvSpPr>
          <p:cNvPr id="35" name="TextBox 34">
            <a:extLst>
              <a:ext uri="{FF2B5EF4-FFF2-40B4-BE49-F238E27FC236}">
                <a16:creationId xmlns:a16="http://schemas.microsoft.com/office/drawing/2014/main" id="{AC3F601D-9EE6-F0DA-48CE-457B67EE53E6}"/>
              </a:ext>
            </a:extLst>
          </p:cNvPr>
          <p:cNvSpPr txBox="1"/>
          <p:nvPr/>
        </p:nvSpPr>
        <p:spPr>
          <a:xfrm>
            <a:off x="10721440" y="1413230"/>
            <a:ext cx="1378753" cy="246221"/>
          </a:xfrm>
          <a:prstGeom prst="rect">
            <a:avLst/>
          </a:prstGeom>
          <a:noFill/>
        </p:spPr>
        <p:txBody>
          <a:bodyPr wrap="square" rtlCol="0">
            <a:spAutoFit/>
          </a:bodyPr>
          <a:lstStyle/>
          <a:p>
            <a:r>
              <a:rPr lang="en-DK" sz="1000" dirty="0">
                <a:latin typeface="Arial" panose="020B0604020202020204" pitchFamily="34" charset="0"/>
                <a:cs typeface="Arial" panose="020B0604020202020204" pitchFamily="34" charset="0"/>
              </a:rPr>
              <a:t>People</a:t>
            </a:r>
          </a:p>
        </p:txBody>
      </p:sp>
      <p:cxnSp>
        <p:nvCxnSpPr>
          <p:cNvPr id="37" name="Straight Connector 36">
            <a:extLst>
              <a:ext uri="{FF2B5EF4-FFF2-40B4-BE49-F238E27FC236}">
                <a16:creationId xmlns:a16="http://schemas.microsoft.com/office/drawing/2014/main" id="{D8DCB7DB-E13E-CC6D-BAE1-E6ED83FC69BA}"/>
              </a:ext>
            </a:extLst>
          </p:cNvPr>
          <p:cNvCxnSpPr>
            <a:cxnSpLocks/>
          </p:cNvCxnSpPr>
          <p:nvPr/>
        </p:nvCxnSpPr>
        <p:spPr>
          <a:xfrm flipH="1">
            <a:off x="3443844" y="5017627"/>
            <a:ext cx="361009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2E711A-CA0C-7CEC-7064-7B8086DB11D1}"/>
              </a:ext>
            </a:extLst>
          </p:cNvPr>
          <p:cNvCxnSpPr>
            <a:cxnSpLocks/>
          </p:cNvCxnSpPr>
          <p:nvPr/>
        </p:nvCxnSpPr>
        <p:spPr>
          <a:xfrm flipH="1">
            <a:off x="7313862" y="5017627"/>
            <a:ext cx="425601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CAD2040-7F27-E2E0-FBD6-3DBDCB4B9357}"/>
              </a:ext>
            </a:extLst>
          </p:cNvPr>
          <p:cNvSpPr txBox="1"/>
          <p:nvPr/>
        </p:nvSpPr>
        <p:spPr>
          <a:xfrm>
            <a:off x="3926138" y="5112630"/>
            <a:ext cx="3127802" cy="261610"/>
          </a:xfrm>
          <a:prstGeom prst="rect">
            <a:avLst/>
          </a:prstGeom>
          <a:noFill/>
        </p:spPr>
        <p:txBody>
          <a:bodyPr wrap="square" rtlCol="0">
            <a:spAutoFit/>
          </a:bodyPr>
          <a:lstStyle>
            <a:defPPr>
              <a:defRPr lang="en-DK"/>
            </a:defPPr>
            <a:lvl1pPr>
              <a:spcAft>
                <a:spcPts val="600"/>
              </a:spcAft>
              <a:defRPr sz="1100" b="1">
                <a:solidFill>
                  <a:schemeClr val="bg2">
                    <a:lumMod val="10000"/>
                  </a:schemeClr>
                </a:solidFill>
              </a:defRPr>
            </a:lvl1pPr>
          </a:lstStyle>
          <a:p>
            <a:r>
              <a:rPr lang="en-US" b="0" dirty="0">
                <a:solidFill>
                  <a:schemeClr val="tx1"/>
                </a:solidFill>
              </a:rPr>
              <a:t>[Insert key people involved]</a:t>
            </a:r>
          </a:p>
        </p:txBody>
      </p:sp>
      <p:sp>
        <p:nvSpPr>
          <p:cNvPr id="46" name="TextBox 45">
            <a:extLst>
              <a:ext uri="{FF2B5EF4-FFF2-40B4-BE49-F238E27FC236}">
                <a16:creationId xmlns:a16="http://schemas.microsoft.com/office/drawing/2014/main" id="{79DCD8AB-AC2D-53E1-F9FE-44F39AB7A243}"/>
              </a:ext>
            </a:extLst>
          </p:cNvPr>
          <p:cNvSpPr txBox="1"/>
          <p:nvPr/>
        </p:nvSpPr>
        <p:spPr>
          <a:xfrm>
            <a:off x="7782423" y="5112630"/>
            <a:ext cx="3814491" cy="261610"/>
          </a:xfrm>
          <a:prstGeom prst="rect">
            <a:avLst/>
          </a:prstGeom>
          <a:noFill/>
        </p:spPr>
        <p:txBody>
          <a:bodyPr wrap="square" rtlCol="0">
            <a:spAutoFit/>
          </a:bodyPr>
          <a:lstStyle>
            <a:defPPr>
              <a:defRPr lang="en-DK"/>
            </a:defPPr>
            <a:lvl1pPr>
              <a:spcAft>
                <a:spcPts val="600"/>
              </a:spcAft>
              <a:defRPr sz="1100" b="1">
                <a:solidFill>
                  <a:schemeClr val="bg2">
                    <a:lumMod val="10000"/>
                  </a:schemeClr>
                </a:solidFill>
              </a:defRPr>
            </a:lvl1pPr>
          </a:lstStyle>
          <a:p>
            <a:r>
              <a:rPr lang="en-US" b="0" dirty="0">
                <a:solidFill>
                  <a:schemeClr val="tx1"/>
                </a:solidFill>
              </a:rPr>
              <a:t>[Insert key people involved]</a:t>
            </a:r>
          </a:p>
        </p:txBody>
      </p:sp>
      <p:cxnSp>
        <p:nvCxnSpPr>
          <p:cNvPr id="48" name="Straight Arrow Connector 47">
            <a:extLst>
              <a:ext uri="{FF2B5EF4-FFF2-40B4-BE49-F238E27FC236}">
                <a16:creationId xmlns:a16="http://schemas.microsoft.com/office/drawing/2014/main" id="{1713962D-978B-5B13-5A41-A7877AB3719F}"/>
              </a:ext>
            </a:extLst>
          </p:cNvPr>
          <p:cNvCxnSpPr>
            <a:cxnSpLocks/>
          </p:cNvCxnSpPr>
          <p:nvPr/>
        </p:nvCxnSpPr>
        <p:spPr>
          <a:xfrm>
            <a:off x="550863" y="1933052"/>
            <a:ext cx="2726725"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D5470FA-4AB0-8EDF-3D62-BFA248197A73}"/>
              </a:ext>
            </a:extLst>
          </p:cNvPr>
          <p:cNvCxnSpPr>
            <a:cxnSpLocks/>
          </p:cNvCxnSpPr>
          <p:nvPr/>
        </p:nvCxnSpPr>
        <p:spPr>
          <a:xfrm>
            <a:off x="3277588" y="1931073"/>
            <a:ext cx="3893123"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941A5B8-120E-0A73-BB2C-75BCF8F94854}"/>
              </a:ext>
            </a:extLst>
          </p:cNvPr>
          <p:cNvCxnSpPr>
            <a:cxnSpLocks/>
          </p:cNvCxnSpPr>
          <p:nvPr/>
        </p:nvCxnSpPr>
        <p:spPr>
          <a:xfrm>
            <a:off x="7170711" y="1931073"/>
            <a:ext cx="4433914"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50FF582-9913-D54D-1F61-FBD0849C5B2F}"/>
              </a:ext>
            </a:extLst>
          </p:cNvPr>
          <p:cNvSpPr txBox="1"/>
          <p:nvPr/>
        </p:nvSpPr>
        <p:spPr>
          <a:xfrm>
            <a:off x="1299317" y="1804733"/>
            <a:ext cx="1229817" cy="246221"/>
          </a:xfrm>
          <a:prstGeom prst="rect">
            <a:avLst/>
          </a:prstGeom>
          <a:solidFill>
            <a:schemeClr val="bg1"/>
          </a:solidFill>
        </p:spPr>
        <p:txBody>
          <a:bodyPr wrap="square" rtlCol="0" anchor="ctr">
            <a:spAutoFit/>
          </a:bodyPr>
          <a:lstStyle/>
          <a:p>
            <a:pPr algn="ctr"/>
            <a:r>
              <a:rPr lang="en-US" sz="1000" dirty="0"/>
              <a:t>[Insert timeframe]</a:t>
            </a:r>
          </a:p>
        </p:txBody>
      </p:sp>
      <p:pic>
        <p:nvPicPr>
          <p:cNvPr id="3" name="Picture 2">
            <a:extLst>
              <a:ext uri="{FF2B5EF4-FFF2-40B4-BE49-F238E27FC236}">
                <a16:creationId xmlns:a16="http://schemas.microsoft.com/office/drawing/2014/main" id="{AD4D02A6-EFEC-074D-AC23-CC78EE561310}"/>
              </a:ext>
            </a:extLst>
          </p:cNvPr>
          <p:cNvPicPr>
            <a:picLocks noChangeAspect="1"/>
          </p:cNvPicPr>
          <p:nvPr/>
        </p:nvPicPr>
        <p:blipFill>
          <a:blip r:embed="rId3"/>
          <a:stretch>
            <a:fillRect/>
          </a:stretch>
        </p:blipFill>
        <p:spPr>
          <a:xfrm>
            <a:off x="616726" y="2611917"/>
            <a:ext cx="338400" cy="338400"/>
          </a:xfrm>
          <a:prstGeom prst="rect">
            <a:avLst/>
          </a:prstGeom>
        </p:spPr>
      </p:pic>
      <p:pic>
        <p:nvPicPr>
          <p:cNvPr id="4" name="Picture 3">
            <a:extLst>
              <a:ext uri="{FF2B5EF4-FFF2-40B4-BE49-F238E27FC236}">
                <a16:creationId xmlns:a16="http://schemas.microsoft.com/office/drawing/2014/main" id="{056088A4-1815-674B-8936-6C0381DE00B0}"/>
              </a:ext>
            </a:extLst>
          </p:cNvPr>
          <p:cNvPicPr>
            <a:picLocks noChangeAspect="1"/>
          </p:cNvPicPr>
          <p:nvPr/>
        </p:nvPicPr>
        <p:blipFill>
          <a:blip r:embed="rId4"/>
          <a:stretch>
            <a:fillRect/>
          </a:stretch>
        </p:blipFill>
        <p:spPr>
          <a:xfrm>
            <a:off x="7402973" y="5138016"/>
            <a:ext cx="338400" cy="338400"/>
          </a:xfrm>
          <a:prstGeom prst="rect">
            <a:avLst/>
          </a:prstGeom>
        </p:spPr>
      </p:pic>
      <p:pic>
        <p:nvPicPr>
          <p:cNvPr id="43" name="Picture 42">
            <a:extLst>
              <a:ext uri="{FF2B5EF4-FFF2-40B4-BE49-F238E27FC236}">
                <a16:creationId xmlns:a16="http://schemas.microsoft.com/office/drawing/2014/main" id="{59FDB9F6-518F-4740-AD25-2DB8AA1080F2}"/>
              </a:ext>
            </a:extLst>
          </p:cNvPr>
          <p:cNvPicPr>
            <a:picLocks noChangeAspect="1"/>
          </p:cNvPicPr>
          <p:nvPr/>
        </p:nvPicPr>
        <p:blipFill>
          <a:blip r:embed="rId3"/>
          <a:stretch>
            <a:fillRect/>
          </a:stretch>
        </p:blipFill>
        <p:spPr>
          <a:xfrm>
            <a:off x="3500099" y="2611917"/>
            <a:ext cx="338400" cy="338400"/>
          </a:xfrm>
          <a:prstGeom prst="rect">
            <a:avLst/>
          </a:prstGeom>
        </p:spPr>
      </p:pic>
      <p:pic>
        <p:nvPicPr>
          <p:cNvPr id="45" name="Picture 44">
            <a:extLst>
              <a:ext uri="{FF2B5EF4-FFF2-40B4-BE49-F238E27FC236}">
                <a16:creationId xmlns:a16="http://schemas.microsoft.com/office/drawing/2014/main" id="{209962BB-6780-4446-AA4C-F2C665E70B34}"/>
              </a:ext>
            </a:extLst>
          </p:cNvPr>
          <p:cNvPicPr>
            <a:picLocks noChangeAspect="1"/>
          </p:cNvPicPr>
          <p:nvPr/>
        </p:nvPicPr>
        <p:blipFill>
          <a:blip r:embed="rId3"/>
          <a:stretch>
            <a:fillRect/>
          </a:stretch>
        </p:blipFill>
        <p:spPr>
          <a:xfrm>
            <a:off x="7402973" y="2611917"/>
            <a:ext cx="338400" cy="338400"/>
          </a:xfrm>
          <a:prstGeom prst="rect">
            <a:avLst/>
          </a:prstGeom>
        </p:spPr>
      </p:pic>
      <p:pic>
        <p:nvPicPr>
          <p:cNvPr id="47" name="Picture 46">
            <a:extLst>
              <a:ext uri="{FF2B5EF4-FFF2-40B4-BE49-F238E27FC236}">
                <a16:creationId xmlns:a16="http://schemas.microsoft.com/office/drawing/2014/main" id="{31D74E54-8F4A-324F-BD61-49A86349E3BF}"/>
              </a:ext>
            </a:extLst>
          </p:cNvPr>
          <p:cNvPicPr>
            <a:picLocks noChangeAspect="1"/>
          </p:cNvPicPr>
          <p:nvPr/>
        </p:nvPicPr>
        <p:blipFill>
          <a:blip r:embed="rId4"/>
          <a:stretch>
            <a:fillRect/>
          </a:stretch>
        </p:blipFill>
        <p:spPr>
          <a:xfrm>
            <a:off x="616726" y="5138016"/>
            <a:ext cx="338400" cy="338400"/>
          </a:xfrm>
          <a:prstGeom prst="rect">
            <a:avLst/>
          </a:prstGeom>
        </p:spPr>
      </p:pic>
      <p:pic>
        <p:nvPicPr>
          <p:cNvPr id="50" name="Picture 49">
            <a:extLst>
              <a:ext uri="{FF2B5EF4-FFF2-40B4-BE49-F238E27FC236}">
                <a16:creationId xmlns:a16="http://schemas.microsoft.com/office/drawing/2014/main" id="{277C3BBD-5D40-164E-9297-E064B1835890}"/>
              </a:ext>
            </a:extLst>
          </p:cNvPr>
          <p:cNvPicPr>
            <a:picLocks noChangeAspect="1"/>
          </p:cNvPicPr>
          <p:nvPr/>
        </p:nvPicPr>
        <p:blipFill>
          <a:blip r:embed="rId4"/>
          <a:stretch>
            <a:fillRect/>
          </a:stretch>
        </p:blipFill>
        <p:spPr>
          <a:xfrm>
            <a:off x="3500099" y="5138016"/>
            <a:ext cx="338400" cy="338400"/>
          </a:xfrm>
          <a:prstGeom prst="rect">
            <a:avLst/>
          </a:prstGeom>
        </p:spPr>
      </p:pic>
      <p:pic>
        <p:nvPicPr>
          <p:cNvPr id="52" name="Picture 51">
            <a:extLst>
              <a:ext uri="{FF2B5EF4-FFF2-40B4-BE49-F238E27FC236}">
                <a16:creationId xmlns:a16="http://schemas.microsoft.com/office/drawing/2014/main" id="{9FBA523E-27B9-7C45-B163-E808DE4C7803}"/>
              </a:ext>
            </a:extLst>
          </p:cNvPr>
          <p:cNvPicPr>
            <a:picLocks noChangeAspect="1"/>
          </p:cNvPicPr>
          <p:nvPr/>
        </p:nvPicPr>
        <p:blipFill>
          <a:blip r:embed="rId4"/>
          <a:stretch>
            <a:fillRect/>
          </a:stretch>
        </p:blipFill>
        <p:spPr>
          <a:xfrm>
            <a:off x="10383040" y="1367140"/>
            <a:ext cx="338400" cy="338400"/>
          </a:xfrm>
          <a:prstGeom prst="rect">
            <a:avLst/>
          </a:prstGeom>
        </p:spPr>
      </p:pic>
      <p:pic>
        <p:nvPicPr>
          <p:cNvPr id="56" name="Picture 55">
            <a:extLst>
              <a:ext uri="{FF2B5EF4-FFF2-40B4-BE49-F238E27FC236}">
                <a16:creationId xmlns:a16="http://schemas.microsoft.com/office/drawing/2014/main" id="{38703CCF-792D-0D4E-8362-226850453B60}"/>
              </a:ext>
            </a:extLst>
          </p:cNvPr>
          <p:cNvPicPr>
            <a:picLocks noChangeAspect="1"/>
          </p:cNvPicPr>
          <p:nvPr/>
        </p:nvPicPr>
        <p:blipFill>
          <a:blip r:embed="rId3"/>
          <a:stretch>
            <a:fillRect/>
          </a:stretch>
        </p:blipFill>
        <p:spPr>
          <a:xfrm>
            <a:off x="8942562" y="1367140"/>
            <a:ext cx="338400" cy="338400"/>
          </a:xfrm>
          <a:prstGeom prst="rect">
            <a:avLst/>
          </a:prstGeom>
        </p:spPr>
      </p:pic>
      <p:sp>
        <p:nvSpPr>
          <p:cNvPr id="19" name="TextBox 18">
            <a:extLst>
              <a:ext uri="{FF2B5EF4-FFF2-40B4-BE49-F238E27FC236}">
                <a16:creationId xmlns:a16="http://schemas.microsoft.com/office/drawing/2014/main" id="{32BECE37-A38F-FB95-B911-A48029BD90DA}"/>
              </a:ext>
            </a:extLst>
          </p:cNvPr>
          <p:cNvSpPr txBox="1"/>
          <p:nvPr/>
        </p:nvSpPr>
        <p:spPr>
          <a:xfrm>
            <a:off x="4609241" y="1804733"/>
            <a:ext cx="1229817" cy="246221"/>
          </a:xfrm>
          <a:prstGeom prst="rect">
            <a:avLst/>
          </a:prstGeom>
          <a:solidFill>
            <a:schemeClr val="bg1"/>
          </a:solidFill>
        </p:spPr>
        <p:txBody>
          <a:bodyPr wrap="square" rtlCol="0" anchor="ctr">
            <a:spAutoFit/>
          </a:bodyPr>
          <a:lstStyle/>
          <a:p>
            <a:pPr algn="ctr"/>
            <a:r>
              <a:rPr lang="en-US" sz="1000"/>
              <a:t>[Insert timeframe]</a:t>
            </a:r>
          </a:p>
        </p:txBody>
      </p:sp>
      <p:sp>
        <p:nvSpPr>
          <p:cNvPr id="20" name="TextBox 19">
            <a:extLst>
              <a:ext uri="{FF2B5EF4-FFF2-40B4-BE49-F238E27FC236}">
                <a16:creationId xmlns:a16="http://schemas.microsoft.com/office/drawing/2014/main" id="{BF2AB86B-46C2-019F-C903-05067B1B3E45}"/>
              </a:ext>
            </a:extLst>
          </p:cNvPr>
          <p:cNvSpPr txBox="1"/>
          <p:nvPr/>
        </p:nvSpPr>
        <p:spPr>
          <a:xfrm>
            <a:off x="8772760" y="1804733"/>
            <a:ext cx="1229817" cy="246221"/>
          </a:xfrm>
          <a:prstGeom prst="rect">
            <a:avLst/>
          </a:prstGeom>
          <a:solidFill>
            <a:schemeClr val="bg1"/>
          </a:solidFill>
        </p:spPr>
        <p:txBody>
          <a:bodyPr wrap="square" rtlCol="0" anchor="ctr">
            <a:spAutoFit/>
          </a:bodyPr>
          <a:lstStyle/>
          <a:p>
            <a:pPr algn="ctr"/>
            <a:r>
              <a:rPr lang="en-US" sz="1000"/>
              <a:t>[Insert timeframe]</a:t>
            </a:r>
          </a:p>
        </p:txBody>
      </p:sp>
      <p:sp>
        <p:nvSpPr>
          <p:cNvPr id="6" name="Google Shape;507;p14">
            <a:extLst>
              <a:ext uri="{FF2B5EF4-FFF2-40B4-BE49-F238E27FC236}">
                <a16:creationId xmlns:a16="http://schemas.microsoft.com/office/drawing/2014/main" id="{FD32297F-9C96-AB8C-96C1-62BEC7523FA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dirty="0">
                <a:latin typeface="Arial"/>
                <a:ea typeface="Arial"/>
                <a:cs typeface="Arial"/>
                <a:sym typeface="Arial"/>
              </a:rPr>
              <a:t>Source: </a:t>
            </a:r>
            <a:r>
              <a:rPr lang="en-GB" sz="900" dirty="0">
                <a:latin typeface="Arial"/>
                <a:ea typeface="Arial"/>
                <a:cs typeface="Arial"/>
                <a:sym typeface="Arial"/>
              </a:rPr>
              <a:t>xx</a:t>
            </a:r>
            <a:endParaRPr sz="900" b="0" i="0" u="none" strike="noStrike" cap="none" dirty="0">
              <a:latin typeface="Arial"/>
              <a:ea typeface="Arial"/>
              <a:cs typeface="Arial"/>
              <a:sym typeface="Arial"/>
            </a:endParaRPr>
          </a:p>
        </p:txBody>
      </p:sp>
      <p:sp>
        <p:nvSpPr>
          <p:cNvPr id="8" name="Google Shape;538;p14">
            <a:extLst>
              <a:ext uri="{FF2B5EF4-FFF2-40B4-BE49-F238E27FC236}">
                <a16:creationId xmlns:a16="http://schemas.microsoft.com/office/drawing/2014/main" id="{909C804C-17E1-9C34-4F69-E68539617C34}"/>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dirty="0">
                <a:latin typeface="Arial"/>
                <a:ea typeface="Arial"/>
                <a:cs typeface="Arial"/>
                <a:sym typeface="Arial"/>
              </a:rPr>
              <a:t>Footnote: 1. xx</a:t>
            </a:r>
            <a:endParaRPr sz="900" dirty="0">
              <a:latin typeface="Arial"/>
              <a:ea typeface="Arial"/>
              <a:cs typeface="Arial"/>
              <a:sym typeface="Arial"/>
            </a:endParaRPr>
          </a:p>
        </p:txBody>
      </p:sp>
      <p:sp>
        <p:nvSpPr>
          <p:cNvPr id="12" name="TextBox 11">
            <a:extLst>
              <a:ext uri="{FF2B5EF4-FFF2-40B4-BE49-F238E27FC236}">
                <a16:creationId xmlns:a16="http://schemas.microsoft.com/office/drawing/2014/main" id="{A06ECDEC-83BD-2F44-A3FF-6ECB7FE226AE}"/>
              </a:ext>
            </a:extLst>
          </p:cNvPr>
          <p:cNvSpPr txBox="1"/>
          <p:nvPr/>
        </p:nvSpPr>
        <p:spPr>
          <a:xfrm>
            <a:off x="-1798983" y="-447261"/>
            <a:ext cx="0" cy="0"/>
          </a:xfrm>
          <a:prstGeom prst="rect">
            <a:avLst/>
          </a:prstGeom>
          <a:solidFill>
            <a:schemeClr val="bg1"/>
          </a:solidFill>
          <a:ln w="6350">
            <a:noFill/>
            <a:miter lim="800000"/>
          </a:ln>
        </p:spPr>
        <p:txBody>
          <a:bodyPr vert="horz" wrap="none" lIns="0" tIns="0" rIns="0" bIns="0" rtlCol="0">
            <a:noAutofit/>
          </a:bodyPr>
          <a:lstStyle/>
          <a:p>
            <a:pPr algn="l">
              <a:spcBef>
                <a:spcPts val="300"/>
              </a:spcBef>
              <a:spcAft>
                <a:spcPts val="300"/>
              </a:spcAft>
              <a:buNone/>
            </a:pPr>
            <a:endParaRPr lang="en-US" sz="1600" dirty="0"/>
          </a:p>
        </p:txBody>
      </p:sp>
    </p:spTree>
    <p:extLst>
      <p:ext uri="{BB962C8B-B14F-4D97-AF65-F5344CB8AC3E}">
        <p14:creationId xmlns:p14="http://schemas.microsoft.com/office/powerpoint/2010/main" val="3281791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A066A6-FCB9-FEF2-E2F8-C1D85353FCF8}"/>
              </a:ext>
            </a:extLst>
          </p:cNvPr>
          <p:cNvSpPr>
            <a:spLocks noGrp="1"/>
          </p:cNvSpPr>
          <p:nvPr>
            <p:ph type="title"/>
          </p:nvPr>
        </p:nvSpPr>
        <p:spPr/>
        <p:txBody>
          <a:bodyPr/>
          <a:lstStyle/>
          <a:p>
            <a:r>
              <a:rPr lang="en-US" dirty="0"/>
              <a:t>High-level timeline for next [insert timeframe]</a:t>
            </a:r>
          </a:p>
        </p:txBody>
      </p:sp>
      <p:sp>
        <p:nvSpPr>
          <p:cNvPr id="2" name="Subtitle 1">
            <a:extLst>
              <a:ext uri="{FF2B5EF4-FFF2-40B4-BE49-F238E27FC236}">
                <a16:creationId xmlns:a16="http://schemas.microsoft.com/office/drawing/2014/main" id="{91DDC541-6D9E-F506-85B1-527F220F3A47}"/>
              </a:ext>
            </a:extLst>
          </p:cNvPr>
          <p:cNvSpPr>
            <a:spLocks noGrp="1"/>
          </p:cNvSpPr>
          <p:nvPr>
            <p:ph type="subTitle" idx="1"/>
          </p:nvPr>
        </p:nvSpPr>
        <p:spPr/>
        <p:txBody>
          <a:bodyPr/>
          <a:lstStyle/>
          <a:p>
            <a:endParaRPr lang="en-US"/>
          </a:p>
        </p:txBody>
      </p:sp>
      <p:sp>
        <p:nvSpPr>
          <p:cNvPr id="11" name="Text Placeholder 10">
            <a:extLst>
              <a:ext uri="{FF2B5EF4-FFF2-40B4-BE49-F238E27FC236}">
                <a16:creationId xmlns:a16="http://schemas.microsoft.com/office/drawing/2014/main" id="{9DD7A073-E0B8-913C-47F2-031554468F7F}"/>
              </a:ext>
            </a:extLst>
          </p:cNvPr>
          <p:cNvSpPr>
            <a:spLocks noGrp="1"/>
          </p:cNvSpPr>
          <p:nvPr>
            <p:ph type="body" sz="quarter" idx="17"/>
          </p:nvPr>
        </p:nvSpPr>
        <p:spPr/>
        <p:txBody>
          <a:bodyPr/>
          <a:lstStyle/>
          <a:p>
            <a:endParaRPr lang="en-US"/>
          </a:p>
        </p:txBody>
      </p:sp>
      <p:graphicFrame>
        <p:nvGraphicFramePr>
          <p:cNvPr id="7" name="Google Shape;2527;p315">
            <a:extLst>
              <a:ext uri="{FF2B5EF4-FFF2-40B4-BE49-F238E27FC236}">
                <a16:creationId xmlns:a16="http://schemas.microsoft.com/office/drawing/2014/main" id="{D100BAA5-6C2E-B6D3-8812-B29B99313F06}"/>
              </a:ext>
            </a:extLst>
          </p:cNvPr>
          <p:cNvGraphicFramePr/>
          <p:nvPr/>
        </p:nvGraphicFramePr>
        <p:xfrm>
          <a:off x="554726" y="1870189"/>
          <a:ext cx="11082530" cy="3378869"/>
        </p:xfrm>
        <a:graphic>
          <a:graphicData uri="http://schemas.openxmlformats.org/drawingml/2006/table">
            <a:tbl>
              <a:tblPr firstRow="1" firstCol="1" bandRow="1">
                <a:noFill/>
              </a:tblPr>
              <a:tblGrid>
                <a:gridCol w="1843700">
                  <a:extLst>
                    <a:ext uri="{9D8B030D-6E8A-4147-A177-3AD203B41FA5}">
                      <a16:colId xmlns:a16="http://schemas.microsoft.com/office/drawing/2014/main" val="20000"/>
                    </a:ext>
                  </a:extLst>
                </a:gridCol>
                <a:gridCol w="615922">
                  <a:extLst>
                    <a:ext uri="{9D8B030D-6E8A-4147-A177-3AD203B41FA5}">
                      <a16:colId xmlns:a16="http://schemas.microsoft.com/office/drawing/2014/main" val="20003"/>
                    </a:ext>
                  </a:extLst>
                </a:gridCol>
                <a:gridCol w="615922">
                  <a:extLst>
                    <a:ext uri="{9D8B030D-6E8A-4147-A177-3AD203B41FA5}">
                      <a16:colId xmlns:a16="http://schemas.microsoft.com/office/drawing/2014/main" val="20004"/>
                    </a:ext>
                  </a:extLst>
                </a:gridCol>
                <a:gridCol w="615922">
                  <a:extLst>
                    <a:ext uri="{9D8B030D-6E8A-4147-A177-3AD203B41FA5}">
                      <a16:colId xmlns:a16="http://schemas.microsoft.com/office/drawing/2014/main" val="20005"/>
                    </a:ext>
                  </a:extLst>
                </a:gridCol>
                <a:gridCol w="615922">
                  <a:extLst>
                    <a:ext uri="{9D8B030D-6E8A-4147-A177-3AD203B41FA5}">
                      <a16:colId xmlns:a16="http://schemas.microsoft.com/office/drawing/2014/main" val="20006"/>
                    </a:ext>
                  </a:extLst>
                </a:gridCol>
                <a:gridCol w="615922">
                  <a:extLst>
                    <a:ext uri="{9D8B030D-6E8A-4147-A177-3AD203B41FA5}">
                      <a16:colId xmlns:a16="http://schemas.microsoft.com/office/drawing/2014/main" val="20007"/>
                    </a:ext>
                  </a:extLst>
                </a:gridCol>
                <a:gridCol w="615922">
                  <a:extLst>
                    <a:ext uri="{9D8B030D-6E8A-4147-A177-3AD203B41FA5}">
                      <a16:colId xmlns:a16="http://schemas.microsoft.com/office/drawing/2014/main" val="20008"/>
                    </a:ext>
                  </a:extLst>
                </a:gridCol>
                <a:gridCol w="615922">
                  <a:extLst>
                    <a:ext uri="{9D8B030D-6E8A-4147-A177-3AD203B41FA5}">
                      <a16:colId xmlns:a16="http://schemas.microsoft.com/office/drawing/2014/main" val="20009"/>
                    </a:ext>
                  </a:extLst>
                </a:gridCol>
                <a:gridCol w="615922">
                  <a:extLst>
                    <a:ext uri="{9D8B030D-6E8A-4147-A177-3AD203B41FA5}">
                      <a16:colId xmlns:a16="http://schemas.microsoft.com/office/drawing/2014/main" val="20010"/>
                    </a:ext>
                  </a:extLst>
                </a:gridCol>
                <a:gridCol w="615922">
                  <a:extLst>
                    <a:ext uri="{9D8B030D-6E8A-4147-A177-3AD203B41FA5}">
                      <a16:colId xmlns:a16="http://schemas.microsoft.com/office/drawing/2014/main" val="20011"/>
                    </a:ext>
                  </a:extLst>
                </a:gridCol>
                <a:gridCol w="615922">
                  <a:extLst>
                    <a:ext uri="{9D8B030D-6E8A-4147-A177-3AD203B41FA5}">
                      <a16:colId xmlns:a16="http://schemas.microsoft.com/office/drawing/2014/main" val="20012"/>
                    </a:ext>
                  </a:extLst>
                </a:gridCol>
                <a:gridCol w="615922">
                  <a:extLst>
                    <a:ext uri="{9D8B030D-6E8A-4147-A177-3AD203B41FA5}">
                      <a16:colId xmlns:a16="http://schemas.microsoft.com/office/drawing/2014/main" val="20013"/>
                    </a:ext>
                  </a:extLst>
                </a:gridCol>
                <a:gridCol w="615922">
                  <a:extLst>
                    <a:ext uri="{9D8B030D-6E8A-4147-A177-3AD203B41FA5}">
                      <a16:colId xmlns:a16="http://schemas.microsoft.com/office/drawing/2014/main" val="20014"/>
                    </a:ext>
                  </a:extLst>
                </a:gridCol>
                <a:gridCol w="615922">
                  <a:extLst>
                    <a:ext uri="{9D8B030D-6E8A-4147-A177-3AD203B41FA5}">
                      <a16:colId xmlns:a16="http://schemas.microsoft.com/office/drawing/2014/main" val="20015"/>
                    </a:ext>
                  </a:extLst>
                </a:gridCol>
                <a:gridCol w="615922">
                  <a:extLst>
                    <a:ext uri="{9D8B030D-6E8A-4147-A177-3AD203B41FA5}">
                      <a16:colId xmlns:a16="http://schemas.microsoft.com/office/drawing/2014/main" val="20016"/>
                    </a:ext>
                  </a:extLst>
                </a:gridCol>
                <a:gridCol w="615922">
                  <a:extLst>
                    <a:ext uri="{9D8B030D-6E8A-4147-A177-3AD203B41FA5}">
                      <a16:colId xmlns:a16="http://schemas.microsoft.com/office/drawing/2014/main" val="20017"/>
                    </a:ext>
                  </a:extLst>
                </a:gridCol>
              </a:tblGrid>
              <a:tr h="360900">
                <a:tc>
                  <a:txBody>
                    <a:bodyPr/>
                    <a:lstStyle/>
                    <a:p>
                      <a:pPr marL="0" marR="0" lvl="0" indent="0" algn="l"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Week</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37</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38</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39</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40</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41</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42</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43</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44</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45</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46</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47</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48</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49</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50</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51</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22567">
                <a:tc>
                  <a:txBody>
                    <a:bodyPr/>
                    <a:lstStyle/>
                    <a:p>
                      <a:pPr marL="0" marR="0" lvl="0" indent="0" algn="l" rtl="0">
                        <a:spcBef>
                          <a:spcPts val="0"/>
                        </a:spcBef>
                        <a:spcAft>
                          <a:spcPts val="0"/>
                        </a:spcAft>
                        <a:buNone/>
                      </a:pPr>
                      <a:r>
                        <a:rPr lang="en" sz="1200" b="0" i="0" dirty="0">
                          <a:solidFill>
                            <a:schemeClr val="bg1"/>
                          </a:solidFill>
                          <a:latin typeface="Arial" panose="020B0604020202020204" pitchFamily="34" charset="0"/>
                          <a:ea typeface="Helvetica Neue"/>
                          <a:cs typeface="Arial" panose="020B0604020202020204" pitchFamily="34" charset="0"/>
                          <a:sym typeface="Helvetica Neue"/>
                        </a:rPr>
                        <a:t>01 [Insert work stream]</a:t>
                      </a: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22567">
                <a:tc>
                  <a:txBody>
                    <a:bodyPr/>
                    <a:lstStyle/>
                    <a:p>
                      <a:pPr marL="0" marR="0" lvl="0" indent="0" algn="l" rtl="0">
                        <a:spcBef>
                          <a:spcPts val="0"/>
                        </a:spcBef>
                        <a:spcAft>
                          <a:spcPts val="0"/>
                        </a:spcAft>
                        <a:buNone/>
                      </a:pPr>
                      <a:r>
                        <a:rPr lang="en-US" sz="1200" b="0" i="0" dirty="0">
                          <a:solidFill>
                            <a:schemeClr val="bg1"/>
                          </a:solidFill>
                          <a:latin typeface="Arial" panose="020B0604020202020204" pitchFamily="34" charset="0"/>
                          <a:ea typeface="Helvetica Neue"/>
                          <a:cs typeface="Arial" panose="020B0604020202020204" pitchFamily="34" charset="0"/>
                          <a:sym typeface="Helvetica Neue"/>
                        </a:rPr>
                        <a:t>02 [Insert work stream]</a:t>
                      </a: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34567">
                <a:tc>
                  <a:txBody>
                    <a:bodyPr/>
                    <a:lstStyle/>
                    <a:p>
                      <a:pPr marL="0" marR="0" lvl="0" indent="0" algn="l" rtl="0">
                        <a:spcBef>
                          <a:spcPts val="0"/>
                        </a:spcBef>
                        <a:spcAft>
                          <a:spcPts val="0"/>
                        </a:spcAft>
                        <a:buNone/>
                      </a:pPr>
                      <a:r>
                        <a:rPr lang="en-US" sz="1200" b="0" i="0" dirty="0">
                          <a:solidFill>
                            <a:schemeClr val="bg1"/>
                          </a:solidFill>
                          <a:latin typeface="Arial" panose="020B0604020202020204" pitchFamily="34" charset="0"/>
                          <a:ea typeface="Helvetica Neue"/>
                          <a:cs typeface="Arial" panose="020B0604020202020204" pitchFamily="34" charset="0"/>
                          <a:sym typeface="Helvetica Neue"/>
                        </a:rPr>
                        <a:t>03 [Insert work stream]</a:t>
                      </a: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34567">
                <a:tc>
                  <a:txBody>
                    <a:bodyPr/>
                    <a:lstStyle/>
                    <a:p>
                      <a:pPr marL="0" marR="0" lvl="0" indent="0" algn="l" rtl="0">
                        <a:spcBef>
                          <a:spcPts val="0"/>
                        </a:spcBef>
                        <a:spcAft>
                          <a:spcPts val="0"/>
                        </a:spcAft>
                        <a:buNone/>
                      </a:pPr>
                      <a:r>
                        <a:rPr lang="en-US" sz="1200" b="0" i="0" dirty="0">
                          <a:solidFill>
                            <a:schemeClr val="bg1"/>
                          </a:solidFill>
                          <a:latin typeface="Arial" panose="020B0604020202020204" pitchFamily="34" charset="0"/>
                          <a:ea typeface="Helvetica Neue"/>
                          <a:cs typeface="Arial" panose="020B0604020202020204" pitchFamily="34" charset="0"/>
                          <a:sym typeface="Helvetica Neue"/>
                        </a:rPr>
                        <a:t>01 [Insert work stream]</a:t>
                      </a: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34567">
                <a:tc>
                  <a:txBody>
                    <a:bodyPr/>
                    <a:lstStyle/>
                    <a:p>
                      <a:pPr marL="0" marR="0" lvl="0" indent="0" algn="l" rtl="0">
                        <a:spcBef>
                          <a:spcPts val="0"/>
                        </a:spcBef>
                        <a:spcAft>
                          <a:spcPts val="0"/>
                        </a:spcAft>
                        <a:buNone/>
                      </a:pPr>
                      <a:r>
                        <a:rPr lang="en-US" sz="1200" b="0" i="0" dirty="0">
                          <a:solidFill>
                            <a:schemeClr val="bg1"/>
                          </a:solidFill>
                          <a:latin typeface="Arial" panose="020B0604020202020204" pitchFamily="34" charset="0"/>
                          <a:ea typeface="Helvetica Neue"/>
                          <a:cs typeface="Arial" panose="020B0604020202020204" pitchFamily="34" charset="0"/>
                          <a:sym typeface="Helvetica Neue"/>
                        </a:rPr>
                        <a:t>02 [Insert work stream]</a:t>
                      </a: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34567">
                <a:tc>
                  <a:txBody>
                    <a:bodyPr/>
                    <a:lstStyle/>
                    <a:p>
                      <a:pPr marL="0" marR="0" lvl="0" indent="0" algn="l" rtl="0">
                        <a:spcBef>
                          <a:spcPts val="0"/>
                        </a:spcBef>
                        <a:spcAft>
                          <a:spcPts val="0"/>
                        </a:spcAft>
                        <a:buNone/>
                      </a:pPr>
                      <a:r>
                        <a:rPr lang="en-US" sz="1200" b="0" i="0" dirty="0">
                          <a:solidFill>
                            <a:schemeClr val="bg1"/>
                          </a:solidFill>
                          <a:latin typeface="Arial" panose="020B0604020202020204" pitchFamily="34" charset="0"/>
                          <a:ea typeface="Helvetica Neue"/>
                          <a:cs typeface="Arial" panose="020B0604020202020204" pitchFamily="34" charset="0"/>
                          <a:sym typeface="Helvetica Neue"/>
                        </a:rPr>
                        <a:t>03 [Insert work stream]</a:t>
                      </a: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34567">
                <a:tc>
                  <a:txBody>
                    <a:bodyPr/>
                    <a:lstStyle/>
                    <a:p>
                      <a:pPr marL="0" marR="0" lvl="0" indent="0" algn="l" rtl="0">
                        <a:spcBef>
                          <a:spcPts val="0"/>
                        </a:spcBef>
                        <a:spcAft>
                          <a:spcPts val="0"/>
                        </a:spcAft>
                        <a:buNone/>
                      </a:pPr>
                      <a:r>
                        <a:rPr lang="en-US" sz="1200" b="0" i="0" dirty="0">
                          <a:solidFill>
                            <a:schemeClr val="bg1"/>
                          </a:solidFill>
                          <a:latin typeface="Arial" panose="020B0604020202020204" pitchFamily="34" charset="0"/>
                          <a:ea typeface="Helvetica Neue"/>
                          <a:cs typeface="Arial" panose="020B0604020202020204" pitchFamily="34" charset="0"/>
                          <a:sym typeface="Helvetica Neue"/>
                        </a:rPr>
                        <a:t>01 [Insert work stream]</a:t>
                      </a:r>
                    </a:p>
                  </a:txBody>
                  <a:tcPr marL="91467" marR="91467" marT="45733" marB="45733"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endParaRPr sz="1200" b="0" i="0" dirty="0">
                        <a:solidFill>
                          <a:schemeClr val="bg1"/>
                        </a:solidFill>
                        <a:latin typeface="Arial" panose="020B0604020202020204" pitchFamily="34" charset="0"/>
                        <a:ea typeface="Helvetica Neue"/>
                        <a:cs typeface="Arial" panose="020B0604020202020204" pitchFamily="34" charset="0"/>
                        <a:sym typeface="Helvetica Neue"/>
                      </a:endParaRPr>
                    </a:p>
                  </a:txBody>
                  <a:tcPr marL="91467" marR="91467" marT="45733" marB="457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2" name="Google Shape;2528;p315">
            <a:extLst>
              <a:ext uri="{FF2B5EF4-FFF2-40B4-BE49-F238E27FC236}">
                <a16:creationId xmlns:a16="http://schemas.microsoft.com/office/drawing/2014/main" id="{299704DE-F5EC-8F67-D393-8AA66553156F}"/>
              </a:ext>
            </a:extLst>
          </p:cNvPr>
          <p:cNvSpPr/>
          <p:nvPr/>
        </p:nvSpPr>
        <p:spPr>
          <a:xfrm>
            <a:off x="2431088" y="2340765"/>
            <a:ext cx="224000"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19" name="Google Shape;2529;p315">
            <a:extLst>
              <a:ext uri="{FF2B5EF4-FFF2-40B4-BE49-F238E27FC236}">
                <a16:creationId xmlns:a16="http://schemas.microsoft.com/office/drawing/2014/main" id="{8E108678-A3D5-CBBE-0393-87279C40F5F4}"/>
              </a:ext>
            </a:extLst>
          </p:cNvPr>
          <p:cNvSpPr/>
          <p:nvPr/>
        </p:nvSpPr>
        <p:spPr>
          <a:xfrm>
            <a:off x="2431088" y="2758732"/>
            <a:ext cx="1557584"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20" name="Google Shape;2530;p315">
            <a:extLst>
              <a:ext uri="{FF2B5EF4-FFF2-40B4-BE49-F238E27FC236}">
                <a16:creationId xmlns:a16="http://schemas.microsoft.com/office/drawing/2014/main" id="{2D23422C-A456-4A32-6666-B11F5B832282}"/>
              </a:ext>
            </a:extLst>
          </p:cNvPr>
          <p:cNvSpPr/>
          <p:nvPr/>
        </p:nvSpPr>
        <p:spPr>
          <a:xfrm>
            <a:off x="3781463" y="3176698"/>
            <a:ext cx="907375" cy="209200"/>
          </a:xfrm>
          <a:prstGeom prst="rect">
            <a:avLst/>
          </a:prstGeom>
          <a:solidFill>
            <a:schemeClr val="accent2"/>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cxnSp>
        <p:nvCxnSpPr>
          <p:cNvPr id="21" name="Google Shape;2531;p315">
            <a:extLst>
              <a:ext uri="{FF2B5EF4-FFF2-40B4-BE49-F238E27FC236}">
                <a16:creationId xmlns:a16="http://schemas.microsoft.com/office/drawing/2014/main" id="{00FCB8FC-8D74-B768-2330-AEFFEFEB48B6}"/>
              </a:ext>
            </a:extLst>
          </p:cNvPr>
          <p:cNvCxnSpPr/>
          <p:nvPr/>
        </p:nvCxnSpPr>
        <p:spPr>
          <a:xfrm>
            <a:off x="2431090" y="1892532"/>
            <a:ext cx="0" cy="3692000"/>
          </a:xfrm>
          <a:prstGeom prst="straightConnector1">
            <a:avLst/>
          </a:prstGeom>
          <a:noFill/>
          <a:ln w="9525" cap="flat" cmpd="sng">
            <a:solidFill>
              <a:schemeClr val="tx1"/>
            </a:solidFill>
            <a:prstDash val="dot"/>
            <a:round/>
            <a:headEnd type="none" w="med" len="med"/>
            <a:tailEnd type="none" w="med" len="med"/>
          </a:ln>
        </p:spPr>
      </p:cxnSp>
      <p:cxnSp>
        <p:nvCxnSpPr>
          <p:cNvPr id="22" name="Google Shape;2532;p315">
            <a:extLst>
              <a:ext uri="{FF2B5EF4-FFF2-40B4-BE49-F238E27FC236}">
                <a16:creationId xmlns:a16="http://schemas.microsoft.com/office/drawing/2014/main" id="{C6E3423B-10A9-74A7-A4F7-F7231E5692BC}"/>
              </a:ext>
            </a:extLst>
          </p:cNvPr>
          <p:cNvCxnSpPr>
            <a:cxnSpLocks/>
          </p:cNvCxnSpPr>
          <p:nvPr/>
        </p:nvCxnSpPr>
        <p:spPr>
          <a:xfrm>
            <a:off x="4697439" y="1892532"/>
            <a:ext cx="0" cy="3692000"/>
          </a:xfrm>
          <a:prstGeom prst="straightConnector1">
            <a:avLst/>
          </a:prstGeom>
          <a:noFill/>
          <a:ln w="9525" cap="flat" cmpd="sng">
            <a:solidFill>
              <a:schemeClr val="tx1"/>
            </a:solidFill>
            <a:prstDash val="dot"/>
            <a:round/>
            <a:headEnd type="none" w="med" len="med"/>
            <a:tailEnd type="none" w="med" len="med"/>
          </a:ln>
        </p:spPr>
      </p:cxnSp>
      <p:sp>
        <p:nvSpPr>
          <p:cNvPr id="31" name="Google Shape;2535;p315">
            <a:extLst>
              <a:ext uri="{FF2B5EF4-FFF2-40B4-BE49-F238E27FC236}">
                <a16:creationId xmlns:a16="http://schemas.microsoft.com/office/drawing/2014/main" id="{2D155D57-F63D-2453-A6CA-90CBC05E694E}"/>
              </a:ext>
            </a:extLst>
          </p:cNvPr>
          <p:cNvSpPr/>
          <p:nvPr/>
        </p:nvSpPr>
        <p:spPr>
          <a:xfrm>
            <a:off x="2327490" y="5424532"/>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34" name="Google Shape;2536;p315">
            <a:extLst>
              <a:ext uri="{FF2B5EF4-FFF2-40B4-BE49-F238E27FC236}">
                <a16:creationId xmlns:a16="http://schemas.microsoft.com/office/drawing/2014/main" id="{FB9154DE-F643-4B85-3A0A-72B9433A2F23}"/>
              </a:ext>
            </a:extLst>
          </p:cNvPr>
          <p:cNvSpPr/>
          <p:nvPr/>
        </p:nvSpPr>
        <p:spPr>
          <a:xfrm>
            <a:off x="4593839" y="5424532"/>
            <a:ext cx="207200" cy="209200"/>
          </a:xfrm>
          <a:prstGeom prst="ellipse">
            <a:avLst/>
          </a:prstGeom>
          <a:solidFill>
            <a:schemeClr val="accent6"/>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35" name="Google Shape;2537;p315">
            <a:extLst>
              <a:ext uri="{FF2B5EF4-FFF2-40B4-BE49-F238E27FC236}">
                <a16:creationId xmlns:a16="http://schemas.microsoft.com/office/drawing/2014/main" id="{6FDAE69A-D4E3-FBF9-4C9C-20385B697FD2}"/>
              </a:ext>
            </a:extLst>
          </p:cNvPr>
          <p:cNvSpPr txBox="1"/>
          <p:nvPr/>
        </p:nvSpPr>
        <p:spPr>
          <a:xfrm>
            <a:off x="1915690" y="5584532"/>
            <a:ext cx="1030800" cy="461624"/>
          </a:xfrm>
          <a:prstGeom prst="rect">
            <a:avLst/>
          </a:prstGeom>
          <a:noFill/>
          <a:ln>
            <a:noFill/>
          </a:ln>
        </p:spPr>
        <p:txBody>
          <a:bodyPr spcFirstLastPara="1" wrap="square" lIns="121900" tIns="121900" rIns="121900" bIns="121900" anchor="t" anchorCtr="0">
            <a:spAutoFit/>
          </a:bodyPr>
          <a:lstStyle/>
          <a:p>
            <a:pPr algn="ctr"/>
            <a:r>
              <a:rPr lang="en" sz="1400" dirty="0">
                <a:latin typeface="Arial" panose="020B0604020202020204" pitchFamily="34" charset="0"/>
                <a:ea typeface="Helvetica Neue"/>
                <a:cs typeface="Arial" panose="020B0604020202020204" pitchFamily="34" charset="0"/>
                <a:sym typeface="Helvetica Neue"/>
              </a:rPr>
              <a:t>Kick-off</a:t>
            </a:r>
            <a:endParaRPr sz="1400" dirty="0">
              <a:latin typeface="Arial" panose="020B0604020202020204" pitchFamily="34" charset="0"/>
              <a:ea typeface="Helvetica Neue"/>
              <a:cs typeface="Arial" panose="020B0604020202020204" pitchFamily="34" charset="0"/>
              <a:sym typeface="Helvetica Neue"/>
            </a:endParaRPr>
          </a:p>
        </p:txBody>
      </p:sp>
      <p:sp>
        <p:nvSpPr>
          <p:cNvPr id="36" name="Google Shape;2538;p315">
            <a:extLst>
              <a:ext uri="{FF2B5EF4-FFF2-40B4-BE49-F238E27FC236}">
                <a16:creationId xmlns:a16="http://schemas.microsoft.com/office/drawing/2014/main" id="{D7AFCEFB-258A-D924-8B76-1D446F5D07AC}"/>
              </a:ext>
            </a:extLst>
          </p:cNvPr>
          <p:cNvSpPr txBox="1"/>
          <p:nvPr/>
        </p:nvSpPr>
        <p:spPr>
          <a:xfrm>
            <a:off x="4122839" y="5624453"/>
            <a:ext cx="1149200" cy="677068"/>
          </a:xfrm>
          <a:prstGeom prst="rect">
            <a:avLst/>
          </a:prstGeom>
          <a:noFill/>
          <a:ln>
            <a:noFill/>
          </a:ln>
        </p:spPr>
        <p:txBody>
          <a:bodyPr spcFirstLastPara="1" wrap="square" lIns="121900" tIns="121900" rIns="121900" bIns="121900" anchor="t" anchorCtr="0">
            <a:spAutoFit/>
          </a:bodyPr>
          <a:lstStyle/>
          <a:p>
            <a:pPr algn="ctr"/>
            <a:r>
              <a:rPr lang="en-US" sz="1400" dirty="0">
                <a:latin typeface="Arial" panose="020B0604020202020204" pitchFamily="34" charset="0"/>
                <a:ea typeface="Helvetica Neue"/>
                <a:cs typeface="Arial" panose="020B0604020202020204" pitchFamily="34" charset="0"/>
                <a:sym typeface="Helvetica Neue"/>
              </a:rPr>
              <a:t>[Insert stage-gate]</a:t>
            </a:r>
          </a:p>
        </p:txBody>
      </p:sp>
      <p:sp>
        <p:nvSpPr>
          <p:cNvPr id="54" name="Google Shape;2539;p315">
            <a:extLst>
              <a:ext uri="{FF2B5EF4-FFF2-40B4-BE49-F238E27FC236}">
                <a16:creationId xmlns:a16="http://schemas.microsoft.com/office/drawing/2014/main" id="{96B4CFF9-D17E-AA0B-0AE8-41E22B19F214}"/>
              </a:ext>
            </a:extLst>
          </p:cNvPr>
          <p:cNvSpPr/>
          <p:nvPr/>
        </p:nvSpPr>
        <p:spPr>
          <a:xfrm>
            <a:off x="4688847" y="3633932"/>
            <a:ext cx="4541288" cy="209200"/>
          </a:xfrm>
          <a:prstGeom prst="rect">
            <a:avLst/>
          </a:prstGeom>
          <a:solidFill>
            <a:schemeClr val="accent4"/>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59" name="Google Shape;2540;p315">
            <a:extLst>
              <a:ext uri="{FF2B5EF4-FFF2-40B4-BE49-F238E27FC236}">
                <a16:creationId xmlns:a16="http://schemas.microsoft.com/office/drawing/2014/main" id="{8479F690-FA79-6EF3-EA40-0D37A3A1A5A3}"/>
              </a:ext>
            </a:extLst>
          </p:cNvPr>
          <p:cNvSpPr/>
          <p:nvPr/>
        </p:nvSpPr>
        <p:spPr>
          <a:xfrm>
            <a:off x="9238738" y="4933832"/>
            <a:ext cx="2257745" cy="209200"/>
          </a:xfrm>
          <a:prstGeom prst="rect">
            <a:avLst/>
          </a:prstGeom>
          <a:solidFill>
            <a:schemeClr val="accent3"/>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cxnSp>
        <p:nvCxnSpPr>
          <p:cNvPr id="60" name="Google Shape;2541;p315">
            <a:extLst>
              <a:ext uri="{FF2B5EF4-FFF2-40B4-BE49-F238E27FC236}">
                <a16:creationId xmlns:a16="http://schemas.microsoft.com/office/drawing/2014/main" id="{F25182EE-472E-D83F-B499-3D0431600A49}"/>
              </a:ext>
            </a:extLst>
          </p:cNvPr>
          <p:cNvCxnSpPr/>
          <p:nvPr/>
        </p:nvCxnSpPr>
        <p:spPr>
          <a:xfrm>
            <a:off x="11496489" y="1892532"/>
            <a:ext cx="0" cy="3692000"/>
          </a:xfrm>
          <a:prstGeom prst="straightConnector1">
            <a:avLst/>
          </a:prstGeom>
          <a:noFill/>
          <a:ln w="9525" cap="flat" cmpd="sng">
            <a:solidFill>
              <a:schemeClr val="tx1"/>
            </a:solidFill>
            <a:prstDash val="dot"/>
            <a:round/>
            <a:headEnd type="none" w="med" len="med"/>
            <a:tailEnd type="none" w="med" len="med"/>
          </a:ln>
        </p:spPr>
      </p:cxnSp>
      <p:sp>
        <p:nvSpPr>
          <p:cNvPr id="61" name="Google Shape;2542;p315">
            <a:extLst>
              <a:ext uri="{FF2B5EF4-FFF2-40B4-BE49-F238E27FC236}">
                <a16:creationId xmlns:a16="http://schemas.microsoft.com/office/drawing/2014/main" id="{A3BB05CA-C79B-1772-37EB-5F5AC6BEDEDA}"/>
              </a:ext>
            </a:extLst>
          </p:cNvPr>
          <p:cNvSpPr/>
          <p:nvPr/>
        </p:nvSpPr>
        <p:spPr>
          <a:xfrm>
            <a:off x="11392887" y="5424532"/>
            <a:ext cx="207200" cy="207600"/>
          </a:xfrm>
          <a:prstGeom prst="ellipse">
            <a:avLst/>
          </a:prstGeom>
          <a:solidFill>
            <a:schemeClr val="accent6"/>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62" name="Google Shape;2543;p315">
            <a:extLst>
              <a:ext uri="{FF2B5EF4-FFF2-40B4-BE49-F238E27FC236}">
                <a16:creationId xmlns:a16="http://schemas.microsoft.com/office/drawing/2014/main" id="{D0D5417B-196D-09E9-53E9-0AFF2B71364B}"/>
              </a:ext>
            </a:extLst>
          </p:cNvPr>
          <p:cNvSpPr txBox="1"/>
          <p:nvPr/>
        </p:nvSpPr>
        <p:spPr>
          <a:xfrm>
            <a:off x="10461736" y="5584540"/>
            <a:ext cx="1262717" cy="677068"/>
          </a:xfrm>
          <a:prstGeom prst="rect">
            <a:avLst/>
          </a:prstGeom>
          <a:noFill/>
          <a:ln>
            <a:noFill/>
          </a:ln>
        </p:spPr>
        <p:txBody>
          <a:bodyPr spcFirstLastPara="1" wrap="square" lIns="121900" tIns="121900" rIns="121900" bIns="121900" anchor="t" anchorCtr="0">
            <a:spAutoFit/>
          </a:bodyPr>
          <a:lstStyle/>
          <a:p>
            <a:pPr algn="r"/>
            <a:r>
              <a:rPr lang="en-US" sz="1400" dirty="0">
                <a:latin typeface="Arial" panose="020B0604020202020204" pitchFamily="34" charset="0"/>
                <a:ea typeface="Helvetica Neue"/>
                <a:cs typeface="Arial" panose="020B0604020202020204" pitchFamily="34" charset="0"/>
                <a:sym typeface="Helvetica Neue"/>
              </a:rPr>
              <a:t>[Insert stage-gate]</a:t>
            </a:r>
          </a:p>
        </p:txBody>
      </p:sp>
      <p:sp>
        <p:nvSpPr>
          <p:cNvPr id="68" name="Google Shape;2544;p315">
            <a:extLst>
              <a:ext uri="{FF2B5EF4-FFF2-40B4-BE49-F238E27FC236}">
                <a16:creationId xmlns:a16="http://schemas.microsoft.com/office/drawing/2014/main" id="{1E59D4E5-9A96-ADC2-3C11-66788A7D6A56}"/>
              </a:ext>
            </a:extLst>
          </p:cNvPr>
          <p:cNvSpPr/>
          <p:nvPr/>
        </p:nvSpPr>
        <p:spPr>
          <a:xfrm>
            <a:off x="4688846" y="4067232"/>
            <a:ext cx="1551537" cy="209200"/>
          </a:xfrm>
          <a:prstGeom prst="rect">
            <a:avLst/>
          </a:prstGeom>
          <a:solidFill>
            <a:schemeClr val="accent4"/>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75" name="Google Shape;2545;p315">
            <a:extLst>
              <a:ext uri="{FF2B5EF4-FFF2-40B4-BE49-F238E27FC236}">
                <a16:creationId xmlns:a16="http://schemas.microsoft.com/office/drawing/2014/main" id="{E328045F-5B75-2597-6F50-E785ABEFD44E}"/>
              </a:ext>
            </a:extLst>
          </p:cNvPr>
          <p:cNvSpPr/>
          <p:nvPr/>
        </p:nvSpPr>
        <p:spPr>
          <a:xfrm>
            <a:off x="4914133" y="4500532"/>
            <a:ext cx="4324600" cy="209200"/>
          </a:xfrm>
          <a:prstGeom prst="rect">
            <a:avLst/>
          </a:prstGeom>
          <a:solidFill>
            <a:schemeClr val="accent4"/>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cxnSp>
        <p:nvCxnSpPr>
          <p:cNvPr id="76" name="Google Shape;2546;p315">
            <a:extLst>
              <a:ext uri="{FF2B5EF4-FFF2-40B4-BE49-F238E27FC236}">
                <a16:creationId xmlns:a16="http://schemas.microsoft.com/office/drawing/2014/main" id="{7837C283-585C-1CA7-70CF-24E30FBFE7FF}"/>
              </a:ext>
            </a:extLst>
          </p:cNvPr>
          <p:cNvCxnSpPr>
            <a:cxnSpLocks/>
          </p:cNvCxnSpPr>
          <p:nvPr/>
        </p:nvCxnSpPr>
        <p:spPr>
          <a:xfrm>
            <a:off x="6963788" y="1892532"/>
            <a:ext cx="0" cy="3692000"/>
          </a:xfrm>
          <a:prstGeom prst="straightConnector1">
            <a:avLst/>
          </a:prstGeom>
          <a:noFill/>
          <a:ln w="9525" cap="flat" cmpd="sng">
            <a:solidFill>
              <a:schemeClr val="tx1"/>
            </a:solidFill>
            <a:prstDash val="dot"/>
            <a:round/>
            <a:headEnd type="none" w="med" len="med"/>
            <a:tailEnd type="none" w="med" len="med"/>
          </a:ln>
        </p:spPr>
      </p:cxnSp>
      <p:cxnSp>
        <p:nvCxnSpPr>
          <p:cNvPr id="77" name="Google Shape;2547;p315">
            <a:extLst>
              <a:ext uri="{FF2B5EF4-FFF2-40B4-BE49-F238E27FC236}">
                <a16:creationId xmlns:a16="http://schemas.microsoft.com/office/drawing/2014/main" id="{1BA9BE87-7911-9952-175F-5C3EC38AF0BC}"/>
              </a:ext>
            </a:extLst>
          </p:cNvPr>
          <p:cNvCxnSpPr>
            <a:cxnSpLocks/>
          </p:cNvCxnSpPr>
          <p:nvPr/>
        </p:nvCxnSpPr>
        <p:spPr>
          <a:xfrm>
            <a:off x="9230137" y="1892532"/>
            <a:ext cx="0" cy="3692000"/>
          </a:xfrm>
          <a:prstGeom prst="straightConnector1">
            <a:avLst/>
          </a:prstGeom>
          <a:noFill/>
          <a:ln w="9525" cap="flat" cmpd="sng">
            <a:solidFill>
              <a:schemeClr val="tx1"/>
            </a:solidFill>
            <a:prstDash val="dot"/>
            <a:round/>
            <a:headEnd type="none" w="med" len="med"/>
            <a:tailEnd type="none" w="med" len="med"/>
          </a:ln>
        </p:spPr>
      </p:cxnSp>
      <p:sp>
        <p:nvSpPr>
          <p:cNvPr id="78" name="Google Shape;2548;p315">
            <a:extLst>
              <a:ext uri="{FF2B5EF4-FFF2-40B4-BE49-F238E27FC236}">
                <a16:creationId xmlns:a16="http://schemas.microsoft.com/office/drawing/2014/main" id="{DB08CAA4-C099-2857-B557-9D920814E9B5}"/>
              </a:ext>
            </a:extLst>
          </p:cNvPr>
          <p:cNvSpPr txBox="1"/>
          <p:nvPr/>
        </p:nvSpPr>
        <p:spPr>
          <a:xfrm>
            <a:off x="5953988" y="5633732"/>
            <a:ext cx="2019600" cy="677068"/>
          </a:xfrm>
          <a:prstGeom prst="rect">
            <a:avLst/>
          </a:prstGeom>
          <a:noFill/>
          <a:ln>
            <a:noFill/>
          </a:ln>
        </p:spPr>
        <p:txBody>
          <a:bodyPr spcFirstLastPara="1" wrap="square" lIns="121900" tIns="121900" rIns="121900" bIns="121900" anchor="t" anchorCtr="0">
            <a:spAutoFit/>
          </a:bodyPr>
          <a:lstStyle/>
          <a:p>
            <a:pPr algn="ctr"/>
            <a:r>
              <a:rPr lang="en-US" sz="1400" dirty="0">
                <a:latin typeface="Arial" panose="020B0604020202020204" pitchFamily="34" charset="0"/>
                <a:ea typeface="Helvetica Neue"/>
                <a:cs typeface="Arial" panose="020B0604020202020204" pitchFamily="34" charset="0"/>
                <a:sym typeface="Helvetica Neue"/>
              </a:rPr>
              <a:t>[Insert stage-gate or </a:t>
            </a:r>
            <a:r>
              <a:rPr lang="en-US" sz="1400" dirty="0" err="1">
                <a:latin typeface="Arial" panose="020B0604020202020204" pitchFamily="34" charset="0"/>
                <a:ea typeface="Helvetica Neue"/>
                <a:cs typeface="Arial" panose="020B0604020202020204" pitchFamily="34" charset="0"/>
                <a:sym typeface="Helvetica Neue"/>
              </a:rPr>
              <a:t>SteerCo</a:t>
            </a:r>
            <a:r>
              <a:rPr lang="en-US" sz="1400" dirty="0">
                <a:latin typeface="Arial" panose="020B0604020202020204" pitchFamily="34" charset="0"/>
                <a:ea typeface="Helvetica Neue"/>
                <a:cs typeface="Arial" panose="020B0604020202020204" pitchFamily="34" charset="0"/>
                <a:sym typeface="Helvetica Neue"/>
              </a:rPr>
              <a:t> or similar]</a:t>
            </a:r>
          </a:p>
        </p:txBody>
      </p:sp>
      <p:sp>
        <p:nvSpPr>
          <p:cNvPr id="79" name="Google Shape;2549;p315">
            <a:extLst>
              <a:ext uri="{FF2B5EF4-FFF2-40B4-BE49-F238E27FC236}">
                <a16:creationId xmlns:a16="http://schemas.microsoft.com/office/drawing/2014/main" id="{3EB53851-3430-9030-B175-DAC2C4729E25}"/>
              </a:ext>
            </a:extLst>
          </p:cNvPr>
          <p:cNvSpPr txBox="1"/>
          <p:nvPr/>
        </p:nvSpPr>
        <p:spPr>
          <a:xfrm>
            <a:off x="8220337" y="5633732"/>
            <a:ext cx="2019600" cy="677068"/>
          </a:xfrm>
          <a:prstGeom prst="rect">
            <a:avLst/>
          </a:prstGeom>
          <a:noFill/>
          <a:ln>
            <a:noFill/>
          </a:ln>
        </p:spPr>
        <p:txBody>
          <a:bodyPr spcFirstLastPara="1" wrap="square" lIns="121900" tIns="121900" rIns="121900" bIns="121900" anchor="t" anchorCtr="0">
            <a:spAutoFit/>
          </a:bodyPr>
          <a:lstStyle/>
          <a:p>
            <a:pPr algn="ctr"/>
            <a:r>
              <a:rPr lang="en-US" sz="1400" dirty="0">
                <a:latin typeface="Arial" panose="020B0604020202020204" pitchFamily="34" charset="0"/>
                <a:ea typeface="Helvetica Neue"/>
                <a:cs typeface="Arial" panose="020B0604020202020204" pitchFamily="34" charset="0"/>
                <a:sym typeface="Helvetica Neue"/>
              </a:rPr>
              <a:t>[Insert stage-gate or </a:t>
            </a:r>
            <a:r>
              <a:rPr lang="en-US" sz="1400" dirty="0" err="1">
                <a:latin typeface="Arial" panose="020B0604020202020204" pitchFamily="34" charset="0"/>
                <a:ea typeface="Helvetica Neue"/>
                <a:cs typeface="Arial" panose="020B0604020202020204" pitchFamily="34" charset="0"/>
                <a:sym typeface="Helvetica Neue"/>
              </a:rPr>
              <a:t>SteerCo</a:t>
            </a:r>
            <a:r>
              <a:rPr lang="en-US" sz="1400" dirty="0">
                <a:latin typeface="Arial" panose="020B0604020202020204" pitchFamily="34" charset="0"/>
                <a:ea typeface="Helvetica Neue"/>
                <a:cs typeface="Arial" panose="020B0604020202020204" pitchFamily="34" charset="0"/>
                <a:sym typeface="Helvetica Neue"/>
              </a:rPr>
              <a:t> or similar]</a:t>
            </a:r>
          </a:p>
        </p:txBody>
      </p:sp>
      <p:sp>
        <p:nvSpPr>
          <p:cNvPr id="87" name="Google Shape;2557;p315">
            <a:extLst>
              <a:ext uri="{FF2B5EF4-FFF2-40B4-BE49-F238E27FC236}">
                <a16:creationId xmlns:a16="http://schemas.microsoft.com/office/drawing/2014/main" id="{B2BB8636-1F86-CBEC-91E6-F17E9A6B2AE2}"/>
              </a:ext>
            </a:extLst>
          </p:cNvPr>
          <p:cNvSpPr/>
          <p:nvPr/>
        </p:nvSpPr>
        <p:spPr>
          <a:xfrm>
            <a:off x="9126537" y="5424532"/>
            <a:ext cx="207200" cy="207600"/>
          </a:xfrm>
          <a:prstGeom prst="ellipse">
            <a:avLst/>
          </a:prstGeom>
          <a:solidFill>
            <a:schemeClr val="accent6"/>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88" name="Google Shape;2558;p315">
            <a:extLst>
              <a:ext uri="{FF2B5EF4-FFF2-40B4-BE49-F238E27FC236}">
                <a16:creationId xmlns:a16="http://schemas.microsoft.com/office/drawing/2014/main" id="{90A35796-3189-8A47-194C-C43CC2BA67F4}"/>
              </a:ext>
            </a:extLst>
          </p:cNvPr>
          <p:cNvSpPr/>
          <p:nvPr/>
        </p:nvSpPr>
        <p:spPr>
          <a:xfrm>
            <a:off x="6860188" y="5424532"/>
            <a:ext cx="207200" cy="207600"/>
          </a:xfrm>
          <a:prstGeom prst="ellipse">
            <a:avLst/>
          </a:prstGeom>
          <a:solidFill>
            <a:schemeClr val="accent6"/>
          </a:solidFill>
          <a:ln>
            <a:noFill/>
          </a:ln>
        </p:spPr>
        <p:txBody>
          <a:bodyPr spcFirstLastPara="1" wrap="square" lIns="121900" tIns="121900" rIns="121900" bIns="121900" anchor="ctr" anchorCtr="0">
            <a:noAutofit/>
          </a:bodyPr>
          <a:lstStyle/>
          <a:p>
            <a:endParaRPr sz="2400">
              <a:latin typeface="Arial" panose="020B0604020202020204" pitchFamily="34" charset="0"/>
              <a:cs typeface="Arial" panose="020B0604020202020204" pitchFamily="34" charset="0"/>
            </a:endParaRPr>
          </a:p>
        </p:txBody>
      </p:sp>
      <p:sp>
        <p:nvSpPr>
          <p:cNvPr id="6" name="Google Shape;507;p14">
            <a:extLst>
              <a:ext uri="{FF2B5EF4-FFF2-40B4-BE49-F238E27FC236}">
                <a16:creationId xmlns:a16="http://schemas.microsoft.com/office/drawing/2014/main" id="{274948C9-1F49-B6D3-6AC5-A6F10D27166C}"/>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dirty="0">
                <a:latin typeface="Arial"/>
                <a:ea typeface="Arial"/>
                <a:cs typeface="Arial"/>
                <a:sym typeface="Arial"/>
              </a:rPr>
              <a:t>Source: </a:t>
            </a:r>
            <a:r>
              <a:rPr lang="en-GB" sz="900" dirty="0">
                <a:latin typeface="Arial"/>
                <a:ea typeface="Arial"/>
                <a:cs typeface="Arial"/>
                <a:sym typeface="Arial"/>
              </a:rPr>
              <a:t>xx</a:t>
            </a:r>
            <a:endParaRPr sz="900" b="0" i="0" u="none" strike="noStrike" cap="none" dirty="0">
              <a:latin typeface="Arial"/>
              <a:ea typeface="Arial"/>
              <a:cs typeface="Arial"/>
              <a:sym typeface="Arial"/>
            </a:endParaRPr>
          </a:p>
        </p:txBody>
      </p:sp>
      <p:sp>
        <p:nvSpPr>
          <p:cNvPr id="9" name="Google Shape;538;p14">
            <a:extLst>
              <a:ext uri="{FF2B5EF4-FFF2-40B4-BE49-F238E27FC236}">
                <a16:creationId xmlns:a16="http://schemas.microsoft.com/office/drawing/2014/main" id="{B557A330-140D-94AE-2741-6C79CA2D138E}"/>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dirty="0">
                <a:latin typeface="Arial"/>
                <a:ea typeface="Arial"/>
                <a:cs typeface="Arial"/>
                <a:sym typeface="Arial"/>
              </a:rPr>
              <a:t>Footnote: 1. xx</a:t>
            </a:r>
            <a:endParaRPr sz="900" dirty="0">
              <a:latin typeface="Arial"/>
              <a:ea typeface="Arial"/>
              <a:cs typeface="Arial"/>
              <a:sym typeface="Arial"/>
            </a:endParaRPr>
          </a:p>
        </p:txBody>
      </p:sp>
    </p:spTree>
    <p:extLst>
      <p:ext uri="{BB962C8B-B14F-4D97-AF65-F5344CB8AC3E}">
        <p14:creationId xmlns:p14="http://schemas.microsoft.com/office/powerpoint/2010/main" val="3121717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Rectangle 98">
            <a:extLst>
              <a:ext uri="{FF2B5EF4-FFF2-40B4-BE49-F238E27FC236}">
                <a16:creationId xmlns:a16="http://schemas.microsoft.com/office/drawing/2014/main" id="{DDE1FB3A-7962-40B0-6BE8-4D1E6B10DDBD}"/>
              </a:ext>
            </a:extLst>
          </p:cNvPr>
          <p:cNvSpPr/>
          <p:nvPr/>
        </p:nvSpPr>
        <p:spPr>
          <a:xfrm>
            <a:off x="8795208" y="1699879"/>
            <a:ext cx="2845929" cy="4656471"/>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rPr>
              <a:t>Criteria for market selection:</a:t>
            </a:r>
          </a:p>
        </p:txBody>
      </p:sp>
      <p:sp>
        <p:nvSpPr>
          <p:cNvPr id="2" name="Title 1">
            <a:extLst>
              <a:ext uri="{FF2B5EF4-FFF2-40B4-BE49-F238E27FC236}">
                <a16:creationId xmlns:a16="http://schemas.microsoft.com/office/drawing/2014/main" id="{6D1C26F1-AE74-A3BA-495F-C18FD6417315}"/>
              </a:ext>
            </a:extLst>
          </p:cNvPr>
          <p:cNvSpPr>
            <a:spLocks noGrp="1"/>
          </p:cNvSpPr>
          <p:nvPr>
            <p:ph type="title"/>
          </p:nvPr>
        </p:nvSpPr>
        <p:spPr/>
        <p:txBody>
          <a:bodyPr/>
          <a:lstStyle/>
          <a:p>
            <a:r>
              <a:rPr lang="en-GB" dirty="0"/>
              <a:t>II. [Sanitized number] country launches can be supported per year depending on resourcing in HQ and local divisions</a:t>
            </a:r>
            <a:endParaRPr lang="en-US" dirty="0"/>
          </a:p>
        </p:txBody>
      </p:sp>
      <p:sp>
        <p:nvSpPr>
          <p:cNvPr id="66" name="Text Placeholder 65">
            <a:extLst>
              <a:ext uri="{FF2B5EF4-FFF2-40B4-BE49-F238E27FC236}">
                <a16:creationId xmlns:a16="http://schemas.microsoft.com/office/drawing/2014/main" id="{21849EF0-7A6F-AE76-2B13-DA0AE1B5CA43}"/>
              </a:ext>
            </a:extLst>
          </p:cNvPr>
          <p:cNvSpPr>
            <a:spLocks noGrp="1"/>
          </p:cNvSpPr>
          <p:nvPr>
            <p:ph type="body" sz="quarter" idx="17"/>
          </p:nvPr>
        </p:nvSpPr>
        <p:spPr/>
        <p:txBody>
          <a:bodyPr/>
          <a:lstStyle/>
          <a:p>
            <a:endParaRPr lang="en-US"/>
          </a:p>
        </p:txBody>
      </p:sp>
      <p:sp>
        <p:nvSpPr>
          <p:cNvPr id="4" name="Text Placeholder 4">
            <a:extLst>
              <a:ext uri="{FF2B5EF4-FFF2-40B4-BE49-F238E27FC236}">
                <a16:creationId xmlns:a16="http://schemas.microsoft.com/office/drawing/2014/main" id="{CAACEBAE-D56D-E162-1746-7BC37228D659}"/>
              </a:ext>
            </a:extLst>
          </p:cNvPr>
          <p:cNvSpPr>
            <a:spLocks noGrp="1"/>
          </p:cNvSpPr>
          <p:nvPr>
            <p:custDataLst>
              <p:tags r:id="rId1"/>
            </p:custDataLst>
          </p:nvPr>
        </p:nvSpPr>
        <p:spPr bwMode="auto">
          <a:xfrm>
            <a:off x="2521706" y="2068513"/>
            <a:ext cx="638175"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sz="900" b="1" i="0" u="none" strike="noStrike" kern="1200" cap="none" spc="0" normalizeH="0" baseline="0" noProof="0" dirty="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rPr>
              <a:t>2023</a:t>
            </a:r>
          </a:p>
        </p:txBody>
      </p:sp>
      <p:sp>
        <p:nvSpPr>
          <p:cNvPr id="5" name="Text Placeholder 4">
            <a:extLst>
              <a:ext uri="{FF2B5EF4-FFF2-40B4-BE49-F238E27FC236}">
                <a16:creationId xmlns:a16="http://schemas.microsoft.com/office/drawing/2014/main" id="{F37BD33F-7C79-E79B-0095-5C50C692300F}"/>
              </a:ext>
            </a:extLst>
          </p:cNvPr>
          <p:cNvSpPr>
            <a:spLocks noGrp="1"/>
          </p:cNvSpPr>
          <p:nvPr>
            <p:custDataLst>
              <p:tags r:id="rId2"/>
            </p:custDataLst>
          </p:nvPr>
        </p:nvSpPr>
        <p:spPr bwMode="auto">
          <a:xfrm>
            <a:off x="3159881" y="2068513"/>
            <a:ext cx="382428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sz="900" b="1" i="0" u="none" strike="noStrike" kern="1200" cap="none" spc="0" normalizeH="0" baseline="0" noProof="0" dirty="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rPr>
              <a:t>2024</a:t>
            </a:r>
          </a:p>
        </p:txBody>
      </p:sp>
      <p:sp>
        <p:nvSpPr>
          <p:cNvPr id="6" name="Text Placeholder 4">
            <a:extLst>
              <a:ext uri="{FF2B5EF4-FFF2-40B4-BE49-F238E27FC236}">
                <a16:creationId xmlns:a16="http://schemas.microsoft.com/office/drawing/2014/main" id="{2872C6F4-7368-7987-4E53-AE82DEA94CF2}"/>
              </a:ext>
            </a:extLst>
          </p:cNvPr>
          <p:cNvSpPr>
            <a:spLocks noGrp="1"/>
          </p:cNvSpPr>
          <p:nvPr>
            <p:custDataLst>
              <p:tags r:id="rId3"/>
            </p:custDataLst>
          </p:nvPr>
        </p:nvSpPr>
        <p:spPr bwMode="auto">
          <a:xfrm>
            <a:off x="6984169" y="2068513"/>
            <a:ext cx="1581150"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900" b="1" i="0" u="none" strike="noStrike" kern="1200" cap="none" spc="0" normalizeH="0" baseline="0" noProof="0" dirty="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t>2025</a:t>
            </a:r>
            <a:endParaRPr kumimoji="0" lang="en-GB" sz="900" b="1" i="0" u="none" strike="noStrike" kern="1200" cap="none" spc="0" normalizeH="0" baseline="0" noProof="0" dirty="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7" name="Text Placeholder 4">
            <a:extLst>
              <a:ext uri="{FF2B5EF4-FFF2-40B4-BE49-F238E27FC236}">
                <a16:creationId xmlns:a16="http://schemas.microsoft.com/office/drawing/2014/main" id="{5BFFCE66-1022-765D-0000-CA6EBE2503B5}"/>
              </a:ext>
            </a:extLst>
          </p:cNvPr>
          <p:cNvSpPr>
            <a:spLocks noGrp="1"/>
          </p:cNvSpPr>
          <p:nvPr>
            <p:custDataLst>
              <p:tags r:id="rId4"/>
            </p:custDataLst>
          </p:nvPr>
        </p:nvSpPr>
        <p:spPr bwMode="auto">
          <a:xfrm>
            <a:off x="2521706" y="2268538"/>
            <a:ext cx="314325"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1F7D2A6E-99FA-4BA0-B38E-A19DBD0BB486}" type="datetime'''''''''N''''''''''''''''''''o''''''''''''''''''''''''''v'">
              <a:rPr kumimoji="0" lang="en-GB" altLang="en-US" sz="900" b="1"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Nov</a:t>
            </a:fld>
            <a:endParaRPr kumimoji="0" lang="en-GB" sz="9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8" name="Text Placeholder 4">
            <a:extLst>
              <a:ext uri="{FF2B5EF4-FFF2-40B4-BE49-F238E27FC236}">
                <a16:creationId xmlns:a16="http://schemas.microsoft.com/office/drawing/2014/main" id="{A2947578-1E6F-C58F-43C8-53CA5F866FE6}"/>
              </a:ext>
            </a:extLst>
          </p:cNvPr>
          <p:cNvSpPr>
            <a:spLocks noGrp="1"/>
          </p:cNvSpPr>
          <p:nvPr>
            <p:custDataLst>
              <p:tags r:id="rId5"/>
            </p:custDataLst>
          </p:nvPr>
        </p:nvSpPr>
        <p:spPr bwMode="auto">
          <a:xfrm>
            <a:off x="2836031" y="2268538"/>
            <a:ext cx="323850"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CE1EB675-80A9-4027-BE20-DA1785BDEC75}" type="datetime'''''D''''''''''''''''''e''c'''''''''''''''''''''''">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Dec</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9" name="Text Placeholder 4">
            <a:extLst>
              <a:ext uri="{FF2B5EF4-FFF2-40B4-BE49-F238E27FC236}">
                <a16:creationId xmlns:a16="http://schemas.microsoft.com/office/drawing/2014/main" id="{59D8F1EA-B4B2-4F18-B53B-990C6134021A}"/>
              </a:ext>
            </a:extLst>
          </p:cNvPr>
          <p:cNvSpPr>
            <a:spLocks noGrp="1"/>
          </p:cNvSpPr>
          <p:nvPr>
            <p:custDataLst>
              <p:tags r:id="rId6"/>
            </p:custDataLst>
          </p:nvPr>
        </p:nvSpPr>
        <p:spPr bwMode="auto">
          <a:xfrm>
            <a:off x="3159881" y="2268538"/>
            <a:ext cx="3254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787289F9-60DD-4D2B-BCE1-10B8B1CADEF3}" type="datetime'''''''''''''''J''''''''''''''''''''''''''''''''''''''a''''''n'">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Jan</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0" name="Text Placeholder 4">
            <a:extLst>
              <a:ext uri="{FF2B5EF4-FFF2-40B4-BE49-F238E27FC236}">
                <a16:creationId xmlns:a16="http://schemas.microsoft.com/office/drawing/2014/main" id="{295CEA8E-BF5F-FAA1-448F-4A12BEE45F1D}"/>
              </a:ext>
            </a:extLst>
          </p:cNvPr>
          <p:cNvSpPr>
            <a:spLocks noGrp="1"/>
          </p:cNvSpPr>
          <p:nvPr>
            <p:custDataLst>
              <p:tags r:id="rId7"/>
            </p:custDataLst>
          </p:nvPr>
        </p:nvSpPr>
        <p:spPr bwMode="auto">
          <a:xfrm>
            <a:off x="3485319" y="2268538"/>
            <a:ext cx="29368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982DCC26-E0E3-4884-B85E-B6FF503DBBAC}" type="datetime'''''''''''''''''''''Fe''''''''b'''''''''''''''''''''''''">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Feb</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1" name="Text Placeholder 4">
            <a:extLst>
              <a:ext uri="{FF2B5EF4-FFF2-40B4-BE49-F238E27FC236}">
                <a16:creationId xmlns:a16="http://schemas.microsoft.com/office/drawing/2014/main" id="{D0F92C2C-F236-2CA7-DA2A-9226703B82B8}"/>
              </a:ext>
            </a:extLst>
          </p:cNvPr>
          <p:cNvSpPr>
            <a:spLocks noGrp="1"/>
          </p:cNvSpPr>
          <p:nvPr>
            <p:custDataLst>
              <p:tags r:id="rId8"/>
            </p:custDataLst>
          </p:nvPr>
        </p:nvSpPr>
        <p:spPr bwMode="auto">
          <a:xfrm>
            <a:off x="3779006" y="2268538"/>
            <a:ext cx="323850"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9F39A2D2-863D-4007-BD59-976C098E6C50}" type="datetime'''''''M''''''''''''''''''''''a''''''''r'''''''''''''''''">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Mar</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2" name="Text Placeholder 4">
            <a:extLst>
              <a:ext uri="{FF2B5EF4-FFF2-40B4-BE49-F238E27FC236}">
                <a16:creationId xmlns:a16="http://schemas.microsoft.com/office/drawing/2014/main" id="{50EDB115-6BB1-F575-8C04-6B121E49755B}"/>
              </a:ext>
            </a:extLst>
          </p:cNvPr>
          <p:cNvSpPr>
            <a:spLocks noGrp="1"/>
          </p:cNvSpPr>
          <p:nvPr>
            <p:custDataLst>
              <p:tags r:id="rId9"/>
            </p:custDataLst>
          </p:nvPr>
        </p:nvSpPr>
        <p:spPr bwMode="auto">
          <a:xfrm>
            <a:off x="4102856" y="2268538"/>
            <a:ext cx="314325"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703AB9D2-57C2-438F-8C5A-27C161E76413}" type="datetime'''A''''p''''''''''''''''''''''''''r'''''''''''''''''">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Apr</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3" name="Text Placeholder 4">
            <a:extLst>
              <a:ext uri="{FF2B5EF4-FFF2-40B4-BE49-F238E27FC236}">
                <a16:creationId xmlns:a16="http://schemas.microsoft.com/office/drawing/2014/main" id="{B7D4E39D-1451-F7C7-ABD0-738A2BA31817}"/>
              </a:ext>
            </a:extLst>
          </p:cNvPr>
          <p:cNvSpPr>
            <a:spLocks noGrp="1"/>
          </p:cNvSpPr>
          <p:nvPr>
            <p:custDataLst>
              <p:tags r:id="rId10"/>
            </p:custDataLst>
          </p:nvPr>
        </p:nvSpPr>
        <p:spPr bwMode="auto">
          <a:xfrm>
            <a:off x="4417181" y="2268538"/>
            <a:ext cx="3254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D4667FBE-6968-4F78-BF3F-43C1E255F4F5}" type="datetime'M''''''''''''''''''''a''''''''''''''y'''''''''''''''''''''''">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May</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4" name="Text Placeholder 4">
            <a:extLst>
              <a:ext uri="{FF2B5EF4-FFF2-40B4-BE49-F238E27FC236}">
                <a16:creationId xmlns:a16="http://schemas.microsoft.com/office/drawing/2014/main" id="{5B588339-DE3E-740B-D6EC-579E640A280D}"/>
              </a:ext>
            </a:extLst>
          </p:cNvPr>
          <p:cNvSpPr>
            <a:spLocks noGrp="1"/>
          </p:cNvSpPr>
          <p:nvPr>
            <p:custDataLst>
              <p:tags r:id="rId11"/>
            </p:custDataLst>
          </p:nvPr>
        </p:nvSpPr>
        <p:spPr bwMode="auto">
          <a:xfrm>
            <a:off x="4742619" y="2268538"/>
            <a:ext cx="314325"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080D606B-D357-4DC2-99BD-B51C8B3DAEA6}" type="datetime'J''''''''''''''u''''''''''''''''''''''''''''''''n'">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Jun</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5" name="Text Placeholder 4">
            <a:extLst>
              <a:ext uri="{FF2B5EF4-FFF2-40B4-BE49-F238E27FC236}">
                <a16:creationId xmlns:a16="http://schemas.microsoft.com/office/drawing/2014/main" id="{E9A50233-42A6-EE6E-C6FA-0C9ACAB0E08D}"/>
              </a:ext>
            </a:extLst>
          </p:cNvPr>
          <p:cNvSpPr>
            <a:spLocks noGrp="1"/>
          </p:cNvSpPr>
          <p:nvPr>
            <p:custDataLst>
              <p:tags r:id="rId12"/>
            </p:custDataLst>
          </p:nvPr>
        </p:nvSpPr>
        <p:spPr bwMode="auto">
          <a:xfrm>
            <a:off x="5056944" y="2268538"/>
            <a:ext cx="323850"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E56818B4-FB45-49C4-AFEA-AF07E9573AE5}" type="datetime'''''''''''''''''''''''''''''''''''''''J''''''u''''''''l'">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Jul</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6" name="Text Placeholder 4">
            <a:extLst>
              <a:ext uri="{FF2B5EF4-FFF2-40B4-BE49-F238E27FC236}">
                <a16:creationId xmlns:a16="http://schemas.microsoft.com/office/drawing/2014/main" id="{6F174BD4-5449-0E87-4A53-6B0937DEA39B}"/>
              </a:ext>
            </a:extLst>
          </p:cNvPr>
          <p:cNvSpPr>
            <a:spLocks noGrp="1"/>
          </p:cNvSpPr>
          <p:nvPr>
            <p:custDataLst>
              <p:tags r:id="rId13"/>
            </p:custDataLst>
          </p:nvPr>
        </p:nvSpPr>
        <p:spPr bwMode="auto">
          <a:xfrm>
            <a:off x="5380794" y="2268538"/>
            <a:ext cx="3254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09C9EF8D-F0B9-4A8A-BB23-EC94F47C5B76}" type="datetime'A''u''''''''''''''''''''''''''''''''''''g'''''">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Aug</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7" name="Text Placeholder 4">
            <a:extLst>
              <a:ext uri="{FF2B5EF4-FFF2-40B4-BE49-F238E27FC236}">
                <a16:creationId xmlns:a16="http://schemas.microsoft.com/office/drawing/2014/main" id="{C590811E-10CE-AD25-449E-39759BA71F54}"/>
              </a:ext>
            </a:extLst>
          </p:cNvPr>
          <p:cNvSpPr>
            <a:spLocks noGrp="1"/>
          </p:cNvSpPr>
          <p:nvPr>
            <p:custDataLst>
              <p:tags r:id="rId14"/>
            </p:custDataLst>
          </p:nvPr>
        </p:nvSpPr>
        <p:spPr bwMode="auto">
          <a:xfrm>
            <a:off x="5706231" y="2268538"/>
            <a:ext cx="314325"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96342D7A-AAB0-4CAF-9887-CA4ABC63CCED}" type="datetime'''''S''''''''''''''''''''e''''''p'''''''''''">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Sep</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8" name="Text Placeholder 4">
            <a:extLst>
              <a:ext uri="{FF2B5EF4-FFF2-40B4-BE49-F238E27FC236}">
                <a16:creationId xmlns:a16="http://schemas.microsoft.com/office/drawing/2014/main" id="{9A98EA6B-D17F-BCFA-CBF0-72C7C5710AAF}"/>
              </a:ext>
            </a:extLst>
          </p:cNvPr>
          <p:cNvSpPr>
            <a:spLocks noGrp="1"/>
          </p:cNvSpPr>
          <p:nvPr>
            <p:custDataLst>
              <p:tags r:id="rId15"/>
            </p:custDataLst>
          </p:nvPr>
        </p:nvSpPr>
        <p:spPr bwMode="auto">
          <a:xfrm>
            <a:off x="6020556" y="2268538"/>
            <a:ext cx="323850"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AB2C29D4-B447-40C6-93DB-A4BA04D2FE1F}" type="datetime'''''''''''O''''c''''''''''''''''''t'''''''''''''''''''''''">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Oct</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9" name="Text Placeholder 4">
            <a:extLst>
              <a:ext uri="{FF2B5EF4-FFF2-40B4-BE49-F238E27FC236}">
                <a16:creationId xmlns:a16="http://schemas.microsoft.com/office/drawing/2014/main" id="{7B3C9ADF-661E-57CF-D32A-A5D44B396FCD}"/>
              </a:ext>
            </a:extLst>
          </p:cNvPr>
          <p:cNvSpPr>
            <a:spLocks noGrp="1"/>
          </p:cNvSpPr>
          <p:nvPr>
            <p:custDataLst>
              <p:tags r:id="rId16"/>
            </p:custDataLst>
          </p:nvPr>
        </p:nvSpPr>
        <p:spPr bwMode="auto">
          <a:xfrm>
            <a:off x="6344406" y="2268538"/>
            <a:ext cx="314325"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790C37B7-7CAF-4D61-ABCF-D7A771218228}" type="datetime'''''''''''''''N''''''''o''''v'''''''">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Nov</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20" name="Text Placeholder 4">
            <a:extLst>
              <a:ext uri="{FF2B5EF4-FFF2-40B4-BE49-F238E27FC236}">
                <a16:creationId xmlns:a16="http://schemas.microsoft.com/office/drawing/2014/main" id="{6CA48353-4372-3A81-60CD-1561327EBF6A}"/>
              </a:ext>
            </a:extLst>
          </p:cNvPr>
          <p:cNvSpPr>
            <a:spLocks noGrp="1"/>
          </p:cNvSpPr>
          <p:nvPr>
            <p:custDataLst>
              <p:tags r:id="rId17"/>
            </p:custDataLst>
          </p:nvPr>
        </p:nvSpPr>
        <p:spPr bwMode="auto">
          <a:xfrm>
            <a:off x="6658731" y="2268538"/>
            <a:ext cx="3254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B785D4D0-11E7-46AF-8C3D-7CAAA0481B99}" type="datetime'D''e''''c'''''''''''''''''''''''''''''''''''''''">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Dec</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21" name="Text Placeholder 4">
            <a:extLst>
              <a:ext uri="{FF2B5EF4-FFF2-40B4-BE49-F238E27FC236}">
                <a16:creationId xmlns:a16="http://schemas.microsoft.com/office/drawing/2014/main" id="{A2E0F2F3-2869-5E9D-135C-A98D090A9C90}"/>
              </a:ext>
            </a:extLst>
          </p:cNvPr>
          <p:cNvSpPr>
            <a:spLocks noGrp="1"/>
          </p:cNvSpPr>
          <p:nvPr>
            <p:custDataLst>
              <p:tags r:id="rId18"/>
            </p:custDataLst>
          </p:nvPr>
        </p:nvSpPr>
        <p:spPr bwMode="auto">
          <a:xfrm>
            <a:off x="6984169" y="2268538"/>
            <a:ext cx="323850"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9C988B87-897F-4E81-B4DE-1EE5048A4AD4}" type="datetime'''''''''J''''''''''''''''''''''''''''a''''''''''''''''''n'''">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Jan</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22" name="Text Placeholder 4">
            <a:extLst>
              <a:ext uri="{FF2B5EF4-FFF2-40B4-BE49-F238E27FC236}">
                <a16:creationId xmlns:a16="http://schemas.microsoft.com/office/drawing/2014/main" id="{5257995F-16A0-A386-C093-60E4DC48F865}"/>
              </a:ext>
            </a:extLst>
          </p:cNvPr>
          <p:cNvSpPr>
            <a:spLocks noGrp="1"/>
          </p:cNvSpPr>
          <p:nvPr>
            <p:custDataLst>
              <p:tags r:id="rId19"/>
            </p:custDataLst>
          </p:nvPr>
        </p:nvSpPr>
        <p:spPr bwMode="auto">
          <a:xfrm>
            <a:off x="7308019" y="2268538"/>
            <a:ext cx="29368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F58BE5F0-65CD-4C45-9996-BBDBBDCF87FA}" type="datetime'''''''''''''''''''''''''''''''''''''''Fe''''''''''''''''''b'''">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Feb</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23" name="Text Placeholder 4">
            <a:extLst>
              <a:ext uri="{FF2B5EF4-FFF2-40B4-BE49-F238E27FC236}">
                <a16:creationId xmlns:a16="http://schemas.microsoft.com/office/drawing/2014/main" id="{74E8CA60-4939-5275-47DD-BA4F1EFE46AF}"/>
              </a:ext>
            </a:extLst>
          </p:cNvPr>
          <p:cNvSpPr>
            <a:spLocks noGrp="1"/>
          </p:cNvSpPr>
          <p:nvPr>
            <p:custDataLst>
              <p:tags r:id="rId20"/>
            </p:custDataLst>
          </p:nvPr>
        </p:nvSpPr>
        <p:spPr bwMode="auto">
          <a:xfrm>
            <a:off x="7601706" y="2268538"/>
            <a:ext cx="3254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62242B87-B97E-4AE5-88A3-4DF8F02973D2}" type="datetime'M''''''''''a''''''r'''''''''''''''''''''''''''''''">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Mar</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24" name="Text Placeholder 4">
            <a:extLst>
              <a:ext uri="{FF2B5EF4-FFF2-40B4-BE49-F238E27FC236}">
                <a16:creationId xmlns:a16="http://schemas.microsoft.com/office/drawing/2014/main" id="{48555208-3D43-1B13-073A-7E5D5F3B9FED}"/>
              </a:ext>
            </a:extLst>
          </p:cNvPr>
          <p:cNvSpPr>
            <a:spLocks noGrp="1"/>
          </p:cNvSpPr>
          <p:nvPr>
            <p:custDataLst>
              <p:tags r:id="rId21"/>
            </p:custDataLst>
          </p:nvPr>
        </p:nvSpPr>
        <p:spPr bwMode="auto">
          <a:xfrm>
            <a:off x="7927144" y="2268538"/>
            <a:ext cx="3127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99F3B4CD-475B-408E-8E3C-46D24439C022}" type="datetime'A''''''''''''''''''''p''''''''''''''r'''''''''''''''''''">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Apr</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25" name="Text Placeholder 4">
            <a:extLst>
              <a:ext uri="{FF2B5EF4-FFF2-40B4-BE49-F238E27FC236}">
                <a16:creationId xmlns:a16="http://schemas.microsoft.com/office/drawing/2014/main" id="{3996E604-8575-DDFD-D3D0-68C0B7C515A4}"/>
              </a:ext>
            </a:extLst>
          </p:cNvPr>
          <p:cNvSpPr>
            <a:spLocks noGrp="1"/>
          </p:cNvSpPr>
          <p:nvPr>
            <p:custDataLst>
              <p:tags r:id="rId22"/>
            </p:custDataLst>
          </p:nvPr>
        </p:nvSpPr>
        <p:spPr bwMode="auto">
          <a:xfrm>
            <a:off x="8239881" y="2268538"/>
            <a:ext cx="325438" cy="200025"/>
          </a:xfrm>
          <a:prstGeom prst="rect">
            <a:avLst/>
          </a:prstGeom>
          <a:noFill/>
          <a:ln>
            <a:noFill/>
          </a:ln>
        </p:spPr>
        <p:txBody>
          <a:bodyPr vert="horz" wrap="none" lIns="0" tIns="31750" rIns="0" bIns="31750"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6962151C-9FAE-405E-8134-4A8832D1C203}" type="datetime'''''Ma''''''''''''''''''''''''y'''''''''''''''''''">
              <a:rPr kumimoji="0" lang="en-GB" altLang="en-US" sz="900" b="1" i="0" u="none" strike="noStrike" kern="1200" cap="none" spc="0" normalizeH="0" baseline="0" noProof="0" smtClean="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May</a:t>
            </a:fld>
            <a:endParaRPr kumimoji="0" lang="en-GB" sz="900" b="1" i="0" u="none" strike="noStrike" kern="1200" cap="none" spc="0" normalizeH="0" baseline="0" noProof="0">
              <a:ln>
                <a:noFill/>
              </a:ln>
              <a:solidFill>
                <a:srgbClr val="E7E6E6">
                  <a:lumMod val="10000"/>
                </a:srgbClr>
              </a:solidFill>
              <a:effectLst/>
              <a:uLnTx/>
              <a:uFillTx/>
              <a:latin typeface="Arial" panose="020B0604020202020204" pitchFamily="34" charset="0"/>
              <a:ea typeface="+mn-ea"/>
              <a:cs typeface="Arial" panose="020B0604020202020204" pitchFamily="34" charset="0"/>
              <a:sym typeface="+mn-lt"/>
            </a:endParaRPr>
          </a:p>
        </p:txBody>
      </p:sp>
      <p:cxnSp>
        <p:nvCxnSpPr>
          <p:cNvPr id="26" name="Straight Connector 25">
            <a:extLst>
              <a:ext uri="{FF2B5EF4-FFF2-40B4-BE49-F238E27FC236}">
                <a16:creationId xmlns:a16="http://schemas.microsoft.com/office/drawing/2014/main" id="{65F2919A-1904-1A86-3E85-4B4EF2855992}"/>
              </a:ext>
            </a:extLst>
          </p:cNvPr>
          <p:cNvCxnSpPr/>
          <p:nvPr>
            <p:custDataLst>
              <p:tags r:id="rId23"/>
            </p:custDataLst>
          </p:nvPr>
        </p:nvCxnSpPr>
        <p:spPr bwMode="auto">
          <a:xfrm>
            <a:off x="2521706" y="2268538"/>
            <a:ext cx="582613" cy="0"/>
          </a:xfrm>
          <a:prstGeom prst="line">
            <a:avLst/>
          </a:prstGeom>
          <a:ln w="9525"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DAA5DD9-2E56-3B95-4504-FCC2453EFE02}"/>
              </a:ext>
            </a:extLst>
          </p:cNvPr>
          <p:cNvCxnSpPr/>
          <p:nvPr>
            <p:custDataLst>
              <p:tags r:id="rId24"/>
            </p:custDataLst>
          </p:nvPr>
        </p:nvCxnSpPr>
        <p:spPr bwMode="auto">
          <a:xfrm>
            <a:off x="6984169" y="2268538"/>
            <a:ext cx="1581150" cy="0"/>
          </a:xfrm>
          <a:prstGeom prst="line">
            <a:avLst/>
          </a:prstGeom>
          <a:ln w="9525"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F8DDDB-A667-0E94-4ED9-EB9CA2A26CC6}"/>
              </a:ext>
            </a:extLst>
          </p:cNvPr>
          <p:cNvCxnSpPr/>
          <p:nvPr>
            <p:custDataLst>
              <p:tags r:id="rId25"/>
            </p:custDataLst>
          </p:nvPr>
        </p:nvCxnSpPr>
        <p:spPr bwMode="auto">
          <a:xfrm>
            <a:off x="3159881" y="2268538"/>
            <a:ext cx="3768725" cy="0"/>
          </a:xfrm>
          <a:prstGeom prst="line">
            <a:avLst/>
          </a:prstGeom>
          <a:ln w="9525"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3611732-7932-C25D-B543-73F950380456}"/>
              </a:ext>
            </a:extLst>
          </p:cNvPr>
          <p:cNvCxnSpPr>
            <a:cxnSpLocks/>
          </p:cNvCxnSpPr>
          <p:nvPr>
            <p:custDataLst>
              <p:tags r:id="rId26"/>
            </p:custDataLst>
          </p:nvPr>
        </p:nvCxnSpPr>
        <p:spPr bwMode="auto">
          <a:xfrm>
            <a:off x="2521706" y="2468563"/>
            <a:ext cx="0" cy="3708000"/>
          </a:xfrm>
          <a:prstGeom prst="line">
            <a:avLst/>
          </a:prstGeom>
          <a:ln w="9525"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6CC95D5-61C2-5863-20B5-1727F495D957}"/>
              </a:ext>
            </a:extLst>
          </p:cNvPr>
          <p:cNvCxnSpPr/>
          <p:nvPr>
            <p:custDataLst>
              <p:tags r:id="rId27"/>
            </p:custDataLst>
          </p:nvPr>
        </p:nvCxnSpPr>
        <p:spPr bwMode="auto">
          <a:xfrm>
            <a:off x="1467606" y="5051425"/>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0C1A00C-A54C-F897-57B1-05712D76D4DF}"/>
              </a:ext>
            </a:extLst>
          </p:cNvPr>
          <p:cNvCxnSpPr/>
          <p:nvPr>
            <p:custDataLst>
              <p:tags r:id="rId28"/>
            </p:custDataLst>
          </p:nvPr>
        </p:nvCxnSpPr>
        <p:spPr bwMode="auto">
          <a:xfrm>
            <a:off x="1467606" y="2792413"/>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F249434-B670-2AF9-EC39-D7D98C2C2044}"/>
              </a:ext>
            </a:extLst>
          </p:cNvPr>
          <p:cNvCxnSpPr/>
          <p:nvPr>
            <p:custDataLst>
              <p:tags r:id="rId29"/>
            </p:custDataLst>
          </p:nvPr>
        </p:nvCxnSpPr>
        <p:spPr bwMode="auto">
          <a:xfrm>
            <a:off x="1467606" y="3478213"/>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5F5F381-BADB-1EE6-99CD-53DEE42E25B5}"/>
              </a:ext>
            </a:extLst>
          </p:cNvPr>
          <p:cNvCxnSpPr/>
          <p:nvPr>
            <p:custDataLst>
              <p:tags r:id="rId30"/>
            </p:custDataLst>
          </p:nvPr>
        </p:nvCxnSpPr>
        <p:spPr bwMode="auto">
          <a:xfrm>
            <a:off x="1467606" y="4008438"/>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B1CCCCD-BA64-5482-4DAE-2B2E5755968B}"/>
              </a:ext>
            </a:extLst>
          </p:cNvPr>
          <p:cNvCxnSpPr/>
          <p:nvPr>
            <p:custDataLst>
              <p:tags r:id="rId31"/>
            </p:custDataLst>
          </p:nvPr>
        </p:nvCxnSpPr>
        <p:spPr bwMode="auto">
          <a:xfrm>
            <a:off x="1467606" y="3117850"/>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4D2D6D7-C5B6-B64D-AFA9-333D913CB703}"/>
              </a:ext>
            </a:extLst>
          </p:cNvPr>
          <p:cNvCxnSpPr/>
          <p:nvPr>
            <p:custDataLst>
              <p:tags r:id="rId32"/>
            </p:custDataLst>
          </p:nvPr>
        </p:nvCxnSpPr>
        <p:spPr bwMode="auto">
          <a:xfrm>
            <a:off x="1467606" y="5546725"/>
            <a:ext cx="7097713" cy="0"/>
          </a:xfrm>
          <a:prstGeom prst="line">
            <a:avLst/>
          </a:prstGeom>
          <a:ln w="1270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B0B8B6D-B8A1-6847-6BFA-8D3661A480DD}"/>
              </a:ext>
            </a:extLst>
          </p:cNvPr>
          <p:cNvCxnSpPr/>
          <p:nvPr>
            <p:custDataLst>
              <p:tags r:id="rId33"/>
            </p:custDataLst>
          </p:nvPr>
        </p:nvCxnSpPr>
        <p:spPr bwMode="auto">
          <a:xfrm>
            <a:off x="1467606" y="4367213"/>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5576B6-2CB0-F941-4A36-37E64D5F4369}"/>
              </a:ext>
            </a:extLst>
          </p:cNvPr>
          <p:cNvCxnSpPr/>
          <p:nvPr>
            <p:custDataLst>
              <p:tags r:id="rId34"/>
            </p:custDataLst>
          </p:nvPr>
        </p:nvCxnSpPr>
        <p:spPr bwMode="auto">
          <a:xfrm>
            <a:off x="1467606" y="4692650"/>
            <a:ext cx="7097713" cy="0"/>
          </a:xfrm>
          <a:prstGeom prst="line">
            <a:avLst/>
          </a:prstGeom>
          <a:ln w="63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F69229C-2377-B2FF-2C82-735205EBE831}"/>
              </a:ext>
            </a:extLst>
          </p:cNvPr>
          <p:cNvCxnSpPr/>
          <p:nvPr>
            <p:custDataLst>
              <p:tags r:id="rId35"/>
            </p:custDataLst>
          </p:nvPr>
        </p:nvCxnSpPr>
        <p:spPr bwMode="auto">
          <a:xfrm>
            <a:off x="1467606" y="6185329"/>
            <a:ext cx="7097713" cy="0"/>
          </a:xfrm>
          <a:prstGeom prst="line">
            <a:avLst/>
          </a:prstGeom>
          <a:ln w="190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D9AAF09-B345-7B5A-A296-F658180C9A1F}"/>
              </a:ext>
            </a:extLst>
          </p:cNvPr>
          <p:cNvCxnSpPr/>
          <p:nvPr>
            <p:custDataLst>
              <p:tags r:id="rId36"/>
            </p:custDataLst>
          </p:nvPr>
        </p:nvCxnSpPr>
        <p:spPr bwMode="auto">
          <a:xfrm>
            <a:off x="1467606" y="2468563"/>
            <a:ext cx="7097713" cy="0"/>
          </a:xfrm>
          <a:prstGeom prst="line">
            <a:avLst/>
          </a:prstGeom>
          <a:ln w="19050" cap="flat" cmpd="sng" algn="ctr">
            <a:solidFill>
              <a:srgbClr val="0000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Text Placeholder 4">
            <a:extLst>
              <a:ext uri="{FF2B5EF4-FFF2-40B4-BE49-F238E27FC236}">
                <a16:creationId xmlns:a16="http://schemas.microsoft.com/office/drawing/2014/main" id="{35116279-811C-8BD3-19A2-9B737BA26903}"/>
              </a:ext>
            </a:extLst>
          </p:cNvPr>
          <p:cNvSpPr>
            <a:spLocks noGrp="1"/>
          </p:cNvSpPr>
          <p:nvPr>
            <p:custDataLst>
              <p:tags r:id="rId37"/>
            </p:custDataLst>
          </p:nvPr>
        </p:nvSpPr>
        <p:spPr bwMode="auto">
          <a:xfrm>
            <a:off x="3747256" y="2516188"/>
            <a:ext cx="366713" cy="228600"/>
          </a:xfrm>
          <a:prstGeom prst="chevron">
            <a:avLst>
              <a:gd name="adj" fmla="val 18056"/>
            </a:avLst>
          </a:prstGeom>
          <a:noFill/>
          <a:ln w="9525" algn="ctr">
            <a:solidFill>
              <a:schemeClr val="bg1">
                <a:lumMod val="85000"/>
              </a:schemeClr>
            </a:solidFill>
            <a:prstDash val="lgDash"/>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mn-lt"/>
            </a:endParaRPr>
          </a:p>
        </p:txBody>
      </p:sp>
      <p:sp>
        <p:nvSpPr>
          <p:cNvPr id="43" name="Text Placeholder 4">
            <a:extLst>
              <a:ext uri="{FF2B5EF4-FFF2-40B4-BE49-F238E27FC236}">
                <a16:creationId xmlns:a16="http://schemas.microsoft.com/office/drawing/2014/main" id="{73950670-E95E-8CC3-AF8F-BED08229F4B9}"/>
              </a:ext>
            </a:extLst>
          </p:cNvPr>
          <p:cNvSpPr>
            <a:spLocks noGrp="1"/>
          </p:cNvSpPr>
          <p:nvPr>
            <p:custDataLst>
              <p:tags r:id="rId38"/>
            </p:custDataLst>
          </p:nvPr>
        </p:nvSpPr>
        <p:spPr bwMode="auto">
          <a:xfrm>
            <a:off x="6157081" y="4740275"/>
            <a:ext cx="993775" cy="228600"/>
          </a:xfrm>
          <a:prstGeom prst="chevron">
            <a:avLst>
              <a:gd name="adj" fmla="val 18056"/>
            </a:avLst>
          </a:prstGeom>
          <a:noFill/>
          <a:ln w="9525" algn="ctr">
            <a:solidFill>
              <a:schemeClr val="accent2"/>
            </a:solidFill>
            <a:prstDash val="lgDash"/>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4D4D4D"/>
              </a:solidFill>
              <a:effectLst/>
              <a:uLnTx/>
              <a:uFillTx/>
              <a:latin typeface="Arial" panose="020B0604020202020204" pitchFamily="34" charset="0"/>
              <a:ea typeface="+mn-ea"/>
              <a:cs typeface="Arial" panose="020B0604020202020204" pitchFamily="34" charset="0"/>
              <a:sym typeface="Arial"/>
            </a:endParaRPr>
          </a:p>
        </p:txBody>
      </p:sp>
      <p:sp>
        <p:nvSpPr>
          <p:cNvPr id="44" name="Text Placeholder 4">
            <a:extLst>
              <a:ext uri="{FF2B5EF4-FFF2-40B4-BE49-F238E27FC236}">
                <a16:creationId xmlns:a16="http://schemas.microsoft.com/office/drawing/2014/main" id="{E0437689-FA66-8C59-3977-D0E246307710}"/>
              </a:ext>
            </a:extLst>
          </p:cNvPr>
          <p:cNvSpPr>
            <a:spLocks noGrp="1"/>
          </p:cNvSpPr>
          <p:nvPr>
            <p:custDataLst>
              <p:tags r:id="rId39"/>
            </p:custDataLst>
          </p:nvPr>
        </p:nvSpPr>
        <p:spPr bwMode="auto">
          <a:xfrm>
            <a:off x="6009444" y="4416425"/>
            <a:ext cx="995363" cy="228600"/>
          </a:xfrm>
          <a:prstGeom prst="chevron">
            <a:avLst>
              <a:gd name="adj" fmla="val 18056"/>
            </a:avLst>
          </a:prstGeom>
          <a:noFill/>
          <a:ln w="9525" algn="ctr">
            <a:solidFill>
              <a:schemeClr val="accent2"/>
            </a:solidFill>
            <a:prstDash val="lgDash"/>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4D4D4D"/>
              </a:solidFill>
              <a:effectLst/>
              <a:uLnTx/>
              <a:uFillTx/>
              <a:latin typeface="Arial" panose="020B0604020202020204" pitchFamily="34" charset="0"/>
              <a:ea typeface="+mn-ea"/>
              <a:cs typeface="Arial" panose="020B0604020202020204" pitchFamily="34" charset="0"/>
              <a:sym typeface="Arial"/>
            </a:endParaRPr>
          </a:p>
        </p:txBody>
      </p:sp>
      <p:sp>
        <p:nvSpPr>
          <p:cNvPr id="45" name="Text Placeholder 4">
            <a:extLst>
              <a:ext uri="{FF2B5EF4-FFF2-40B4-BE49-F238E27FC236}">
                <a16:creationId xmlns:a16="http://schemas.microsoft.com/office/drawing/2014/main" id="{959AEADE-5A3B-42AD-63FF-1CBF98008D1C}"/>
              </a:ext>
            </a:extLst>
          </p:cNvPr>
          <p:cNvSpPr>
            <a:spLocks noGrp="1"/>
          </p:cNvSpPr>
          <p:nvPr>
            <p:custDataLst>
              <p:tags r:id="rId40"/>
            </p:custDataLst>
          </p:nvPr>
        </p:nvSpPr>
        <p:spPr bwMode="auto">
          <a:xfrm>
            <a:off x="4910894" y="3167063"/>
            <a:ext cx="469900" cy="228600"/>
          </a:xfrm>
          <a:prstGeom prst="chevron">
            <a:avLst>
              <a:gd name="adj" fmla="val 18056"/>
            </a:avLst>
          </a:prstGeom>
          <a:noFill/>
          <a:ln w="9525" algn="ctr">
            <a:solidFill>
              <a:srgbClr val="000000"/>
            </a:solidFill>
            <a:prstDash val="lgDash"/>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4D4D4D"/>
              </a:solidFill>
              <a:effectLst/>
              <a:uLnTx/>
              <a:uFillTx/>
              <a:latin typeface="Arial" panose="020B0604020202020204" pitchFamily="34" charset="0"/>
              <a:ea typeface="+mn-ea"/>
              <a:cs typeface="Arial" panose="020B0604020202020204" pitchFamily="34" charset="0"/>
              <a:sym typeface="Arial"/>
            </a:endParaRPr>
          </a:p>
        </p:txBody>
      </p:sp>
      <p:sp>
        <p:nvSpPr>
          <p:cNvPr id="46" name="Text Placeholder 4">
            <a:extLst>
              <a:ext uri="{FF2B5EF4-FFF2-40B4-BE49-F238E27FC236}">
                <a16:creationId xmlns:a16="http://schemas.microsoft.com/office/drawing/2014/main" id="{0135085D-D51A-7471-E859-D29E49A8BACA}"/>
              </a:ext>
            </a:extLst>
          </p:cNvPr>
          <p:cNvSpPr>
            <a:spLocks noGrp="1"/>
          </p:cNvSpPr>
          <p:nvPr>
            <p:custDataLst>
              <p:tags r:id="rId41"/>
            </p:custDataLst>
          </p:nvPr>
        </p:nvSpPr>
        <p:spPr bwMode="auto">
          <a:xfrm>
            <a:off x="5202994" y="4090988"/>
            <a:ext cx="995363" cy="228600"/>
          </a:xfrm>
          <a:prstGeom prst="chevron">
            <a:avLst>
              <a:gd name="adj" fmla="val 18056"/>
            </a:avLst>
          </a:prstGeom>
          <a:noFill/>
          <a:ln w="9525" algn="ctr">
            <a:solidFill>
              <a:schemeClr val="accent2"/>
            </a:solidFill>
            <a:prstDash val="lgDash"/>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4D4D4D"/>
              </a:solidFill>
              <a:effectLst/>
              <a:uLnTx/>
              <a:uFillTx/>
              <a:latin typeface="Arial" panose="020B0604020202020204" pitchFamily="34" charset="0"/>
              <a:ea typeface="+mn-ea"/>
              <a:cs typeface="Arial" panose="020B0604020202020204" pitchFamily="34" charset="0"/>
              <a:sym typeface="Arial"/>
            </a:endParaRPr>
          </a:p>
        </p:txBody>
      </p:sp>
      <p:sp>
        <p:nvSpPr>
          <p:cNvPr id="47" name="Text Placeholder 4">
            <a:extLst>
              <a:ext uri="{FF2B5EF4-FFF2-40B4-BE49-F238E27FC236}">
                <a16:creationId xmlns:a16="http://schemas.microsoft.com/office/drawing/2014/main" id="{9A0A6B3A-187B-BAF8-2C17-490170913039}"/>
              </a:ext>
            </a:extLst>
          </p:cNvPr>
          <p:cNvSpPr>
            <a:spLocks noGrp="1"/>
          </p:cNvSpPr>
          <p:nvPr>
            <p:custDataLst>
              <p:tags r:id="rId42"/>
            </p:custDataLst>
          </p:nvPr>
        </p:nvSpPr>
        <p:spPr bwMode="auto">
          <a:xfrm>
            <a:off x="4396544" y="2841625"/>
            <a:ext cx="482600" cy="228600"/>
          </a:xfrm>
          <a:prstGeom prst="chevron">
            <a:avLst>
              <a:gd name="adj" fmla="val 18056"/>
            </a:avLst>
          </a:prstGeom>
          <a:noFill/>
          <a:ln w="9525" algn="ctr">
            <a:solidFill>
              <a:srgbClr val="000000"/>
            </a:solidFill>
            <a:prstDash val="lgDash"/>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4D4D4D"/>
              </a:solidFill>
              <a:effectLst/>
              <a:uLnTx/>
              <a:uFillTx/>
              <a:latin typeface="Arial" panose="020B0604020202020204" pitchFamily="34" charset="0"/>
              <a:ea typeface="+mn-ea"/>
              <a:cs typeface="Arial" panose="020B0604020202020204" pitchFamily="34" charset="0"/>
              <a:sym typeface="Arial"/>
            </a:endParaRPr>
          </a:p>
        </p:txBody>
      </p:sp>
      <p:sp>
        <p:nvSpPr>
          <p:cNvPr id="48" name="Text Placeholder 4">
            <a:extLst>
              <a:ext uri="{FF2B5EF4-FFF2-40B4-BE49-F238E27FC236}">
                <a16:creationId xmlns:a16="http://schemas.microsoft.com/office/drawing/2014/main" id="{F4292647-89C6-C79E-15B3-AA7980A56070}"/>
              </a:ext>
            </a:extLst>
          </p:cNvPr>
          <p:cNvSpPr>
            <a:spLocks noGrp="1"/>
          </p:cNvSpPr>
          <p:nvPr>
            <p:custDataLst>
              <p:tags r:id="rId43"/>
            </p:custDataLst>
          </p:nvPr>
        </p:nvSpPr>
        <p:spPr bwMode="auto">
          <a:xfrm>
            <a:off x="6865106" y="5595938"/>
            <a:ext cx="1690688" cy="365125"/>
          </a:xfrm>
          <a:prstGeom prst="chevron">
            <a:avLst>
              <a:gd name="adj" fmla="val 18261"/>
            </a:avLst>
          </a:prstGeom>
          <a:solidFill>
            <a:schemeClr val="bg1"/>
          </a:solidFill>
          <a:ln w="9525" algn="ctr">
            <a:solidFill>
              <a:schemeClr val="accent3"/>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endParaRPr kumimoji="0" lang="en-GB"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mn-lt"/>
            </a:endParaRPr>
          </a:p>
        </p:txBody>
      </p:sp>
      <p:sp>
        <p:nvSpPr>
          <p:cNvPr id="49" name="Text Placeholder 4">
            <a:extLst>
              <a:ext uri="{FF2B5EF4-FFF2-40B4-BE49-F238E27FC236}">
                <a16:creationId xmlns:a16="http://schemas.microsoft.com/office/drawing/2014/main" id="{D5E00A7B-D093-CEFF-B8BF-7EC3DCB2BEC1}"/>
              </a:ext>
            </a:extLst>
          </p:cNvPr>
          <p:cNvSpPr>
            <a:spLocks noGrp="1"/>
          </p:cNvSpPr>
          <p:nvPr>
            <p:custDataLst>
              <p:tags r:id="rId44"/>
            </p:custDataLst>
          </p:nvPr>
        </p:nvSpPr>
        <p:spPr bwMode="auto">
          <a:xfrm>
            <a:off x="5098219" y="5595938"/>
            <a:ext cx="1833563" cy="365125"/>
          </a:xfrm>
          <a:prstGeom prst="homePlate">
            <a:avLst>
              <a:gd name="adj" fmla="val 18261"/>
            </a:avLst>
          </a:prstGeom>
          <a:solidFill>
            <a:schemeClr val="accent3"/>
          </a:solidFill>
          <a:ln w="9525" algn="ctr">
            <a:solidFill>
              <a:schemeClr val="accent3"/>
            </a:solidFill>
          </a:ln>
        </p:spPr>
        <p:txBody>
          <a:bodyPr vert="horz" wrap="square" lIns="90488" tIns="46038" rIns="84138"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sz="9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Launch pilot (~6 to 12 months)</a:t>
            </a:r>
          </a:p>
        </p:txBody>
      </p:sp>
      <p:sp>
        <p:nvSpPr>
          <p:cNvPr id="50" name="Text Placeholder 4">
            <a:extLst>
              <a:ext uri="{FF2B5EF4-FFF2-40B4-BE49-F238E27FC236}">
                <a16:creationId xmlns:a16="http://schemas.microsoft.com/office/drawing/2014/main" id="{10840A46-58D2-2843-ACF5-53A8E0E22297}"/>
              </a:ext>
            </a:extLst>
          </p:cNvPr>
          <p:cNvSpPr>
            <a:spLocks noGrp="1"/>
          </p:cNvSpPr>
          <p:nvPr>
            <p:custDataLst>
              <p:tags r:id="rId45"/>
            </p:custDataLst>
          </p:nvPr>
        </p:nvSpPr>
        <p:spPr bwMode="auto">
          <a:xfrm>
            <a:off x="3852031" y="5595938"/>
            <a:ext cx="1162050" cy="365125"/>
          </a:xfrm>
          <a:prstGeom prst="homePlate">
            <a:avLst>
              <a:gd name="adj" fmla="val 18261"/>
            </a:avLst>
          </a:prstGeom>
          <a:solidFill>
            <a:schemeClr val="accent3"/>
          </a:solidFill>
          <a:ln w="9525" algn="ctr">
            <a:solidFill>
              <a:schemeClr val="accent3"/>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sz="9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Build prototype</a:t>
            </a:r>
          </a:p>
        </p:txBody>
      </p:sp>
      <p:sp>
        <p:nvSpPr>
          <p:cNvPr id="51" name="Text Placeholder 4">
            <a:extLst>
              <a:ext uri="{FF2B5EF4-FFF2-40B4-BE49-F238E27FC236}">
                <a16:creationId xmlns:a16="http://schemas.microsoft.com/office/drawing/2014/main" id="{63D240D4-759E-3988-DDE7-818661CFC3B5}"/>
              </a:ext>
            </a:extLst>
          </p:cNvPr>
          <p:cNvSpPr>
            <a:spLocks noGrp="1"/>
          </p:cNvSpPr>
          <p:nvPr>
            <p:custDataLst>
              <p:tags r:id="rId46"/>
            </p:custDataLst>
          </p:nvPr>
        </p:nvSpPr>
        <p:spPr bwMode="auto">
          <a:xfrm>
            <a:off x="2824919" y="2516188"/>
            <a:ext cx="963613" cy="228600"/>
          </a:xfrm>
          <a:prstGeom prst="homePlate">
            <a:avLst>
              <a:gd name="adj" fmla="val 18056"/>
            </a:avLst>
          </a:prstGeom>
          <a:solidFill>
            <a:schemeClr val="bg1">
              <a:lumMod val="85000"/>
            </a:schemeClr>
          </a:solidFill>
          <a:ln w="9525" algn="ctr">
            <a:no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Prepare org</a:t>
            </a:r>
            <a:endParaRPr kumimoji="0" lang="en-GB"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52" name="Text Placeholder 4">
            <a:extLst>
              <a:ext uri="{FF2B5EF4-FFF2-40B4-BE49-F238E27FC236}">
                <a16:creationId xmlns:a16="http://schemas.microsoft.com/office/drawing/2014/main" id="{76F5DC3D-564B-461A-400A-F9537E7CFD76}"/>
              </a:ext>
            </a:extLst>
          </p:cNvPr>
          <p:cNvSpPr>
            <a:spLocks noGrp="1"/>
          </p:cNvSpPr>
          <p:nvPr>
            <p:custDataLst>
              <p:tags r:id="rId47"/>
            </p:custDataLst>
          </p:nvPr>
        </p:nvSpPr>
        <p:spPr bwMode="gray">
          <a:xfrm>
            <a:off x="5171244" y="4740275"/>
            <a:ext cx="1027113" cy="228600"/>
          </a:xfrm>
          <a:prstGeom prst="homePlate">
            <a:avLst>
              <a:gd name="adj" fmla="val 18056"/>
            </a:avLst>
          </a:prstGeom>
          <a:solidFill>
            <a:schemeClr val="accent2"/>
          </a:solidFill>
          <a:ln w="9525" algn="ctr">
            <a:solidFill>
              <a:schemeClr val="accent2"/>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r>
              <a:rPr kumimoji="0" lang="en-GB"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mn-lt"/>
              </a:rPr>
              <a:t>Scale-up B</a:t>
            </a:r>
          </a:p>
        </p:txBody>
      </p:sp>
      <p:sp>
        <p:nvSpPr>
          <p:cNvPr id="53" name="Text Placeholder 4">
            <a:extLst>
              <a:ext uri="{FF2B5EF4-FFF2-40B4-BE49-F238E27FC236}">
                <a16:creationId xmlns:a16="http://schemas.microsoft.com/office/drawing/2014/main" id="{D7A24D8E-449F-65FF-C063-A46D52AF88B5}"/>
              </a:ext>
            </a:extLst>
          </p:cNvPr>
          <p:cNvSpPr>
            <a:spLocks noGrp="1"/>
          </p:cNvSpPr>
          <p:nvPr>
            <p:custDataLst>
              <p:tags r:id="rId48"/>
            </p:custDataLst>
          </p:nvPr>
        </p:nvSpPr>
        <p:spPr bwMode="auto">
          <a:xfrm>
            <a:off x="2824919" y="5595938"/>
            <a:ext cx="963613" cy="365125"/>
          </a:xfrm>
          <a:prstGeom prst="homePlate">
            <a:avLst>
              <a:gd name="adj" fmla="val 18261"/>
            </a:avLst>
          </a:prstGeom>
          <a:solidFill>
            <a:schemeClr val="bg1">
              <a:lumMod val="85000"/>
            </a:schemeClr>
          </a:solidFill>
          <a:ln w="9525" algn="ctr">
            <a:noFill/>
          </a:ln>
        </p:spPr>
        <p:txBody>
          <a:bodyPr vert="horz" wrap="squar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Propose initiative</a:t>
            </a:r>
          </a:p>
        </p:txBody>
      </p:sp>
      <p:sp>
        <p:nvSpPr>
          <p:cNvPr id="54" name="Text Placeholder 4">
            <a:extLst>
              <a:ext uri="{FF2B5EF4-FFF2-40B4-BE49-F238E27FC236}">
                <a16:creationId xmlns:a16="http://schemas.microsoft.com/office/drawing/2014/main" id="{4644A5DB-21C7-48AC-5200-1AF373458E51}"/>
              </a:ext>
            </a:extLst>
          </p:cNvPr>
          <p:cNvSpPr>
            <a:spLocks noGrp="1"/>
          </p:cNvSpPr>
          <p:nvPr>
            <p:custDataLst>
              <p:tags r:id="rId49"/>
            </p:custDataLst>
          </p:nvPr>
        </p:nvSpPr>
        <p:spPr bwMode="gray">
          <a:xfrm>
            <a:off x="4239381" y="4090988"/>
            <a:ext cx="1004888" cy="228600"/>
          </a:xfrm>
          <a:prstGeom prst="homePlate">
            <a:avLst>
              <a:gd name="adj" fmla="val 18056"/>
            </a:avLst>
          </a:prstGeom>
          <a:solidFill>
            <a:schemeClr val="accent2"/>
          </a:solidFill>
          <a:ln w="9525" algn="ctr">
            <a:solidFill>
              <a:schemeClr val="accent2"/>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Pilot Option B</a:t>
            </a:r>
            <a:endParaRPr kumimoji="0" lang="en-GB"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mn-lt"/>
            </a:endParaRPr>
          </a:p>
        </p:txBody>
      </p:sp>
      <p:sp>
        <p:nvSpPr>
          <p:cNvPr id="55" name="Text Placeholder 4">
            <a:extLst>
              <a:ext uri="{FF2B5EF4-FFF2-40B4-BE49-F238E27FC236}">
                <a16:creationId xmlns:a16="http://schemas.microsoft.com/office/drawing/2014/main" id="{D570B3AC-8EE7-9235-2ED6-778CE9E18E38}"/>
              </a:ext>
            </a:extLst>
          </p:cNvPr>
          <p:cNvSpPr>
            <a:spLocks noGrp="1"/>
          </p:cNvSpPr>
          <p:nvPr>
            <p:custDataLst>
              <p:tags r:id="rId50"/>
            </p:custDataLst>
          </p:nvPr>
        </p:nvSpPr>
        <p:spPr bwMode="gray">
          <a:xfrm>
            <a:off x="3485319" y="2841625"/>
            <a:ext cx="952500" cy="228600"/>
          </a:xfrm>
          <a:prstGeom prst="homePlate">
            <a:avLst>
              <a:gd name="adj" fmla="val 18056"/>
            </a:avLst>
          </a:prstGeom>
          <a:solidFill>
            <a:srgbClr val="051C2C"/>
          </a:solidFill>
          <a:ln w="9525" algn="ctr">
            <a:solidFill>
              <a:srgbClr val="000000"/>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Pilot Opt. A</a:t>
            </a:r>
            <a:endParaRPr kumimoji="0" lang="en-GB"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mn-lt"/>
            </a:endParaRPr>
          </a:p>
        </p:txBody>
      </p:sp>
      <p:sp>
        <p:nvSpPr>
          <p:cNvPr id="56" name="Text Placeholder 4">
            <a:extLst>
              <a:ext uri="{FF2B5EF4-FFF2-40B4-BE49-F238E27FC236}">
                <a16:creationId xmlns:a16="http://schemas.microsoft.com/office/drawing/2014/main" id="{E274F5D7-6A3E-46BE-417B-72DD354F60E0}"/>
              </a:ext>
            </a:extLst>
          </p:cNvPr>
          <p:cNvSpPr>
            <a:spLocks noGrp="1"/>
          </p:cNvSpPr>
          <p:nvPr>
            <p:custDataLst>
              <p:tags r:id="rId51"/>
            </p:custDataLst>
          </p:nvPr>
        </p:nvSpPr>
        <p:spPr bwMode="gray">
          <a:xfrm>
            <a:off x="4093330" y="3167063"/>
            <a:ext cx="858838" cy="228600"/>
          </a:xfrm>
          <a:prstGeom prst="homePlate">
            <a:avLst>
              <a:gd name="adj" fmla="val 18056"/>
            </a:avLst>
          </a:prstGeom>
          <a:solidFill>
            <a:srgbClr val="051C2C"/>
          </a:solidFill>
          <a:ln w="9525" algn="ctr">
            <a:solidFill>
              <a:srgbClr val="000000"/>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r>
              <a:rPr kumimoji="0" lang="en-GB" altLang="en-US"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Scale-up A</a:t>
            </a:r>
            <a:endParaRPr kumimoji="0" lang="en-GB"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mn-lt"/>
            </a:endParaRPr>
          </a:p>
        </p:txBody>
      </p:sp>
      <p:sp>
        <p:nvSpPr>
          <p:cNvPr id="57" name="Text Placeholder 4">
            <a:extLst>
              <a:ext uri="{FF2B5EF4-FFF2-40B4-BE49-F238E27FC236}">
                <a16:creationId xmlns:a16="http://schemas.microsoft.com/office/drawing/2014/main" id="{D9A0367A-5E61-582F-60B7-CBFDEFDC9061}"/>
              </a:ext>
            </a:extLst>
          </p:cNvPr>
          <p:cNvSpPr>
            <a:spLocks noGrp="1"/>
          </p:cNvSpPr>
          <p:nvPr>
            <p:custDataLst>
              <p:tags r:id="rId52"/>
            </p:custDataLst>
          </p:nvPr>
        </p:nvSpPr>
        <p:spPr bwMode="gray">
          <a:xfrm>
            <a:off x="5056944" y="4416425"/>
            <a:ext cx="993775" cy="228600"/>
          </a:xfrm>
          <a:prstGeom prst="homePlate">
            <a:avLst>
              <a:gd name="adj" fmla="val 18056"/>
            </a:avLst>
          </a:prstGeom>
          <a:solidFill>
            <a:schemeClr val="accent2"/>
          </a:solidFill>
          <a:ln w="9525" algn="ctr">
            <a:solidFill>
              <a:schemeClr val="accent2"/>
            </a:solidFill>
          </a:ln>
        </p:spPr>
        <p:txBody>
          <a:bodyPr vert="horz" wrap="none" lIns="90488" tIns="46038" rIns="0" bIns="46038" numCol="1" spcCol="0" rtlCol="0" anchor="ctr"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r>
              <a:rPr kumimoji="0" lang="en-GB" sz="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mn-lt"/>
              </a:rPr>
              <a:t>Scale-up B</a:t>
            </a:r>
          </a:p>
        </p:txBody>
      </p:sp>
      <p:cxnSp>
        <p:nvCxnSpPr>
          <p:cNvPr id="58" name="Straight Connector 57">
            <a:extLst>
              <a:ext uri="{FF2B5EF4-FFF2-40B4-BE49-F238E27FC236}">
                <a16:creationId xmlns:a16="http://schemas.microsoft.com/office/drawing/2014/main" id="{FBD31FD5-2E6F-BF1E-8706-C1DD5EE63E59}"/>
              </a:ext>
            </a:extLst>
          </p:cNvPr>
          <p:cNvCxnSpPr/>
          <p:nvPr>
            <p:custDataLst>
              <p:tags r:id="rId53"/>
            </p:custDataLst>
          </p:nvPr>
        </p:nvCxnSpPr>
        <p:spPr bwMode="gray">
          <a:xfrm>
            <a:off x="2836031" y="5175250"/>
            <a:ext cx="2471738" cy="0"/>
          </a:xfrm>
          <a:prstGeom prst="line">
            <a:avLst/>
          </a:prstGeom>
          <a:ln w="76200" cap="flat" cmpd="sng" algn="ctr">
            <a:solidFill>
              <a:srgbClr val="DFE5EF"/>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5C558FD-8C86-BBC7-C2BF-F5D8A9DD0949}"/>
              </a:ext>
            </a:extLst>
          </p:cNvPr>
          <p:cNvCxnSpPr>
            <a:cxnSpLocks/>
          </p:cNvCxnSpPr>
          <p:nvPr>
            <p:custDataLst>
              <p:tags r:id="rId54"/>
            </p:custDataLst>
          </p:nvPr>
        </p:nvCxnSpPr>
        <p:spPr bwMode="gray">
          <a:xfrm>
            <a:off x="2836031" y="2955925"/>
            <a:ext cx="649288" cy="0"/>
          </a:xfrm>
          <a:prstGeom prst="line">
            <a:avLst/>
          </a:prstGeom>
          <a:ln w="15240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1E022D-C52F-06D8-8D2A-0C1C8C5634B2}"/>
              </a:ext>
            </a:extLst>
          </p:cNvPr>
          <p:cNvCxnSpPr/>
          <p:nvPr>
            <p:custDataLst>
              <p:tags r:id="rId55"/>
            </p:custDataLst>
          </p:nvPr>
        </p:nvCxnSpPr>
        <p:spPr bwMode="gray">
          <a:xfrm>
            <a:off x="2836031" y="4854575"/>
            <a:ext cx="2335213" cy="0"/>
          </a:xfrm>
          <a:prstGeom prst="line">
            <a:avLst/>
          </a:prstGeom>
          <a:ln w="15240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DDD2E53-376D-9822-725A-4A81C31AD31E}"/>
              </a:ext>
            </a:extLst>
          </p:cNvPr>
          <p:cNvCxnSpPr/>
          <p:nvPr>
            <p:custDataLst>
              <p:tags r:id="rId56"/>
            </p:custDataLst>
          </p:nvPr>
        </p:nvCxnSpPr>
        <p:spPr bwMode="gray">
          <a:xfrm>
            <a:off x="2836031" y="4205288"/>
            <a:ext cx="1403350" cy="0"/>
          </a:xfrm>
          <a:prstGeom prst="line">
            <a:avLst/>
          </a:prstGeom>
          <a:ln w="15240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8D1FF8E-676A-682F-C400-703428F73A3D}"/>
              </a:ext>
            </a:extLst>
          </p:cNvPr>
          <p:cNvCxnSpPr>
            <a:cxnSpLocks/>
          </p:cNvCxnSpPr>
          <p:nvPr>
            <p:custDataLst>
              <p:tags r:id="rId57"/>
            </p:custDataLst>
          </p:nvPr>
        </p:nvCxnSpPr>
        <p:spPr bwMode="gray">
          <a:xfrm>
            <a:off x="2836031" y="3281363"/>
            <a:ext cx="1257300" cy="0"/>
          </a:xfrm>
          <a:prstGeom prst="line">
            <a:avLst/>
          </a:prstGeom>
          <a:ln w="15240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BD67C9B-1733-D7DD-FB42-89A2E2E62AEC}"/>
              </a:ext>
            </a:extLst>
          </p:cNvPr>
          <p:cNvCxnSpPr/>
          <p:nvPr>
            <p:custDataLst>
              <p:tags r:id="rId58"/>
            </p:custDataLst>
          </p:nvPr>
        </p:nvCxnSpPr>
        <p:spPr bwMode="gray">
          <a:xfrm>
            <a:off x="2836031" y="4530725"/>
            <a:ext cx="2220913" cy="0"/>
          </a:xfrm>
          <a:prstGeom prst="line">
            <a:avLst/>
          </a:prstGeom>
          <a:ln w="152400" cap="flat" cmpd="sng" algn="ctr">
            <a:solidFill>
              <a:schemeClr val="bg1">
                <a:lumMod val="8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Isosceles Triangle 110">
            <a:extLst>
              <a:ext uri="{FF2B5EF4-FFF2-40B4-BE49-F238E27FC236}">
                <a16:creationId xmlns:a16="http://schemas.microsoft.com/office/drawing/2014/main" id="{2877A654-CF3F-FD33-28F7-3CE8D0FA290C}"/>
              </a:ext>
            </a:extLst>
          </p:cNvPr>
          <p:cNvSpPr/>
          <p:nvPr>
            <p:custDataLst>
              <p:tags r:id="rId59"/>
            </p:custDataLst>
          </p:nvPr>
        </p:nvSpPr>
        <p:spPr bwMode="gray">
          <a:xfrm>
            <a:off x="4968044" y="5868378"/>
            <a:ext cx="114300" cy="114300"/>
          </a:xfrm>
          <a:prstGeom prst="triangle">
            <a:avLst/>
          </a:prstGeom>
          <a:solidFill>
            <a:schemeClr val="accent6"/>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sym typeface="Arial"/>
            </a:endParaRPr>
          </a:p>
        </p:txBody>
      </p:sp>
      <p:sp>
        <p:nvSpPr>
          <p:cNvPr id="65" name="Isosceles Triangle 111">
            <a:extLst>
              <a:ext uri="{FF2B5EF4-FFF2-40B4-BE49-F238E27FC236}">
                <a16:creationId xmlns:a16="http://schemas.microsoft.com/office/drawing/2014/main" id="{67D27300-9995-401D-8FE0-A058D6D7ABAA}"/>
              </a:ext>
            </a:extLst>
          </p:cNvPr>
          <p:cNvSpPr/>
          <p:nvPr>
            <p:custDataLst>
              <p:tags r:id="rId60"/>
            </p:custDataLst>
          </p:nvPr>
        </p:nvSpPr>
        <p:spPr bwMode="gray">
          <a:xfrm>
            <a:off x="3721856" y="5868378"/>
            <a:ext cx="114300" cy="114300"/>
          </a:xfrm>
          <a:prstGeom prst="triangle">
            <a:avLst/>
          </a:prstGeom>
          <a:solidFill>
            <a:schemeClr val="accent6"/>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sym typeface="Arial"/>
            </a:endParaRPr>
          </a:p>
        </p:txBody>
      </p:sp>
      <p:sp>
        <p:nvSpPr>
          <p:cNvPr id="69" name="Text Placeholder 4">
            <a:extLst>
              <a:ext uri="{FF2B5EF4-FFF2-40B4-BE49-F238E27FC236}">
                <a16:creationId xmlns:a16="http://schemas.microsoft.com/office/drawing/2014/main" id="{2597E402-8954-7B24-23DA-93F3EBA69F83}"/>
              </a:ext>
            </a:extLst>
          </p:cNvPr>
          <p:cNvSpPr>
            <a:spLocks noGrp="1"/>
          </p:cNvSpPr>
          <p:nvPr>
            <p:custDataLst>
              <p:tags r:id="rId61"/>
            </p:custDataLst>
          </p:nvPr>
        </p:nvSpPr>
        <p:spPr bwMode="auto">
          <a:xfrm>
            <a:off x="1467606" y="2300288"/>
            <a:ext cx="388938" cy="136525"/>
          </a:xfrm>
          <a:prstGeom prst="rect">
            <a:avLst/>
          </a:prstGeom>
          <a:noFill/>
          <a:ln>
            <a:noFill/>
          </a:ln>
        </p:spPr>
        <p:txBody>
          <a:bodyPr vert="horz" wrap="none" lIns="0" tIns="0" rIns="0" bIns="0" numCol="1" spcCol="0" rtlCol="0" anchor="b"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fld id="{FFB78847-9B82-4B5A-B7D3-D9F096E82FF0}" type="datetime'A''''''''''''''''''''ctiv''''i''''''t''''''y'">
              <a:rPr kumimoji="0" lang="en-GB" alt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t>Activity</a:t>
            </a:fld>
            <a:endParaRPr kumimoji="0" lang="en-GB"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80" name="TextBox 79">
            <a:extLst>
              <a:ext uri="{FF2B5EF4-FFF2-40B4-BE49-F238E27FC236}">
                <a16:creationId xmlns:a16="http://schemas.microsoft.com/office/drawing/2014/main" id="{0CC4C77B-0A27-5F22-16E0-CE25F140AB4F}"/>
              </a:ext>
            </a:extLst>
          </p:cNvPr>
          <p:cNvSpPr txBox="1"/>
          <p:nvPr/>
        </p:nvSpPr>
        <p:spPr>
          <a:xfrm>
            <a:off x="2877384" y="2894370"/>
            <a:ext cx="482504" cy="123111"/>
          </a:xfrm>
          <a:prstGeom prst="rect">
            <a:avLst/>
          </a:prstGeom>
          <a:solidFill>
            <a:srgbClr val="E6E6E6"/>
          </a:solidFill>
          <a:ln>
            <a:noFill/>
          </a:ln>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800" b="0" i="0" u="none" strike="noStrike" kern="1200" cap="none" spc="0" normalizeH="0" baseline="0" noProof="0" dirty="0" err="1">
                <a:ln>
                  <a:noFill/>
                </a:ln>
                <a:solidFill>
                  <a:srgbClr val="000000">
                    <a:lumMod val="10000"/>
                  </a:srgbClr>
                </a:solidFill>
                <a:effectLst/>
                <a:uLnTx/>
                <a:uFillTx/>
                <a:latin typeface="Arial" panose="020B0604020202020204" pitchFamily="34" charset="0"/>
                <a:ea typeface="+mn-ea"/>
                <a:cs typeface="Arial" panose="020B0604020202020204" pitchFamily="34" charset="0"/>
              </a:rPr>
              <a:t>Loca</a:t>
            </a:r>
            <a:r>
              <a:rPr kumimoji="0" lang="en-US"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l prep</a:t>
            </a:r>
          </a:p>
        </p:txBody>
      </p:sp>
      <p:sp>
        <p:nvSpPr>
          <p:cNvPr id="81" name="TextBox 80">
            <a:extLst>
              <a:ext uri="{FF2B5EF4-FFF2-40B4-BE49-F238E27FC236}">
                <a16:creationId xmlns:a16="http://schemas.microsoft.com/office/drawing/2014/main" id="{A8F98BA3-66B6-D2B7-68D6-0786AA34AF6F}"/>
              </a:ext>
            </a:extLst>
          </p:cNvPr>
          <p:cNvSpPr txBox="1"/>
          <p:nvPr/>
        </p:nvSpPr>
        <p:spPr>
          <a:xfrm>
            <a:off x="2877384" y="3219808"/>
            <a:ext cx="482504" cy="123111"/>
          </a:xfrm>
          <a:prstGeom prst="rect">
            <a:avLst/>
          </a:prstGeom>
          <a:solidFill>
            <a:srgbClr val="E6E6E6"/>
          </a:solidFill>
          <a:ln>
            <a:noFill/>
          </a:ln>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800" b="0" i="0" u="none" strike="noStrike" kern="1200" cap="none" spc="0" normalizeH="0" baseline="0" noProof="0" dirty="0" err="1">
                <a:ln>
                  <a:noFill/>
                </a:ln>
                <a:solidFill>
                  <a:srgbClr val="000000">
                    <a:lumMod val="10000"/>
                  </a:srgbClr>
                </a:solidFill>
                <a:effectLst/>
                <a:uLnTx/>
                <a:uFillTx/>
                <a:latin typeface="Arial" panose="020B0604020202020204" pitchFamily="34" charset="0"/>
                <a:ea typeface="+mn-ea"/>
                <a:cs typeface="Arial" panose="020B0604020202020204" pitchFamily="34" charset="0"/>
              </a:rPr>
              <a:t>Loca</a:t>
            </a:r>
            <a:r>
              <a:rPr kumimoji="0" lang="en-US"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l prep</a:t>
            </a:r>
          </a:p>
        </p:txBody>
      </p:sp>
      <p:sp>
        <p:nvSpPr>
          <p:cNvPr id="83" name="TextBox 82">
            <a:extLst>
              <a:ext uri="{FF2B5EF4-FFF2-40B4-BE49-F238E27FC236}">
                <a16:creationId xmlns:a16="http://schemas.microsoft.com/office/drawing/2014/main" id="{BF6506F5-C7AA-2188-351D-AFEC8CFF0DE0}"/>
              </a:ext>
            </a:extLst>
          </p:cNvPr>
          <p:cNvSpPr txBox="1"/>
          <p:nvPr/>
        </p:nvSpPr>
        <p:spPr>
          <a:xfrm>
            <a:off x="2877384" y="4143733"/>
            <a:ext cx="482504" cy="123111"/>
          </a:xfrm>
          <a:prstGeom prst="rect">
            <a:avLst/>
          </a:prstGeom>
          <a:no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800" b="0" i="0" u="none" strike="noStrike" kern="1200" cap="none" spc="0" normalizeH="0" baseline="0" noProof="0" dirty="0" err="1">
                <a:ln>
                  <a:noFill/>
                </a:ln>
                <a:solidFill>
                  <a:srgbClr val="000000">
                    <a:lumMod val="10000"/>
                  </a:srgbClr>
                </a:solidFill>
                <a:effectLst/>
                <a:uLnTx/>
                <a:uFillTx/>
                <a:latin typeface="Arial" panose="020B0604020202020204" pitchFamily="34" charset="0"/>
                <a:ea typeface="+mn-ea"/>
                <a:cs typeface="Arial" panose="020B0604020202020204" pitchFamily="34" charset="0"/>
              </a:rPr>
              <a:t>Loca</a:t>
            </a:r>
            <a:r>
              <a:rPr kumimoji="0" lang="en-US"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l prep</a:t>
            </a:r>
          </a:p>
        </p:txBody>
      </p:sp>
      <p:sp>
        <p:nvSpPr>
          <p:cNvPr id="84" name="TextBox 83">
            <a:extLst>
              <a:ext uri="{FF2B5EF4-FFF2-40B4-BE49-F238E27FC236}">
                <a16:creationId xmlns:a16="http://schemas.microsoft.com/office/drawing/2014/main" id="{E6068487-3EE1-D672-53A8-FC4BEC43DE82}"/>
              </a:ext>
            </a:extLst>
          </p:cNvPr>
          <p:cNvSpPr txBox="1"/>
          <p:nvPr/>
        </p:nvSpPr>
        <p:spPr>
          <a:xfrm>
            <a:off x="2877384" y="4469170"/>
            <a:ext cx="482504" cy="123111"/>
          </a:xfrm>
          <a:prstGeom prst="rect">
            <a:avLst/>
          </a:prstGeom>
          <a:no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800" b="0" i="0" u="none" strike="noStrike" kern="1200" cap="none" spc="0" normalizeH="0" baseline="0" noProof="0" dirty="0" err="1">
                <a:ln>
                  <a:noFill/>
                </a:ln>
                <a:solidFill>
                  <a:srgbClr val="000000">
                    <a:lumMod val="10000"/>
                  </a:srgbClr>
                </a:solidFill>
                <a:effectLst/>
                <a:uLnTx/>
                <a:uFillTx/>
                <a:latin typeface="Arial" panose="020B0604020202020204" pitchFamily="34" charset="0"/>
                <a:ea typeface="+mn-ea"/>
                <a:cs typeface="Arial" panose="020B0604020202020204" pitchFamily="34" charset="0"/>
              </a:rPr>
              <a:t>Loca</a:t>
            </a:r>
            <a:r>
              <a:rPr kumimoji="0" lang="en-US"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l prep</a:t>
            </a:r>
          </a:p>
        </p:txBody>
      </p:sp>
      <p:sp>
        <p:nvSpPr>
          <p:cNvPr id="85" name="TextBox 84">
            <a:extLst>
              <a:ext uri="{FF2B5EF4-FFF2-40B4-BE49-F238E27FC236}">
                <a16:creationId xmlns:a16="http://schemas.microsoft.com/office/drawing/2014/main" id="{B61CC937-C906-0F60-DB72-54CC017B03EF}"/>
              </a:ext>
            </a:extLst>
          </p:cNvPr>
          <p:cNvSpPr txBox="1"/>
          <p:nvPr/>
        </p:nvSpPr>
        <p:spPr>
          <a:xfrm>
            <a:off x="2877384" y="4793020"/>
            <a:ext cx="482504" cy="123111"/>
          </a:xfrm>
          <a:prstGeom prst="rect">
            <a:avLst/>
          </a:prstGeom>
          <a:noFill/>
        </p:spPr>
        <p:txBody>
          <a:bodyPr vert="horz" wrap="non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800" b="0" i="0" u="none" strike="noStrike" kern="1200" cap="none" spc="0" normalizeH="0" baseline="0" noProof="0" dirty="0" err="1">
                <a:ln>
                  <a:noFill/>
                </a:ln>
                <a:solidFill>
                  <a:srgbClr val="000000">
                    <a:lumMod val="10000"/>
                  </a:srgbClr>
                </a:solidFill>
                <a:effectLst/>
                <a:uLnTx/>
                <a:uFillTx/>
                <a:latin typeface="Arial" panose="020B0604020202020204" pitchFamily="34" charset="0"/>
                <a:ea typeface="+mn-ea"/>
                <a:cs typeface="Arial" panose="020B0604020202020204" pitchFamily="34" charset="0"/>
              </a:rPr>
              <a:t>Loca</a:t>
            </a:r>
            <a:r>
              <a:rPr kumimoji="0" lang="en-US" sz="800" b="0"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l prep</a:t>
            </a:r>
          </a:p>
        </p:txBody>
      </p:sp>
      <p:cxnSp>
        <p:nvCxnSpPr>
          <p:cNvPr id="87" name="Straight Connector 86">
            <a:extLst>
              <a:ext uri="{FF2B5EF4-FFF2-40B4-BE49-F238E27FC236}">
                <a16:creationId xmlns:a16="http://schemas.microsoft.com/office/drawing/2014/main" id="{97773354-39C3-9E9C-4ECE-A8C8470F6329}"/>
              </a:ext>
            </a:extLst>
          </p:cNvPr>
          <p:cNvCxnSpPr>
            <a:cxnSpLocks/>
          </p:cNvCxnSpPr>
          <p:nvPr/>
        </p:nvCxnSpPr>
        <p:spPr>
          <a:xfrm>
            <a:off x="1369173" y="2468563"/>
            <a:ext cx="0" cy="3708000"/>
          </a:xfrm>
          <a:prstGeom prst="line">
            <a:avLst/>
          </a:prstGeom>
          <a:ln w="6350" cap="flat">
            <a:solidFill>
              <a:srgbClr val="000000"/>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F09717DF-E760-BC5B-F771-BB94B30C8B97}"/>
              </a:ext>
            </a:extLst>
          </p:cNvPr>
          <p:cNvSpPr/>
          <p:nvPr/>
        </p:nvSpPr>
        <p:spPr>
          <a:xfrm>
            <a:off x="2531232" y="3575873"/>
            <a:ext cx="6024562" cy="33110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GB" sz="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Number of markets and pace of scale-up for Option A dependent on resources to support centrally</a:t>
            </a:r>
          </a:p>
        </p:txBody>
      </p:sp>
      <p:sp>
        <p:nvSpPr>
          <p:cNvPr id="90" name="Rectangle 89">
            <a:extLst>
              <a:ext uri="{FF2B5EF4-FFF2-40B4-BE49-F238E27FC236}">
                <a16:creationId xmlns:a16="http://schemas.microsoft.com/office/drawing/2014/main" id="{071919C1-8FE4-2E88-C823-9CAFF0B19381}"/>
              </a:ext>
            </a:extLst>
          </p:cNvPr>
          <p:cNvSpPr/>
          <p:nvPr/>
        </p:nvSpPr>
        <p:spPr>
          <a:xfrm>
            <a:off x="2531232" y="5143058"/>
            <a:ext cx="6024562" cy="33110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GB" sz="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Number of markets and pace of scale-up for Option B dependent on resources to support centrally</a:t>
            </a:r>
          </a:p>
        </p:txBody>
      </p:sp>
      <p:sp>
        <p:nvSpPr>
          <p:cNvPr id="93" name="TrackerNumBlue 62">
            <a:extLst>
              <a:ext uri="{FF2B5EF4-FFF2-40B4-BE49-F238E27FC236}">
                <a16:creationId xmlns:a16="http://schemas.microsoft.com/office/drawing/2014/main" id="{1FD23B5E-5E97-CE44-CE97-A24B02CF2FD9}"/>
              </a:ext>
            </a:extLst>
          </p:cNvPr>
          <p:cNvSpPr>
            <a:spLocks noChangeAspect="1"/>
          </p:cNvSpPr>
          <p:nvPr>
            <p:custDataLst>
              <p:tags r:id="rId62"/>
            </p:custDataLst>
          </p:nvPr>
        </p:nvSpPr>
        <p:spPr>
          <a:xfrm>
            <a:off x="8918085" y="2430547"/>
            <a:ext cx="288000" cy="288000"/>
          </a:xfrm>
          <a:prstGeom prst="ellipse">
            <a:avLst/>
          </a:prstGeom>
          <a:solidFill>
            <a:srgbClr val="051C2C"/>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Arial"/>
              <a:buNone/>
              <a:tabLst/>
              <a:defRPr/>
            </a:pPr>
            <a:r>
              <a:rPr kumimoji="0" lang="en-GB" sz="1200" b="0" i="0" u="none" strike="noStrike" kern="0" cap="none" spc="0" normalizeH="0" baseline="0" noProof="0">
                <a:ln>
                  <a:noFill/>
                </a:ln>
                <a:solidFill>
                  <a:srgbClr val="FFFFFF"/>
                </a:solidFill>
                <a:effectLst/>
                <a:uLnTx/>
                <a:uFillTx/>
                <a:latin typeface="Arial"/>
                <a:ea typeface="+mn-ea"/>
                <a:cs typeface="+mn-cs"/>
                <a:sym typeface="Arial"/>
              </a:rPr>
              <a:t>1</a:t>
            </a:r>
          </a:p>
        </p:txBody>
      </p:sp>
      <p:sp>
        <p:nvSpPr>
          <p:cNvPr id="95" name="TrackerNumBlue 62">
            <a:extLst>
              <a:ext uri="{FF2B5EF4-FFF2-40B4-BE49-F238E27FC236}">
                <a16:creationId xmlns:a16="http://schemas.microsoft.com/office/drawing/2014/main" id="{B44BD242-F257-8C87-68E2-5E6CD0610103}"/>
              </a:ext>
            </a:extLst>
          </p:cNvPr>
          <p:cNvSpPr>
            <a:spLocks noChangeAspect="1"/>
          </p:cNvSpPr>
          <p:nvPr>
            <p:custDataLst>
              <p:tags r:id="rId63"/>
            </p:custDataLst>
          </p:nvPr>
        </p:nvSpPr>
        <p:spPr>
          <a:xfrm>
            <a:off x="8918085" y="3636207"/>
            <a:ext cx="288000" cy="288000"/>
          </a:xfrm>
          <a:prstGeom prst="ellipse">
            <a:avLst/>
          </a:prstGeom>
          <a:solidFill>
            <a:srgbClr val="051C2C"/>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Arial"/>
              <a:buNone/>
              <a:tabLst/>
              <a:defRPr/>
            </a:pPr>
            <a:r>
              <a:rPr kumimoji="0" lang="en-GB" sz="1200" b="0" i="0" u="none" strike="noStrike" kern="0" cap="none" spc="0" normalizeH="0" baseline="0" noProof="0">
                <a:ln>
                  <a:noFill/>
                </a:ln>
                <a:solidFill>
                  <a:srgbClr val="FFFFFF"/>
                </a:solidFill>
                <a:effectLst/>
                <a:uLnTx/>
                <a:uFillTx/>
                <a:latin typeface="Arial"/>
                <a:ea typeface="+mn-ea"/>
                <a:cs typeface="+mn-cs"/>
                <a:sym typeface="Arial"/>
              </a:rPr>
              <a:t>2</a:t>
            </a:r>
          </a:p>
        </p:txBody>
      </p:sp>
      <p:sp>
        <p:nvSpPr>
          <p:cNvPr id="97" name="TrackerNumBlue 62">
            <a:extLst>
              <a:ext uri="{FF2B5EF4-FFF2-40B4-BE49-F238E27FC236}">
                <a16:creationId xmlns:a16="http://schemas.microsoft.com/office/drawing/2014/main" id="{C1B348B4-575F-1EE8-8937-F059AAED4029}"/>
              </a:ext>
            </a:extLst>
          </p:cNvPr>
          <p:cNvSpPr>
            <a:spLocks noChangeAspect="1"/>
          </p:cNvSpPr>
          <p:nvPr>
            <p:custDataLst>
              <p:tags r:id="rId64"/>
            </p:custDataLst>
          </p:nvPr>
        </p:nvSpPr>
        <p:spPr>
          <a:xfrm>
            <a:off x="8918085" y="4841866"/>
            <a:ext cx="288000" cy="288000"/>
          </a:xfrm>
          <a:prstGeom prst="ellipse">
            <a:avLst/>
          </a:prstGeom>
          <a:solidFill>
            <a:srgbClr val="051C2C"/>
          </a:solidFill>
          <a:ln w="6350" cap="sq"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
                <a:srgbClr val="000000"/>
              </a:buClr>
              <a:buSzTx/>
              <a:buFont typeface="Arial"/>
              <a:buNone/>
              <a:tabLst/>
              <a:defRPr/>
            </a:pPr>
            <a:r>
              <a:rPr kumimoji="0" lang="en-GB" sz="1200" b="0" i="0" u="none" strike="noStrike" kern="0" cap="none" spc="0" normalizeH="0" baseline="0" noProof="0">
                <a:ln>
                  <a:noFill/>
                </a:ln>
                <a:solidFill>
                  <a:srgbClr val="FFFFFF"/>
                </a:solidFill>
                <a:effectLst/>
                <a:uLnTx/>
                <a:uFillTx/>
                <a:latin typeface="Arial"/>
                <a:ea typeface="+mn-ea"/>
                <a:cs typeface="+mn-cs"/>
                <a:sym typeface="Arial"/>
              </a:rPr>
              <a:t>3</a:t>
            </a:r>
          </a:p>
        </p:txBody>
      </p:sp>
      <p:sp>
        <p:nvSpPr>
          <p:cNvPr id="100" name="Rectangle 99">
            <a:extLst>
              <a:ext uri="{FF2B5EF4-FFF2-40B4-BE49-F238E27FC236}">
                <a16:creationId xmlns:a16="http://schemas.microsoft.com/office/drawing/2014/main" id="{3FFC18C7-B58B-7532-D864-EFD96EA6A537}"/>
              </a:ext>
            </a:extLst>
          </p:cNvPr>
          <p:cNvSpPr/>
          <p:nvPr/>
        </p:nvSpPr>
        <p:spPr>
          <a:xfrm>
            <a:off x="467806" y="1699879"/>
            <a:ext cx="2845929" cy="4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lumMod val="10000"/>
                  </a:srgbClr>
                </a:solidFill>
                <a:effectLst/>
                <a:uLnTx/>
                <a:uFillTx/>
                <a:latin typeface="Arial" panose="020B0604020202020204" pitchFamily="34" charset="0"/>
                <a:ea typeface="+mn-ea"/>
                <a:cs typeface="Arial" panose="020B0604020202020204" pitchFamily="34" charset="0"/>
              </a:rPr>
              <a:t>Preliminary launch plan:</a:t>
            </a:r>
          </a:p>
        </p:txBody>
      </p:sp>
      <p:sp>
        <p:nvSpPr>
          <p:cNvPr id="98" name="TextBox 97">
            <a:extLst>
              <a:ext uri="{FF2B5EF4-FFF2-40B4-BE49-F238E27FC236}">
                <a16:creationId xmlns:a16="http://schemas.microsoft.com/office/drawing/2014/main" id="{7ADCEB84-96DD-5493-B3B1-176EB2BE00DA}"/>
              </a:ext>
            </a:extLst>
          </p:cNvPr>
          <p:cNvSpPr txBox="1"/>
          <p:nvPr/>
        </p:nvSpPr>
        <p:spPr>
          <a:xfrm>
            <a:off x="9315797" y="2430547"/>
            <a:ext cx="2185988" cy="55399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rPr>
              <a:t>Impact based on projected number of new customers through these solutions alone</a:t>
            </a:r>
          </a:p>
        </p:txBody>
      </p:sp>
      <p:sp>
        <p:nvSpPr>
          <p:cNvPr id="101" name="TextBox 100">
            <a:extLst>
              <a:ext uri="{FF2B5EF4-FFF2-40B4-BE49-F238E27FC236}">
                <a16:creationId xmlns:a16="http://schemas.microsoft.com/office/drawing/2014/main" id="{0DCE58F2-C0AC-03E7-03F5-88C1BA8362F9}"/>
              </a:ext>
            </a:extLst>
          </p:cNvPr>
          <p:cNvSpPr txBox="1"/>
          <p:nvPr/>
        </p:nvSpPr>
        <p:spPr>
          <a:xfrm>
            <a:off x="9315797" y="3636207"/>
            <a:ext cx="2243262" cy="55399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Arial" panose="020B0604020202020204" pitchFamily="34" charset="0"/>
              </a:rPr>
              <a:t>Feasibility based on estimated amount of potential partners and number of existing partnerships</a:t>
            </a:r>
          </a:p>
        </p:txBody>
      </p:sp>
      <p:sp>
        <p:nvSpPr>
          <p:cNvPr id="102" name="TextBox 101">
            <a:extLst>
              <a:ext uri="{FF2B5EF4-FFF2-40B4-BE49-F238E27FC236}">
                <a16:creationId xmlns:a16="http://schemas.microsoft.com/office/drawing/2014/main" id="{F103D612-3588-88DF-13B0-2AAA4846E0DC}"/>
              </a:ext>
            </a:extLst>
          </p:cNvPr>
          <p:cNvSpPr txBox="1"/>
          <p:nvPr/>
        </p:nvSpPr>
        <p:spPr>
          <a:xfrm>
            <a:off x="9315797" y="4841866"/>
            <a:ext cx="2185988" cy="553998"/>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Arial" panose="020B0604020202020204" pitchFamily="34" charset="0"/>
              </a:rPr>
              <a:t>Buy-in from the local market and readiness to engage (e.g., local FTE allocation)</a:t>
            </a:r>
          </a:p>
        </p:txBody>
      </p:sp>
      <p:sp>
        <p:nvSpPr>
          <p:cNvPr id="103" name="Text Placeholder 4">
            <a:extLst>
              <a:ext uri="{FF2B5EF4-FFF2-40B4-BE49-F238E27FC236}">
                <a16:creationId xmlns:a16="http://schemas.microsoft.com/office/drawing/2014/main" id="{CCEA3A8C-F462-B11B-8251-913C14F235BD}"/>
              </a:ext>
            </a:extLst>
          </p:cNvPr>
          <p:cNvSpPr>
            <a:spLocks noGrp="1"/>
          </p:cNvSpPr>
          <p:nvPr>
            <p:custDataLst>
              <p:tags r:id="rId65"/>
            </p:custDataLst>
          </p:nvPr>
        </p:nvSpPr>
        <p:spPr bwMode="auto">
          <a:xfrm>
            <a:off x="1482636" y="5710238"/>
            <a:ext cx="376238"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Global</a:t>
            </a: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04" name="Text Placeholder 4">
            <a:extLst>
              <a:ext uri="{FF2B5EF4-FFF2-40B4-BE49-F238E27FC236}">
                <a16:creationId xmlns:a16="http://schemas.microsoft.com/office/drawing/2014/main" id="{B55BCA9B-96E5-057A-95F6-1DEB9B37A474}"/>
              </a:ext>
            </a:extLst>
          </p:cNvPr>
          <p:cNvSpPr>
            <a:spLocks noGrp="1"/>
          </p:cNvSpPr>
          <p:nvPr>
            <p:custDataLst>
              <p:tags r:id="rId66"/>
            </p:custDataLst>
          </p:nvPr>
        </p:nvSpPr>
        <p:spPr bwMode="auto">
          <a:xfrm>
            <a:off x="1482636" y="4462463"/>
            <a:ext cx="509588"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Country 4</a:t>
            </a: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06" name="Text Placeholder 4">
            <a:extLst>
              <a:ext uri="{FF2B5EF4-FFF2-40B4-BE49-F238E27FC236}">
                <a16:creationId xmlns:a16="http://schemas.microsoft.com/office/drawing/2014/main" id="{B5157C5B-0A2C-1D1C-9FBC-9A22AD115000}"/>
              </a:ext>
            </a:extLst>
          </p:cNvPr>
          <p:cNvSpPr>
            <a:spLocks noGrp="1"/>
          </p:cNvSpPr>
          <p:nvPr>
            <p:custDataLst>
              <p:tags r:id="rId67"/>
            </p:custDataLst>
          </p:nvPr>
        </p:nvSpPr>
        <p:spPr bwMode="auto">
          <a:xfrm>
            <a:off x="1482636" y="2887663"/>
            <a:ext cx="509588"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rPr>
              <a:t>Country 1</a:t>
            </a: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07" name="Text Placeholder 4">
            <a:extLst>
              <a:ext uri="{FF2B5EF4-FFF2-40B4-BE49-F238E27FC236}">
                <a16:creationId xmlns:a16="http://schemas.microsoft.com/office/drawing/2014/main" id="{E4FFE16F-DBD9-1FDC-5EFD-50B2F88F48A4}"/>
              </a:ext>
            </a:extLst>
          </p:cNvPr>
          <p:cNvSpPr>
            <a:spLocks noGrp="1"/>
          </p:cNvSpPr>
          <p:nvPr>
            <p:custDataLst>
              <p:tags r:id="rId68"/>
            </p:custDataLst>
          </p:nvPr>
        </p:nvSpPr>
        <p:spPr bwMode="auto">
          <a:xfrm>
            <a:off x="1482636" y="5111750"/>
            <a:ext cx="120650" cy="40957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endPar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rPr>
              <a:t>….</a:t>
            </a:r>
          </a:p>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endPar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08" name="Text Placeholder 4">
            <a:extLst>
              <a:ext uri="{FF2B5EF4-FFF2-40B4-BE49-F238E27FC236}">
                <a16:creationId xmlns:a16="http://schemas.microsoft.com/office/drawing/2014/main" id="{2D66228C-CA8E-80C3-06ED-CD533308304F}"/>
              </a:ext>
            </a:extLst>
          </p:cNvPr>
          <p:cNvSpPr>
            <a:spLocks noGrp="1"/>
          </p:cNvSpPr>
          <p:nvPr>
            <p:custDataLst>
              <p:tags r:id="rId69"/>
            </p:custDataLst>
          </p:nvPr>
        </p:nvSpPr>
        <p:spPr bwMode="auto">
          <a:xfrm>
            <a:off x="1482636" y="3213100"/>
            <a:ext cx="509588"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rPr>
              <a:t>Country 2</a:t>
            </a:r>
          </a:p>
        </p:txBody>
      </p:sp>
      <p:sp>
        <p:nvSpPr>
          <p:cNvPr id="109" name="Text Placeholder 4">
            <a:extLst>
              <a:ext uri="{FF2B5EF4-FFF2-40B4-BE49-F238E27FC236}">
                <a16:creationId xmlns:a16="http://schemas.microsoft.com/office/drawing/2014/main" id="{5288226E-7AC5-33CF-C81C-BF637427C33A}"/>
              </a:ext>
            </a:extLst>
          </p:cNvPr>
          <p:cNvSpPr>
            <a:spLocks noGrp="1"/>
          </p:cNvSpPr>
          <p:nvPr>
            <p:custDataLst>
              <p:tags r:id="rId70"/>
            </p:custDataLst>
          </p:nvPr>
        </p:nvSpPr>
        <p:spPr bwMode="auto">
          <a:xfrm>
            <a:off x="1482636" y="2562225"/>
            <a:ext cx="1008063"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HQ preparation</a:t>
            </a: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10" name="Text Placeholder 2">
            <a:extLst>
              <a:ext uri="{FF2B5EF4-FFF2-40B4-BE49-F238E27FC236}">
                <a16:creationId xmlns:a16="http://schemas.microsoft.com/office/drawing/2014/main" id="{DF923BFB-AD00-922E-3BE3-D1981294451B}"/>
              </a:ext>
            </a:extLst>
          </p:cNvPr>
          <p:cNvSpPr>
            <a:spLocks noGrp="1"/>
          </p:cNvSpPr>
          <p:nvPr>
            <p:custDataLst>
              <p:tags r:id="rId71"/>
            </p:custDataLst>
          </p:nvPr>
        </p:nvSpPr>
        <p:spPr bwMode="auto">
          <a:xfrm>
            <a:off x="3293974" y="6004903"/>
            <a:ext cx="971550" cy="136525"/>
          </a:xfrm>
          <a:prstGeom prst="rect">
            <a:avLst/>
          </a:prstGeom>
          <a:ln>
            <a:noFill/>
          </a:ln>
        </p:spPr>
        <p:txBody>
          <a:bodyPr vert="horz" wrap="none" lIns="0" tIns="0" rIns="0" bIns="0" numCol="1" spcCol="0" rtlCol="0" anchor="t" anchorCtr="0">
            <a:noAutofit/>
          </a:bodyPr>
          <a:lstStyle>
            <a:lvl1pPr marL="27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1pPr>
            <a:lvl2pPr marL="54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2pPr>
            <a:lvl3pPr marL="81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3pPr>
            <a:lvl4pPr marL="0" indent="0" algn="l" defTabSz="914400" rtl="0" eaLnBrk="1" latinLnBrk="0" hangingPunct="1">
              <a:lnSpc>
                <a:spcPct val="100000"/>
              </a:lnSpc>
              <a:spcBef>
                <a:spcPts val="1200"/>
              </a:spcBef>
              <a:spcAft>
                <a:spcPts val="12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2000" kern="1200">
                <a:solidFill>
                  <a:schemeClr val="tx2"/>
                </a:solidFill>
                <a:latin typeface="+mn-lt"/>
                <a:ea typeface="+mn-ea"/>
                <a:cs typeface="+mn-cs"/>
              </a:defRPr>
            </a:lvl5pPr>
            <a:lvl6pPr marL="0" indent="0" algn="l" defTabSz="914400" rtl="0" eaLnBrk="1" latinLnBrk="0" hangingPunct="1">
              <a:lnSpc>
                <a:spcPct val="100000"/>
              </a:lnSpc>
              <a:spcBef>
                <a:spcPts val="1200"/>
              </a:spcBef>
              <a:spcAft>
                <a:spcPts val="1200"/>
              </a:spcAft>
              <a:buFont typeface="Arial" panose="020B0604020202020204" pitchFamily="34" charset="0"/>
              <a:buChar char="​"/>
              <a:defRPr sz="1000" b="1" kern="1200">
                <a:solidFill>
                  <a:schemeClr val="tx2"/>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0" kern="1200" baseline="0">
                <a:solidFill>
                  <a:schemeClr val="tx2"/>
                </a:solidFill>
                <a:latin typeface="+mn-lt"/>
                <a:ea typeface="+mn-ea"/>
                <a:cs typeface="+mn-cs"/>
              </a:defRPr>
            </a:lvl7pPr>
            <a:lvl8pPr marL="180000" indent="-18000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2"/>
                </a:solidFill>
                <a:latin typeface="+mn-lt"/>
                <a:ea typeface="+mn-ea"/>
                <a:cs typeface="+mn-cs"/>
              </a:defRPr>
            </a:lvl8pPr>
            <a:lvl9pPr marL="0" indent="0" algn="l" defTabSz="914400" rtl="0" eaLnBrk="1" latinLnBrk="0" hangingPunct="1">
              <a:lnSpc>
                <a:spcPct val="100000"/>
              </a:lnSpc>
              <a:spcBef>
                <a:spcPts val="0"/>
              </a:spcBef>
              <a:spcAft>
                <a:spcPts val="1200"/>
              </a:spcAft>
              <a:buFont typeface="Arial" panose="020B0604020202020204" pitchFamily="34" charset="0"/>
              <a:buChar char="​"/>
              <a:defRPr sz="4400" kern="1200" baseline="0">
                <a:solidFill>
                  <a:schemeClr val="tx2"/>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tabLst/>
              <a:defRPr/>
            </a:pPr>
            <a:r>
              <a:rPr kumimoji="0" lang="en-GB" altLang="en-US" sz="800" b="0" i="0" u="none" strike="noStrike" kern="1200" cap="none" spc="0" normalizeH="0" baseline="0" noProof="0">
                <a:ln>
                  <a:noFill/>
                </a:ln>
                <a:solidFill>
                  <a:srgbClr val="000000">
                    <a:lumMod val="10000"/>
                  </a:srgbClr>
                </a:solidFill>
                <a:effectLst/>
                <a:uLnTx/>
                <a:uFillTx/>
                <a:latin typeface="Arial" panose="020B0604020202020204" pitchFamily="34" charset="0"/>
                <a:ea typeface="+mn-ea"/>
                <a:cs typeface="Arial" panose="020B0604020202020204" pitchFamily="34" charset="0"/>
                <a:sym typeface="+mn-lt"/>
              </a:rPr>
              <a:t>Initiative approval</a:t>
            </a:r>
            <a:endParaRPr kumimoji="0" lang="en-GB" sz="800" b="0" i="0" u="none" strike="noStrike" kern="1200" cap="none" spc="0" normalizeH="0" baseline="0" noProof="0">
              <a:ln>
                <a:noFill/>
              </a:ln>
              <a:solidFill>
                <a:srgbClr val="000000">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11" name="Text Placeholder 4">
            <a:extLst>
              <a:ext uri="{FF2B5EF4-FFF2-40B4-BE49-F238E27FC236}">
                <a16:creationId xmlns:a16="http://schemas.microsoft.com/office/drawing/2014/main" id="{20313BC1-9063-6904-AFAE-C272626C5958}"/>
              </a:ext>
            </a:extLst>
          </p:cNvPr>
          <p:cNvSpPr>
            <a:spLocks noGrp="1"/>
          </p:cNvSpPr>
          <p:nvPr>
            <p:custDataLst>
              <p:tags r:id="rId72"/>
            </p:custDataLst>
          </p:nvPr>
        </p:nvSpPr>
        <p:spPr bwMode="auto">
          <a:xfrm>
            <a:off x="1482636" y="4786313"/>
            <a:ext cx="509588"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Country 5</a:t>
            </a: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12" name="Text Placeholder 2">
            <a:extLst>
              <a:ext uri="{FF2B5EF4-FFF2-40B4-BE49-F238E27FC236}">
                <a16:creationId xmlns:a16="http://schemas.microsoft.com/office/drawing/2014/main" id="{81C636D6-92EB-A13C-846B-A16C069CB992}"/>
              </a:ext>
            </a:extLst>
          </p:cNvPr>
          <p:cNvSpPr>
            <a:spLocks noGrp="1"/>
          </p:cNvSpPr>
          <p:nvPr>
            <p:custDataLst>
              <p:tags r:id="rId73"/>
            </p:custDataLst>
          </p:nvPr>
        </p:nvSpPr>
        <p:spPr bwMode="auto">
          <a:xfrm>
            <a:off x="4311561" y="6004903"/>
            <a:ext cx="1490663" cy="136525"/>
          </a:xfrm>
          <a:prstGeom prst="rect">
            <a:avLst/>
          </a:prstGeom>
          <a:ln>
            <a:noFill/>
          </a:ln>
        </p:spPr>
        <p:txBody>
          <a:bodyPr vert="horz" wrap="none" lIns="0" tIns="0" rIns="0" bIns="0" numCol="1" spcCol="0" rtlCol="0" anchor="t" anchorCtr="0">
            <a:noAutofit/>
          </a:bodyPr>
          <a:lstStyle>
            <a:lvl1pPr marL="27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1pPr>
            <a:lvl2pPr marL="54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2pPr>
            <a:lvl3pPr marL="81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3pPr>
            <a:lvl4pPr marL="0" indent="0" algn="l" defTabSz="914400" rtl="0" eaLnBrk="1" latinLnBrk="0" hangingPunct="1">
              <a:lnSpc>
                <a:spcPct val="100000"/>
              </a:lnSpc>
              <a:spcBef>
                <a:spcPts val="1200"/>
              </a:spcBef>
              <a:spcAft>
                <a:spcPts val="12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2000" kern="1200">
                <a:solidFill>
                  <a:schemeClr val="tx2"/>
                </a:solidFill>
                <a:latin typeface="+mn-lt"/>
                <a:ea typeface="+mn-ea"/>
                <a:cs typeface="+mn-cs"/>
              </a:defRPr>
            </a:lvl5pPr>
            <a:lvl6pPr marL="0" indent="0" algn="l" defTabSz="914400" rtl="0" eaLnBrk="1" latinLnBrk="0" hangingPunct="1">
              <a:lnSpc>
                <a:spcPct val="100000"/>
              </a:lnSpc>
              <a:spcBef>
                <a:spcPts val="1200"/>
              </a:spcBef>
              <a:spcAft>
                <a:spcPts val="1200"/>
              </a:spcAft>
              <a:buFont typeface="Arial" panose="020B0604020202020204" pitchFamily="34" charset="0"/>
              <a:buChar char="​"/>
              <a:defRPr sz="1000" b="1" kern="1200">
                <a:solidFill>
                  <a:schemeClr val="tx2"/>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0" kern="1200" baseline="0">
                <a:solidFill>
                  <a:schemeClr val="tx2"/>
                </a:solidFill>
                <a:latin typeface="+mn-lt"/>
                <a:ea typeface="+mn-ea"/>
                <a:cs typeface="+mn-cs"/>
              </a:defRPr>
            </a:lvl7pPr>
            <a:lvl8pPr marL="180000" indent="-18000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2"/>
                </a:solidFill>
                <a:latin typeface="+mn-lt"/>
                <a:ea typeface="+mn-ea"/>
                <a:cs typeface="+mn-cs"/>
              </a:defRPr>
            </a:lvl8pPr>
            <a:lvl9pPr marL="0" indent="0" algn="l" defTabSz="914400" rtl="0" eaLnBrk="1" latinLnBrk="0" hangingPunct="1">
              <a:lnSpc>
                <a:spcPct val="100000"/>
              </a:lnSpc>
              <a:spcBef>
                <a:spcPts val="0"/>
              </a:spcBef>
              <a:spcAft>
                <a:spcPts val="1200"/>
              </a:spcAft>
              <a:buFont typeface="Arial" panose="020B0604020202020204" pitchFamily="34" charset="0"/>
              <a:buChar char="​"/>
              <a:defRPr sz="4400" kern="1200" baseline="0">
                <a:solidFill>
                  <a:schemeClr val="tx2"/>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tabLst/>
              <a:defRPr/>
            </a:pPr>
            <a:r>
              <a:rPr kumimoji="0" lang="en-GB" altLang="en-US" sz="800" b="0" i="0" u="none" strike="noStrike" kern="1200" cap="none" spc="0" normalizeH="0" baseline="0" noProof="0">
                <a:ln>
                  <a:noFill/>
                </a:ln>
                <a:solidFill>
                  <a:srgbClr val="000000">
                    <a:lumMod val="10000"/>
                  </a:srgbClr>
                </a:solidFill>
                <a:effectLst/>
                <a:uLnTx/>
                <a:uFillTx/>
                <a:latin typeface="Arial" panose="020B0604020202020204" pitchFamily="34" charset="0"/>
                <a:ea typeface="+mn-ea"/>
                <a:cs typeface="Arial" panose="020B0604020202020204" pitchFamily="34" charset="0"/>
              </a:rPr>
              <a:t>Pitch deck and MVP success</a:t>
            </a:r>
            <a:endParaRPr kumimoji="0" lang="en-GB" sz="800" b="0" i="0" u="none" strike="noStrike" kern="1200" cap="none" spc="0" normalizeH="0" baseline="0" noProof="0">
              <a:ln>
                <a:noFill/>
              </a:ln>
              <a:solidFill>
                <a:srgbClr val="000000">
                  <a:lumMod val="10000"/>
                </a:srgbClr>
              </a:solidFill>
              <a:effectLst/>
              <a:uLnTx/>
              <a:uFillTx/>
              <a:latin typeface="Arial" panose="020B0604020202020204" pitchFamily="34" charset="0"/>
              <a:ea typeface="+mn-ea"/>
              <a:cs typeface="Arial" panose="020B0604020202020204" pitchFamily="34" charset="0"/>
              <a:sym typeface="+mn-lt"/>
            </a:endParaRPr>
          </a:p>
        </p:txBody>
      </p:sp>
      <p:sp>
        <p:nvSpPr>
          <p:cNvPr id="113" name="Text Placeholder 4">
            <a:extLst>
              <a:ext uri="{FF2B5EF4-FFF2-40B4-BE49-F238E27FC236}">
                <a16:creationId xmlns:a16="http://schemas.microsoft.com/office/drawing/2014/main" id="{FEE1E8F4-9A2F-CCE3-F08E-948C96A188DB}"/>
              </a:ext>
            </a:extLst>
          </p:cNvPr>
          <p:cNvSpPr>
            <a:spLocks noGrp="1"/>
          </p:cNvSpPr>
          <p:nvPr>
            <p:custDataLst>
              <p:tags r:id="rId74"/>
            </p:custDataLst>
          </p:nvPr>
        </p:nvSpPr>
        <p:spPr bwMode="auto">
          <a:xfrm>
            <a:off x="1482636" y="3538538"/>
            <a:ext cx="120650" cy="40957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endPar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rPr>
              <a:t>….</a:t>
            </a:r>
          </a:p>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None/>
              <a:tabLst/>
              <a:defRPr/>
            </a:pPr>
            <a:endPar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14" name="Text Placeholder 4">
            <a:extLst>
              <a:ext uri="{FF2B5EF4-FFF2-40B4-BE49-F238E27FC236}">
                <a16:creationId xmlns:a16="http://schemas.microsoft.com/office/drawing/2014/main" id="{CDEC1CDA-1181-5578-15B8-252666CAB13F}"/>
              </a:ext>
            </a:extLst>
          </p:cNvPr>
          <p:cNvSpPr>
            <a:spLocks noGrp="1"/>
          </p:cNvSpPr>
          <p:nvPr>
            <p:custDataLst>
              <p:tags r:id="rId75"/>
            </p:custDataLst>
          </p:nvPr>
        </p:nvSpPr>
        <p:spPr bwMode="auto">
          <a:xfrm>
            <a:off x="1482636" y="4137025"/>
            <a:ext cx="509588" cy="136525"/>
          </a:xfrm>
          <a:prstGeom prst="rect">
            <a:avLst/>
          </a:prstGeom>
          <a:noFill/>
          <a:ln>
            <a:noFill/>
          </a:ln>
        </p:spPr>
        <p:txBody>
          <a:bodyPr vert="horz" wrap="none" lIns="0" tIns="0" rIns="0" bIns="0" numCol="1" spcCol="0" rtlCol="0" anchor="t" anchorCtr="0">
            <a:no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pis For Office" panose="020B0504010101010104" pitchFamily="34" charset="0"/>
              </a:defRPr>
            </a:lvl1pPr>
            <a:lvl2pPr marL="228600" indent="-225425" algn="l" defTabSz="914400" rtl="0" eaLnBrk="1" latinLnBrk="0" hangingPunct="1">
              <a:lnSpc>
                <a:spcPct val="100000"/>
              </a:lnSpc>
              <a:spcBef>
                <a:spcPts val="0"/>
              </a:spcBef>
              <a:spcAft>
                <a:spcPts val="300"/>
              </a:spcAft>
              <a:buClr>
                <a:schemeClr val="accent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42913" indent="-214313" algn="l" defTabSz="914400" rtl="0" eaLnBrk="1" latinLnBrk="0" hangingPunct="1">
              <a:lnSpc>
                <a:spcPct val="100000"/>
              </a:lnSpc>
              <a:spcBef>
                <a:spcPts val="0"/>
              </a:spcBef>
              <a:spcAft>
                <a:spcPts val="300"/>
              </a:spcAft>
              <a:buClr>
                <a:schemeClr val="accent1"/>
              </a:buClr>
              <a:buSzPct val="110000"/>
              <a:buFont typeface="Arial" panose="020B0604020202020204" pitchFamily="34" charset="0"/>
              <a:buChar char="‒"/>
              <a:defRPr lang="en-US" sz="1600" kern="1200" dirty="0">
                <a:solidFill>
                  <a:schemeClr val="tx1"/>
                </a:solidFill>
                <a:latin typeface="+mn-lt"/>
                <a:ea typeface="+mn-ea"/>
                <a:cs typeface="+mn-cs"/>
              </a:defRPr>
            </a:lvl3pPr>
            <a:lvl4pPr marL="598488" indent="-152400"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4pPr>
            <a:lvl5pPr marL="817563" indent="-147638" algn="l" defTabSz="914400" rtl="0" eaLnBrk="1" latinLnBrk="0" hangingPunct="1">
              <a:lnSpc>
                <a:spcPct val="100000"/>
              </a:lnSpc>
              <a:spcBef>
                <a:spcPts val="0"/>
              </a:spcBef>
              <a:spcAft>
                <a:spcPts val="300"/>
              </a:spcAft>
              <a:buClr>
                <a:schemeClr val="accent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
                <a:srgbClr val="000000"/>
              </a:buClr>
              <a:buSzPct val="100000"/>
              <a:buFont typeface="Segoe UI" panose="020B0502040204020203" pitchFamily="34" charset="0"/>
              <a:buChar char="​"/>
              <a:tabLst/>
              <a:defRPr/>
            </a:pPr>
            <a:r>
              <a:rPr kumimoji="0" lang="en-GB"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Country 3</a:t>
            </a:r>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mn-lt"/>
            </a:endParaRPr>
          </a:p>
        </p:txBody>
      </p:sp>
      <p:sp>
        <p:nvSpPr>
          <p:cNvPr id="115" name="TextBox 114">
            <a:extLst>
              <a:ext uri="{FF2B5EF4-FFF2-40B4-BE49-F238E27FC236}">
                <a16:creationId xmlns:a16="http://schemas.microsoft.com/office/drawing/2014/main" id="{51E56191-F6BF-9708-0309-B52092DA65FB}"/>
              </a:ext>
            </a:extLst>
          </p:cNvPr>
          <p:cNvSpPr txBox="1"/>
          <p:nvPr/>
        </p:nvSpPr>
        <p:spPr>
          <a:xfrm>
            <a:off x="467806" y="2556490"/>
            <a:ext cx="590250" cy="307777"/>
          </a:xfrm>
          <a:prstGeom prst="rect">
            <a:avLst/>
          </a:prstGeom>
        </p:spPr>
        <p:txBody>
          <a:bodyPr vert="horz" wrap="square" lIns="9000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GB"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Option A &amp; B</a:t>
            </a:r>
          </a:p>
        </p:txBody>
      </p:sp>
      <p:sp>
        <p:nvSpPr>
          <p:cNvPr id="117" name="TextBox 116">
            <a:extLst>
              <a:ext uri="{FF2B5EF4-FFF2-40B4-BE49-F238E27FC236}">
                <a16:creationId xmlns:a16="http://schemas.microsoft.com/office/drawing/2014/main" id="{3094F66A-1FFF-3D07-50F2-9E8187E4B11A}"/>
              </a:ext>
            </a:extLst>
          </p:cNvPr>
          <p:cNvSpPr txBox="1"/>
          <p:nvPr/>
        </p:nvSpPr>
        <p:spPr>
          <a:xfrm>
            <a:off x="467805" y="5686753"/>
            <a:ext cx="770445" cy="153888"/>
          </a:xfrm>
          <a:prstGeom prst="rect">
            <a:avLst/>
          </a:prstGeom>
        </p:spPr>
        <p:txBody>
          <a:bodyPr vert="horz" wrap="square" lIns="9000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GB"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Option C</a:t>
            </a:r>
          </a:p>
        </p:txBody>
      </p:sp>
    </p:spTree>
    <p:extLst>
      <p:ext uri="{BB962C8B-B14F-4D97-AF65-F5344CB8AC3E}">
        <p14:creationId xmlns:p14="http://schemas.microsoft.com/office/powerpoint/2010/main" val="125106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15C1-FA95-6FE3-A12D-44541793DF2B}"/>
              </a:ext>
            </a:extLst>
          </p:cNvPr>
          <p:cNvSpPr>
            <a:spLocks noGrp="1"/>
          </p:cNvSpPr>
          <p:nvPr>
            <p:ph type="title"/>
          </p:nvPr>
        </p:nvSpPr>
        <p:spPr/>
        <p:txBody>
          <a:bodyPr/>
          <a:lstStyle/>
          <a:p>
            <a:r>
              <a:rPr lang="en-GB" dirty="0"/>
              <a:t>[Overview of key meetings / Insert action title]</a:t>
            </a:r>
            <a:endParaRPr lang="en-DK" dirty="0"/>
          </a:p>
        </p:txBody>
      </p:sp>
      <p:sp>
        <p:nvSpPr>
          <p:cNvPr id="3" name="Subtitle 2">
            <a:extLst>
              <a:ext uri="{FF2B5EF4-FFF2-40B4-BE49-F238E27FC236}">
                <a16:creationId xmlns:a16="http://schemas.microsoft.com/office/drawing/2014/main" id="{6C9A2F3B-B02A-1A2A-01F6-69E5B3E09615}"/>
              </a:ext>
            </a:extLst>
          </p:cNvPr>
          <p:cNvSpPr>
            <a:spLocks noGrp="1"/>
          </p:cNvSpPr>
          <p:nvPr>
            <p:ph type="subTitle" idx="1"/>
          </p:nvPr>
        </p:nvSpPr>
        <p:spPr/>
        <p:txBody>
          <a:bodyPr/>
          <a:lstStyle/>
          <a:p>
            <a:endParaRPr lang="en-US"/>
          </a:p>
        </p:txBody>
      </p:sp>
      <p:sp>
        <p:nvSpPr>
          <p:cNvPr id="12" name="Text Placeholder 11">
            <a:extLst>
              <a:ext uri="{FF2B5EF4-FFF2-40B4-BE49-F238E27FC236}">
                <a16:creationId xmlns:a16="http://schemas.microsoft.com/office/drawing/2014/main" id="{635B6808-4E4B-83BF-78F3-860D378DB982}"/>
              </a:ext>
            </a:extLst>
          </p:cNvPr>
          <p:cNvSpPr>
            <a:spLocks noGrp="1"/>
          </p:cNvSpPr>
          <p:nvPr>
            <p:ph type="body" sz="quarter" idx="17"/>
          </p:nvPr>
        </p:nvSpPr>
        <p:spPr/>
        <p:txBody>
          <a:bodyPr/>
          <a:lstStyle/>
          <a:p>
            <a:endParaRPr lang="en-US"/>
          </a:p>
        </p:txBody>
      </p:sp>
      <p:sp>
        <p:nvSpPr>
          <p:cNvPr id="8" name="Rectangle 7">
            <a:extLst>
              <a:ext uri="{FF2B5EF4-FFF2-40B4-BE49-F238E27FC236}">
                <a16:creationId xmlns:a16="http://schemas.microsoft.com/office/drawing/2014/main" id="{D744EDEB-53FF-ED4C-A5FF-AA232A43C45A}"/>
              </a:ext>
            </a:extLst>
          </p:cNvPr>
          <p:cNvSpPr/>
          <p:nvPr/>
        </p:nvSpPr>
        <p:spPr>
          <a:xfrm>
            <a:off x="2182019"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[Insert meeting]</a:t>
            </a:r>
          </a:p>
        </p:txBody>
      </p:sp>
      <p:sp>
        <p:nvSpPr>
          <p:cNvPr id="17" name="Rectangle 16">
            <a:extLst>
              <a:ext uri="{FF2B5EF4-FFF2-40B4-BE49-F238E27FC236}">
                <a16:creationId xmlns:a16="http://schemas.microsoft.com/office/drawing/2014/main" id="{38E18178-BF98-9C4F-B241-498820CD4F2D}"/>
              </a:ext>
            </a:extLst>
          </p:cNvPr>
          <p:cNvSpPr/>
          <p:nvPr/>
        </p:nvSpPr>
        <p:spPr>
          <a:xfrm>
            <a:off x="3761382"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[Insert meeting]</a:t>
            </a:r>
          </a:p>
        </p:txBody>
      </p:sp>
      <p:sp>
        <p:nvSpPr>
          <p:cNvPr id="18" name="Rectangle 17">
            <a:extLst>
              <a:ext uri="{FF2B5EF4-FFF2-40B4-BE49-F238E27FC236}">
                <a16:creationId xmlns:a16="http://schemas.microsoft.com/office/drawing/2014/main" id="{4CB2F307-9921-5B42-8F11-28BA666D9FBE}"/>
              </a:ext>
            </a:extLst>
          </p:cNvPr>
          <p:cNvSpPr/>
          <p:nvPr/>
        </p:nvSpPr>
        <p:spPr>
          <a:xfrm>
            <a:off x="6920108"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[Insert meeting]</a:t>
            </a:r>
          </a:p>
        </p:txBody>
      </p:sp>
      <p:sp>
        <p:nvSpPr>
          <p:cNvPr id="19" name="Rectangle 18">
            <a:extLst>
              <a:ext uri="{FF2B5EF4-FFF2-40B4-BE49-F238E27FC236}">
                <a16:creationId xmlns:a16="http://schemas.microsoft.com/office/drawing/2014/main" id="{95744B8A-ADA8-E743-B4AA-D758D3E56167}"/>
              </a:ext>
            </a:extLst>
          </p:cNvPr>
          <p:cNvSpPr/>
          <p:nvPr/>
        </p:nvSpPr>
        <p:spPr>
          <a:xfrm>
            <a:off x="8499471"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[Insert meeting]</a:t>
            </a:r>
          </a:p>
        </p:txBody>
      </p:sp>
      <p:sp>
        <p:nvSpPr>
          <p:cNvPr id="20" name="Rectangle 19">
            <a:extLst>
              <a:ext uri="{FF2B5EF4-FFF2-40B4-BE49-F238E27FC236}">
                <a16:creationId xmlns:a16="http://schemas.microsoft.com/office/drawing/2014/main" id="{FDC104B3-F952-1E43-AD77-F93531634FE0}"/>
              </a:ext>
            </a:extLst>
          </p:cNvPr>
          <p:cNvSpPr/>
          <p:nvPr/>
        </p:nvSpPr>
        <p:spPr>
          <a:xfrm>
            <a:off x="10078834"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[Insert meeting]</a:t>
            </a:r>
          </a:p>
        </p:txBody>
      </p:sp>
      <p:sp>
        <p:nvSpPr>
          <p:cNvPr id="21" name="Rectangle 20">
            <a:extLst>
              <a:ext uri="{FF2B5EF4-FFF2-40B4-BE49-F238E27FC236}">
                <a16:creationId xmlns:a16="http://schemas.microsoft.com/office/drawing/2014/main" id="{102FEA91-7ABF-6347-8A2D-26759B8D6E4D}"/>
              </a:ext>
            </a:extLst>
          </p:cNvPr>
          <p:cNvSpPr/>
          <p:nvPr/>
        </p:nvSpPr>
        <p:spPr>
          <a:xfrm>
            <a:off x="5340745"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[Insert meeting]</a:t>
            </a:r>
          </a:p>
        </p:txBody>
      </p:sp>
      <p:sp>
        <p:nvSpPr>
          <p:cNvPr id="22" name="Rectangle 21">
            <a:extLst>
              <a:ext uri="{FF2B5EF4-FFF2-40B4-BE49-F238E27FC236}">
                <a16:creationId xmlns:a16="http://schemas.microsoft.com/office/drawing/2014/main" id="{D364640D-B150-7B40-884E-CEEA8ADE39E7}"/>
              </a:ext>
            </a:extLst>
          </p:cNvPr>
          <p:cNvSpPr/>
          <p:nvPr/>
        </p:nvSpPr>
        <p:spPr>
          <a:xfrm>
            <a:off x="2182019" y="3865914"/>
            <a:ext cx="1452215" cy="2318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GB" sz="1200" dirty="0">
                <a:solidFill>
                  <a:schemeClr val="tx1"/>
                </a:solidFill>
              </a:rPr>
              <a:t>[Insert key actions/ decisions to be made]</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a:t>
            </a:r>
          </a:p>
        </p:txBody>
      </p:sp>
      <p:sp>
        <p:nvSpPr>
          <p:cNvPr id="23" name="Rectangle 22">
            <a:extLst>
              <a:ext uri="{FF2B5EF4-FFF2-40B4-BE49-F238E27FC236}">
                <a16:creationId xmlns:a16="http://schemas.microsoft.com/office/drawing/2014/main" id="{19DB9BF6-7B3E-EA4E-A648-B9DAD4CEA13B}"/>
              </a:ext>
            </a:extLst>
          </p:cNvPr>
          <p:cNvSpPr/>
          <p:nvPr/>
        </p:nvSpPr>
        <p:spPr>
          <a:xfrm>
            <a:off x="5340745" y="3865914"/>
            <a:ext cx="3031578" cy="2318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GB" sz="1200" dirty="0">
                <a:solidFill>
                  <a:schemeClr val="tx1"/>
                </a:solidFill>
              </a:rPr>
              <a:t>[Insert key actions/ decisions to be made]</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a:t>
            </a:r>
          </a:p>
        </p:txBody>
      </p:sp>
      <p:sp>
        <p:nvSpPr>
          <p:cNvPr id="25" name="Rectangle 24">
            <a:extLst>
              <a:ext uri="{FF2B5EF4-FFF2-40B4-BE49-F238E27FC236}">
                <a16:creationId xmlns:a16="http://schemas.microsoft.com/office/drawing/2014/main" id="{97899F8B-93A2-DF4D-89C4-07EF2252A7EE}"/>
              </a:ext>
            </a:extLst>
          </p:cNvPr>
          <p:cNvSpPr/>
          <p:nvPr/>
        </p:nvSpPr>
        <p:spPr>
          <a:xfrm>
            <a:off x="8499471" y="3865914"/>
            <a:ext cx="1452215" cy="2318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GB" sz="1200" dirty="0">
                <a:solidFill>
                  <a:schemeClr val="tx1"/>
                </a:solidFill>
              </a:rPr>
              <a:t>[Insert key actions/ decisions to be made]</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a:t>
            </a:r>
          </a:p>
        </p:txBody>
      </p:sp>
      <p:sp>
        <p:nvSpPr>
          <p:cNvPr id="26" name="Rectangle 25">
            <a:extLst>
              <a:ext uri="{FF2B5EF4-FFF2-40B4-BE49-F238E27FC236}">
                <a16:creationId xmlns:a16="http://schemas.microsoft.com/office/drawing/2014/main" id="{6E75F08D-7993-C84E-9FBC-6BB699D10536}"/>
              </a:ext>
            </a:extLst>
          </p:cNvPr>
          <p:cNvSpPr/>
          <p:nvPr/>
        </p:nvSpPr>
        <p:spPr>
          <a:xfrm>
            <a:off x="10078834" y="3865914"/>
            <a:ext cx="1452215" cy="2318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GB" sz="1200" dirty="0">
                <a:solidFill>
                  <a:schemeClr val="tx1"/>
                </a:solidFill>
              </a:rPr>
              <a:t>[Insert key actions/ decisions to be made]</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a:t>
            </a:r>
          </a:p>
        </p:txBody>
      </p:sp>
      <p:sp>
        <p:nvSpPr>
          <p:cNvPr id="27" name="Rectangle 26">
            <a:extLst>
              <a:ext uri="{FF2B5EF4-FFF2-40B4-BE49-F238E27FC236}">
                <a16:creationId xmlns:a16="http://schemas.microsoft.com/office/drawing/2014/main" id="{DF308040-A004-0D48-A62B-6F3C05903D8C}"/>
              </a:ext>
            </a:extLst>
          </p:cNvPr>
          <p:cNvSpPr/>
          <p:nvPr/>
        </p:nvSpPr>
        <p:spPr>
          <a:xfrm>
            <a:off x="3761382" y="3865914"/>
            <a:ext cx="1452215" cy="23183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Ins="0" rtlCol="0" anchor="t"/>
          <a:lstStyle/>
          <a:p>
            <a:pPr marL="171450" indent="-171450">
              <a:buFont typeface="Arial" panose="020B0604020202020204" pitchFamily="34" charset="0"/>
              <a:buChar char="•"/>
            </a:pPr>
            <a:r>
              <a:rPr lang="en-GB" sz="1200" dirty="0">
                <a:solidFill>
                  <a:schemeClr val="tx1"/>
                </a:solidFill>
              </a:rPr>
              <a:t>[Insert key actions/ decisions to be made]</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[Insert key actions]</a:t>
            </a:r>
          </a:p>
          <a:p>
            <a:pPr marL="171450" indent="-171450">
              <a:buFont typeface="Arial" panose="020B0604020202020204" pitchFamily="34" charset="0"/>
              <a:buChar char="•"/>
            </a:pPr>
            <a:r>
              <a:rPr lang="en-GB" sz="1200" dirty="0">
                <a:solidFill>
                  <a:schemeClr val="tx1"/>
                </a:solidFill>
              </a:rPr>
              <a:t>…</a:t>
            </a:r>
          </a:p>
        </p:txBody>
      </p:sp>
      <p:cxnSp>
        <p:nvCxnSpPr>
          <p:cNvPr id="39" name="Straight Connector 38">
            <a:extLst>
              <a:ext uri="{FF2B5EF4-FFF2-40B4-BE49-F238E27FC236}">
                <a16:creationId xmlns:a16="http://schemas.microsoft.com/office/drawing/2014/main" id="{1581EFE6-6495-BF43-B08D-4BB3169683D9}"/>
              </a:ext>
            </a:extLst>
          </p:cNvPr>
          <p:cNvCxnSpPr>
            <a:cxnSpLocks/>
          </p:cNvCxnSpPr>
          <p:nvPr/>
        </p:nvCxnSpPr>
        <p:spPr>
          <a:xfrm>
            <a:off x="2908126"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26B50B2-75D5-3C43-B7B9-F23571AD3B68}"/>
              </a:ext>
            </a:extLst>
          </p:cNvPr>
          <p:cNvCxnSpPr>
            <a:cxnSpLocks/>
          </p:cNvCxnSpPr>
          <p:nvPr/>
        </p:nvCxnSpPr>
        <p:spPr>
          <a:xfrm>
            <a:off x="4487489"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07AF46E-51D9-5940-98A0-A1E35F2850B9}"/>
              </a:ext>
            </a:extLst>
          </p:cNvPr>
          <p:cNvCxnSpPr>
            <a:cxnSpLocks/>
          </p:cNvCxnSpPr>
          <p:nvPr/>
        </p:nvCxnSpPr>
        <p:spPr>
          <a:xfrm>
            <a:off x="6066852"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DC3C62D-9744-0140-A569-A1861E0BF234}"/>
              </a:ext>
            </a:extLst>
          </p:cNvPr>
          <p:cNvCxnSpPr>
            <a:cxnSpLocks/>
          </p:cNvCxnSpPr>
          <p:nvPr/>
        </p:nvCxnSpPr>
        <p:spPr>
          <a:xfrm>
            <a:off x="7646215"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0A0CD8-4147-5246-A267-851FBC06DA4A}"/>
              </a:ext>
            </a:extLst>
          </p:cNvPr>
          <p:cNvCxnSpPr>
            <a:cxnSpLocks/>
          </p:cNvCxnSpPr>
          <p:nvPr/>
        </p:nvCxnSpPr>
        <p:spPr>
          <a:xfrm>
            <a:off x="9225578"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DCBCDCB-D863-6D4D-8A00-53FF014ABD76}"/>
              </a:ext>
            </a:extLst>
          </p:cNvPr>
          <p:cNvCxnSpPr>
            <a:cxnSpLocks/>
          </p:cNvCxnSpPr>
          <p:nvPr/>
        </p:nvCxnSpPr>
        <p:spPr>
          <a:xfrm>
            <a:off x="10804941"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A79C6AD-AF8C-FD4C-BF6C-6751120313E3}"/>
              </a:ext>
            </a:extLst>
          </p:cNvPr>
          <p:cNvCxnSpPr>
            <a:cxnSpLocks/>
          </p:cNvCxnSpPr>
          <p:nvPr/>
        </p:nvCxnSpPr>
        <p:spPr>
          <a:xfrm>
            <a:off x="1327958" y="2258381"/>
            <a:ext cx="0" cy="3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riangle 14">
            <a:extLst>
              <a:ext uri="{FF2B5EF4-FFF2-40B4-BE49-F238E27FC236}">
                <a16:creationId xmlns:a16="http://schemas.microsoft.com/office/drawing/2014/main" id="{B8A447D6-6F56-1B4A-B410-B49D96B0754B}"/>
              </a:ext>
            </a:extLst>
          </p:cNvPr>
          <p:cNvSpPr/>
          <p:nvPr/>
        </p:nvSpPr>
        <p:spPr>
          <a:xfrm>
            <a:off x="1125591" y="2574843"/>
            <a:ext cx="404734" cy="34477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8" name="Oval 27">
            <a:extLst>
              <a:ext uri="{FF2B5EF4-FFF2-40B4-BE49-F238E27FC236}">
                <a16:creationId xmlns:a16="http://schemas.microsoft.com/office/drawing/2014/main" id="{525D510C-98D5-304F-AC56-0238EC817914}"/>
              </a:ext>
            </a:extLst>
          </p:cNvPr>
          <p:cNvSpPr>
            <a:spLocks noChangeAspect="1"/>
          </p:cNvSpPr>
          <p:nvPr/>
        </p:nvSpPr>
        <p:spPr>
          <a:xfrm>
            <a:off x="2763781" y="2617819"/>
            <a:ext cx="288690" cy="28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9" name="Oval 28">
            <a:extLst>
              <a:ext uri="{FF2B5EF4-FFF2-40B4-BE49-F238E27FC236}">
                <a16:creationId xmlns:a16="http://schemas.microsoft.com/office/drawing/2014/main" id="{11C826D8-C66E-8041-B6EB-EE772F941F08}"/>
              </a:ext>
            </a:extLst>
          </p:cNvPr>
          <p:cNvSpPr>
            <a:spLocks noChangeAspect="1"/>
          </p:cNvSpPr>
          <p:nvPr/>
        </p:nvSpPr>
        <p:spPr>
          <a:xfrm>
            <a:off x="4343144" y="2631617"/>
            <a:ext cx="288690" cy="28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Oval 29">
            <a:extLst>
              <a:ext uri="{FF2B5EF4-FFF2-40B4-BE49-F238E27FC236}">
                <a16:creationId xmlns:a16="http://schemas.microsoft.com/office/drawing/2014/main" id="{B94F3FE4-D0EC-AC44-948F-2279497956A3}"/>
              </a:ext>
            </a:extLst>
          </p:cNvPr>
          <p:cNvSpPr>
            <a:spLocks noChangeAspect="1"/>
          </p:cNvSpPr>
          <p:nvPr/>
        </p:nvSpPr>
        <p:spPr>
          <a:xfrm>
            <a:off x="5922507" y="2631617"/>
            <a:ext cx="288690" cy="28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Oval 30">
            <a:extLst>
              <a:ext uri="{FF2B5EF4-FFF2-40B4-BE49-F238E27FC236}">
                <a16:creationId xmlns:a16="http://schemas.microsoft.com/office/drawing/2014/main" id="{775CB2AF-0114-1B4E-88E6-65C5FC349D11}"/>
              </a:ext>
            </a:extLst>
          </p:cNvPr>
          <p:cNvSpPr>
            <a:spLocks noChangeAspect="1"/>
          </p:cNvSpPr>
          <p:nvPr/>
        </p:nvSpPr>
        <p:spPr>
          <a:xfrm>
            <a:off x="7501870" y="2631617"/>
            <a:ext cx="288690" cy="28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2" name="Oval 31">
            <a:extLst>
              <a:ext uri="{FF2B5EF4-FFF2-40B4-BE49-F238E27FC236}">
                <a16:creationId xmlns:a16="http://schemas.microsoft.com/office/drawing/2014/main" id="{D2C2DE4B-4655-8F4E-AE3F-4CDFA2157D4D}"/>
              </a:ext>
            </a:extLst>
          </p:cNvPr>
          <p:cNvSpPr>
            <a:spLocks noChangeAspect="1"/>
          </p:cNvSpPr>
          <p:nvPr/>
        </p:nvSpPr>
        <p:spPr>
          <a:xfrm>
            <a:off x="9081233" y="2631617"/>
            <a:ext cx="288690" cy="28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Oval 32">
            <a:extLst>
              <a:ext uri="{FF2B5EF4-FFF2-40B4-BE49-F238E27FC236}">
                <a16:creationId xmlns:a16="http://schemas.microsoft.com/office/drawing/2014/main" id="{E3F7E56E-849B-EB43-8B98-6C0D59A903CA}"/>
              </a:ext>
            </a:extLst>
          </p:cNvPr>
          <p:cNvSpPr>
            <a:spLocks noChangeAspect="1"/>
          </p:cNvSpPr>
          <p:nvPr/>
        </p:nvSpPr>
        <p:spPr>
          <a:xfrm>
            <a:off x="10660596" y="2631617"/>
            <a:ext cx="288690" cy="288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Rectangle 48">
            <a:extLst>
              <a:ext uri="{FF2B5EF4-FFF2-40B4-BE49-F238E27FC236}">
                <a16:creationId xmlns:a16="http://schemas.microsoft.com/office/drawing/2014/main" id="{67196D22-0C11-754E-A10F-F0AAFCAF9A99}"/>
              </a:ext>
            </a:extLst>
          </p:cNvPr>
          <p:cNvSpPr/>
          <p:nvPr/>
        </p:nvSpPr>
        <p:spPr>
          <a:xfrm>
            <a:off x="602656" y="3071436"/>
            <a:ext cx="1452215" cy="67953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err="1">
                <a:solidFill>
                  <a:schemeClr val="tx1"/>
                </a:solidFill>
              </a:rPr>
              <a:t>Kickoff</a:t>
            </a:r>
            <a:endParaRPr lang="en-GB" sz="1400" dirty="0">
              <a:solidFill>
                <a:schemeClr val="tx1"/>
              </a:solidFill>
            </a:endParaRPr>
          </a:p>
        </p:txBody>
      </p:sp>
      <p:sp>
        <p:nvSpPr>
          <p:cNvPr id="6" name="Pentagon 5">
            <a:extLst>
              <a:ext uri="{FF2B5EF4-FFF2-40B4-BE49-F238E27FC236}">
                <a16:creationId xmlns:a16="http://schemas.microsoft.com/office/drawing/2014/main" id="{A8DD19DB-5AAF-1F4C-9324-B1207882F134}"/>
              </a:ext>
            </a:extLst>
          </p:cNvPr>
          <p:cNvSpPr/>
          <p:nvPr/>
        </p:nvSpPr>
        <p:spPr>
          <a:xfrm>
            <a:off x="490958" y="2010083"/>
            <a:ext cx="1674000" cy="40005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1]</a:t>
            </a:r>
          </a:p>
        </p:txBody>
      </p:sp>
      <p:sp>
        <p:nvSpPr>
          <p:cNvPr id="7" name="Chevron 6">
            <a:extLst>
              <a:ext uri="{FF2B5EF4-FFF2-40B4-BE49-F238E27FC236}">
                <a16:creationId xmlns:a16="http://schemas.microsoft.com/office/drawing/2014/main" id="{82428B5E-4E80-D646-B937-8C006C01D59C}"/>
              </a:ext>
            </a:extLst>
          </p:cNvPr>
          <p:cNvSpPr/>
          <p:nvPr/>
        </p:nvSpPr>
        <p:spPr>
          <a:xfrm>
            <a:off x="2071932" y="2010083"/>
            <a:ext cx="1672389" cy="3996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2]</a:t>
            </a:r>
          </a:p>
        </p:txBody>
      </p:sp>
      <p:sp>
        <p:nvSpPr>
          <p:cNvPr id="9" name="Chevron 8">
            <a:extLst>
              <a:ext uri="{FF2B5EF4-FFF2-40B4-BE49-F238E27FC236}">
                <a16:creationId xmlns:a16="http://schemas.microsoft.com/office/drawing/2014/main" id="{572E4D72-1CE5-E049-9BD9-3291AA2FC39A}"/>
              </a:ext>
            </a:extLst>
          </p:cNvPr>
          <p:cNvSpPr/>
          <p:nvPr/>
        </p:nvSpPr>
        <p:spPr>
          <a:xfrm>
            <a:off x="3651295" y="2010083"/>
            <a:ext cx="1672389" cy="3996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3]</a:t>
            </a:r>
          </a:p>
        </p:txBody>
      </p:sp>
      <p:sp>
        <p:nvSpPr>
          <p:cNvPr id="10" name="Chevron 9">
            <a:extLst>
              <a:ext uri="{FF2B5EF4-FFF2-40B4-BE49-F238E27FC236}">
                <a16:creationId xmlns:a16="http://schemas.microsoft.com/office/drawing/2014/main" id="{4FB4BD0A-D934-8140-A8F1-12B3C802FBEB}"/>
              </a:ext>
            </a:extLst>
          </p:cNvPr>
          <p:cNvSpPr/>
          <p:nvPr/>
        </p:nvSpPr>
        <p:spPr>
          <a:xfrm>
            <a:off x="5230658" y="2010083"/>
            <a:ext cx="1672389" cy="3996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4]</a:t>
            </a:r>
          </a:p>
        </p:txBody>
      </p:sp>
      <p:sp>
        <p:nvSpPr>
          <p:cNvPr id="11" name="Chevron 10">
            <a:extLst>
              <a:ext uri="{FF2B5EF4-FFF2-40B4-BE49-F238E27FC236}">
                <a16:creationId xmlns:a16="http://schemas.microsoft.com/office/drawing/2014/main" id="{D5913DDB-1D5C-4847-8488-629651A292AA}"/>
              </a:ext>
            </a:extLst>
          </p:cNvPr>
          <p:cNvSpPr/>
          <p:nvPr/>
        </p:nvSpPr>
        <p:spPr>
          <a:xfrm>
            <a:off x="6810021" y="2010083"/>
            <a:ext cx="1672389" cy="3996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5]</a:t>
            </a:r>
          </a:p>
        </p:txBody>
      </p:sp>
      <p:sp>
        <p:nvSpPr>
          <p:cNvPr id="13" name="Chevron 12">
            <a:extLst>
              <a:ext uri="{FF2B5EF4-FFF2-40B4-BE49-F238E27FC236}">
                <a16:creationId xmlns:a16="http://schemas.microsoft.com/office/drawing/2014/main" id="{D100EA2B-DAA2-FA4A-9888-1AB3C31E26C3}"/>
              </a:ext>
            </a:extLst>
          </p:cNvPr>
          <p:cNvSpPr/>
          <p:nvPr/>
        </p:nvSpPr>
        <p:spPr>
          <a:xfrm>
            <a:off x="8389384" y="2010083"/>
            <a:ext cx="1672389" cy="3996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6]</a:t>
            </a:r>
          </a:p>
        </p:txBody>
      </p:sp>
      <p:sp>
        <p:nvSpPr>
          <p:cNvPr id="14" name="Chevron 13">
            <a:extLst>
              <a:ext uri="{FF2B5EF4-FFF2-40B4-BE49-F238E27FC236}">
                <a16:creationId xmlns:a16="http://schemas.microsoft.com/office/drawing/2014/main" id="{91CCEA8C-D57E-2F43-B2A0-7F88F5287057}"/>
              </a:ext>
            </a:extLst>
          </p:cNvPr>
          <p:cNvSpPr/>
          <p:nvPr/>
        </p:nvSpPr>
        <p:spPr>
          <a:xfrm>
            <a:off x="9968747" y="2010083"/>
            <a:ext cx="1672389" cy="39960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[Month 7]</a:t>
            </a:r>
          </a:p>
        </p:txBody>
      </p:sp>
      <p:sp>
        <p:nvSpPr>
          <p:cNvPr id="4" name="Google Shape;507;p14">
            <a:extLst>
              <a:ext uri="{FF2B5EF4-FFF2-40B4-BE49-F238E27FC236}">
                <a16:creationId xmlns:a16="http://schemas.microsoft.com/office/drawing/2014/main" id="{EB8C098B-5420-09A4-EDED-8D109771E658}"/>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62032"/>
              </a:buClr>
              <a:buSzPts val="900"/>
              <a:buFont typeface="Arial"/>
              <a:buNone/>
            </a:pPr>
            <a:r>
              <a:rPr lang="en-GB" sz="900" b="0" i="0" u="none" strike="noStrike" cap="none" dirty="0">
                <a:latin typeface="Arial"/>
                <a:ea typeface="Arial"/>
                <a:cs typeface="Arial"/>
                <a:sym typeface="Arial"/>
              </a:rPr>
              <a:t>Source: </a:t>
            </a:r>
            <a:r>
              <a:rPr lang="en-GB" sz="900" dirty="0">
                <a:latin typeface="Arial"/>
                <a:ea typeface="Arial"/>
                <a:cs typeface="Arial"/>
                <a:sym typeface="Arial"/>
              </a:rPr>
              <a:t>xx</a:t>
            </a:r>
            <a:endParaRPr sz="900" b="0" i="0" u="none" strike="noStrike" cap="none" dirty="0">
              <a:latin typeface="Arial"/>
              <a:ea typeface="Arial"/>
              <a:cs typeface="Arial"/>
              <a:sym typeface="Arial"/>
            </a:endParaRPr>
          </a:p>
        </p:txBody>
      </p:sp>
      <p:sp>
        <p:nvSpPr>
          <p:cNvPr id="5" name="Google Shape;538;p14">
            <a:extLst>
              <a:ext uri="{FF2B5EF4-FFF2-40B4-BE49-F238E27FC236}">
                <a16:creationId xmlns:a16="http://schemas.microsoft.com/office/drawing/2014/main" id="{BEC9D3AA-F0EA-F84F-4AF5-0AFDD6AA1357}"/>
              </a:ext>
            </a:extLst>
          </p:cNvPr>
          <p:cNvSpPr txBox="1"/>
          <p:nvPr/>
        </p:nvSpPr>
        <p:spPr>
          <a:xfrm>
            <a:off x="467806" y="6127919"/>
            <a:ext cx="9393824"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900" b="0" i="0" u="none" strike="noStrike" cap="none" dirty="0">
                <a:latin typeface="Arial"/>
                <a:ea typeface="Arial"/>
                <a:cs typeface="Arial"/>
                <a:sym typeface="Arial"/>
              </a:rPr>
              <a:t>Footnote: 1. xx</a:t>
            </a:r>
            <a:endParaRPr sz="900" dirty="0">
              <a:latin typeface="Arial"/>
              <a:ea typeface="Arial"/>
              <a:cs typeface="Arial"/>
              <a:sym typeface="Arial"/>
            </a:endParaRPr>
          </a:p>
        </p:txBody>
      </p:sp>
    </p:spTree>
    <p:extLst>
      <p:ext uri="{BB962C8B-B14F-4D97-AF65-F5344CB8AC3E}">
        <p14:creationId xmlns:p14="http://schemas.microsoft.com/office/powerpoint/2010/main" val="3174201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32687&quot;&gt;&lt;version val=&quot;3864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xml><?xml version="1.0" encoding="utf-8"?>
<p:tagLst xmlns:a="http://schemas.openxmlformats.org/drawingml/2006/main" xmlns:r="http://schemas.openxmlformats.org/officeDocument/2006/relationships" xmlns:p="http://schemas.openxmlformats.org/presentationml/2006/main">
  <p:tag name="SHAPENAME" val="BottomLine"/>
</p:tagLst>
</file>

<file path=ppt/tags/tag5.xml><?xml version="1.0" encoding="utf-8"?>
<p:tagLst xmlns:a="http://schemas.openxmlformats.org/drawingml/2006/main" xmlns:r="http://schemas.openxmlformats.org/officeDocument/2006/relationships" xmlns:p="http://schemas.openxmlformats.org/presentationml/2006/main">
  <p:tag name="SHAPENAME" val="TopLine"/>
</p:tagLst>
</file>

<file path=ppt/tags/tag6.xml><?xml version="1.0" encoding="utf-8"?>
<p:tagLst xmlns:a="http://schemas.openxmlformats.org/drawingml/2006/main" xmlns:r="http://schemas.openxmlformats.org/officeDocument/2006/relationships" xmlns:p="http://schemas.openxmlformats.org/presentationml/2006/main">
  <p:tag name="SHAPENAME" val="4. Footnote"/>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SHAPENAME" val="Grid"/>
</p:tagLst>
</file>

<file path=ppt/tags/tag9.xml><?xml version="1.0" encoding="utf-8"?>
<p:tagLst xmlns:a="http://schemas.openxmlformats.org/drawingml/2006/main" xmlns:r="http://schemas.openxmlformats.org/officeDocument/2006/relationships" xmlns:p="http://schemas.openxmlformats.org/presentationml/2006/main">
  <p:tag name="SHAPENAME" val="BottomLine"/>
</p:tagLst>
</file>

<file path=ppt/tags/tag10.xml><?xml version="1.0" encoding="utf-8"?>
<p:tagLst xmlns:a="http://schemas.openxmlformats.org/drawingml/2006/main" xmlns:r="http://schemas.openxmlformats.org/officeDocument/2006/relationships" xmlns:p="http://schemas.openxmlformats.org/presentationml/2006/main">
  <p:tag name="SHAPENAME" val="TopLine"/>
</p:tagLst>
</file>

<file path=ppt/tags/tag11.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xml><?xml version="1.0" encoding="utf-8"?>
<p:tagLst xmlns:a="http://schemas.openxmlformats.org/drawingml/2006/main" xmlns:r="http://schemas.openxmlformats.org/officeDocument/2006/relationships" xmlns:p="http://schemas.openxmlformats.org/presentationml/2006/main">
  <p:tag name="SHAPENAME" val="Grid"/>
</p:tagLst>
</file>

<file path=ppt/tags/tag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ANGLE" val="5"/>
</p:tagLst>
</file>

<file path=ppt/tags/tag20.xml><?xml version="1.0" encoding="utf-8"?>
<p:tagLst xmlns:a="http://schemas.openxmlformats.org/drawingml/2006/main" xmlns:r="http://schemas.openxmlformats.org/officeDocument/2006/relationships" xmlns:p="http://schemas.openxmlformats.org/presentationml/2006/main">
  <p:tag name="ANGLE" val="5"/>
</p:tagLst>
</file>

<file path=ppt/tags/tag21.xml><?xml version="1.0" encoding="utf-8"?>
<p:tagLst xmlns:a="http://schemas.openxmlformats.org/drawingml/2006/main" xmlns:r="http://schemas.openxmlformats.org/officeDocument/2006/relationships" xmlns:p="http://schemas.openxmlformats.org/presentationml/2006/main">
  <p:tag name="ANGLE" val="4"/>
</p:tagLst>
</file>

<file path=ppt/tags/tag22.xml><?xml version="1.0" encoding="utf-8"?>
<p:tagLst xmlns:a="http://schemas.openxmlformats.org/drawingml/2006/main" xmlns:r="http://schemas.openxmlformats.org/officeDocument/2006/relationships" xmlns:p="http://schemas.openxmlformats.org/presentationml/2006/main">
  <p:tag name="ANGLE" val="4"/>
</p:tagLst>
</file>

<file path=ppt/tags/tag23.xml><?xml version="1.0" encoding="utf-8"?>
<p:tagLst xmlns:a="http://schemas.openxmlformats.org/drawingml/2006/main" xmlns:r="http://schemas.openxmlformats.org/officeDocument/2006/relationships" xmlns:p="http://schemas.openxmlformats.org/presentationml/2006/main">
  <p:tag name="ANGLE" val="3"/>
</p:tagLst>
</file>

<file path=ppt/tags/tag24.xml><?xml version="1.0" encoding="utf-8"?>
<p:tagLst xmlns:a="http://schemas.openxmlformats.org/drawingml/2006/main" xmlns:r="http://schemas.openxmlformats.org/officeDocument/2006/relationships" xmlns:p="http://schemas.openxmlformats.org/presentationml/2006/main">
  <p:tag name="ANGLE" val="3"/>
</p:tagLst>
</file>

<file path=ppt/tags/tag25.xml><?xml version="1.0" encoding="utf-8"?>
<p:tagLst xmlns:a="http://schemas.openxmlformats.org/drawingml/2006/main" xmlns:r="http://schemas.openxmlformats.org/officeDocument/2006/relationships" xmlns:p="http://schemas.openxmlformats.org/presentationml/2006/main">
  <p:tag name="ANGLE" val="2"/>
</p:tagLst>
</file>

<file path=ppt/tags/tag26.xml><?xml version="1.0" encoding="utf-8"?>
<p:tagLst xmlns:a="http://schemas.openxmlformats.org/drawingml/2006/main" xmlns:r="http://schemas.openxmlformats.org/officeDocument/2006/relationships" xmlns:p="http://schemas.openxmlformats.org/presentationml/2006/main">
  <p:tag name="ANGLE" val="2"/>
</p:tagLst>
</file>

<file path=ppt/tags/tag27.xml><?xml version="1.0" encoding="utf-8"?>
<p:tagLst xmlns:a="http://schemas.openxmlformats.org/drawingml/2006/main" xmlns:r="http://schemas.openxmlformats.org/officeDocument/2006/relationships" xmlns:p="http://schemas.openxmlformats.org/presentationml/2006/main">
  <p:tag name="ANGLE" val="1"/>
</p:tagLst>
</file>

<file path=ppt/tags/tag28.xml><?xml version="1.0" encoding="utf-8"?>
<p:tagLst xmlns:a="http://schemas.openxmlformats.org/drawingml/2006/main" xmlns:r="http://schemas.openxmlformats.org/officeDocument/2006/relationships" xmlns:p="http://schemas.openxmlformats.org/presentationml/2006/main">
  <p:tag name="ANGLE" val="1"/>
</p:tagLst>
</file>

<file path=ppt/tags/tag29.xml><?xml version="1.0" encoding="utf-8"?>
<p:tagLst xmlns:a="http://schemas.openxmlformats.org/drawingml/2006/main" xmlns:r="http://schemas.openxmlformats.org/officeDocument/2006/relationships" xmlns:p="http://schemas.openxmlformats.org/presentationml/2006/main">
  <p:tag name="NAME" val="Moon"/>
</p:tagLst>
</file>

<file path=ppt/tags/tag30.xml><?xml version="1.0" encoding="utf-8"?>
<p:tagLst xmlns:a="http://schemas.openxmlformats.org/drawingml/2006/main" xmlns:r="http://schemas.openxmlformats.org/officeDocument/2006/relationships" xmlns:p="http://schemas.openxmlformats.org/presentationml/2006/main">
  <p:tag name="NAME" val="Moon"/>
</p:tagLst>
</file>

<file path=ppt/tags/tag31.xml><?xml version="1.0" encoding="utf-8"?>
<p:tagLst xmlns:a="http://schemas.openxmlformats.org/drawingml/2006/main" xmlns:r="http://schemas.openxmlformats.org/officeDocument/2006/relationships" xmlns:p="http://schemas.openxmlformats.org/presentationml/2006/main">
  <p:tag name="NAME" val="Moon"/>
</p:tagLst>
</file>

<file path=ppt/tags/tag32.xml><?xml version="1.0" encoding="utf-8"?>
<p:tagLst xmlns:a="http://schemas.openxmlformats.org/drawingml/2006/main" xmlns:r="http://schemas.openxmlformats.org/officeDocument/2006/relationships" xmlns:p="http://schemas.openxmlformats.org/presentationml/2006/main">
  <p:tag name="NAME" val="Moon"/>
</p:tagLst>
</file>

<file path=ppt/tags/tag33.xml><?xml version="1.0" encoding="utf-8"?>
<p:tagLst xmlns:a="http://schemas.openxmlformats.org/drawingml/2006/main" xmlns:r="http://schemas.openxmlformats.org/officeDocument/2006/relationships" xmlns:p="http://schemas.openxmlformats.org/presentationml/2006/main">
  <p:tag name="NAME" val="Moon"/>
</p:tagLst>
</file>

<file path=ppt/tags/tag34.xml><?xml version="1.0" encoding="utf-8"?>
<p:tagLst xmlns:a="http://schemas.openxmlformats.org/drawingml/2006/main" xmlns:r="http://schemas.openxmlformats.org/officeDocument/2006/relationships" xmlns:p="http://schemas.openxmlformats.org/presentationml/2006/main">
  <p:tag name="ANGLE" val="5"/>
</p:tagLst>
</file>

<file path=ppt/tags/tag35.xml><?xml version="1.0" encoding="utf-8"?>
<p:tagLst xmlns:a="http://schemas.openxmlformats.org/drawingml/2006/main" xmlns:r="http://schemas.openxmlformats.org/officeDocument/2006/relationships" xmlns:p="http://schemas.openxmlformats.org/presentationml/2006/main">
  <p:tag name="ANGLE" val="5"/>
</p:tagLst>
</file>

<file path=ppt/tags/tag36.xml><?xml version="1.0" encoding="utf-8"?>
<p:tagLst xmlns:a="http://schemas.openxmlformats.org/drawingml/2006/main" xmlns:r="http://schemas.openxmlformats.org/officeDocument/2006/relationships" xmlns:p="http://schemas.openxmlformats.org/presentationml/2006/main">
  <p:tag name="ANGLE" val="4"/>
</p:tagLst>
</file>

<file path=ppt/tags/tag37.xml><?xml version="1.0" encoding="utf-8"?>
<p:tagLst xmlns:a="http://schemas.openxmlformats.org/drawingml/2006/main" xmlns:r="http://schemas.openxmlformats.org/officeDocument/2006/relationships" xmlns:p="http://schemas.openxmlformats.org/presentationml/2006/main">
  <p:tag name="ANGLE" val="4"/>
</p:tagLst>
</file>

<file path=ppt/tags/tag38.xml><?xml version="1.0" encoding="utf-8"?>
<p:tagLst xmlns:a="http://schemas.openxmlformats.org/drawingml/2006/main" xmlns:r="http://schemas.openxmlformats.org/officeDocument/2006/relationships" xmlns:p="http://schemas.openxmlformats.org/presentationml/2006/main">
  <p:tag name="ANGLE" val="3"/>
</p:tagLst>
</file>

<file path=ppt/tags/tag39.xml><?xml version="1.0" encoding="utf-8"?>
<p:tagLst xmlns:a="http://schemas.openxmlformats.org/drawingml/2006/main" xmlns:r="http://schemas.openxmlformats.org/officeDocument/2006/relationships" xmlns:p="http://schemas.openxmlformats.org/presentationml/2006/main">
  <p:tag name="ANGLE" val="3"/>
</p:tagLst>
</file>

<file path=ppt/tags/tag40.xml><?xml version="1.0" encoding="utf-8"?>
<p:tagLst xmlns:a="http://schemas.openxmlformats.org/drawingml/2006/main" xmlns:r="http://schemas.openxmlformats.org/officeDocument/2006/relationships" xmlns:p="http://schemas.openxmlformats.org/presentationml/2006/main">
  <p:tag name="ANGLE" val="2"/>
</p:tagLst>
</file>

<file path=ppt/tags/tag41.xml><?xml version="1.0" encoding="utf-8"?>
<p:tagLst xmlns:a="http://schemas.openxmlformats.org/drawingml/2006/main" xmlns:r="http://schemas.openxmlformats.org/officeDocument/2006/relationships" xmlns:p="http://schemas.openxmlformats.org/presentationml/2006/main">
  <p:tag name="ANGLE" val="2"/>
</p:tagLst>
</file>

<file path=ppt/tags/tag42.xml><?xml version="1.0" encoding="utf-8"?>
<p:tagLst xmlns:a="http://schemas.openxmlformats.org/drawingml/2006/main" xmlns:r="http://schemas.openxmlformats.org/officeDocument/2006/relationships" xmlns:p="http://schemas.openxmlformats.org/presentationml/2006/main">
  <p:tag name="ANGLE" val="1"/>
</p:tagLst>
</file>

<file path=ppt/tags/tag43.xml><?xml version="1.0" encoding="utf-8"?>
<p:tagLst xmlns:a="http://schemas.openxmlformats.org/drawingml/2006/main" xmlns:r="http://schemas.openxmlformats.org/officeDocument/2006/relationships" xmlns:p="http://schemas.openxmlformats.org/presentationml/2006/main">
  <p:tag name="ANGLE" val="1"/>
</p:tagLst>
</file>

<file path=ppt/tags/tag44.xml><?xml version="1.0" encoding="utf-8"?>
<p:tagLst xmlns:a="http://schemas.openxmlformats.org/drawingml/2006/main" xmlns:r="http://schemas.openxmlformats.org/officeDocument/2006/relationships" xmlns:p="http://schemas.openxmlformats.org/presentationml/2006/main">
  <p:tag name="SHAPENAME" val="ClientLogo"/>
</p:tagLst>
</file>

<file path=ppt/tags/tag4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6.xml><?xml version="1.0" encoding="utf-8"?>
<p:tagLst xmlns:a="http://schemas.openxmlformats.org/drawingml/2006/main" xmlns:r="http://schemas.openxmlformats.org/officeDocument/2006/relationships" xmlns:p="http://schemas.openxmlformats.org/presentationml/2006/main">
  <p:tag name="SHAPENAME" val="Subtitle"/>
</p:tagLst>
</file>

<file path=ppt/tags/tag47.xml><?xml version="1.0" encoding="utf-8"?>
<p:tagLst xmlns:a="http://schemas.openxmlformats.org/drawingml/2006/main" xmlns:r="http://schemas.openxmlformats.org/officeDocument/2006/relationships" xmlns:p="http://schemas.openxmlformats.org/presentationml/2006/main">
  <p:tag name="SHAPENAME" val="Title"/>
</p:tagLst>
</file>

<file path=ppt/tags/tag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xml><?xml version="1.0" encoding="utf-8"?>
<p:tagLst xmlns:a="http://schemas.openxmlformats.org/drawingml/2006/main" xmlns:r="http://schemas.openxmlformats.org/officeDocument/2006/relationships" xmlns:p="http://schemas.openxmlformats.org/presentationml/2006/main">
  <p:tag name="SHAPENAME" val="5. Source"/>
</p:tagLst>
</file>

<file path=ppt/tags/tag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SHAPENAME" val="5. Source"/>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SHAPENAME" val="5. Source"/>
</p:tagLst>
</file>

<file path=ppt/tags/tag6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7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7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7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xml><?xml version="1.0" encoding="utf-8"?>
<p:tagLst xmlns:a="http://schemas.openxmlformats.org/drawingml/2006/main" xmlns:r="http://schemas.openxmlformats.org/officeDocument/2006/relationships" xmlns:p="http://schemas.openxmlformats.org/presentationml/2006/main">
  <p:tag name="SHAPENAME" val="3. Subtitle"/>
</p:tagLst>
</file>

<file path=ppt/tags/tag78.xml><?xml version="1.0" encoding="utf-8"?>
<p:tagLst xmlns:a="http://schemas.openxmlformats.org/drawingml/2006/main" xmlns:r="http://schemas.openxmlformats.org/officeDocument/2006/relationships" xmlns:p="http://schemas.openxmlformats.org/presentationml/2006/main">
  <p:tag name="SHAPENAME" val="5. Source"/>
</p:tagLst>
</file>

<file path=ppt/tags/tag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8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8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85.xml><?xml version="1.0" encoding="utf-8"?>
<p:tagLst xmlns:a="http://schemas.openxmlformats.org/drawingml/2006/main" xmlns:r="http://schemas.openxmlformats.org/officeDocument/2006/relationships" xmlns:p="http://schemas.openxmlformats.org/presentationml/2006/main">
  <p:tag name="SHAPENAME" val="5. Source"/>
</p:tagLst>
</file>

<file path=ppt/tags/tag8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9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9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5. Source"/>
</p:tagLst>
</file>

<file path=ppt/tags/tag9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0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02.xml><?xml version="1.0" encoding="utf-8"?>
<p:tagLst xmlns:a="http://schemas.openxmlformats.org/drawingml/2006/main" xmlns:r="http://schemas.openxmlformats.org/officeDocument/2006/relationships" xmlns:p="http://schemas.openxmlformats.org/presentationml/2006/main">
  <p:tag name="SHAPENAME" val="5. Source"/>
</p:tagLst>
</file>

<file path=ppt/tags/tag10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0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0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0.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3.xml><?xml version="1.0" encoding="utf-8"?>
<p:tagLst xmlns:a="http://schemas.openxmlformats.org/drawingml/2006/main" xmlns:r="http://schemas.openxmlformats.org/officeDocument/2006/relationships" xmlns:p="http://schemas.openxmlformats.org/presentationml/2006/main">
  <p:tag name="SHAPENAME" val="5. Source"/>
</p:tagLst>
</file>

<file path=ppt/tags/tag1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0.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21.xml><?xml version="1.0" encoding="utf-8"?>
<p:tagLst xmlns:a="http://schemas.openxmlformats.org/drawingml/2006/main" xmlns:r="http://schemas.openxmlformats.org/officeDocument/2006/relationships" xmlns:p="http://schemas.openxmlformats.org/presentationml/2006/main">
  <p:tag name="SHAPENAME" val="5. Source"/>
</p:tagLst>
</file>

<file path=ppt/tags/tag12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2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2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9.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2.xml><?xml version="1.0" encoding="utf-8"?>
<p:tagLst xmlns:a="http://schemas.openxmlformats.org/drawingml/2006/main" xmlns:r="http://schemas.openxmlformats.org/officeDocument/2006/relationships" xmlns:p="http://schemas.openxmlformats.org/presentationml/2006/main">
  <p:tag name="SHAPENAME" val="5. Source"/>
</p:tagLst>
</file>

<file path=ppt/tags/tag1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3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3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3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38.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39.xml><?xml version="1.0" encoding="utf-8"?>
<p:tagLst xmlns:a="http://schemas.openxmlformats.org/drawingml/2006/main" xmlns:r="http://schemas.openxmlformats.org/officeDocument/2006/relationships" xmlns:p="http://schemas.openxmlformats.org/presentationml/2006/main">
  <p:tag name="SHAPENAME" val="5. Source"/>
</p:tagLst>
</file>

<file path=ppt/tags/tag1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4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4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48.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0.xml><?xml version="1.0" encoding="utf-8"?>
<p:tagLst xmlns:a="http://schemas.openxmlformats.org/drawingml/2006/main" xmlns:r="http://schemas.openxmlformats.org/officeDocument/2006/relationships" xmlns:p="http://schemas.openxmlformats.org/presentationml/2006/main">
  <p:tag name="SHAPENAME" val="5. Source"/>
</p:tagLst>
</file>

<file path=ppt/tags/tag1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57.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58.xml><?xml version="1.0" encoding="utf-8"?>
<p:tagLst xmlns:a="http://schemas.openxmlformats.org/drawingml/2006/main" xmlns:r="http://schemas.openxmlformats.org/officeDocument/2006/relationships" xmlns:p="http://schemas.openxmlformats.org/presentationml/2006/main">
  <p:tag name="SHAPENAME" val="5. Source"/>
</p:tagLst>
</file>

<file path=ppt/tags/tag15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8.xml><?xml version="1.0" encoding="utf-8"?>
<p:tagLst xmlns:a="http://schemas.openxmlformats.org/drawingml/2006/main" xmlns:r="http://schemas.openxmlformats.org/officeDocument/2006/relationships" xmlns:p="http://schemas.openxmlformats.org/presentationml/2006/main">
  <p:tag name="SHAPENAME" val="5. Source"/>
</p:tagLst>
</file>

<file path=ppt/tags/tag1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7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72.xml><?xml version="1.0" encoding="utf-8"?>
<p:tagLst xmlns:a="http://schemas.openxmlformats.org/drawingml/2006/main" xmlns:r="http://schemas.openxmlformats.org/officeDocument/2006/relationships" xmlns:p="http://schemas.openxmlformats.org/presentationml/2006/main">
  <p:tag name="SHAPENAME" val="5. Source"/>
</p:tagLst>
</file>

<file path=ppt/tags/tag173.xml><?xml version="1.0" encoding="utf-8"?>
<p:tagLst xmlns:a="http://schemas.openxmlformats.org/drawingml/2006/main" xmlns:r="http://schemas.openxmlformats.org/officeDocument/2006/relationships" xmlns:p="http://schemas.openxmlformats.org/presentationml/2006/main">
  <p:tag name="SHAPENAME" val="5. Source"/>
</p:tagLst>
</file>

<file path=ppt/tags/tag174.xml><?xml version="1.0" encoding="utf-8"?>
<p:tagLst xmlns:a="http://schemas.openxmlformats.org/drawingml/2006/main" xmlns:r="http://schemas.openxmlformats.org/officeDocument/2006/relationships" xmlns:p="http://schemas.openxmlformats.org/presentationml/2006/main">
  <p:tag name="SHAPENAME" val="ClientLogo"/>
</p:tagLst>
</file>

<file path=ppt/tags/tag175.xml><?xml version="1.0" encoding="utf-8"?>
<p:tagLst xmlns:a="http://schemas.openxmlformats.org/drawingml/2006/main" xmlns:r="http://schemas.openxmlformats.org/officeDocument/2006/relationships" xmlns:p="http://schemas.openxmlformats.org/presentationml/2006/main">
  <p:tag name="SHAPENAME" val="5. Source"/>
</p:tagLst>
</file>

<file path=ppt/tags/tag176.xml><?xml version="1.0" encoding="utf-8"?>
<p:tagLst xmlns:a="http://schemas.openxmlformats.org/drawingml/2006/main" xmlns:r="http://schemas.openxmlformats.org/officeDocument/2006/relationships" xmlns:p="http://schemas.openxmlformats.org/presentationml/2006/main">
  <p:tag name="SHAPENAME" val="ClientLogo"/>
</p:tagLst>
</file>

<file path=ppt/tags/tag17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78.xml><?xml version="1.0" encoding="utf-8"?>
<p:tagLst xmlns:a="http://schemas.openxmlformats.org/drawingml/2006/main" xmlns:r="http://schemas.openxmlformats.org/officeDocument/2006/relationships" xmlns:p="http://schemas.openxmlformats.org/presentationml/2006/main">
  <p:tag name="SHAPENAME" val="Subtitle"/>
</p:tagLst>
</file>

<file path=ppt/tags/tag179.xml><?xml version="1.0" encoding="utf-8"?>
<p:tagLst xmlns:a="http://schemas.openxmlformats.org/drawingml/2006/main" xmlns:r="http://schemas.openxmlformats.org/officeDocument/2006/relationships" xmlns:p="http://schemas.openxmlformats.org/presentationml/2006/main">
  <p:tag name="SHAPENAME" val="Title"/>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5. Source"/>
</p:tagLst>
</file>

<file path=ppt/tags/tag1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SHAPENAME" val="TopLine"/>
</p:tagLst>
</file>

<file path=ppt/tags/tag186.xml><?xml version="1.0" encoding="utf-8"?>
<p:tagLst xmlns:a="http://schemas.openxmlformats.org/drawingml/2006/main" xmlns:r="http://schemas.openxmlformats.org/officeDocument/2006/relationships" xmlns:p="http://schemas.openxmlformats.org/presentationml/2006/main">
  <p:tag name="SHAPENAME" val="BottomLine"/>
</p:tagLst>
</file>

<file path=ppt/tags/tag1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4.xml><?xml version="1.0" encoding="utf-8"?>
<p:tagLst xmlns:a="http://schemas.openxmlformats.org/drawingml/2006/main" xmlns:r="http://schemas.openxmlformats.org/officeDocument/2006/relationships" xmlns:p="http://schemas.openxmlformats.org/presentationml/2006/main">
  <p:tag name="SHAPENAME" val="TopLine"/>
</p:tagLst>
</file>

<file path=ppt/tags/tag195.xml><?xml version="1.0" encoding="utf-8"?>
<p:tagLst xmlns:a="http://schemas.openxmlformats.org/drawingml/2006/main" xmlns:r="http://schemas.openxmlformats.org/officeDocument/2006/relationships" xmlns:p="http://schemas.openxmlformats.org/presentationml/2006/main">
  <p:tag name="SHAPENAME" val="BottomLine"/>
</p:tagLst>
</file>

<file path=ppt/tags/tag1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8.xml><?xml version="1.0" encoding="utf-8"?>
<p:tagLst xmlns:a="http://schemas.openxmlformats.org/drawingml/2006/main" xmlns:r="http://schemas.openxmlformats.org/officeDocument/2006/relationships" xmlns:p="http://schemas.openxmlformats.org/presentationml/2006/main">
  <p:tag name="SHAPENAME" val="5. Source"/>
</p:tagLst>
</file>

<file path=ppt/tags/tag19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0.xml><?xml version="1.0" encoding="utf-8"?>
<p:tagLst xmlns:a="http://schemas.openxmlformats.org/drawingml/2006/main" xmlns:r="http://schemas.openxmlformats.org/officeDocument/2006/relationships" xmlns:p="http://schemas.openxmlformats.org/presentationml/2006/main">
  <p:tag name="SHAPENAME" val="5. Source"/>
</p:tagLst>
</file>

<file path=ppt/tags/tag201.xml><?xml version="1.0" encoding="utf-8"?>
<p:tagLst xmlns:a="http://schemas.openxmlformats.org/drawingml/2006/main" xmlns:r="http://schemas.openxmlformats.org/officeDocument/2006/relationships" xmlns:p="http://schemas.openxmlformats.org/presentationml/2006/main">
  <p:tag name="SHAPENAME" val="TopLine"/>
</p:tagLst>
</file>

<file path=ppt/tags/tag202.xml><?xml version="1.0" encoding="utf-8"?>
<p:tagLst xmlns:a="http://schemas.openxmlformats.org/drawingml/2006/main" xmlns:r="http://schemas.openxmlformats.org/officeDocument/2006/relationships" xmlns:p="http://schemas.openxmlformats.org/presentationml/2006/main">
  <p:tag name="SHAPENAME" val="BottomLine"/>
</p:tagLst>
</file>

<file path=ppt/tags/tag2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5.xml><?xml version="1.0" encoding="utf-8"?>
<p:tagLst xmlns:a="http://schemas.openxmlformats.org/drawingml/2006/main" xmlns:r="http://schemas.openxmlformats.org/officeDocument/2006/relationships" xmlns:p="http://schemas.openxmlformats.org/presentationml/2006/main">
  <p:tag name="SHAPENAME" val="5. Source"/>
</p:tagLst>
</file>

<file path=ppt/tags/tag2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7.xml><?xml version="1.0" encoding="utf-8"?>
<p:tagLst xmlns:a="http://schemas.openxmlformats.org/drawingml/2006/main" xmlns:r="http://schemas.openxmlformats.org/officeDocument/2006/relationships" xmlns:p="http://schemas.openxmlformats.org/presentationml/2006/main">
  <p:tag name="SHAPENAME" val="5. Source"/>
</p:tagLst>
</file>

<file path=ppt/tags/tag208.xml><?xml version="1.0" encoding="utf-8"?>
<p:tagLst xmlns:a="http://schemas.openxmlformats.org/drawingml/2006/main" xmlns:r="http://schemas.openxmlformats.org/officeDocument/2006/relationships" xmlns:p="http://schemas.openxmlformats.org/presentationml/2006/main">
  <p:tag name="SHAPENAME" val="TopLine"/>
</p:tagLst>
</file>

<file path=ppt/tags/tag209.xml><?xml version="1.0" encoding="utf-8"?>
<p:tagLst xmlns:a="http://schemas.openxmlformats.org/drawingml/2006/main" xmlns:r="http://schemas.openxmlformats.org/officeDocument/2006/relationships" xmlns:p="http://schemas.openxmlformats.org/presentationml/2006/main">
  <p:tag name="SHAPENAME" val="BottomLine"/>
</p:tagLst>
</file>

<file path=ppt/tags/tag21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1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1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9.xml><?xml version="1.0" encoding="utf-8"?>
<p:tagLst xmlns:a="http://schemas.openxmlformats.org/drawingml/2006/main" xmlns:r="http://schemas.openxmlformats.org/officeDocument/2006/relationships" xmlns:p="http://schemas.openxmlformats.org/presentationml/2006/main">
  <p:tag name="SHAPENAME" val="5. Sourc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2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2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2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3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3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7.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38.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3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4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41.xml><?xml version="1.0" encoding="utf-8"?>
<p:tagLst xmlns:a="http://schemas.openxmlformats.org/drawingml/2006/main" xmlns:r="http://schemas.openxmlformats.org/officeDocument/2006/relationships" xmlns:p="http://schemas.openxmlformats.org/presentationml/2006/main">
  <p:tag name="SHAPENAME" val="5. Source"/>
</p:tagLst>
</file>

<file path=ppt/tags/tag24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4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4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4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48.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57.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58.xml><?xml version="1.0" encoding="utf-8"?>
<p:tagLst xmlns:a="http://schemas.openxmlformats.org/drawingml/2006/main" xmlns:r="http://schemas.openxmlformats.org/officeDocument/2006/relationships" xmlns:p="http://schemas.openxmlformats.org/presentationml/2006/main">
  <p:tag name="SHAPENAME" val="5. Source"/>
</p:tagLst>
</file>

<file path=ppt/tags/tag25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6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6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6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6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66.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9.xml><?xml version="1.0" encoding="utf-8"?>
<p:tagLst xmlns:a="http://schemas.openxmlformats.org/drawingml/2006/main" xmlns:r="http://schemas.openxmlformats.org/officeDocument/2006/relationships" xmlns:p="http://schemas.openxmlformats.org/presentationml/2006/main">
  <p:tag name="SHAPENAME" val="5. Source"/>
</p:tagLst>
</file>

<file path=ppt/tags/tag2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7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7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7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75.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76.xml><?xml version="1.0" encoding="utf-8"?>
<p:tagLst xmlns:a="http://schemas.openxmlformats.org/drawingml/2006/main" xmlns:r="http://schemas.openxmlformats.org/officeDocument/2006/relationships" xmlns:p="http://schemas.openxmlformats.org/presentationml/2006/main">
  <p:tag name="SHAPENAME" val="5. Source"/>
</p:tagLst>
</file>

<file path=ppt/tags/tag2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8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8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8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8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86.xml><?xml version="1.0" encoding="utf-8"?>
<p:tagLst xmlns:a="http://schemas.openxmlformats.org/drawingml/2006/main" xmlns:r="http://schemas.openxmlformats.org/officeDocument/2006/relationships" xmlns:p="http://schemas.openxmlformats.org/presentationml/2006/main">
  <p:tag name="SHAPENAME" val="5. Source"/>
</p:tagLst>
</file>

<file path=ppt/tags/tag2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8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9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9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2.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93.xml><?xml version="1.0" encoding="utf-8"?>
<p:tagLst xmlns:a="http://schemas.openxmlformats.org/drawingml/2006/main" xmlns:r="http://schemas.openxmlformats.org/officeDocument/2006/relationships" xmlns:p="http://schemas.openxmlformats.org/presentationml/2006/main">
  <p:tag name="SHAPENAME" val="5. Source"/>
</p:tagLst>
</file>

<file path=ppt/tags/tag29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9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2.xml><?xml version="1.0" encoding="utf-8"?>
<p:tagLst xmlns:a="http://schemas.openxmlformats.org/drawingml/2006/main" xmlns:r="http://schemas.openxmlformats.org/officeDocument/2006/relationships" xmlns:p="http://schemas.openxmlformats.org/presentationml/2006/main">
  <p:tag name="SHAPENAME" val="5. Source"/>
</p:tagLst>
</file>

<file path=ppt/tags/tag30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0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06.xml><?xml version="1.0" encoding="utf-8"?>
<p:tagLst xmlns:a="http://schemas.openxmlformats.org/drawingml/2006/main" xmlns:r="http://schemas.openxmlformats.org/officeDocument/2006/relationships" xmlns:p="http://schemas.openxmlformats.org/presentationml/2006/main">
  <p:tag name="SHAPENAME" val="5. Source"/>
</p:tagLst>
</file>

<file path=ppt/tags/tag307.xml><?xml version="1.0" encoding="utf-8"?>
<p:tagLst xmlns:a="http://schemas.openxmlformats.org/drawingml/2006/main" xmlns:r="http://schemas.openxmlformats.org/officeDocument/2006/relationships" xmlns:p="http://schemas.openxmlformats.org/presentationml/2006/main">
  <p:tag name="SHAPENAME" val="5. Source"/>
</p:tagLst>
</file>

<file path=ppt/tags/tag308.xml><?xml version="1.0" encoding="utf-8"?>
<p:tagLst xmlns:a="http://schemas.openxmlformats.org/drawingml/2006/main" xmlns:r="http://schemas.openxmlformats.org/officeDocument/2006/relationships" xmlns:p="http://schemas.openxmlformats.org/presentationml/2006/main">
  <p:tag name="SHAPENAME" val="ClientLogo"/>
</p:tagLst>
</file>

<file path=ppt/tags/tag309.xml><?xml version="1.0" encoding="utf-8"?>
<p:tagLst xmlns:a="http://schemas.openxmlformats.org/drawingml/2006/main" xmlns:r="http://schemas.openxmlformats.org/officeDocument/2006/relationships" xmlns:p="http://schemas.openxmlformats.org/presentationml/2006/main">
  <p:tag name="SHAPENAME" val="5. Source"/>
</p:tagLst>
</file>

<file path=ppt/tags/tag3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1.xml><?xml version="1.0" encoding="utf-8"?>
<p:tagLst xmlns:a="http://schemas.openxmlformats.org/drawingml/2006/main" xmlns:r="http://schemas.openxmlformats.org/officeDocument/2006/relationships" xmlns:p="http://schemas.openxmlformats.org/presentationml/2006/main">
  <p:tag name="SHAPENAME" val="5. Source"/>
</p:tagLst>
</file>

<file path=ppt/tags/tag3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22.xml><?xml version="1.0" encoding="utf-8"?>
<p:tagLst xmlns:a="http://schemas.openxmlformats.org/drawingml/2006/main" xmlns:r="http://schemas.openxmlformats.org/officeDocument/2006/relationships" xmlns:p="http://schemas.openxmlformats.org/presentationml/2006/main">
  <p:tag name="SHAPENAME" val="5. Source"/>
</p:tagLst>
</file>

<file path=ppt/tags/tag3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2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2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2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2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29.xml><?xml version="1.0" encoding="utf-8"?>
<p:tagLst xmlns:a="http://schemas.openxmlformats.org/drawingml/2006/main" xmlns:r="http://schemas.openxmlformats.org/officeDocument/2006/relationships" xmlns:p="http://schemas.openxmlformats.org/presentationml/2006/main">
  <p:tag name="SHAPENAME" val="5. Source"/>
</p:tagLst>
</file>

<file path=ppt/tags/tag3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3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32.xml><?xml version="1.0" encoding="utf-8"?>
<p:tagLst xmlns:a="http://schemas.openxmlformats.org/drawingml/2006/main" xmlns:r="http://schemas.openxmlformats.org/officeDocument/2006/relationships" xmlns:p="http://schemas.openxmlformats.org/presentationml/2006/main">
  <p:tag name="SHAPENAME" val="5. Source"/>
</p:tagLst>
</file>

<file path=ppt/tags/tag3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34.xml><?xml version="1.0" encoding="utf-8"?>
<p:tagLst xmlns:a="http://schemas.openxmlformats.org/drawingml/2006/main" xmlns:r="http://schemas.openxmlformats.org/officeDocument/2006/relationships" xmlns:p="http://schemas.openxmlformats.org/presentationml/2006/main">
  <p:tag name="SHAPENAME" val="5. Source"/>
</p:tagLst>
</file>

<file path=ppt/tags/tag335.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33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37.xml><?xml version="1.0" encoding="utf-8"?>
<p:tagLst xmlns:a="http://schemas.openxmlformats.org/drawingml/2006/main" xmlns:r="http://schemas.openxmlformats.org/officeDocument/2006/relationships" xmlns:p="http://schemas.openxmlformats.org/presentationml/2006/main">
  <p:tag name="SHAPENAME" val="BottomLine"/>
</p:tagLst>
</file>

<file path=ppt/tags/tag338.xml><?xml version="1.0" encoding="utf-8"?>
<p:tagLst xmlns:a="http://schemas.openxmlformats.org/drawingml/2006/main" xmlns:r="http://schemas.openxmlformats.org/officeDocument/2006/relationships" xmlns:p="http://schemas.openxmlformats.org/presentationml/2006/main">
  <p:tag name="SHAPENAME" val="TopLine"/>
</p:tagLst>
</file>

<file path=ppt/tags/tag339.xml><?xml version="1.0" encoding="utf-8"?>
<p:tagLst xmlns:a="http://schemas.openxmlformats.org/drawingml/2006/main" xmlns:r="http://schemas.openxmlformats.org/officeDocument/2006/relationships" xmlns:p="http://schemas.openxmlformats.org/presentationml/2006/main">
  <p:tag name="SHAPENAME" val="4. Footnote"/>
</p:tagLst>
</file>

<file path=ppt/tags/tag3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41.xml><?xml version="1.0" encoding="utf-8"?>
<p:tagLst xmlns:a="http://schemas.openxmlformats.org/drawingml/2006/main" xmlns:r="http://schemas.openxmlformats.org/officeDocument/2006/relationships" xmlns:p="http://schemas.openxmlformats.org/presentationml/2006/main">
  <p:tag name="SHAPENAME" val="Grid"/>
</p:tagLst>
</file>

<file path=ppt/tags/tag342.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343.xml><?xml version="1.0" encoding="utf-8"?>
<p:tagLst xmlns:a="http://schemas.openxmlformats.org/drawingml/2006/main" xmlns:r="http://schemas.openxmlformats.org/officeDocument/2006/relationships" xmlns:p="http://schemas.openxmlformats.org/presentationml/2006/main">
  <p:tag name="SHAPENAME" val="BottomLine"/>
</p:tagLst>
</file>

<file path=ppt/tags/tag344.xml><?xml version="1.0" encoding="utf-8"?>
<p:tagLst xmlns:a="http://schemas.openxmlformats.org/drawingml/2006/main" xmlns:r="http://schemas.openxmlformats.org/officeDocument/2006/relationships" xmlns:p="http://schemas.openxmlformats.org/presentationml/2006/main">
  <p:tag name="SHAPENAME" val="TopLine"/>
</p:tagLst>
</file>

<file path=ppt/tags/tag345.xml><?xml version="1.0" encoding="utf-8"?>
<p:tagLst xmlns:a="http://schemas.openxmlformats.org/drawingml/2006/main" xmlns:r="http://schemas.openxmlformats.org/officeDocument/2006/relationships" xmlns:p="http://schemas.openxmlformats.org/presentationml/2006/main">
  <p:tag name="SHAPENAME" val="4. Footnote"/>
</p:tagLst>
</file>

<file path=ppt/tags/tag346.xml><?xml version="1.0" encoding="utf-8"?>
<p:tagLst xmlns:a="http://schemas.openxmlformats.org/drawingml/2006/main" xmlns:r="http://schemas.openxmlformats.org/officeDocument/2006/relationships" xmlns:p="http://schemas.openxmlformats.org/presentationml/2006/main">
  <p:tag name="SHAPENAME" val="Grid"/>
</p:tagLst>
</file>

<file path=ppt/tags/tag3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48.xml><?xml version="1.0" encoding="utf-8"?>
<p:tagLst xmlns:a="http://schemas.openxmlformats.org/drawingml/2006/main" xmlns:r="http://schemas.openxmlformats.org/officeDocument/2006/relationships" xmlns:p="http://schemas.openxmlformats.org/presentationml/2006/main">
  <p:tag name="NAME" val="Moon"/>
</p:tagLst>
</file>

<file path=ppt/tags/tag349.xml><?xml version="1.0" encoding="utf-8"?>
<p:tagLst xmlns:a="http://schemas.openxmlformats.org/drawingml/2006/main" xmlns:r="http://schemas.openxmlformats.org/officeDocument/2006/relationships" xmlns:p="http://schemas.openxmlformats.org/presentationml/2006/main">
  <p:tag name="NAME" val="Moon"/>
</p:tagLst>
</file>

<file path=ppt/tags/tag350.xml><?xml version="1.0" encoding="utf-8"?>
<p:tagLst xmlns:a="http://schemas.openxmlformats.org/drawingml/2006/main" xmlns:r="http://schemas.openxmlformats.org/officeDocument/2006/relationships" xmlns:p="http://schemas.openxmlformats.org/presentationml/2006/main">
  <p:tag name="NAME" val="Moon"/>
</p:tagLst>
</file>

<file path=ppt/tags/tag351.xml><?xml version="1.0" encoding="utf-8"?>
<p:tagLst xmlns:a="http://schemas.openxmlformats.org/drawingml/2006/main" xmlns:r="http://schemas.openxmlformats.org/officeDocument/2006/relationships" xmlns:p="http://schemas.openxmlformats.org/presentationml/2006/main">
  <p:tag name="NAME" val="Moon"/>
</p:tagLst>
</file>

<file path=ppt/tags/tag352.xml><?xml version="1.0" encoding="utf-8"?>
<p:tagLst xmlns:a="http://schemas.openxmlformats.org/drawingml/2006/main" xmlns:r="http://schemas.openxmlformats.org/officeDocument/2006/relationships" xmlns:p="http://schemas.openxmlformats.org/presentationml/2006/main">
  <p:tag name="NAME" val="Moon"/>
</p:tagLst>
</file>

<file path=ppt/tags/tag353.xml><?xml version="1.0" encoding="utf-8"?>
<p:tagLst xmlns:a="http://schemas.openxmlformats.org/drawingml/2006/main" xmlns:r="http://schemas.openxmlformats.org/officeDocument/2006/relationships" xmlns:p="http://schemas.openxmlformats.org/presentationml/2006/main">
  <p:tag name="ANGLE" val="5"/>
</p:tagLst>
</file>

<file path=ppt/tags/tag354.xml><?xml version="1.0" encoding="utf-8"?>
<p:tagLst xmlns:a="http://schemas.openxmlformats.org/drawingml/2006/main" xmlns:r="http://schemas.openxmlformats.org/officeDocument/2006/relationships" xmlns:p="http://schemas.openxmlformats.org/presentationml/2006/main">
  <p:tag name="ANGLE" val="5"/>
</p:tagLst>
</file>

<file path=ppt/tags/tag355.xml><?xml version="1.0" encoding="utf-8"?>
<p:tagLst xmlns:a="http://schemas.openxmlformats.org/drawingml/2006/main" xmlns:r="http://schemas.openxmlformats.org/officeDocument/2006/relationships" xmlns:p="http://schemas.openxmlformats.org/presentationml/2006/main">
  <p:tag name="ANGLE" val="4"/>
</p:tagLst>
</file>

<file path=ppt/tags/tag356.xml><?xml version="1.0" encoding="utf-8"?>
<p:tagLst xmlns:a="http://schemas.openxmlformats.org/drawingml/2006/main" xmlns:r="http://schemas.openxmlformats.org/officeDocument/2006/relationships" xmlns:p="http://schemas.openxmlformats.org/presentationml/2006/main">
  <p:tag name="ANGLE" val="4"/>
</p:tagLst>
</file>

<file path=ppt/tags/tag357.xml><?xml version="1.0" encoding="utf-8"?>
<p:tagLst xmlns:a="http://schemas.openxmlformats.org/drawingml/2006/main" xmlns:r="http://schemas.openxmlformats.org/officeDocument/2006/relationships" xmlns:p="http://schemas.openxmlformats.org/presentationml/2006/main">
  <p:tag name="ANGLE" val="3"/>
</p:tagLst>
</file>

<file path=ppt/tags/tag358.xml><?xml version="1.0" encoding="utf-8"?>
<p:tagLst xmlns:a="http://schemas.openxmlformats.org/drawingml/2006/main" xmlns:r="http://schemas.openxmlformats.org/officeDocument/2006/relationships" xmlns:p="http://schemas.openxmlformats.org/presentationml/2006/main">
  <p:tag name="ANGLE" val="3"/>
</p:tagLst>
</file>

<file path=ppt/tags/tag359.xml><?xml version="1.0" encoding="utf-8"?>
<p:tagLst xmlns:a="http://schemas.openxmlformats.org/drawingml/2006/main" xmlns:r="http://schemas.openxmlformats.org/officeDocument/2006/relationships" xmlns:p="http://schemas.openxmlformats.org/presentationml/2006/main">
  <p:tag name="ANGLE" val="2"/>
</p:tagLst>
</file>

<file path=ppt/tags/tag360.xml><?xml version="1.0" encoding="utf-8"?>
<p:tagLst xmlns:a="http://schemas.openxmlformats.org/drawingml/2006/main" xmlns:r="http://schemas.openxmlformats.org/officeDocument/2006/relationships" xmlns:p="http://schemas.openxmlformats.org/presentationml/2006/main">
  <p:tag name="ANGLE" val="2"/>
</p:tagLst>
</file>

<file path=ppt/tags/tag361.xml><?xml version="1.0" encoding="utf-8"?>
<p:tagLst xmlns:a="http://schemas.openxmlformats.org/drawingml/2006/main" xmlns:r="http://schemas.openxmlformats.org/officeDocument/2006/relationships" xmlns:p="http://schemas.openxmlformats.org/presentationml/2006/main">
  <p:tag name="ANGLE" val="1"/>
</p:tagLst>
</file>

<file path=ppt/tags/tag362.xml><?xml version="1.0" encoding="utf-8"?>
<p:tagLst xmlns:a="http://schemas.openxmlformats.org/drawingml/2006/main" xmlns:r="http://schemas.openxmlformats.org/officeDocument/2006/relationships" xmlns:p="http://schemas.openxmlformats.org/presentationml/2006/main">
  <p:tag name="ANGLE" val="1"/>
</p:tagLst>
</file>

<file path=ppt/tags/tag363.xml><?xml version="1.0" encoding="utf-8"?>
<p:tagLst xmlns:a="http://schemas.openxmlformats.org/drawingml/2006/main" xmlns:r="http://schemas.openxmlformats.org/officeDocument/2006/relationships" xmlns:p="http://schemas.openxmlformats.org/presentationml/2006/main">
  <p:tag name="NAME" val="Moon"/>
</p:tagLst>
</file>

<file path=ppt/tags/tag364.xml><?xml version="1.0" encoding="utf-8"?>
<p:tagLst xmlns:a="http://schemas.openxmlformats.org/drawingml/2006/main" xmlns:r="http://schemas.openxmlformats.org/officeDocument/2006/relationships" xmlns:p="http://schemas.openxmlformats.org/presentationml/2006/main">
  <p:tag name="NAME" val="Moon"/>
</p:tagLst>
</file>

<file path=ppt/tags/tag365.xml><?xml version="1.0" encoding="utf-8"?>
<p:tagLst xmlns:a="http://schemas.openxmlformats.org/drawingml/2006/main" xmlns:r="http://schemas.openxmlformats.org/officeDocument/2006/relationships" xmlns:p="http://schemas.openxmlformats.org/presentationml/2006/main">
  <p:tag name="NAME" val="Moon"/>
</p:tagLst>
</file>

<file path=ppt/tags/tag366.xml><?xml version="1.0" encoding="utf-8"?>
<p:tagLst xmlns:a="http://schemas.openxmlformats.org/drawingml/2006/main" xmlns:r="http://schemas.openxmlformats.org/officeDocument/2006/relationships" xmlns:p="http://schemas.openxmlformats.org/presentationml/2006/main">
  <p:tag name="NAME" val="Moon"/>
</p:tagLst>
</file>

<file path=ppt/tags/tag367.xml><?xml version="1.0" encoding="utf-8"?>
<p:tagLst xmlns:a="http://schemas.openxmlformats.org/drawingml/2006/main" xmlns:r="http://schemas.openxmlformats.org/officeDocument/2006/relationships" xmlns:p="http://schemas.openxmlformats.org/presentationml/2006/main">
  <p:tag name="NAME" val="Moon"/>
</p:tagLst>
</file>

<file path=ppt/tags/tag368.xml><?xml version="1.0" encoding="utf-8"?>
<p:tagLst xmlns:a="http://schemas.openxmlformats.org/drawingml/2006/main" xmlns:r="http://schemas.openxmlformats.org/officeDocument/2006/relationships" xmlns:p="http://schemas.openxmlformats.org/presentationml/2006/main">
  <p:tag name="ANGLE" val="5"/>
</p:tagLst>
</file>

<file path=ppt/tags/tag369.xml><?xml version="1.0" encoding="utf-8"?>
<p:tagLst xmlns:a="http://schemas.openxmlformats.org/drawingml/2006/main" xmlns:r="http://schemas.openxmlformats.org/officeDocument/2006/relationships" xmlns:p="http://schemas.openxmlformats.org/presentationml/2006/main">
  <p:tag name="ANGLE" val="5"/>
</p:tagLst>
</file>

<file path=ppt/tags/tag370.xml><?xml version="1.0" encoding="utf-8"?>
<p:tagLst xmlns:a="http://schemas.openxmlformats.org/drawingml/2006/main" xmlns:r="http://schemas.openxmlformats.org/officeDocument/2006/relationships" xmlns:p="http://schemas.openxmlformats.org/presentationml/2006/main">
  <p:tag name="ANGLE" val="4"/>
</p:tagLst>
</file>

<file path=ppt/tags/tag371.xml><?xml version="1.0" encoding="utf-8"?>
<p:tagLst xmlns:a="http://schemas.openxmlformats.org/drawingml/2006/main" xmlns:r="http://schemas.openxmlformats.org/officeDocument/2006/relationships" xmlns:p="http://schemas.openxmlformats.org/presentationml/2006/main">
  <p:tag name="ANGLE" val="4"/>
</p:tagLst>
</file>

<file path=ppt/tags/tag372.xml><?xml version="1.0" encoding="utf-8"?>
<p:tagLst xmlns:a="http://schemas.openxmlformats.org/drawingml/2006/main" xmlns:r="http://schemas.openxmlformats.org/officeDocument/2006/relationships" xmlns:p="http://schemas.openxmlformats.org/presentationml/2006/main">
  <p:tag name="ANGLE" val="3"/>
</p:tagLst>
</file>

<file path=ppt/tags/tag373.xml><?xml version="1.0" encoding="utf-8"?>
<p:tagLst xmlns:a="http://schemas.openxmlformats.org/drawingml/2006/main" xmlns:r="http://schemas.openxmlformats.org/officeDocument/2006/relationships" xmlns:p="http://schemas.openxmlformats.org/presentationml/2006/main">
  <p:tag name="ANGLE" val="3"/>
</p:tagLst>
</file>

<file path=ppt/tags/tag374.xml><?xml version="1.0" encoding="utf-8"?>
<p:tagLst xmlns:a="http://schemas.openxmlformats.org/drawingml/2006/main" xmlns:r="http://schemas.openxmlformats.org/officeDocument/2006/relationships" xmlns:p="http://schemas.openxmlformats.org/presentationml/2006/main">
  <p:tag name="ANGLE" val="2"/>
</p:tagLst>
</file>

<file path=ppt/tags/tag375.xml><?xml version="1.0" encoding="utf-8"?>
<p:tagLst xmlns:a="http://schemas.openxmlformats.org/drawingml/2006/main" xmlns:r="http://schemas.openxmlformats.org/officeDocument/2006/relationships" xmlns:p="http://schemas.openxmlformats.org/presentationml/2006/main">
  <p:tag name="ANGLE" val="2"/>
</p:tagLst>
</file>

<file path=ppt/tags/tag376.xml><?xml version="1.0" encoding="utf-8"?>
<p:tagLst xmlns:a="http://schemas.openxmlformats.org/drawingml/2006/main" xmlns:r="http://schemas.openxmlformats.org/officeDocument/2006/relationships" xmlns:p="http://schemas.openxmlformats.org/presentationml/2006/main">
  <p:tag name="ANGLE" val="1"/>
</p:tagLst>
</file>

<file path=ppt/tags/tag377.xml><?xml version="1.0" encoding="utf-8"?>
<p:tagLst xmlns:a="http://schemas.openxmlformats.org/drawingml/2006/main" xmlns:r="http://schemas.openxmlformats.org/officeDocument/2006/relationships" xmlns:p="http://schemas.openxmlformats.org/presentationml/2006/main">
  <p:tag name="ANGLE" val="1"/>
</p:tagLst>
</file>

<file path=ppt/tags/tag378.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379.xml><?xml version="1.0" encoding="utf-8"?>
<p:tagLst xmlns:a="http://schemas.openxmlformats.org/drawingml/2006/main" xmlns:r="http://schemas.openxmlformats.org/officeDocument/2006/relationships" xmlns:p="http://schemas.openxmlformats.org/presentationml/2006/main">
  <p:tag name="SHAPENAME" val="ClientLogo"/>
</p:tagLst>
</file>

<file path=ppt/tags/tag380.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81.xml><?xml version="1.0" encoding="utf-8"?>
<p:tagLst xmlns:a="http://schemas.openxmlformats.org/drawingml/2006/main" xmlns:r="http://schemas.openxmlformats.org/officeDocument/2006/relationships" xmlns:p="http://schemas.openxmlformats.org/presentationml/2006/main">
  <p:tag name="SHAPENAME" val="Subtitle"/>
</p:tagLst>
</file>

<file path=ppt/tags/tag382.xml><?xml version="1.0" encoding="utf-8"?>
<p:tagLst xmlns:a="http://schemas.openxmlformats.org/drawingml/2006/main" xmlns:r="http://schemas.openxmlformats.org/officeDocument/2006/relationships" xmlns:p="http://schemas.openxmlformats.org/presentationml/2006/main">
  <p:tag name="SHAPENAME" val="Title"/>
</p:tagLst>
</file>

<file path=ppt/tags/tag38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4.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385.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87.xml><?xml version="1.0" encoding="utf-8"?>
<p:tagLst xmlns:a="http://schemas.openxmlformats.org/drawingml/2006/main" xmlns:r="http://schemas.openxmlformats.org/officeDocument/2006/relationships" xmlns:p="http://schemas.openxmlformats.org/presentationml/2006/main">
  <p:tag name="SHAPENAME" val="3. Subtitle"/>
</p:tagLst>
</file>

<file path=ppt/tags/tag3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89.xml><?xml version="1.0" encoding="utf-8"?>
<p:tagLst xmlns:a="http://schemas.openxmlformats.org/drawingml/2006/main" xmlns:r="http://schemas.openxmlformats.org/officeDocument/2006/relationships" xmlns:p="http://schemas.openxmlformats.org/presentationml/2006/main">
  <p:tag name="SHAPENAME" val="5. Source"/>
</p:tagLst>
</file>

<file path=ppt/tags/tag3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1.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92.xml><?xml version="1.0" encoding="utf-8"?>
<p:tagLst xmlns:a="http://schemas.openxmlformats.org/drawingml/2006/main" xmlns:r="http://schemas.openxmlformats.org/officeDocument/2006/relationships" xmlns:p="http://schemas.openxmlformats.org/presentationml/2006/main">
  <p:tag name="SHAPENAME" val="5. Source"/>
</p:tagLst>
</file>

<file path=ppt/tags/tag3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95.xml><?xml version="1.0" encoding="utf-8"?>
<p:tagLst xmlns:a="http://schemas.openxmlformats.org/drawingml/2006/main" xmlns:r="http://schemas.openxmlformats.org/officeDocument/2006/relationships" xmlns:p="http://schemas.openxmlformats.org/presentationml/2006/main">
  <p:tag name="SHAPENAME" val="5. Source"/>
</p:tagLst>
</file>

<file path=ppt/tags/tag39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97.xml><?xml version="1.0" encoding="utf-8"?>
<p:tagLst xmlns:a="http://schemas.openxmlformats.org/drawingml/2006/main" xmlns:r="http://schemas.openxmlformats.org/officeDocument/2006/relationships" xmlns:p="http://schemas.openxmlformats.org/presentationml/2006/main">
  <p:tag name="SHAPENAME" val="5. Source"/>
</p:tagLst>
</file>

<file path=ppt/tags/tag3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0.xml><?xml version="1.0" encoding="utf-8"?>
<p:tagLst xmlns:a="http://schemas.openxmlformats.org/drawingml/2006/main" xmlns:r="http://schemas.openxmlformats.org/officeDocument/2006/relationships" xmlns:p="http://schemas.openxmlformats.org/presentationml/2006/main">
  <p:tag name="SHAPENAME" val="5. Source"/>
</p:tagLst>
</file>

<file path=ppt/tags/tag40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2.xml><?xml version="1.0" encoding="utf-8"?>
<p:tagLst xmlns:a="http://schemas.openxmlformats.org/drawingml/2006/main" xmlns:r="http://schemas.openxmlformats.org/officeDocument/2006/relationships" xmlns:p="http://schemas.openxmlformats.org/presentationml/2006/main">
  <p:tag name="SHAPENAME" val="5. Source"/>
</p:tagLst>
</file>

<file path=ppt/tags/tag4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05.xml><?xml version="1.0" encoding="utf-8"?>
<p:tagLst xmlns:a="http://schemas.openxmlformats.org/drawingml/2006/main" xmlns:r="http://schemas.openxmlformats.org/officeDocument/2006/relationships" xmlns:p="http://schemas.openxmlformats.org/presentationml/2006/main">
  <p:tag name="SHAPENAME" val="5. Source"/>
</p:tagLst>
</file>

<file path=ppt/tags/tag4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07.xml><?xml version="1.0" encoding="utf-8"?>
<p:tagLst xmlns:a="http://schemas.openxmlformats.org/drawingml/2006/main" xmlns:r="http://schemas.openxmlformats.org/officeDocument/2006/relationships" xmlns:p="http://schemas.openxmlformats.org/presentationml/2006/main">
  <p:tag name="SHAPENAME" val="5. Source"/>
</p:tagLst>
</file>

<file path=ppt/tags/tag408.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40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1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1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1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1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418.xml><?xml version="1.0" encoding="utf-8"?>
<p:tagLst xmlns:a="http://schemas.openxmlformats.org/drawingml/2006/main" xmlns:r="http://schemas.openxmlformats.org/officeDocument/2006/relationships" xmlns:p="http://schemas.openxmlformats.org/presentationml/2006/main">
  <p:tag name="SHAPENAME" val="5. Source"/>
</p:tagLst>
</file>

<file path=ppt/tags/tag4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42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2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2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2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25.xml><?xml version="1.0" encoding="utf-8"?>
<p:tagLst xmlns:a="http://schemas.openxmlformats.org/drawingml/2006/main" xmlns:r="http://schemas.openxmlformats.org/officeDocument/2006/relationships" xmlns:p="http://schemas.openxmlformats.org/presentationml/2006/main">
  <p:tag name="SHAPENAME" val="5. Source"/>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42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2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2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3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3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3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3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35.xml><?xml version="1.0" encoding="utf-8"?>
<p:tagLst xmlns:a="http://schemas.openxmlformats.org/drawingml/2006/main" xmlns:r="http://schemas.openxmlformats.org/officeDocument/2006/relationships" xmlns:p="http://schemas.openxmlformats.org/presentationml/2006/main">
  <p:tag name="SHAPENAME" val="3. Subtitle"/>
</p:tagLst>
</file>

<file path=ppt/tags/tag436.xml><?xml version="1.0" encoding="utf-8"?>
<p:tagLst xmlns:a="http://schemas.openxmlformats.org/drawingml/2006/main" xmlns:r="http://schemas.openxmlformats.org/officeDocument/2006/relationships" xmlns:p="http://schemas.openxmlformats.org/presentationml/2006/main">
  <p:tag name="SHAPENAME" val="5. Source"/>
</p:tagLst>
</file>

<file path=ppt/tags/tag4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8.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43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4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4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4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43.xml><?xml version="1.0" encoding="utf-8"?>
<p:tagLst xmlns:a="http://schemas.openxmlformats.org/drawingml/2006/main" xmlns:r="http://schemas.openxmlformats.org/officeDocument/2006/relationships" xmlns:p="http://schemas.openxmlformats.org/presentationml/2006/main">
  <p:tag name="SHAPENAME" val="5. Source"/>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44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4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4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4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4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5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5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5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45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54.xml><?xml version="1.0" encoding="utf-8"?>
<p:tagLst xmlns:a="http://schemas.openxmlformats.org/drawingml/2006/main" xmlns:r="http://schemas.openxmlformats.org/officeDocument/2006/relationships" xmlns:p="http://schemas.openxmlformats.org/presentationml/2006/main">
  <p:tag name="SHAPENAME" val="3. Subtitle"/>
</p:tagLst>
</file>

<file path=ppt/tags/tag455.xml><?xml version="1.0" encoding="utf-8"?>
<p:tagLst xmlns:a="http://schemas.openxmlformats.org/drawingml/2006/main" xmlns:r="http://schemas.openxmlformats.org/officeDocument/2006/relationships" xmlns:p="http://schemas.openxmlformats.org/presentationml/2006/main">
  <p:tag name="SHAPENAME" val="5. Source"/>
</p:tagLst>
</file>

<file path=ppt/tags/tag4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5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45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5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6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6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6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463.xml><?xml version="1.0" encoding="utf-8"?>
<p:tagLst xmlns:a="http://schemas.openxmlformats.org/drawingml/2006/main" xmlns:r="http://schemas.openxmlformats.org/officeDocument/2006/relationships" xmlns:p="http://schemas.openxmlformats.org/presentationml/2006/main">
  <p:tag name="SHAPENAME" val="5. Source"/>
</p:tagLst>
</file>

<file path=ppt/tags/tag464.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46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6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6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6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7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7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7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4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4.xml><?xml version="1.0" encoding="utf-8"?>
<p:tagLst xmlns:a="http://schemas.openxmlformats.org/drawingml/2006/main" xmlns:r="http://schemas.openxmlformats.org/officeDocument/2006/relationships" xmlns:p="http://schemas.openxmlformats.org/presentationml/2006/main">
  <p:tag name="SHAPENAME" val="3. Subtitle"/>
</p:tagLst>
</file>

<file path=ppt/tags/tag475.xml><?xml version="1.0" encoding="utf-8"?>
<p:tagLst xmlns:a="http://schemas.openxmlformats.org/drawingml/2006/main" xmlns:r="http://schemas.openxmlformats.org/officeDocument/2006/relationships" xmlns:p="http://schemas.openxmlformats.org/presentationml/2006/main">
  <p:tag name="SHAPENAME" val="5. Source"/>
</p:tagLst>
</file>

<file path=ppt/tags/tag4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47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7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8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8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82.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483.xml><?xml version="1.0" encoding="utf-8"?>
<p:tagLst xmlns:a="http://schemas.openxmlformats.org/drawingml/2006/main" xmlns:r="http://schemas.openxmlformats.org/officeDocument/2006/relationships" xmlns:p="http://schemas.openxmlformats.org/presentationml/2006/main">
  <p:tag name="SHAPENAME" val="5. Source"/>
</p:tagLst>
</file>

<file path=ppt/tags/tag484.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4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8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48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8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9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49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49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493.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4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495.xml><?xml version="1.0" encoding="utf-8"?>
<p:tagLst xmlns:a="http://schemas.openxmlformats.org/drawingml/2006/main" xmlns:r="http://schemas.openxmlformats.org/officeDocument/2006/relationships" xmlns:p="http://schemas.openxmlformats.org/presentationml/2006/main">
  <p:tag name="SHAPENAME" val="5. Source"/>
</p:tagLst>
</file>

<file path=ppt/tags/tag49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7.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49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49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0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0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02.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503.xml><?xml version="1.0" encoding="utf-8"?>
<p:tagLst xmlns:a="http://schemas.openxmlformats.org/drawingml/2006/main" xmlns:r="http://schemas.openxmlformats.org/officeDocument/2006/relationships" xmlns:p="http://schemas.openxmlformats.org/presentationml/2006/main">
  <p:tag name="SHAPENAME" val="5. Source"/>
</p:tagLst>
</file>

<file path=ppt/tags/tag50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05.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5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0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0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1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1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1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13.xml><?xml version="1.0" encoding="utf-8"?>
<p:tagLst xmlns:a="http://schemas.openxmlformats.org/drawingml/2006/main" xmlns:r="http://schemas.openxmlformats.org/officeDocument/2006/relationships" xmlns:p="http://schemas.openxmlformats.org/presentationml/2006/main">
  <p:tag name="SHAPENAME" val="3. Subtitle"/>
</p:tagLst>
</file>

<file path=ppt/tags/tag514.xml><?xml version="1.0" encoding="utf-8"?>
<p:tagLst xmlns:a="http://schemas.openxmlformats.org/drawingml/2006/main" xmlns:r="http://schemas.openxmlformats.org/officeDocument/2006/relationships" xmlns:p="http://schemas.openxmlformats.org/presentationml/2006/main">
  <p:tag name="SHAPENAME" val="5. Source"/>
</p:tagLst>
</file>

<file path=ppt/tags/tag51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16.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51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19.xml><?xml version="1.0" encoding="utf-8"?>
<p:tagLst xmlns:a="http://schemas.openxmlformats.org/drawingml/2006/main" xmlns:r="http://schemas.openxmlformats.org/officeDocument/2006/relationships" xmlns:p="http://schemas.openxmlformats.org/presentationml/2006/main">
  <p:tag name="SHAPENAME" val="5. Source"/>
</p:tagLst>
</file>

<file path=ppt/tags/tag520.xml><?xml version="1.0" encoding="utf-8"?>
<p:tagLst xmlns:a="http://schemas.openxmlformats.org/drawingml/2006/main" xmlns:r="http://schemas.openxmlformats.org/officeDocument/2006/relationships" xmlns:p="http://schemas.openxmlformats.org/presentationml/2006/main">
  <p:tag name="SHAPENAME" val="5. Source"/>
</p:tagLst>
</file>

<file path=ppt/tags/tag521.xml><?xml version="1.0" encoding="utf-8"?>
<p:tagLst xmlns:a="http://schemas.openxmlformats.org/drawingml/2006/main" xmlns:r="http://schemas.openxmlformats.org/officeDocument/2006/relationships" xmlns:p="http://schemas.openxmlformats.org/presentationml/2006/main">
  <p:tag name="SHAPENAME" val="ClientLogo"/>
</p:tagLst>
</file>

<file path=ppt/tags/tag522.xml><?xml version="1.0" encoding="utf-8"?>
<p:tagLst xmlns:a="http://schemas.openxmlformats.org/drawingml/2006/main" xmlns:r="http://schemas.openxmlformats.org/officeDocument/2006/relationships" xmlns:p="http://schemas.openxmlformats.org/presentationml/2006/main">
  <p:tag name="SHAPENAME" val="5. Source"/>
</p:tagLst>
</file>

<file path=ppt/tags/tag52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24.xml><?xml version="1.0" encoding="utf-8"?>
<p:tagLst xmlns:a="http://schemas.openxmlformats.org/drawingml/2006/main" xmlns:r="http://schemas.openxmlformats.org/officeDocument/2006/relationships" xmlns:p="http://schemas.openxmlformats.org/presentationml/2006/main">
  <p:tag name="SHAPENAME" val="5. Source"/>
</p:tagLst>
</file>

<file path=ppt/tags/tag52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2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27.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528.xml><?xml version="1.0" encoding="utf-8"?>
<p:tagLst xmlns:a="http://schemas.openxmlformats.org/drawingml/2006/main" xmlns:r="http://schemas.openxmlformats.org/officeDocument/2006/relationships" xmlns:p="http://schemas.openxmlformats.org/presentationml/2006/main">
  <p:tag name="SHAPENAME" val="ClientLogo"/>
</p:tagLst>
</file>

<file path=ppt/tags/tag529.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530.xml><?xml version="1.0" encoding="utf-8"?>
<p:tagLst xmlns:a="http://schemas.openxmlformats.org/drawingml/2006/main" xmlns:r="http://schemas.openxmlformats.org/officeDocument/2006/relationships" xmlns:p="http://schemas.openxmlformats.org/presentationml/2006/main">
  <p:tag name="SHAPENAME" val="Subtitle"/>
</p:tagLst>
</file>

<file path=ppt/tags/tag531.xml><?xml version="1.0" encoding="utf-8"?>
<p:tagLst xmlns:a="http://schemas.openxmlformats.org/drawingml/2006/main" xmlns:r="http://schemas.openxmlformats.org/officeDocument/2006/relationships" xmlns:p="http://schemas.openxmlformats.org/presentationml/2006/main">
  <p:tag name="SHAPENAME" val="Title"/>
</p:tagLst>
</file>

<file path=ppt/tags/tag532.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53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34.xml><?xml version="1.0" encoding="utf-8"?>
<p:tagLst xmlns:a="http://schemas.openxmlformats.org/drawingml/2006/main" xmlns:r="http://schemas.openxmlformats.org/officeDocument/2006/relationships" xmlns:p="http://schemas.openxmlformats.org/presentationml/2006/main">
  <p:tag name="SHAPENAME" val="5. Source"/>
</p:tagLst>
</file>

<file path=ppt/tags/tag53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8.xml><?xml version="1.0" encoding="utf-8"?>
<p:tagLst xmlns:a="http://schemas.openxmlformats.org/drawingml/2006/main" xmlns:r="http://schemas.openxmlformats.org/officeDocument/2006/relationships" xmlns:p="http://schemas.openxmlformats.org/presentationml/2006/main">
  <p:tag name="SHAPENAME" val="TopLine"/>
</p:tagLst>
</file>

<file path=ppt/tags/tag539.xml><?xml version="1.0" encoding="utf-8"?>
<p:tagLst xmlns:a="http://schemas.openxmlformats.org/drawingml/2006/main" xmlns:r="http://schemas.openxmlformats.org/officeDocument/2006/relationships" xmlns:p="http://schemas.openxmlformats.org/presentationml/2006/main">
  <p:tag name="SHAPENAME" val="BottomLine"/>
</p:tagLst>
</file>

<file path=ppt/tags/tag5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2.xml><?xml version="1.0" encoding="utf-8"?>
<p:tagLst xmlns:a="http://schemas.openxmlformats.org/drawingml/2006/main" xmlns:r="http://schemas.openxmlformats.org/officeDocument/2006/relationships" xmlns:p="http://schemas.openxmlformats.org/presentationml/2006/main">
  <p:tag name="SHAPENAME" val="5. Source"/>
</p:tagLst>
</file>

<file path=ppt/tags/tag54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5.xml><?xml version="1.0" encoding="utf-8"?>
<p:tagLst xmlns:a="http://schemas.openxmlformats.org/drawingml/2006/main" xmlns:r="http://schemas.openxmlformats.org/officeDocument/2006/relationships" xmlns:p="http://schemas.openxmlformats.org/presentationml/2006/main">
  <p:tag name="SHAPENAME" val="5. Source"/>
</p:tagLst>
</file>

<file path=ppt/tags/tag54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47.xml><?xml version="1.0" encoding="utf-8"?>
<p:tagLst xmlns:a="http://schemas.openxmlformats.org/drawingml/2006/main" xmlns:r="http://schemas.openxmlformats.org/officeDocument/2006/relationships" xmlns:p="http://schemas.openxmlformats.org/presentationml/2006/main">
  <p:tag name="SHAPENAME" val="TopLine"/>
</p:tagLst>
</file>

<file path=ppt/tags/tag548.xml><?xml version="1.0" encoding="utf-8"?>
<p:tagLst xmlns:a="http://schemas.openxmlformats.org/drawingml/2006/main" xmlns:r="http://schemas.openxmlformats.org/officeDocument/2006/relationships" xmlns:p="http://schemas.openxmlformats.org/presentationml/2006/main">
  <p:tag name="SHAPENAME" val="BottomLine"/>
</p:tagLst>
</file>

<file path=ppt/tags/tag5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1.xml><?xml version="1.0" encoding="utf-8"?>
<p:tagLst xmlns:a="http://schemas.openxmlformats.org/drawingml/2006/main" xmlns:r="http://schemas.openxmlformats.org/officeDocument/2006/relationships" xmlns:p="http://schemas.openxmlformats.org/presentationml/2006/main">
  <p:tag name="SHAPENAME" val="5. Source"/>
</p:tagLst>
</file>

<file path=ppt/tags/tag5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3.xml><?xml version="1.0" encoding="utf-8"?>
<p:tagLst xmlns:a="http://schemas.openxmlformats.org/drawingml/2006/main" xmlns:r="http://schemas.openxmlformats.org/officeDocument/2006/relationships" xmlns:p="http://schemas.openxmlformats.org/presentationml/2006/main">
  <p:tag name="SHAPENAME" val="5. Source"/>
</p:tagLst>
</file>

<file path=ppt/tags/tag554.xml><?xml version="1.0" encoding="utf-8"?>
<p:tagLst xmlns:a="http://schemas.openxmlformats.org/drawingml/2006/main" xmlns:r="http://schemas.openxmlformats.org/officeDocument/2006/relationships" xmlns:p="http://schemas.openxmlformats.org/presentationml/2006/main">
  <p:tag name="SHAPENAME" val="TopLine"/>
</p:tagLst>
</file>

<file path=ppt/tags/tag555.xml><?xml version="1.0" encoding="utf-8"?>
<p:tagLst xmlns:a="http://schemas.openxmlformats.org/drawingml/2006/main" xmlns:r="http://schemas.openxmlformats.org/officeDocument/2006/relationships" xmlns:p="http://schemas.openxmlformats.org/presentationml/2006/main">
  <p:tag name="SHAPENAME" val="BottomLine"/>
</p:tagLst>
</file>

<file path=ppt/tags/tag5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58.xml><?xml version="1.0" encoding="utf-8"?>
<p:tagLst xmlns:a="http://schemas.openxmlformats.org/drawingml/2006/main" xmlns:r="http://schemas.openxmlformats.org/officeDocument/2006/relationships" xmlns:p="http://schemas.openxmlformats.org/presentationml/2006/main">
  <p:tag name="SHAPENAME" val="5. Source"/>
</p:tagLst>
</file>

<file path=ppt/tags/tag5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60.xml><?xml version="1.0" encoding="utf-8"?>
<p:tagLst xmlns:a="http://schemas.openxmlformats.org/drawingml/2006/main" xmlns:r="http://schemas.openxmlformats.org/officeDocument/2006/relationships" xmlns:p="http://schemas.openxmlformats.org/presentationml/2006/main">
  <p:tag name="SHAPENAME" val="5. Source"/>
</p:tagLst>
</file>

<file path=ppt/tags/tag561.xml><?xml version="1.0" encoding="utf-8"?>
<p:tagLst xmlns:a="http://schemas.openxmlformats.org/drawingml/2006/main" xmlns:r="http://schemas.openxmlformats.org/officeDocument/2006/relationships" xmlns:p="http://schemas.openxmlformats.org/presentationml/2006/main">
  <p:tag name="SHAPENAME" val="TopLine"/>
</p:tagLst>
</file>

<file path=ppt/tags/tag562.xml><?xml version="1.0" encoding="utf-8"?>
<p:tagLst xmlns:a="http://schemas.openxmlformats.org/drawingml/2006/main" xmlns:r="http://schemas.openxmlformats.org/officeDocument/2006/relationships" xmlns:p="http://schemas.openxmlformats.org/presentationml/2006/main">
  <p:tag name="SHAPENAME" val="BottomLine"/>
</p:tagLst>
</file>

<file path=ppt/tags/tag56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64.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56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7.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568.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6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7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3.xml><?xml version="1.0" encoding="utf-8"?>
<p:tagLst xmlns:a="http://schemas.openxmlformats.org/drawingml/2006/main" xmlns:r="http://schemas.openxmlformats.org/officeDocument/2006/relationships" xmlns:p="http://schemas.openxmlformats.org/presentationml/2006/main">
  <p:tag name="SHAPENAME" val="5. Source"/>
</p:tagLst>
</file>

<file path=ppt/tags/tag5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75.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57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77.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578.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7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8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81.xml><?xml version="1.0" encoding="utf-8"?>
<p:tagLst xmlns:a="http://schemas.openxmlformats.org/drawingml/2006/main" xmlns:r="http://schemas.openxmlformats.org/officeDocument/2006/relationships" xmlns:p="http://schemas.openxmlformats.org/presentationml/2006/main">
  <p:tag name="SHAPENAME" val="5. Source"/>
</p:tagLst>
</file>

<file path=ppt/tags/tag58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583.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58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58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8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8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8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90.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1.xml><?xml version="1.0" encoding="utf-8"?>
<p:tagLst xmlns:a="http://schemas.openxmlformats.org/drawingml/2006/main" xmlns:r="http://schemas.openxmlformats.org/officeDocument/2006/relationships" xmlns:p="http://schemas.openxmlformats.org/presentationml/2006/main">
  <p:tag name="SHAPENAME" val="5. Source"/>
</p:tagLst>
</file>

<file path=ppt/tags/tag5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3.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59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59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59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59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598.xml><?xml version="1.0" encoding="utf-8"?>
<p:tagLst xmlns:a="http://schemas.openxmlformats.org/drawingml/2006/main" xmlns:r="http://schemas.openxmlformats.org/officeDocument/2006/relationships" xmlns:p="http://schemas.openxmlformats.org/presentationml/2006/main">
  <p:tag name="SHAPENAME" val="5. Source"/>
</p:tagLst>
</file>

<file path=ppt/tags/tag59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60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0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0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0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60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0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06.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6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8.xml><?xml version="1.0" encoding="utf-8"?>
<p:tagLst xmlns:a="http://schemas.openxmlformats.org/drawingml/2006/main" xmlns:r="http://schemas.openxmlformats.org/officeDocument/2006/relationships" xmlns:p="http://schemas.openxmlformats.org/presentationml/2006/main">
  <p:tag name="SHAPENAME" val="3. Subtitle"/>
</p:tagLst>
</file>

<file path=ppt/tags/tag609.xml><?xml version="1.0" encoding="utf-8"?>
<p:tagLst xmlns:a="http://schemas.openxmlformats.org/drawingml/2006/main" xmlns:r="http://schemas.openxmlformats.org/officeDocument/2006/relationships" xmlns:p="http://schemas.openxmlformats.org/presentationml/2006/main">
  <p:tag name="SHAPENAME" val="5. Source"/>
</p:tagLst>
</file>

<file path=ppt/tags/tag61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11.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61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1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61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1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16.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617.xml><?xml version="1.0" encoding="utf-8"?>
<p:tagLst xmlns:a="http://schemas.openxmlformats.org/drawingml/2006/main" xmlns:r="http://schemas.openxmlformats.org/officeDocument/2006/relationships" xmlns:p="http://schemas.openxmlformats.org/presentationml/2006/main">
  <p:tag name="SHAPENAME" val="5. Source"/>
</p:tagLst>
</file>

<file path=ppt/tags/tag618.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61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2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2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2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62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2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26.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6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629.xml><?xml version="1.0" encoding="utf-8"?>
<p:tagLst xmlns:a="http://schemas.openxmlformats.org/drawingml/2006/main" xmlns:r="http://schemas.openxmlformats.org/officeDocument/2006/relationships" xmlns:p="http://schemas.openxmlformats.org/presentationml/2006/main">
  <p:tag name="SHAPENAME" val="5. Source"/>
</p:tagLst>
</file>

<file path=ppt/tags/tag63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1.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63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3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63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3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36.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637.xml><?xml version="1.0" encoding="utf-8"?>
<p:tagLst xmlns:a="http://schemas.openxmlformats.org/drawingml/2006/main" xmlns:r="http://schemas.openxmlformats.org/officeDocument/2006/relationships" xmlns:p="http://schemas.openxmlformats.org/presentationml/2006/main">
  <p:tag name="SHAPENAME" val="5. Source"/>
</p:tagLst>
</file>

<file path=ppt/tags/tag63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6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4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4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4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4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64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4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46.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647.xml><?xml version="1.0" encoding="utf-8"?>
<p:tagLst xmlns:a="http://schemas.openxmlformats.org/drawingml/2006/main" xmlns:r="http://schemas.openxmlformats.org/officeDocument/2006/relationships" xmlns:p="http://schemas.openxmlformats.org/presentationml/2006/main">
  <p:tag name="SHAPENAME" val="3. Subtitle"/>
</p:tagLst>
</file>

<file path=ppt/tags/tag648.xml><?xml version="1.0" encoding="utf-8"?>
<p:tagLst xmlns:a="http://schemas.openxmlformats.org/drawingml/2006/main" xmlns:r="http://schemas.openxmlformats.org/officeDocument/2006/relationships" xmlns:p="http://schemas.openxmlformats.org/presentationml/2006/main">
  <p:tag name="SHAPENAME" val="5. Source"/>
</p:tagLst>
</file>

<file path=ppt/tags/tag64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50.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65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65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65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5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55.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656.xml><?xml version="1.0" encoding="utf-8"?>
<p:tagLst xmlns:a="http://schemas.openxmlformats.org/drawingml/2006/main" xmlns:r="http://schemas.openxmlformats.org/officeDocument/2006/relationships" xmlns:p="http://schemas.openxmlformats.org/presentationml/2006/main">
  <p:tag name="SHAPENAME" val="5. Source"/>
</p:tagLst>
</file>

<file path=ppt/tags/tag65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58.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6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6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6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6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6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5.xml><?xml version="1.0" encoding="utf-8"?>
<p:tagLst xmlns:a="http://schemas.openxmlformats.org/drawingml/2006/main" xmlns:r="http://schemas.openxmlformats.org/officeDocument/2006/relationships" xmlns:p="http://schemas.openxmlformats.org/presentationml/2006/main">
  <p:tag name="SHAPENAME" val="3. Subtitle"/>
</p:tagLst>
</file>

<file path=ppt/tags/tag666.xml><?xml version="1.0" encoding="utf-8"?>
<p:tagLst xmlns:a="http://schemas.openxmlformats.org/drawingml/2006/main" xmlns:r="http://schemas.openxmlformats.org/officeDocument/2006/relationships" xmlns:p="http://schemas.openxmlformats.org/presentationml/2006/main">
  <p:tag name="SHAPENAME" val="5. Source"/>
</p:tagLst>
</file>

<file path=ppt/tags/tag6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68.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66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67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671.xml><?xml version="1.0" encoding="utf-8"?>
<p:tagLst xmlns:a="http://schemas.openxmlformats.org/drawingml/2006/main" xmlns:r="http://schemas.openxmlformats.org/officeDocument/2006/relationships" xmlns:p="http://schemas.openxmlformats.org/presentationml/2006/main">
  <p:tag name="SHAPENAME" val="5. Source"/>
</p:tagLst>
</file>

<file path=ppt/tags/tag672.xml><?xml version="1.0" encoding="utf-8"?>
<p:tagLst xmlns:a="http://schemas.openxmlformats.org/drawingml/2006/main" xmlns:r="http://schemas.openxmlformats.org/officeDocument/2006/relationships" xmlns:p="http://schemas.openxmlformats.org/presentationml/2006/main">
  <p:tag name="SHAPENAME" val="5. Source"/>
</p:tagLst>
</file>

<file path=ppt/tags/tag673.xml><?xml version="1.0" encoding="utf-8"?>
<p:tagLst xmlns:a="http://schemas.openxmlformats.org/drawingml/2006/main" xmlns:r="http://schemas.openxmlformats.org/officeDocument/2006/relationships" xmlns:p="http://schemas.openxmlformats.org/presentationml/2006/main">
  <p:tag name="SHAPENAME" val="ClientLogo"/>
</p:tagLst>
</file>

<file path=ppt/tags/tag674.xml><?xml version="1.0" encoding="utf-8"?>
<p:tagLst xmlns:a="http://schemas.openxmlformats.org/drawingml/2006/main" xmlns:r="http://schemas.openxmlformats.org/officeDocument/2006/relationships" xmlns:p="http://schemas.openxmlformats.org/presentationml/2006/main">
  <p:tag name="SHAPENAME" val="5. Source"/>
</p:tagLst>
</file>

<file path=ppt/tags/tag67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6.xml><?xml version="1.0" encoding="utf-8"?>
<p:tagLst xmlns:a="http://schemas.openxmlformats.org/drawingml/2006/main" xmlns:r="http://schemas.openxmlformats.org/officeDocument/2006/relationships" xmlns:p="http://schemas.openxmlformats.org/presentationml/2006/main">
  <p:tag name="SHAPENAME" val="5. Source"/>
</p:tagLst>
</file>

<file path=ppt/tags/tag6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80.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68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682.xml><?xml version="1.0" encoding="utf-8"?>
<p:tagLst xmlns:a="http://schemas.openxmlformats.org/drawingml/2006/main" xmlns:r="http://schemas.openxmlformats.org/officeDocument/2006/relationships" xmlns:p="http://schemas.openxmlformats.org/presentationml/2006/main">
  <p:tag name="SHAPENAME" val="Subtitle"/>
</p:tagLst>
</file>

<file path=ppt/tags/tag683.xml><?xml version="1.0" encoding="utf-8"?>
<p:tagLst xmlns:a="http://schemas.openxmlformats.org/drawingml/2006/main" xmlns:r="http://schemas.openxmlformats.org/officeDocument/2006/relationships" xmlns:p="http://schemas.openxmlformats.org/presentationml/2006/main">
  <p:tag name="SHAPENAME" val="Title"/>
</p:tagLst>
</file>

<file path=ppt/tags/tag6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7.xml><?xml version="1.0" encoding="utf-8"?>
<p:tagLst xmlns:a="http://schemas.openxmlformats.org/drawingml/2006/main" xmlns:r="http://schemas.openxmlformats.org/officeDocument/2006/relationships" xmlns:p="http://schemas.openxmlformats.org/presentationml/2006/main">
  <p:tag name="THINKCELLSHAPEDONOTDELETE" val="trFMCaNYYNI1m6DcH2VZreA"/>
</p:tagLst>
</file>

<file path=ppt/tags/tag688.xml><?xml version="1.0" encoding="utf-8"?>
<p:tagLst xmlns:a="http://schemas.openxmlformats.org/drawingml/2006/main" xmlns:r="http://schemas.openxmlformats.org/officeDocument/2006/relationships" xmlns:p="http://schemas.openxmlformats.org/presentationml/2006/main">
  <p:tag name="THINKCELLSHAPEDONOTDELETE" val="tFyViUASotNgO6qxObETRFA"/>
</p:tagLst>
</file>

<file path=ppt/tags/tag689.xml><?xml version="1.0" encoding="utf-8"?>
<p:tagLst xmlns:a="http://schemas.openxmlformats.org/drawingml/2006/main" xmlns:r="http://schemas.openxmlformats.org/officeDocument/2006/relationships" xmlns:p="http://schemas.openxmlformats.org/presentationml/2006/main">
  <p:tag name="THINKCELLSHAPEDONOTDELETE" val="tvJWx08R4ZIjHndQyIqmqqw"/>
</p:tagLst>
</file>

<file path=ppt/tags/tag690.xml><?xml version="1.0" encoding="utf-8"?>
<p:tagLst xmlns:a="http://schemas.openxmlformats.org/drawingml/2006/main" xmlns:r="http://schemas.openxmlformats.org/officeDocument/2006/relationships" xmlns:p="http://schemas.openxmlformats.org/presentationml/2006/main">
  <p:tag name="THINKCELLSHAPEDONOTDELETE" val="tjsp2XyaAKrNLTsOiUcWtRQ"/>
</p:tagLst>
</file>

<file path=ppt/tags/tag691.xml><?xml version="1.0" encoding="utf-8"?>
<p:tagLst xmlns:a="http://schemas.openxmlformats.org/drawingml/2006/main" xmlns:r="http://schemas.openxmlformats.org/officeDocument/2006/relationships" xmlns:p="http://schemas.openxmlformats.org/presentationml/2006/main">
  <p:tag name="THINKCELLSHAPEDONOTDELETE" val="tTu.o22m9WwZOaL1cmxj5cg"/>
</p:tagLst>
</file>

<file path=ppt/tags/tag692.xml><?xml version="1.0" encoding="utf-8"?>
<p:tagLst xmlns:a="http://schemas.openxmlformats.org/drawingml/2006/main" xmlns:r="http://schemas.openxmlformats.org/officeDocument/2006/relationships" xmlns:p="http://schemas.openxmlformats.org/presentationml/2006/main">
  <p:tag name="THINKCELLSHAPEDONOTDELETE" val="tTuvs2sszp0wOBRr2kxc4PA"/>
</p:tagLst>
</file>

<file path=ppt/tags/tag693.xml><?xml version="1.0" encoding="utf-8"?>
<p:tagLst xmlns:a="http://schemas.openxmlformats.org/drawingml/2006/main" xmlns:r="http://schemas.openxmlformats.org/officeDocument/2006/relationships" xmlns:p="http://schemas.openxmlformats.org/presentationml/2006/main">
  <p:tag name="THINKCELLSHAPEDONOTDELETE" val="t7EAT7aX._75z1.HU_esNIA"/>
</p:tagLst>
</file>

<file path=ppt/tags/tag694.xml><?xml version="1.0" encoding="utf-8"?>
<p:tagLst xmlns:a="http://schemas.openxmlformats.org/drawingml/2006/main" xmlns:r="http://schemas.openxmlformats.org/officeDocument/2006/relationships" xmlns:p="http://schemas.openxmlformats.org/presentationml/2006/main">
  <p:tag name="THINKCELLSHAPEDONOTDELETE" val="t0EXtI3phOJ8bxZu85GoGng"/>
</p:tagLst>
</file>

<file path=ppt/tags/tag695.xml><?xml version="1.0" encoding="utf-8"?>
<p:tagLst xmlns:a="http://schemas.openxmlformats.org/drawingml/2006/main" xmlns:r="http://schemas.openxmlformats.org/officeDocument/2006/relationships" xmlns:p="http://schemas.openxmlformats.org/presentationml/2006/main">
  <p:tag name="THINKCELLSHAPEDONOTDELETE" val="tvDC6tyZDJugAVI4Oz5p87w"/>
</p:tagLst>
</file>

<file path=ppt/tags/tag696.xml><?xml version="1.0" encoding="utf-8"?>
<p:tagLst xmlns:a="http://schemas.openxmlformats.org/drawingml/2006/main" xmlns:r="http://schemas.openxmlformats.org/officeDocument/2006/relationships" xmlns:p="http://schemas.openxmlformats.org/presentationml/2006/main">
  <p:tag name="THINKCELLSHAPEDONOTDELETE" val="tf3ZiVvZz2VGDzBIN7vTtCw"/>
</p:tagLst>
</file>

<file path=ppt/tags/tag697.xml><?xml version="1.0" encoding="utf-8"?>
<p:tagLst xmlns:a="http://schemas.openxmlformats.org/drawingml/2006/main" xmlns:r="http://schemas.openxmlformats.org/officeDocument/2006/relationships" xmlns:p="http://schemas.openxmlformats.org/presentationml/2006/main">
  <p:tag name="THINKCELLSHAPEDONOTDELETE" val="txGn6dwk5eTFcTWbCisjCkA"/>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tqm6osE_goReRjwIEq3bT6A"/>
</p:tagLst>
</file>

<file path=ppt/tags/tag699.xml><?xml version="1.0" encoding="utf-8"?>
<p:tagLst xmlns:a="http://schemas.openxmlformats.org/drawingml/2006/main" xmlns:r="http://schemas.openxmlformats.org/officeDocument/2006/relationships" xmlns:p="http://schemas.openxmlformats.org/presentationml/2006/main">
  <p:tag name="THINKCELLSHAPEDONOTDELETE" val="tOlzGfv5G4NHNIkrohUterA"/>
</p:tagLst>
</file>

<file path=ppt/tags/tag700.xml><?xml version="1.0" encoding="utf-8"?>
<p:tagLst xmlns:a="http://schemas.openxmlformats.org/drawingml/2006/main" xmlns:r="http://schemas.openxmlformats.org/officeDocument/2006/relationships" xmlns:p="http://schemas.openxmlformats.org/presentationml/2006/main">
  <p:tag name="THINKCELLSHAPEDONOTDELETE" val="tsNTpsVeP1HftIU3c4hMsfA"/>
</p:tagLst>
</file>

<file path=ppt/tags/tag701.xml><?xml version="1.0" encoding="utf-8"?>
<p:tagLst xmlns:a="http://schemas.openxmlformats.org/drawingml/2006/main" xmlns:r="http://schemas.openxmlformats.org/officeDocument/2006/relationships" xmlns:p="http://schemas.openxmlformats.org/presentationml/2006/main">
  <p:tag name="THINKCELLSHAPEDONOTDELETE" val="tRTSvmj.tcJ5byiAiKvYOZA"/>
</p:tagLst>
</file>

<file path=ppt/tags/tag702.xml><?xml version="1.0" encoding="utf-8"?>
<p:tagLst xmlns:a="http://schemas.openxmlformats.org/drawingml/2006/main" xmlns:r="http://schemas.openxmlformats.org/officeDocument/2006/relationships" xmlns:p="http://schemas.openxmlformats.org/presentationml/2006/main">
  <p:tag name="THINKCELLSHAPEDONOTDELETE" val="trUnBdmAEGnx9B5rZyH4dtA"/>
</p:tagLst>
</file>

<file path=ppt/tags/tag703.xml><?xml version="1.0" encoding="utf-8"?>
<p:tagLst xmlns:a="http://schemas.openxmlformats.org/drawingml/2006/main" xmlns:r="http://schemas.openxmlformats.org/officeDocument/2006/relationships" xmlns:p="http://schemas.openxmlformats.org/presentationml/2006/main">
  <p:tag name="THINKCELLSHAPEDONOTDELETE" val="teZorJf6GUB8p8_OMPSJWBw"/>
</p:tagLst>
</file>

<file path=ppt/tags/tag704.xml><?xml version="1.0" encoding="utf-8"?>
<p:tagLst xmlns:a="http://schemas.openxmlformats.org/drawingml/2006/main" xmlns:r="http://schemas.openxmlformats.org/officeDocument/2006/relationships" xmlns:p="http://schemas.openxmlformats.org/presentationml/2006/main">
  <p:tag name="THINKCELLSHAPEDONOTDELETE" val="tPH9LNXzRueo0blKQrfq43A"/>
</p:tagLst>
</file>

<file path=ppt/tags/tag705.xml><?xml version="1.0" encoding="utf-8"?>
<p:tagLst xmlns:a="http://schemas.openxmlformats.org/drawingml/2006/main" xmlns:r="http://schemas.openxmlformats.org/officeDocument/2006/relationships" xmlns:p="http://schemas.openxmlformats.org/presentationml/2006/main">
  <p:tag name="THINKCELLSHAPEDONOTDELETE" val="tA4q8peZQJtu_mW27cceV6g"/>
</p:tagLst>
</file>

<file path=ppt/tags/tag706.xml><?xml version="1.0" encoding="utf-8"?>
<p:tagLst xmlns:a="http://schemas.openxmlformats.org/drawingml/2006/main" xmlns:r="http://schemas.openxmlformats.org/officeDocument/2006/relationships" xmlns:p="http://schemas.openxmlformats.org/presentationml/2006/main">
  <p:tag name="THINKCELLSHAPEDONOTDELETE" val="tvb3rMi2vxJI5nDmZfpUrSA"/>
</p:tagLst>
</file>

<file path=ppt/tags/tag707.xml><?xml version="1.0" encoding="utf-8"?>
<p:tagLst xmlns:a="http://schemas.openxmlformats.org/drawingml/2006/main" xmlns:r="http://schemas.openxmlformats.org/officeDocument/2006/relationships" xmlns:p="http://schemas.openxmlformats.org/presentationml/2006/main">
  <p:tag name="THINKCELLSHAPEDONOTDELETE" val="tyxm3u35af5oDEipmMQ00sQ"/>
</p:tagLst>
</file>

<file path=ppt/tags/tag708.xml><?xml version="1.0" encoding="utf-8"?>
<p:tagLst xmlns:a="http://schemas.openxmlformats.org/drawingml/2006/main" xmlns:r="http://schemas.openxmlformats.org/officeDocument/2006/relationships" xmlns:p="http://schemas.openxmlformats.org/presentationml/2006/main">
  <p:tag name="THINKCELLSHAPEDONOTDELETE" val="t7NEDGJ4WRTaaedhiaF7DBg"/>
</p:tagLst>
</file>

<file path=ppt/tags/tag709.xml><?xml version="1.0" encoding="utf-8"?>
<p:tagLst xmlns:a="http://schemas.openxmlformats.org/drawingml/2006/main" xmlns:r="http://schemas.openxmlformats.org/officeDocument/2006/relationships" xmlns:p="http://schemas.openxmlformats.org/presentationml/2006/main">
  <p:tag name="THINKCELLSHAPEDONOTDELETE" val="tts6ZcuelMKddCVXLh3oi6Q"/>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PNYpB_VFkn7BMhJ5Hy4rFw"/>
</p:tagLst>
</file>

<file path=ppt/tags/tag711.xml><?xml version="1.0" encoding="utf-8"?>
<p:tagLst xmlns:a="http://schemas.openxmlformats.org/drawingml/2006/main" xmlns:r="http://schemas.openxmlformats.org/officeDocument/2006/relationships" xmlns:p="http://schemas.openxmlformats.org/presentationml/2006/main">
  <p:tag name="THINKCELLSHAPEDONOTDELETE" val="tMdTcCjnxZXMkxPWMtsugJw"/>
</p:tagLst>
</file>

<file path=ppt/tags/tag712.xml><?xml version="1.0" encoding="utf-8"?>
<p:tagLst xmlns:a="http://schemas.openxmlformats.org/drawingml/2006/main" xmlns:r="http://schemas.openxmlformats.org/officeDocument/2006/relationships" xmlns:p="http://schemas.openxmlformats.org/presentationml/2006/main">
  <p:tag name="THINKCELLSHAPEDONOTDELETE" val="tbTIfWQ6wHmZ8YTC2mRyyeA"/>
</p:tagLst>
</file>

<file path=ppt/tags/tag713.xml><?xml version="1.0" encoding="utf-8"?>
<p:tagLst xmlns:a="http://schemas.openxmlformats.org/drawingml/2006/main" xmlns:r="http://schemas.openxmlformats.org/officeDocument/2006/relationships" xmlns:p="http://schemas.openxmlformats.org/presentationml/2006/main">
  <p:tag name="THINKCELLSHAPEDONOTDELETE" val="tVR0te6DlEneAX.mME6WKGw"/>
</p:tagLst>
</file>

<file path=ppt/tags/tag714.xml><?xml version="1.0" encoding="utf-8"?>
<p:tagLst xmlns:a="http://schemas.openxmlformats.org/drawingml/2006/main" xmlns:r="http://schemas.openxmlformats.org/officeDocument/2006/relationships" xmlns:p="http://schemas.openxmlformats.org/presentationml/2006/main">
  <p:tag name="THINKCELLSHAPEDONOTDELETE" val="tmmAiELXSAYilZEnVsKATZA"/>
</p:tagLst>
</file>

<file path=ppt/tags/tag715.xml><?xml version="1.0" encoding="utf-8"?>
<p:tagLst xmlns:a="http://schemas.openxmlformats.org/drawingml/2006/main" xmlns:r="http://schemas.openxmlformats.org/officeDocument/2006/relationships" xmlns:p="http://schemas.openxmlformats.org/presentationml/2006/main">
  <p:tag name="THINKCELLSHAPEDONOTDELETE" val="tjkMGE5ALUWdWokEk3VBgRg"/>
</p:tagLst>
</file>

<file path=ppt/tags/tag716.xml><?xml version="1.0" encoding="utf-8"?>
<p:tagLst xmlns:a="http://schemas.openxmlformats.org/drawingml/2006/main" xmlns:r="http://schemas.openxmlformats.org/officeDocument/2006/relationships" xmlns:p="http://schemas.openxmlformats.org/presentationml/2006/main">
  <p:tag name="THINKCELLSHAPEDONOTDELETE" val="tg2WR5N2hNoSvSebWRolziw"/>
</p:tagLst>
</file>

<file path=ppt/tags/tag717.xml><?xml version="1.0" encoding="utf-8"?>
<p:tagLst xmlns:a="http://schemas.openxmlformats.org/drawingml/2006/main" xmlns:r="http://schemas.openxmlformats.org/officeDocument/2006/relationships" xmlns:p="http://schemas.openxmlformats.org/presentationml/2006/main">
  <p:tag name="THINKCELLSHAPEDONOTDELETE" val="tCzBzGrdU6iJl4YwhDyHK9Q"/>
</p:tagLst>
</file>

<file path=ppt/tags/tag718.xml><?xml version="1.0" encoding="utf-8"?>
<p:tagLst xmlns:a="http://schemas.openxmlformats.org/drawingml/2006/main" xmlns:r="http://schemas.openxmlformats.org/officeDocument/2006/relationships" xmlns:p="http://schemas.openxmlformats.org/presentationml/2006/main">
  <p:tag name="THINKCELLSHAPEDONOTDELETE" val="tKTu3raj4SWrWbVdJVPgH6g"/>
</p:tagLst>
</file>

<file path=ppt/tags/tag719.xml><?xml version="1.0" encoding="utf-8"?>
<p:tagLst xmlns:a="http://schemas.openxmlformats.org/drawingml/2006/main" xmlns:r="http://schemas.openxmlformats.org/officeDocument/2006/relationships" xmlns:p="http://schemas.openxmlformats.org/presentationml/2006/main">
  <p:tag name="THINKCELLSHAPEDONOTDELETE" val="tk5zxetwOmISiBs4N43Zxkw"/>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o7G5Z6wpeU080F6v.0dMdg"/>
</p:tagLst>
</file>

<file path=ppt/tags/tag721.xml><?xml version="1.0" encoding="utf-8"?>
<p:tagLst xmlns:a="http://schemas.openxmlformats.org/drawingml/2006/main" xmlns:r="http://schemas.openxmlformats.org/officeDocument/2006/relationships" xmlns:p="http://schemas.openxmlformats.org/presentationml/2006/main">
  <p:tag name="THINKCELLSHAPEDONOTDELETE" val="tFK4vDvtmkK498mYUgW58zA"/>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TmR_eLENUfORYY5B62HdCw"/>
</p:tagLst>
</file>

<file path=ppt/tags/tag723.xml><?xml version="1.0" encoding="utf-8"?>
<p:tagLst xmlns:a="http://schemas.openxmlformats.org/drawingml/2006/main" xmlns:r="http://schemas.openxmlformats.org/officeDocument/2006/relationships" xmlns:p="http://schemas.openxmlformats.org/presentationml/2006/main">
  <p:tag name="THINKCELLSHAPEDONOTDELETE" val="tnufdaViz8tBKWI2UR9sFog"/>
</p:tagLst>
</file>

<file path=ppt/tags/tag724.xml><?xml version="1.0" encoding="utf-8"?>
<p:tagLst xmlns:a="http://schemas.openxmlformats.org/drawingml/2006/main" xmlns:r="http://schemas.openxmlformats.org/officeDocument/2006/relationships" xmlns:p="http://schemas.openxmlformats.org/presentationml/2006/main">
  <p:tag name="THINKCELLSHAPEDONOTDELETE" val="tETtN_7NQDZKc8I3LmeQLUA"/>
</p:tagLst>
</file>

<file path=ppt/tags/tag725.xml><?xml version="1.0" encoding="utf-8"?>
<p:tagLst xmlns:a="http://schemas.openxmlformats.org/drawingml/2006/main" xmlns:r="http://schemas.openxmlformats.org/officeDocument/2006/relationships" xmlns:p="http://schemas.openxmlformats.org/presentationml/2006/main">
  <p:tag name="THINKCELLSHAPEDONOTDELETE" val="t4Q3DUn_MpQTqqPmSt1iKgQ"/>
</p:tagLst>
</file>

<file path=ppt/tags/tag726.xml><?xml version="1.0" encoding="utf-8"?>
<p:tagLst xmlns:a="http://schemas.openxmlformats.org/drawingml/2006/main" xmlns:r="http://schemas.openxmlformats.org/officeDocument/2006/relationships" xmlns:p="http://schemas.openxmlformats.org/presentationml/2006/main">
  <p:tag name="THINKCELLSHAPEDONOTDELETE" val="tLiCiLzNFWrWVBjQW17xzDQ"/>
</p:tagLst>
</file>

<file path=ppt/tags/tag727.xml><?xml version="1.0" encoding="utf-8"?>
<p:tagLst xmlns:a="http://schemas.openxmlformats.org/drawingml/2006/main" xmlns:r="http://schemas.openxmlformats.org/officeDocument/2006/relationships" xmlns:p="http://schemas.openxmlformats.org/presentationml/2006/main">
  <p:tag name="THINKCELLSHAPEDONOTDELETE" val="tFk7.0ZGhdbi7oBhAszGCkQ"/>
</p:tagLst>
</file>

<file path=ppt/tags/tag728.xml><?xml version="1.0" encoding="utf-8"?>
<p:tagLst xmlns:a="http://schemas.openxmlformats.org/drawingml/2006/main" xmlns:r="http://schemas.openxmlformats.org/officeDocument/2006/relationships" xmlns:p="http://schemas.openxmlformats.org/presentationml/2006/main">
  <p:tag name="THINKCELLSHAPEDONOTDELETE" val="tYTFq_ZqucRwNh.44_G1iKQ"/>
</p:tagLst>
</file>

<file path=ppt/tags/tag729.xml><?xml version="1.0" encoding="utf-8"?>
<p:tagLst xmlns:a="http://schemas.openxmlformats.org/drawingml/2006/main" xmlns:r="http://schemas.openxmlformats.org/officeDocument/2006/relationships" xmlns:p="http://schemas.openxmlformats.org/presentationml/2006/main">
  <p:tag name="THINKCELLSHAPEDONOTDELETE" val="t3qyVnkljtU_9jvVYIkqV2g"/>
</p:tagLst>
</file>

<file path=ppt/tags/tag730.xml><?xml version="1.0" encoding="utf-8"?>
<p:tagLst xmlns:a="http://schemas.openxmlformats.org/drawingml/2006/main" xmlns:r="http://schemas.openxmlformats.org/officeDocument/2006/relationships" xmlns:p="http://schemas.openxmlformats.org/presentationml/2006/main">
  <p:tag name="THINKCELLSHAPEDONOTDELETE" val="tcQPJA7Neb5VnT.qUgSZn4g"/>
</p:tagLst>
</file>

<file path=ppt/tags/tag731.xml><?xml version="1.0" encoding="utf-8"?>
<p:tagLst xmlns:a="http://schemas.openxmlformats.org/drawingml/2006/main" xmlns:r="http://schemas.openxmlformats.org/officeDocument/2006/relationships" xmlns:p="http://schemas.openxmlformats.org/presentationml/2006/main">
  <p:tag name="THINKCELLSHAPEDONOTDELETE" val="t_HOapSnA0gRWbWVg7qqacg"/>
</p:tagLst>
</file>

<file path=ppt/tags/tag732.xml><?xml version="1.0" encoding="utf-8"?>
<p:tagLst xmlns:a="http://schemas.openxmlformats.org/drawingml/2006/main" xmlns:r="http://schemas.openxmlformats.org/officeDocument/2006/relationships" xmlns:p="http://schemas.openxmlformats.org/presentationml/2006/main">
  <p:tag name="THINKCELLSHAPEDONOTDELETE" val="tf9Wy3TbeoimTkUqM4_pGpg"/>
</p:tagLst>
</file>

<file path=ppt/tags/tag733.xml><?xml version="1.0" encoding="utf-8"?>
<p:tagLst xmlns:a="http://schemas.openxmlformats.org/drawingml/2006/main" xmlns:r="http://schemas.openxmlformats.org/officeDocument/2006/relationships" xmlns:p="http://schemas.openxmlformats.org/presentationml/2006/main">
  <p:tag name="THINKCELLSHAPEDONOTDELETE" val="t3nxgRjFDKKBk_O.evCbltA"/>
</p:tagLst>
</file>

<file path=ppt/tags/tag734.xml><?xml version="1.0" encoding="utf-8"?>
<p:tagLst xmlns:a="http://schemas.openxmlformats.org/drawingml/2006/main" xmlns:r="http://schemas.openxmlformats.org/officeDocument/2006/relationships" xmlns:p="http://schemas.openxmlformats.org/presentationml/2006/main">
  <p:tag name="THINKCELLSHAPEDONOTDELETE" val="t1jsXUlzQsgDkEwz7uJgNNg"/>
</p:tagLst>
</file>

<file path=ppt/tags/tag735.xml><?xml version="1.0" encoding="utf-8"?>
<p:tagLst xmlns:a="http://schemas.openxmlformats.org/drawingml/2006/main" xmlns:r="http://schemas.openxmlformats.org/officeDocument/2006/relationships" xmlns:p="http://schemas.openxmlformats.org/presentationml/2006/main">
  <p:tag name="THINKCELLSHAPEDONOTDELETE" val="tSxkNgNW9kgEfy9WHMaKQkQ"/>
</p:tagLst>
</file>

<file path=ppt/tags/tag736.xml><?xml version="1.0" encoding="utf-8"?>
<p:tagLst xmlns:a="http://schemas.openxmlformats.org/drawingml/2006/main" xmlns:r="http://schemas.openxmlformats.org/officeDocument/2006/relationships" xmlns:p="http://schemas.openxmlformats.org/presentationml/2006/main">
  <p:tag name="THINKCELLSHAPEDONOTDELETE" val="t3TRtXbbWxoGTtaRB4Air.A"/>
</p:tagLst>
</file>

<file path=ppt/tags/tag737.xml><?xml version="1.0" encoding="utf-8"?>
<p:tagLst xmlns:a="http://schemas.openxmlformats.org/drawingml/2006/main" xmlns:r="http://schemas.openxmlformats.org/officeDocument/2006/relationships" xmlns:p="http://schemas.openxmlformats.org/presentationml/2006/main">
  <p:tag name="THINKCELLSHAPEDONOTDELETE" val="tIpOpC6I4UtznxZG8j8hqaQ"/>
</p:tagLst>
</file>

<file path=ppt/tags/tag738.xml><?xml version="1.0" encoding="utf-8"?>
<p:tagLst xmlns:a="http://schemas.openxmlformats.org/drawingml/2006/main" xmlns:r="http://schemas.openxmlformats.org/officeDocument/2006/relationships" xmlns:p="http://schemas.openxmlformats.org/presentationml/2006/main">
  <p:tag name="THINKCELLSHAPEDONOTDELETE" val="tqJz83mL3.n2Vxjojf8AkgQ"/>
</p:tagLst>
</file>

<file path=ppt/tags/tag739.xml><?xml version="1.0" encoding="utf-8"?>
<p:tagLst xmlns:a="http://schemas.openxmlformats.org/drawingml/2006/main" xmlns:r="http://schemas.openxmlformats.org/officeDocument/2006/relationships" xmlns:p="http://schemas.openxmlformats.org/presentationml/2006/main">
  <p:tag name="THINKCELLSHAPEDONOTDELETE" val="tql86e5G2URtAn3BAvclNAA"/>
</p:tagLst>
</file>

<file path=ppt/tags/tag740.xml><?xml version="1.0" encoding="utf-8"?>
<p:tagLst xmlns:a="http://schemas.openxmlformats.org/drawingml/2006/main" xmlns:r="http://schemas.openxmlformats.org/officeDocument/2006/relationships" xmlns:p="http://schemas.openxmlformats.org/presentationml/2006/main">
  <p:tag name="THINKCELLSHAPEDONOTDELETE" val="tmBPij_Z7gERaE9UsmFKnYw"/>
</p:tagLst>
</file>

<file path=ppt/tags/tag741.xml><?xml version="1.0" encoding="utf-8"?>
<p:tagLst xmlns:a="http://schemas.openxmlformats.org/drawingml/2006/main" xmlns:r="http://schemas.openxmlformats.org/officeDocument/2006/relationships" xmlns:p="http://schemas.openxmlformats.org/presentationml/2006/main">
  <p:tag name="THINKCELLSHAPEDONOTDELETE" val="tbpMnN7_aUvTfpPTWqeiBbw"/>
</p:tagLst>
</file>

<file path=ppt/tags/tag742.xml><?xml version="1.0" encoding="utf-8"?>
<p:tagLst xmlns:a="http://schemas.openxmlformats.org/drawingml/2006/main" xmlns:r="http://schemas.openxmlformats.org/officeDocument/2006/relationships" xmlns:p="http://schemas.openxmlformats.org/presentationml/2006/main">
  <p:tag name="THINKCELLSHAPEDONOTDELETE" val="tOowyOEK26keBQTGGOcb9vw"/>
</p:tagLst>
</file>

<file path=ppt/tags/tag743.xml><?xml version="1.0" encoding="utf-8"?>
<p:tagLst xmlns:a="http://schemas.openxmlformats.org/drawingml/2006/main" xmlns:r="http://schemas.openxmlformats.org/officeDocument/2006/relationships" xmlns:p="http://schemas.openxmlformats.org/presentationml/2006/main">
  <p:tag name="THINKCELLSHAPEDONOTDELETE" val="t1_jRZ9np4HMhMyOMmhLKPw"/>
</p:tagLst>
</file>

<file path=ppt/tags/tag744.xml><?xml version="1.0" encoding="utf-8"?>
<p:tagLst xmlns:a="http://schemas.openxmlformats.org/drawingml/2006/main" xmlns:r="http://schemas.openxmlformats.org/officeDocument/2006/relationships" xmlns:p="http://schemas.openxmlformats.org/presentationml/2006/main">
  <p:tag name="THINKCELLSHAPEDONOTDELETE" val="tPJWr_5diDeSXgezRxaDuIw"/>
</p:tagLst>
</file>

<file path=ppt/tags/tag745.xml><?xml version="1.0" encoding="utf-8"?>
<p:tagLst xmlns:a="http://schemas.openxmlformats.org/drawingml/2006/main" xmlns:r="http://schemas.openxmlformats.org/officeDocument/2006/relationships" xmlns:p="http://schemas.openxmlformats.org/presentationml/2006/main">
  <p:tag name="THINKCELLSHAPEDONOTDELETE" val="tsije_r4_dwBoEf8CIvYWMQ"/>
</p:tagLst>
</file>

<file path=ppt/tags/tag746.xml><?xml version="1.0" encoding="utf-8"?>
<p:tagLst xmlns:a="http://schemas.openxmlformats.org/drawingml/2006/main" xmlns:r="http://schemas.openxmlformats.org/officeDocument/2006/relationships" xmlns:p="http://schemas.openxmlformats.org/presentationml/2006/main">
  <p:tag name="THINKCELLSHAPEDONOTDELETE" val="tO5YaEd2G8KNkhQrhTgyKPA"/>
</p:tagLst>
</file>

<file path=ppt/tags/tag747.xml><?xml version="1.0" encoding="utf-8"?>
<p:tagLst xmlns:a="http://schemas.openxmlformats.org/drawingml/2006/main" xmlns:r="http://schemas.openxmlformats.org/officeDocument/2006/relationships" xmlns:p="http://schemas.openxmlformats.org/presentationml/2006/main">
  <p:tag name="THINKCELLSHAPEDONOTDELETE" val="tdpUR6QJKr2djb_KndAZ72w"/>
</p:tagLst>
</file>

<file path=ppt/tags/tag748.xml><?xml version="1.0" encoding="utf-8"?>
<p:tagLst xmlns:a="http://schemas.openxmlformats.org/drawingml/2006/main" xmlns:r="http://schemas.openxmlformats.org/officeDocument/2006/relationships" xmlns:p="http://schemas.openxmlformats.org/presentationml/2006/main">
  <p:tag name="NAME" val="TrackerNumBlue"/>
</p:tagLst>
</file>

<file path=ppt/tags/tag749.xml><?xml version="1.0" encoding="utf-8"?>
<p:tagLst xmlns:a="http://schemas.openxmlformats.org/drawingml/2006/main" xmlns:r="http://schemas.openxmlformats.org/officeDocument/2006/relationships" xmlns:p="http://schemas.openxmlformats.org/presentationml/2006/main">
  <p:tag name="NAME" val="TrackerNumBlue"/>
</p:tagLst>
</file>

<file path=ppt/tags/tag750.xml><?xml version="1.0" encoding="utf-8"?>
<p:tagLst xmlns:a="http://schemas.openxmlformats.org/drawingml/2006/main" xmlns:r="http://schemas.openxmlformats.org/officeDocument/2006/relationships" xmlns:p="http://schemas.openxmlformats.org/presentationml/2006/main">
  <p:tag name="NAME" val="TrackerNumBlue"/>
</p:tagLst>
</file>

<file path=ppt/tags/tag751.xml><?xml version="1.0" encoding="utf-8"?>
<p:tagLst xmlns:a="http://schemas.openxmlformats.org/drawingml/2006/main" xmlns:r="http://schemas.openxmlformats.org/officeDocument/2006/relationships" xmlns:p="http://schemas.openxmlformats.org/presentationml/2006/main">
  <p:tag name="THINKCELLSHAPEDONOTDELETE" val="tC1V6qra.8egBdlhfcid_jg"/>
</p:tagLst>
</file>

<file path=ppt/tags/tag752.xml><?xml version="1.0" encoding="utf-8"?>
<p:tagLst xmlns:a="http://schemas.openxmlformats.org/drawingml/2006/main" xmlns:r="http://schemas.openxmlformats.org/officeDocument/2006/relationships" xmlns:p="http://schemas.openxmlformats.org/presentationml/2006/main">
  <p:tag name="THINKCELLSHAPEDONOTDELETE" val="tlY9EHAZwmqwJ7oYkesbjmw"/>
</p:tagLst>
</file>

<file path=ppt/tags/tag753.xml><?xml version="1.0" encoding="utf-8"?>
<p:tagLst xmlns:a="http://schemas.openxmlformats.org/drawingml/2006/main" xmlns:r="http://schemas.openxmlformats.org/officeDocument/2006/relationships" xmlns:p="http://schemas.openxmlformats.org/presentationml/2006/main">
  <p:tag name="THINKCELLSHAPEDONOTDELETE" val="tp13IwqK1DqR.Gfjb8sHXjQ"/>
</p:tagLst>
</file>

<file path=ppt/tags/tag754.xml><?xml version="1.0" encoding="utf-8"?>
<p:tagLst xmlns:a="http://schemas.openxmlformats.org/drawingml/2006/main" xmlns:r="http://schemas.openxmlformats.org/officeDocument/2006/relationships" xmlns:p="http://schemas.openxmlformats.org/presentationml/2006/main">
  <p:tag name="THINKCELLSHAPEDONOTDELETE" val="tb8vLkqVyB1R_G5IYtpwIWg"/>
</p:tagLst>
</file>

<file path=ppt/tags/tag755.xml><?xml version="1.0" encoding="utf-8"?>
<p:tagLst xmlns:a="http://schemas.openxmlformats.org/drawingml/2006/main" xmlns:r="http://schemas.openxmlformats.org/officeDocument/2006/relationships" xmlns:p="http://schemas.openxmlformats.org/presentationml/2006/main">
  <p:tag name="THINKCELLSHAPEDONOTDELETE" val="twrz9XHYlCT9.CG89Fk7Lqg"/>
</p:tagLst>
</file>

<file path=ppt/tags/tag756.xml><?xml version="1.0" encoding="utf-8"?>
<p:tagLst xmlns:a="http://schemas.openxmlformats.org/drawingml/2006/main" xmlns:r="http://schemas.openxmlformats.org/officeDocument/2006/relationships" xmlns:p="http://schemas.openxmlformats.org/presentationml/2006/main">
  <p:tag name="THINKCELLSHAPEDONOTDELETE" val="tsbv4WutIqF6_h1TKb4yS2g"/>
</p:tagLst>
</file>

<file path=ppt/tags/tag757.xml><?xml version="1.0" encoding="utf-8"?>
<p:tagLst xmlns:a="http://schemas.openxmlformats.org/drawingml/2006/main" xmlns:r="http://schemas.openxmlformats.org/officeDocument/2006/relationships" xmlns:p="http://schemas.openxmlformats.org/presentationml/2006/main">
  <p:tag name="THINKCELLSHAPEDONOTDELETE" val="tKAbCfRuZxn7hUaetcK4g_g"/>
</p:tagLst>
</file>

<file path=ppt/tags/tag758.xml><?xml version="1.0" encoding="utf-8"?>
<p:tagLst xmlns:a="http://schemas.openxmlformats.org/drawingml/2006/main" xmlns:r="http://schemas.openxmlformats.org/officeDocument/2006/relationships" xmlns:p="http://schemas.openxmlformats.org/presentationml/2006/main">
  <p:tag name="THINKCELLSHAPEDONOTDELETE" val="t0bIhF.sWC_DhJaojvgy0Ww"/>
</p:tagLst>
</file>

<file path=ppt/tags/tag759.xml><?xml version="1.0" encoding="utf-8"?>
<p:tagLst xmlns:a="http://schemas.openxmlformats.org/drawingml/2006/main" xmlns:r="http://schemas.openxmlformats.org/officeDocument/2006/relationships" xmlns:p="http://schemas.openxmlformats.org/presentationml/2006/main">
  <p:tag name="THINKCELLSHAPEDONOTDELETE" val="t0nBmN7Q6FwFCcGK.jlRPmw"/>
</p:tagLst>
</file>

<file path=ppt/tags/tag760.xml><?xml version="1.0" encoding="utf-8"?>
<p:tagLst xmlns:a="http://schemas.openxmlformats.org/drawingml/2006/main" xmlns:r="http://schemas.openxmlformats.org/officeDocument/2006/relationships" xmlns:p="http://schemas.openxmlformats.org/presentationml/2006/main">
  <p:tag name="THINKCELLSHAPEDONOTDELETE" val="tN5Su6tjIPNXbdRy_k0.GJg"/>
</p:tagLst>
</file>

<file path=ppt/tags/tag761.xml><?xml version="1.0" encoding="utf-8"?>
<p:tagLst xmlns:a="http://schemas.openxmlformats.org/drawingml/2006/main" xmlns:r="http://schemas.openxmlformats.org/officeDocument/2006/relationships" xmlns:p="http://schemas.openxmlformats.org/presentationml/2006/main">
  <p:tag name="THINKCELLSHAPEDONOTDELETE" val="tIOtgj4G_KMjrQ_8Bk0T4mw"/>
</p:tagLst>
</file>

<file path=ppt/theme/theme1.xml><?xml version="1.0" encoding="utf-8"?>
<a:theme xmlns:a="http://schemas.openxmlformats.org/drawingml/2006/main" name="Slideworks">
  <a:themeElements>
    <a:clrScheme name="Slideworks 2025 (updated)">
      <a:dk1>
        <a:srgbClr val="000000"/>
      </a:dk1>
      <a:lt1>
        <a:srgbClr val="FFFFFF"/>
      </a:lt1>
      <a:dk2>
        <a:srgbClr val="000000"/>
      </a:dk2>
      <a:lt2>
        <a:srgbClr val="FFFFFF"/>
      </a:lt2>
      <a:accent1>
        <a:srgbClr val="051C2C"/>
      </a:accent1>
      <a:accent2>
        <a:srgbClr val="22A3DF"/>
      </a:accent2>
      <a:accent3>
        <a:srgbClr val="2222F6"/>
      </a:accent3>
      <a:accent4>
        <a:srgbClr val="1877A2"/>
      </a:accent4>
      <a:accent5>
        <a:srgbClr val="A2D5EC"/>
      </a:accent5>
      <a:accent6>
        <a:srgbClr val="F8BC3B"/>
      </a:accent6>
      <a:hlink>
        <a:srgbClr val="3478AB"/>
      </a:hlink>
      <a:folHlink>
        <a:srgbClr val="8B78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Presentation12" id="{1FA589A1-0B2A-4F44-97D9-C242F3010324}" vid="{DFEAFBB2-D4D4-764F-80C1-244A30EA48A6}"/>
    </a:ext>
  </a:extLst>
</a:theme>
</file>

<file path=ppt/theme/theme2.xml><?xml version="1.0" encoding="utf-8"?>
<a:theme xmlns:a="http://schemas.openxmlformats.org/drawingml/2006/main" name="1_Accenture 2020">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Presentation1" id="{2FBF4F2E-F087-4272-92B7-EBFC9338E4E0}" vid="{7D8D2FDC-5BB6-426F-B842-14018C48757E}"/>
    </a:ext>
  </a:extLst>
</a:theme>
</file>

<file path=ppt/theme/theme3.xml><?xml version="1.0" encoding="utf-8"?>
<a:theme xmlns:a="http://schemas.openxmlformats.org/drawingml/2006/main" name="1_Slideworks">
  <a:themeElements>
    <a:clrScheme name="Slideworks 2025 (updated)">
      <a:dk1>
        <a:srgbClr val="000000"/>
      </a:dk1>
      <a:lt1>
        <a:srgbClr val="FFFFFF"/>
      </a:lt1>
      <a:dk2>
        <a:srgbClr val="000000"/>
      </a:dk2>
      <a:lt2>
        <a:srgbClr val="FFFFFF"/>
      </a:lt2>
      <a:accent1>
        <a:srgbClr val="051C2C"/>
      </a:accent1>
      <a:accent2>
        <a:srgbClr val="22A3DF"/>
      </a:accent2>
      <a:accent3>
        <a:srgbClr val="2222F6"/>
      </a:accent3>
      <a:accent4>
        <a:srgbClr val="1877A2"/>
      </a:accent4>
      <a:accent5>
        <a:srgbClr val="A2D5EC"/>
      </a:accent5>
      <a:accent6>
        <a:srgbClr val="F8BC3B"/>
      </a:accent6>
      <a:hlink>
        <a:srgbClr val="3478AB"/>
      </a:hlink>
      <a:folHlink>
        <a:srgbClr val="8B78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Presentation12" id="{1FA589A1-0B2A-4F44-97D9-C242F3010324}" vid="{DFEAFBB2-D4D4-764F-80C1-244A30EA48A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Slideworks</Template>
  <TotalTime>2855</TotalTime>
  <Words>2276</Words>
  <Application>Microsoft Office PowerPoint</Application>
  <PresentationFormat>Widescreen</PresentationFormat>
  <Paragraphs>371</Paragraphs>
  <Slides>11</Slides>
  <Notes>4</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11</vt:i4>
      </vt:variant>
    </vt:vector>
  </HeadingPairs>
  <TitlesOfParts>
    <vt:vector size="26" baseType="lpstr">
      <vt:lpstr>Aptos</vt:lpstr>
      <vt:lpstr>Arial</vt:lpstr>
      <vt:lpstr>Calibri</vt:lpstr>
      <vt:lpstr>Georgia</vt:lpstr>
      <vt:lpstr>Graphik</vt:lpstr>
      <vt:lpstr>Graphik Regular</vt:lpstr>
      <vt:lpstr>Graphik Semibold</vt:lpstr>
      <vt:lpstr>GT Sectra Fine Rg</vt:lpstr>
      <vt:lpstr>Segoe UI</vt:lpstr>
      <vt:lpstr>System Font</vt:lpstr>
      <vt:lpstr>Wingdings</vt:lpstr>
      <vt:lpstr>Slideworks</vt:lpstr>
      <vt:lpstr>1_Accenture 2020</vt:lpstr>
      <vt:lpstr>1_Slideworks</vt:lpstr>
      <vt:lpstr>think-cell Slide</vt:lpstr>
      <vt:lpstr>Roadmaps</vt:lpstr>
      <vt:lpstr>Timeline / Process / Approach</vt:lpstr>
      <vt:lpstr>Timeline / Process / Approach</vt:lpstr>
      <vt:lpstr>Timeline / Process / Approach</vt:lpstr>
      <vt:lpstr>Timeline / Process / Approach</vt:lpstr>
      <vt:lpstr>Timeline / Process</vt:lpstr>
      <vt:lpstr>Timeline / Process / Approach</vt:lpstr>
      <vt:lpstr>[Project] will evolve in three major phases</vt:lpstr>
      <vt:lpstr>High-level timeline for next [insert timeframe]</vt:lpstr>
      <vt:lpstr>II. [Sanitized number] country launches can be supported per year depending on resourcing in HQ and local divisions</vt:lpstr>
      <vt:lpstr>[Overview of key meetings / Insert action title]</vt:lpstr>
    </vt:vector>
  </TitlesOfParts>
  <Manager>Slideworks</Manager>
  <Company>Slideworks ApS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Slideworks Business Case Template</dc:title>
  <dc:subject>Business case</dc:subject>
  <dc:creator>Slideworks</dc:creator>
  <cp:keywords>project management, business development, consulting</cp:keywords>
  <dc:description>Copyright of Slideworks.io. Any unauthorized distribution prohibited. See our full terms and conditions at https://slideworks.io/terms</dc:description>
  <cp:lastModifiedBy>Peralta, Mario</cp:lastModifiedBy>
  <cp:revision>362</cp:revision>
  <dcterms:created xsi:type="dcterms:W3CDTF">2025-08-18T13:32:02Z</dcterms:created>
  <dcterms:modified xsi:type="dcterms:W3CDTF">2026-04-20T22:58:35Z</dcterms:modified>
  <cp:category>Management consulting, presentation design, business</cp:category>
</cp:coreProperties>
</file>