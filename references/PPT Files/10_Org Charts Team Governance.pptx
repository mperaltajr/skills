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2.xml" ContentType="application/vnd.openxmlformats-officedocument.theme+xml"/>
  <Override PartName="/ppt/tags/tag330.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33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185" r:id="rId1"/>
    <p:sldMasterId id="2147484328" r:id="rId2"/>
  </p:sldMasterIdLst>
  <p:notesMasterIdLst>
    <p:notesMasterId r:id="rId10"/>
  </p:notesMasterIdLst>
  <p:handoutMasterIdLst>
    <p:handoutMasterId r:id="rId11"/>
  </p:handoutMasterIdLst>
  <p:sldIdLst>
    <p:sldId id="2147471492" r:id="rId3"/>
    <p:sldId id="2147375555" r:id="rId4"/>
    <p:sldId id="2147375775" r:id="rId5"/>
    <p:sldId id="2147375556" r:id="rId6"/>
    <p:sldId id="2147375559" r:id="rId7"/>
    <p:sldId id="2147375561" r:id="rId8"/>
    <p:sldId id="2147471559" r:id="rId9"/>
  </p:sldIdLst>
  <p:sldSz cx="12192000" cy="6858000"/>
  <p:notesSz cx="6858000" cy="9144000"/>
  <p:custDataLst>
    <p:tags r:id="rId12"/>
  </p:custDataLst>
  <p:defaultTextStyle>
    <a:defPPr>
      <a:defRPr lang="en-D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15"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DF3D7"/>
    <a:srgbClr val="99E6A9"/>
    <a:srgbClr val="D9EED3"/>
    <a:srgbClr val="8AE694"/>
    <a:srgbClr val="F0ACAD"/>
    <a:srgbClr val="D8EED2"/>
    <a:srgbClr val="FFD2D3"/>
    <a:srgbClr val="F9D3D2"/>
    <a:srgbClr val="BDF1C6"/>
    <a:srgbClr val="AAFF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183"/>
    <p:restoredTop sz="93574"/>
  </p:normalViewPr>
  <p:slideViewPr>
    <p:cSldViewPr snapToGrid="0" showGuides="1">
      <p:cViewPr varScale="1">
        <p:scale>
          <a:sx n="92" d="100"/>
          <a:sy n="92" d="100"/>
        </p:scale>
        <p:origin x="618" y="306"/>
      </p:cViewPr>
      <p:guideLst>
        <p:guide orient="horz" pos="2115"/>
        <p:guide pos="3817"/>
      </p:guideLst>
    </p:cSldViewPr>
  </p:slideViewPr>
  <p:outlineViewPr>
    <p:cViewPr>
      <p:scale>
        <a:sx n="33" d="100"/>
        <a:sy n="33" d="100"/>
      </p:scale>
      <p:origin x="0" y="-8536"/>
    </p:cViewPr>
  </p:outlineViewPr>
  <p:notesTextViewPr>
    <p:cViewPr>
      <p:scale>
        <a:sx n="90" d="100"/>
        <a:sy n="90" d="100"/>
      </p:scale>
      <p:origin x="0" y="0"/>
    </p:cViewPr>
  </p:notesTextViewPr>
  <p:sorterViewPr>
    <p:cViewPr>
      <p:scale>
        <a:sx n="20" d="100"/>
        <a:sy n="20" d="100"/>
      </p:scale>
      <p:origin x="0" y="0"/>
    </p:cViewPr>
  </p:sorterViewPr>
  <p:notesViewPr>
    <p:cSldViewPr snapToGrid="0" showGuides="1">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tags" Target="tags/tag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BA3AEA8-7145-3B46-467D-FE8035BB5B7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K">
              <a:latin typeface="Arial" panose="020B0604020202020204" pitchFamily="34" charset="0"/>
            </a:endParaRPr>
          </a:p>
        </p:txBody>
      </p:sp>
      <p:sp>
        <p:nvSpPr>
          <p:cNvPr id="3" name="Date Placeholder 2">
            <a:extLst>
              <a:ext uri="{FF2B5EF4-FFF2-40B4-BE49-F238E27FC236}">
                <a16:creationId xmlns:a16="http://schemas.microsoft.com/office/drawing/2014/main" id="{5DDDF294-DA80-FE06-BE5D-61F0381D9C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5CE297-58AE-AB45-BA01-DE87D03C6280}" type="datetimeFigureOut">
              <a:rPr lang="en-DK" smtClean="0">
                <a:latin typeface="Arial" panose="020B0604020202020204" pitchFamily="34" charset="0"/>
              </a:rPr>
              <a:t>04/20/2026</a:t>
            </a:fld>
            <a:endParaRPr lang="en-DK">
              <a:latin typeface="Arial" panose="020B0604020202020204" pitchFamily="34" charset="0"/>
            </a:endParaRPr>
          </a:p>
        </p:txBody>
      </p:sp>
      <p:sp>
        <p:nvSpPr>
          <p:cNvPr id="4" name="Footer Placeholder 3">
            <a:extLst>
              <a:ext uri="{FF2B5EF4-FFF2-40B4-BE49-F238E27FC236}">
                <a16:creationId xmlns:a16="http://schemas.microsoft.com/office/drawing/2014/main" id="{35EBDDF6-2C4B-DDB9-1B91-0FF64E49DE6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DK">
              <a:latin typeface="Arial" panose="020B0604020202020204" pitchFamily="34" charset="0"/>
            </a:endParaRPr>
          </a:p>
        </p:txBody>
      </p:sp>
      <p:sp>
        <p:nvSpPr>
          <p:cNvPr id="5" name="Slide Number Placeholder 4">
            <a:extLst>
              <a:ext uri="{FF2B5EF4-FFF2-40B4-BE49-F238E27FC236}">
                <a16:creationId xmlns:a16="http://schemas.microsoft.com/office/drawing/2014/main" id="{EFD591D7-7EBB-B29F-E28A-D976E9102BF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75D3F3-CF65-F84F-94C3-BE9E59EB410B}" type="slidenum">
              <a:rPr lang="en-DK" smtClean="0">
                <a:latin typeface="Arial" panose="020B0604020202020204" pitchFamily="34" charset="0"/>
              </a:rPr>
              <a:t>‹#›</a:t>
            </a:fld>
            <a:endParaRPr lang="en-DK">
              <a:latin typeface="Arial" panose="020B0604020202020204" pitchFamily="34" charset="0"/>
            </a:endParaRPr>
          </a:p>
        </p:txBody>
      </p:sp>
    </p:spTree>
    <p:extLst>
      <p:ext uri="{BB962C8B-B14F-4D97-AF65-F5344CB8AC3E}">
        <p14:creationId xmlns:p14="http://schemas.microsoft.com/office/powerpoint/2010/main" val="17438242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D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ADF2B39A-E3F6-634C-B40F-EA6B645C08D7}" type="datetimeFigureOut">
              <a:rPr lang="en-DK" smtClean="0"/>
              <a:pPr/>
              <a:t>04/20/2026</a:t>
            </a:fld>
            <a:endParaRPr lang="en-D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D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D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CF1CD82C-8186-9E41-8B8B-F66E4066A413}" type="slidenum">
              <a:rPr lang="en-DK" smtClean="0"/>
              <a:pPr/>
              <a:t>‹#›</a:t>
            </a:fld>
            <a:endParaRPr lang="en-DK"/>
          </a:p>
        </p:txBody>
      </p:sp>
    </p:spTree>
    <p:extLst>
      <p:ext uri="{BB962C8B-B14F-4D97-AF65-F5344CB8AC3E}">
        <p14:creationId xmlns:p14="http://schemas.microsoft.com/office/powerpoint/2010/main" val="804914349"/>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lumMod val="75000"/>
                  <a:lumOff val="25000"/>
                </a:srgbClr>
              </a:solidFill>
              <a:effectLst/>
              <a:uLnTx/>
              <a:uFillTx/>
              <a:latin typeface="Graphik Light" panose="020B0403030202060203" pitchFamily="34"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80493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lumMod val="75000"/>
                  <a:lumOff val="25000"/>
                </a:srgbClr>
              </a:solidFill>
              <a:effectLst/>
              <a:uLnTx/>
              <a:uFillTx/>
              <a:latin typeface="Graphik Light" panose="020B0403030202060203" pitchFamily="34"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92448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lumMod val="75000"/>
                  <a:lumOff val="25000"/>
                </a:srgbClr>
              </a:solidFill>
              <a:effectLst/>
              <a:uLnTx/>
              <a:uFillTx/>
              <a:latin typeface="Graphik Light" panose="020B0403030202060203" pitchFamily="34"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60430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lumMod val="75000"/>
                  <a:lumOff val="25000"/>
                </a:srgbClr>
              </a:solidFill>
              <a:effectLst/>
              <a:uLnTx/>
              <a:uFillTx/>
              <a:latin typeface="Graphik Light" panose="020B0403030202060203" pitchFamily="34"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33021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1200" cap="none" spc="0" normalizeH="0" baseline="0" noProof="0">
              <a:ln>
                <a:noFill/>
              </a:ln>
              <a:solidFill>
                <a:srgbClr val="000000">
                  <a:lumMod val="75000"/>
                  <a:lumOff val="25000"/>
                </a:srgbClr>
              </a:solidFill>
              <a:effectLst/>
              <a:uLnTx/>
              <a:uFillTx/>
              <a:latin typeface="Graphik Light" panose="020B0403030202060203" pitchFamily="34"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6E8A87-18DA-4CCE-A8C2-BDBC489258C6}"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76814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atin typeface="Arial" panose="020B0604020202020204" pitchFamily="34" charset="0"/>
              <a:cs typeface="Arial" panose="020B0604020202020204" pitchFamily="34" charset="0"/>
            </a:endParaRPr>
          </a:p>
        </p:txBody>
      </p:sp>
      <p:sp>
        <p:nvSpPr>
          <p:cNvPr id="4" name="Slide Number Placeholder 3"/>
          <p:cNvSpPr>
            <a:spLocks noGrp="1"/>
          </p:cNvSpPr>
          <p:nvPr>
            <p:ph type="sldNum" idx="12"/>
          </p:nvPr>
        </p:nvSpPr>
        <p:spPr/>
        <p: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GB" sz="1200" u="none" strike="noStrike" kern="0" cap="none" spc="0" normalizeH="0" baseline="0" noProof="0" smtClean="0">
                <a:ln>
                  <a:noFill/>
                </a:ln>
                <a:solidFill>
                  <a:srgbClr val="000000"/>
                </a:solidFill>
                <a:effectLst/>
                <a:uLnTx/>
                <a:uFillTx/>
                <a:ea typeface="Calibri"/>
                <a:sym typeface="Calibri"/>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7</a:t>
            </a:fld>
            <a:endParaRPr kumimoji="0" lang="en-GB" sz="1200" u="none" strike="noStrike" kern="0" cap="none" spc="0" normalizeH="0" baseline="0" noProof="0" dirty="0">
              <a:ln>
                <a:noFill/>
              </a:ln>
              <a:solidFill>
                <a:srgbClr val="000000"/>
              </a:solidFill>
              <a:effectLst/>
              <a:uLnTx/>
              <a:uFillTx/>
              <a:ea typeface="Calibri"/>
              <a:sym typeface="Calibri"/>
            </a:endParaRPr>
          </a:p>
        </p:txBody>
      </p:sp>
    </p:spTree>
    <p:extLst>
      <p:ext uri="{BB962C8B-B14F-4D97-AF65-F5344CB8AC3E}">
        <p14:creationId xmlns:p14="http://schemas.microsoft.com/office/powerpoint/2010/main" val="194712849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46.xml"/><Relationship Id="rId2" Type="http://schemas.openxmlformats.org/officeDocument/2006/relationships/tags" Target="../tags/tag45.xml"/><Relationship Id="rId1" Type="http://schemas.openxmlformats.org/officeDocument/2006/relationships/tags" Target="../tags/tag44.xml"/><Relationship Id="rId6" Type="http://schemas.openxmlformats.org/officeDocument/2006/relationships/slideMaster" Target="../slideMasters/slideMaster1.xml"/><Relationship Id="rId5" Type="http://schemas.openxmlformats.org/officeDocument/2006/relationships/tags" Target="../tags/tag48.xml"/><Relationship Id="rId4" Type="http://schemas.openxmlformats.org/officeDocument/2006/relationships/tags" Target="../tags/tag47.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6" Type="http://schemas.openxmlformats.org/officeDocument/2006/relationships/slideMaster" Target="../slideMasters/slideMaster1.xml"/><Relationship Id="rId5" Type="http://schemas.openxmlformats.org/officeDocument/2006/relationships/tags" Target="../tags/tag58.xml"/><Relationship Id="rId4" Type="http://schemas.openxmlformats.org/officeDocument/2006/relationships/tags" Target="../tags/tag57.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slideMaster" Target="../slideMasters/slideMaster1.xml"/><Relationship Id="rId5" Type="http://schemas.openxmlformats.org/officeDocument/2006/relationships/tags" Target="../tags/tag63.xml"/><Relationship Id="rId4" Type="http://schemas.openxmlformats.org/officeDocument/2006/relationships/tags" Target="../tags/tag62.xml"/></Relationships>
</file>

<file path=ppt/slideLayouts/_rels/slideLayout5.xml.rels><?xml version="1.0" encoding="UTF-8" standalone="yes"?>
<Relationships xmlns="http://schemas.openxmlformats.org/package/2006/relationships"><Relationship Id="rId3" Type="http://schemas.openxmlformats.org/officeDocument/2006/relationships/tags" Target="../tags/tag66.xml"/><Relationship Id="rId2" Type="http://schemas.openxmlformats.org/officeDocument/2006/relationships/tags" Target="../tags/tag65.xml"/><Relationship Id="rId1" Type="http://schemas.openxmlformats.org/officeDocument/2006/relationships/tags" Target="../tags/tag64.xml"/><Relationship Id="rId6" Type="http://schemas.openxmlformats.org/officeDocument/2006/relationships/slideMaster" Target="../slideMasters/slideMaster1.xml"/><Relationship Id="rId5" Type="http://schemas.openxmlformats.org/officeDocument/2006/relationships/tags" Target="../tags/tag68.xml"/><Relationship Id="rId4" Type="http://schemas.openxmlformats.org/officeDocument/2006/relationships/tags" Target="../tags/tag67.xml"/></Relationships>
</file>

<file path=ppt/slideLayouts/_rels/slideLayout6.xml.rels><?xml version="1.0" encoding="UTF-8" standalone="yes"?>
<Relationships xmlns="http://schemas.openxmlformats.org/package/2006/relationships"><Relationship Id="rId8" Type="http://schemas.openxmlformats.org/officeDocument/2006/relationships/tags" Target="../tags/tag76.xml"/><Relationship Id="rId13" Type="http://schemas.openxmlformats.org/officeDocument/2006/relationships/tags" Target="../tags/tag81.xml"/><Relationship Id="rId18" Type="http://schemas.openxmlformats.org/officeDocument/2006/relationships/slideMaster" Target="../slideMasters/slideMaster1.xml"/><Relationship Id="rId3" Type="http://schemas.openxmlformats.org/officeDocument/2006/relationships/tags" Target="../tags/tag71.xml"/><Relationship Id="rId7" Type="http://schemas.openxmlformats.org/officeDocument/2006/relationships/tags" Target="../tags/tag75.xml"/><Relationship Id="rId12" Type="http://schemas.openxmlformats.org/officeDocument/2006/relationships/tags" Target="../tags/tag80.xml"/><Relationship Id="rId17" Type="http://schemas.openxmlformats.org/officeDocument/2006/relationships/tags" Target="../tags/tag85.xml"/><Relationship Id="rId2" Type="http://schemas.openxmlformats.org/officeDocument/2006/relationships/tags" Target="../tags/tag70.xml"/><Relationship Id="rId16" Type="http://schemas.openxmlformats.org/officeDocument/2006/relationships/tags" Target="../tags/tag84.xml"/><Relationship Id="rId1" Type="http://schemas.openxmlformats.org/officeDocument/2006/relationships/tags" Target="../tags/tag69.xml"/><Relationship Id="rId6" Type="http://schemas.openxmlformats.org/officeDocument/2006/relationships/tags" Target="../tags/tag74.xml"/><Relationship Id="rId11" Type="http://schemas.openxmlformats.org/officeDocument/2006/relationships/tags" Target="../tags/tag79.xml"/><Relationship Id="rId5" Type="http://schemas.openxmlformats.org/officeDocument/2006/relationships/tags" Target="../tags/tag73.xml"/><Relationship Id="rId15" Type="http://schemas.openxmlformats.org/officeDocument/2006/relationships/tags" Target="../tags/tag83.xml"/><Relationship Id="rId10" Type="http://schemas.openxmlformats.org/officeDocument/2006/relationships/tags" Target="../tags/tag78.xml"/><Relationship Id="rId4" Type="http://schemas.openxmlformats.org/officeDocument/2006/relationships/tags" Target="../tags/tag72.xml"/><Relationship Id="rId9" Type="http://schemas.openxmlformats.org/officeDocument/2006/relationships/tags" Target="../tags/tag77.xml"/><Relationship Id="rId14" Type="http://schemas.openxmlformats.org/officeDocument/2006/relationships/tags" Target="../tags/tag82.xml"/></Relationships>
</file>

<file path=ppt/slideLayouts/_rels/slideLayout7.xml.rels><?xml version="1.0" encoding="UTF-8" standalone="yes"?>
<Relationships xmlns="http://schemas.openxmlformats.org/package/2006/relationships"><Relationship Id="rId8" Type="http://schemas.openxmlformats.org/officeDocument/2006/relationships/tags" Target="../tags/tag93.xml"/><Relationship Id="rId13" Type="http://schemas.openxmlformats.org/officeDocument/2006/relationships/tags" Target="../tags/tag98.xml"/><Relationship Id="rId18" Type="http://schemas.openxmlformats.org/officeDocument/2006/relationships/slideMaster" Target="../slideMasters/slideMaster1.xml"/><Relationship Id="rId3" Type="http://schemas.openxmlformats.org/officeDocument/2006/relationships/tags" Target="../tags/tag88.xml"/><Relationship Id="rId7" Type="http://schemas.openxmlformats.org/officeDocument/2006/relationships/tags" Target="../tags/tag92.xml"/><Relationship Id="rId12" Type="http://schemas.openxmlformats.org/officeDocument/2006/relationships/tags" Target="../tags/tag97.xml"/><Relationship Id="rId17" Type="http://schemas.openxmlformats.org/officeDocument/2006/relationships/tags" Target="../tags/tag102.xml"/><Relationship Id="rId2" Type="http://schemas.openxmlformats.org/officeDocument/2006/relationships/tags" Target="../tags/tag87.xml"/><Relationship Id="rId16" Type="http://schemas.openxmlformats.org/officeDocument/2006/relationships/tags" Target="../tags/tag101.xml"/><Relationship Id="rId1" Type="http://schemas.openxmlformats.org/officeDocument/2006/relationships/tags" Target="../tags/tag86.xml"/><Relationship Id="rId6" Type="http://schemas.openxmlformats.org/officeDocument/2006/relationships/tags" Target="../tags/tag91.xml"/><Relationship Id="rId11" Type="http://schemas.openxmlformats.org/officeDocument/2006/relationships/tags" Target="../tags/tag96.xml"/><Relationship Id="rId5" Type="http://schemas.openxmlformats.org/officeDocument/2006/relationships/tags" Target="../tags/tag90.xml"/><Relationship Id="rId15" Type="http://schemas.openxmlformats.org/officeDocument/2006/relationships/tags" Target="../tags/tag100.xml"/><Relationship Id="rId10" Type="http://schemas.openxmlformats.org/officeDocument/2006/relationships/tags" Target="../tags/tag95.xml"/><Relationship Id="rId4" Type="http://schemas.openxmlformats.org/officeDocument/2006/relationships/tags" Target="../tags/tag89.xml"/><Relationship Id="rId9" Type="http://schemas.openxmlformats.org/officeDocument/2006/relationships/tags" Target="../tags/tag94.xml"/><Relationship Id="rId14" Type="http://schemas.openxmlformats.org/officeDocument/2006/relationships/tags" Target="../tags/tag99.xml"/></Relationships>
</file>

<file path=ppt/slideLayouts/_rels/slideLayout8.xml.rels><?xml version="1.0" encoding="UTF-8" standalone="yes"?>
<Relationships xmlns="http://schemas.openxmlformats.org/package/2006/relationships"><Relationship Id="rId8" Type="http://schemas.openxmlformats.org/officeDocument/2006/relationships/tags" Target="../tags/tag110.xml"/><Relationship Id="rId13" Type="http://schemas.openxmlformats.org/officeDocument/2006/relationships/tags" Target="../tags/tag115.xml"/><Relationship Id="rId18" Type="http://schemas.openxmlformats.org/officeDocument/2006/relationships/tags" Target="../tags/tag120.xml"/><Relationship Id="rId3" Type="http://schemas.openxmlformats.org/officeDocument/2006/relationships/tags" Target="../tags/tag105.xml"/><Relationship Id="rId7" Type="http://schemas.openxmlformats.org/officeDocument/2006/relationships/tags" Target="../tags/tag109.xml"/><Relationship Id="rId12" Type="http://schemas.openxmlformats.org/officeDocument/2006/relationships/tags" Target="../tags/tag114.xml"/><Relationship Id="rId17" Type="http://schemas.openxmlformats.org/officeDocument/2006/relationships/tags" Target="../tags/tag119.xml"/><Relationship Id="rId2" Type="http://schemas.openxmlformats.org/officeDocument/2006/relationships/tags" Target="../tags/tag104.xml"/><Relationship Id="rId16" Type="http://schemas.openxmlformats.org/officeDocument/2006/relationships/tags" Target="../tags/tag118.xml"/><Relationship Id="rId20" Type="http://schemas.openxmlformats.org/officeDocument/2006/relationships/slideMaster" Target="../slideMasters/slideMaster1.xml"/><Relationship Id="rId1" Type="http://schemas.openxmlformats.org/officeDocument/2006/relationships/tags" Target="../tags/tag103.xml"/><Relationship Id="rId6" Type="http://schemas.openxmlformats.org/officeDocument/2006/relationships/tags" Target="../tags/tag108.xml"/><Relationship Id="rId11" Type="http://schemas.openxmlformats.org/officeDocument/2006/relationships/tags" Target="../tags/tag113.xml"/><Relationship Id="rId5" Type="http://schemas.openxmlformats.org/officeDocument/2006/relationships/tags" Target="../tags/tag107.xml"/><Relationship Id="rId15" Type="http://schemas.openxmlformats.org/officeDocument/2006/relationships/tags" Target="../tags/tag117.xml"/><Relationship Id="rId10" Type="http://schemas.openxmlformats.org/officeDocument/2006/relationships/tags" Target="../tags/tag112.xml"/><Relationship Id="rId19" Type="http://schemas.openxmlformats.org/officeDocument/2006/relationships/tags" Target="../tags/tag121.xml"/><Relationship Id="rId4" Type="http://schemas.openxmlformats.org/officeDocument/2006/relationships/tags" Target="../tags/tag106.xml"/><Relationship Id="rId9" Type="http://schemas.openxmlformats.org/officeDocument/2006/relationships/tags" Target="../tags/tag111.xml"/><Relationship Id="rId14" Type="http://schemas.openxmlformats.org/officeDocument/2006/relationships/tags" Target="../tags/tag116.xml"/></Relationships>
</file>

<file path=ppt/slideLayouts/_rels/slideLayout9.xml.rels><?xml version="1.0" encoding="UTF-8" standalone="yes"?>
<Relationships xmlns="http://schemas.openxmlformats.org/package/2006/relationships"><Relationship Id="rId8" Type="http://schemas.openxmlformats.org/officeDocument/2006/relationships/tags" Target="../tags/tag129.xml"/><Relationship Id="rId13" Type="http://schemas.openxmlformats.org/officeDocument/2006/relationships/tags" Target="../tags/tag134.xml"/><Relationship Id="rId18" Type="http://schemas.openxmlformats.org/officeDocument/2006/relationships/tags" Target="../tags/tag139.xml"/><Relationship Id="rId3" Type="http://schemas.openxmlformats.org/officeDocument/2006/relationships/tags" Target="../tags/tag124.xml"/><Relationship Id="rId7" Type="http://schemas.openxmlformats.org/officeDocument/2006/relationships/tags" Target="../tags/tag128.xml"/><Relationship Id="rId12" Type="http://schemas.openxmlformats.org/officeDocument/2006/relationships/tags" Target="../tags/tag133.xml"/><Relationship Id="rId17" Type="http://schemas.openxmlformats.org/officeDocument/2006/relationships/tags" Target="../tags/tag138.xml"/><Relationship Id="rId2" Type="http://schemas.openxmlformats.org/officeDocument/2006/relationships/tags" Target="../tags/tag123.xml"/><Relationship Id="rId16" Type="http://schemas.openxmlformats.org/officeDocument/2006/relationships/tags" Target="../tags/tag137.xml"/><Relationship Id="rId1" Type="http://schemas.openxmlformats.org/officeDocument/2006/relationships/tags" Target="../tags/tag122.xml"/><Relationship Id="rId6" Type="http://schemas.openxmlformats.org/officeDocument/2006/relationships/tags" Target="../tags/tag127.xml"/><Relationship Id="rId11" Type="http://schemas.openxmlformats.org/officeDocument/2006/relationships/tags" Target="../tags/tag132.xml"/><Relationship Id="rId5" Type="http://schemas.openxmlformats.org/officeDocument/2006/relationships/tags" Target="../tags/tag126.xml"/><Relationship Id="rId15" Type="http://schemas.openxmlformats.org/officeDocument/2006/relationships/tags" Target="../tags/tag136.xml"/><Relationship Id="rId10" Type="http://schemas.openxmlformats.org/officeDocument/2006/relationships/tags" Target="../tags/tag131.xml"/><Relationship Id="rId19" Type="http://schemas.openxmlformats.org/officeDocument/2006/relationships/slideMaster" Target="../slideMasters/slideMaster1.xml"/><Relationship Id="rId4" Type="http://schemas.openxmlformats.org/officeDocument/2006/relationships/tags" Target="../tags/tag125.xml"/><Relationship Id="rId9" Type="http://schemas.openxmlformats.org/officeDocument/2006/relationships/tags" Target="../tags/tag130.xml"/><Relationship Id="rId14" Type="http://schemas.openxmlformats.org/officeDocument/2006/relationships/tags" Target="../tags/tag135.xml"/></Relationships>
</file>

<file path=ppt/slideLayouts/_rels/slideLayout10.xml.rels><?xml version="1.0" encoding="UTF-8" standalone="yes"?>
<Relationships xmlns="http://schemas.openxmlformats.org/package/2006/relationships"><Relationship Id="rId8" Type="http://schemas.openxmlformats.org/officeDocument/2006/relationships/tags" Target="../tags/tag147.xml"/><Relationship Id="rId13" Type="http://schemas.openxmlformats.org/officeDocument/2006/relationships/tags" Target="../tags/tag152.xml"/><Relationship Id="rId18" Type="http://schemas.openxmlformats.org/officeDocument/2006/relationships/tags" Target="../tags/tag157.xml"/><Relationship Id="rId3" Type="http://schemas.openxmlformats.org/officeDocument/2006/relationships/tags" Target="../tags/tag142.xml"/><Relationship Id="rId7" Type="http://schemas.openxmlformats.org/officeDocument/2006/relationships/tags" Target="../tags/tag146.xml"/><Relationship Id="rId12" Type="http://schemas.openxmlformats.org/officeDocument/2006/relationships/tags" Target="../tags/tag151.xml"/><Relationship Id="rId17" Type="http://schemas.openxmlformats.org/officeDocument/2006/relationships/tags" Target="../tags/tag156.xml"/><Relationship Id="rId2" Type="http://schemas.openxmlformats.org/officeDocument/2006/relationships/tags" Target="../tags/tag141.xml"/><Relationship Id="rId16" Type="http://schemas.openxmlformats.org/officeDocument/2006/relationships/tags" Target="../tags/tag155.xml"/><Relationship Id="rId20" Type="http://schemas.openxmlformats.org/officeDocument/2006/relationships/slideMaster" Target="../slideMasters/slideMaster1.xml"/><Relationship Id="rId1" Type="http://schemas.openxmlformats.org/officeDocument/2006/relationships/tags" Target="../tags/tag140.xml"/><Relationship Id="rId6" Type="http://schemas.openxmlformats.org/officeDocument/2006/relationships/tags" Target="../tags/tag145.xml"/><Relationship Id="rId11" Type="http://schemas.openxmlformats.org/officeDocument/2006/relationships/tags" Target="../tags/tag150.xml"/><Relationship Id="rId5" Type="http://schemas.openxmlformats.org/officeDocument/2006/relationships/tags" Target="../tags/tag144.xml"/><Relationship Id="rId15" Type="http://schemas.openxmlformats.org/officeDocument/2006/relationships/tags" Target="../tags/tag154.xml"/><Relationship Id="rId10" Type="http://schemas.openxmlformats.org/officeDocument/2006/relationships/tags" Target="../tags/tag149.xml"/><Relationship Id="rId19" Type="http://schemas.openxmlformats.org/officeDocument/2006/relationships/tags" Target="../tags/tag158.xml"/><Relationship Id="rId4" Type="http://schemas.openxmlformats.org/officeDocument/2006/relationships/tags" Target="../tags/tag143.xml"/><Relationship Id="rId9" Type="http://schemas.openxmlformats.org/officeDocument/2006/relationships/tags" Target="../tags/tag148.xml"/><Relationship Id="rId14" Type="http://schemas.openxmlformats.org/officeDocument/2006/relationships/tags" Target="../tags/tag153.xml"/></Relationships>
</file>

<file path=ppt/slideLayouts/_rels/slideLayout11.xml.rels><?xml version="1.0" encoding="UTF-8" standalone="yes"?>
<Relationships xmlns="http://schemas.openxmlformats.org/package/2006/relationships"><Relationship Id="rId8" Type="http://schemas.openxmlformats.org/officeDocument/2006/relationships/tags" Target="../tags/tag166.xml"/><Relationship Id="rId13" Type="http://schemas.openxmlformats.org/officeDocument/2006/relationships/tags" Target="../tags/tag171.xml"/><Relationship Id="rId3" Type="http://schemas.openxmlformats.org/officeDocument/2006/relationships/tags" Target="../tags/tag161.xml"/><Relationship Id="rId7" Type="http://schemas.openxmlformats.org/officeDocument/2006/relationships/tags" Target="../tags/tag165.xml"/><Relationship Id="rId12" Type="http://schemas.openxmlformats.org/officeDocument/2006/relationships/tags" Target="../tags/tag170.xml"/><Relationship Id="rId2" Type="http://schemas.openxmlformats.org/officeDocument/2006/relationships/tags" Target="../tags/tag160.xml"/><Relationship Id="rId1" Type="http://schemas.openxmlformats.org/officeDocument/2006/relationships/tags" Target="../tags/tag159.xml"/><Relationship Id="rId6" Type="http://schemas.openxmlformats.org/officeDocument/2006/relationships/tags" Target="../tags/tag164.xml"/><Relationship Id="rId11" Type="http://schemas.openxmlformats.org/officeDocument/2006/relationships/tags" Target="../tags/tag169.xml"/><Relationship Id="rId5" Type="http://schemas.openxmlformats.org/officeDocument/2006/relationships/tags" Target="../tags/tag163.xml"/><Relationship Id="rId15" Type="http://schemas.openxmlformats.org/officeDocument/2006/relationships/slideMaster" Target="../slideMasters/slideMaster1.xml"/><Relationship Id="rId10" Type="http://schemas.openxmlformats.org/officeDocument/2006/relationships/tags" Target="../tags/tag168.xml"/><Relationship Id="rId4" Type="http://schemas.openxmlformats.org/officeDocument/2006/relationships/tags" Target="../tags/tag162.xml"/><Relationship Id="rId9" Type="http://schemas.openxmlformats.org/officeDocument/2006/relationships/tags" Target="../tags/tag167.xml"/><Relationship Id="rId14" Type="http://schemas.openxmlformats.org/officeDocument/2006/relationships/tags" Target="../tags/tag172.xml"/></Relationships>
</file>

<file path=ppt/slideLayouts/_rels/slideLayout12.xml.rels><?xml version="1.0" encoding="UTF-8" standalone="yes"?>
<Relationships xmlns="http://schemas.openxmlformats.org/package/2006/relationships"><Relationship Id="rId3" Type="http://schemas.openxmlformats.org/officeDocument/2006/relationships/tags" Target="../tags/tag175.xml"/><Relationship Id="rId2" Type="http://schemas.openxmlformats.org/officeDocument/2006/relationships/tags" Target="../tags/tag174.xml"/><Relationship Id="rId1" Type="http://schemas.openxmlformats.org/officeDocument/2006/relationships/tags" Target="../tags/tag173.xml"/><Relationship Id="rId4"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178.xml"/><Relationship Id="rId2" Type="http://schemas.openxmlformats.org/officeDocument/2006/relationships/tags" Target="../tags/tag177.xml"/><Relationship Id="rId1" Type="http://schemas.openxmlformats.org/officeDocument/2006/relationships/tags" Target="../tags/tag176.xml"/><Relationship Id="rId5" Type="http://schemas.openxmlformats.org/officeDocument/2006/relationships/slideMaster" Target="../slideMasters/slideMaster1.xml"/><Relationship Id="rId4" Type="http://schemas.openxmlformats.org/officeDocument/2006/relationships/tags" Target="../tags/tag179.xml"/></Relationships>
</file>

<file path=ppt/slideLayouts/_rels/slideLayout14.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82.xml"/><Relationship Id="rId7" Type="http://schemas.openxmlformats.org/officeDocument/2006/relationships/tags" Target="../tags/tag186.xml"/><Relationship Id="rId2" Type="http://schemas.openxmlformats.org/officeDocument/2006/relationships/tags" Target="../tags/tag181.xml"/><Relationship Id="rId1" Type="http://schemas.openxmlformats.org/officeDocument/2006/relationships/tags" Target="../tags/tag180.xml"/><Relationship Id="rId6" Type="http://schemas.openxmlformats.org/officeDocument/2006/relationships/tags" Target="../tags/tag185.xml"/><Relationship Id="rId5" Type="http://schemas.openxmlformats.org/officeDocument/2006/relationships/tags" Target="../tags/tag184.xml"/><Relationship Id="rId4" Type="http://schemas.openxmlformats.org/officeDocument/2006/relationships/tags" Target="../tags/tag183.xml"/></Relationships>
</file>

<file path=ppt/slideLayouts/_rels/slideLayout15.xml.rels><?xml version="1.0" encoding="UTF-8" standalone="yes"?>
<Relationships xmlns="http://schemas.openxmlformats.org/package/2006/relationships"><Relationship Id="rId8" Type="http://schemas.openxmlformats.org/officeDocument/2006/relationships/tags" Target="../tags/tag194.xml"/><Relationship Id="rId3" Type="http://schemas.openxmlformats.org/officeDocument/2006/relationships/tags" Target="../tags/tag189.xml"/><Relationship Id="rId7" Type="http://schemas.openxmlformats.org/officeDocument/2006/relationships/tags" Target="../tags/tag193.xml"/><Relationship Id="rId2" Type="http://schemas.openxmlformats.org/officeDocument/2006/relationships/tags" Target="../tags/tag188.xml"/><Relationship Id="rId1" Type="http://schemas.openxmlformats.org/officeDocument/2006/relationships/tags" Target="../tags/tag187.xml"/><Relationship Id="rId6" Type="http://schemas.openxmlformats.org/officeDocument/2006/relationships/tags" Target="../tags/tag192.xml"/><Relationship Id="rId5" Type="http://schemas.openxmlformats.org/officeDocument/2006/relationships/tags" Target="../tags/tag191.xml"/><Relationship Id="rId10" Type="http://schemas.openxmlformats.org/officeDocument/2006/relationships/slideMaster" Target="../slideMasters/slideMaster1.xml"/><Relationship Id="rId4" Type="http://schemas.openxmlformats.org/officeDocument/2006/relationships/tags" Target="../tags/tag190.xml"/><Relationship Id="rId9" Type="http://schemas.openxmlformats.org/officeDocument/2006/relationships/tags" Target="../tags/tag195.xml"/></Relationships>
</file>

<file path=ppt/slideLayouts/_rels/slideLayout16.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198.xml"/><Relationship Id="rId7" Type="http://schemas.openxmlformats.org/officeDocument/2006/relationships/tags" Target="../tags/tag202.xml"/><Relationship Id="rId2" Type="http://schemas.openxmlformats.org/officeDocument/2006/relationships/tags" Target="../tags/tag197.xml"/><Relationship Id="rId1" Type="http://schemas.openxmlformats.org/officeDocument/2006/relationships/tags" Target="../tags/tag196.xml"/><Relationship Id="rId6" Type="http://schemas.openxmlformats.org/officeDocument/2006/relationships/tags" Target="../tags/tag201.xml"/><Relationship Id="rId5" Type="http://schemas.openxmlformats.org/officeDocument/2006/relationships/tags" Target="../tags/tag200.xml"/><Relationship Id="rId4" Type="http://schemas.openxmlformats.org/officeDocument/2006/relationships/tags" Target="../tags/tag199.xml"/></Relationships>
</file>

<file path=ppt/slideLayouts/_rels/slideLayout17.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205.xml"/><Relationship Id="rId7" Type="http://schemas.openxmlformats.org/officeDocument/2006/relationships/tags" Target="../tags/tag209.xml"/><Relationship Id="rId2" Type="http://schemas.openxmlformats.org/officeDocument/2006/relationships/tags" Target="../tags/tag204.xml"/><Relationship Id="rId1" Type="http://schemas.openxmlformats.org/officeDocument/2006/relationships/tags" Target="../tags/tag203.xml"/><Relationship Id="rId6" Type="http://schemas.openxmlformats.org/officeDocument/2006/relationships/tags" Target="../tags/tag208.xml"/><Relationship Id="rId5" Type="http://schemas.openxmlformats.org/officeDocument/2006/relationships/tags" Target="../tags/tag207.xml"/><Relationship Id="rId4" Type="http://schemas.openxmlformats.org/officeDocument/2006/relationships/tags" Target="../tags/tag206.xml"/></Relationships>
</file>

<file path=ppt/slideLayouts/_rels/slideLayout18.xml.rels><?xml version="1.0" encoding="UTF-8" standalone="yes"?>
<Relationships xmlns="http://schemas.openxmlformats.org/package/2006/relationships"><Relationship Id="rId8" Type="http://schemas.openxmlformats.org/officeDocument/2006/relationships/tags" Target="../tags/tag217.xml"/><Relationship Id="rId13" Type="http://schemas.openxmlformats.org/officeDocument/2006/relationships/tags" Target="../tags/tag222.xml"/><Relationship Id="rId18" Type="http://schemas.openxmlformats.org/officeDocument/2006/relationships/slideMaster" Target="../slideMasters/slideMaster1.xml"/><Relationship Id="rId3" Type="http://schemas.openxmlformats.org/officeDocument/2006/relationships/tags" Target="../tags/tag212.xml"/><Relationship Id="rId7" Type="http://schemas.openxmlformats.org/officeDocument/2006/relationships/tags" Target="../tags/tag216.xml"/><Relationship Id="rId12" Type="http://schemas.openxmlformats.org/officeDocument/2006/relationships/tags" Target="../tags/tag221.xml"/><Relationship Id="rId17" Type="http://schemas.openxmlformats.org/officeDocument/2006/relationships/tags" Target="../tags/tag226.xml"/><Relationship Id="rId2" Type="http://schemas.openxmlformats.org/officeDocument/2006/relationships/tags" Target="../tags/tag211.xml"/><Relationship Id="rId16" Type="http://schemas.openxmlformats.org/officeDocument/2006/relationships/tags" Target="../tags/tag225.xml"/><Relationship Id="rId1" Type="http://schemas.openxmlformats.org/officeDocument/2006/relationships/tags" Target="../tags/tag210.xml"/><Relationship Id="rId6" Type="http://schemas.openxmlformats.org/officeDocument/2006/relationships/tags" Target="../tags/tag215.xml"/><Relationship Id="rId11" Type="http://schemas.openxmlformats.org/officeDocument/2006/relationships/tags" Target="../tags/tag220.xml"/><Relationship Id="rId5" Type="http://schemas.openxmlformats.org/officeDocument/2006/relationships/tags" Target="../tags/tag214.xml"/><Relationship Id="rId15" Type="http://schemas.openxmlformats.org/officeDocument/2006/relationships/tags" Target="../tags/tag224.xml"/><Relationship Id="rId10" Type="http://schemas.openxmlformats.org/officeDocument/2006/relationships/tags" Target="../tags/tag219.xml"/><Relationship Id="rId4" Type="http://schemas.openxmlformats.org/officeDocument/2006/relationships/tags" Target="../tags/tag213.xml"/><Relationship Id="rId9" Type="http://schemas.openxmlformats.org/officeDocument/2006/relationships/tags" Target="../tags/tag218.xml"/><Relationship Id="rId14" Type="http://schemas.openxmlformats.org/officeDocument/2006/relationships/tags" Target="../tags/tag223.xml"/></Relationships>
</file>

<file path=ppt/slideLayouts/_rels/slideLayout19.xml.rels><?xml version="1.0" encoding="UTF-8" standalone="yes"?>
<Relationships xmlns="http://schemas.openxmlformats.org/package/2006/relationships"><Relationship Id="rId8" Type="http://schemas.openxmlformats.org/officeDocument/2006/relationships/tags" Target="../tags/tag234.xml"/><Relationship Id="rId13" Type="http://schemas.openxmlformats.org/officeDocument/2006/relationships/tags" Target="../tags/tag239.xml"/><Relationship Id="rId3" Type="http://schemas.openxmlformats.org/officeDocument/2006/relationships/tags" Target="../tags/tag229.xml"/><Relationship Id="rId7" Type="http://schemas.openxmlformats.org/officeDocument/2006/relationships/tags" Target="../tags/tag233.xml"/><Relationship Id="rId12" Type="http://schemas.openxmlformats.org/officeDocument/2006/relationships/tags" Target="../tags/tag238.xml"/><Relationship Id="rId2" Type="http://schemas.openxmlformats.org/officeDocument/2006/relationships/tags" Target="../tags/tag228.xml"/><Relationship Id="rId16" Type="http://schemas.openxmlformats.org/officeDocument/2006/relationships/slideMaster" Target="../slideMasters/slideMaster1.xml"/><Relationship Id="rId1" Type="http://schemas.openxmlformats.org/officeDocument/2006/relationships/tags" Target="../tags/tag227.xml"/><Relationship Id="rId6" Type="http://schemas.openxmlformats.org/officeDocument/2006/relationships/tags" Target="../tags/tag232.xml"/><Relationship Id="rId11" Type="http://schemas.openxmlformats.org/officeDocument/2006/relationships/tags" Target="../tags/tag237.xml"/><Relationship Id="rId5" Type="http://schemas.openxmlformats.org/officeDocument/2006/relationships/tags" Target="../tags/tag231.xml"/><Relationship Id="rId15" Type="http://schemas.openxmlformats.org/officeDocument/2006/relationships/tags" Target="../tags/tag241.xml"/><Relationship Id="rId10" Type="http://schemas.openxmlformats.org/officeDocument/2006/relationships/tags" Target="../tags/tag236.xml"/><Relationship Id="rId4" Type="http://schemas.openxmlformats.org/officeDocument/2006/relationships/tags" Target="../tags/tag230.xml"/><Relationship Id="rId9" Type="http://schemas.openxmlformats.org/officeDocument/2006/relationships/tags" Target="../tags/tag235.xml"/><Relationship Id="rId14" Type="http://schemas.openxmlformats.org/officeDocument/2006/relationships/tags" Target="../tags/tag240.xml"/></Relationships>
</file>

<file path=ppt/slideLayouts/_rels/slideLayout20.xml.rels><?xml version="1.0" encoding="UTF-8" standalone="yes"?>
<Relationships xmlns="http://schemas.openxmlformats.org/package/2006/relationships"><Relationship Id="rId8" Type="http://schemas.openxmlformats.org/officeDocument/2006/relationships/tags" Target="../tags/tag249.xml"/><Relationship Id="rId13" Type="http://schemas.openxmlformats.org/officeDocument/2006/relationships/tags" Target="../tags/tag254.xml"/><Relationship Id="rId18" Type="http://schemas.openxmlformats.org/officeDocument/2006/relationships/slideMaster" Target="../slideMasters/slideMaster1.xml"/><Relationship Id="rId3" Type="http://schemas.openxmlformats.org/officeDocument/2006/relationships/tags" Target="../tags/tag244.xml"/><Relationship Id="rId7" Type="http://schemas.openxmlformats.org/officeDocument/2006/relationships/tags" Target="../tags/tag248.xml"/><Relationship Id="rId12" Type="http://schemas.openxmlformats.org/officeDocument/2006/relationships/tags" Target="../tags/tag253.xml"/><Relationship Id="rId17" Type="http://schemas.openxmlformats.org/officeDocument/2006/relationships/tags" Target="../tags/tag258.xml"/><Relationship Id="rId2" Type="http://schemas.openxmlformats.org/officeDocument/2006/relationships/tags" Target="../tags/tag243.xml"/><Relationship Id="rId16" Type="http://schemas.openxmlformats.org/officeDocument/2006/relationships/tags" Target="../tags/tag257.xml"/><Relationship Id="rId1" Type="http://schemas.openxmlformats.org/officeDocument/2006/relationships/tags" Target="../tags/tag242.xml"/><Relationship Id="rId6" Type="http://schemas.openxmlformats.org/officeDocument/2006/relationships/tags" Target="../tags/tag247.xml"/><Relationship Id="rId11" Type="http://schemas.openxmlformats.org/officeDocument/2006/relationships/tags" Target="../tags/tag252.xml"/><Relationship Id="rId5" Type="http://schemas.openxmlformats.org/officeDocument/2006/relationships/tags" Target="../tags/tag246.xml"/><Relationship Id="rId15" Type="http://schemas.openxmlformats.org/officeDocument/2006/relationships/tags" Target="../tags/tag256.xml"/><Relationship Id="rId10" Type="http://schemas.openxmlformats.org/officeDocument/2006/relationships/tags" Target="../tags/tag251.xml"/><Relationship Id="rId4" Type="http://schemas.openxmlformats.org/officeDocument/2006/relationships/tags" Target="../tags/tag245.xml"/><Relationship Id="rId9" Type="http://schemas.openxmlformats.org/officeDocument/2006/relationships/tags" Target="../tags/tag250.xml"/><Relationship Id="rId14" Type="http://schemas.openxmlformats.org/officeDocument/2006/relationships/tags" Target="../tags/tag255.xml"/></Relationships>
</file>

<file path=ppt/slideLayouts/_rels/slideLayout21.xml.rels><?xml version="1.0" encoding="UTF-8" standalone="yes"?>
<Relationships xmlns="http://schemas.openxmlformats.org/package/2006/relationships"><Relationship Id="rId8" Type="http://schemas.openxmlformats.org/officeDocument/2006/relationships/tags" Target="../tags/tag266.xml"/><Relationship Id="rId13" Type="http://schemas.openxmlformats.org/officeDocument/2006/relationships/tags" Target="../tags/tag271.xml"/><Relationship Id="rId18" Type="http://schemas.openxmlformats.org/officeDocument/2006/relationships/tags" Target="../tags/tag276.xml"/><Relationship Id="rId3" Type="http://schemas.openxmlformats.org/officeDocument/2006/relationships/tags" Target="../tags/tag261.xml"/><Relationship Id="rId7" Type="http://schemas.openxmlformats.org/officeDocument/2006/relationships/tags" Target="../tags/tag265.xml"/><Relationship Id="rId12" Type="http://schemas.openxmlformats.org/officeDocument/2006/relationships/tags" Target="../tags/tag270.xml"/><Relationship Id="rId17" Type="http://schemas.openxmlformats.org/officeDocument/2006/relationships/tags" Target="../tags/tag275.xml"/><Relationship Id="rId2" Type="http://schemas.openxmlformats.org/officeDocument/2006/relationships/tags" Target="../tags/tag260.xml"/><Relationship Id="rId16" Type="http://schemas.openxmlformats.org/officeDocument/2006/relationships/tags" Target="../tags/tag274.xml"/><Relationship Id="rId1" Type="http://schemas.openxmlformats.org/officeDocument/2006/relationships/tags" Target="../tags/tag259.xml"/><Relationship Id="rId6" Type="http://schemas.openxmlformats.org/officeDocument/2006/relationships/tags" Target="../tags/tag264.xml"/><Relationship Id="rId11" Type="http://schemas.openxmlformats.org/officeDocument/2006/relationships/tags" Target="../tags/tag269.xml"/><Relationship Id="rId5" Type="http://schemas.openxmlformats.org/officeDocument/2006/relationships/tags" Target="../tags/tag263.xml"/><Relationship Id="rId15" Type="http://schemas.openxmlformats.org/officeDocument/2006/relationships/tags" Target="../tags/tag273.xml"/><Relationship Id="rId10" Type="http://schemas.openxmlformats.org/officeDocument/2006/relationships/tags" Target="../tags/tag268.xml"/><Relationship Id="rId19" Type="http://schemas.openxmlformats.org/officeDocument/2006/relationships/slideMaster" Target="../slideMasters/slideMaster1.xml"/><Relationship Id="rId4" Type="http://schemas.openxmlformats.org/officeDocument/2006/relationships/tags" Target="../tags/tag262.xml"/><Relationship Id="rId9" Type="http://schemas.openxmlformats.org/officeDocument/2006/relationships/tags" Target="../tags/tag267.xml"/><Relationship Id="rId14" Type="http://schemas.openxmlformats.org/officeDocument/2006/relationships/tags" Target="../tags/tag272.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284.xml"/><Relationship Id="rId13" Type="http://schemas.openxmlformats.org/officeDocument/2006/relationships/tags" Target="../tags/tag289.xml"/><Relationship Id="rId18" Type="http://schemas.openxmlformats.org/officeDocument/2006/relationships/slideMaster" Target="../slideMasters/slideMaster1.xml"/><Relationship Id="rId3" Type="http://schemas.openxmlformats.org/officeDocument/2006/relationships/tags" Target="../tags/tag279.xml"/><Relationship Id="rId7" Type="http://schemas.openxmlformats.org/officeDocument/2006/relationships/tags" Target="../tags/tag283.xml"/><Relationship Id="rId12" Type="http://schemas.openxmlformats.org/officeDocument/2006/relationships/tags" Target="../tags/tag288.xml"/><Relationship Id="rId17" Type="http://schemas.openxmlformats.org/officeDocument/2006/relationships/tags" Target="../tags/tag293.xml"/><Relationship Id="rId2" Type="http://schemas.openxmlformats.org/officeDocument/2006/relationships/tags" Target="../tags/tag278.xml"/><Relationship Id="rId16" Type="http://schemas.openxmlformats.org/officeDocument/2006/relationships/tags" Target="../tags/tag292.xml"/><Relationship Id="rId1" Type="http://schemas.openxmlformats.org/officeDocument/2006/relationships/tags" Target="../tags/tag277.xml"/><Relationship Id="rId6" Type="http://schemas.openxmlformats.org/officeDocument/2006/relationships/tags" Target="../tags/tag282.xml"/><Relationship Id="rId11" Type="http://schemas.openxmlformats.org/officeDocument/2006/relationships/tags" Target="../tags/tag287.xml"/><Relationship Id="rId5" Type="http://schemas.openxmlformats.org/officeDocument/2006/relationships/tags" Target="../tags/tag281.xml"/><Relationship Id="rId15" Type="http://schemas.openxmlformats.org/officeDocument/2006/relationships/tags" Target="../tags/tag291.xml"/><Relationship Id="rId10" Type="http://schemas.openxmlformats.org/officeDocument/2006/relationships/tags" Target="../tags/tag286.xml"/><Relationship Id="rId4" Type="http://schemas.openxmlformats.org/officeDocument/2006/relationships/tags" Target="../tags/tag280.xml"/><Relationship Id="rId9" Type="http://schemas.openxmlformats.org/officeDocument/2006/relationships/tags" Target="../tags/tag285.xml"/><Relationship Id="rId14" Type="http://schemas.openxmlformats.org/officeDocument/2006/relationships/tags" Target="../tags/tag290.xml"/></Relationships>
</file>

<file path=ppt/slideLayouts/_rels/slideLayout23.xml.rels><?xml version="1.0" encoding="UTF-8" standalone="yes"?>
<Relationships xmlns="http://schemas.openxmlformats.org/package/2006/relationships"><Relationship Id="rId8" Type="http://schemas.openxmlformats.org/officeDocument/2006/relationships/tags" Target="../tags/tag301.xml"/><Relationship Id="rId13" Type="http://schemas.openxmlformats.org/officeDocument/2006/relationships/tags" Target="../tags/tag306.xml"/><Relationship Id="rId3" Type="http://schemas.openxmlformats.org/officeDocument/2006/relationships/tags" Target="../tags/tag296.xml"/><Relationship Id="rId7" Type="http://schemas.openxmlformats.org/officeDocument/2006/relationships/tags" Target="../tags/tag300.xml"/><Relationship Id="rId12" Type="http://schemas.openxmlformats.org/officeDocument/2006/relationships/tags" Target="../tags/tag305.xml"/><Relationship Id="rId2" Type="http://schemas.openxmlformats.org/officeDocument/2006/relationships/tags" Target="../tags/tag295.xml"/><Relationship Id="rId1" Type="http://schemas.openxmlformats.org/officeDocument/2006/relationships/tags" Target="../tags/tag294.xml"/><Relationship Id="rId6" Type="http://schemas.openxmlformats.org/officeDocument/2006/relationships/tags" Target="../tags/tag299.xml"/><Relationship Id="rId11" Type="http://schemas.openxmlformats.org/officeDocument/2006/relationships/tags" Target="../tags/tag304.xml"/><Relationship Id="rId5" Type="http://schemas.openxmlformats.org/officeDocument/2006/relationships/tags" Target="../tags/tag298.xml"/><Relationship Id="rId10" Type="http://schemas.openxmlformats.org/officeDocument/2006/relationships/tags" Target="../tags/tag303.xml"/><Relationship Id="rId4" Type="http://schemas.openxmlformats.org/officeDocument/2006/relationships/tags" Target="../tags/tag297.xml"/><Relationship Id="rId9" Type="http://schemas.openxmlformats.org/officeDocument/2006/relationships/tags" Target="../tags/tag302.xml"/><Relationship Id="rId14"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309.xml"/><Relationship Id="rId2" Type="http://schemas.openxmlformats.org/officeDocument/2006/relationships/tags" Target="../tags/tag308.xml"/><Relationship Id="rId1" Type="http://schemas.openxmlformats.org/officeDocument/2006/relationships/tags" Target="../tags/tag307.xml"/><Relationship Id="rId4"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312.xml"/><Relationship Id="rId2" Type="http://schemas.openxmlformats.org/officeDocument/2006/relationships/tags" Target="../tags/tag311.xml"/><Relationship Id="rId1" Type="http://schemas.openxmlformats.org/officeDocument/2006/relationships/tags" Target="../tags/tag310.xml"/><Relationship Id="rId4"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8" Type="http://schemas.openxmlformats.org/officeDocument/2006/relationships/tags" Target="../tags/tag320.xml"/><Relationship Id="rId13" Type="http://schemas.openxmlformats.org/officeDocument/2006/relationships/tags" Target="../tags/tag325.xml"/><Relationship Id="rId18" Type="http://schemas.openxmlformats.org/officeDocument/2006/relationships/slideMaster" Target="../slideMasters/slideMaster1.xml"/><Relationship Id="rId3" Type="http://schemas.openxmlformats.org/officeDocument/2006/relationships/tags" Target="../tags/tag315.xml"/><Relationship Id="rId7" Type="http://schemas.openxmlformats.org/officeDocument/2006/relationships/tags" Target="../tags/tag319.xml"/><Relationship Id="rId12" Type="http://schemas.openxmlformats.org/officeDocument/2006/relationships/tags" Target="../tags/tag324.xml"/><Relationship Id="rId17" Type="http://schemas.openxmlformats.org/officeDocument/2006/relationships/tags" Target="../tags/tag329.xml"/><Relationship Id="rId2" Type="http://schemas.openxmlformats.org/officeDocument/2006/relationships/tags" Target="../tags/tag314.xml"/><Relationship Id="rId16" Type="http://schemas.openxmlformats.org/officeDocument/2006/relationships/tags" Target="../tags/tag328.xml"/><Relationship Id="rId1" Type="http://schemas.openxmlformats.org/officeDocument/2006/relationships/tags" Target="../tags/tag313.xml"/><Relationship Id="rId6" Type="http://schemas.openxmlformats.org/officeDocument/2006/relationships/tags" Target="../tags/tag318.xml"/><Relationship Id="rId11" Type="http://schemas.openxmlformats.org/officeDocument/2006/relationships/tags" Target="../tags/tag323.xml"/><Relationship Id="rId5" Type="http://schemas.openxmlformats.org/officeDocument/2006/relationships/tags" Target="../tags/tag317.xml"/><Relationship Id="rId15" Type="http://schemas.openxmlformats.org/officeDocument/2006/relationships/tags" Target="../tags/tag327.xml"/><Relationship Id="rId10" Type="http://schemas.openxmlformats.org/officeDocument/2006/relationships/tags" Target="../tags/tag322.xml"/><Relationship Id="rId4" Type="http://schemas.openxmlformats.org/officeDocument/2006/relationships/tags" Target="../tags/tag316.xml"/><Relationship Id="rId9" Type="http://schemas.openxmlformats.org/officeDocument/2006/relationships/tags" Target="../tags/tag321.xml"/><Relationship Id="rId14" Type="http://schemas.openxmlformats.org/officeDocument/2006/relationships/tags" Target="../tags/tag326.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Master" Target="../slideMasters/slideMaster2.xml"/><Relationship Id="rId4" Type="http://schemas.openxmlformats.org/officeDocument/2006/relationships/image" Target="../media/image19.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6.jpeg"/><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5.jpeg"/><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20.jpeg"/><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jpeg"/><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3.jpeg"/><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5.jpeg"/><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Frontpage">
    <p:spTree>
      <p:nvGrpSpPr>
        <p:cNvPr id="1" name=""/>
        <p:cNvGrpSpPr/>
        <p:nvPr/>
      </p:nvGrpSpPr>
      <p:grpSpPr>
        <a:xfrm>
          <a:off x="0" y="0"/>
          <a:ext cx="0" cy="0"/>
          <a:chOff x="0" y="0"/>
          <a:chExt cx="0" cy="0"/>
        </a:xfrm>
      </p:grpSpPr>
      <p:sp>
        <p:nvSpPr>
          <p:cNvPr id="3" name="ClientLogo">
            <a:extLst>
              <a:ext uri="{FF2B5EF4-FFF2-40B4-BE49-F238E27FC236}">
                <a16:creationId xmlns:a16="http://schemas.microsoft.com/office/drawing/2014/main" id="{0D1A260D-45D1-4D8D-ACC4-246C7DD9AFAD}"/>
              </a:ext>
            </a:extLst>
          </p:cNvPr>
          <p:cNvSpPr>
            <a:spLocks noGrp="1"/>
          </p:cNvSpPr>
          <p:nvPr>
            <p:ph type="pic" sz="quarter" idx="14" hasCustomPrompt="1"/>
            <p:custDataLst>
              <p:tags r:id="rId1"/>
            </p:custDataLst>
          </p:nvPr>
        </p:nvSpPr>
        <p:spPr>
          <a:xfrm>
            <a:off x="551942" y="326582"/>
            <a:ext cx="1998218" cy="1045018"/>
          </a:xfrm>
          <a:prstGeom prst="rect">
            <a:avLst/>
          </a:prstGeom>
        </p:spPr>
        <p:txBody>
          <a:bodyPr>
            <a:noAutofit/>
          </a:bodyPr>
          <a:lstStyle>
            <a:lvl1pPr algn="ctr">
              <a:defRPr sz="1200">
                <a:solidFill>
                  <a:schemeClr val="tx1"/>
                </a:solidFill>
              </a:defRPr>
            </a:lvl1pPr>
          </a:lstStyle>
          <a:p>
            <a:r>
              <a:rPr lang="en-US" dirty="0"/>
              <a:t>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p:ph type="body" sz="quarter" idx="13" hasCustomPrompt="1"/>
            <p:custDataLst>
              <p:tags r:id="rId2"/>
            </p:custDataLst>
          </p:nvPr>
        </p:nvSpPr>
        <p:spPr>
          <a:xfrm>
            <a:off x="554736" y="4510168"/>
            <a:ext cx="6255258" cy="215444"/>
          </a:xfrm>
          <a:prstGeom prst="rect">
            <a:avLst/>
          </a:prstGeom>
          <a:noFill/>
        </p:spPr>
        <p:txBody>
          <a:bodyPr wrap="square">
            <a:noAutofit/>
          </a:bodyPr>
          <a:lstStyle>
            <a:lvl1pPr>
              <a:buNone/>
              <a:defRPr sz="1400">
                <a:solidFill>
                  <a:schemeClr val="tx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dirty="0"/>
              <a:t>Click to change date</a:t>
            </a:r>
          </a:p>
        </p:txBody>
      </p:sp>
      <p:sp>
        <p:nvSpPr>
          <p:cNvPr id="14" name="Subtitle">
            <a:extLst>
              <a:ext uri="{FF2B5EF4-FFF2-40B4-BE49-F238E27FC236}">
                <a16:creationId xmlns:a16="http://schemas.microsoft.com/office/drawing/2014/main" id="{BFC960F1-3A46-4C93-83F3-47AB2EB0D15E}"/>
              </a:ext>
            </a:extLst>
          </p:cNvPr>
          <p:cNvSpPr>
            <a:spLocks noGrp="1"/>
          </p:cNvSpPr>
          <p:nvPr>
            <p:ph type="subTitle" idx="1" hasCustomPrompt="1"/>
            <p:custDataLst>
              <p:tags r:id="rId3"/>
            </p:custDataLst>
          </p:nvPr>
        </p:nvSpPr>
        <p:spPr>
          <a:xfrm>
            <a:off x="551942" y="4092559"/>
            <a:ext cx="6255258" cy="307777"/>
          </a:xfrm>
          <a:prstGeom prst="rect">
            <a:avLst/>
          </a:prstGeom>
          <a:noFill/>
        </p:spPr>
        <p:txBody>
          <a:bodyPr wrap="square">
            <a:no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change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p:ph type="title" hasCustomPrompt="1"/>
            <p:custDataLst>
              <p:tags r:id="rId4"/>
            </p:custDataLst>
          </p:nvPr>
        </p:nvSpPr>
        <p:spPr>
          <a:xfrm>
            <a:off x="551942" y="2519680"/>
            <a:ext cx="6255258" cy="1451832"/>
          </a:xfrm>
          <a:prstGeom prst="rect">
            <a:avLst/>
          </a:prstGeom>
          <a:noFill/>
        </p:spPr>
        <p:txBody>
          <a:bodyPr vert="horz" anchor="b">
            <a:normAutofit/>
          </a:bodyPr>
          <a:lstStyle>
            <a:lvl1pPr>
              <a:defRPr sz="4400" baseline="0">
                <a:ln w="6350" cap="flat">
                  <a:noFill/>
                  <a:miter lim="800000"/>
                </a:ln>
                <a:solidFill>
                  <a:schemeClr val="tx1"/>
                </a:solidFill>
              </a:defRPr>
            </a:lvl1pPr>
          </a:lstStyle>
          <a:p>
            <a:r>
              <a:rPr lang="en-US" dirty="0"/>
              <a:t>Click to change Master title style</a:t>
            </a:r>
          </a:p>
        </p:txBody>
      </p:sp>
      <p:sp>
        <p:nvSpPr>
          <p:cNvPr id="2" name="1. On-page tracker">
            <a:extLst>
              <a:ext uri="{FF2B5EF4-FFF2-40B4-BE49-F238E27FC236}">
                <a16:creationId xmlns:a16="http://schemas.microsoft.com/office/drawing/2014/main" id="{C0D3CBF4-D047-32CB-A092-652CAC857033}"/>
              </a:ext>
            </a:extLst>
          </p:cNvPr>
          <p:cNvSpPr>
            <a:spLocks noGrp="1"/>
          </p:cNvSpPr>
          <p:nvPr>
            <p:ph type="body" sz="quarter" idx="17" hasCustomPrompt="1"/>
            <p:custDataLst>
              <p:tags r:id="rId5"/>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Tree>
    <p:extLst>
      <p:ext uri="{BB962C8B-B14F-4D97-AF65-F5344CB8AC3E}">
        <p14:creationId xmlns:p14="http://schemas.microsoft.com/office/powerpoint/2010/main" val="39156824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
        <p:nvSpPr>
          <p:cNvPr id="15" name="2. Slide Title">
            <a:extLst>
              <a:ext uri="{FF2B5EF4-FFF2-40B4-BE49-F238E27FC236}">
                <a16:creationId xmlns:a16="http://schemas.microsoft.com/office/drawing/2014/main" id="{699FD2C4-82B5-475E-9235-DB128978B618}"/>
              </a:ext>
            </a:extLst>
          </p:cNvPr>
          <p:cNvSpPr>
            <a:spLocks noGrp="1"/>
          </p:cNvSpPr>
          <p:nvPr>
            <p:ph type="title"/>
            <p:custDataLst>
              <p:tags r:id="rId1"/>
            </p:custDataLst>
          </p:nvPr>
        </p:nvSpPr>
        <p:spPr>
          <a:xfrm>
            <a:off x="554736" y="355092"/>
            <a:ext cx="11082528" cy="731520"/>
          </a:xfrm>
          <a:solidFill>
            <a:schemeClr val="bg1"/>
          </a:solidFill>
        </p:spPr>
        <p:txBody>
          <a:bodyPr vert="horz"/>
          <a:lstStyle>
            <a:lvl1pPr>
              <a:defRPr>
                <a:solidFill>
                  <a:schemeClr val="tx1"/>
                </a:solidFill>
              </a:defRPr>
            </a:lvl1pPr>
          </a:lstStyle>
          <a:p>
            <a:r>
              <a:rPr lang="en-US"/>
              <a:t>Click to edit Master title style</a:t>
            </a:r>
            <a:endParaRPr lang="en-US" dirty="0"/>
          </a:p>
        </p:txBody>
      </p:sp>
      <p:sp>
        <p:nvSpPr>
          <p:cNvPr id="14" name="3. Subtitle">
            <a:extLst>
              <a:ext uri="{FF2B5EF4-FFF2-40B4-BE49-F238E27FC236}">
                <a16:creationId xmlns:a16="http://schemas.microsoft.com/office/drawing/2014/main" id="{D4D36123-678D-4B6C-A648-186F85BE34AE}"/>
              </a:ext>
            </a:extLst>
          </p:cNvPr>
          <p:cNvSpPr>
            <a:spLocks noGrp="1"/>
          </p:cNvSpPr>
          <p:nvPr>
            <p:ph type="subTitle" idx="1"/>
            <p:custDataLst>
              <p:tags r:id="rId2"/>
            </p:custDataLst>
          </p:nvPr>
        </p:nvSpPr>
        <p:spPr>
          <a:xfrm>
            <a:off x="554736" y="1318966"/>
            <a:ext cx="11082528" cy="276999"/>
          </a:xfr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8" name="5. Source" hidden="1">
            <a:extLst>
              <a:ext uri="{FF2B5EF4-FFF2-40B4-BE49-F238E27FC236}">
                <a16:creationId xmlns:a16="http://schemas.microsoft.com/office/drawing/2014/main" id="{9238B1D6-2095-4826-AA45-9A4E6F7D1A16}"/>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10" name="1. On-page tracker">
            <a:extLst>
              <a:ext uri="{FF2B5EF4-FFF2-40B4-BE49-F238E27FC236}">
                <a16:creationId xmlns:a16="http://schemas.microsoft.com/office/drawing/2014/main" id="{A8BAFD1A-3C11-49E6-B76E-5166760AF118}"/>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7" name="5. Source" hidden="1">
            <a:extLst>
              <a:ext uri="{FF2B5EF4-FFF2-40B4-BE49-F238E27FC236}">
                <a16:creationId xmlns:a16="http://schemas.microsoft.com/office/drawing/2014/main" id="{873D95DD-E857-0D17-E5B3-689239B81CE6}"/>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99965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op left title">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694944"/>
          </a:xfrm>
          <a:prstGeom prst="rect">
            <a:avLst/>
          </a:prstGeom>
        </p:spPr>
        <p:txBody>
          <a:bodyPr vert="horz" anchor="t">
            <a:noAutofit/>
          </a:bodyPr>
          <a:lstStyle>
            <a:lvl1pPr>
              <a:lnSpc>
                <a:spcPct val="90000"/>
              </a:lnSpc>
              <a:defRPr>
                <a:ln w="6350" cap="flat">
                  <a:noFill/>
                  <a:miter lim="800000"/>
                </a:ln>
                <a:solidFill>
                  <a:schemeClr val="tx1"/>
                </a:solidFill>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9" name="1. On-page tracker">
            <a:extLst>
              <a:ext uri="{FF2B5EF4-FFF2-40B4-BE49-F238E27FC236}">
                <a16:creationId xmlns:a16="http://schemas.microsoft.com/office/drawing/2014/main" id="{5154603C-472B-D4E8-F358-1CD0ED401B4F}"/>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8" name="5. Source" hidden="1">
            <a:extLst>
              <a:ext uri="{FF2B5EF4-FFF2-40B4-BE49-F238E27FC236}">
                <a16:creationId xmlns:a16="http://schemas.microsoft.com/office/drawing/2014/main" id="{6BA32EF7-D882-B552-7FB3-36C2D36AA06A}"/>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7708982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id left title">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solidFill>
                  <a:schemeClr val="tx1"/>
                </a:solidFill>
              </a:defRPr>
            </a:lvl1pPr>
          </a:lstStyle>
          <a:p>
            <a:r>
              <a:rPr lang="en-US"/>
              <a:t>Click to edit Master title style</a:t>
            </a:r>
            <a:endParaRPr lang="en-US" dirty="0"/>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 name="1. On-page tracker">
            <a:extLst>
              <a:ext uri="{FF2B5EF4-FFF2-40B4-BE49-F238E27FC236}">
                <a16:creationId xmlns:a16="http://schemas.microsoft.com/office/drawing/2014/main" id="{3057897B-D3C8-A735-DC7E-D4383D1221EB}"/>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5" name="5. Source" hidden="1">
            <a:extLst>
              <a:ext uri="{FF2B5EF4-FFF2-40B4-BE49-F238E27FC236}">
                <a16:creationId xmlns:a16="http://schemas.microsoft.com/office/drawing/2014/main" id="{8F195528-42AB-7E73-523C-67A760CC4521}"/>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33417242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breaker">
    <p:spTree>
      <p:nvGrpSpPr>
        <p:cNvPr id="1" name=""/>
        <p:cNvGrpSpPr/>
        <p:nvPr/>
      </p:nvGrpSpPr>
      <p:grpSpPr>
        <a:xfrm>
          <a:off x="0" y="0"/>
          <a:ext cx="0" cy="0"/>
          <a:chOff x="0" y="0"/>
          <a:chExt cx="0" cy="0"/>
        </a:xfrm>
      </p:grpSpPr>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1"/>
            </p:custDataLst>
          </p:nvPr>
        </p:nvSpPr>
        <p:spPr>
          <a:xfrm>
            <a:off x="554736" y="4580468"/>
            <a:ext cx="11082528" cy="677108"/>
          </a:xfrm>
        </p:spPr>
        <p:txBody>
          <a:bodyPr anchor="b">
            <a:noAutofit/>
          </a:bodyPr>
          <a:lstStyle>
            <a:lvl1pPr>
              <a:lnSpc>
                <a:spcPct val="100000"/>
              </a:lnSpc>
              <a:defRPr sz="4400">
                <a:solidFill>
                  <a:schemeClr val="tx1"/>
                </a:solidFill>
              </a:defRPr>
            </a:lvl1pPr>
          </a:lstStyle>
          <a:p>
            <a:r>
              <a:rPr lang="en-US"/>
              <a:t>Click to edit Master title style</a:t>
            </a:r>
            <a:endParaRPr lang="en-US" dirty="0"/>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3" name="1. On-page tracker">
            <a:extLst>
              <a:ext uri="{FF2B5EF4-FFF2-40B4-BE49-F238E27FC236}">
                <a16:creationId xmlns:a16="http://schemas.microsoft.com/office/drawing/2014/main" id="{77387CA2-37E3-E660-67B4-16D621E80E72}"/>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4" name="5. Source" hidden="1">
            <a:extLst>
              <a:ext uri="{FF2B5EF4-FFF2-40B4-BE49-F238E27FC236}">
                <a16:creationId xmlns:a16="http://schemas.microsoft.com/office/drawing/2014/main" id="{DEC2B040-4E6F-73B0-516D-56EAE88687E3}"/>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32966124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1/4 grey">
    <p:spTree>
      <p:nvGrpSpPr>
        <p:cNvPr id="1" name=""/>
        <p:cNvGrpSpPr/>
        <p:nvPr/>
      </p:nvGrpSpPr>
      <p:grpSpPr>
        <a:xfrm>
          <a:off x="0" y="0"/>
          <a:ext cx="0" cy="0"/>
          <a:chOff x="0" y="0"/>
          <a:chExt cx="0" cy="0"/>
        </a:xfrm>
      </p:grpSpPr>
      <p:sp>
        <p:nvSpPr>
          <p:cNvPr id="6" name="RectangleLight">
            <a:extLst>
              <a:ext uri="{FF2B5EF4-FFF2-40B4-BE49-F238E27FC236}">
                <a16:creationId xmlns:a16="http://schemas.microsoft.com/office/drawing/2014/main" id="{3FA229FA-A3E6-464F-8FAE-54175450EBEB}"/>
              </a:ext>
            </a:extLst>
          </p:cNvPr>
          <p:cNvSpPr/>
          <p:nvPr>
            <p:custDataLst>
              <p:tags r:id="rId1"/>
            </p:custDataLst>
          </p:nvPr>
        </p:nvSpPr>
        <p:spPr bwMode="ltGray">
          <a:xfrm>
            <a:off x="3413760" y="0"/>
            <a:ext cx="8778240" cy="6858000"/>
          </a:xfrm>
          <a:prstGeom prst="rect">
            <a:avLst/>
          </a:prstGeom>
          <a:solidFill>
            <a:schemeClr val="bg1">
              <a:lumMod val="95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p:custDataLst>
              <p:tags r:id="rId2"/>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p:custDataLst>
              <p:tags r:id="rId4"/>
            </p:custDataLst>
          </p:nvPr>
        </p:nvCxnSpPr>
        <p:spPr>
          <a:xfrm>
            <a:off x="3715757" y="6453769"/>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p:custDataLst>
              <p:tags r:id="rId5"/>
            </p:custDataLst>
          </p:nvPr>
        </p:nvCxnSpPr>
        <p:spPr>
          <a:xfrm>
            <a:off x="554736" y="6453769"/>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p:custDataLst>
              <p:tags r:id="rId6"/>
            </p:custDataLst>
          </p:nvPr>
        </p:nvCxnSpPr>
        <p:spPr>
          <a:xfrm>
            <a:off x="3715757"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p:custDataLst>
              <p:tags r:id="rId7"/>
            </p:custDataLst>
          </p:nvPr>
        </p:nvCxnSpPr>
        <p:spPr>
          <a:xfrm>
            <a:off x="554736"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8"/>
            </p:custDataLst>
          </p:nvPr>
        </p:nvSpPr>
        <p:spPr>
          <a:xfrm>
            <a:off x="554736" y="2133601"/>
            <a:ext cx="2514600" cy="1380210"/>
          </a:xfrm>
        </p:spPr>
        <p:txBody>
          <a:bodyPr vert="horz" anchor="b">
            <a:noAutofit/>
          </a:bodyPr>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9"/>
            </p:custDataLst>
          </p:nvPr>
        </p:nvSpPr>
        <p:spPr>
          <a:xfrm>
            <a:off x="554736" y="3659644"/>
            <a:ext cx="2514600" cy="553998"/>
          </a:xfrm>
        </p:spPr>
        <p:txBody>
          <a:bodyPr wrap="square">
            <a:spAutoFit/>
          </a:bodyPr>
          <a:lstStyle>
            <a:lvl1pPr marL="0" indent="0" algn="l">
              <a:buNone/>
              <a:defRPr sz="18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25B2DE14-9B3F-4199-B082-9FEB12CE57EA}"/>
              </a:ext>
            </a:extLst>
          </p:cNvPr>
          <p:cNvSpPr txBox="1"/>
          <p:nvPr>
            <p:custDataLst>
              <p:tags r:id="rId10"/>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C3405AEA-74D5-910E-C204-B62E695DB028}"/>
              </a:ext>
            </a:extLst>
          </p:cNvPr>
          <p:cNvSpPr>
            <a:spLocks noGrp="1"/>
          </p:cNvSpPr>
          <p:nvPr>
            <p:ph type="body" sz="quarter" idx="17" hasCustomPrompt="1"/>
            <p:custDataLst>
              <p:tags r:id="rId11"/>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9" name="SlideLogoText">
            <a:extLst>
              <a:ext uri="{FF2B5EF4-FFF2-40B4-BE49-F238E27FC236}">
                <a16:creationId xmlns:a16="http://schemas.microsoft.com/office/drawing/2014/main" id="{9B9BD69A-7879-1B18-7D16-3D88FBC0D967}"/>
              </a:ext>
            </a:extLst>
          </p:cNvPr>
          <p:cNvSpPr txBox="1"/>
          <p:nvPr userDrawn="1">
            <p:custDataLst>
              <p:tags r:id="rId12"/>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cxnSp>
        <p:nvCxnSpPr>
          <p:cNvPr id="15" name="BottomLineRight">
            <a:extLst>
              <a:ext uri="{FF2B5EF4-FFF2-40B4-BE49-F238E27FC236}">
                <a16:creationId xmlns:a16="http://schemas.microsoft.com/office/drawing/2014/main" id="{921C823D-8901-9BC8-CB00-221D7149EE3E}"/>
              </a:ext>
            </a:extLst>
          </p:cNvPr>
          <p:cNvCxnSpPr/>
          <p:nvPr userDrawn="1">
            <p:custDataLst>
              <p:tags r:id="rId13"/>
            </p:custDataLst>
          </p:nvPr>
        </p:nvCxnSpPr>
        <p:spPr>
          <a:xfrm>
            <a:off x="3715757" y="6453769"/>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BottomLineLeft">
            <a:extLst>
              <a:ext uri="{FF2B5EF4-FFF2-40B4-BE49-F238E27FC236}">
                <a16:creationId xmlns:a16="http://schemas.microsoft.com/office/drawing/2014/main" id="{565F6412-49AF-A57E-EE41-DAEE15AF65CA}"/>
              </a:ext>
            </a:extLst>
          </p:cNvPr>
          <p:cNvCxnSpPr/>
          <p:nvPr userDrawn="1">
            <p:custDataLst>
              <p:tags r:id="rId14"/>
            </p:custDataLst>
          </p:nvPr>
        </p:nvCxnSpPr>
        <p:spPr>
          <a:xfrm>
            <a:off x="554736" y="6453769"/>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TopLineRight">
            <a:extLst>
              <a:ext uri="{FF2B5EF4-FFF2-40B4-BE49-F238E27FC236}">
                <a16:creationId xmlns:a16="http://schemas.microsoft.com/office/drawing/2014/main" id="{6A14EB3F-F2D2-1337-488A-B96888C329C2}"/>
              </a:ext>
            </a:extLst>
          </p:cNvPr>
          <p:cNvCxnSpPr/>
          <p:nvPr userDrawn="1">
            <p:custDataLst>
              <p:tags r:id="rId15"/>
            </p:custDataLst>
          </p:nvPr>
        </p:nvCxnSpPr>
        <p:spPr>
          <a:xfrm>
            <a:off x="3715757" y="1181906"/>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Left">
            <a:extLst>
              <a:ext uri="{FF2B5EF4-FFF2-40B4-BE49-F238E27FC236}">
                <a16:creationId xmlns:a16="http://schemas.microsoft.com/office/drawing/2014/main" id="{00242F97-D84F-17F5-4DDD-341CFFDF423E}"/>
              </a:ext>
            </a:extLst>
          </p:cNvPr>
          <p:cNvCxnSpPr/>
          <p:nvPr userDrawn="1">
            <p:custDataLst>
              <p:tags r:id="rId16"/>
            </p:custDataLst>
          </p:nvPr>
        </p:nvCxnSpPr>
        <p:spPr>
          <a:xfrm>
            <a:off x="554736" y="1181906"/>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4" name="5. Source" hidden="1">
            <a:extLst>
              <a:ext uri="{FF2B5EF4-FFF2-40B4-BE49-F238E27FC236}">
                <a16:creationId xmlns:a16="http://schemas.microsoft.com/office/drawing/2014/main" id="{5D3D76B7-4944-FAB1-6AEB-8A0702A25BFC}"/>
              </a:ext>
            </a:extLst>
          </p:cNvPr>
          <p:cNvSpPr txBox="1"/>
          <p:nvPr userDrawn="1">
            <p:custDataLst>
              <p:tags r:id="rId1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0956735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1/3 grey">
    <p:spTree>
      <p:nvGrpSpPr>
        <p:cNvPr id="1" name=""/>
        <p:cNvGrpSpPr/>
        <p:nvPr/>
      </p:nvGrpSpPr>
      <p:grpSpPr>
        <a:xfrm>
          <a:off x="0" y="0"/>
          <a:ext cx="0" cy="0"/>
          <a:chOff x="0" y="0"/>
          <a:chExt cx="0" cy="0"/>
        </a:xfrm>
      </p:grpSpPr>
      <p:sp>
        <p:nvSpPr>
          <p:cNvPr id="6" name="RectangleLight">
            <a:extLst>
              <a:ext uri="{FF2B5EF4-FFF2-40B4-BE49-F238E27FC236}">
                <a16:creationId xmlns:a16="http://schemas.microsoft.com/office/drawing/2014/main" id="{3FA229FA-A3E6-464F-8FAE-54175450EBEB}"/>
              </a:ext>
            </a:extLst>
          </p:cNvPr>
          <p:cNvSpPr/>
          <p:nvPr>
            <p:custDataLst>
              <p:tags r:id="rId1"/>
            </p:custDataLst>
          </p:nvPr>
        </p:nvSpPr>
        <p:spPr bwMode="ltGray">
          <a:xfrm>
            <a:off x="4364736" y="0"/>
            <a:ext cx="7827264" cy="6858000"/>
          </a:xfrm>
          <a:prstGeom prst="rect">
            <a:avLst/>
          </a:prstGeom>
          <a:solidFill>
            <a:schemeClr val="bg1">
              <a:lumMod val="95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solidFill>
              <a:latin typeface="Arial" panose="020B0604020202020204" pitchFamily="34" charset="0"/>
            </a:endParaRPr>
          </a:p>
        </p:txBody>
      </p:sp>
      <p:sp>
        <p:nvSpPr>
          <p:cNvPr id="16" name="SlideLogoText">
            <a:extLst>
              <a:ext uri="{FF2B5EF4-FFF2-40B4-BE49-F238E27FC236}">
                <a16:creationId xmlns:a16="http://schemas.microsoft.com/office/drawing/2014/main" id="{2D4C39DE-34D3-430B-A68C-3662DBF9F427}"/>
              </a:ext>
            </a:extLst>
          </p:cNvPr>
          <p:cNvSpPr txBox="1"/>
          <p:nvPr>
            <p:custDataLst>
              <p:tags r:id="rId2"/>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p:custDataLst>
              <p:tags r:id="rId4"/>
            </p:custDataLst>
          </p:nvPr>
        </p:nvCxnSpPr>
        <p:spPr>
          <a:xfrm>
            <a:off x="4671219"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p:custDataLst>
              <p:tags r:id="rId5"/>
            </p:custDataLst>
          </p:nvPr>
        </p:nvCxnSpPr>
        <p:spPr>
          <a:xfrm>
            <a:off x="554736"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p:custDataLst>
              <p:tags r:id="rId6"/>
            </p:custDataLst>
          </p:nvPr>
        </p:nvCxnSpPr>
        <p:spPr>
          <a:xfrm>
            <a:off x="4671219"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p:custDataLst>
              <p:tags r:id="rId7"/>
            </p:custDataLst>
          </p:nvPr>
        </p:nvCxnSpPr>
        <p:spPr>
          <a:xfrm>
            <a:off x="554736"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8"/>
            </p:custDataLst>
          </p:nvPr>
        </p:nvSpPr>
        <p:spPr>
          <a:xfrm>
            <a:off x="554736" y="2744369"/>
            <a:ext cx="3465576" cy="769441"/>
          </a:xfrm>
          <a:prstGeom prst="rect">
            <a:avLst/>
          </a:prstGeom>
        </p:spPr>
        <p:txBody>
          <a:bodyPr vert="horz" wrap="square" anchor="b">
            <a:noAutofit/>
          </a:bodyPr>
          <a:lstStyle>
            <a:lvl1pPr algn="l">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9"/>
            </p:custDataLst>
          </p:nvPr>
        </p:nvSpPr>
        <p:spPr>
          <a:xfrm>
            <a:off x="554735" y="3659644"/>
            <a:ext cx="3465575" cy="276999"/>
          </a:xfrm>
        </p:spPr>
        <p:txBody>
          <a:bodyPr wrap="square">
            <a:spAutoFit/>
          </a:bodyPr>
          <a:lstStyle>
            <a:lvl1pPr marL="0" indent="0" algn="l">
              <a:buNone/>
              <a:defRPr sz="18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DA204BE1-D5C8-4D03-9090-21D41FEC78E0}"/>
              </a:ext>
            </a:extLst>
          </p:cNvPr>
          <p:cNvSpPr txBox="1"/>
          <p:nvPr>
            <p:custDataLst>
              <p:tags r:id="rId10"/>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1AB19973-CFDD-3FB8-6DFF-498B601C379D}"/>
              </a:ext>
            </a:extLst>
          </p:cNvPr>
          <p:cNvSpPr>
            <a:spLocks noGrp="1"/>
          </p:cNvSpPr>
          <p:nvPr>
            <p:ph type="body" sz="quarter" idx="17" hasCustomPrompt="1"/>
            <p:custDataLst>
              <p:tags r:id="rId11"/>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9" name="SlideLogoText">
            <a:extLst>
              <a:ext uri="{FF2B5EF4-FFF2-40B4-BE49-F238E27FC236}">
                <a16:creationId xmlns:a16="http://schemas.microsoft.com/office/drawing/2014/main" id="{E3C091A9-963C-2C5A-3FA3-C25CC81E7BFE}"/>
              </a:ext>
            </a:extLst>
          </p:cNvPr>
          <p:cNvSpPr txBox="1"/>
          <p:nvPr userDrawn="1">
            <p:custDataLst>
              <p:tags r:id="rId12"/>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cxnSp>
        <p:nvCxnSpPr>
          <p:cNvPr id="15" name="BottomLineRight">
            <a:extLst>
              <a:ext uri="{FF2B5EF4-FFF2-40B4-BE49-F238E27FC236}">
                <a16:creationId xmlns:a16="http://schemas.microsoft.com/office/drawing/2014/main" id="{A86B6E09-798E-45ED-0CE4-724C9DC4E530}"/>
              </a:ext>
            </a:extLst>
          </p:cNvPr>
          <p:cNvCxnSpPr/>
          <p:nvPr userDrawn="1">
            <p:custDataLst>
              <p:tags r:id="rId13"/>
            </p:custDataLst>
          </p:nvPr>
        </p:nvCxnSpPr>
        <p:spPr>
          <a:xfrm>
            <a:off x="4671219" y="6453769"/>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BottomLineLeft">
            <a:extLst>
              <a:ext uri="{FF2B5EF4-FFF2-40B4-BE49-F238E27FC236}">
                <a16:creationId xmlns:a16="http://schemas.microsoft.com/office/drawing/2014/main" id="{1B00A4A7-7F77-6869-99A8-EC7814D3C547}"/>
              </a:ext>
            </a:extLst>
          </p:cNvPr>
          <p:cNvCxnSpPr/>
          <p:nvPr userDrawn="1">
            <p:custDataLst>
              <p:tags r:id="rId14"/>
            </p:custDataLst>
          </p:nvPr>
        </p:nvCxnSpPr>
        <p:spPr>
          <a:xfrm>
            <a:off x="554736" y="6453769"/>
            <a:ext cx="34655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TopLineRight">
            <a:extLst>
              <a:ext uri="{FF2B5EF4-FFF2-40B4-BE49-F238E27FC236}">
                <a16:creationId xmlns:a16="http://schemas.microsoft.com/office/drawing/2014/main" id="{188B82DD-6E28-FB08-8379-E98AD4554123}"/>
              </a:ext>
            </a:extLst>
          </p:cNvPr>
          <p:cNvCxnSpPr/>
          <p:nvPr userDrawn="1">
            <p:custDataLst>
              <p:tags r:id="rId15"/>
            </p:custDataLst>
          </p:nvPr>
        </p:nvCxnSpPr>
        <p:spPr>
          <a:xfrm>
            <a:off x="4671219"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Left">
            <a:extLst>
              <a:ext uri="{FF2B5EF4-FFF2-40B4-BE49-F238E27FC236}">
                <a16:creationId xmlns:a16="http://schemas.microsoft.com/office/drawing/2014/main" id="{11E11B27-3399-94FC-1323-6BD249478C6F}"/>
              </a:ext>
            </a:extLst>
          </p:cNvPr>
          <p:cNvCxnSpPr/>
          <p:nvPr userDrawn="1">
            <p:custDataLst>
              <p:tags r:id="rId16"/>
            </p:custDataLst>
          </p:nvPr>
        </p:nvCxnSpPr>
        <p:spPr>
          <a:xfrm>
            <a:off x="554736" y="1181906"/>
            <a:ext cx="34655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4" name="5. Source" hidden="1">
            <a:extLst>
              <a:ext uri="{FF2B5EF4-FFF2-40B4-BE49-F238E27FC236}">
                <a16:creationId xmlns:a16="http://schemas.microsoft.com/office/drawing/2014/main" id="{1939B8BA-72B8-5CA9-1AF1-8C2571E3DE5C}"/>
              </a:ext>
            </a:extLst>
          </p:cNvPr>
          <p:cNvSpPr txBox="1"/>
          <p:nvPr userDrawn="1">
            <p:custDataLst>
              <p:tags r:id="rId1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155543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2 grey">
    <p:spTree>
      <p:nvGrpSpPr>
        <p:cNvPr id="1" name=""/>
        <p:cNvGrpSpPr/>
        <p:nvPr/>
      </p:nvGrpSpPr>
      <p:grpSpPr>
        <a:xfrm>
          <a:off x="0" y="0"/>
          <a:ext cx="0" cy="0"/>
          <a:chOff x="0" y="0"/>
          <a:chExt cx="0" cy="0"/>
        </a:xfrm>
      </p:grpSpPr>
      <p:sp>
        <p:nvSpPr>
          <p:cNvPr id="7" name="RectangleLight">
            <a:extLst>
              <a:ext uri="{FF2B5EF4-FFF2-40B4-BE49-F238E27FC236}">
                <a16:creationId xmlns:a16="http://schemas.microsoft.com/office/drawing/2014/main" id="{2365F90A-9CD8-40EE-93CD-2729135A9569}"/>
              </a:ext>
            </a:extLst>
          </p:cNvPr>
          <p:cNvSpPr/>
          <p:nvPr>
            <p:custDataLst>
              <p:tags r:id="rId1"/>
            </p:custDataLst>
          </p:nvPr>
        </p:nvSpPr>
        <p:spPr bwMode="ltGray">
          <a:xfrm>
            <a:off x="6092952" y="0"/>
            <a:ext cx="6099048" cy="6858000"/>
          </a:xfrm>
          <a:prstGeom prst="rect">
            <a:avLst/>
          </a:prstGeom>
          <a:solidFill>
            <a:schemeClr val="bg1">
              <a:lumMod val="95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p:custDataLst>
              <p:tags r:id="rId2"/>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p:custDataLst>
              <p:tags r:id="rId4"/>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p:custDataLst>
              <p:tags r:id="rId5"/>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p:nvPr>
            <p:custDataLst>
              <p:tags r:id="rId6"/>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p:custDataLst>
              <p:tags r:id="rId7"/>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p:custDataLst>
              <p:tags r:id="rId8"/>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9"/>
            </p:custDataLst>
          </p:nvPr>
        </p:nvSpPr>
        <p:spPr>
          <a:xfrm>
            <a:off x="554736" y="355092"/>
            <a:ext cx="5065776" cy="731520"/>
          </a:xfrm>
        </p:spPr>
        <p:txBody>
          <a:bodyPr vert="horz"/>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0"/>
            </p:custDataLst>
          </p:nvPr>
        </p:nvSpPr>
        <p:spPr>
          <a:xfrm>
            <a:off x="554736" y="1287435"/>
            <a:ext cx="5065776" cy="304699"/>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5. Source" hidden="1">
            <a:extLst>
              <a:ext uri="{FF2B5EF4-FFF2-40B4-BE49-F238E27FC236}">
                <a16:creationId xmlns:a16="http://schemas.microsoft.com/office/drawing/2014/main" id="{F5E9C22A-A356-4521-A359-338A663DFEA2}"/>
              </a:ext>
            </a:extLst>
          </p:cNvPr>
          <p:cNvSpPr txBox="1"/>
          <p:nvPr>
            <p:custDataLst>
              <p:tags r:id="rId1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TextBox 3">
            <a:extLst>
              <a:ext uri="{FF2B5EF4-FFF2-40B4-BE49-F238E27FC236}">
                <a16:creationId xmlns:a16="http://schemas.microsoft.com/office/drawing/2014/main" id="{8467FBB9-900F-D74F-181C-8D3946FC8460}"/>
              </a:ext>
            </a:extLst>
          </p:cNvPr>
          <p:cNvSpPr txBox="1"/>
          <p:nvPr/>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dirty="0">
              <a:solidFill>
                <a:schemeClr val="tx1"/>
              </a:solidFill>
            </a:endParaRPr>
          </a:p>
        </p:txBody>
      </p:sp>
      <p:sp>
        <p:nvSpPr>
          <p:cNvPr id="5" name="1. On-page tracker">
            <a:extLst>
              <a:ext uri="{FF2B5EF4-FFF2-40B4-BE49-F238E27FC236}">
                <a16:creationId xmlns:a16="http://schemas.microsoft.com/office/drawing/2014/main" id="{84B0356F-D00A-3854-0BBC-656B43F1CE56}"/>
              </a:ext>
            </a:extLst>
          </p:cNvPr>
          <p:cNvSpPr>
            <a:spLocks noGrp="1"/>
          </p:cNvSpPr>
          <p:nvPr>
            <p:ph type="body" sz="quarter" idx="17" hasCustomPrompt="1"/>
            <p:custDataLst>
              <p:tags r:id="rId12"/>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10" name="SlideLogoText">
            <a:extLst>
              <a:ext uri="{FF2B5EF4-FFF2-40B4-BE49-F238E27FC236}">
                <a16:creationId xmlns:a16="http://schemas.microsoft.com/office/drawing/2014/main" id="{88033E0C-2CF5-6BBA-1C85-008D0D4DB883}"/>
              </a:ext>
            </a:extLst>
          </p:cNvPr>
          <p:cNvSpPr txBox="1"/>
          <p:nvPr userDrawn="1">
            <p:custDataLst>
              <p:tags r:id="rId13"/>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cxnSp>
        <p:nvCxnSpPr>
          <p:cNvPr id="12" name="BottomLineRight">
            <a:extLst>
              <a:ext uri="{FF2B5EF4-FFF2-40B4-BE49-F238E27FC236}">
                <a16:creationId xmlns:a16="http://schemas.microsoft.com/office/drawing/2014/main" id="{30660E0E-E090-78AE-B8DF-94E8A4055F1E}"/>
              </a:ext>
            </a:extLst>
          </p:cNvPr>
          <p:cNvCxnSpPr/>
          <p:nvPr userDrawn="1">
            <p:custDataLst>
              <p:tags r:id="rId14"/>
            </p:custDataLst>
          </p:nvPr>
        </p:nvCxnSpPr>
        <p:spPr>
          <a:xfrm>
            <a:off x="6573171"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 name="BottomLineLeft">
            <a:extLst>
              <a:ext uri="{FF2B5EF4-FFF2-40B4-BE49-F238E27FC236}">
                <a16:creationId xmlns:a16="http://schemas.microsoft.com/office/drawing/2014/main" id="{7D1D2613-79E5-D207-EAF7-90FABF6E7499}"/>
              </a:ext>
            </a:extLst>
          </p:cNvPr>
          <p:cNvCxnSpPr/>
          <p:nvPr userDrawn="1">
            <p:custDataLst>
              <p:tags r:id="rId15"/>
            </p:custDataLst>
          </p:nvPr>
        </p:nvCxnSpPr>
        <p:spPr>
          <a:xfrm>
            <a:off x="554736"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Right">
            <a:extLst>
              <a:ext uri="{FF2B5EF4-FFF2-40B4-BE49-F238E27FC236}">
                <a16:creationId xmlns:a16="http://schemas.microsoft.com/office/drawing/2014/main" id="{3A983EBF-637D-A060-116E-0B0128C45EE3}"/>
              </a:ext>
            </a:extLst>
          </p:cNvPr>
          <p:cNvCxnSpPr/>
          <p:nvPr userDrawn="1">
            <p:custDataLst>
              <p:tags r:id="rId16"/>
            </p:custDataLst>
          </p:nvPr>
        </p:nvCxnSpPr>
        <p:spPr>
          <a:xfrm>
            <a:off x="6573171"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Left">
            <a:extLst>
              <a:ext uri="{FF2B5EF4-FFF2-40B4-BE49-F238E27FC236}">
                <a16:creationId xmlns:a16="http://schemas.microsoft.com/office/drawing/2014/main" id="{44142F97-2561-3657-1B4B-3BFBB1E9F9BD}"/>
              </a:ext>
            </a:extLst>
          </p:cNvPr>
          <p:cNvCxnSpPr/>
          <p:nvPr userDrawn="1">
            <p:custDataLst>
              <p:tags r:id="rId17"/>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81B34F4-C4ED-A448-4C7C-1FBDE8D7D418}"/>
              </a:ext>
            </a:extLst>
          </p:cNvPr>
          <p:cNvCxnSpPr/>
          <p:nvPr userDrawn="1">
            <p:custDataLst>
              <p:tags r:id="rId18"/>
            </p:custDataLst>
          </p:nvPr>
        </p:nvCxnSpPr>
        <p:spPr>
          <a:xfrm>
            <a:off x="554736"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5. Source" hidden="1">
            <a:extLst>
              <a:ext uri="{FF2B5EF4-FFF2-40B4-BE49-F238E27FC236}">
                <a16:creationId xmlns:a16="http://schemas.microsoft.com/office/drawing/2014/main" id="{28B9027F-AE86-DAF5-5474-EE46805E4CA7}"/>
              </a:ext>
            </a:extLst>
          </p:cNvPr>
          <p:cNvSpPr txBox="1"/>
          <p:nvPr userDrawn="1">
            <p:custDataLst>
              <p:tags r:id="rId19"/>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7" name="TextBox 26">
            <a:extLst>
              <a:ext uri="{FF2B5EF4-FFF2-40B4-BE49-F238E27FC236}">
                <a16:creationId xmlns:a16="http://schemas.microsoft.com/office/drawing/2014/main" id="{9BD3C695-AC57-A88D-1A2C-3A39E19380FA}"/>
              </a:ext>
            </a:extLst>
          </p:cNvPr>
          <p:cNvSpPr txBox="1"/>
          <p:nvPr userDrawn="1"/>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solidFill>
                <a:schemeClr val="tx1"/>
              </a:solidFill>
            </a:endParaRPr>
          </a:p>
        </p:txBody>
      </p:sp>
    </p:spTree>
    <p:extLst>
      <p:ext uri="{BB962C8B-B14F-4D97-AF65-F5344CB8AC3E}">
        <p14:creationId xmlns:p14="http://schemas.microsoft.com/office/powerpoint/2010/main" val="28965375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1_1/2 grey">
    <p:spTree>
      <p:nvGrpSpPr>
        <p:cNvPr id="1" name=""/>
        <p:cNvGrpSpPr/>
        <p:nvPr/>
      </p:nvGrpSpPr>
      <p:grpSpPr>
        <a:xfrm>
          <a:off x="0" y="0"/>
          <a:ext cx="0" cy="0"/>
          <a:chOff x="0" y="0"/>
          <a:chExt cx="0" cy="0"/>
        </a:xfrm>
      </p:grpSpPr>
      <p:sp>
        <p:nvSpPr>
          <p:cNvPr id="7" name="RectangleLight">
            <a:extLst>
              <a:ext uri="{FF2B5EF4-FFF2-40B4-BE49-F238E27FC236}">
                <a16:creationId xmlns:a16="http://schemas.microsoft.com/office/drawing/2014/main" id="{2365F90A-9CD8-40EE-93CD-2729135A9569}"/>
              </a:ext>
            </a:extLst>
          </p:cNvPr>
          <p:cNvSpPr/>
          <p:nvPr>
            <p:custDataLst>
              <p:tags r:id="rId1"/>
            </p:custDataLst>
          </p:nvPr>
        </p:nvSpPr>
        <p:spPr bwMode="ltGray">
          <a:xfrm>
            <a:off x="0" y="0"/>
            <a:ext cx="6099048" cy="6858000"/>
          </a:xfrm>
          <a:prstGeom prst="rect">
            <a:avLst/>
          </a:prstGeom>
          <a:solidFill>
            <a:schemeClr val="bg1">
              <a:lumMod val="95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p:custDataLst>
              <p:tags r:id="rId2"/>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p:custDataLst>
              <p:tags r:id="rId4"/>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p:custDataLst>
              <p:tags r:id="rId5"/>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a:cxnSpLocks/>
          </p:cNvCxnSpPr>
          <p:nvPr>
            <p:custDataLst>
              <p:tags r:id="rId6"/>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p:custDataLst>
              <p:tags r:id="rId7"/>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p:custDataLst>
              <p:tags r:id="rId8"/>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9"/>
            </p:custDataLst>
          </p:nvPr>
        </p:nvSpPr>
        <p:spPr>
          <a:xfrm>
            <a:off x="6573171" y="355092"/>
            <a:ext cx="5065776" cy="731520"/>
          </a:xfrm>
        </p:spPr>
        <p:txBody>
          <a:bodyPr vert="horz"/>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0"/>
            </p:custDataLst>
          </p:nvPr>
        </p:nvSpPr>
        <p:spPr>
          <a:xfrm>
            <a:off x="6573171" y="1287435"/>
            <a:ext cx="5065776" cy="304699"/>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5. Source" hidden="1">
            <a:extLst>
              <a:ext uri="{FF2B5EF4-FFF2-40B4-BE49-F238E27FC236}">
                <a16:creationId xmlns:a16="http://schemas.microsoft.com/office/drawing/2014/main" id="{F5E9C22A-A356-4521-A359-338A663DFEA2}"/>
              </a:ext>
            </a:extLst>
          </p:cNvPr>
          <p:cNvSpPr txBox="1"/>
          <p:nvPr>
            <p:custDataLst>
              <p:tags r:id="rId1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TextBox 3">
            <a:extLst>
              <a:ext uri="{FF2B5EF4-FFF2-40B4-BE49-F238E27FC236}">
                <a16:creationId xmlns:a16="http://schemas.microsoft.com/office/drawing/2014/main" id="{8467FBB9-900F-D74F-181C-8D3946FC8460}"/>
              </a:ext>
            </a:extLst>
          </p:cNvPr>
          <p:cNvSpPr txBox="1"/>
          <p:nvPr/>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dirty="0">
              <a:solidFill>
                <a:schemeClr val="tx1"/>
              </a:solidFill>
            </a:endParaRPr>
          </a:p>
        </p:txBody>
      </p:sp>
      <p:sp>
        <p:nvSpPr>
          <p:cNvPr id="5" name="1. On-page tracker">
            <a:extLst>
              <a:ext uri="{FF2B5EF4-FFF2-40B4-BE49-F238E27FC236}">
                <a16:creationId xmlns:a16="http://schemas.microsoft.com/office/drawing/2014/main" id="{84B0356F-D00A-3854-0BBC-656B43F1CE56}"/>
              </a:ext>
            </a:extLst>
          </p:cNvPr>
          <p:cNvSpPr>
            <a:spLocks noGrp="1"/>
          </p:cNvSpPr>
          <p:nvPr>
            <p:ph type="body" sz="quarter" idx="17" hasCustomPrompt="1"/>
            <p:custDataLst>
              <p:tags r:id="rId12"/>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cxnSp>
        <p:nvCxnSpPr>
          <p:cNvPr id="12" name="BottomLineRight">
            <a:extLst>
              <a:ext uri="{FF2B5EF4-FFF2-40B4-BE49-F238E27FC236}">
                <a16:creationId xmlns:a16="http://schemas.microsoft.com/office/drawing/2014/main" id="{8F2C2791-B51E-A08E-A83D-8365063BE5F0}"/>
              </a:ext>
            </a:extLst>
          </p:cNvPr>
          <p:cNvCxnSpPr/>
          <p:nvPr userDrawn="1">
            <p:custDataLst>
              <p:tags r:id="rId13"/>
            </p:custDataLst>
          </p:nvPr>
        </p:nvCxnSpPr>
        <p:spPr>
          <a:xfrm>
            <a:off x="6573171"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 name="BottomLineLeft">
            <a:extLst>
              <a:ext uri="{FF2B5EF4-FFF2-40B4-BE49-F238E27FC236}">
                <a16:creationId xmlns:a16="http://schemas.microsoft.com/office/drawing/2014/main" id="{791D93BD-1F5A-C628-82CE-076AE9052101}"/>
              </a:ext>
            </a:extLst>
          </p:cNvPr>
          <p:cNvCxnSpPr/>
          <p:nvPr userDrawn="1">
            <p:custDataLst>
              <p:tags r:id="rId14"/>
            </p:custDataLst>
          </p:nvPr>
        </p:nvCxnSpPr>
        <p:spPr>
          <a:xfrm>
            <a:off x="554736"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Right">
            <a:extLst>
              <a:ext uri="{FF2B5EF4-FFF2-40B4-BE49-F238E27FC236}">
                <a16:creationId xmlns:a16="http://schemas.microsoft.com/office/drawing/2014/main" id="{1CB83102-3A2E-9CC5-4A85-E3CDA823E93A}"/>
              </a:ext>
            </a:extLst>
          </p:cNvPr>
          <p:cNvCxnSpPr>
            <a:cxnSpLocks/>
          </p:cNvCxnSpPr>
          <p:nvPr userDrawn="1">
            <p:custDataLst>
              <p:tags r:id="rId15"/>
            </p:custDataLst>
          </p:nvPr>
        </p:nvCxnSpPr>
        <p:spPr>
          <a:xfrm>
            <a:off x="6573171"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Left">
            <a:extLst>
              <a:ext uri="{FF2B5EF4-FFF2-40B4-BE49-F238E27FC236}">
                <a16:creationId xmlns:a16="http://schemas.microsoft.com/office/drawing/2014/main" id="{1779C13D-1F8B-9D37-1911-BCA54D7665BC}"/>
              </a:ext>
            </a:extLst>
          </p:cNvPr>
          <p:cNvCxnSpPr/>
          <p:nvPr userDrawn="1">
            <p:custDataLst>
              <p:tags r:id="rId16"/>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C12C1F7-B019-2A92-2CC7-43FD710B5543}"/>
              </a:ext>
            </a:extLst>
          </p:cNvPr>
          <p:cNvCxnSpPr/>
          <p:nvPr userDrawn="1">
            <p:custDataLst>
              <p:tags r:id="rId17"/>
            </p:custDataLst>
          </p:nvPr>
        </p:nvCxnSpPr>
        <p:spPr>
          <a:xfrm>
            <a:off x="554736"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5. Source" hidden="1">
            <a:extLst>
              <a:ext uri="{FF2B5EF4-FFF2-40B4-BE49-F238E27FC236}">
                <a16:creationId xmlns:a16="http://schemas.microsoft.com/office/drawing/2014/main" id="{B142AE8B-ABE4-83DD-4791-FF240BDC1202}"/>
              </a:ext>
            </a:extLst>
          </p:cNvPr>
          <p:cNvSpPr txBox="1"/>
          <p:nvPr userDrawn="1">
            <p:custDataLst>
              <p:tags r:id="rId1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7" name="TextBox 26">
            <a:extLst>
              <a:ext uri="{FF2B5EF4-FFF2-40B4-BE49-F238E27FC236}">
                <a16:creationId xmlns:a16="http://schemas.microsoft.com/office/drawing/2014/main" id="{28110B89-A74A-7E06-7CD8-90CE64375D18}"/>
              </a:ext>
            </a:extLst>
          </p:cNvPr>
          <p:cNvSpPr txBox="1"/>
          <p:nvPr userDrawn="1"/>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solidFill>
                <a:schemeClr val="tx1"/>
              </a:solidFill>
            </a:endParaRPr>
          </a:p>
        </p:txBody>
      </p:sp>
    </p:spTree>
    <p:extLst>
      <p:ext uri="{BB962C8B-B14F-4D97-AF65-F5344CB8AC3E}">
        <p14:creationId xmlns:p14="http://schemas.microsoft.com/office/powerpoint/2010/main" val="143375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2/3 grey">
    <p:spTree>
      <p:nvGrpSpPr>
        <p:cNvPr id="1" name=""/>
        <p:cNvGrpSpPr/>
        <p:nvPr/>
      </p:nvGrpSpPr>
      <p:grpSpPr>
        <a:xfrm>
          <a:off x="0" y="0"/>
          <a:ext cx="0" cy="0"/>
          <a:chOff x="0" y="0"/>
          <a:chExt cx="0" cy="0"/>
        </a:xfrm>
      </p:grpSpPr>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1"/>
            </p:custDataLst>
          </p:nvPr>
        </p:nvSpPr>
        <p:spPr>
          <a:xfrm>
            <a:off x="554736" y="355092"/>
            <a:ext cx="6967728" cy="731520"/>
          </a:xfrm>
        </p:spPr>
        <p:txBody>
          <a:bodyPr vert="horz"/>
          <a:lstStyle>
            <a:lvl1pPr>
              <a:defRPr>
                <a:solidFill>
                  <a:schemeClr val="tx1"/>
                </a:solidFill>
              </a:defRPr>
            </a:lvl1pPr>
          </a:lstStyle>
          <a:p>
            <a:r>
              <a:rPr lang="en-US"/>
              <a:t>Click to edit Master title style</a:t>
            </a:r>
            <a:endParaRPr lang="en-US" dirty="0"/>
          </a:p>
        </p:txBody>
      </p:sp>
      <p:sp>
        <p:nvSpPr>
          <p:cNvPr id="7" name="RectangleLight">
            <a:extLst>
              <a:ext uri="{FF2B5EF4-FFF2-40B4-BE49-F238E27FC236}">
                <a16:creationId xmlns:a16="http://schemas.microsoft.com/office/drawing/2014/main" id="{2365F90A-9CD8-40EE-93CD-2729135A9569}"/>
              </a:ext>
            </a:extLst>
          </p:cNvPr>
          <p:cNvSpPr/>
          <p:nvPr>
            <p:custDataLst>
              <p:tags r:id="rId2"/>
            </p:custDataLst>
          </p:nvPr>
        </p:nvSpPr>
        <p:spPr bwMode="ltGray">
          <a:xfrm>
            <a:off x="7830312" y="0"/>
            <a:ext cx="4361688" cy="6858000"/>
          </a:xfrm>
          <a:prstGeom prst="rect">
            <a:avLst/>
          </a:prstGeom>
          <a:solidFill>
            <a:schemeClr val="bg1">
              <a:lumMod val="95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solidFill>
              <a:latin typeface="Arial" panose="020B0604020202020204" pitchFamily="34" charset="0"/>
            </a:endParaRPr>
          </a:p>
        </p:txBody>
      </p:sp>
      <p:sp>
        <p:nvSpPr>
          <p:cNvPr id="16" name="SlideLogoText">
            <a:extLst>
              <a:ext uri="{FF2B5EF4-FFF2-40B4-BE49-F238E27FC236}">
                <a16:creationId xmlns:a16="http://schemas.microsoft.com/office/drawing/2014/main" id="{AEC46ACE-42CD-4304-9E51-86DBC38CA4EB}"/>
              </a:ext>
            </a:extLst>
          </p:cNvPr>
          <p:cNvSpPr txBox="1"/>
          <p:nvPr>
            <p:custDataLst>
              <p:tags r:id="rId3"/>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p:custDataLst>
              <p:tags r:id="rId4"/>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2" name="BottomLineRight">
            <a:extLst>
              <a:ext uri="{FF2B5EF4-FFF2-40B4-BE49-F238E27FC236}">
                <a16:creationId xmlns:a16="http://schemas.microsoft.com/office/drawing/2014/main" id="{6425396B-5490-4E4D-8EA4-E4AB4F98BF62}"/>
              </a:ext>
            </a:extLst>
          </p:cNvPr>
          <p:cNvCxnSpPr/>
          <p:nvPr>
            <p:custDataLst>
              <p:tags r:id="rId5"/>
            </p:custDataLst>
          </p:nvPr>
        </p:nvCxnSpPr>
        <p:spPr>
          <a:xfrm>
            <a:off x="8173371"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BottomLineLeft">
            <a:extLst>
              <a:ext uri="{FF2B5EF4-FFF2-40B4-BE49-F238E27FC236}">
                <a16:creationId xmlns:a16="http://schemas.microsoft.com/office/drawing/2014/main" id="{570396F1-4249-402C-975E-F70778173C25}"/>
              </a:ext>
            </a:extLst>
          </p:cNvPr>
          <p:cNvCxnSpPr/>
          <p:nvPr>
            <p:custDataLst>
              <p:tags r:id="rId6"/>
            </p:custDataLst>
          </p:nvPr>
        </p:nvCxnSpPr>
        <p:spPr>
          <a:xfrm>
            <a:off x="554736"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TopLineRight">
            <a:extLst>
              <a:ext uri="{FF2B5EF4-FFF2-40B4-BE49-F238E27FC236}">
                <a16:creationId xmlns:a16="http://schemas.microsoft.com/office/drawing/2014/main" id="{C5BD98EE-C09E-457E-A028-EBE485145AA3}"/>
              </a:ext>
            </a:extLst>
          </p:cNvPr>
          <p:cNvCxnSpPr/>
          <p:nvPr>
            <p:custDataLst>
              <p:tags r:id="rId7"/>
            </p:custDataLst>
          </p:nvPr>
        </p:nvCxnSpPr>
        <p:spPr>
          <a:xfrm>
            <a:off x="8173371"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TopLineLeft">
            <a:extLst>
              <a:ext uri="{FF2B5EF4-FFF2-40B4-BE49-F238E27FC236}">
                <a16:creationId xmlns:a16="http://schemas.microsoft.com/office/drawing/2014/main" id="{47D3FB95-30DE-4983-B5AE-01B80542C0DD}"/>
              </a:ext>
            </a:extLst>
          </p:cNvPr>
          <p:cNvCxnSpPr/>
          <p:nvPr>
            <p:custDataLst>
              <p:tags r:id="rId8"/>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8D646E-BD43-4948-96FE-F798F0E18D71}"/>
              </a:ext>
            </a:extLst>
          </p:cNvPr>
          <p:cNvCxnSpPr/>
          <p:nvPr>
            <p:custDataLst>
              <p:tags r:id="rId9"/>
            </p:custDataLst>
          </p:nvPr>
        </p:nvCxnSpPr>
        <p:spPr>
          <a:xfrm>
            <a:off x="554736"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10"/>
            </p:custDataLst>
          </p:nvPr>
        </p:nvSpPr>
        <p:spPr>
          <a:xfrm>
            <a:off x="554736" y="1291125"/>
            <a:ext cx="6967728" cy="276999"/>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F25A304F-F50E-4F96-991D-CFEB07060178}"/>
              </a:ext>
            </a:extLst>
          </p:cNvPr>
          <p:cNvSpPr txBox="1"/>
          <p:nvPr>
            <p:custDataLst>
              <p:tags r:id="rId11"/>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81FC95FE-98AE-2D03-2407-7155AFECE476}"/>
              </a:ext>
            </a:extLst>
          </p:cNvPr>
          <p:cNvSpPr>
            <a:spLocks noGrp="1"/>
          </p:cNvSpPr>
          <p:nvPr>
            <p:ph type="body" sz="quarter" idx="17" hasCustomPrompt="1"/>
            <p:custDataLst>
              <p:tags r:id="rId12"/>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10" name="SlideLogoText">
            <a:extLst>
              <a:ext uri="{FF2B5EF4-FFF2-40B4-BE49-F238E27FC236}">
                <a16:creationId xmlns:a16="http://schemas.microsoft.com/office/drawing/2014/main" id="{ED193EBB-5466-5BDD-AEFC-F0E9BB306421}"/>
              </a:ext>
            </a:extLst>
          </p:cNvPr>
          <p:cNvSpPr txBox="1"/>
          <p:nvPr userDrawn="1">
            <p:custDataLst>
              <p:tags r:id="rId13"/>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cxnSp>
        <p:nvCxnSpPr>
          <p:cNvPr id="15" name="BottomLineRight">
            <a:extLst>
              <a:ext uri="{FF2B5EF4-FFF2-40B4-BE49-F238E27FC236}">
                <a16:creationId xmlns:a16="http://schemas.microsoft.com/office/drawing/2014/main" id="{23333C35-5A2E-151B-2F4B-2CDCB314397C}"/>
              </a:ext>
            </a:extLst>
          </p:cNvPr>
          <p:cNvCxnSpPr/>
          <p:nvPr userDrawn="1">
            <p:custDataLst>
              <p:tags r:id="rId14"/>
            </p:custDataLst>
          </p:nvPr>
        </p:nvCxnSpPr>
        <p:spPr>
          <a:xfrm>
            <a:off x="8173371" y="6453769"/>
            <a:ext cx="34655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BottomLineLeft">
            <a:extLst>
              <a:ext uri="{FF2B5EF4-FFF2-40B4-BE49-F238E27FC236}">
                <a16:creationId xmlns:a16="http://schemas.microsoft.com/office/drawing/2014/main" id="{03CB881E-B8CB-CF21-ECED-2D62E68D5699}"/>
              </a:ext>
            </a:extLst>
          </p:cNvPr>
          <p:cNvCxnSpPr/>
          <p:nvPr userDrawn="1">
            <p:custDataLst>
              <p:tags r:id="rId15"/>
            </p:custDataLst>
          </p:nvPr>
        </p:nvCxnSpPr>
        <p:spPr>
          <a:xfrm>
            <a:off x="554736" y="6453769"/>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Right">
            <a:extLst>
              <a:ext uri="{FF2B5EF4-FFF2-40B4-BE49-F238E27FC236}">
                <a16:creationId xmlns:a16="http://schemas.microsoft.com/office/drawing/2014/main" id="{6046C228-BC5A-00E4-BA8C-D41D9C371758}"/>
              </a:ext>
            </a:extLst>
          </p:cNvPr>
          <p:cNvCxnSpPr/>
          <p:nvPr userDrawn="1">
            <p:custDataLst>
              <p:tags r:id="rId16"/>
            </p:custDataLst>
          </p:nvPr>
        </p:nvCxnSpPr>
        <p:spPr>
          <a:xfrm>
            <a:off x="8173371" y="1181906"/>
            <a:ext cx="34655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Left">
            <a:extLst>
              <a:ext uri="{FF2B5EF4-FFF2-40B4-BE49-F238E27FC236}">
                <a16:creationId xmlns:a16="http://schemas.microsoft.com/office/drawing/2014/main" id="{6DDEA8EA-201F-2A9F-D188-038DDA3A4C07}"/>
              </a:ext>
            </a:extLst>
          </p:cNvPr>
          <p:cNvCxnSpPr/>
          <p:nvPr userDrawn="1">
            <p:custDataLst>
              <p:tags r:id="rId17"/>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8C08786-DAFA-C25B-BB5A-6EF081FE7EC5}"/>
              </a:ext>
            </a:extLst>
          </p:cNvPr>
          <p:cNvCxnSpPr/>
          <p:nvPr userDrawn="1">
            <p:custDataLst>
              <p:tags r:id="rId18"/>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5. Source" hidden="1">
            <a:extLst>
              <a:ext uri="{FF2B5EF4-FFF2-40B4-BE49-F238E27FC236}">
                <a16:creationId xmlns:a16="http://schemas.microsoft.com/office/drawing/2014/main" id="{533741C6-486A-114F-757D-0815AA6BF1FB}"/>
              </a:ext>
            </a:extLst>
          </p:cNvPr>
          <p:cNvSpPr txBox="1"/>
          <p:nvPr userDrawn="1">
            <p:custDataLst>
              <p:tags r:id="rId19"/>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272983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3/4 grey">
    <p:spTree>
      <p:nvGrpSpPr>
        <p:cNvPr id="1" name=""/>
        <p:cNvGrpSpPr/>
        <p:nvPr/>
      </p:nvGrpSpPr>
      <p:grpSpPr>
        <a:xfrm>
          <a:off x="0" y="0"/>
          <a:ext cx="0" cy="0"/>
          <a:chOff x="0" y="0"/>
          <a:chExt cx="0" cy="0"/>
        </a:xfrm>
      </p:grpSpPr>
      <p:sp>
        <p:nvSpPr>
          <p:cNvPr id="7" name="RectangleLight">
            <a:extLst>
              <a:ext uri="{FF2B5EF4-FFF2-40B4-BE49-F238E27FC236}">
                <a16:creationId xmlns:a16="http://schemas.microsoft.com/office/drawing/2014/main" id="{CD2FAB0B-AB63-C7F3-6E57-3803DCBF78EE}"/>
              </a:ext>
            </a:extLst>
          </p:cNvPr>
          <p:cNvSpPr/>
          <p:nvPr userDrawn="1">
            <p:custDataLst>
              <p:tags r:id="rId1"/>
            </p:custDataLst>
          </p:nvPr>
        </p:nvSpPr>
        <p:spPr bwMode="ltGray">
          <a:xfrm>
            <a:off x="8781416" y="0"/>
            <a:ext cx="3410584" cy="6858000"/>
          </a:xfrm>
          <a:prstGeom prst="rect">
            <a:avLst/>
          </a:prstGeom>
          <a:solidFill>
            <a:schemeClr val="bg1">
              <a:lumMod val="95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7" name="SlideLogoText">
            <a:extLst>
              <a:ext uri="{FF2B5EF4-FFF2-40B4-BE49-F238E27FC236}">
                <a16:creationId xmlns:a16="http://schemas.microsoft.com/office/drawing/2014/main" id="{609F85FD-B74A-4A4E-BFA9-7668DD6BCB90}"/>
              </a:ext>
            </a:extLst>
          </p:cNvPr>
          <p:cNvSpPr txBox="1"/>
          <p:nvPr userDrawn="1">
            <p:custDataLst>
              <p:tags r:id="rId2"/>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chemeClr val="tx1"/>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schemeClr val="tx1"/>
              </a:solidFill>
              <a:effectLst/>
              <a:uLnTx/>
              <a:uFillTx/>
              <a:latin typeface="Arial"/>
              <a:ea typeface="+mn-ea"/>
              <a:cs typeface="Arial" panose="020B0604020202020204" pitchFamily="34" charset="0"/>
            </a:endParaRPr>
          </a:p>
        </p:txBody>
      </p:sp>
      <p:cxnSp>
        <p:nvCxnSpPr>
          <p:cNvPr id="27" name="BottomLineRight">
            <a:extLst>
              <a:ext uri="{FF2B5EF4-FFF2-40B4-BE49-F238E27FC236}">
                <a16:creationId xmlns:a16="http://schemas.microsoft.com/office/drawing/2014/main" id="{C7EF0021-7C64-4C3A-BB10-343D51B3F040}"/>
              </a:ext>
            </a:extLst>
          </p:cNvPr>
          <p:cNvCxnSpPr/>
          <p:nvPr>
            <p:custDataLst>
              <p:tags r:id="rId4"/>
            </p:custDataLst>
          </p:nvPr>
        </p:nvCxnSpPr>
        <p:spPr>
          <a:xfrm>
            <a:off x="9119861" y="6453769"/>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8" name="BottomLineLeft">
            <a:extLst>
              <a:ext uri="{FF2B5EF4-FFF2-40B4-BE49-F238E27FC236}">
                <a16:creationId xmlns:a16="http://schemas.microsoft.com/office/drawing/2014/main" id="{769848ED-A1D9-4D6F-AC16-5512562B47A0}"/>
              </a:ext>
            </a:extLst>
          </p:cNvPr>
          <p:cNvCxnSpPr/>
          <p:nvPr>
            <p:custDataLst>
              <p:tags r:id="rId5"/>
            </p:custDataLst>
          </p:nvPr>
        </p:nvCxnSpPr>
        <p:spPr>
          <a:xfrm>
            <a:off x="554736" y="6453769"/>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Right">
            <a:extLst>
              <a:ext uri="{FF2B5EF4-FFF2-40B4-BE49-F238E27FC236}">
                <a16:creationId xmlns:a16="http://schemas.microsoft.com/office/drawing/2014/main" id="{9DD5C457-8894-4C00-BE39-CE61754727F6}"/>
              </a:ext>
            </a:extLst>
          </p:cNvPr>
          <p:cNvCxnSpPr/>
          <p:nvPr>
            <p:custDataLst>
              <p:tags r:id="rId6"/>
            </p:custDataLst>
          </p:nvPr>
        </p:nvCxnSpPr>
        <p:spPr>
          <a:xfrm>
            <a:off x="9119861"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TopLineLeft">
            <a:extLst>
              <a:ext uri="{FF2B5EF4-FFF2-40B4-BE49-F238E27FC236}">
                <a16:creationId xmlns:a16="http://schemas.microsoft.com/office/drawing/2014/main" id="{8B2884B5-93FA-4ECC-9065-3398231F02FC}"/>
              </a:ext>
            </a:extLst>
          </p:cNvPr>
          <p:cNvCxnSpPr/>
          <p:nvPr>
            <p:custDataLst>
              <p:tags r:id="rId7"/>
            </p:custDataLst>
          </p:nvPr>
        </p:nvCxnSpPr>
        <p:spPr>
          <a:xfrm>
            <a:off x="554736"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8"/>
            </p:custDataLst>
          </p:nvPr>
        </p:nvSpPr>
        <p:spPr>
          <a:xfrm>
            <a:off x="554736" y="354162"/>
            <a:ext cx="7918704" cy="731520"/>
          </a:xfrm>
        </p:spPr>
        <p:txBody>
          <a:bodyPr vert="horz"/>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9"/>
            </p:custDataLst>
          </p:nvPr>
        </p:nvSpPr>
        <p:spPr>
          <a:xfrm>
            <a:off x="554736" y="1291125"/>
            <a:ext cx="7918704" cy="297181"/>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5. Source" hidden="1">
            <a:extLst>
              <a:ext uri="{FF2B5EF4-FFF2-40B4-BE49-F238E27FC236}">
                <a16:creationId xmlns:a16="http://schemas.microsoft.com/office/drawing/2014/main" id="{F5E9C22A-A356-4521-A359-338A663DFEA2}"/>
              </a:ext>
            </a:extLst>
          </p:cNvPr>
          <p:cNvSpPr txBox="1"/>
          <p:nvPr>
            <p:custDataLst>
              <p:tags r:id="rId10"/>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Source: …</a:t>
            </a:r>
          </a:p>
        </p:txBody>
      </p:sp>
      <p:sp>
        <p:nvSpPr>
          <p:cNvPr id="4" name="1. On-page tracker">
            <a:extLst>
              <a:ext uri="{FF2B5EF4-FFF2-40B4-BE49-F238E27FC236}">
                <a16:creationId xmlns:a16="http://schemas.microsoft.com/office/drawing/2014/main" id="{40C50DBC-77FE-61C3-BB9B-59D913291108}"/>
              </a:ext>
            </a:extLst>
          </p:cNvPr>
          <p:cNvSpPr>
            <a:spLocks noGrp="1"/>
          </p:cNvSpPr>
          <p:nvPr>
            <p:ph type="body" sz="quarter" idx="17" hasCustomPrompt="1"/>
            <p:custDataLst>
              <p:tags r:id="rId11"/>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cxnSp>
        <p:nvCxnSpPr>
          <p:cNvPr id="10" name="TopLineRight">
            <a:extLst>
              <a:ext uri="{FF2B5EF4-FFF2-40B4-BE49-F238E27FC236}">
                <a16:creationId xmlns:a16="http://schemas.microsoft.com/office/drawing/2014/main" id="{02EF33B4-F1CF-127A-6DC0-66C2F56540CF}"/>
              </a:ext>
            </a:extLst>
          </p:cNvPr>
          <p:cNvCxnSpPr/>
          <p:nvPr userDrawn="1">
            <p:custDataLst>
              <p:tags r:id="rId12"/>
            </p:custDataLst>
          </p:nvPr>
        </p:nvCxnSpPr>
        <p:spPr>
          <a:xfrm>
            <a:off x="9119861" y="1181906"/>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Left">
            <a:extLst>
              <a:ext uri="{FF2B5EF4-FFF2-40B4-BE49-F238E27FC236}">
                <a16:creationId xmlns:a16="http://schemas.microsoft.com/office/drawing/2014/main" id="{F771BF59-40BB-01B4-DC46-910BA1A736B4}"/>
              </a:ext>
            </a:extLst>
          </p:cNvPr>
          <p:cNvCxnSpPr/>
          <p:nvPr userDrawn="1">
            <p:custDataLst>
              <p:tags r:id="rId13"/>
            </p:custDataLst>
          </p:nvPr>
        </p:nvCxnSpPr>
        <p:spPr>
          <a:xfrm>
            <a:off x="554736" y="1181906"/>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 name="5. Source" hidden="1">
            <a:extLst>
              <a:ext uri="{FF2B5EF4-FFF2-40B4-BE49-F238E27FC236}">
                <a16:creationId xmlns:a16="http://schemas.microsoft.com/office/drawing/2014/main" id="{2B2A3520-E5B7-615D-AC0C-FC45DAE55740}"/>
              </a:ext>
            </a:extLst>
          </p:cNvPr>
          <p:cNvSpPr txBox="1"/>
          <p:nvPr userDrawn="1">
            <p:custDataLst>
              <p:tags r:id="rId14"/>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Tree>
    <p:extLst>
      <p:ext uri="{BB962C8B-B14F-4D97-AF65-F5344CB8AC3E}">
        <p14:creationId xmlns:p14="http://schemas.microsoft.com/office/powerpoint/2010/main" val="38796290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End">
    <p:spTree>
      <p:nvGrpSpPr>
        <p:cNvPr id="1" name=""/>
        <p:cNvGrpSpPr/>
        <p:nvPr/>
      </p:nvGrpSpPr>
      <p:grpSpPr>
        <a:xfrm>
          <a:off x="0" y="0"/>
          <a:ext cx="0" cy="0"/>
          <a:chOff x="0" y="0"/>
          <a:chExt cx="0" cy="0"/>
        </a:xfrm>
      </p:grpSpPr>
      <p:sp>
        <p:nvSpPr>
          <p:cNvPr id="8" name="5. Source" hidden="1">
            <a:extLst>
              <a:ext uri="{FF2B5EF4-FFF2-40B4-BE49-F238E27FC236}">
                <a16:creationId xmlns:a16="http://schemas.microsoft.com/office/drawing/2014/main" id="{330AE89A-7771-4A6E-A02D-893DCB66C876}"/>
              </a:ext>
            </a:extLst>
          </p:cNvPr>
          <p:cNvSpPr txBox="1"/>
          <p:nvPr>
            <p:custDataLst>
              <p:tags r:id="rId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 name="ClientLogo">
            <a:extLst>
              <a:ext uri="{FF2B5EF4-FFF2-40B4-BE49-F238E27FC236}">
                <a16:creationId xmlns:a16="http://schemas.microsoft.com/office/drawing/2014/main" id="{360045FA-4F2B-7CCC-BC88-DBB2BC856EF6}"/>
              </a:ext>
            </a:extLst>
          </p:cNvPr>
          <p:cNvSpPr>
            <a:spLocks noGrp="1"/>
          </p:cNvSpPr>
          <p:nvPr>
            <p:ph type="pic" sz="quarter" idx="14" hasCustomPrompt="1"/>
            <p:custDataLst>
              <p:tags r:id="rId2"/>
            </p:custDataLst>
          </p:nvPr>
        </p:nvSpPr>
        <p:spPr>
          <a:xfrm>
            <a:off x="5096891" y="2906491"/>
            <a:ext cx="1998218" cy="1045018"/>
          </a:xfrm>
          <a:prstGeom prst="rect">
            <a:avLst/>
          </a:prstGeom>
        </p:spPr>
        <p:txBody>
          <a:bodyPr>
            <a:noAutofit/>
          </a:bodyPr>
          <a:lstStyle>
            <a:lvl1pPr algn="ctr">
              <a:defRPr sz="1200">
                <a:solidFill>
                  <a:schemeClr val="tx1"/>
                </a:solidFill>
              </a:defRPr>
            </a:lvl1pPr>
          </a:lstStyle>
          <a:p>
            <a:r>
              <a:rPr lang="en-US" dirty="0"/>
              <a:t>logo goes here.</a:t>
            </a:r>
          </a:p>
        </p:txBody>
      </p:sp>
      <p:sp>
        <p:nvSpPr>
          <p:cNvPr id="5" name="5. Source" hidden="1">
            <a:extLst>
              <a:ext uri="{FF2B5EF4-FFF2-40B4-BE49-F238E27FC236}">
                <a16:creationId xmlns:a16="http://schemas.microsoft.com/office/drawing/2014/main" id="{9E557DC3-5BF2-4D79-84F4-12A1DDBC6D3C}"/>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30063648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Frontpage dark">
    <p:bg>
      <p:bgPr>
        <a:solidFill>
          <a:schemeClr val="accent1"/>
        </a:solidFill>
        <a:effectLst/>
      </p:bgPr>
    </p:bg>
    <p:spTree>
      <p:nvGrpSpPr>
        <p:cNvPr id="1" name=""/>
        <p:cNvGrpSpPr/>
        <p:nvPr/>
      </p:nvGrpSpPr>
      <p:grpSpPr>
        <a:xfrm>
          <a:off x="0" y="0"/>
          <a:ext cx="0" cy="0"/>
          <a:chOff x="0" y="0"/>
          <a:chExt cx="0" cy="0"/>
        </a:xfrm>
      </p:grpSpPr>
      <p:sp>
        <p:nvSpPr>
          <p:cNvPr id="3" name="ClientLogo">
            <a:extLst>
              <a:ext uri="{FF2B5EF4-FFF2-40B4-BE49-F238E27FC236}">
                <a16:creationId xmlns:a16="http://schemas.microsoft.com/office/drawing/2014/main" id="{0D1A260D-45D1-4D8D-ACC4-246C7DD9AFAD}"/>
              </a:ext>
            </a:extLst>
          </p:cNvPr>
          <p:cNvSpPr>
            <a:spLocks noGrp="1"/>
          </p:cNvSpPr>
          <p:nvPr>
            <p:ph type="pic" sz="quarter" idx="14" hasCustomPrompt="1"/>
            <p:custDataLst>
              <p:tags r:id="rId1"/>
            </p:custDataLst>
          </p:nvPr>
        </p:nvSpPr>
        <p:spPr>
          <a:xfrm>
            <a:off x="551942" y="326582"/>
            <a:ext cx="1998218" cy="1045018"/>
          </a:xfrm>
          <a:prstGeom prst="rect">
            <a:avLst/>
          </a:prstGeom>
        </p:spPr>
        <p:txBody>
          <a:bodyPr>
            <a:noAutofit/>
          </a:bodyPr>
          <a:lstStyle>
            <a:lvl1pPr algn="ctr">
              <a:defRPr sz="1200">
                <a:solidFill>
                  <a:schemeClr val="bg1"/>
                </a:solidFill>
              </a:defRPr>
            </a:lvl1pPr>
          </a:lstStyle>
          <a:p>
            <a:r>
              <a:rPr lang="en-US" dirty="0"/>
              <a:t>logo goes here.</a:t>
            </a:r>
          </a:p>
        </p:txBody>
      </p:sp>
      <p:sp>
        <p:nvSpPr>
          <p:cNvPr id="15" name="Documenttype">
            <a:extLst>
              <a:ext uri="{FF2B5EF4-FFF2-40B4-BE49-F238E27FC236}">
                <a16:creationId xmlns:a16="http://schemas.microsoft.com/office/drawing/2014/main" id="{CB5FF56E-DA90-4199-AF9A-359BE08E9A15}"/>
              </a:ext>
            </a:extLst>
          </p:cNvPr>
          <p:cNvSpPr>
            <a:spLocks noGrp="1"/>
          </p:cNvSpPr>
          <p:nvPr>
            <p:ph type="body" sz="quarter" idx="13" hasCustomPrompt="1"/>
            <p:custDataLst>
              <p:tags r:id="rId2"/>
            </p:custDataLst>
          </p:nvPr>
        </p:nvSpPr>
        <p:spPr>
          <a:xfrm>
            <a:off x="554736" y="4510168"/>
            <a:ext cx="6255258" cy="215444"/>
          </a:xfrm>
          <a:prstGeom prst="rect">
            <a:avLst/>
          </a:prstGeom>
          <a:noFill/>
        </p:spPr>
        <p:txBody>
          <a:bodyPr wrap="square">
            <a:noAutofit/>
          </a:bodyPr>
          <a:lstStyle>
            <a:lvl1pPr>
              <a:buNone/>
              <a:defRPr sz="1400">
                <a:solidFill>
                  <a:schemeClr val="bg1"/>
                </a:solidFill>
              </a:defRPr>
            </a:lvl1pPr>
            <a:lvl2pPr marL="115888" indent="0">
              <a:buNone/>
              <a:defRPr>
                <a:solidFill>
                  <a:schemeClr val="bg1"/>
                </a:solidFill>
              </a:defRPr>
            </a:lvl2pPr>
            <a:lvl3pPr marL="466344" indent="0">
              <a:buNone/>
              <a:defRPr>
                <a:solidFill>
                  <a:schemeClr val="bg1"/>
                </a:solidFill>
              </a:defRPr>
            </a:lvl3pPr>
            <a:lvl4pPr marL="813816" indent="0">
              <a:buNone/>
              <a:defRPr>
                <a:solidFill>
                  <a:schemeClr val="bg1"/>
                </a:solidFill>
              </a:defRPr>
            </a:lvl4pPr>
            <a:lvl5pPr marL="1161288" indent="0">
              <a:buNone/>
              <a:defRPr>
                <a:solidFill>
                  <a:schemeClr val="bg1"/>
                </a:solidFill>
              </a:defRPr>
            </a:lvl5pPr>
          </a:lstStyle>
          <a:p>
            <a:pPr lvl="0"/>
            <a:r>
              <a:rPr lang="en-US" dirty="0"/>
              <a:t>Click to change date</a:t>
            </a:r>
          </a:p>
        </p:txBody>
      </p:sp>
      <p:sp>
        <p:nvSpPr>
          <p:cNvPr id="14" name="Subtitle">
            <a:extLst>
              <a:ext uri="{FF2B5EF4-FFF2-40B4-BE49-F238E27FC236}">
                <a16:creationId xmlns:a16="http://schemas.microsoft.com/office/drawing/2014/main" id="{BFC960F1-3A46-4C93-83F3-47AB2EB0D15E}"/>
              </a:ext>
            </a:extLst>
          </p:cNvPr>
          <p:cNvSpPr>
            <a:spLocks noGrp="1"/>
          </p:cNvSpPr>
          <p:nvPr>
            <p:ph type="subTitle" idx="1" hasCustomPrompt="1"/>
            <p:custDataLst>
              <p:tags r:id="rId3"/>
            </p:custDataLst>
          </p:nvPr>
        </p:nvSpPr>
        <p:spPr>
          <a:xfrm>
            <a:off x="551942" y="4092559"/>
            <a:ext cx="6255258" cy="307777"/>
          </a:xfrm>
          <a:prstGeom prst="rect">
            <a:avLst/>
          </a:prstGeom>
          <a:noFill/>
        </p:spPr>
        <p:txBody>
          <a:bodyPr wrap="square">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change Master subtitle style</a:t>
            </a:r>
          </a:p>
        </p:txBody>
      </p:sp>
      <p:sp>
        <p:nvSpPr>
          <p:cNvPr id="13" name="Title">
            <a:extLst>
              <a:ext uri="{FF2B5EF4-FFF2-40B4-BE49-F238E27FC236}">
                <a16:creationId xmlns:a16="http://schemas.microsoft.com/office/drawing/2014/main" id="{14DBF1FD-6C25-4E00-ACAB-F60F35C9625C}"/>
              </a:ext>
            </a:extLst>
          </p:cNvPr>
          <p:cNvSpPr>
            <a:spLocks noGrp="1"/>
          </p:cNvSpPr>
          <p:nvPr>
            <p:ph type="title" hasCustomPrompt="1"/>
            <p:custDataLst>
              <p:tags r:id="rId4"/>
            </p:custDataLst>
          </p:nvPr>
        </p:nvSpPr>
        <p:spPr>
          <a:xfrm>
            <a:off x="551942" y="2519680"/>
            <a:ext cx="6255258" cy="1451832"/>
          </a:xfrm>
          <a:prstGeom prst="rect">
            <a:avLst/>
          </a:prstGeom>
          <a:noFill/>
        </p:spPr>
        <p:txBody>
          <a:bodyPr vert="horz" anchor="b">
            <a:normAutofit/>
          </a:bodyPr>
          <a:lstStyle>
            <a:lvl1pPr>
              <a:defRPr sz="4400" baseline="0">
                <a:ln w="6350" cap="flat">
                  <a:noFill/>
                  <a:miter lim="800000"/>
                </a:ln>
                <a:solidFill>
                  <a:schemeClr val="bg1"/>
                </a:solidFill>
              </a:defRPr>
            </a:lvl1pPr>
          </a:lstStyle>
          <a:p>
            <a:r>
              <a:rPr lang="en-US" dirty="0"/>
              <a:t>Click to change Master title style</a:t>
            </a:r>
          </a:p>
        </p:txBody>
      </p:sp>
    </p:spTree>
    <p:extLst>
      <p:ext uri="{BB962C8B-B14F-4D97-AF65-F5344CB8AC3E}">
        <p14:creationId xmlns:p14="http://schemas.microsoft.com/office/powerpoint/2010/main" val="15533875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Default dark">
    <p:bg>
      <p:bgPr>
        <a:solidFill>
          <a:schemeClr val="accent1"/>
        </a:solidFill>
        <a:effectLst/>
      </p:bgPr>
    </p:bg>
    <p:spTree>
      <p:nvGrpSpPr>
        <p:cNvPr id="1" name=""/>
        <p:cNvGrpSpPr/>
        <p:nvPr/>
      </p:nvGrpSpPr>
      <p:grpSpPr>
        <a:xfrm>
          <a:off x="0" y="0"/>
          <a:ext cx="0" cy="0"/>
          <a:chOff x="0" y="0"/>
          <a:chExt cx="0" cy="0"/>
        </a:xfrm>
      </p:grpSpPr>
      <p:sp>
        <p:nvSpPr>
          <p:cNvPr id="15" name="Slide Number">
            <a:extLst>
              <a:ext uri="{FF2B5EF4-FFF2-40B4-BE49-F238E27FC236}">
                <a16:creationId xmlns:a16="http://schemas.microsoft.com/office/drawing/2014/main" id="{E4920261-0593-4AC5-992E-73B8CB0A1C71}"/>
              </a:ext>
            </a:extLst>
          </p:cNvPr>
          <p:cNvSpPr>
            <a:spLocks noChangeArrowheads="1"/>
          </p:cNvSpPr>
          <p:nvPr>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sp>
        <p:nvSpPr>
          <p:cNvPr id="9" name="5. Source" hidden="1">
            <a:extLst>
              <a:ext uri="{FF2B5EF4-FFF2-40B4-BE49-F238E27FC236}">
                <a16:creationId xmlns:a16="http://schemas.microsoft.com/office/drawing/2014/main" id="{0CC39C66-1ED1-4BBF-87FB-6C74C9A461BE}"/>
              </a:ext>
            </a:extLst>
          </p:cNvPr>
          <p:cNvSpPr txBox="1"/>
          <p:nvPr>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2. Slide Title">
            <a:extLst>
              <a:ext uri="{FF2B5EF4-FFF2-40B4-BE49-F238E27FC236}">
                <a16:creationId xmlns:a16="http://schemas.microsoft.com/office/drawing/2014/main" id="{A3FB3845-C7A1-C146-0D47-CA99D05EE4C4}"/>
              </a:ext>
            </a:extLst>
          </p:cNvPr>
          <p:cNvSpPr>
            <a:spLocks noGrp="1"/>
          </p:cNvSpPr>
          <p:nvPr>
            <p:ph type="title"/>
            <p:custDataLst>
              <p:tags r:id="rId3"/>
            </p:custDataLst>
          </p:nvPr>
        </p:nvSpPr>
        <p:spPr>
          <a:xfrm>
            <a:off x="554736" y="355092"/>
            <a:ext cx="11082528" cy="731520"/>
          </a:xfrm>
        </p:spPr>
        <p:txBody>
          <a:bodyPr vert="horz"/>
          <a:lstStyle>
            <a:lvl1pPr>
              <a:defRPr>
                <a:solidFill>
                  <a:schemeClr val="bg1"/>
                </a:solidFill>
              </a:defRPr>
            </a:lvl1pPr>
          </a:lstStyle>
          <a:p>
            <a:r>
              <a:rPr lang="en-US"/>
              <a:t>Click to edit Master title style</a:t>
            </a:r>
            <a:endParaRPr lang="en-US" dirty="0"/>
          </a:p>
        </p:txBody>
      </p:sp>
      <p:sp>
        <p:nvSpPr>
          <p:cNvPr id="5" name="3. Subtitle">
            <a:extLst>
              <a:ext uri="{FF2B5EF4-FFF2-40B4-BE49-F238E27FC236}">
                <a16:creationId xmlns:a16="http://schemas.microsoft.com/office/drawing/2014/main" id="{2D82DC27-D40F-1FDD-08CA-E1D98D482D55}"/>
              </a:ext>
            </a:extLst>
          </p:cNvPr>
          <p:cNvSpPr>
            <a:spLocks noGrp="1"/>
          </p:cNvSpPr>
          <p:nvPr>
            <p:ph type="subTitle" idx="1"/>
            <p:custDataLst>
              <p:tags r:id="rId4"/>
            </p:custDataLst>
          </p:nvPr>
        </p:nvSpPr>
        <p:spPr>
          <a:xfrm>
            <a:off x="554736" y="1318966"/>
            <a:ext cx="11082528" cy="276999"/>
          </a:xfrm>
        </p:spPr>
        <p:txBody>
          <a:bodyPr wrap="square">
            <a:noAutofit/>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6" name="1. On-page tracker">
            <a:extLst>
              <a:ext uri="{FF2B5EF4-FFF2-40B4-BE49-F238E27FC236}">
                <a16:creationId xmlns:a16="http://schemas.microsoft.com/office/drawing/2014/main" id="{2256F47C-8755-AD8E-F266-944EE5D1E6E7}"/>
              </a:ext>
            </a:extLst>
          </p:cNvPr>
          <p:cNvSpPr>
            <a:spLocks noGrp="1"/>
          </p:cNvSpPr>
          <p:nvPr>
            <p:ph type="body" sz="quarter" idx="17" hasCustomPrompt="1"/>
            <p:custDataLst>
              <p:tags r:id="rId5"/>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cxnSp>
        <p:nvCxnSpPr>
          <p:cNvPr id="7" name="TopLine">
            <a:extLst>
              <a:ext uri="{FF2B5EF4-FFF2-40B4-BE49-F238E27FC236}">
                <a16:creationId xmlns:a16="http://schemas.microsoft.com/office/drawing/2014/main" id="{42A698AF-55F9-B974-2353-E7C18303832A}"/>
              </a:ext>
            </a:extLst>
          </p:cNvPr>
          <p:cNvCxnSpPr/>
          <p:nvPr userDrawn="1">
            <p:custDataLst>
              <p:tags r:id="rId6"/>
            </p:custDataLst>
          </p:nvPr>
        </p:nvCxnSpPr>
        <p:spPr>
          <a:xfrm>
            <a:off x="554736" y="1181906"/>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BottomLine">
            <a:extLst>
              <a:ext uri="{FF2B5EF4-FFF2-40B4-BE49-F238E27FC236}">
                <a16:creationId xmlns:a16="http://schemas.microsoft.com/office/drawing/2014/main" id="{0F91EBE0-A37D-1C3F-105C-121497E50581}"/>
              </a:ext>
            </a:extLst>
          </p:cNvPr>
          <p:cNvCxnSpPr/>
          <p:nvPr userDrawn="1">
            <p:custDataLst>
              <p:tags r:id="rId7"/>
            </p:custDataLst>
          </p:nvPr>
        </p:nvCxnSpPr>
        <p:spPr>
          <a:xfrm>
            <a:off x="554736" y="6453769"/>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44638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1_Top left title">
    <p:bg>
      <p:bgPr>
        <a:solidFill>
          <a:schemeClr val="accent1"/>
        </a:solidFill>
        <a:effectLst/>
      </p:bgPr>
    </p:bg>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1706563"/>
            <a:ext cx="3813048" cy="694944"/>
          </a:xfrm>
          <a:prstGeom prst="rect">
            <a:avLst/>
          </a:prstGeom>
        </p:spPr>
        <p:txBody>
          <a:bodyPr vert="horz" anchor="t">
            <a:noAutofit/>
          </a:bodyPr>
          <a:lstStyle>
            <a:lvl1pPr>
              <a:lnSpc>
                <a:spcPct val="90000"/>
              </a:lnSpc>
              <a:defRPr>
                <a:ln w="6350" cap="flat">
                  <a:noFill/>
                  <a:miter lim="800000"/>
                </a:ln>
                <a:solidFill>
                  <a:schemeClr val="bg1"/>
                </a:solidFill>
              </a:defRPr>
            </a:lvl1pPr>
          </a:lstStyle>
          <a:p>
            <a:r>
              <a:rPr lang="en-US"/>
              <a:t>Click to edit Master title style</a:t>
            </a:r>
            <a:endParaRPr lang="en-US" dirty="0"/>
          </a:p>
        </p:txBody>
      </p:sp>
      <p:sp>
        <p:nvSpPr>
          <p:cNvPr id="4" name="Slide Number">
            <a:extLst>
              <a:ext uri="{FF2B5EF4-FFF2-40B4-BE49-F238E27FC236}">
                <a16:creationId xmlns:a16="http://schemas.microsoft.com/office/drawing/2014/main" id="{EFB4BF85-6002-4998-80DC-DC1B92544D1D}"/>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0E2D5DBB-C1B8-4A27-836D-C2E6D553234D}"/>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9" name="1. On-page tracker">
            <a:extLst>
              <a:ext uri="{FF2B5EF4-FFF2-40B4-BE49-F238E27FC236}">
                <a16:creationId xmlns:a16="http://schemas.microsoft.com/office/drawing/2014/main" id="{5154603C-472B-D4E8-F358-1CD0ED401B4F}"/>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sp>
        <p:nvSpPr>
          <p:cNvPr id="7" name="Slide Number">
            <a:extLst>
              <a:ext uri="{FF2B5EF4-FFF2-40B4-BE49-F238E27FC236}">
                <a16:creationId xmlns:a16="http://schemas.microsoft.com/office/drawing/2014/main" id="{295262A3-4D06-C89D-05E2-AA97F9B5D0A2}"/>
              </a:ext>
            </a:extLst>
          </p:cNvPr>
          <p:cNvSpPr>
            <a:spLocks noChangeArrowheads="1"/>
          </p:cNvSpPr>
          <p:nvPr userDrawn="1">
            <p:custDataLst>
              <p:tags r:id="rId5"/>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a:solidFill>
                <a:schemeClr val="tx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6BA32EF7-D882-B552-7FB3-36C2D36AA06A}"/>
              </a:ext>
            </a:extLst>
          </p:cNvPr>
          <p:cNvSpPr txBox="1"/>
          <p:nvPr userDrawn="1">
            <p:custDataLst>
              <p:tags r:id="rId6"/>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10" name="Slide Number">
            <a:extLst>
              <a:ext uri="{FF2B5EF4-FFF2-40B4-BE49-F238E27FC236}">
                <a16:creationId xmlns:a16="http://schemas.microsoft.com/office/drawing/2014/main" id="{12E272E9-BC69-EC9E-B4A6-1953D2BB2D85}"/>
              </a:ext>
            </a:extLst>
          </p:cNvPr>
          <p:cNvSpPr>
            <a:spLocks noChangeArrowheads="1"/>
          </p:cNvSpPr>
          <p:nvPr userDrawn="1">
            <p:custDataLst>
              <p:tags r:id="rId7"/>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cxnSp>
        <p:nvCxnSpPr>
          <p:cNvPr id="11" name="TopLine">
            <a:extLst>
              <a:ext uri="{FF2B5EF4-FFF2-40B4-BE49-F238E27FC236}">
                <a16:creationId xmlns:a16="http://schemas.microsoft.com/office/drawing/2014/main" id="{E9C5FC54-7D67-724E-E303-818A330F138E}"/>
              </a:ext>
            </a:extLst>
          </p:cNvPr>
          <p:cNvCxnSpPr/>
          <p:nvPr userDrawn="1">
            <p:custDataLst>
              <p:tags r:id="rId8"/>
            </p:custDataLst>
          </p:nvPr>
        </p:nvCxnSpPr>
        <p:spPr>
          <a:xfrm>
            <a:off x="554736" y="1181906"/>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2" name="BottomLine">
            <a:extLst>
              <a:ext uri="{FF2B5EF4-FFF2-40B4-BE49-F238E27FC236}">
                <a16:creationId xmlns:a16="http://schemas.microsoft.com/office/drawing/2014/main" id="{B72CCDAD-B288-166D-1A8A-2A1CD511CDCC}"/>
              </a:ext>
            </a:extLst>
          </p:cNvPr>
          <p:cNvCxnSpPr/>
          <p:nvPr userDrawn="1">
            <p:custDataLst>
              <p:tags r:id="rId9"/>
            </p:custDataLst>
          </p:nvPr>
        </p:nvCxnSpPr>
        <p:spPr>
          <a:xfrm>
            <a:off x="554736" y="6453769"/>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75385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Mid left title">
    <p:bg>
      <p:bgPr>
        <a:solidFill>
          <a:schemeClr val="accent1"/>
        </a:solidFill>
        <a:effectLst/>
      </p:bgPr>
    </p:bg>
    <p:spTree>
      <p:nvGrpSpPr>
        <p:cNvPr id="1" name=""/>
        <p:cNvGrpSpPr/>
        <p:nvPr/>
      </p:nvGrpSpPr>
      <p:grpSpPr>
        <a:xfrm>
          <a:off x="0" y="0"/>
          <a:ext cx="0" cy="0"/>
          <a:chOff x="0" y="0"/>
          <a:chExt cx="0" cy="0"/>
        </a:xfrm>
      </p:grpSpPr>
      <p:sp>
        <p:nvSpPr>
          <p:cNvPr id="3" name="2. Slide Title">
            <a:extLst>
              <a:ext uri="{FF2B5EF4-FFF2-40B4-BE49-F238E27FC236}">
                <a16:creationId xmlns:a16="http://schemas.microsoft.com/office/drawing/2014/main" id="{064E079D-5BD2-4787-A7F2-0859A1CB5E94}"/>
              </a:ext>
            </a:extLst>
          </p:cNvPr>
          <p:cNvSpPr>
            <a:spLocks noGrp="1"/>
          </p:cNvSpPr>
          <p:nvPr>
            <p:ph type="title"/>
            <p:custDataLst>
              <p:tags r:id="rId1"/>
            </p:custDataLst>
          </p:nvPr>
        </p:nvSpPr>
        <p:spPr>
          <a:xfrm>
            <a:off x="554736" y="3044280"/>
            <a:ext cx="5065776" cy="769441"/>
          </a:xfrm>
          <a:prstGeom prst="rect">
            <a:avLst/>
          </a:prstGeom>
        </p:spPr>
        <p:txBody>
          <a:bodyPr rIns="365760" anchor="ctr">
            <a:noAutofit/>
          </a:bodyPr>
          <a:lstStyle>
            <a:lvl1pPr>
              <a:defRPr>
                <a:ln w="6350" cap="flat">
                  <a:noFill/>
                  <a:miter lim="800000"/>
                </a:ln>
                <a:solidFill>
                  <a:schemeClr val="bg1"/>
                </a:solidFill>
              </a:defRPr>
            </a:lvl1pPr>
          </a:lstStyle>
          <a:p>
            <a:r>
              <a:rPr lang="en-US"/>
              <a:t>Click to edit Master title style</a:t>
            </a:r>
            <a:endParaRPr lang="en-US" dirty="0"/>
          </a:p>
        </p:txBody>
      </p:sp>
      <p:sp>
        <p:nvSpPr>
          <p:cNvPr id="9" name="Slide Number">
            <a:extLst>
              <a:ext uri="{FF2B5EF4-FFF2-40B4-BE49-F238E27FC236}">
                <a16:creationId xmlns:a16="http://schemas.microsoft.com/office/drawing/2014/main" id="{2BF771FC-DD10-42B6-A51E-7F1E26F8184D}"/>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sp>
        <p:nvSpPr>
          <p:cNvPr id="8" name="5. Source" hidden="1">
            <a:extLst>
              <a:ext uri="{FF2B5EF4-FFF2-40B4-BE49-F238E27FC236}">
                <a16:creationId xmlns:a16="http://schemas.microsoft.com/office/drawing/2014/main" id="{C0D33C43-5B9F-44B4-82FA-BAAD11A7FB8E}"/>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 name="1. On-page tracker">
            <a:extLst>
              <a:ext uri="{FF2B5EF4-FFF2-40B4-BE49-F238E27FC236}">
                <a16:creationId xmlns:a16="http://schemas.microsoft.com/office/drawing/2014/main" id="{3057897B-D3C8-A735-DC7E-D4383D1221EB}"/>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sp>
        <p:nvSpPr>
          <p:cNvPr id="5" name="5. Source" hidden="1">
            <a:extLst>
              <a:ext uri="{FF2B5EF4-FFF2-40B4-BE49-F238E27FC236}">
                <a16:creationId xmlns:a16="http://schemas.microsoft.com/office/drawing/2014/main" id="{8F195528-42AB-7E73-523C-67A760CC4521}"/>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cxnSp>
        <p:nvCxnSpPr>
          <p:cNvPr id="6" name="TopLine">
            <a:extLst>
              <a:ext uri="{FF2B5EF4-FFF2-40B4-BE49-F238E27FC236}">
                <a16:creationId xmlns:a16="http://schemas.microsoft.com/office/drawing/2014/main" id="{8B904657-3B87-B4EE-8316-1E859C4514EB}"/>
              </a:ext>
            </a:extLst>
          </p:cNvPr>
          <p:cNvCxnSpPr/>
          <p:nvPr userDrawn="1">
            <p:custDataLst>
              <p:tags r:id="rId6"/>
            </p:custDataLst>
          </p:nvPr>
        </p:nvCxnSpPr>
        <p:spPr>
          <a:xfrm>
            <a:off x="554736" y="1181906"/>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7" name="BottomLine">
            <a:extLst>
              <a:ext uri="{FF2B5EF4-FFF2-40B4-BE49-F238E27FC236}">
                <a16:creationId xmlns:a16="http://schemas.microsoft.com/office/drawing/2014/main" id="{02FF090A-C003-0304-46D8-4251EFBBFB06}"/>
              </a:ext>
            </a:extLst>
          </p:cNvPr>
          <p:cNvCxnSpPr/>
          <p:nvPr userDrawn="1">
            <p:custDataLst>
              <p:tags r:id="rId7"/>
            </p:custDataLst>
          </p:nvPr>
        </p:nvCxnSpPr>
        <p:spPr>
          <a:xfrm>
            <a:off x="554736" y="6453769"/>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40596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1_Section breaker">
    <p:bg>
      <p:bgPr>
        <a:solidFill>
          <a:schemeClr val="accent1"/>
        </a:solidFill>
        <a:effectLst/>
      </p:bgPr>
    </p:bg>
    <p:spTree>
      <p:nvGrpSpPr>
        <p:cNvPr id="1" name=""/>
        <p:cNvGrpSpPr/>
        <p:nvPr/>
      </p:nvGrpSpPr>
      <p:grpSpPr>
        <a:xfrm>
          <a:off x="0" y="0"/>
          <a:ext cx="0" cy="0"/>
          <a:chOff x="0" y="0"/>
          <a:chExt cx="0" cy="0"/>
        </a:xfrm>
      </p:grpSpPr>
      <p:sp>
        <p:nvSpPr>
          <p:cNvPr id="7" name="2. Slide Title">
            <a:extLst>
              <a:ext uri="{FF2B5EF4-FFF2-40B4-BE49-F238E27FC236}">
                <a16:creationId xmlns:a16="http://schemas.microsoft.com/office/drawing/2014/main" id="{99495DFD-8D6A-4DD8-AE3A-47FA42AA0A4F}"/>
              </a:ext>
            </a:extLst>
          </p:cNvPr>
          <p:cNvSpPr>
            <a:spLocks noGrp="1"/>
          </p:cNvSpPr>
          <p:nvPr>
            <p:ph type="title"/>
            <p:custDataLst>
              <p:tags r:id="rId1"/>
            </p:custDataLst>
          </p:nvPr>
        </p:nvSpPr>
        <p:spPr>
          <a:xfrm>
            <a:off x="554736" y="4580468"/>
            <a:ext cx="11082528" cy="677108"/>
          </a:xfrm>
        </p:spPr>
        <p:txBody>
          <a:bodyPr anchor="b">
            <a:noAutofit/>
          </a:bodyPr>
          <a:lstStyle>
            <a:lvl1pPr>
              <a:lnSpc>
                <a:spcPct val="100000"/>
              </a:lnSpc>
              <a:defRPr sz="4400">
                <a:solidFill>
                  <a:schemeClr val="bg1"/>
                </a:solidFill>
              </a:defRPr>
            </a:lvl1pPr>
          </a:lstStyle>
          <a:p>
            <a:r>
              <a:rPr lang="en-US"/>
              <a:t>Click to edit Master title style</a:t>
            </a:r>
            <a:endParaRPr lang="en-US" dirty="0"/>
          </a:p>
        </p:txBody>
      </p:sp>
      <p:sp>
        <p:nvSpPr>
          <p:cNvPr id="8" name="Slide Number">
            <a:extLst>
              <a:ext uri="{FF2B5EF4-FFF2-40B4-BE49-F238E27FC236}">
                <a16:creationId xmlns:a16="http://schemas.microsoft.com/office/drawing/2014/main" id="{A86AE8A6-05EF-4E76-AAAD-41743692E9F9}"/>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sp>
        <p:nvSpPr>
          <p:cNvPr id="6" name="5. Source" hidden="1">
            <a:extLst>
              <a:ext uri="{FF2B5EF4-FFF2-40B4-BE49-F238E27FC236}">
                <a16:creationId xmlns:a16="http://schemas.microsoft.com/office/drawing/2014/main" id="{B871FE09-BB6E-4334-B0EA-E52395AA61B3}"/>
              </a:ext>
            </a:extLst>
          </p:cNvPr>
          <p:cNvSpPr txBox="1"/>
          <p:nvPr>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3" name="1. On-page tracker">
            <a:extLst>
              <a:ext uri="{FF2B5EF4-FFF2-40B4-BE49-F238E27FC236}">
                <a16:creationId xmlns:a16="http://schemas.microsoft.com/office/drawing/2014/main" id="{77387CA2-37E3-E660-67B4-16D621E80E72}"/>
              </a:ext>
            </a:extLst>
          </p:cNvPr>
          <p:cNvSpPr>
            <a:spLocks noGrp="1"/>
          </p:cNvSpPr>
          <p:nvPr>
            <p:ph type="body" sz="quarter" idx="17" hasCustomPrompt="1"/>
            <p:custDataLst>
              <p:tags r:id="rId4"/>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sp>
        <p:nvSpPr>
          <p:cNvPr id="4" name="5. Source" hidden="1">
            <a:extLst>
              <a:ext uri="{FF2B5EF4-FFF2-40B4-BE49-F238E27FC236}">
                <a16:creationId xmlns:a16="http://schemas.microsoft.com/office/drawing/2014/main" id="{DEC2B040-4E6F-73B0-516D-56EAE88687E3}"/>
              </a:ext>
            </a:extLst>
          </p:cNvPr>
          <p:cNvSpPr txBox="1"/>
          <p:nvPr userDrawn="1">
            <p:custDataLst>
              <p:tags r:id="rId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cxnSp>
        <p:nvCxnSpPr>
          <p:cNvPr id="5" name="TopLine">
            <a:extLst>
              <a:ext uri="{FF2B5EF4-FFF2-40B4-BE49-F238E27FC236}">
                <a16:creationId xmlns:a16="http://schemas.microsoft.com/office/drawing/2014/main" id="{FB35A28F-B25A-F397-C076-3C4307EC7FFE}"/>
              </a:ext>
            </a:extLst>
          </p:cNvPr>
          <p:cNvCxnSpPr/>
          <p:nvPr userDrawn="1">
            <p:custDataLst>
              <p:tags r:id="rId6"/>
            </p:custDataLst>
          </p:nvPr>
        </p:nvCxnSpPr>
        <p:spPr>
          <a:xfrm>
            <a:off x="554736" y="1181906"/>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9" name="BottomLine">
            <a:extLst>
              <a:ext uri="{FF2B5EF4-FFF2-40B4-BE49-F238E27FC236}">
                <a16:creationId xmlns:a16="http://schemas.microsoft.com/office/drawing/2014/main" id="{A4C1D2D5-250E-7892-49D1-538B4E9DA58C}"/>
              </a:ext>
            </a:extLst>
          </p:cNvPr>
          <p:cNvCxnSpPr/>
          <p:nvPr userDrawn="1">
            <p:custDataLst>
              <p:tags r:id="rId7"/>
            </p:custDataLst>
          </p:nvPr>
        </p:nvCxnSpPr>
        <p:spPr>
          <a:xfrm>
            <a:off x="554736" y="6453769"/>
            <a:ext cx="110825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8473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1_1/4 grey">
    <p:spTree>
      <p:nvGrpSpPr>
        <p:cNvPr id="1" name=""/>
        <p:cNvGrpSpPr/>
        <p:nvPr/>
      </p:nvGrpSpPr>
      <p:grpSpPr>
        <a:xfrm>
          <a:off x="0" y="0"/>
          <a:ext cx="0" cy="0"/>
          <a:chOff x="0" y="0"/>
          <a:chExt cx="0" cy="0"/>
        </a:xfrm>
      </p:grpSpPr>
      <p:sp>
        <p:nvSpPr>
          <p:cNvPr id="8" name="RectangleLight">
            <a:extLst>
              <a:ext uri="{FF2B5EF4-FFF2-40B4-BE49-F238E27FC236}">
                <a16:creationId xmlns:a16="http://schemas.microsoft.com/office/drawing/2014/main" id="{CCF04B58-9A1C-ACB8-F18C-5893C2FA8425}"/>
              </a:ext>
            </a:extLst>
          </p:cNvPr>
          <p:cNvSpPr/>
          <p:nvPr userDrawn="1">
            <p:custDataLst>
              <p:tags r:id="rId1"/>
            </p:custDataLst>
          </p:nvPr>
        </p:nvSpPr>
        <p:spPr bwMode="ltGray">
          <a:xfrm>
            <a:off x="3413760" y="0"/>
            <a:ext cx="8778240" cy="6858000"/>
          </a:xfrm>
          <a:prstGeom prst="rect">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chemeClr val="bg1"/>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p:custDataLst>
              <p:tags r:id="rId2"/>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p:custDataLst>
              <p:tags r:id="rId4"/>
            </p:custDataLst>
          </p:nvPr>
        </p:nvCxnSpPr>
        <p:spPr>
          <a:xfrm>
            <a:off x="3715757" y="6453769"/>
            <a:ext cx="7918704"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p:custDataLst>
              <p:tags r:id="rId5"/>
            </p:custDataLst>
          </p:nvPr>
        </p:nvCxnSpPr>
        <p:spPr>
          <a:xfrm>
            <a:off x="554736" y="6453769"/>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p:custDataLst>
              <p:tags r:id="rId6"/>
            </p:custDataLst>
          </p:nvPr>
        </p:nvCxnSpPr>
        <p:spPr>
          <a:xfrm>
            <a:off x="3715757" y="1181906"/>
            <a:ext cx="7918704"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p:custDataLst>
              <p:tags r:id="rId7"/>
            </p:custDataLst>
          </p:nvPr>
        </p:nvCxnSpPr>
        <p:spPr>
          <a:xfrm>
            <a:off x="554736"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8"/>
            </p:custDataLst>
          </p:nvPr>
        </p:nvSpPr>
        <p:spPr>
          <a:xfrm>
            <a:off x="554736" y="2133601"/>
            <a:ext cx="2514600" cy="1380210"/>
          </a:xfrm>
        </p:spPr>
        <p:txBody>
          <a:bodyPr vert="horz" anchor="b">
            <a:noAutofit/>
          </a:bodyPr>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9"/>
            </p:custDataLst>
          </p:nvPr>
        </p:nvSpPr>
        <p:spPr>
          <a:xfrm>
            <a:off x="554736" y="3659644"/>
            <a:ext cx="2514600" cy="553998"/>
          </a:xfrm>
        </p:spPr>
        <p:txBody>
          <a:bodyPr wrap="square">
            <a:spAutoFit/>
          </a:bodyPr>
          <a:lstStyle>
            <a:lvl1pPr marL="0" indent="0" algn="l">
              <a:buNone/>
              <a:defRPr sz="18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25B2DE14-9B3F-4199-B082-9FEB12CE57EA}"/>
              </a:ext>
            </a:extLst>
          </p:cNvPr>
          <p:cNvSpPr txBox="1"/>
          <p:nvPr>
            <p:custDataLst>
              <p:tags r:id="rId10"/>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C3405AEA-74D5-910E-C204-B62E695DB028}"/>
              </a:ext>
            </a:extLst>
          </p:cNvPr>
          <p:cNvSpPr>
            <a:spLocks noGrp="1"/>
          </p:cNvSpPr>
          <p:nvPr>
            <p:ph type="body" sz="quarter" idx="17" hasCustomPrompt="1"/>
            <p:custDataLst>
              <p:tags r:id="rId11"/>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sp>
        <p:nvSpPr>
          <p:cNvPr id="9" name="SlideLogoText">
            <a:extLst>
              <a:ext uri="{FF2B5EF4-FFF2-40B4-BE49-F238E27FC236}">
                <a16:creationId xmlns:a16="http://schemas.microsoft.com/office/drawing/2014/main" id="{9B9BD69A-7879-1B18-7D16-3D88FBC0D967}"/>
              </a:ext>
            </a:extLst>
          </p:cNvPr>
          <p:cNvSpPr txBox="1"/>
          <p:nvPr userDrawn="1">
            <p:custDataLst>
              <p:tags r:id="rId12"/>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cxnSp>
        <p:nvCxnSpPr>
          <p:cNvPr id="15" name="BottomLineRight">
            <a:extLst>
              <a:ext uri="{FF2B5EF4-FFF2-40B4-BE49-F238E27FC236}">
                <a16:creationId xmlns:a16="http://schemas.microsoft.com/office/drawing/2014/main" id="{921C823D-8901-9BC8-CB00-221D7149EE3E}"/>
              </a:ext>
            </a:extLst>
          </p:cNvPr>
          <p:cNvCxnSpPr/>
          <p:nvPr userDrawn="1">
            <p:custDataLst>
              <p:tags r:id="rId13"/>
            </p:custDataLst>
          </p:nvPr>
        </p:nvCxnSpPr>
        <p:spPr>
          <a:xfrm>
            <a:off x="3715757" y="6453769"/>
            <a:ext cx="7918704"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BottomLineLeft">
            <a:extLst>
              <a:ext uri="{FF2B5EF4-FFF2-40B4-BE49-F238E27FC236}">
                <a16:creationId xmlns:a16="http://schemas.microsoft.com/office/drawing/2014/main" id="{565F6412-49AF-A57E-EE41-DAEE15AF65CA}"/>
              </a:ext>
            </a:extLst>
          </p:cNvPr>
          <p:cNvCxnSpPr/>
          <p:nvPr userDrawn="1">
            <p:custDataLst>
              <p:tags r:id="rId14"/>
            </p:custDataLst>
          </p:nvPr>
        </p:nvCxnSpPr>
        <p:spPr>
          <a:xfrm>
            <a:off x="554736" y="6453769"/>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TopLineRight">
            <a:extLst>
              <a:ext uri="{FF2B5EF4-FFF2-40B4-BE49-F238E27FC236}">
                <a16:creationId xmlns:a16="http://schemas.microsoft.com/office/drawing/2014/main" id="{6A14EB3F-F2D2-1337-488A-B96888C329C2}"/>
              </a:ext>
            </a:extLst>
          </p:cNvPr>
          <p:cNvCxnSpPr/>
          <p:nvPr userDrawn="1">
            <p:custDataLst>
              <p:tags r:id="rId15"/>
            </p:custDataLst>
          </p:nvPr>
        </p:nvCxnSpPr>
        <p:spPr>
          <a:xfrm>
            <a:off x="3715757" y="1181906"/>
            <a:ext cx="7918704"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Left">
            <a:extLst>
              <a:ext uri="{FF2B5EF4-FFF2-40B4-BE49-F238E27FC236}">
                <a16:creationId xmlns:a16="http://schemas.microsoft.com/office/drawing/2014/main" id="{00242F97-D84F-17F5-4DDD-341CFFDF423E}"/>
              </a:ext>
            </a:extLst>
          </p:cNvPr>
          <p:cNvCxnSpPr/>
          <p:nvPr userDrawn="1">
            <p:custDataLst>
              <p:tags r:id="rId16"/>
            </p:custDataLst>
          </p:nvPr>
        </p:nvCxnSpPr>
        <p:spPr>
          <a:xfrm>
            <a:off x="554736" y="1181906"/>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4" name="5. Source" hidden="1">
            <a:extLst>
              <a:ext uri="{FF2B5EF4-FFF2-40B4-BE49-F238E27FC236}">
                <a16:creationId xmlns:a16="http://schemas.microsoft.com/office/drawing/2014/main" id="{5D3D76B7-4944-FAB1-6AEB-8A0702A25BFC}"/>
              </a:ext>
            </a:extLst>
          </p:cNvPr>
          <p:cNvSpPr txBox="1"/>
          <p:nvPr userDrawn="1">
            <p:custDataLst>
              <p:tags r:id="rId1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6842996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1_1/3 grey">
    <p:spTree>
      <p:nvGrpSpPr>
        <p:cNvPr id="1" name=""/>
        <p:cNvGrpSpPr/>
        <p:nvPr/>
      </p:nvGrpSpPr>
      <p:grpSpPr>
        <a:xfrm>
          <a:off x="0" y="0"/>
          <a:ext cx="0" cy="0"/>
          <a:chOff x="0" y="0"/>
          <a:chExt cx="0" cy="0"/>
        </a:xfrm>
      </p:grpSpPr>
      <p:sp>
        <p:nvSpPr>
          <p:cNvPr id="8" name="RectangleLight">
            <a:extLst>
              <a:ext uri="{FF2B5EF4-FFF2-40B4-BE49-F238E27FC236}">
                <a16:creationId xmlns:a16="http://schemas.microsoft.com/office/drawing/2014/main" id="{2FA89E15-5D02-0617-3AA7-74A6D56FA911}"/>
              </a:ext>
            </a:extLst>
          </p:cNvPr>
          <p:cNvSpPr/>
          <p:nvPr userDrawn="1">
            <p:custDataLst>
              <p:tags r:id="rId1"/>
            </p:custDataLst>
          </p:nvPr>
        </p:nvSpPr>
        <p:spPr bwMode="ltGray">
          <a:xfrm>
            <a:off x="4364736" y="0"/>
            <a:ext cx="7827264" cy="6858000"/>
          </a:xfrm>
          <a:prstGeom prst="rect">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chemeClr val="bg1"/>
              </a:solidFill>
              <a:latin typeface="Arial" panose="020B0604020202020204" pitchFamily="34" charset="0"/>
            </a:endParaRPr>
          </a:p>
        </p:txBody>
      </p:sp>
      <p:sp>
        <p:nvSpPr>
          <p:cNvPr id="17" name="Slide Number">
            <a:extLst>
              <a:ext uri="{FF2B5EF4-FFF2-40B4-BE49-F238E27FC236}">
                <a16:creationId xmlns:a16="http://schemas.microsoft.com/office/drawing/2014/main" id="{36B65DC7-979F-4AB7-9872-8CF5F2DCB753}"/>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p:custDataLst>
              <p:tags r:id="rId3"/>
            </p:custDataLst>
          </p:nvPr>
        </p:nvCxnSpPr>
        <p:spPr>
          <a:xfrm>
            <a:off x="4671219" y="6453769"/>
            <a:ext cx="69677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p:custDataLst>
              <p:tags r:id="rId4"/>
            </p:custDataLst>
          </p:nvPr>
        </p:nvCxnSpPr>
        <p:spPr>
          <a:xfrm>
            <a:off x="554736" y="6453769"/>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p:custDataLst>
              <p:tags r:id="rId5"/>
            </p:custDataLst>
          </p:nvPr>
        </p:nvCxnSpPr>
        <p:spPr>
          <a:xfrm>
            <a:off x="4671219" y="1181906"/>
            <a:ext cx="69677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p:custDataLst>
              <p:tags r:id="rId6"/>
            </p:custDataLst>
          </p:nvPr>
        </p:nvCxnSpPr>
        <p:spPr>
          <a:xfrm>
            <a:off x="554736" y="1181906"/>
            <a:ext cx="34655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4EF89F43-35C6-451B-BBE8-87D2B8B83F5E}"/>
              </a:ext>
            </a:extLst>
          </p:cNvPr>
          <p:cNvSpPr>
            <a:spLocks noGrp="1"/>
          </p:cNvSpPr>
          <p:nvPr>
            <p:ph type="title"/>
            <p:custDataLst>
              <p:tags r:id="rId7"/>
            </p:custDataLst>
          </p:nvPr>
        </p:nvSpPr>
        <p:spPr>
          <a:xfrm>
            <a:off x="554736" y="2744369"/>
            <a:ext cx="3465576" cy="769441"/>
          </a:xfrm>
          <a:prstGeom prst="rect">
            <a:avLst/>
          </a:prstGeom>
        </p:spPr>
        <p:txBody>
          <a:bodyPr vert="horz" wrap="square" anchor="b">
            <a:noAutofit/>
          </a:bodyPr>
          <a:lstStyle>
            <a:lvl1pPr algn="l">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9F06A69A-B095-4159-932B-3658DD253FDF}"/>
              </a:ext>
            </a:extLst>
          </p:cNvPr>
          <p:cNvSpPr>
            <a:spLocks noGrp="1"/>
          </p:cNvSpPr>
          <p:nvPr>
            <p:ph type="subTitle" idx="1"/>
            <p:custDataLst>
              <p:tags r:id="rId8"/>
            </p:custDataLst>
          </p:nvPr>
        </p:nvSpPr>
        <p:spPr>
          <a:xfrm>
            <a:off x="554735" y="3659644"/>
            <a:ext cx="3465575" cy="276999"/>
          </a:xfrm>
        </p:spPr>
        <p:txBody>
          <a:bodyPr wrap="square">
            <a:spAutoFit/>
          </a:bodyPr>
          <a:lstStyle>
            <a:lvl1pPr marL="0" indent="0" algn="l">
              <a:buNone/>
              <a:defRPr sz="18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DA204BE1-D5C8-4D03-9090-21D41FEC78E0}"/>
              </a:ext>
            </a:extLst>
          </p:cNvPr>
          <p:cNvSpPr txBox="1"/>
          <p:nvPr>
            <p:custDataLst>
              <p:tags r:id="rId9"/>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1AB19973-CFDD-3FB8-6DFF-498B601C379D}"/>
              </a:ext>
            </a:extLst>
          </p:cNvPr>
          <p:cNvSpPr>
            <a:spLocks noGrp="1"/>
          </p:cNvSpPr>
          <p:nvPr>
            <p:ph type="body" sz="quarter" idx="17" hasCustomPrompt="1"/>
            <p:custDataLst>
              <p:tags r:id="rId10"/>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cxnSp>
        <p:nvCxnSpPr>
          <p:cNvPr id="15" name="BottomLineRight">
            <a:extLst>
              <a:ext uri="{FF2B5EF4-FFF2-40B4-BE49-F238E27FC236}">
                <a16:creationId xmlns:a16="http://schemas.microsoft.com/office/drawing/2014/main" id="{A86B6E09-798E-45ED-0CE4-724C9DC4E530}"/>
              </a:ext>
            </a:extLst>
          </p:cNvPr>
          <p:cNvCxnSpPr/>
          <p:nvPr userDrawn="1">
            <p:custDataLst>
              <p:tags r:id="rId11"/>
            </p:custDataLst>
          </p:nvPr>
        </p:nvCxnSpPr>
        <p:spPr>
          <a:xfrm>
            <a:off x="4671219" y="6453769"/>
            <a:ext cx="69677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BottomLineLeft">
            <a:extLst>
              <a:ext uri="{FF2B5EF4-FFF2-40B4-BE49-F238E27FC236}">
                <a16:creationId xmlns:a16="http://schemas.microsoft.com/office/drawing/2014/main" id="{1B00A4A7-7F77-6869-99A8-EC7814D3C547}"/>
              </a:ext>
            </a:extLst>
          </p:cNvPr>
          <p:cNvCxnSpPr/>
          <p:nvPr userDrawn="1">
            <p:custDataLst>
              <p:tags r:id="rId12"/>
            </p:custDataLst>
          </p:nvPr>
        </p:nvCxnSpPr>
        <p:spPr>
          <a:xfrm>
            <a:off x="554736" y="6453769"/>
            <a:ext cx="34655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TopLineRight">
            <a:extLst>
              <a:ext uri="{FF2B5EF4-FFF2-40B4-BE49-F238E27FC236}">
                <a16:creationId xmlns:a16="http://schemas.microsoft.com/office/drawing/2014/main" id="{188B82DD-6E28-FB08-8379-E98AD4554123}"/>
              </a:ext>
            </a:extLst>
          </p:cNvPr>
          <p:cNvCxnSpPr/>
          <p:nvPr userDrawn="1">
            <p:custDataLst>
              <p:tags r:id="rId13"/>
            </p:custDataLst>
          </p:nvPr>
        </p:nvCxnSpPr>
        <p:spPr>
          <a:xfrm>
            <a:off x="4671219" y="1181906"/>
            <a:ext cx="6967728"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Left">
            <a:extLst>
              <a:ext uri="{FF2B5EF4-FFF2-40B4-BE49-F238E27FC236}">
                <a16:creationId xmlns:a16="http://schemas.microsoft.com/office/drawing/2014/main" id="{11E11B27-3399-94FC-1323-6BD249478C6F}"/>
              </a:ext>
            </a:extLst>
          </p:cNvPr>
          <p:cNvCxnSpPr/>
          <p:nvPr userDrawn="1">
            <p:custDataLst>
              <p:tags r:id="rId14"/>
            </p:custDataLst>
          </p:nvPr>
        </p:nvCxnSpPr>
        <p:spPr>
          <a:xfrm>
            <a:off x="554736" y="1181906"/>
            <a:ext cx="34655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4" name="5. Source" hidden="1">
            <a:extLst>
              <a:ext uri="{FF2B5EF4-FFF2-40B4-BE49-F238E27FC236}">
                <a16:creationId xmlns:a16="http://schemas.microsoft.com/office/drawing/2014/main" id="{1939B8BA-72B8-5CA9-1AF1-8C2571E3DE5C}"/>
              </a:ext>
            </a:extLst>
          </p:cNvPr>
          <p:cNvSpPr txBox="1"/>
          <p:nvPr userDrawn="1">
            <p:custDataLst>
              <p:tags r:id="rId15"/>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409165945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2_1/2 grey">
    <p:spTree>
      <p:nvGrpSpPr>
        <p:cNvPr id="1" name=""/>
        <p:cNvGrpSpPr/>
        <p:nvPr/>
      </p:nvGrpSpPr>
      <p:grpSpPr>
        <a:xfrm>
          <a:off x="0" y="0"/>
          <a:ext cx="0" cy="0"/>
          <a:chOff x="0" y="0"/>
          <a:chExt cx="0" cy="0"/>
        </a:xfrm>
      </p:grpSpPr>
      <p:sp>
        <p:nvSpPr>
          <p:cNvPr id="7" name="RectangleLight">
            <a:extLst>
              <a:ext uri="{FF2B5EF4-FFF2-40B4-BE49-F238E27FC236}">
                <a16:creationId xmlns:a16="http://schemas.microsoft.com/office/drawing/2014/main" id="{2365F90A-9CD8-40EE-93CD-2729135A9569}"/>
              </a:ext>
            </a:extLst>
          </p:cNvPr>
          <p:cNvSpPr/>
          <p:nvPr>
            <p:custDataLst>
              <p:tags r:id="rId1"/>
            </p:custDataLst>
          </p:nvPr>
        </p:nvSpPr>
        <p:spPr bwMode="ltGray">
          <a:xfrm>
            <a:off x="6092952" y="0"/>
            <a:ext cx="6099048" cy="6858000"/>
          </a:xfrm>
          <a:prstGeom prst="rect">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solidFill>
              <a:latin typeface="Arial" panose="020B0604020202020204" pitchFamily="34" charset="0"/>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p:custDataLst>
              <p:tags r:id="rId3"/>
            </p:custDataLst>
          </p:nvPr>
        </p:nvCxnSpPr>
        <p:spPr>
          <a:xfrm>
            <a:off x="6573171" y="6453769"/>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p:custDataLst>
              <p:tags r:id="rId4"/>
            </p:custDataLst>
          </p:nvPr>
        </p:nvCxnSpPr>
        <p:spPr>
          <a:xfrm>
            <a:off x="554736"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p:nvPr>
            <p:custDataLst>
              <p:tags r:id="rId5"/>
            </p:custDataLst>
          </p:nvPr>
        </p:nvCxnSpPr>
        <p:spPr>
          <a:xfrm>
            <a:off x="6573171" y="1181906"/>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p:custDataLst>
              <p:tags r:id="rId6"/>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p:custDataLst>
              <p:tags r:id="rId7"/>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8"/>
            </p:custDataLst>
          </p:nvPr>
        </p:nvSpPr>
        <p:spPr>
          <a:xfrm>
            <a:off x="554736" y="355092"/>
            <a:ext cx="5065776" cy="731520"/>
          </a:xfrm>
        </p:spPr>
        <p:txBody>
          <a:bodyPr vert="horz"/>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9"/>
            </p:custDataLst>
          </p:nvPr>
        </p:nvSpPr>
        <p:spPr>
          <a:xfrm>
            <a:off x="554736" y="1287435"/>
            <a:ext cx="5065776" cy="304699"/>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5. Source" hidden="1">
            <a:extLst>
              <a:ext uri="{FF2B5EF4-FFF2-40B4-BE49-F238E27FC236}">
                <a16:creationId xmlns:a16="http://schemas.microsoft.com/office/drawing/2014/main" id="{F5E9C22A-A356-4521-A359-338A663DFEA2}"/>
              </a:ext>
            </a:extLst>
          </p:cNvPr>
          <p:cNvSpPr txBox="1"/>
          <p:nvPr>
            <p:custDataLst>
              <p:tags r:id="rId10"/>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TextBox 3">
            <a:extLst>
              <a:ext uri="{FF2B5EF4-FFF2-40B4-BE49-F238E27FC236}">
                <a16:creationId xmlns:a16="http://schemas.microsoft.com/office/drawing/2014/main" id="{8467FBB9-900F-D74F-181C-8D3946FC8460}"/>
              </a:ext>
            </a:extLst>
          </p:cNvPr>
          <p:cNvSpPr txBox="1"/>
          <p:nvPr/>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dirty="0">
              <a:solidFill>
                <a:schemeClr val="tx1"/>
              </a:solidFill>
            </a:endParaRPr>
          </a:p>
        </p:txBody>
      </p:sp>
      <p:sp>
        <p:nvSpPr>
          <p:cNvPr id="5" name="1. On-page tracker">
            <a:extLst>
              <a:ext uri="{FF2B5EF4-FFF2-40B4-BE49-F238E27FC236}">
                <a16:creationId xmlns:a16="http://schemas.microsoft.com/office/drawing/2014/main" id="{84B0356F-D00A-3854-0BBC-656B43F1CE56}"/>
              </a:ext>
            </a:extLst>
          </p:cNvPr>
          <p:cNvSpPr>
            <a:spLocks noGrp="1"/>
          </p:cNvSpPr>
          <p:nvPr>
            <p:ph type="body" sz="quarter" idx="17" hasCustomPrompt="1"/>
            <p:custDataLst>
              <p:tags r:id="rId11"/>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cxnSp>
        <p:nvCxnSpPr>
          <p:cNvPr id="12" name="BottomLineRight">
            <a:extLst>
              <a:ext uri="{FF2B5EF4-FFF2-40B4-BE49-F238E27FC236}">
                <a16:creationId xmlns:a16="http://schemas.microsoft.com/office/drawing/2014/main" id="{30660E0E-E090-78AE-B8DF-94E8A4055F1E}"/>
              </a:ext>
            </a:extLst>
          </p:cNvPr>
          <p:cNvCxnSpPr/>
          <p:nvPr userDrawn="1">
            <p:custDataLst>
              <p:tags r:id="rId12"/>
            </p:custDataLst>
          </p:nvPr>
        </p:nvCxnSpPr>
        <p:spPr>
          <a:xfrm>
            <a:off x="6573171" y="6453769"/>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 name="BottomLineLeft">
            <a:extLst>
              <a:ext uri="{FF2B5EF4-FFF2-40B4-BE49-F238E27FC236}">
                <a16:creationId xmlns:a16="http://schemas.microsoft.com/office/drawing/2014/main" id="{7D1D2613-79E5-D207-EAF7-90FABF6E7499}"/>
              </a:ext>
            </a:extLst>
          </p:cNvPr>
          <p:cNvCxnSpPr/>
          <p:nvPr userDrawn="1">
            <p:custDataLst>
              <p:tags r:id="rId13"/>
            </p:custDataLst>
          </p:nvPr>
        </p:nvCxnSpPr>
        <p:spPr>
          <a:xfrm>
            <a:off x="554736"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Right">
            <a:extLst>
              <a:ext uri="{FF2B5EF4-FFF2-40B4-BE49-F238E27FC236}">
                <a16:creationId xmlns:a16="http://schemas.microsoft.com/office/drawing/2014/main" id="{3A983EBF-637D-A060-116E-0B0128C45EE3}"/>
              </a:ext>
            </a:extLst>
          </p:cNvPr>
          <p:cNvCxnSpPr/>
          <p:nvPr userDrawn="1">
            <p:custDataLst>
              <p:tags r:id="rId14"/>
            </p:custDataLst>
          </p:nvPr>
        </p:nvCxnSpPr>
        <p:spPr>
          <a:xfrm>
            <a:off x="6573171" y="1181906"/>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Left">
            <a:extLst>
              <a:ext uri="{FF2B5EF4-FFF2-40B4-BE49-F238E27FC236}">
                <a16:creationId xmlns:a16="http://schemas.microsoft.com/office/drawing/2014/main" id="{44142F97-2561-3657-1B4B-3BFBB1E9F9BD}"/>
              </a:ext>
            </a:extLst>
          </p:cNvPr>
          <p:cNvCxnSpPr/>
          <p:nvPr userDrawn="1">
            <p:custDataLst>
              <p:tags r:id="rId15"/>
            </p:custDataLst>
          </p:nvPr>
        </p:nvCxnSpPr>
        <p:spPr>
          <a:xfrm>
            <a:off x="554736"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81B34F4-C4ED-A448-4C7C-1FBDE8D7D418}"/>
              </a:ext>
            </a:extLst>
          </p:cNvPr>
          <p:cNvCxnSpPr/>
          <p:nvPr userDrawn="1">
            <p:custDataLst>
              <p:tags r:id="rId16"/>
            </p:custDataLst>
          </p:nvPr>
        </p:nvCxnSpPr>
        <p:spPr>
          <a:xfrm>
            <a:off x="554736"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5. Source" hidden="1">
            <a:extLst>
              <a:ext uri="{FF2B5EF4-FFF2-40B4-BE49-F238E27FC236}">
                <a16:creationId xmlns:a16="http://schemas.microsoft.com/office/drawing/2014/main" id="{28B9027F-AE86-DAF5-5474-EE46805E4CA7}"/>
              </a:ext>
            </a:extLst>
          </p:cNvPr>
          <p:cNvSpPr txBox="1"/>
          <p:nvPr userDrawn="1">
            <p:custDataLst>
              <p:tags r:id="rId1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7" name="TextBox 26">
            <a:extLst>
              <a:ext uri="{FF2B5EF4-FFF2-40B4-BE49-F238E27FC236}">
                <a16:creationId xmlns:a16="http://schemas.microsoft.com/office/drawing/2014/main" id="{9BD3C695-AC57-A88D-1A2C-3A39E19380FA}"/>
              </a:ext>
            </a:extLst>
          </p:cNvPr>
          <p:cNvSpPr txBox="1"/>
          <p:nvPr userDrawn="1"/>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solidFill>
                <a:schemeClr val="tx1"/>
              </a:solidFill>
            </a:endParaRPr>
          </a:p>
        </p:txBody>
      </p:sp>
    </p:spTree>
    <p:extLst>
      <p:ext uri="{BB962C8B-B14F-4D97-AF65-F5344CB8AC3E}">
        <p14:creationId xmlns:p14="http://schemas.microsoft.com/office/powerpoint/2010/main" val="337841276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3_1/2 grey">
    <p:spTree>
      <p:nvGrpSpPr>
        <p:cNvPr id="1" name=""/>
        <p:cNvGrpSpPr/>
        <p:nvPr/>
      </p:nvGrpSpPr>
      <p:grpSpPr>
        <a:xfrm>
          <a:off x="0" y="0"/>
          <a:ext cx="0" cy="0"/>
          <a:chOff x="0" y="0"/>
          <a:chExt cx="0" cy="0"/>
        </a:xfrm>
      </p:grpSpPr>
      <p:sp>
        <p:nvSpPr>
          <p:cNvPr id="7" name="RectangleLight">
            <a:extLst>
              <a:ext uri="{FF2B5EF4-FFF2-40B4-BE49-F238E27FC236}">
                <a16:creationId xmlns:a16="http://schemas.microsoft.com/office/drawing/2014/main" id="{2365F90A-9CD8-40EE-93CD-2729135A9569}"/>
              </a:ext>
            </a:extLst>
          </p:cNvPr>
          <p:cNvSpPr/>
          <p:nvPr>
            <p:custDataLst>
              <p:tags r:id="rId1"/>
            </p:custDataLst>
          </p:nvPr>
        </p:nvSpPr>
        <p:spPr bwMode="ltGray">
          <a:xfrm>
            <a:off x="0" y="0"/>
            <a:ext cx="6099048" cy="6858000"/>
          </a:xfrm>
          <a:prstGeom prst="rect">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solidFill>
              <a:latin typeface="Arial" panose="020B0604020202020204" pitchFamily="34" charset="0"/>
            </a:endParaRPr>
          </a:p>
        </p:txBody>
      </p:sp>
      <p:sp>
        <p:nvSpPr>
          <p:cNvPr id="17" name="SlideLogoText">
            <a:extLst>
              <a:ext uri="{FF2B5EF4-FFF2-40B4-BE49-F238E27FC236}">
                <a16:creationId xmlns:a16="http://schemas.microsoft.com/office/drawing/2014/main" id="{609F85FD-B74A-4A4E-BFA9-7668DD6BCB90}"/>
              </a:ext>
            </a:extLst>
          </p:cNvPr>
          <p:cNvSpPr txBox="1"/>
          <p:nvPr>
            <p:custDataLst>
              <p:tags r:id="rId2"/>
            </p:custDataLst>
          </p:nvPr>
        </p:nvSpPr>
        <p:spPr bwMode="black">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A030B95D-1D90-4A27-8714-CFE7C7DB7020}"/>
              </a:ext>
            </a:extLst>
          </p:cNvPr>
          <p:cNvCxnSpPr/>
          <p:nvPr>
            <p:custDataLst>
              <p:tags r:id="rId4"/>
            </p:custDataLst>
          </p:nvPr>
        </p:nvCxnSpPr>
        <p:spPr>
          <a:xfrm>
            <a:off x="6573171" y="6453769"/>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546D990A-A0D7-434B-9320-6311D017DAA2}"/>
              </a:ext>
            </a:extLst>
          </p:cNvPr>
          <p:cNvCxnSpPr/>
          <p:nvPr>
            <p:custDataLst>
              <p:tags r:id="rId5"/>
            </p:custDataLst>
          </p:nvPr>
        </p:nvCxnSpPr>
        <p:spPr>
          <a:xfrm>
            <a:off x="554736" y="6453769"/>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5" name="TopLineRight">
            <a:extLst>
              <a:ext uri="{FF2B5EF4-FFF2-40B4-BE49-F238E27FC236}">
                <a16:creationId xmlns:a16="http://schemas.microsoft.com/office/drawing/2014/main" id="{9388C4F9-67A3-422B-89FF-FAD8454A2F57}"/>
              </a:ext>
            </a:extLst>
          </p:cNvPr>
          <p:cNvCxnSpPr>
            <a:cxnSpLocks/>
          </p:cNvCxnSpPr>
          <p:nvPr>
            <p:custDataLst>
              <p:tags r:id="rId6"/>
            </p:custDataLst>
          </p:nvPr>
        </p:nvCxnSpPr>
        <p:spPr>
          <a:xfrm>
            <a:off x="6573171" y="1181906"/>
            <a:ext cx="5065776"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3" name="TopLineLeft">
            <a:extLst>
              <a:ext uri="{FF2B5EF4-FFF2-40B4-BE49-F238E27FC236}">
                <a16:creationId xmlns:a16="http://schemas.microsoft.com/office/drawing/2014/main" id="{1C0D7255-5C21-4254-B3DE-6D296E69C5F2}"/>
              </a:ext>
            </a:extLst>
          </p:cNvPr>
          <p:cNvCxnSpPr/>
          <p:nvPr>
            <p:custDataLst>
              <p:tags r:id="rId7"/>
            </p:custDataLst>
          </p:nvPr>
        </p:nvCxnSpPr>
        <p:spPr>
          <a:xfrm>
            <a:off x="554736" y="1181906"/>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155D849-0DEC-44CD-849F-C8D9C2279FD6}"/>
              </a:ext>
            </a:extLst>
          </p:cNvPr>
          <p:cNvCxnSpPr/>
          <p:nvPr>
            <p:custDataLst>
              <p:tags r:id="rId8"/>
            </p:custDataLst>
          </p:nvPr>
        </p:nvCxnSpPr>
        <p:spPr>
          <a:xfrm>
            <a:off x="554736" y="1181906"/>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9"/>
            </p:custDataLst>
          </p:nvPr>
        </p:nvSpPr>
        <p:spPr>
          <a:xfrm>
            <a:off x="6573171" y="355092"/>
            <a:ext cx="5065776" cy="731520"/>
          </a:xfrm>
        </p:spPr>
        <p:txBody>
          <a:bodyPr vert="horz"/>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10"/>
            </p:custDataLst>
          </p:nvPr>
        </p:nvSpPr>
        <p:spPr>
          <a:xfrm>
            <a:off x="6573171" y="1287435"/>
            <a:ext cx="5065776" cy="304699"/>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5. Source" hidden="1">
            <a:extLst>
              <a:ext uri="{FF2B5EF4-FFF2-40B4-BE49-F238E27FC236}">
                <a16:creationId xmlns:a16="http://schemas.microsoft.com/office/drawing/2014/main" id="{F5E9C22A-A356-4521-A359-338A663DFEA2}"/>
              </a:ext>
            </a:extLst>
          </p:cNvPr>
          <p:cNvSpPr txBox="1"/>
          <p:nvPr>
            <p:custDataLst>
              <p:tags r:id="rId1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TextBox 3">
            <a:extLst>
              <a:ext uri="{FF2B5EF4-FFF2-40B4-BE49-F238E27FC236}">
                <a16:creationId xmlns:a16="http://schemas.microsoft.com/office/drawing/2014/main" id="{8467FBB9-900F-D74F-181C-8D3946FC8460}"/>
              </a:ext>
            </a:extLst>
          </p:cNvPr>
          <p:cNvSpPr txBox="1"/>
          <p:nvPr/>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dirty="0">
              <a:solidFill>
                <a:schemeClr val="tx1"/>
              </a:solidFill>
            </a:endParaRPr>
          </a:p>
        </p:txBody>
      </p:sp>
      <p:sp>
        <p:nvSpPr>
          <p:cNvPr id="5" name="1. On-page tracker">
            <a:extLst>
              <a:ext uri="{FF2B5EF4-FFF2-40B4-BE49-F238E27FC236}">
                <a16:creationId xmlns:a16="http://schemas.microsoft.com/office/drawing/2014/main" id="{84B0356F-D00A-3854-0BBC-656B43F1CE56}"/>
              </a:ext>
            </a:extLst>
          </p:cNvPr>
          <p:cNvSpPr>
            <a:spLocks noGrp="1"/>
          </p:cNvSpPr>
          <p:nvPr>
            <p:ph type="body" sz="quarter" idx="17" hasCustomPrompt="1"/>
            <p:custDataLst>
              <p:tags r:id="rId12"/>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cxnSp>
        <p:nvCxnSpPr>
          <p:cNvPr id="12" name="BottomLineRight">
            <a:extLst>
              <a:ext uri="{FF2B5EF4-FFF2-40B4-BE49-F238E27FC236}">
                <a16:creationId xmlns:a16="http://schemas.microsoft.com/office/drawing/2014/main" id="{8F2C2791-B51E-A08E-A83D-8365063BE5F0}"/>
              </a:ext>
            </a:extLst>
          </p:cNvPr>
          <p:cNvCxnSpPr/>
          <p:nvPr userDrawn="1">
            <p:custDataLst>
              <p:tags r:id="rId13"/>
            </p:custDataLst>
          </p:nvPr>
        </p:nvCxnSpPr>
        <p:spPr>
          <a:xfrm>
            <a:off x="6573171" y="6453769"/>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1" name="BottomLineLeft">
            <a:extLst>
              <a:ext uri="{FF2B5EF4-FFF2-40B4-BE49-F238E27FC236}">
                <a16:creationId xmlns:a16="http://schemas.microsoft.com/office/drawing/2014/main" id="{791D93BD-1F5A-C628-82CE-076AE9052101}"/>
              </a:ext>
            </a:extLst>
          </p:cNvPr>
          <p:cNvCxnSpPr/>
          <p:nvPr userDrawn="1">
            <p:custDataLst>
              <p:tags r:id="rId14"/>
            </p:custDataLst>
          </p:nvPr>
        </p:nvCxnSpPr>
        <p:spPr>
          <a:xfrm>
            <a:off x="554736" y="6453769"/>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Right">
            <a:extLst>
              <a:ext uri="{FF2B5EF4-FFF2-40B4-BE49-F238E27FC236}">
                <a16:creationId xmlns:a16="http://schemas.microsoft.com/office/drawing/2014/main" id="{1CB83102-3A2E-9CC5-4A85-E3CDA823E93A}"/>
              </a:ext>
            </a:extLst>
          </p:cNvPr>
          <p:cNvCxnSpPr>
            <a:cxnSpLocks/>
          </p:cNvCxnSpPr>
          <p:nvPr userDrawn="1">
            <p:custDataLst>
              <p:tags r:id="rId15"/>
            </p:custDataLst>
          </p:nvPr>
        </p:nvCxnSpPr>
        <p:spPr>
          <a:xfrm>
            <a:off x="6573171" y="1181906"/>
            <a:ext cx="5065776"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Left">
            <a:extLst>
              <a:ext uri="{FF2B5EF4-FFF2-40B4-BE49-F238E27FC236}">
                <a16:creationId xmlns:a16="http://schemas.microsoft.com/office/drawing/2014/main" id="{1779C13D-1F8B-9D37-1911-BCA54D7665BC}"/>
              </a:ext>
            </a:extLst>
          </p:cNvPr>
          <p:cNvCxnSpPr/>
          <p:nvPr userDrawn="1">
            <p:custDataLst>
              <p:tags r:id="rId16"/>
            </p:custDataLst>
          </p:nvPr>
        </p:nvCxnSpPr>
        <p:spPr>
          <a:xfrm>
            <a:off x="554736" y="1181906"/>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C12C1F7-B019-2A92-2CC7-43FD710B5543}"/>
              </a:ext>
            </a:extLst>
          </p:cNvPr>
          <p:cNvCxnSpPr/>
          <p:nvPr userDrawn="1">
            <p:custDataLst>
              <p:tags r:id="rId17"/>
            </p:custDataLst>
          </p:nvPr>
        </p:nvCxnSpPr>
        <p:spPr>
          <a:xfrm>
            <a:off x="554736" y="1181906"/>
            <a:ext cx="50657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5. Source" hidden="1">
            <a:extLst>
              <a:ext uri="{FF2B5EF4-FFF2-40B4-BE49-F238E27FC236}">
                <a16:creationId xmlns:a16="http://schemas.microsoft.com/office/drawing/2014/main" id="{B142AE8B-ABE4-83DD-4791-FF240BDC1202}"/>
              </a:ext>
            </a:extLst>
          </p:cNvPr>
          <p:cNvSpPr txBox="1"/>
          <p:nvPr userDrawn="1">
            <p:custDataLst>
              <p:tags r:id="rId18"/>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7" name="TextBox 26">
            <a:extLst>
              <a:ext uri="{FF2B5EF4-FFF2-40B4-BE49-F238E27FC236}">
                <a16:creationId xmlns:a16="http://schemas.microsoft.com/office/drawing/2014/main" id="{28110B89-A74A-7E06-7CD8-90CE64375D18}"/>
              </a:ext>
            </a:extLst>
          </p:cNvPr>
          <p:cNvSpPr txBox="1"/>
          <p:nvPr userDrawn="1"/>
        </p:nvSpPr>
        <p:spPr>
          <a:xfrm>
            <a:off x="335280" y="1503680"/>
            <a:ext cx="0" cy="0"/>
          </a:xfrm>
          <a:prstGeom prst="rect">
            <a:avLst/>
          </a:prstGeom>
          <a:ln w="6350">
            <a:noFill/>
            <a:miter lim="800000"/>
          </a:ln>
        </p:spPr>
        <p:txBody>
          <a:bodyPr vert="horz" wrap="none" lIns="0" tIns="0" rIns="0" bIns="0" rtlCol="0">
            <a:noAutofit/>
          </a:bodyPr>
          <a:lstStyle/>
          <a:p>
            <a:pPr algn="l">
              <a:spcBef>
                <a:spcPts val="300"/>
              </a:spcBef>
              <a:spcAft>
                <a:spcPts val="300"/>
              </a:spcAft>
              <a:buNone/>
            </a:pPr>
            <a:endParaRPr lang="en-DK" sz="1600">
              <a:solidFill>
                <a:schemeClr val="tx1"/>
              </a:solidFill>
            </a:endParaRPr>
          </a:p>
        </p:txBody>
      </p:sp>
    </p:spTree>
    <p:extLst>
      <p:ext uri="{BB962C8B-B14F-4D97-AF65-F5344CB8AC3E}">
        <p14:creationId xmlns:p14="http://schemas.microsoft.com/office/powerpoint/2010/main" val="123801102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1_2/3 grey">
    <p:spTree>
      <p:nvGrpSpPr>
        <p:cNvPr id="1" name=""/>
        <p:cNvGrpSpPr/>
        <p:nvPr/>
      </p:nvGrpSpPr>
      <p:grpSpPr>
        <a:xfrm>
          <a:off x="0" y="0"/>
          <a:ext cx="0" cy="0"/>
          <a:chOff x="0" y="0"/>
          <a:chExt cx="0" cy="0"/>
        </a:xfrm>
      </p:grpSpPr>
      <p:sp>
        <p:nvSpPr>
          <p:cNvPr id="19" name="2. Slide Title">
            <a:extLst>
              <a:ext uri="{FF2B5EF4-FFF2-40B4-BE49-F238E27FC236}">
                <a16:creationId xmlns:a16="http://schemas.microsoft.com/office/drawing/2014/main" id="{0415F114-7B0E-43F2-8881-F0D9FB2A643B}"/>
              </a:ext>
            </a:extLst>
          </p:cNvPr>
          <p:cNvSpPr>
            <a:spLocks noGrp="1"/>
          </p:cNvSpPr>
          <p:nvPr>
            <p:ph type="title"/>
            <p:custDataLst>
              <p:tags r:id="rId1"/>
            </p:custDataLst>
          </p:nvPr>
        </p:nvSpPr>
        <p:spPr>
          <a:xfrm>
            <a:off x="554736" y="355092"/>
            <a:ext cx="6967728" cy="731520"/>
          </a:xfrm>
        </p:spPr>
        <p:txBody>
          <a:bodyPr vert="horz"/>
          <a:lstStyle>
            <a:lvl1pPr>
              <a:defRPr>
                <a:solidFill>
                  <a:schemeClr val="tx1"/>
                </a:solidFill>
              </a:defRPr>
            </a:lvl1pPr>
          </a:lstStyle>
          <a:p>
            <a:r>
              <a:rPr lang="en-US"/>
              <a:t>Click to edit Master title style</a:t>
            </a:r>
            <a:endParaRPr lang="en-US" dirty="0"/>
          </a:p>
        </p:txBody>
      </p:sp>
      <p:sp>
        <p:nvSpPr>
          <p:cNvPr id="7" name="RectangleLight">
            <a:extLst>
              <a:ext uri="{FF2B5EF4-FFF2-40B4-BE49-F238E27FC236}">
                <a16:creationId xmlns:a16="http://schemas.microsoft.com/office/drawing/2014/main" id="{2365F90A-9CD8-40EE-93CD-2729135A9569}"/>
              </a:ext>
            </a:extLst>
          </p:cNvPr>
          <p:cNvSpPr/>
          <p:nvPr>
            <p:custDataLst>
              <p:tags r:id="rId2"/>
            </p:custDataLst>
          </p:nvPr>
        </p:nvSpPr>
        <p:spPr bwMode="ltGray">
          <a:xfrm>
            <a:off x="7830312" y="0"/>
            <a:ext cx="4361688" cy="6858000"/>
          </a:xfrm>
          <a:prstGeom prst="rect">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dirty="0">
              <a:solidFill>
                <a:schemeClr val="tx1"/>
              </a:solidFill>
              <a:latin typeface="Arial" panose="020B0604020202020204" pitchFamily="34" charset="0"/>
            </a:endParaRPr>
          </a:p>
        </p:txBody>
      </p:sp>
      <p:sp>
        <p:nvSpPr>
          <p:cNvPr id="17" name="Slide Number">
            <a:extLst>
              <a:ext uri="{FF2B5EF4-FFF2-40B4-BE49-F238E27FC236}">
                <a16:creationId xmlns:a16="http://schemas.microsoft.com/office/drawing/2014/main" id="{3B7A7C0C-AC02-4989-860B-73442D510162}"/>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cxnSp>
        <p:nvCxnSpPr>
          <p:cNvPr id="12" name="BottomLineRight">
            <a:extLst>
              <a:ext uri="{FF2B5EF4-FFF2-40B4-BE49-F238E27FC236}">
                <a16:creationId xmlns:a16="http://schemas.microsoft.com/office/drawing/2014/main" id="{6425396B-5490-4E4D-8EA4-E4AB4F98BF62}"/>
              </a:ext>
            </a:extLst>
          </p:cNvPr>
          <p:cNvCxnSpPr/>
          <p:nvPr>
            <p:custDataLst>
              <p:tags r:id="rId4"/>
            </p:custDataLst>
          </p:nvPr>
        </p:nvCxnSpPr>
        <p:spPr>
          <a:xfrm>
            <a:off x="8173371" y="6453769"/>
            <a:ext cx="34655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BottomLineLeft">
            <a:extLst>
              <a:ext uri="{FF2B5EF4-FFF2-40B4-BE49-F238E27FC236}">
                <a16:creationId xmlns:a16="http://schemas.microsoft.com/office/drawing/2014/main" id="{570396F1-4249-402C-975E-F70778173C25}"/>
              </a:ext>
            </a:extLst>
          </p:cNvPr>
          <p:cNvCxnSpPr/>
          <p:nvPr>
            <p:custDataLst>
              <p:tags r:id="rId5"/>
            </p:custDataLst>
          </p:nvPr>
        </p:nvCxnSpPr>
        <p:spPr>
          <a:xfrm>
            <a:off x="554736" y="6453769"/>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TopLineRight">
            <a:extLst>
              <a:ext uri="{FF2B5EF4-FFF2-40B4-BE49-F238E27FC236}">
                <a16:creationId xmlns:a16="http://schemas.microsoft.com/office/drawing/2014/main" id="{C5BD98EE-C09E-457E-A028-EBE485145AA3}"/>
              </a:ext>
            </a:extLst>
          </p:cNvPr>
          <p:cNvCxnSpPr/>
          <p:nvPr>
            <p:custDataLst>
              <p:tags r:id="rId6"/>
            </p:custDataLst>
          </p:nvPr>
        </p:nvCxnSpPr>
        <p:spPr>
          <a:xfrm>
            <a:off x="8173371" y="1181906"/>
            <a:ext cx="34655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TopLineLeft">
            <a:extLst>
              <a:ext uri="{FF2B5EF4-FFF2-40B4-BE49-F238E27FC236}">
                <a16:creationId xmlns:a16="http://schemas.microsoft.com/office/drawing/2014/main" id="{47D3FB95-30DE-4983-B5AE-01B80542C0DD}"/>
              </a:ext>
            </a:extLst>
          </p:cNvPr>
          <p:cNvCxnSpPr/>
          <p:nvPr>
            <p:custDataLst>
              <p:tags r:id="rId7"/>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18D646E-BD43-4948-96FE-F798F0E18D71}"/>
              </a:ext>
            </a:extLst>
          </p:cNvPr>
          <p:cNvCxnSpPr/>
          <p:nvPr>
            <p:custDataLst>
              <p:tags r:id="rId8"/>
            </p:custDataLst>
          </p:nvPr>
        </p:nvCxnSpPr>
        <p:spPr>
          <a:xfrm>
            <a:off x="554736" y="1181906"/>
            <a:ext cx="69677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0" name="3. Subtitle">
            <a:extLst>
              <a:ext uri="{FF2B5EF4-FFF2-40B4-BE49-F238E27FC236}">
                <a16:creationId xmlns:a16="http://schemas.microsoft.com/office/drawing/2014/main" id="{712BED6B-950C-4FB8-AEE1-14FA61D013FF}"/>
              </a:ext>
            </a:extLst>
          </p:cNvPr>
          <p:cNvSpPr>
            <a:spLocks noGrp="1"/>
          </p:cNvSpPr>
          <p:nvPr>
            <p:ph type="subTitle" idx="1"/>
            <p:custDataLst>
              <p:tags r:id="rId9"/>
            </p:custDataLst>
          </p:nvPr>
        </p:nvSpPr>
        <p:spPr>
          <a:xfrm>
            <a:off x="554736" y="1291125"/>
            <a:ext cx="6967728" cy="276999"/>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F25A304F-F50E-4F96-991D-CFEB07060178}"/>
              </a:ext>
            </a:extLst>
          </p:cNvPr>
          <p:cNvSpPr txBox="1"/>
          <p:nvPr>
            <p:custDataLst>
              <p:tags r:id="rId10"/>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81FC95FE-98AE-2D03-2407-7155AFECE476}"/>
              </a:ext>
            </a:extLst>
          </p:cNvPr>
          <p:cNvSpPr>
            <a:spLocks noGrp="1"/>
          </p:cNvSpPr>
          <p:nvPr>
            <p:ph type="body" sz="quarter" idx="17" hasCustomPrompt="1"/>
            <p:custDataLst>
              <p:tags r:id="rId11"/>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cxnSp>
        <p:nvCxnSpPr>
          <p:cNvPr id="15" name="BottomLineRight">
            <a:extLst>
              <a:ext uri="{FF2B5EF4-FFF2-40B4-BE49-F238E27FC236}">
                <a16:creationId xmlns:a16="http://schemas.microsoft.com/office/drawing/2014/main" id="{23333C35-5A2E-151B-2F4B-2CDCB314397C}"/>
              </a:ext>
            </a:extLst>
          </p:cNvPr>
          <p:cNvCxnSpPr/>
          <p:nvPr userDrawn="1">
            <p:custDataLst>
              <p:tags r:id="rId12"/>
            </p:custDataLst>
          </p:nvPr>
        </p:nvCxnSpPr>
        <p:spPr>
          <a:xfrm>
            <a:off x="8173371" y="6453769"/>
            <a:ext cx="34655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BottomLineLeft">
            <a:extLst>
              <a:ext uri="{FF2B5EF4-FFF2-40B4-BE49-F238E27FC236}">
                <a16:creationId xmlns:a16="http://schemas.microsoft.com/office/drawing/2014/main" id="{03CB881E-B8CB-CF21-ECED-2D62E68D5699}"/>
              </a:ext>
            </a:extLst>
          </p:cNvPr>
          <p:cNvCxnSpPr/>
          <p:nvPr userDrawn="1">
            <p:custDataLst>
              <p:tags r:id="rId13"/>
            </p:custDataLst>
          </p:nvPr>
        </p:nvCxnSpPr>
        <p:spPr>
          <a:xfrm>
            <a:off x="554736" y="6453769"/>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Right">
            <a:extLst>
              <a:ext uri="{FF2B5EF4-FFF2-40B4-BE49-F238E27FC236}">
                <a16:creationId xmlns:a16="http://schemas.microsoft.com/office/drawing/2014/main" id="{6046C228-BC5A-00E4-BA8C-D41D9C371758}"/>
              </a:ext>
            </a:extLst>
          </p:cNvPr>
          <p:cNvCxnSpPr/>
          <p:nvPr userDrawn="1">
            <p:custDataLst>
              <p:tags r:id="rId14"/>
            </p:custDataLst>
          </p:nvPr>
        </p:nvCxnSpPr>
        <p:spPr>
          <a:xfrm>
            <a:off x="8173371" y="1181906"/>
            <a:ext cx="3465576"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Left">
            <a:extLst>
              <a:ext uri="{FF2B5EF4-FFF2-40B4-BE49-F238E27FC236}">
                <a16:creationId xmlns:a16="http://schemas.microsoft.com/office/drawing/2014/main" id="{6DDEA8EA-201F-2A9F-D188-038DDA3A4C07}"/>
              </a:ext>
            </a:extLst>
          </p:cNvPr>
          <p:cNvCxnSpPr/>
          <p:nvPr userDrawn="1">
            <p:custDataLst>
              <p:tags r:id="rId15"/>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8C08786-DAFA-C25B-BB5A-6EF081FE7EC5}"/>
              </a:ext>
            </a:extLst>
          </p:cNvPr>
          <p:cNvCxnSpPr/>
          <p:nvPr userDrawn="1">
            <p:custDataLst>
              <p:tags r:id="rId16"/>
            </p:custDataLst>
          </p:nvPr>
        </p:nvCxnSpPr>
        <p:spPr>
          <a:xfrm>
            <a:off x="554736" y="1181906"/>
            <a:ext cx="69677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6" name="5. Source" hidden="1">
            <a:extLst>
              <a:ext uri="{FF2B5EF4-FFF2-40B4-BE49-F238E27FC236}">
                <a16:creationId xmlns:a16="http://schemas.microsoft.com/office/drawing/2014/main" id="{533741C6-486A-114F-757D-0815AA6BF1FB}"/>
              </a:ext>
            </a:extLst>
          </p:cNvPr>
          <p:cNvSpPr txBox="1"/>
          <p:nvPr userDrawn="1">
            <p:custDataLst>
              <p:tags r:id="rId17"/>
            </p:custDataLst>
          </p:nvPr>
        </p:nvSpPr>
        <p:spPr>
          <a:xfrm>
            <a:off x="554735" y="6501669"/>
            <a:ext cx="6967729"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144173752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1_3/4 grey">
    <p:spTree>
      <p:nvGrpSpPr>
        <p:cNvPr id="1" name=""/>
        <p:cNvGrpSpPr/>
        <p:nvPr/>
      </p:nvGrpSpPr>
      <p:grpSpPr>
        <a:xfrm>
          <a:off x="0" y="0"/>
          <a:ext cx="0" cy="0"/>
          <a:chOff x="0" y="0"/>
          <a:chExt cx="0" cy="0"/>
        </a:xfrm>
      </p:grpSpPr>
      <p:sp>
        <p:nvSpPr>
          <p:cNvPr id="7" name="RectangleLight">
            <a:extLst>
              <a:ext uri="{FF2B5EF4-FFF2-40B4-BE49-F238E27FC236}">
                <a16:creationId xmlns:a16="http://schemas.microsoft.com/office/drawing/2014/main" id="{CD2FAB0B-AB63-C7F3-6E57-3803DCBF78EE}"/>
              </a:ext>
            </a:extLst>
          </p:cNvPr>
          <p:cNvSpPr/>
          <p:nvPr userDrawn="1">
            <p:custDataLst>
              <p:tags r:id="rId1"/>
            </p:custDataLst>
          </p:nvPr>
        </p:nvSpPr>
        <p:spPr bwMode="ltGray">
          <a:xfrm>
            <a:off x="8781416" y="0"/>
            <a:ext cx="3410584" cy="6858000"/>
          </a:xfrm>
          <a:prstGeom prst="rect">
            <a:avLst/>
          </a:prstGeom>
          <a:solidFill>
            <a:schemeClr val="accent1"/>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8" name="Slide Number">
            <a:extLst>
              <a:ext uri="{FF2B5EF4-FFF2-40B4-BE49-F238E27FC236}">
                <a16:creationId xmlns:a16="http://schemas.microsoft.com/office/drawing/2014/main" id="{D0E8D6D4-65CF-4E97-809E-C2399703986A}"/>
              </a:ext>
            </a:extLst>
          </p:cNvPr>
          <p:cNvSpPr>
            <a:spLocks noChangeArrowheads="1"/>
          </p:cNvSpPr>
          <p:nvPr userDrawn="1">
            <p:custDataLst>
              <p:tags r:id="rId2"/>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marL="0" marR="0" lvl="0" indent="0" algn="r" defTabSz="610744" rtl="0" eaLnBrk="1" fontAlgn="auto" latinLnBrk="0" hangingPunct="1">
              <a:lnSpc>
                <a:spcPct val="100000"/>
              </a:lnSpc>
              <a:spcBef>
                <a:spcPts val="0"/>
              </a:spcBef>
              <a:spcAft>
                <a:spcPts val="0"/>
              </a:spcAft>
              <a:buClrTx/>
              <a:buSzTx/>
              <a:buFontTx/>
              <a:buNone/>
              <a:tabLst/>
              <a:defRPr/>
            </a:pPr>
            <a:fld id="{4ABDCABE-3F10-B64C-92F1-862014417034}" type="slidenum">
              <a:rPr kumimoji="0" lang="en-US" sz="900" b="0" i="0" u="none" strike="noStrike" kern="1200" cap="none" spc="0" normalizeH="0" baseline="0" noProof="0" smtClean="0">
                <a:ln>
                  <a:noFill/>
                </a:ln>
                <a:solidFill>
                  <a:schemeClr val="bg1"/>
                </a:solidFill>
                <a:effectLst/>
                <a:uLnTx/>
                <a:uFillTx/>
                <a:latin typeface="Arial"/>
                <a:ea typeface="+mn-ea"/>
                <a:cs typeface="Arial" panose="020B0604020202020204" pitchFamily="34" charset="0"/>
              </a:rPr>
              <a:pPr marL="0" marR="0" lvl="0" indent="0" algn="r" defTabSz="610744"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schemeClr val="bg1"/>
              </a:solidFill>
              <a:effectLst/>
              <a:uLnTx/>
              <a:uFillTx/>
              <a:latin typeface="Arial"/>
              <a:ea typeface="+mn-ea"/>
              <a:cs typeface="Arial" panose="020B0604020202020204" pitchFamily="34" charset="0"/>
            </a:endParaRPr>
          </a:p>
        </p:txBody>
      </p:sp>
      <p:cxnSp>
        <p:nvCxnSpPr>
          <p:cNvPr id="27" name="BottomLineRight">
            <a:extLst>
              <a:ext uri="{FF2B5EF4-FFF2-40B4-BE49-F238E27FC236}">
                <a16:creationId xmlns:a16="http://schemas.microsoft.com/office/drawing/2014/main" id="{C7EF0021-7C64-4C3A-BB10-343D51B3F040}"/>
              </a:ext>
            </a:extLst>
          </p:cNvPr>
          <p:cNvCxnSpPr/>
          <p:nvPr>
            <p:custDataLst>
              <p:tags r:id="rId3"/>
            </p:custDataLst>
          </p:nvPr>
        </p:nvCxnSpPr>
        <p:spPr>
          <a:xfrm>
            <a:off x="9119861" y="6453769"/>
            <a:ext cx="2514600"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8" name="BottomLineLeft">
            <a:extLst>
              <a:ext uri="{FF2B5EF4-FFF2-40B4-BE49-F238E27FC236}">
                <a16:creationId xmlns:a16="http://schemas.microsoft.com/office/drawing/2014/main" id="{769848ED-A1D9-4D6F-AC16-5512562B47A0}"/>
              </a:ext>
            </a:extLst>
          </p:cNvPr>
          <p:cNvCxnSpPr/>
          <p:nvPr>
            <p:custDataLst>
              <p:tags r:id="rId4"/>
            </p:custDataLst>
          </p:nvPr>
        </p:nvCxnSpPr>
        <p:spPr>
          <a:xfrm>
            <a:off x="554736" y="6453769"/>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4" name="TopLineRight">
            <a:extLst>
              <a:ext uri="{FF2B5EF4-FFF2-40B4-BE49-F238E27FC236}">
                <a16:creationId xmlns:a16="http://schemas.microsoft.com/office/drawing/2014/main" id="{9DD5C457-8894-4C00-BE39-CE61754727F6}"/>
              </a:ext>
            </a:extLst>
          </p:cNvPr>
          <p:cNvCxnSpPr/>
          <p:nvPr>
            <p:custDataLst>
              <p:tags r:id="rId5"/>
            </p:custDataLst>
          </p:nvPr>
        </p:nvCxnSpPr>
        <p:spPr>
          <a:xfrm>
            <a:off x="9119861" y="1181906"/>
            <a:ext cx="2514600"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5" name="TopLineLeft">
            <a:extLst>
              <a:ext uri="{FF2B5EF4-FFF2-40B4-BE49-F238E27FC236}">
                <a16:creationId xmlns:a16="http://schemas.microsoft.com/office/drawing/2014/main" id="{8B2884B5-93FA-4ECC-9065-3398231F02FC}"/>
              </a:ext>
            </a:extLst>
          </p:cNvPr>
          <p:cNvCxnSpPr/>
          <p:nvPr>
            <p:custDataLst>
              <p:tags r:id="rId6"/>
            </p:custDataLst>
          </p:nvPr>
        </p:nvCxnSpPr>
        <p:spPr>
          <a:xfrm>
            <a:off x="554736" y="1181906"/>
            <a:ext cx="7918704"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8FFC5EFA-01A0-4033-8D7E-3C2B1F490A33}"/>
              </a:ext>
            </a:extLst>
          </p:cNvPr>
          <p:cNvSpPr>
            <a:spLocks noGrp="1"/>
          </p:cNvSpPr>
          <p:nvPr>
            <p:ph type="title"/>
            <p:custDataLst>
              <p:tags r:id="rId7"/>
            </p:custDataLst>
          </p:nvPr>
        </p:nvSpPr>
        <p:spPr>
          <a:xfrm>
            <a:off x="554736" y="354162"/>
            <a:ext cx="7918704" cy="731520"/>
          </a:xfrm>
        </p:spPr>
        <p:txBody>
          <a:bodyPr vert="horz"/>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1555BB7F-874D-4148-9E84-841F62C8E9D4}"/>
              </a:ext>
            </a:extLst>
          </p:cNvPr>
          <p:cNvSpPr>
            <a:spLocks noGrp="1"/>
          </p:cNvSpPr>
          <p:nvPr>
            <p:ph type="subTitle" idx="1"/>
            <p:custDataLst>
              <p:tags r:id="rId8"/>
            </p:custDataLst>
          </p:nvPr>
        </p:nvSpPr>
        <p:spPr>
          <a:xfrm>
            <a:off x="554736" y="1291125"/>
            <a:ext cx="7918704" cy="297181"/>
          </a:xfrm>
          <a:prstGeom prst="rect">
            <a:avLst/>
          </a:prstGeom>
        </p:spPr>
        <p:txBody>
          <a:bodyPr wrap="square">
            <a:noAutofit/>
          </a:bodyPr>
          <a:lstStyle>
            <a:lvl1pPr marL="0" indent="0" algn="l">
              <a:buNone/>
              <a:defRPr sz="1800" b="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2" name="5. Source" hidden="1">
            <a:extLst>
              <a:ext uri="{FF2B5EF4-FFF2-40B4-BE49-F238E27FC236}">
                <a16:creationId xmlns:a16="http://schemas.microsoft.com/office/drawing/2014/main" id="{F5E9C22A-A356-4521-A359-338A663DFEA2}"/>
              </a:ext>
            </a:extLst>
          </p:cNvPr>
          <p:cNvSpPr txBox="1"/>
          <p:nvPr>
            <p:custDataLst>
              <p:tags r:id="rId9"/>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dirty="0">
                <a:ln>
                  <a:noFill/>
                </a:ln>
                <a:solidFill>
                  <a:srgbClr val="000000"/>
                </a:solidFill>
                <a:effectLst/>
                <a:uLnTx/>
                <a:uFillTx/>
                <a:latin typeface="Arial"/>
                <a:ea typeface="+mn-ea"/>
                <a:cs typeface="Arial" panose="020B0604020202020204" pitchFamily="34" charset="0"/>
              </a:rPr>
              <a:t>Source: …</a:t>
            </a:r>
          </a:p>
        </p:txBody>
      </p:sp>
      <p:sp>
        <p:nvSpPr>
          <p:cNvPr id="4" name="1. On-page tracker">
            <a:extLst>
              <a:ext uri="{FF2B5EF4-FFF2-40B4-BE49-F238E27FC236}">
                <a16:creationId xmlns:a16="http://schemas.microsoft.com/office/drawing/2014/main" id="{40C50DBC-77FE-61C3-BB9B-59D913291108}"/>
              </a:ext>
            </a:extLst>
          </p:cNvPr>
          <p:cNvSpPr>
            <a:spLocks noGrp="1"/>
          </p:cNvSpPr>
          <p:nvPr>
            <p:ph type="body" sz="quarter" idx="17" hasCustomPrompt="1"/>
            <p:custDataLst>
              <p:tags r:id="rId10"/>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cxnSp>
        <p:nvCxnSpPr>
          <p:cNvPr id="10" name="TopLineRight">
            <a:extLst>
              <a:ext uri="{FF2B5EF4-FFF2-40B4-BE49-F238E27FC236}">
                <a16:creationId xmlns:a16="http://schemas.microsoft.com/office/drawing/2014/main" id="{02EF33B4-F1CF-127A-6DC0-66C2F56540CF}"/>
              </a:ext>
            </a:extLst>
          </p:cNvPr>
          <p:cNvCxnSpPr/>
          <p:nvPr userDrawn="1">
            <p:custDataLst>
              <p:tags r:id="rId11"/>
            </p:custDataLst>
          </p:nvPr>
        </p:nvCxnSpPr>
        <p:spPr>
          <a:xfrm>
            <a:off x="9119861" y="1181906"/>
            <a:ext cx="2514600"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Left">
            <a:extLst>
              <a:ext uri="{FF2B5EF4-FFF2-40B4-BE49-F238E27FC236}">
                <a16:creationId xmlns:a16="http://schemas.microsoft.com/office/drawing/2014/main" id="{F771BF59-40BB-01B4-DC46-910BA1A736B4}"/>
              </a:ext>
            </a:extLst>
          </p:cNvPr>
          <p:cNvCxnSpPr/>
          <p:nvPr userDrawn="1">
            <p:custDataLst>
              <p:tags r:id="rId12"/>
            </p:custDataLst>
          </p:nvPr>
        </p:nvCxnSpPr>
        <p:spPr>
          <a:xfrm>
            <a:off x="554736" y="1181906"/>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2" name="5. Source" hidden="1">
            <a:extLst>
              <a:ext uri="{FF2B5EF4-FFF2-40B4-BE49-F238E27FC236}">
                <a16:creationId xmlns:a16="http://schemas.microsoft.com/office/drawing/2014/main" id="{2B2A3520-E5B7-615D-AC0C-FC45DAE55740}"/>
              </a:ext>
            </a:extLst>
          </p:cNvPr>
          <p:cNvSpPr txBox="1"/>
          <p:nvPr userDrawn="1">
            <p:custDataLst>
              <p:tags r:id="rId1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300"/>
              </a:spcBef>
              <a:spcAft>
                <a:spcPts val="300"/>
              </a:spcAft>
              <a:buClrTx/>
              <a:buSzTx/>
              <a:buFont typeface="Segoe UI" panose="020B0502040204020203" pitchFamily="34" charset="0"/>
              <a:buChar char="​"/>
              <a:tabLst/>
              <a:defRPr/>
            </a:pPr>
            <a:r>
              <a:rPr kumimoji="0" lang="en-US" sz="800" b="0" i="0" u="none" strike="noStrike" kern="1200" cap="none" spc="0" normalizeH="0" baseline="0" noProof="0">
                <a:ln>
                  <a:noFill/>
                </a:ln>
                <a:solidFill>
                  <a:srgbClr val="000000"/>
                </a:solidFill>
                <a:effectLst/>
                <a:uLnTx/>
                <a:uFillTx/>
                <a:latin typeface="Arial"/>
                <a:ea typeface="+mn-ea"/>
                <a:cs typeface="Arial" panose="020B0604020202020204" pitchFamily="34" charset="0"/>
              </a:rPr>
              <a:t>Source: …</a:t>
            </a:r>
          </a:p>
        </p:txBody>
      </p:sp>
    </p:spTree>
    <p:extLst>
      <p:ext uri="{BB962C8B-B14F-4D97-AF65-F5344CB8AC3E}">
        <p14:creationId xmlns:p14="http://schemas.microsoft.com/office/powerpoint/2010/main" val="203649821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1_End">
    <p:bg>
      <p:bgPr>
        <a:solidFill>
          <a:schemeClr val="accent1"/>
        </a:solidFill>
        <a:effectLst/>
      </p:bgPr>
    </p:bg>
    <p:spTree>
      <p:nvGrpSpPr>
        <p:cNvPr id="1" name=""/>
        <p:cNvGrpSpPr/>
        <p:nvPr/>
      </p:nvGrpSpPr>
      <p:grpSpPr>
        <a:xfrm>
          <a:off x="0" y="0"/>
          <a:ext cx="0" cy="0"/>
          <a:chOff x="0" y="0"/>
          <a:chExt cx="0" cy="0"/>
        </a:xfrm>
      </p:grpSpPr>
      <p:sp>
        <p:nvSpPr>
          <p:cNvPr id="8" name="5. Source" hidden="1">
            <a:extLst>
              <a:ext uri="{FF2B5EF4-FFF2-40B4-BE49-F238E27FC236}">
                <a16:creationId xmlns:a16="http://schemas.microsoft.com/office/drawing/2014/main" id="{330AE89A-7771-4A6E-A02D-893DCB66C876}"/>
              </a:ext>
            </a:extLst>
          </p:cNvPr>
          <p:cNvSpPr txBox="1"/>
          <p:nvPr>
            <p:custDataLst>
              <p:tags r:id="rId1"/>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2" name="ClientLogo">
            <a:extLst>
              <a:ext uri="{FF2B5EF4-FFF2-40B4-BE49-F238E27FC236}">
                <a16:creationId xmlns:a16="http://schemas.microsoft.com/office/drawing/2014/main" id="{360045FA-4F2B-7CCC-BC88-DBB2BC856EF6}"/>
              </a:ext>
            </a:extLst>
          </p:cNvPr>
          <p:cNvSpPr>
            <a:spLocks noGrp="1"/>
          </p:cNvSpPr>
          <p:nvPr>
            <p:ph type="pic" sz="quarter" idx="14" hasCustomPrompt="1"/>
            <p:custDataLst>
              <p:tags r:id="rId2"/>
            </p:custDataLst>
          </p:nvPr>
        </p:nvSpPr>
        <p:spPr>
          <a:xfrm>
            <a:off x="5096891" y="2906491"/>
            <a:ext cx="1998218" cy="1045018"/>
          </a:xfrm>
          <a:prstGeom prst="rect">
            <a:avLst/>
          </a:prstGeom>
        </p:spPr>
        <p:txBody>
          <a:bodyPr>
            <a:noAutofit/>
          </a:bodyPr>
          <a:lstStyle>
            <a:lvl1pPr algn="ctr">
              <a:defRPr sz="1200">
                <a:solidFill>
                  <a:schemeClr val="bg1"/>
                </a:solidFill>
              </a:defRPr>
            </a:lvl1pPr>
          </a:lstStyle>
          <a:p>
            <a:r>
              <a:rPr lang="en-US" dirty="0"/>
              <a:t>logo goes here.</a:t>
            </a:r>
          </a:p>
        </p:txBody>
      </p:sp>
      <p:sp>
        <p:nvSpPr>
          <p:cNvPr id="5" name="5. Source" hidden="1">
            <a:extLst>
              <a:ext uri="{FF2B5EF4-FFF2-40B4-BE49-F238E27FC236}">
                <a16:creationId xmlns:a16="http://schemas.microsoft.com/office/drawing/2014/main" id="{9E557DC3-5BF2-4D79-84F4-12A1DDBC6D3C}"/>
              </a:ext>
            </a:extLst>
          </p:cNvPr>
          <p:cNvSpPr txBox="1"/>
          <p:nvPr userDrawn="1">
            <p:custDataLst>
              <p:tags r:id="rId3"/>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418971657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1_Blank white">
    <p:bg>
      <p:bgPr>
        <a:solidFill>
          <a:schemeClr val="accent1"/>
        </a:solidFill>
        <a:effectLst/>
      </p:bgPr>
    </p:bg>
    <p:spTree>
      <p:nvGrpSpPr>
        <p:cNvPr id="1" name=""/>
        <p:cNvGrpSpPr/>
        <p:nvPr/>
      </p:nvGrpSpPr>
      <p:grpSpPr>
        <a:xfrm>
          <a:off x="0" y="0"/>
          <a:ext cx="0" cy="0"/>
          <a:chOff x="0" y="0"/>
          <a:chExt cx="0" cy="0"/>
        </a:xfrm>
      </p:grpSpPr>
      <p:sp>
        <p:nvSpPr>
          <p:cNvPr id="9" name="Slide Number">
            <a:extLst>
              <a:ext uri="{FF2B5EF4-FFF2-40B4-BE49-F238E27FC236}">
                <a16:creationId xmlns:a16="http://schemas.microsoft.com/office/drawing/2014/main" id="{6982A9EE-ED1D-4D7E-84CA-3C36D0891D68}"/>
              </a:ext>
            </a:extLst>
          </p:cNvPr>
          <p:cNvSpPr>
            <a:spLocks noChangeArrowheads="1"/>
          </p:cNvSpPr>
          <p:nvPr userDrawn="1">
            <p:custDataLst>
              <p:tags r:id="rId1"/>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bg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bg1"/>
              </a:solidFill>
              <a:latin typeface="+mn-lt"/>
              <a:ea typeface="+mn-ea"/>
              <a:cs typeface="Arial" panose="020B0604020202020204" pitchFamily="34" charset="0"/>
            </a:endParaRPr>
          </a:p>
        </p:txBody>
      </p:sp>
      <p:sp>
        <p:nvSpPr>
          <p:cNvPr id="7" name="5. Source" hidden="1">
            <a:extLst>
              <a:ext uri="{FF2B5EF4-FFF2-40B4-BE49-F238E27FC236}">
                <a16:creationId xmlns:a16="http://schemas.microsoft.com/office/drawing/2014/main" id="{09F9A864-CDB7-4063-BBF8-591908AA18D0}"/>
              </a:ext>
            </a:extLst>
          </p:cNvPr>
          <p:cNvSpPr txBox="1"/>
          <p:nvPr userDrawn="1">
            <p:custDataLst>
              <p:tags r:id="rId2"/>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
        <p:nvSpPr>
          <p:cNvPr id="2" name="1. On-page tracker">
            <a:extLst>
              <a:ext uri="{FF2B5EF4-FFF2-40B4-BE49-F238E27FC236}">
                <a16:creationId xmlns:a16="http://schemas.microsoft.com/office/drawing/2014/main" id="{104C73C4-D8CF-6058-FD7C-69740923447C}"/>
              </a:ext>
            </a:extLst>
          </p:cNvPr>
          <p:cNvSpPr>
            <a:spLocks noGrp="1"/>
          </p:cNvSpPr>
          <p:nvPr>
            <p:ph type="body" sz="quarter" idx="17" hasCustomPrompt="1"/>
            <p:custDataLst>
              <p:tags r:id="rId3"/>
            </p:custDataLst>
          </p:nvPr>
        </p:nvSpPr>
        <p:spPr>
          <a:xfrm>
            <a:off x="7630160" y="100540"/>
            <a:ext cx="4007104" cy="123111"/>
          </a:xfrm>
        </p:spPr>
        <p:txBody>
          <a:bodyPr wrap="square" anchor="ctr" anchorCtr="0">
            <a:spAutoFit/>
          </a:bodyPr>
          <a:lstStyle>
            <a:lvl1pPr algn="r">
              <a:defRPr sz="800">
                <a:solidFill>
                  <a:schemeClr val="bg1"/>
                </a:solidFill>
                <a:latin typeface="+mn-lt"/>
              </a:defRPr>
            </a:lvl1pPr>
          </a:lstStyle>
          <a:p>
            <a:pPr lvl="0"/>
            <a:r>
              <a:rPr lang="en-US" dirty="0"/>
              <a:t>Section marker</a:t>
            </a:r>
          </a:p>
        </p:txBody>
      </p:sp>
    </p:spTree>
    <p:extLst>
      <p:ext uri="{BB962C8B-B14F-4D97-AF65-F5344CB8AC3E}">
        <p14:creationId xmlns:p14="http://schemas.microsoft.com/office/powerpoint/2010/main" val="31318817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2_1/4 grey">
    <p:spTree>
      <p:nvGrpSpPr>
        <p:cNvPr id="1" name=""/>
        <p:cNvGrpSpPr/>
        <p:nvPr/>
      </p:nvGrpSpPr>
      <p:grpSpPr>
        <a:xfrm>
          <a:off x="0" y="0"/>
          <a:ext cx="0" cy="0"/>
          <a:chOff x="0" y="0"/>
          <a:chExt cx="0" cy="0"/>
        </a:xfrm>
      </p:grpSpPr>
      <p:sp>
        <p:nvSpPr>
          <p:cNvPr id="8" name="RectangleLight">
            <a:extLst>
              <a:ext uri="{FF2B5EF4-FFF2-40B4-BE49-F238E27FC236}">
                <a16:creationId xmlns:a16="http://schemas.microsoft.com/office/drawing/2014/main" id="{CCF04B58-9A1C-ACB8-F18C-5893C2FA8425}"/>
              </a:ext>
            </a:extLst>
          </p:cNvPr>
          <p:cNvSpPr/>
          <p:nvPr userDrawn="1">
            <p:custDataLst>
              <p:tags r:id="rId1"/>
            </p:custDataLst>
          </p:nvPr>
        </p:nvSpPr>
        <p:spPr bwMode="ltGray">
          <a:xfrm>
            <a:off x="3413760" y="0"/>
            <a:ext cx="8778240" cy="6858000"/>
          </a:xfrm>
          <a:prstGeom prst="rect">
            <a:avLst/>
          </a:prstGeom>
          <a:solidFill>
            <a:schemeClr val="accent6">
              <a:lumMod val="20000"/>
              <a:lumOff val="80000"/>
            </a:schemeClr>
          </a:solidFill>
          <a:ln w="6350">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endParaRPr lang="en-US">
              <a:solidFill>
                <a:schemeClr val="tx1"/>
              </a:solidFill>
              <a:latin typeface="Arial" panose="020B0604020202020204" pitchFamily="34" charset="0"/>
            </a:endParaRPr>
          </a:p>
        </p:txBody>
      </p:sp>
      <p:sp>
        <p:nvSpPr>
          <p:cNvPr id="16" name="SlideLogoText">
            <a:extLst>
              <a:ext uri="{FF2B5EF4-FFF2-40B4-BE49-F238E27FC236}">
                <a16:creationId xmlns:a16="http://schemas.microsoft.com/office/drawing/2014/main" id="{7D03BAA3-96F1-4B7C-895E-B9B8CFDDA50B}"/>
              </a:ext>
            </a:extLst>
          </p:cNvPr>
          <p:cNvSpPr txBox="1"/>
          <p:nvPr>
            <p:custDataLst>
              <p:tags r:id="rId2"/>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sp>
        <p:nvSpPr>
          <p:cNvPr id="17" name="Slide Number">
            <a:extLst>
              <a:ext uri="{FF2B5EF4-FFF2-40B4-BE49-F238E27FC236}">
                <a16:creationId xmlns:a16="http://schemas.microsoft.com/office/drawing/2014/main" id="{ACF9526A-1F1C-4E57-8A8D-21EDBC12066F}"/>
              </a:ext>
            </a:extLst>
          </p:cNvPr>
          <p:cNvSpPr>
            <a:spLocks noChangeArrowheads="1"/>
          </p:cNvSpPr>
          <p:nvPr>
            <p:custDataLst>
              <p:tags r:id="rId3"/>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cxnSp>
        <p:nvCxnSpPr>
          <p:cNvPr id="14" name="BottomLineRight">
            <a:extLst>
              <a:ext uri="{FF2B5EF4-FFF2-40B4-BE49-F238E27FC236}">
                <a16:creationId xmlns:a16="http://schemas.microsoft.com/office/drawing/2014/main" id="{C2A81BD2-BB6D-46F4-A26E-5D243E24DDD3}"/>
              </a:ext>
            </a:extLst>
          </p:cNvPr>
          <p:cNvCxnSpPr/>
          <p:nvPr>
            <p:custDataLst>
              <p:tags r:id="rId4"/>
            </p:custDataLst>
          </p:nvPr>
        </p:nvCxnSpPr>
        <p:spPr>
          <a:xfrm>
            <a:off x="3715757" y="6453769"/>
            <a:ext cx="7918704"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3" name="BottomLineLeft">
            <a:extLst>
              <a:ext uri="{FF2B5EF4-FFF2-40B4-BE49-F238E27FC236}">
                <a16:creationId xmlns:a16="http://schemas.microsoft.com/office/drawing/2014/main" id="{860F551B-05D0-4883-89B6-6CE418F81F78}"/>
              </a:ext>
            </a:extLst>
          </p:cNvPr>
          <p:cNvCxnSpPr/>
          <p:nvPr>
            <p:custDataLst>
              <p:tags r:id="rId5"/>
            </p:custDataLst>
          </p:nvPr>
        </p:nvCxnSpPr>
        <p:spPr>
          <a:xfrm>
            <a:off x="554736" y="6453769"/>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Right">
            <a:extLst>
              <a:ext uri="{FF2B5EF4-FFF2-40B4-BE49-F238E27FC236}">
                <a16:creationId xmlns:a16="http://schemas.microsoft.com/office/drawing/2014/main" id="{AD6B0CAC-AB2A-44BD-A5F1-181F096A1CA7}"/>
              </a:ext>
            </a:extLst>
          </p:cNvPr>
          <p:cNvCxnSpPr/>
          <p:nvPr>
            <p:custDataLst>
              <p:tags r:id="rId6"/>
            </p:custDataLst>
          </p:nvPr>
        </p:nvCxnSpPr>
        <p:spPr>
          <a:xfrm>
            <a:off x="3715757" y="1181906"/>
            <a:ext cx="7918704" cy="0"/>
          </a:xfrm>
          <a:prstGeom prst="line">
            <a:avLst/>
          </a:prstGeom>
          <a:ln w="6350">
            <a:solidFill>
              <a:schemeClr val="bg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0" name="TopLineLeft">
            <a:extLst>
              <a:ext uri="{FF2B5EF4-FFF2-40B4-BE49-F238E27FC236}">
                <a16:creationId xmlns:a16="http://schemas.microsoft.com/office/drawing/2014/main" id="{B80458B7-DA1A-4215-B701-10FAC61D0E28}"/>
              </a:ext>
            </a:extLst>
          </p:cNvPr>
          <p:cNvCxnSpPr/>
          <p:nvPr>
            <p:custDataLst>
              <p:tags r:id="rId7"/>
            </p:custDataLst>
          </p:nvPr>
        </p:nvCxnSpPr>
        <p:spPr>
          <a:xfrm>
            <a:off x="554736" y="1181906"/>
            <a:ext cx="2514600"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9" name="2. Slide Title">
            <a:extLst>
              <a:ext uri="{FF2B5EF4-FFF2-40B4-BE49-F238E27FC236}">
                <a16:creationId xmlns:a16="http://schemas.microsoft.com/office/drawing/2014/main" id="{6647A441-8DE4-4236-BCC7-B694B2C59E00}"/>
              </a:ext>
            </a:extLst>
          </p:cNvPr>
          <p:cNvSpPr>
            <a:spLocks noGrp="1"/>
          </p:cNvSpPr>
          <p:nvPr>
            <p:ph type="title"/>
            <p:custDataLst>
              <p:tags r:id="rId8"/>
            </p:custDataLst>
          </p:nvPr>
        </p:nvSpPr>
        <p:spPr>
          <a:xfrm>
            <a:off x="554736" y="2133601"/>
            <a:ext cx="2514600" cy="1380210"/>
          </a:xfrm>
        </p:spPr>
        <p:txBody>
          <a:bodyPr vert="horz" anchor="b">
            <a:noAutofit/>
          </a:bodyPr>
          <a:lstStyle>
            <a:lvl1pPr>
              <a:defRPr>
                <a:solidFill>
                  <a:schemeClr val="tx1"/>
                </a:solidFill>
              </a:defRPr>
            </a:lvl1pPr>
          </a:lstStyle>
          <a:p>
            <a:r>
              <a:rPr lang="en-US"/>
              <a:t>Click to edit Master title style</a:t>
            </a:r>
            <a:endParaRPr lang="en-US" dirty="0"/>
          </a:p>
        </p:txBody>
      </p:sp>
      <p:sp>
        <p:nvSpPr>
          <p:cNvPr id="20" name="3. Subtitle">
            <a:extLst>
              <a:ext uri="{FF2B5EF4-FFF2-40B4-BE49-F238E27FC236}">
                <a16:creationId xmlns:a16="http://schemas.microsoft.com/office/drawing/2014/main" id="{A4DBA574-6D59-4DFD-82A7-9B1E9AEB906E}"/>
              </a:ext>
            </a:extLst>
          </p:cNvPr>
          <p:cNvSpPr>
            <a:spLocks noGrp="1"/>
          </p:cNvSpPr>
          <p:nvPr>
            <p:ph type="subTitle" idx="1"/>
            <p:custDataLst>
              <p:tags r:id="rId9"/>
            </p:custDataLst>
          </p:nvPr>
        </p:nvSpPr>
        <p:spPr>
          <a:xfrm>
            <a:off x="554736" y="3659644"/>
            <a:ext cx="2514600" cy="553998"/>
          </a:xfrm>
        </p:spPr>
        <p:txBody>
          <a:bodyPr wrap="square">
            <a:spAutoFit/>
          </a:bodyPr>
          <a:lstStyle>
            <a:lvl1pPr marL="0" indent="0" algn="l">
              <a:buNone/>
              <a:defRPr sz="1800" b="0">
                <a:solidFill>
                  <a:schemeClr val="tx1"/>
                </a:solidFill>
              </a:defRPr>
            </a:lvl1pPr>
            <a:lvl2pPr marL="457178" indent="0" algn="ctr">
              <a:buNone/>
              <a:defRPr sz="2000"/>
            </a:lvl2pPr>
            <a:lvl3pPr marL="914354" indent="0" algn="ctr">
              <a:buNone/>
              <a:defRPr sz="1800"/>
            </a:lvl3pPr>
            <a:lvl4pPr marL="1371532" indent="0" algn="ctr">
              <a:buNone/>
              <a:defRPr sz="1600"/>
            </a:lvl4pPr>
            <a:lvl5pPr marL="1828709" indent="0" algn="ctr">
              <a:buNone/>
              <a:defRPr sz="1600"/>
            </a:lvl5pPr>
            <a:lvl6pPr marL="2285886" indent="0" algn="ctr">
              <a:buNone/>
              <a:defRPr sz="1600"/>
            </a:lvl6pPr>
            <a:lvl7pPr marL="2743062" indent="0" algn="ctr">
              <a:buNone/>
              <a:defRPr sz="1600"/>
            </a:lvl7pPr>
            <a:lvl8pPr marL="3200240" indent="0" algn="ctr">
              <a:buNone/>
              <a:defRPr sz="1600"/>
            </a:lvl8pPr>
            <a:lvl9pPr marL="3657418" indent="0" algn="ctr">
              <a:buNone/>
              <a:defRPr sz="1600"/>
            </a:lvl9pPr>
          </a:lstStyle>
          <a:p>
            <a:r>
              <a:rPr lang="en-US"/>
              <a:t>Click to edit Master subtitle style</a:t>
            </a:r>
            <a:endParaRPr lang="en-US" dirty="0"/>
          </a:p>
        </p:txBody>
      </p:sp>
      <p:sp>
        <p:nvSpPr>
          <p:cNvPr id="21" name="5. Source" hidden="1">
            <a:extLst>
              <a:ext uri="{FF2B5EF4-FFF2-40B4-BE49-F238E27FC236}">
                <a16:creationId xmlns:a16="http://schemas.microsoft.com/office/drawing/2014/main" id="{25B2DE14-9B3F-4199-B082-9FEB12CE57EA}"/>
              </a:ext>
            </a:extLst>
          </p:cNvPr>
          <p:cNvSpPr txBox="1"/>
          <p:nvPr>
            <p:custDataLst>
              <p:tags r:id="rId10"/>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dirty="0"/>
              <a:t>Source: …</a:t>
            </a:r>
          </a:p>
        </p:txBody>
      </p:sp>
      <p:sp>
        <p:nvSpPr>
          <p:cNvPr id="4" name="1. On-page tracker">
            <a:extLst>
              <a:ext uri="{FF2B5EF4-FFF2-40B4-BE49-F238E27FC236}">
                <a16:creationId xmlns:a16="http://schemas.microsoft.com/office/drawing/2014/main" id="{C3405AEA-74D5-910E-C204-B62E695DB028}"/>
              </a:ext>
            </a:extLst>
          </p:cNvPr>
          <p:cNvSpPr>
            <a:spLocks noGrp="1"/>
          </p:cNvSpPr>
          <p:nvPr>
            <p:ph type="body" sz="quarter" idx="17" hasCustomPrompt="1"/>
            <p:custDataLst>
              <p:tags r:id="rId11"/>
            </p:custDataLst>
          </p:nvPr>
        </p:nvSpPr>
        <p:spPr>
          <a:xfrm>
            <a:off x="7630160" y="100540"/>
            <a:ext cx="4007104" cy="123111"/>
          </a:xfrm>
        </p:spPr>
        <p:txBody>
          <a:bodyPr wrap="square" anchor="ctr" anchorCtr="0">
            <a:spAutoFit/>
          </a:bodyPr>
          <a:lstStyle>
            <a:lvl1pPr algn="r">
              <a:defRPr sz="800">
                <a:solidFill>
                  <a:schemeClr val="tx1"/>
                </a:solidFill>
                <a:latin typeface="+mn-lt"/>
              </a:defRPr>
            </a:lvl1pPr>
          </a:lstStyle>
          <a:p>
            <a:pPr lvl="0"/>
            <a:r>
              <a:rPr lang="en-US" dirty="0"/>
              <a:t>Section marker</a:t>
            </a:r>
          </a:p>
        </p:txBody>
      </p:sp>
      <p:sp>
        <p:nvSpPr>
          <p:cNvPr id="9" name="SlideLogoText">
            <a:extLst>
              <a:ext uri="{FF2B5EF4-FFF2-40B4-BE49-F238E27FC236}">
                <a16:creationId xmlns:a16="http://schemas.microsoft.com/office/drawing/2014/main" id="{9B9BD69A-7879-1B18-7D16-3D88FBC0D967}"/>
              </a:ext>
            </a:extLst>
          </p:cNvPr>
          <p:cNvSpPr txBox="1"/>
          <p:nvPr userDrawn="1">
            <p:custDataLst>
              <p:tags r:id="rId12"/>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cxnSp>
        <p:nvCxnSpPr>
          <p:cNvPr id="15" name="BottomLineRight">
            <a:extLst>
              <a:ext uri="{FF2B5EF4-FFF2-40B4-BE49-F238E27FC236}">
                <a16:creationId xmlns:a16="http://schemas.microsoft.com/office/drawing/2014/main" id="{921C823D-8901-9BC8-CB00-221D7149EE3E}"/>
              </a:ext>
            </a:extLst>
          </p:cNvPr>
          <p:cNvCxnSpPr/>
          <p:nvPr userDrawn="1">
            <p:custDataLst>
              <p:tags r:id="rId13"/>
            </p:custDataLst>
          </p:nvPr>
        </p:nvCxnSpPr>
        <p:spPr>
          <a:xfrm>
            <a:off x="3715757" y="6453769"/>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8" name="BottomLineLeft">
            <a:extLst>
              <a:ext uri="{FF2B5EF4-FFF2-40B4-BE49-F238E27FC236}">
                <a16:creationId xmlns:a16="http://schemas.microsoft.com/office/drawing/2014/main" id="{565F6412-49AF-A57E-EE41-DAEE15AF65CA}"/>
              </a:ext>
            </a:extLst>
          </p:cNvPr>
          <p:cNvCxnSpPr/>
          <p:nvPr userDrawn="1">
            <p:custDataLst>
              <p:tags r:id="rId14"/>
            </p:custDataLst>
          </p:nvPr>
        </p:nvCxnSpPr>
        <p:spPr>
          <a:xfrm>
            <a:off x="554736" y="6453769"/>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2" name="TopLineRight">
            <a:extLst>
              <a:ext uri="{FF2B5EF4-FFF2-40B4-BE49-F238E27FC236}">
                <a16:creationId xmlns:a16="http://schemas.microsoft.com/office/drawing/2014/main" id="{6A14EB3F-F2D2-1337-488A-B96888C329C2}"/>
              </a:ext>
            </a:extLst>
          </p:cNvPr>
          <p:cNvCxnSpPr/>
          <p:nvPr userDrawn="1">
            <p:custDataLst>
              <p:tags r:id="rId15"/>
            </p:custDataLst>
          </p:nvPr>
        </p:nvCxnSpPr>
        <p:spPr>
          <a:xfrm>
            <a:off x="3715757" y="1181906"/>
            <a:ext cx="7918704"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23" name="TopLineLeft">
            <a:extLst>
              <a:ext uri="{FF2B5EF4-FFF2-40B4-BE49-F238E27FC236}">
                <a16:creationId xmlns:a16="http://schemas.microsoft.com/office/drawing/2014/main" id="{00242F97-D84F-17F5-4DDD-341CFFDF423E}"/>
              </a:ext>
            </a:extLst>
          </p:cNvPr>
          <p:cNvCxnSpPr/>
          <p:nvPr userDrawn="1">
            <p:custDataLst>
              <p:tags r:id="rId16"/>
            </p:custDataLst>
          </p:nvPr>
        </p:nvCxnSpPr>
        <p:spPr>
          <a:xfrm>
            <a:off x="554736" y="1181906"/>
            <a:ext cx="2514600"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24" name="5. Source" hidden="1">
            <a:extLst>
              <a:ext uri="{FF2B5EF4-FFF2-40B4-BE49-F238E27FC236}">
                <a16:creationId xmlns:a16="http://schemas.microsoft.com/office/drawing/2014/main" id="{5D3D76B7-4944-FAB1-6AEB-8A0702A25BFC}"/>
              </a:ext>
            </a:extLst>
          </p:cNvPr>
          <p:cNvSpPr txBox="1"/>
          <p:nvPr userDrawn="1">
            <p:custDataLst>
              <p:tags r:id="rId17"/>
            </p:custDataLst>
          </p:nvPr>
        </p:nvSpPr>
        <p:spPr>
          <a:xfrm>
            <a:off x="554735" y="6501669"/>
            <a:ext cx="7277861" cy="123111"/>
          </a:xfrm>
          <a:prstGeom prst="rect">
            <a:avLst/>
          </a:prstGeom>
        </p:spPr>
        <p:txBody>
          <a:bodyPr vert="horz" wrap="square" lIns="0" tIns="0" rIns="0" bIns="0" rtlCol="0" anchor="t">
            <a:spAutoFit/>
          </a:bodyPr>
          <a:lstStyle>
            <a:lvl1pPr indent="0">
              <a:lnSpc>
                <a:spcPct val="100000"/>
              </a:lnSpc>
              <a:spcBef>
                <a:spcPts val="300"/>
              </a:spcBef>
              <a:spcAft>
                <a:spcPts val="300"/>
              </a:spcAft>
              <a:buFont typeface="Segoe UI" panose="020B0502040204020203" pitchFamily="34" charset="0"/>
              <a:buChar char="​"/>
              <a:defRPr lang="en-US" sz="900" dirty="0">
                <a:cs typeface="Arial" panose="020B0604020202020204" pitchFamily="34" charset="0"/>
              </a:defRPr>
            </a:lvl1pPr>
            <a:lvl2pPr marL="228600" indent="-225425">
              <a:lnSpc>
                <a:spcPct val="100000"/>
              </a:lnSpc>
              <a:spcBef>
                <a:spcPts val="0"/>
              </a:spcBef>
              <a:spcAft>
                <a:spcPts val="300"/>
              </a:spcAft>
              <a:buFont typeface="Wingdings" panose="05000000000000000000" pitchFamily="2" charset="2"/>
              <a:buChar char=""/>
              <a:defRPr sz="1600">
                <a:cs typeface="Arial" panose="020B0604020202020204" pitchFamily="34" charset="0"/>
              </a:defRPr>
            </a:lvl2pPr>
            <a:lvl3pPr marL="515938" indent="-287338">
              <a:lnSpc>
                <a:spcPct val="100000"/>
              </a:lnSpc>
              <a:spcBef>
                <a:spcPts val="0"/>
              </a:spcBef>
              <a:spcAft>
                <a:spcPts val="300"/>
              </a:spcAft>
              <a:buFont typeface="Arial" panose="020B0604020202020204" pitchFamily="34" charset="0"/>
              <a:buChar char="—"/>
              <a:defRPr sz="1600">
                <a:cs typeface="Arial" panose="020B0604020202020204" pitchFamily="34" charset="0"/>
              </a:defRPr>
            </a:lvl3pPr>
            <a:lvl4pPr marL="742950" indent="-182563">
              <a:lnSpc>
                <a:spcPct val="100000"/>
              </a:lnSpc>
              <a:spcBef>
                <a:spcPts val="0"/>
              </a:spcBef>
              <a:spcAft>
                <a:spcPts val="300"/>
              </a:spcAft>
              <a:buFont typeface="Arial" panose="020B0604020202020204" pitchFamily="34" charset="0"/>
              <a:buChar char="»"/>
              <a:defRPr sz="1600">
                <a:cs typeface="Arial" panose="020B0604020202020204" pitchFamily="34" charset="0"/>
              </a:defRPr>
            </a:lvl4pPr>
            <a:lvl5pPr marL="914400" indent="-136525">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r>
              <a:rPr lang="en-US" sz="800"/>
              <a:t>Source: …</a:t>
            </a:r>
          </a:p>
        </p:txBody>
      </p:sp>
    </p:spTree>
    <p:extLst>
      <p:ext uri="{BB962C8B-B14F-4D97-AF65-F5344CB8AC3E}">
        <p14:creationId xmlns:p14="http://schemas.microsoft.com/office/powerpoint/2010/main" val="321995521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Greetings Slide - GTS">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Welcome</a:t>
            </a:r>
            <a:endParaRPr lang="en-US"/>
          </a:p>
        </p:txBody>
      </p:sp>
      <p:pic>
        <p:nvPicPr>
          <p:cNvPr id="5" name="Picture 4" descr="A picture containing card, drawing, crosswalk, table&#10;&#10;Description automatically generated">
            <a:extLst>
              <a:ext uri="{FF2B5EF4-FFF2-40B4-BE49-F238E27FC236}">
                <a16:creationId xmlns:a16="http://schemas.microsoft.com/office/drawing/2014/main" id="{89528D09-D9F4-47CA-BBA9-7AF13078DFF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760607" y="5376231"/>
            <a:ext cx="670786" cy="710244"/>
          </a:xfrm>
          <a:prstGeom prst="rect">
            <a:avLst/>
          </a:prstGeom>
        </p:spPr>
      </p:pic>
      <p:sp>
        <p:nvSpPr>
          <p:cNvPr id="7" name="TextBox 6">
            <a:extLst>
              <a:ext uri="{FF2B5EF4-FFF2-40B4-BE49-F238E27FC236}">
                <a16:creationId xmlns:a16="http://schemas.microsoft.com/office/drawing/2014/main" id="{35F21F7E-CEFA-4A8F-862E-8631C40CEA2C}"/>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spTree>
    <p:extLst>
      <p:ext uri="{BB962C8B-B14F-4D97-AF65-F5344CB8AC3E}">
        <p14:creationId xmlns:p14="http://schemas.microsoft.com/office/powerpoint/2010/main" val="1555212404"/>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Greetings Slide - Logo">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2575624" y="2318273"/>
            <a:ext cx="7040753" cy="2221454"/>
          </a:xfrm>
        </p:spPr>
        <p:txBody>
          <a:bodyPr anchor="ctr"/>
          <a:lstStyle>
            <a:lvl1pPr algn="ctr">
              <a:defRPr sz="8800">
                <a:solidFill>
                  <a:schemeClr val="tx1"/>
                </a:solidFill>
              </a:defRPr>
            </a:lvl1pPr>
          </a:lstStyle>
          <a:p>
            <a:r>
              <a:rPr lang="en-GB"/>
              <a:t>Welcome</a:t>
            </a:r>
            <a:endParaRPr lang="en-US"/>
          </a:p>
        </p:txBody>
      </p:sp>
      <p:pic>
        <p:nvPicPr>
          <p:cNvPr id="3" name="Graphic 5">
            <a:extLst>
              <a:ext uri="{FF2B5EF4-FFF2-40B4-BE49-F238E27FC236}">
                <a16:creationId xmlns:a16="http://schemas.microsoft.com/office/drawing/2014/main" id="{6B12DB67-2F55-4F91-ABD8-4E1201FECE7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153884" y="5376231"/>
            <a:ext cx="1884233" cy="498015"/>
          </a:xfrm>
          <a:prstGeom prst="rect">
            <a:avLst/>
          </a:prstGeom>
        </p:spPr>
      </p:pic>
      <p:sp>
        <p:nvSpPr>
          <p:cNvPr id="11" name="TextBox 10">
            <a:extLst>
              <a:ext uri="{FF2B5EF4-FFF2-40B4-BE49-F238E27FC236}">
                <a16:creationId xmlns:a16="http://schemas.microsoft.com/office/drawing/2014/main" id="{0B104FBB-E799-42A8-A4FA-483DC489523D}"/>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dark or mid gradient options</a:t>
            </a:r>
            <a:endParaRPr lang="en-US" noProof="0"/>
          </a:p>
        </p:txBody>
      </p:sp>
    </p:spTree>
    <p:extLst>
      <p:ext uri="{BB962C8B-B14F-4D97-AF65-F5344CB8AC3E}">
        <p14:creationId xmlns:p14="http://schemas.microsoft.com/office/powerpoint/2010/main" val="1922917468"/>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Greetings + Greater Than 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Welcome</a:t>
            </a:r>
            <a:endParaRPr lang="en-US"/>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586227239"/>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Cover Image - Centered, GTS">
    <p:bg>
      <p:bgPr>
        <a:solidFill>
          <a:schemeClr val="accent3"/>
        </a:solidFill>
        <a:effectLst/>
      </p:bgPr>
    </p:bg>
    <p:spTree>
      <p:nvGrpSpPr>
        <p:cNvPr id="1" name=""/>
        <p:cNvGrpSpPr/>
        <p:nvPr/>
      </p:nvGrpSpPr>
      <p:grpSpPr>
        <a:xfrm>
          <a:off x="0" y="0"/>
          <a:ext cx="0" cy="0"/>
          <a:chOff x="0" y="0"/>
          <a:chExt cx="0" cy="0"/>
        </a:xfrm>
      </p:grpSpPr>
      <p:sp>
        <p:nvSpPr>
          <p:cNvPr id="18" name="TextBox 17">
            <a:extLst>
              <a:ext uri="{FF2B5EF4-FFF2-40B4-BE49-F238E27FC236}">
                <a16:creationId xmlns:a16="http://schemas.microsoft.com/office/drawing/2014/main" id="{6A165409-AACC-4605-8892-1A883468FD7E}"/>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provided selections in the image library</a:t>
            </a:r>
            <a:endParaRPr lang="en-US" noProof="0"/>
          </a:p>
        </p:txBody>
      </p:sp>
      <p:pic>
        <p:nvPicPr>
          <p:cNvPr id="2" name="Picture 1" descr="A picture containing card, drawing, crosswalk, table&#10;&#10;Description automatically generated">
            <a:extLst>
              <a:ext uri="{FF2B5EF4-FFF2-40B4-BE49-F238E27FC236}">
                <a16:creationId xmlns:a16="http://schemas.microsoft.com/office/drawing/2014/main" id="{3C7C075D-013F-4D6D-8EA2-7E4465FC229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5760607" y="5376231"/>
            <a:ext cx="670786" cy="710244"/>
          </a:xfrm>
          <a:prstGeom prst="rect">
            <a:avLst/>
          </a:prstGeom>
        </p:spPr>
      </p:pic>
      <p:sp>
        <p:nvSpPr>
          <p:cNvPr id="5" name="TextBox 4">
            <a:extLst>
              <a:ext uri="{FF2B5EF4-FFF2-40B4-BE49-F238E27FC236}">
                <a16:creationId xmlns:a16="http://schemas.microsoft.com/office/drawing/2014/main" id="{C12FF000-7B73-46EF-AF03-BC821DE671E7}"/>
              </a:ext>
            </a:extLst>
          </p:cNvPr>
          <p:cNvSpPr txBox="1"/>
          <p:nvPr userDrawn="1"/>
        </p:nvSpPr>
        <p:spPr>
          <a:xfrm>
            <a:off x="8698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a:ln>
                  <a:noFill/>
                </a:ln>
                <a:solidFill>
                  <a:srgbClr val="FFFFFF">
                    <a:alpha val="75000"/>
                  </a:srgbClr>
                </a:solidFill>
                <a:effectLst/>
                <a:uLnTx/>
                <a:uFillTx/>
              </a:rPr>
              <a:t>Copyright © 2021 Accenture. All rights reserved. </a:t>
            </a:r>
            <a:br>
              <a:rPr kumimoji="0" lang="en-GB" sz="800" b="0" i="0" u="none" strike="noStrike" kern="0" cap="none" spc="0" normalizeH="0" baseline="0" noProof="0">
                <a:ln>
                  <a:noFill/>
                </a:ln>
                <a:solidFill>
                  <a:srgbClr val="FFFFFF">
                    <a:alpha val="75000"/>
                  </a:srgbClr>
                </a:solidFill>
                <a:effectLst/>
                <a:uLnTx/>
                <a:uFillTx/>
              </a:rPr>
            </a:br>
            <a:r>
              <a:rPr kumimoji="0" lang="en-GB" sz="800" b="0" i="0" u="none" strike="noStrike" kern="0" cap="none" spc="0" normalizeH="0" baseline="0" noProof="0">
                <a:ln>
                  <a:noFill/>
                </a:ln>
                <a:solidFill>
                  <a:srgbClr val="FFFFFF">
                    <a:alpha val="75000"/>
                  </a:srgbClr>
                </a:solidFill>
                <a:effectLst/>
                <a:uLnTx/>
                <a:uFillTx/>
              </a:rPr>
              <a:t>Accenture and its logo are registered trademarks of Accenture.</a:t>
            </a:r>
          </a:p>
        </p:txBody>
      </p:sp>
      <p:sp>
        <p:nvSpPr>
          <p:cNvPr id="14" name="Title 1">
            <a:extLst>
              <a:ext uri="{FF2B5EF4-FFF2-40B4-BE49-F238E27FC236}">
                <a16:creationId xmlns:a16="http://schemas.microsoft.com/office/drawing/2014/main" id="{A764EB37-3299-4AEF-9398-9D9C84AB73F2}"/>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15" name="Date Placeholder 10">
            <a:extLst>
              <a:ext uri="{FF2B5EF4-FFF2-40B4-BE49-F238E27FC236}">
                <a16:creationId xmlns:a16="http://schemas.microsoft.com/office/drawing/2014/main" id="{C1D8BA10-E028-4E4B-A19C-12B864B01021}"/>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n-lt"/>
                <a:ea typeface="+mn-ea"/>
                <a:cs typeface="+mn-cs"/>
              </a:defRPr>
            </a:lvl1pPr>
          </a:lstStyle>
          <a:p>
            <a:fld id="{4202F806-53EB-4AFB-B0F7-2A7BC4E5136F}" type="datetime2">
              <a:rPr lang="en-US" smtClean="0"/>
              <a:t>Monday, April 20, 2026</a:t>
            </a:fld>
            <a:endParaRPr lang="en-US"/>
          </a:p>
        </p:txBody>
      </p:sp>
      <p:sp>
        <p:nvSpPr>
          <p:cNvPr id="17" name="Text Placeholder 16">
            <a:extLst>
              <a:ext uri="{FF2B5EF4-FFF2-40B4-BE49-F238E27FC236}">
                <a16:creationId xmlns:a16="http://schemas.microsoft.com/office/drawing/2014/main" id="{A09D55F2-CAE5-4C0F-8D54-A28CECDB9398}"/>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19" name="Text Placeholder 15">
            <a:extLst>
              <a:ext uri="{FF2B5EF4-FFF2-40B4-BE49-F238E27FC236}">
                <a16:creationId xmlns:a16="http://schemas.microsoft.com/office/drawing/2014/main" id="{3AA97401-81EE-4280-A94C-955E96B00594}"/>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GT Sectra Fine"/>
              </a:defRPr>
            </a:lvl1pPr>
            <a:lvl2pPr marL="0" algn="ctr">
              <a:lnSpc>
                <a:spcPct val="90000"/>
              </a:lnSpc>
              <a:spcAft>
                <a:spcPts val="600"/>
              </a:spcAft>
              <a:defRPr lang="en-US" sz="2400" dirty="0" smtClean="0">
                <a:solidFill>
                  <a:srgbClr val="E6DCFF"/>
                </a:solidFill>
                <a:latin typeface="GT Sectra Fine" panose="00000500000000000000" pitchFamily="50" charset="0"/>
              </a:defRPr>
            </a:lvl2pPr>
            <a:lvl3pPr marL="0" algn="ctr">
              <a:lnSpc>
                <a:spcPct val="90000"/>
              </a:lnSpc>
              <a:spcAft>
                <a:spcPts val="600"/>
              </a:spcAft>
              <a:defRPr lang="en-US" sz="2400" dirty="0" smtClean="0">
                <a:solidFill>
                  <a:srgbClr val="E6DCFF"/>
                </a:solidFill>
                <a:latin typeface="GT Sectra Fine" panose="00000500000000000000" pitchFamily="50" charset="0"/>
              </a:defRPr>
            </a:lvl3pPr>
            <a:lvl4pPr marL="0" algn="ctr">
              <a:lnSpc>
                <a:spcPct val="90000"/>
              </a:lnSpc>
              <a:spcAft>
                <a:spcPts val="600"/>
              </a:spcAft>
              <a:defRPr lang="en-US" sz="2400" dirty="0" smtClean="0">
                <a:solidFill>
                  <a:srgbClr val="E6DCFF"/>
                </a:solidFill>
                <a:latin typeface="GT Sectra Fine" panose="00000500000000000000" pitchFamily="50" charset="0"/>
              </a:defRPr>
            </a:lvl4pPr>
            <a:lvl5pPr marL="0" algn="ctr">
              <a:lnSpc>
                <a:spcPct val="90000"/>
              </a:lnSpc>
              <a:spcAft>
                <a:spcPts val="600"/>
              </a:spcAft>
              <a:defRPr lang="en-US" sz="2400" dirty="0">
                <a:solidFill>
                  <a:srgbClr val="E6DCFF"/>
                </a:solidFill>
                <a:latin typeface="GT Sectra Fine" panose="00000500000000000000" pitchFamily="50" charset="0"/>
              </a:defRPr>
            </a:lvl5pPr>
          </a:lstStyle>
          <a:p>
            <a:pPr marL="228600" lvl="0" indent="-228600" defTabSz="914400">
              <a:spcAft>
                <a:spcPts val="0"/>
              </a:spcAft>
            </a:pPr>
            <a:r>
              <a:rPr lang="en-US"/>
              <a:t>Place subtitle here in GT Sectra Fine 24pt</a:t>
            </a:r>
          </a:p>
        </p:txBody>
      </p:sp>
    </p:spTree>
    <p:extLst>
      <p:ext uri="{BB962C8B-B14F-4D97-AF65-F5344CB8AC3E}">
        <p14:creationId xmlns:p14="http://schemas.microsoft.com/office/powerpoint/2010/main" val="972201868"/>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Cover Image - Centered, Logo">
    <p:bg>
      <p:bgPr>
        <a:solidFill>
          <a:schemeClr val="accent3"/>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E55EA4F-E473-41EF-9E00-3D69D5F1AE67}"/>
              </a:ext>
            </a:extLst>
          </p:cNvPr>
          <p:cNvSpPr>
            <a:spLocks noGrp="1"/>
          </p:cNvSpPr>
          <p:nvPr>
            <p:ph type="ctrTitle" hasCustomPrompt="1"/>
          </p:nvPr>
        </p:nvSpPr>
        <p:spPr>
          <a:xfrm>
            <a:off x="2121878" y="1336294"/>
            <a:ext cx="7948244" cy="2255710"/>
          </a:xfrm>
        </p:spPr>
        <p:txBody>
          <a:bodyPr anchor="b"/>
          <a:lstStyle>
            <a:lvl1pPr algn="ctr">
              <a:lnSpc>
                <a:spcPct val="90000"/>
              </a:lnSpc>
              <a:defRPr sz="4800">
                <a:solidFill>
                  <a:schemeClr val="tx1"/>
                </a:solidFill>
              </a:defRPr>
            </a:lvl1pPr>
          </a:lstStyle>
          <a:p>
            <a:r>
              <a:rPr lang="en-US"/>
              <a:t>Place presentation title here 48pt</a:t>
            </a:r>
          </a:p>
        </p:txBody>
      </p:sp>
      <p:sp>
        <p:nvSpPr>
          <p:cNvPr id="6" name="Date Placeholder 10">
            <a:extLst>
              <a:ext uri="{FF2B5EF4-FFF2-40B4-BE49-F238E27FC236}">
                <a16:creationId xmlns:a16="http://schemas.microsoft.com/office/drawing/2014/main" id="{0AF5D71E-5FA3-4080-B28F-B3110AB34D48}"/>
              </a:ext>
            </a:extLst>
          </p:cNvPr>
          <p:cNvSpPr>
            <a:spLocks noGrp="1"/>
          </p:cNvSpPr>
          <p:nvPr>
            <p:ph type="dt" sz="half" idx="2"/>
          </p:nvPr>
        </p:nvSpPr>
        <p:spPr>
          <a:xfrm>
            <a:off x="4544992" y="4501939"/>
            <a:ext cx="3102015" cy="245276"/>
          </a:xfrm>
          <a:prstGeom prst="rect">
            <a:avLst/>
          </a:prstGeom>
        </p:spPr>
        <p:txBody>
          <a:bodyPr vert="horz" lIns="0" tIns="0" rIns="0" bIns="0" rtlCol="0" anchor="t"/>
          <a:lstStyle>
            <a:lvl1pPr marL="0" algn="ctr" defTabSz="914400" rtl="0" eaLnBrk="1" latinLnBrk="0" hangingPunct="1">
              <a:defRPr lang="en-US" sz="1400" b="1" kern="1200" smtClean="0">
                <a:solidFill>
                  <a:schemeClr val="tx1"/>
                </a:solidFill>
                <a:latin typeface="+mn-lt"/>
                <a:ea typeface="+mn-ea"/>
                <a:cs typeface="+mn-cs"/>
              </a:defRPr>
            </a:lvl1pPr>
          </a:lstStyle>
          <a:p>
            <a:fld id="{6074C878-35E6-4631-95D1-AE66D6398682}" type="datetime2">
              <a:rPr lang="en-US" smtClean="0"/>
              <a:t>Monday, April 20, 2026</a:t>
            </a:fld>
            <a:endParaRPr lang="en-US"/>
          </a:p>
        </p:txBody>
      </p:sp>
      <p:sp>
        <p:nvSpPr>
          <p:cNvPr id="7" name="Text Placeholder 16">
            <a:extLst>
              <a:ext uri="{FF2B5EF4-FFF2-40B4-BE49-F238E27FC236}">
                <a16:creationId xmlns:a16="http://schemas.microsoft.com/office/drawing/2014/main" id="{51481AAC-1471-4278-A104-D559B82B527A}"/>
              </a:ext>
            </a:extLst>
          </p:cNvPr>
          <p:cNvSpPr>
            <a:spLocks noGrp="1"/>
          </p:cNvSpPr>
          <p:nvPr>
            <p:ph type="body" sz="quarter" idx="12" hasCustomPrompt="1"/>
          </p:nvPr>
        </p:nvSpPr>
        <p:spPr>
          <a:xfrm>
            <a:off x="4544992" y="4747217"/>
            <a:ext cx="3102015" cy="245276"/>
          </a:xfrm>
        </p:spPr>
        <p:txBody>
          <a:bodyPr/>
          <a:lstStyle>
            <a:lvl1pPr marL="0" indent="0" algn="ctr"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10" name="TextBox 9">
            <a:extLst>
              <a:ext uri="{FF2B5EF4-FFF2-40B4-BE49-F238E27FC236}">
                <a16:creationId xmlns:a16="http://schemas.microsoft.com/office/drawing/2014/main" id="{175A7BBE-17FB-4B75-B79B-F6834CE3706C}"/>
              </a:ext>
            </a:extLst>
          </p:cNvPr>
          <p:cNvSpPr txBox="1"/>
          <p:nvPr userDrawn="1"/>
        </p:nvSpPr>
        <p:spPr>
          <a:xfrm>
            <a:off x="8698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a:ln>
                  <a:noFill/>
                </a:ln>
                <a:solidFill>
                  <a:srgbClr val="FFFFFF">
                    <a:alpha val="75000"/>
                  </a:srgbClr>
                </a:solidFill>
                <a:effectLst/>
                <a:uLnTx/>
                <a:uFillTx/>
              </a:rPr>
              <a:t>Copyright © 2021 Accenture. All rights reserved. </a:t>
            </a:r>
            <a:br>
              <a:rPr kumimoji="0" lang="en-GB" sz="800" b="0" i="0" u="none" strike="noStrike" kern="0" cap="none" spc="0" normalizeH="0" baseline="0" noProof="0">
                <a:ln>
                  <a:noFill/>
                </a:ln>
                <a:solidFill>
                  <a:srgbClr val="FFFFFF">
                    <a:alpha val="75000"/>
                  </a:srgbClr>
                </a:solidFill>
                <a:effectLst/>
                <a:uLnTx/>
                <a:uFillTx/>
              </a:rPr>
            </a:br>
            <a:r>
              <a:rPr kumimoji="0" lang="en-GB" sz="800" b="0" i="0" u="none" strike="noStrike" kern="0" cap="none" spc="0" normalizeH="0" baseline="0" noProof="0">
                <a:ln>
                  <a:noFill/>
                </a:ln>
                <a:solidFill>
                  <a:srgbClr val="FFFFFF">
                    <a:alpha val="75000"/>
                  </a:srgbClr>
                </a:solidFill>
                <a:effectLst/>
                <a:uLnTx/>
                <a:uFillTx/>
              </a:rPr>
              <a:t>Accenture and its logo are registered trademarks of Accenture.</a:t>
            </a:r>
          </a:p>
        </p:txBody>
      </p:sp>
      <p:sp>
        <p:nvSpPr>
          <p:cNvPr id="16" name="Text Placeholder 15">
            <a:extLst>
              <a:ext uri="{FF2B5EF4-FFF2-40B4-BE49-F238E27FC236}">
                <a16:creationId xmlns:a16="http://schemas.microsoft.com/office/drawing/2014/main" id="{0BEB3B30-172A-47BC-8F00-43F601E1F872}"/>
              </a:ext>
            </a:extLst>
          </p:cNvPr>
          <p:cNvSpPr>
            <a:spLocks noGrp="1"/>
          </p:cNvSpPr>
          <p:nvPr>
            <p:ph type="body" sz="quarter" idx="13" hasCustomPrompt="1"/>
          </p:nvPr>
        </p:nvSpPr>
        <p:spPr>
          <a:xfrm>
            <a:off x="2121879" y="3866920"/>
            <a:ext cx="7948244" cy="633734"/>
          </a:xfrm>
        </p:spPr>
        <p:txBody>
          <a:bodyPr vert="horz" lIns="0" tIns="0" rIns="0" bIns="0" rtlCol="0">
            <a:noAutofit/>
          </a:bodyPr>
          <a:lstStyle>
            <a:lvl1pPr marL="0" indent="0" algn="ctr">
              <a:lnSpc>
                <a:spcPct val="90000"/>
              </a:lnSpc>
              <a:buNone/>
              <a:defRPr lang="en-US" sz="2400" i="0" spc="0" dirty="0" smtClean="0">
                <a:solidFill>
                  <a:schemeClr val="tx1"/>
                </a:solidFill>
                <a:latin typeface="GT Sectra Fine"/>
              </a:defRPr>
            </a:lvl1pPr>
            <a:lvl2pPr marL="0" algn="ctr">
              <a:lnSpc>
                <a:spcPct val="90000"/>
              </a:lnSpc>
              <a:spcAft>
                <a:spcPts val="600"/>
              </a:spcAft>
              <a:defRPr lang="en-US" sz="2400" dirty="0" smtClean="0">
                <a:solidFill>
                  <a:srgbClr val="E6DCFF"/>
                </a:solidFill>
                <a:latin typeface="GT Sectra Fine" panose="00000500000000000000" pitchFamily="50" charset="0"/>
              </a:defRPr>
            </a:lvl2pPr>
            <a:lvl3pPr marL="0" algn="ctr">
              <a:lnSpc>
                <a:spcPct val="90000"/>
              </a:lnSpc>
              <a:spcAft>
                <a:spcPts val="600"/>
              </a:spcAft>
              <a:defRPr lang="en-US" sz="2400" dirty="0" smtClean="0">
                <a:solidFill>
                  <a:srgbClr val="E6DCFF"/>
                </a:solidFill>
                <a:latin typeface="GT Sectra Fine" panose="00000500000000000000" pitchFamily="50" charset="0"/>
              </a:defRPr>
            </a:lvl3pPr>
            <a:lvl4pPr marL="0" algn="ctr">
              <a:lnSpc>
                <a:spcPct val="90000"/>
              </a:lnSpc>
              <a:spcAft>
                <a:spcPts val="600"/>
              </a:spcAft>
              <a:defRPr lang="en-US" sz="2400" dirty="0" smtClean="0">
                <a:solidFill>
                  <a:srgbClr val="E6DCFF"/>
                </a:solidFill>
                <a:latin typeface="GT Sectra Fine" panose="00000500000000000000" pitchFamily="50" charset="0"/>
              </a:defRPr>
            </a:lvl4pPr>
            <a:lvl5pPr marL="0" algn="ctr">
              <a:lnSpc>
                <a:spcPct val="90000"/>
              </a:lnSpc>
              <a:spcAft>
                <a:spcPts val="600"/>
              </a:spcAft>
              <a:defRPr lang="en-US" sz="2400" dirty="0">
                <a:solidFill>
                  <a:srgbClr val="E6DCFF"/>
                </a:solidFill>
                <a:latin typeface="GT Sectra Fine" panose="00000500000000000000" pitchFamily="50" charset="0"/>
              </a:defRPr>
            </a:lvl5pPr>
          </a:lstStyle>
          <a:p>
            <a:pPr marL="228600" lvl="0" indent="-228600" defTabSz="914400">
              <a:spcAft>
                <a:spcPts val="0"/>
              </a:spcAft>
            </a:pPr>
            <a:r>
              <a:rPr lang="en-US"/>
              <a:t>Place subtitle here in GT Sectra Fine 24pt</a:t>
            </a:r>
          </a:p>
        </p:txBody>
      </p:sp>
      <p:sp>
        <p:nvSpPr>
          <p:cNvPr id="18" name="TextBox 17">
            <a:extLst>
              <a:ext uri="{FF2B5EF4-FFF2-40B4-BE49-F238E27FC236}">
                <a16:creationId xmlns:a16="http://schemas.microsoft.com/office/drawing/2014/main" id="{6A165409-AACC-4605-8892-1A883468FD7E}"/>
              </a:ext>
            </a:extLst>
          </p:cNvPr>
          <p:cNvSpPr txBox="1"/>
          <p:nvPr userDrawn="1"/>
        </p:nvSpPr>
        <p:spPr>
          <a:xfrm>
            <a:off x="0" y="-257908"/>
            <a:ext cx="6096000" cy="257908"/>
          </a:xfrm>
          <a:prstGeom prst="rect">
            <a:avLst/>
          </a:prstGeom>
          <a:noFill/>
        </p:spPr>
        <p:txBody>
          <a:bodyPr wrap="square" lIns="0" tIns="0" rIns="0" bIns="0" rtlCol="0" anchor="ctr">
            <a:noAutofit/>
          </a:bodyPr>
          <a:lstStyle>
            <a:defPPr>
              <a:defRPr lang="en-US"/>
            </a:defPPr>
            <a:lvl1pPr marR="0" lvl="0" indent="0" fontAlgn="auto">
              <a:lnSpc>
                <a:spcPct val="100000"/>
              </a:lnSpc>
              <a:spcBef>
                <a:spcPts val="0"/>
              </a:spcBef>
              <a:spcAft>
                <a:spcPts val="0"/>
              </a:spcAft>
              <a:buClrTx/>
              <a:buSzTx/>
              <a:buFontTx/>
              <a:buNone/>
              <a:tabLst/>
              <a:defRPr kumimoji="0" sz="800" b="0" i="0" u="none" strike="noStrike" kern="0" cap="none" spc="0" normalizeH="0" baseline="0">
                <a:ln>
                  <a:noFill/>
                </a:ln>
                <a:solidFill>
                  <a:schemeClr val="bg2"/>
                </a:solidFill>
                <a:effectLst/>
                <a:uLnTx/>
                <a:uFillTx/>
              </a:defRPr>
            </a:lvl1pPr>
          </a:lstStyle>
          <a:p>
            <a:pPr lvl="0"/>
            <a:r>
              <a:rPr lang="en-GB" noProof="0"/>
              <a:t>Format Background… &gt; Picture or texture fill &gt; Set to one of the provided selections in the image library</a:t>
            </a:r>
            <a:endParaRPr lang="en-US" noProof="0"/>
          </a:p>
        </p:txBody>
      </p:sp>
      <p:pic>
        <p:nvPicPr>
          <p:cNvPr id="5" name="Graphic 5">
            <a:extLst>
              <a:ext uri="{FF2B5EF4-FFF2-40B4-BE49-F238E27FC236}">
                <a16:creationId xmlns:a16="http://schemas.microsoft.com/office/drawing/2014/main" id="{AB0147B5-7C98-4E5D-8901-C96CE8A29E21}"/>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5153884" y="5376231"/>
            <a:ext cx="1884233" cy="498015"/>
          </a:xfrm>
          <a:prstGeom prst="rect">
            <a:avLst/>
          </a:prstGeom>
        </p:spPr>
      </p:pic>
    </p:spTree>
    <p:extLst>
      <p:ext uri="{BB962C8B-B14F-4D97-AF65-F5344CB8AC3E}">
        <p14:creationId xmlns:p14="http://schemas.microsoft.com/office/powerpoint/2010/main" val="4194204574"/>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Cover Image - Large GTS">
    <p:bg>
      <p:bgPr>
        <a:solidFill>
          <a:schemeClr val="accent2"/>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667CB869-86C7-4B5D-B21D-C7104400ECFC}"/>
              </a:ext>
            </a:extLst>
          </p:cNvPr>
          <p:cNvSpPr/>
          <p:nvPr userDrawn="1"/>
        </p:nvSpPr>
        <p:spPr>
          <a:xfrm>
            <a:off x="0" y="0"/>
            <a:ext cx="12192000" cy="6858000"/>
          </a:xfrm>
          <a:prstGeom prst="rect">
            <a:avLst/>
          </a:prstGeom>
          <a:gradFill flip="none" rotWithShape="1">
            <a:gsLst>
              <a:gs pos="0">
                <a:schemeClr val="bg1">
                  <a:alpha val="55000"/>
                </a:schemeClr>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97101C55-360F-4A30-88C9-2A386C411EE3}"/>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4622800" y="0"/>
            <a:ext cx="7188200" cy="6858000"/>
          </a:xfrm>
          <a:prstGeom prst="rect">
            <a:avLst/>
          </a:prstGeom>
        </p:spPr>
      </p:pic>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0" y="5282245"/>
            <a:ext cx="3102015"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1EF6557B-1FAD-4B21-979D-AF32AE2ABE3A}" type="datetime2">
              <a:rPr lang="en-US" smtClean="0"/>
              <a:t>Monday, April 20, 2026</a:t>
            </a:fld>
            <a:endParaRPr lang="en-US"/>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0" y="5527522"/>
            <a:ext cx="3102015"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5" name="TextBox 4">
            <a:extLst>
              <a:ext uri="{FF2B5EF4-FFF2-40B4-BE49-F238E27FC236}">
                <a16:creationId xmlns:a16="http://schemas.microsoft.com/office/drawing/2014/main" id="{B467DB53-62C4-4756-975D-61C7B1206CEF}"/>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Picture or texture fill &gt; Set to one of the provided selections in the image library</a:t>
            </a:r>
            <a:endParaRPr kumimoji="0" lang="en-US" sz="800" b="0" i="0" u="none" strike="noStrike" kern="0" cap="none" spc="0" normalizeH="0" baseline="0" noProof="0">
              <a:ln>
                <a:noFill/>
              </a:ln>
              <a:solidFill>
                <a:schemeClr val="bg2"/>
              </a:solidFill>
              <a:effectLst/>
              <a:uLnTx/>
              <a:uFillTx/>
            </a:endParaRPr>
          </a:p>
        </p:txBody>
      </p:sp>
      <p:sp>
        <p:nvSpPr>
          <p:cNvPr id="14" name="Title 1">
            <a:extLst>
              <a:ext uri="{FF2B5EF4-FFF2-40B4-BE49-F238E27FC236}">
                <a16:creationId xmlns:a16="http://schemas.microsoft.com/office/drawing/2014/main" id="{F0772B66-01D8-4BE7-AE8E-C64CA1CF2666}"/>
              </a:ext>
            </a:extLst>
          </p:cNvPr>
          <p:cNvSpPr>
            <a:spLocks noGrp="1"/>
          </p:cNvSpPr>
          <p:nvPr>
            <p:ph type="ctrTitle" hasCustomPrompt="1"/>
          </p:nvPr>
        </p:nvSpPr>
        <p:spPr>
          <a:xfrm>
            <a:off x="381001" y="1429154"/>
            <a:ext cx="5152292" cy="2255710"/>
          </a:xfrm>
        </p:spPr>
        <p:txBody>
          <a:bodyPr anchor="b"/>
          <a:lstStyle>
            <a:lvl1pPr algn="l">
              <a:lnSpc>
                <a:spcPct val="90000"/>
              </a:lnSpc>
              <a:defRPr sz="4800">
                <a:solidFill>
                  <a:schemeClr val="tx1"/>
                </a:solidFill>
              </a:defRPr>
            </a:lvl1pPr>
          </a:lstStyle>
          <a:p>
            <a:r>
              <a:rPr lang="en-US"/>
              <a:t>Place presentation title here 48pt</a:t>
            </a:r>
          </a:p>
        </p:txBody>
      </p:sp>
      <p:sp>
        <p:nvSpPr>
          <p:cNvPr id="9" name="TextBox 8">
            <a:extLst>
              <a:ext uri="{FF2B5EF4-FFF2-40B4-BE49-F238E27FC236}">
                <a16:creationId xmlns:a16="http://schemas.microsoft.com/office/drawing/2014/main" id="{F9D1A883-A380-48BD-9784-E5D4EAA2714C}"/>
              </a:ext>
            </a:extLst>
          </p:cNvPr>
          <p:cNvSpPr txBox="1"/>
          <p:nvPr userDrawn="1"/>
        </p:nvSpPr>
        <p:spPr>
          <a:xfrm>
            <a:off x="381000" y="6058209"/>
            <a:ext cx="3112110" cy="253691"/>
          </a:xfrm>
          <a:prstGeom prst="rect">
            <a:avLst/>
          </a:prstGeom>
          <a:noFill/>
        </p:spPr>
        <p:txBody>
          <a:bodyPr wrap="square" lIns="0" tIns="0" rIns="0" bIns="0" rtlCol="0" anchor="b">
            <a:noAutofit/>
          </a:bodyPr>
          <a:lstStyle/>
          <a:p>
            <a:pPr marL="0" marR="0" lvl="0" indent="0" algn="l"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a:ln>
                  <a:noFill/>
                </a:ln>
                <a:solidFill>
                  <a:srgbClr val="FFFFFF">
                    <a:alpha val="75000"/>
                  </a:srgbClr>
                </a:solidFill>
                <a:effectLst/>
                <a:uLnTx/>
                <a:uFillTx/>
              </a:rPr>
              <a:t>Copyright © 2021 Accenture. All rights reserved. </a:t>
            </a:r>
            <a:br>
              <a:rPr kumimoji="0" lang="en-GB" sz="800" b="0" i="0" u="none" strike="noStrike" kern="0" cap="none" spc="0" normalizeH="0" baseline="0" noProof="0">
                <a:ln>
                  <a:noFill/>
                </a:ln>
                <a:solidFill>
                  <a:srgbClr val="FFFFFF">
                    <a:alpha val="75000"/>
                  </a:srgbClr>
                </a:solidFill>
                <a:effectLst/>
                <a:uLnTx/>
                <a:uFillTx/>
              </a:rPr>
            </a:br>
            <a:r>
              <a:rPr kumimoji="0" lang="en-GB" sz="800" b="0" i="0" u="none" strike="noStrike" kern="0" cap="none" spc="0" normalizeH="0" baseline="0" noProof="0">
                <a:ln>
                  <a:noFill/>
                </a:ln>
                <a:solidFill>
                  <a:srgbClr val="FFFFFF">
                    <a:alpha val="75000"/>
                  </a:srgbClr>
                </a:solidFill>
                <a:effectLst/>
                <a:uLnTx/>
                <a:uFillTx/>
              </a:rPr>
              <a:t>Accenture and its logo are registered trademarks of Accenture.</a:t>
            </a:r>
          </a:p>
        </p:txBody>
      </p:sp>
      <p:sp>
        <p:nvSpPr>
          <p:cNvPr id="19" name="Text Placeholder 15">
            <a:extLst>
              <a:ext uri="{FF2B5EF4-FFF2-40B4-BE49-F238E27FC236}">
                <a16:creationId xmlns:a16="http://schemas.microsoft.com/office/drawing/2014/main" id="{BC9F1450-A172-44DF-9DE8-E6487649728B}"/>
              </a:ext>
            </a:extLst>
          </p:cNvPr>
          <p:cNvSpPr>
            <a:spLocks noGrp="1"/>
          </p:cNvSpPr>
          <p:nvPr>
            <p:ph type="body" sz="quarter" idx="13" hasCustomPrompt="1"/>
          </p:nvPr>
        </p:nvSpPr>
        <p:spPr>
          <a:xfrm>
            <a:off x="381001" y="3871190"/>
            <a:ext cx="5152292" cy="1092846"/>
          </a:xfrm>
        </p:spPr>
        <p:txBody>
          <a:bodyPr vert="horz" lIns="0" tIns="0" rIns="0" bIns="0" rtlCol="0">
            <a:noAutofit/>
          </a:bodyPr>
          <a:lstStyle>
            <a:lvl1pPr marL="0" indent="0" algn="l">
              <a:lnSpc>
                <a:spcPct val="90000"/>
              </a:lnSpc>
              <a:buNone/>
              <a:defRPr lang="en-US" sz="2400" i="0" spc="0" dirty="0" smtClean="0">
                <a:solidFill>
                  <a:schemeClr val="tx1"/>
                </a:solidFill>
                <a:latin typeface="GT Sectra Fine"/>
              </a:defRPr>
            </a:lvl1pPr>
            <a:lvl2pPr marL="0" algn="ctr">
              <a:lnSpc>
                <a:spcPct val="90000"/>
              </a:lnSpc>
              <a:spcAft>
                <a:spcPts val="600"/>
              </a:spcAft>
              <a:defRPr lang="en-US" sz="2400" dirty="0" smtClean="0">
                <a:solidFill>
                  <a:srgbClr val="E6DCFF"/>
                </a:solidFill>
                <a:latin typeface="GT Sectra Fine" panose="00000500000000000000" pitchFamily="50" charset="0"/>
              </a:defRPr>
            </a:lvl2pPr>
            <a:lvl3pPr marL="0" algn="ctr">
              <a:lnSpc>
                <a:spcPct val="90000"/>
              </a:lnSpc>
              <a:spcAft>
                <a:spcPts val="600"/>
              </a:spcAft>
              <a:defRPr lang="en-US" sz="2400" dirty="0" smtClean="0">
                <a:solidFill>
                  <a:srgbClr val="E6DCFF"/>
                </a:solidFill>
                <a:latin typeface="GT Sectra Fine" panose="00000500000000000000" pitchFamily="50" charset="0"/>
              </a:defRPr>
            </a:lvl3pPr>
            <a:lvl4pPr marL="0" algn="ctr">
              <a:lnSpc>
                <a:spcPct val="90000"/>
              </a:lnSpc>
              <a:spcAft>
                <a:spcPts val="600"/>
              </a:spcAft>
              <a:defRPr lang="en-US" sz="2400" dirty="0" smtClean="0">
                <a:solidFill>
                  <a:srgbClr val="E6DCFF"/>
                </a:solidFill>
                <a:latin typeface="GT Sectra Fine" panose="00000500000000000000" pitchFamily="50" charset="0"/>
              </a:defRPr>
            </a:lvl4pPr>
            <a:lvl5pPr marL="0" algn="ctr">
              <a:lnSpc>
                <a:spcPct val="90000"/>
              </a:lnSpc>
              <a:spcAft>
                <a:spcPts val="600"/>
              </a:spcAft>
              <a:defRPr lang="en-US" sz="2400" dirty="0">
                <a:solidFill>
                  <a:srgbClr val="E6DCFF"/>
                </a:solidFill>
                <a:latin typeface="GT Sectra Fine" panose="00000500000000000000" pitchFamily="50" charset="0"/>
              </a:defRPr>
            </a:lvl5pPr>
          </a:lstStyle>
          <a:p>
            <a:pPr marL="228600" lvl="0" indent="-228600" defTabSz="914400">
              <a:spcAft>
                <a:spcPts val="0"/>
              </a:spcAft>
            </a:pPr>
            <a:r>
              <a:rPr lang="en-US"/>
              <a:t>Place subtitle here in GT Sectra Fine 24pt</a:t>
            </a:r>
          </a:p>
        </p:txBody>
      </p:sp>
    </p:spTree>
    <p:extLst>
      <p:ext uri="{BB962C8B-B14F-4D97-AF65-F5344CB8AC3E}">
        <p14:creationId xmlns:p14="http://schemas.microsoft.com/office/powerpoint/2010/main" val="364819232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Cover Basic - Dark, White Text">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Place presentation title here in sentence case, max 3 lines </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rgbClr val="E6DCFF"/>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t>Place subtitle here in GT Sectra Fine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6"/>
                </a:solidFill>
                <a:latin typeface="+mn-lt"/>
                <a:ea typeface="+mn-ea"/>
                <a:cs typeface="+mn-cs"/>
              </a:defRPr>
            </a:lvl1pPr>
          </a:lstStyle>
          <a:p>
            <a:fld id="{7140DB58-C382-4D4A-B4C9-306C0CDE029A}" type="datetime2">
              <a:rPr lang="en-US" smtClean="0"/>
              <a:t>Monday, April 20, 2026</a:t>
            </a:fld>
            <a:endParaRPr lang="en-US"/>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5"/>
            <a:ext cx="4114799"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6" name="Graphic 5">
            <a:extLst>
              <a:ext uri="{FF2B5EF4-FFF2-40B4-BE49-F238E27FC236}">
                <a16:creationId xmlns:a16="http://schemas.microsoft.com/office/drawing/2014/main" id="{A38692DE-6F51-4131-B2FE-C47AAD1521E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152644" y="5588460"/>
            <a:ext cx="1884233" cy="498015"/>
          </a:xfrm>
          <a:prstGeom prst="rect">
            <a:avLst/>
          </a:prstGeom>
        </p:spPr>
      </p:pic>
      <p:sp>
        <p:nvSpPr>
          <p:cNvPr id="26" name="TextBox 25">
            <a:extLst>
              <a:ext uri="{FF2B5EF4-FFF2-40B4-BE49-F238E27FC236}">
                <a16:creationId xmlns:a16="http://schemas.microsoft.com/office/drawing/2014/main" id="{95C777F7-C185-0145-A86B-3A8769FF5A97}"/>
              </a:ext>
            </a:extLst>
          </p:cNvPr>
          <p:cNvSpPr txBox="1"/>
          <p:nvPr userDrawn="1"/>
        </p:nvSpPr>
        <p:spPr>
          <a:xfrm>
            <a:off x="1149093" y="5959153"/>
            <a:ext cx="3102015" cy="115747"/>
          </a:xfrm>
          <a:prstGeom prst="rect">
            <a:avLst/>
          </a:prstGeom>
          <a:noFill/>
        </p:spPr>
        <p:txBody>
          <a:bodyPr wrap="square" lIns="0" tIns="0" rIns="0" bIns="0" rtlCol="0">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lang="en-GB" sz="800">
                <a:solidFill>
                  <a:schemeClr val="tx1"/>
                </a:solidFill>
              </a:rPr>
              <a:t>Copyright © 2021 Accenture. All rights reserved. </a:t>
            </a:r>
            <a:br>
              <a:rPr lang="en-GB" sz="800">
                <a:solidFill>
                  <a:schemeClr val="tx1"/>
                </a:solidFill>
              </a:rPr>
            </a:br>
            <a:r>
              <a:rPr lang="en-GB" sz="800">
                <a:solidFill>
                  <a:schemeClr val="tx1"/>
                </a:solidFill>
              </a:rPr>
              <a:t>Accenture and its logo are registered trademarks of Accenture.</a:t>
            </a:r>
          </a:p>
          <a:p>
            <a:pPr algn="r" defTabSz="228600">
              <a:spcAft>
                <a:spcPts val="1200"/>
              </a:spcAft>
            </a:pPr>
            <a:endParaRPr lang="en-US" noProof="0">
              <a:solidFill>
                <a:schemeClr val="tx1"/>
              </a:solidFill>
            </a:endParaRPr>
          </a:p>
        </p:txBody>
      </p:sp>
      <p:sp>
        <p:nvSpPr>
          <p:cNvPr id="4" name="TextBox 3">
            <a:extLst>
              <a:ext uri="{FF2B5EF4-FFF2-40B4-BE49-F238E27FC236}">
                <a16:creationId xmlns:a16="http://schemas.microsoft.com/office/drawing/2014/main" id="{844FA456-2D38-40C1-B831-1BBEA124254A}"/>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or Mid Purple (Accent 2)</a:t>
            </a:r>
            <a:endParaRPr kumimoji="0" lang="en-US" sz="800" b="0" i="0" u="none" strike="noStrike" kern="0" cap="none" spc="0" normalizeH="0" baseline="0" noProof="0">
              <a:ln>
                <a:noFill/>
              </a:ln>
              <a:solidFill>
                <a:schemeClr val="bg2"/>
              </a:solidFill>
              <a:effectLst/>
              <a:uLnTx/>
              <a:uFillTx/>
            </a:endParaRPr>
          </a:p>
        </p:txBody>
      </p:sp>
    </p:spTree>
    <p:extLst>
      <p:ext uri="{BB962C8B-B14F-4D97-AF65-F5344CB8AC3E}">
        <p14:creationId xmlns:p14="http://schemas.microsoft.com/office/powerpoint/2010/main" val="75623016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400">
          <p15:clr>
            <a:srgbClr val="5ACBF0"/>
          </p15:clr>
        </p15:guide>
        <p15:guide id="2" orient="horz" pos="2520">
          <p15:clr>
            <a:srgbClr val="5ACBF0"/>
          </p15:clr>
        </p15:guide>
        <p15:guide id="3" pos="720">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Cover Basic - Light, Black 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1149093" y="381001"/>
            <a:ext cx="7997521" cy="3429000"/>
          </a:xfrm>
        </p:spPr>
        <p:txBody>
          <a:bodyPr anchor="b"/>
          <a:lstStyle>
            <a:lvl1pPr algn="l">
              <a:lnSpc>
                <a:spcPct val="90000"/>
              </a:lnSpc>
              <a:defRPr sz="6000">
                <a:solidFill>
                  <a:schemeClr val="tx1"/>
                </a:solidFill>
              </a:defRPr>
            </a:lvl1pPr>
          </a:lstStyle>
          <a:p>
            <a:r>
              <a:rPr lang="en-US"/>
              <a:t>Place presentation title here in sentence case, max 3 lines </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1149093" y="4000500"/>
            <a:ext cx="6884561" cy="1092845"/>
          </a:xfrm>
        </p:spPr>
        <p:txBody>
          <a:bodyPr/>
          <a:lstStyle>
            <a:lvl1pPr marL="0" indent="0" algn="l">
              <a:lnSpc>
                <a:spcPct val="90000"/>
              </a:lnSpc>
              <a:spcAft>
                <a:spcPts val="0"/>
              </a:spcAft>
              <a:buNone/>
              <a:defRPr sz="2400" b="0" i="0" spc="0">
                <a:solidFill>
                  <a:schemeClr val="accent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t>Place subtitle here in GT Sectra Fine 24pt</a:t>
            </a:r>
          </a:p>
        </p:txBody>
      </p:sp>
      <p:pic>
        <p:nvPicPr>
          <p:cNvPr id="8" name="Graphic 7">
            <a:extLst>
              <a:ext uri="{FF2B5EF4-FFF2-40B4-BE49-F238E27FC236}">
                <a16:creationId xmlns:a16="http://schemas.microsoft.com/office/drawing/2014/main" id="{4F59C2A9-CAAD-4437-A35B-5F02FAD0D90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9152644" y="5588460"/>
            <a:ext cx="1884233" cy="498015"/>
          </a:xfrm>
          <a:prstGeom prst="rect">
            <a:avLst/>
          </a:prstGeom>
        </p:spPr>
      </p:pic>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1149093" y="5107308"/>
            <a:ext cx="4114799"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accent2"/>
                </a:solidFill>
                <a:latin typeface="+mn-lt"/>
                <a:ea typeface="+mn-ea"/>
                <a:cs typeface="+mn-cs"/>
              </a:defRPr>
            </a:lvl1pPr>
          </a:lstStyle>
          <a:p>
            <a:fld id="{8A775A16-A4B2-4AE5-AFA0-950C115C747E}" type="datetime2">
              <a:rPr lang="en-US" smtClean="0"/>
              <a:t>Monday, April 20, 2026</a:t>
            </a:fld>
            <a:endParaRPr lang="en-US"/>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1149093" y="5352585"/>
            <a:ext cx="4114799"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sp>
        <p:nvSpPr>
          <p:cNvPr id="26" name="TextBox 25">
            <a:extLst>
              <a:ext uri="{FF2B5EF4-FFF2-40B4-BE49-F238E27FC236}">
                <a16:creationId xmlns:a16="http://schemas.microsoft.com/office/drawing/2014/main" id="{B49246FF-2C3D-9D46-B1DB-1D6FABA657CD}"/>
              </a:ext>
            </a:extLst>
          </p:cNvPr>
          <p:cNvSpPr txBox="1"/>
          <p:nvPr userDrawn="1"/>
        </p:nvSpPr>
        <p:spPr>
          <a:xfrm>
            <a:off x="1149093" y="5970728"/>
            <a:ext cx="3102015" cy="236108"/>
          </a:xfrm>
          <a:prstGeom prst="rect">
            <a:avLst/>
          </a:prstGeom>
          <a:noFill/>
        </p:spPr>
        <p:txBody>
          <a:bodyPr wrap="square" lIns="0" tIns="0" rIns="0" bIns="0" rtlCol="0" anchor="b">
            <a:noAutofit/>
          </a:bodyPr>
          <a:lstStyle/>
          <a:p>
            <a:pPr marL="0" marR="0" lvl="0" indent="0" algn="l" defTabSz="228600" rtl="0" eaLnBrk="1" fontAlgn="auto" latinLnBrk="0" hangingPunct="1">
              <a:lnSpc>
                <a:spcPct val="100000"/>
              </a:lnSpc>
              <a:spcBef>
                <a:spcPts val="0"/>
              </a:spcBef>
              <a:spcAft>
                <a:spcPts val="1200"/>
              </a:spcAft>
              <a:buClrTx/>
              <a:buSzTx/>
              <a:buFontTx/>
              <a:buNone/>
              <a:tabLst/>
              <a:defRPr/>
            </a:pPr>
            <a:r>
              <a:rPr lang="en-GB" sz="800">
                <a:solidFill>
                  <a:schemeClr val="tx2"/>
                </a:solidFill>
              </a:rPr>
              <a:t>Copyright © 2021 Accenture. All rights reserved. </a:t>
            </a:r>
            <a:br>
              <a:rPr lang="en-GB" sz="800">
                <a:solidFill>
                  <a:schemeClr val="tx2"/>
                </a:solidFill>
              </a:rPr>
            </a:br>
            <a:r>
              <a:rPr lang="en-GB" sz="800">
                <a:solidFill>
                  <a:schemeClr val="tx2"/>
                </a:solidFill>
              </a:rPr>
              <a:t>Accenture and its logo are registered trademarks of Accenture.</a:t>
            </a:r>
          </a:p>
        </p:txBody>
      </p:sp>
    </p:spTree>
    <p:extLst>
      <p:ext uri="{BB962C8B-B14F-4D97-AF65-F5344CB8AC3E}">
        <p14:creationId xmlns:p14="http://schemas.microsoft.com/office/powerpoint/2010/main" val="308300073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400">
          <p15:clr>
            <a:srgbClr val="5ACBF0"/>
          </p15:clr>
        </p15:guide>
        <p15:guide id="2" orient="horz" pos="2520">
          <p15:clr>
            <a:srgbClr val="5ACBF0"/>
          </p15:clr>
        </p15:guide>
        <p15:guide id="3" pos="720">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1" y="2182000"/>
            <a:ext cx="3267012" cy="2869570"/>
          </a:xfrm>
        </p:spPr>
        <p:txBody>
          <a:bodyPr/>
          <a:lstStyle>
            <a:lvl1pPr marL="0" indent="0">
              <a:lnSpc>
                <a:spcPct val="90000"/>
              </a:lnSpc>
              <a:buNone/>
              <a:defRPr sz="2400">
                <a:solidFill>
                  <a:schemeClr val="accent1"/>
                </a:solidFill>
                <a:latin typeface="GT Sectra Fine" panose="00000500000000000000" pitchFamily="50" charset="0"/>
              </a:defRPr>
            </a:lvl1pPr>
            <a:lvl2pPr marL="0" indent="0">
              <a:buNone/>
              <a:defRPr sz="1800"/>
            </a:lvl2pPr>
            <a:lvl3pPr marL="228600">
              <a:buFont typeface="Arial" panose="020B0604020202020204" pitchFamily="34" charset="0"/>
              <a:buChar char="•"/>
              <a:defRPr sz="1800"/>
            </a:lvl3pPr>
            <a:lvl4pPr marL="457200">
              <a:buFont typeface="System Font"/>
              <a:buChar char="–"/>
              <a:defRPr sz="1600"/>
            </a:lvl4pPr>
            <a:lvl5pPr marL="685800">
              <a:buFont typeface="Arial" panose="020B0604020202020204" pitchFamily="34" charset="0"/>
              <a:buChar char="•"/>
              <a:defRPr sz="1600"/>
            </a:lvl5pPr>
          </a:lstStyle>
          <a:p>
            <a:pPr lvl="0"/>
            <a:r>
              <a:rPr lang="en-US"/>
              <a:t>Place agenda summary here in GT Sectra Fine</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2" y="1371601"/>
            <a:ext cx="3267011" cy="810399"/>
          </a:xfrm>
        </p:spPr>
        <p:txBody>
          <a:bodyPr/>
          <a:lstStyle/>
          <a:p>
            <a:r>
              <a:rPr lang="en-GB"/>
              <a:t>Agenda</a:t>
            </a:r>
            <a:endParaRPr lang="en-US"/>
          </a:p>
        </p:txBody>
      </p:sp>
      <p:sp>
        <p:nvSpPr>
          <p:cNvPr id="18" name="Text Placeholder 17">
            <a:extLst>
              <a:ext uri="{FF2B5EF4-FFF2-40B4-BE49-F238E27FC236}">
                <a16:creationId xmlns:a16="http://schemas.microsoft.com/office/drawing/2014/main" id="{257C0C72-781A-F24F-B1F2-0A290409F1F6}"/>
              </a:ext>
            </a:extLst>
          </p:cNvPr>
          <p:cNvSpPr>
            <a:spLocks noGrp="1"/>
          </p:cNvSpPr>
          <p:nvPr>
            <p:ph type="body" sz="quarter" idx="16" hasCustomPrompt="1"/>
          </p:nvPr>
        </p:nvSpPr>
        <p:spPr>
          <a:xfrm>
            <a:off x="4966971" y="1371600"/>
            <a:ext cx="2953039" cy="485340"/>
          </a:xfrm>
        </p:spPr>
        <p:txBody>
          <a:bodyPr anchor="ctr"/>
          <a:lstStyle>
            <a:lvl1pPr>
              <a:spcAft>
                <a:spcPts val="0"/>
              </a:spcAft>
              <a:defRPr sz="1600"/>
            </a:lvl1pPr>
          </a:lstStyle>
          <a:p>
            <a:pPr lvl="0"/>
            <a:r>
              <a:rPr lang="en-GB"/>
              <a:t>Agenda item</a:t>
            </a:r>
            <a:endParaRPr lang="en-US"/>
          </a:p>
        </p:txBody>
      </p:sp>
      <p:sp>
        <p:nvSpPr>
          <p:cNvPr id="57" name="Text Placeholder 17">
            <a:extLst>
              <a:ext uri="{FF2B5EF4-FFF2-40B4-BE49-F238E27FC236}">
                <a16:creationId xmlns:a16="http://schemas.microsoft.com/office/drawing/2014/main" id="{A5D4C4AC-7870-A641-AF65-6F3ECB9DA9CA}"/>
              </a:ext>
            </a:extLst>
          </p:cNvPr>
          <p:cNvSpPr>
            <a:spLocks noGrp="1"/>
          </p:cNvSpPr>
          <p:nvPr>
            <p:ph type="body" sz="quarter" idx="18" hasCustomPrompt="1"/>
          </p:nvPr>
        </p:nvSpPr>
        <p:spPr>
          <a:xfrm>
            <a:off x="4966971" y="1976478"/>
            <a:ext cx="2953039" cy="485340"/>
          </a:xfrm>
        </p:spPr>
        <p:txBody>
          <a:bodyPr anchor="ctr"/>
          <a:lstStyle>
            <a:lvl1pPr>
              <a:spcAft>
                <a:spcPts val="0"/>
              </a:spcAft>
              <a:defRPr sz="1600"/>
            </a:lvl1pPr>
          </a:lstStyle>
          <a:p>
            <a:pPr lvl="0"/>
            <a:r>
              <a:rPr lang="en-GB"/>
              <a:t>Agenda item</a:t>
            </a:r>
            <a:endParaRPr lang="en-US"/>
          </a:p>
        </p:txBody>
      </p:sp>
      <p:sp>
        <p:nvSpPr>
          <p:cNvPr id="59" name="Text Placeholder 17">
            <a:extLst>
              <a:ext uri="{FF2B5EF4-FFF2-40B4-BE49-F238E27FC236}">
                <a16:creationId xmlns:a16="http://schemas.microsoft.com/office/drawing/2014/main" id="{9F332AA7-2896-E24E-B21D-90FED54D4335}"/>
              </a:ext>
            </a:extLst>
          </p:cNvPr>
          <p:cNvSpPr>
            <a:spLocks noGrp="1"/>
          </p:cNvSpPr>
          <p:nvPr>
            <p:ph type="body" sz="quarter" idx="20" hasCustomPrompt="1"/>
          </p:nvPr>
        </p:nvSpPr>
        <p:spPr>
          <a:xfrm>
            <a:off x="4966971" y="2581356"/>
            <a:ext cx="2953039" cy="485340"/>
          </a:xfrm>
        </p:spPr>
        <p:txBody>
          <a:bodyPr anchor="ctr"/>
          <a:lstStyle>
            <a:lvl1pPr>
              <a:spcAft>
                <a:spcPts val="0"/>
              </a:spcAft>
              <a:defRPr sz="1600"/>
            </a:lvl1pPr>
          </a:lstStyle>
          <a:p>
            <a:pPr lvl="0"/>
            <a:r>
              <a:rPr lang="en-GB"/>
              <a:t>Agenda item</a:t>
            </a:r>
            <a:endParaRPr lang="en-US"/>
          </a:p>
        </p:txBody>
      </p:sp>
      <p:sp>
        <p:nvSpPr>
          <p:cNvPr id="61" name="Text Placeholder 17">
            <a:extLst>
              <a:ext uri="{FF2B5EF4-FFF2-40B4-BE49-F238E27FC236}">
                <a16:creationId xmlns:a16="http://schemas.microsoft.com/office/drawing/2014/main" id="{25D7BCB2-FC6B-2A46-AC11-482A4F731116}"/>
              </a:ext>
            </a:extLst>
          </p:cNvPr>
          <p:cNvSpPr>
            <a:spLocks noGrp="1"/>
          </p:cNvSpPr>
          <p:nvPr>
            <p:ph type="body" sz="quarter" idx="22" hasCustomPrompt="1"/>
          </p:nvPr>
        </p:nvSpPr>
        <p:spPr>
          <a:xfrm>
            <a:off x="4966971" y="3186234"/>
            <a:ext cx="2953039" cy="485340"/>
          </a:xfrm>
        </p:spPr>
        <p:txBody>
          <a:bodyPr anchor="ctr"/>
          <a:lstStyle>
            <a:lvl1pPr>
              <a:spcAft>
                <a:spcPts val="0"/>
              </a:spcAft>
              <a:defRPr sz="1600"/>
            </a:lvl1pPr>
          </a:lstStyle>
          <a:p>
            <a:pPr lvl="0"/>
            <a:r>
              <a:rPr lang="en-GB"/>
              <a:t>Agenda item</a:t>
            </a:r>
            <a:endParaRPr lang="en-US"/>
          </a:p>
        </p:txBody>
      </p:sp>
      <p:sp>
        <p:nvSpPr>
          <p:cNvPr id="63" name="Text Placeholder 17">
            <a:extLst>
              <a:ext uri="{FF2B5EF4-FFF2-40B4-BE49-F238E27FC236}">
                <a16:creationId xmlns:a16="http://schemas.microsoft.com/office/drawing/2014/main" id="{FD74906C-72A4-CF4A-A4F6-B28AE864B9B7}"/>
              </a:ext>
            </a:extLst>
          </p:cNvPr>
          <p:cNvSpPr>
            <a:spLocks noGrp="1"/>
          </p:cNvSpPr>
          <p:nvPr>
            <p:ph type="body" sz="quarter" idx="24" hasCustomPrompt="1"/>
          </p:nvPr>
        </p:nvSpPr>
        <p:spPr>
          <a:xfrm>
            <a:off x="4966971" y="3791112"/>
            <a:ext cx="2953039" cy="485340"/>
          </a:xfrm>
        </p:spPr>
        <p:txBody>
          <a:bodyPr anchor="ctr"/>
          <a:lstStyle>
            <a:lvl1pPr>
              <a:spcAft>
                <a:spcPts val="0"/>
              </a:spcAft>
              <a:defRPr sz="1600"/>
            </a:lvl1pPr>
          </a:lstStyle>
          <a:p>
            <a:pPr lvl="0"/>
            <a:r>
              <a:rPr lang="en-GB"/>
              <a:t>Agenda item</a:t>
            </a:r>
            <a:endParaRPr lang="en-US"/>
          </a:p>
        </p:txBody>
      </p:sp>
      <p:sp>
        <p:nvSpPr>
          <p:cNvPr id="65" name="Text Placeholder 17">
            <a:extLst>
              <a:ext uri="{FF2B5EF4-FFF2-40B4-BE49-F238E27FC236}">
                <a16:creationId xmlns:a16="http://schemas.microsoft.com/office/drawing/2014/main" id="{F28AA3EC-0083-2742-A4D0-0B32569FD766}"/>
              </a:ext>
            </a:extLst>
          </p:cNvPr>
          <p:cNvSpPr>
            <a:spLocks noGrp="1"/>
          </p:cNvSpPr>
          <p:nvPr>
            <p:ph type="body" sz="quarter" idx="26" hasCustomPrompt="1"/>
          </p:nvPr>
        </p:nvSpPr>
        <p:spPr>
          <a:xfrm>
            <a:off x="4966971" y="4395990"/>
            <a:ext cx="2953039" cy="485340"/>
          </a:xfrm>
        </p:spPr>
        <p:txBody>
          <a:bodyPr anchor="ctr"/>
          <a:lstStyle>
            <a:lvl1pPr>
              <a:spcAft>
                <a:spcPts val="0"/>
              </a:spcAft>
              <a:defRPr sz="1600"/>
            </a:lvl1pPr>
          </a:lstStyle>
          <a:p>
            <a:pPr lvl="0"/>
            <a:r>
              <a:rPr lang="en-GB"/>
              <a:t>Agenda item</a:t>
            </a:r>
            <a:endParaRPr lang="en-US"/>
          </a:p>
        </p:txBody>
      </p:sp>
      <p:sp>
        <p:nvSpPr>
          <p:cNvPr id="67" name="Text Placeholder 17">
            <a:extLst>
              <a:ext uri="{FF2B5EF4-FFF2-40B4-BE49-F238E27FC236}">
                <a16:creationId xmlns:a16="http://schemas.microsoft.com/office/drawing/2014/main" id="{D46DA866-B19E-684E-8A23-EEA295487841}"/>
              </a:ext>
            </a:extLst>
          </p:cNvPr>
          <p:cNvSpPr>
            <a:spLocks noGrp="1"/>
          </p:cNvSpPr>
          <p:nvPr>
            <p:ph type="body" sz="quarter" idx="28" hasCustomPrompt="1"/>
          </p:nvPr>
        </p:nvSpPr>
        <p:spPr>
          <a:xfrm>
            <a:off x="4966971" y="5000868"/>
            <a:ext cx="2953039" cy="485340"/>
          </a:xfrm>
        </p:spPr>
        <p:txBody>
          <a:bodyPr anchor="ctr"/>
          <a:lstStyle>
            <a:lvl1pPr>
              <a:spcAft>
                <a:spcPts val="0"/>
              </a:spcAft>
              <a:defRPr sz="1600"/>
            </a:lvl1pPr>
          </a:lstStyle>
          <a:p>
            <a:pPr lvl="0"/>
            <a:r>
              <a:rPr lang="en-GB"/>
              <a:t>Agenda item</a:t>
            </a:r>
            <a:endParaRPr lang="en-US"/>
          </a:p>
        </p:txBody>
      </p:sp>
      <p:sp>
        <p:nvSpPr>
          <p:cNvPr id="69" name="Text Placeholder 17">
            <a:extLst>
              <a:ext uri="{FF2B5EF4-FFF2-40B4-BE49-F238E27FC236}">
                <a16:creationId xmlns:a16="http://schemas.microsoft.com/office/drawing/2014/main" id="{A4A135E2-DF01-5543-BA57-DFBCCC446A3A}"/>
              </a:ext>
            </a:extLst>
          </p:cNvPr>
          <p:cNvSpPr>
            <a:spLocks noGrp="1"/>
          </p:cNvSpPr>
          <p:nvPr>
            <p:ph type="body" sz="quarter" idx="30" hasCustomPrompt="1"/>
          </p:nvPr>
        </p:nvSpPr>
        <p:spPr>
          <a:xfrm>
            <a:off x="4966971" y="5605747"/>
            <a:ext cx="2953039" cy="485340"/>
          </a:xfrm>
        </p:spPr>
        <p:txBody>
          <a:bodyPr anchor="ctr"/>
          <a:lstStyle>
            <a:lvl1pPr>
              <a:spcAft>
                <a:spcPts val="0"/>
              </a:spcAft>
              <a:defRPr sz="1600"/>
            </a:lvl1pPr>
          </a:lstStyle>
          <a:p>
            <a:pPr lvl="0"/>
            <a:r>
              <a:rPr lang="en-GB"/>
              <a:t>Agenda item</a:t>
            </a:r>
            <a:endParaRPr lang="en-US"/>
          </a:p>
        </p:txBody>
      </p:sp>
      <p:sp>
        <p:nvSpPr>
          <p:cNvPr id="29" name="Text Placeholder 17">
            <a:extLst>
              <a:ext uri="{FF2B5EF4-FFF2-40B4-BE49-F238E27FC236}">
                <a16:creationId xmlns:a16="http://schemas.microsoft.com/office/drawing/2014/main" id="{2F4C171E-3D12-FC48-87BB-B5005B4EE338}"/>
              </a:ext>
            </a:extLst>
          </p:cNvPr>
          <p:cNvSpPr>
            <a:spLocks noGrp="1"/>
          </p:cNvSpPr>
          <p:nvPr>
            <p:ph type="body" sz="quarter" idx="31" hasCustomPrompt="1"/>
          </p:nvPr>
        </p:nvSpPr>
        <p:spPr>
          <a:xfrm>
            <a:off x="4426242"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0" name="Text Placeholder 17">
            <a:extLst>
              <a:ext uri="{FF2B5EF4-FFF2-40B4-BE49-F238E27FC236}">
                <a16:creationId xmlns:a16="http://schemas.microsoft.com/office/drawing/2014/main" id="{E8AE9E02-9423-4748-8AD7-2BBB3B94A799}"/>
              </a:ext>
            </a:extLst>
          </p:cNvPr>
          <p:cNvSpPr>
            <a:spLocks noGrp="1"/>
          </p:cNvSpPr>
          <p:nvPr>
            <p:ph type="body" sz="quarter" idx="32" hasCustomPrompt="1"/>
          </p:nvPr>
        </p:nvSpPr>
        <p:spPr>
          <a:xfrm>
            <a:off x="4426242"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1" name="Text Placeholder 17">
            <a:extLst>
              <a:ext uri="{FF2B5EF4-FFF2-40B4-BE49-F238E27FC236}">
                <a16:creationId xmlns:a16="http://schemas.microsoft.com/office/drawing/2014/main" id="{7C692F47-FBF4-5842-A0CA-4B8B48DE4638}"/>
              </a:ext>
            </a:extLst>
          </p:cNvPr>
          <p:cNvSpPr>
            <a:spLocks noGrp="1"/>
          </p:cNvSpPr>
          <p:nvPr>
            <p:ph type="body" sz="quarter" idx="33" hasCustomPrompt="1"/>
          </p:nvPr>
        </p:nvSpPr>
        <p:spPr>
          <a:xfrm>
            <a:off x="4426242"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2" name="Text Placeholder 17">
            <a:extLst>
              <a:ext uri="{FF2B5EF4-FFF2-40B4-BE49-F238E27FC236}">
                <a16:creationId xmlns:a16="http://schemas.microsoft.com/office/drawing/2014/main" id="{BDE48124-A481-074B-9AD4-22EC49D172D0}"/>
              </a:ext>
            </a:extLst>
          </p:cNvPr>
          <p:cNvSpPr>
            <a:spLocks noGrp="1"/>
          </p:cNvSpPr>
          <p:nvPr>
            <p:ph type="body" sz="quarter" idx="34" hasCustomPrompt="1"/>
          </p:nvPr>
        </p:nvSpPr>
        <p:spPr>
          <a:xfrm>
            <a:off x="4426242"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3" name="Text Placeholder 17">
            <a:extLst>
              <a:ext uri="{FF2B5EF4-FFF2-40B4-BE49-F238E27FC236}">
                <a16:creationId xmlns:a16="http://schemas.microsoft.com/office/drawing/2014/main" id="{98E2B4B4-ED02-4945-B581-1A8D48D031AA}"/>
              </a:ext>
            </a:extLst>
          </p:cNvPr>
          <p:cNvSpPr>
            <a:spLocks noGrp="1"/>
          </p:cNvSpPr>
          <p:nvPr>
            <p:ph type="body" sz="quarter" idx="35" hasCustomPrompt="1"/>
          </p:nvPr>
        </p:nvSpPr>
        <p:spPr>
          <a:xfrm>
            <a:off x="4426242"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4" name="Text Placeholder 17">
            <a:extLst>
              <a:ext uri="{FF2B5EF4-FFF2-40B4-BE49-F238E27FC236}">
                <a16:creationId xmlns:a16="http://schemas.microsoft.com/office/drawing/2014/main" id="{B70B7DFE-5DE8-0F42-BF3C-DA43110C0D0E}"/>
              </a:ext>
            </a:extLst>
          </p:cNvPr>
          <p:cNvSpPr>
            <a:spLocks noGrp="1"/>
          </p:cNvSpPr>
          <p:nvPr>
            <p:ph type="body" sz="quarter" idx="36" hasCustomPrompt="1"/>
          </p:nvPr>
        </p:nvSpPr>
        <p:spPr>
          <a:xfrm>
            <a:off x="4426242"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5" name="Text Placeholder 17">
            <a:extLst>
              <a:ext uri="{FF2B5EF4-FFF2-40B4-BE49-F238E27FC236}">
                <a16:creationId xmlns:a16="http://schemas.microsoft.com/office/drawing/2014/main" id="{D63FCDAD-F7F9-774F-8EC9-A0777820ED0F}"/>
              </a:ext>
            </a:extLst>
          </p:cNvPr>
          <p:cNvSpPr>
            <a:spLocks noGrp="1"/>
          </p:cNvSpPr>
          <p:nvPr>
            <p:ph type="body" sz="quarter" idx="37" hasCustomPrompt="1"/>
          </p:nvPr>
        </p:nvSpPr>
        <p:spPr>
          <a:xfrm>
            <a:off x="4426242"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6" name="Text Placeholder 17">
            <a:extLst>
              <a:ext uri="{FF2B5EF4-FFF2-40B4-BE49-F238E27FC236}">
                <a16:creationId xmlns:a16="http://schemas.microsoft.com/office/drawing/2014/main" id="{AE66CCF5-C5F4-5645-A851-E4A7D572FDA7}"/>
              </a:ext>
            </a:extLst>
          </p:cNvPr>
          <p:cNvSpPr>
            <a:spLocks noGrp="1"/>
          </p:cNvSpPr>
          <p:nvPr>
            <p:ph type="body" sz="quarter" idx="38" hasCustomPrompt="1"/>
          </p:nvPr>
        </p:nvSpPr>
        <p:spPr>
          <a:xfrm>
            <a:off x="4426242"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86" name="Text Placeholder 17">
            <a:extLst>
              <a:ext uri="{FF2B5EF4-FFF2-40B4-BE49-F238E27FC236}">
                <a16:creationId xmlns:a16="http://schemas.microsoft.com/office/drawing/2014/main" id="{C10680BC-1106-B24D-A63E-02912A27325E}"/>
              </a:ext>
            </a:extLst>
          </p:cNvPr>
          <p:cNvSpPr>
            <a:spLocks noGrp="1"/>
          </p:cNvSpPr>
          <p:nvPr>
            <p:ph type="body" sz="quarter" idx="39" hasCustomPrompt="1"/>
          </p:nvPr>
        </p:nvSpPr>
        <p:spPr>
          <a:xfrm>
            <a:off x="8857959" y="1371600"/>
            <a:ext cx="2953039" cy="485340"/>
          </a:xfrm>
        </p:spPr>
        <p:txBody>
          <a:bodyPr anchor="ctr"/>
          <a:lstStyle>
            <a:lvl1pPr>
              <a:spcAft>
                <a:spcPts val="0"/>
              </a:spcAft>
              <a:defRPr sz="1600"/>
            </a:lvl1pPr>
          </a:lstStyle>
          <a:p>
            <a:pPr lvl="0"/>
            <a:r>
              <a:rPr lang="en-GB"/>
              <a:t>Agenda item</a:t>
            </a:r>
            <a:endParaRPr lang="en-US"/>
          </a:p>
        </p:txBody>
      </p:sp>
      <p:sp>
        <p:nvSpPr>
          <p:cNvPr id="87" name="Text Placeholder 17">
            <a:extLst>
              <a:ext uri="{FF2B5EF4-FFF2-40B4-BE49-F238E27FC236}">
                <a16:creationId xmlns:a16="http://schemas.microsoft.com/office/drawing/2014/main" id="{194D437D-E8B7-694E-B60A-5A3D6E811713}"/>
              </a:ext>
            </a:extLst>
          </p:cNvPr>
          <p:cNvSpPr>
            <a:spLocks noGrp="1"/>
          </p:cNvSpPr>
          <p:nvPr>
            <p:ph type="body" sz="quarter" idx="40" hasCustomPrompt="1"/>
          </p:nvPr>
        </p:nvSpPr>
        <p:spPr>
          <a:xfrm>
            <a:off x="8857959" y="1976478"/>
            <a:ext cx="2953039" cy="485340"/>
          </a:xfrm>
        </p:spPr>
        <p:txBody>
          <a:bodyPr anchor="ctr"/>
          <a:lstStyle>
            <a:lvl1pPr>
              <a:spcAft>
                <a:spcPts val="0"/>
              </a:spcAft>
              <a:defRPr sz="1600"/>
            </a:lvl1pPr>
          </a:lstStyle>
          <a:p>
            <a:pPr lvl="0"/>
            <a:r>
              <a:rPr lang="en-GB"/>
              <a:t>Agenda item</a:t>
            </a:r>
            <a:endParaRPr lang="en-US"/>
          </a:p>
        </p:txBody>
      </p:sp>
      <p:sp>
        <p:nvSpPr>
          <p:cNvPr id="88" name="Text Placeholder 17">
            <a:extLst>
              <a:ext uri="{FF2B5EF4-FFF2-40B4-BE49-F238E27FC236}">
                <a16:creationId xmlns:a16="http://schemas.microsoft.com/office/drawing/2014/main" id="{D743CFF4-B173-B648-86A6-5021F5FB8C07}"/>
              </a:ext>
            </a:extLst>
          </p:cNvPr>
          <p:cNvSpPr>
            <a:spLocks noGrp="1"/>
          </p:cNvSpPr>
          <p:nvPr>
            <p:ph type="body" sz="quarter" idx="41" hasCustomPrompt="1"/>
          </p:nvPr>
        </p:nvSpPr>
        <p:spPr>
          <a:xfrm>
            <a:off x="8857959" y="2581356"/>
            <a:ext cx="2953039" cy="485340"/>
          </a:xfrm>
        </p:spPr>
        <p:txBody>
          <a:bodyPr anchor="ctr"/>
          <a:lstStyle>
            <a:lvl1pPr>
              <a:spcAft>
                <a:spcPts val="0"/>
              </a:spcAft>
              <a:defRPr sz="1600"/>
            </a:lvl1pPr>
          </a:lstStyle>
          <a:p>
            <a:pPr lvl="0"/>
            <a:r>
              <a:rPr lang="en-GB"/>
              <a:t>Agenda item</a:t>
            </a:r>
            <a:endParaRPr lang="en-US"/>
          </a:p>
        </p:txBody>
      </p:sp>
      <p:sp>
        <p:nvSpPr>
          <p:cNvPr id="89" name="Text Placeholder 17">
            <a:extLst>
              <a:ext uri="{FF2B5EF4-FFF2-40B4-BE49-F238E27FC236}">
                <a16:creationId xmlns:a16="http://schemas.microsoft.com/office/drawing/2014/main" id="{67B9EDF9-023B-A84C-B540-ABBA3E3BA5C0}"/>
              </a:ext>
            </a:extLst>
          </p:cNvPr>
          <p:cNvSpPr>
            <a:spLocks noGrp="1"/>
          </p:cNvSpPr>
          <p:nvPr>
            <p:ph type="body" sz="quarter" idx="42" hasCustomPrompt="1"/>
          </p:nvPr>
        </p:nvSpPr>
        <p:spPr>
          <a:xfrm>
            <a:off x="8857959" y="3186234"/>
            <a:ext cx="2953039" cy="485340"/>
          </a:xfrm>
        </p:spPr>
        <p:txBody>
          <a:bodyPr anchor="ctr"/>
          <a:lstStyle>
            <a:lvl1pPr>
              <a:spcAft>
                <a:spcPts val="0"/>
              </a:spcAft>
              <a:defRPr sz="1600"/>
            </a:lvl1pPr>
          </a:lstStyle>
          <a:p>
            <a:pPr lvl="0"/>
            <a:r>
              <a:rPr lang="en-GB"/>
              <a:t>Agenda item</a:t>
            </a:r>
            <a:endParaRPr lang="en-US"/>
          </a:p>
        </p:txBody>
      </p:sp>
      <p:sp>
        <p:nvSpPr>
          <p:cNvPr id="90" name="Text Placeholder 17">
            <a:extLst>
              <a:ext uri="{FF2B5EF4-FFF2-40B4-BE49-F238E27FC236}">
                <a16:creationId xmlns:a16="http://schemas.microsoft.com/office/drawing/2014/main" id="{EA82EDEB-3F03-7A48-BC36-8C7437083F46}"/>
              </a:ext>
            </a:extLst>
          </p:cNvPr>
          <p:cNvSpPr>
            <a:spLocks noGrp="1"/>
          </p:cNvSpPr>
          <p:nvPr>
            <p:ph type="body" sz="quarter" idx="43" hasCustomPrompt="1"/>
          </p:nvPr>
        </p:nvSpPr>
        <p:spPr>
          <a:xfrm>
            <a:off x="8857959" y="3791112"/>
            <a:ext cx="2953039" cy="485340"/>
          </a:xfrm>
        </p:spPr>
        <p:txBody>
          <a:bodyPr anchor="ctr"/>
          <a:lstStyle>
            <a:lvl1pPr>
              <a:spcAft>
                <a:spcPts val="0"/>
              </a:spcAft>
              <a:defRPr sz="1600"/>
            </a:lvl1pPr>
          </a:lstStyle>
          <a:p>
            <a:pPr lvl="0"/>
            <a:r>
              <a:rPr lang="en-GB"/>
              <a:t>Agenda item</a:t>
            </a:r>
            <a:endParaRPr lang="en-US"/>
          </a:p>
        </p:txBody>
      </p:sp>
      <p:sp>
        <p:nvSpPr>
          <p:cNvPr id="91" name="Text Placeholder 17">
            <a:extLst>
              <a:ext uri="{FF2B5EF4-FFF2-40B4-BE49-F238E27FC236}">
                <a16:creationId xmlns:a16="http://schemas.microsoft.com/office/drawing/2014/main" id="{8D7A3AD2-4413-D941-B944-D1D235AC6689}"/>
              </a:ext>
            </a:extLst>
          </p:cNvPr>
          <p:cNvSpPr>
            <a:spLocks noGrp="1"/>
          </p:cNvSpPr>
          <p:nvPr>
            <p:ph type="body" sz="quarter" idx="44" hasCustomPrompt="1"/>
          </p:nvPr>
        </p:nvSpPr>
        <p:spPr>
          <a:xfrm>
            <a:off x="8857959" y="4395990"/>
            <a:ext cx="2953039" cy="485340"/>
          </a:xfrm>
        </p:spPr>
        <p:txBody>
          <a:bodyPr anchor="ctr"/>
          <a:lstStyle>
            <a:lvl1pPr>
              <a:spcAft>
                <a:spcPts val="0"/>
              </a:spcAft>
              <a:defRPr sz="1600"/>
            </a:lvl1pPr>
          </a:lstStyle>
          <a:p>
            <a:pPr lvl="0"/>
            <a:r>
              <a:rPr lang="en-GB"/>
              <a:t>Agenda item</a:t>
            </a:r>
            <a:endParaRPr lang="en-US"/>
          </a:p>
        </p:txBody>
      </p:sp>
      <p:sp>
        <p:nvSpPr>
          <p:cNvPr id="92" name="Text Placeholder 17">
            <a:extLst>
              <a:ext uri="{FF2B5EF4-FFF2-40B4-BE49-F238E27FC236}">
                <a16:creationId xmlns:a16="http://schemas.microsoft.com/office/drawing/2014/main" id="{F5014509-24B5-6040-8686-31A95601E0B3}"/>
              </a:ext>
            </a:extLst>
          </p:cNvPr>
          <p:cNvSpPr>
            <a:spLocks noGrp="1"/>
          </p:cNvSpPr>
          <p:nvPr>
            <p:ph type="body" sz="quarter" idx="45" hasCustomPrompt="1"/>
          </p:nvPr>
        </p:nvSpPr>
        <p:spPr>
          <a:xfrm>
            <a:off x="8857959" y="5000868"/>
            <a:ext cx="2953039" cy="485340"/>
          </a:xfrm>
        </p:spPr>
        <p:txBody>
          <a:bodyPr anchor="ctr"/>
          <a:lstStyle>
            <a:lvl1pPr>
              <a:spcAft>
                <a:spcPts val="0"/>
              </a:spcAft>
              <a:defRPr sz="1600"/>
            </a:lvl1pPr>
          </a:lstStyle>
          <a:p>
            <a:pPr lvl="0"/>
            <a:r>
              <a:rPr lang="en-GB"/>
              <a:t>Agenda item</a:t>
            </a:r>
            <a:endParaRPr lang="en-US"/>
          </a:p>
        </p:txBody>
      </p:sp>
      <p:sp>
        <p:nvSpPr>
          <p:cNvPr id="93" name="Text Placeholder 17">
            <a:extLst>
              <a:ext uri="{FF2B5EF4-FFF2-40B4-BE49-F238E27FC236}">
                <a16:creationId xmlns:a16="http://schemas.microsoft.com/office/drawing/2014/main" id="{02B9D5CB-DA36-724C-A996-6331344816A3}"/>
              </a:ext>
            </a:extLst>
          </p:cNvPr>
          <p:cNvSpPr>
            <a:spLocks noGrp="1"/>
          </p:cNvSpPr>
          <p:nvPr>
            <p:ph type="body" sz="quarter" idx="46" hasCustomPrompt="1"/>
          </p:nvPr>
        </p:nvSpPr>
        <p:spPr>
          <a:xfrm>
            <a:off x="8857959" y="5605747"/>
            <a:ext cx="2953039" cy="485340"/>
          </a:xfrm>
        </p:spPr>
        <p:txBody>
          <a:bodyPr anchor="ctr"/>
          <a:lstStyle>
            <a:lvl1pPr>
              <a:spcAft>
                <a:spcPts val="0"/>
              </a:spcAft>
              <a:defRPr sz="1600"/>
            </a:lvl1pPr>
          </a:lstStyle>
          <a:p>
            <a:pPr lvl="0"/>
            <a:r>
              <a:rPr lang="en-GB"/>
              <a:t>Agenda item</a:t>
            </a:r>
            <a:endParaRPr lang="en-US"/>
          </a:p>
        </p:txBody>
      </p:sp>
      <p:sp>
        <p:nvSpPr>
          <p:cNvPr id="94" name="Text Placeholder 17">
            <a:extLst>
              <a:ext uri="{FF2B5EF4-FFF2-40B4-BE49-F238E27FC236}">
                <a16:creationId xmlns:a16="http://schemas.microsoft.com/office/drawing/2014/main" id="{ED51288A-4DF8-0D4F-8BBC-90AE60B66177}"/>
              </a:ext>
            </a:extLst>
          </p:cNvPr>
          <p:cNvSpPr>
            <a:spLocks noGrp="1"/>
          </p:cNvSpPr>
          <p:nvPr>
            <p:ph type="body" sz="quarter" idx="47" hasCustomPrompt="1"/>
          </p:nvPr>
        </p:nvSpPr>
        <p:spPr>
          <a:xfrm>
            <a:off x="8317230" y="137160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5" name="Text Placeholder 17">
            <a:extLst>
              <a:ext uri="{FF2B5EF4-FFF2-40B4-BE49-F238E27FC236}">
                <a16:creationId xmlns:a16="http://schemas.microsoft.com/office/drawing/2014/main" id="{B55123CE-2705-2A4C-88D5-5BEECF04606C}"/>
              </a:ext>
            </a:extLst>
          </p:cNvPr>
          <p:cNvSpPr>
            <a:spLocks noGrp="1"/>
          </p:cNvSpPr>
          <p:nvPr>
            <p:ph type="body" sz="quarter" idx="48" hasCustomPrompt="1"/>
          </p:nvPr>
        </p:nvSpPr>
        <p:spPr>
          <a:xfrm>
            <a:off x="8317230" y="197647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6" name="Text Placeholder 17">
            <a:extLst>
              <a:ext uri="{FF2B5EF4-FFF2-40B4-BE49-F238E27FC236}">
                <a16:creationId xmlns:a16="http://schemas.microsoft.com/office/drawing/2014/main" id="{95340386-A048-C64F-B858-E874FB9006DC}"/>
              </a:ext>
            </a:extLst>
          </p:cNvPr>
          <p:cNvSpPr>
            <a:spLocks noGrp="1"/>
          </p:cNvSpPr>
          <p:nvPr>
            <p:ph type="body" sz="quarter" idx="49" hasCustomPrompt="1"/>
          </p:nvPr>
        </p:nvSpPr>
        <p:spPr>
          <a:xfrm>
            <a:off x="8317230" y="2581356"/>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7" name="Text Placeholder 17">
            <a:extLst>
              <a:ext uri="{FF2B5EF4-FFF2-40B4-BE49-F238E27FC236}">
                <a16:creationId xmlns:a16="http://schemas.microsoft.com/office/drawing/2014/main" id="{389D3522-38D0-6A46-B023-28998ECDD0FA}"/>
              </a:ext>
            </a:extLst>
          </p:cNvPr>
          <p:cNvSpPr>
            <a:spLocks noGrp="1"/>
          </p:cNvSpPr>
          <p:nvPr>
            <p:ph type="body" sz="quarter" idx="50" hasCustomPrompt="1"/>
          </p:nvPr>
        </p:nvSpPr>
        <p:spPr>
          <a:xfrm>
            <a:off x="8317230" y="3186234"/>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8" name="Text Placeholder 17">
            <a:extLst>
              <a:ext uri="{FF2B5EF4-FFF2-40B4-BE49-F238E27FC236}">
                <a16:creationId xmlns:a16="http://schemas.microsoft.com/office/drawing/2014/main" id="{DFF1DA35-A5DD-8E48-B33F-D2FC79AD9AF0}"/>
              </a:ext>
            </a:extLst>
          </p:cNvPr>
          <p:cNvSpPr>
            <a:spLocks noGrp="1"/>
          </p:cNvSpPr>
          <p:nvPr>
            <p:ph type="body" sz="quarter" idx="51" hasCustomPrompt="1"/>
          </p:nvPr>
        </p:nvSpPr>
        <p:spPr>
          <a:xfrm>
            <a:off x="8317230" y="3791112"/>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99" name="Text Placeholder 17">
            <a:extLst>
              <a:ext uri="{FF2B5EF4-FFF2-40B4-BE49-F238E27FC236}">
                <a16:creationId xmlns:a16="http://schemas.microsoft.com/office/drawing/2014/main" id="{2DD1FA43-908E-6A4A-8D78-19F781C138B2}"/>
              </a:ext>
            </a:extLst>
          </p:cNvPr>
          <p:cNvSpPr>
            <a:spLocks noGrp="1"/>
          </p:cNvSpPr>
          <p:nvPr>
            <p:ph type="body" sz="quarter" idx="52" hasCustomPrompt="1"/>
          </p:nvPr>
        </p:nvSpPr>
        <p:spPr>
          <a:xfrm>
            <a:off x="8317230" y="4395990"/>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100" name="Text Placeholder 17">
            <a:extLst>
              <a:ext uri="{FF2B5EF4-FFF2-40B4-BE49-F238E27FC236}">
                <a16:creationId xmlns:a16="http://schemas.microsoft.com/office/drawing/2014/main" id="{B42DF6FB-CEA5-344B-B42D-A5B8AF0712F6}"/>
              </a:ext>
            </a:extLst>
          </p:cNvPr>
          <p:cNvSpPr>
            <a:spLocks noGrp="1"/>
          </p:cNvSpPr>
          <p:nvPr>
            <p:ph type="body" sz="quarter" idx="53" hasCustomPrompt="1"/>
          </p:nvPr>
        </p:nvSpPr>
        <p:spPr>
          <a:xfrm>
            <a:off x="8317230" y="5000868"/>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101" name="Text Placeholder 17">
            <a:extLst>
              <a:ext uri="{FF2B5EF4-FFF2-40B4-BE49-F238E27FC236}">
                <a16:creationId xmlns:a16="http://schemas.microsoft.com/office/drawing/2014/main" id="{DD7618EA-1B4E-9D4F-BE9D-ED39BC26377B}"/>
              </a:ext>
            </a:extLst>
          </p:cNvPr>
          <p:cNvSpPr>
            <a:spLocks noGrp="1"/>
          </p:cNvSpPr>
          <p:nvPr>
            <p:ph type="body" sz="quarter" idx="54" hasCustomPrompt="1"/>
          </p:nvPr>
        </p:nvSpPr>
        <p:spPr>
          <a:xfrm>
            <a:off x="8317230" y="5605747"/>
            <a:ext cx="405128" cy="485340"/>
          </a:xfrm>
        </p:spPr>
        <p:txBody>
          <a:bodyPr anchor="ctr"/>
          <a:lstStyle>
            <a:lvl1pPr marL="0" marR="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sz="1800" b="1">
                <a:solidFill>
                  <a:schemeClr val="accent1"/>
                </a:solidFill>
              </a:defRPr>
            </a:lvl1pPr>
          </a:lstStyle>
          <a:p>
            <a:pPr marL="0" marR="0" lvl="0" indent="0" algn="ctr"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a:t>##</a:t>
            </a:r>
            <a:endParaRPr lang="en-US"/>
          </a:p>
        </p:txBody>
      </p:sp>
      <p:sp>
        <p:nvSpPr>
          <p:cNvPr id="38" name="Date Placeholder 10">
            <a:extLst>
              <a:ext uri="{FF2B5EF4-FFF2-40B4-BE49-F238E27FC236}">
                <a16:creationId xmlns:a16="http://schemas.microsoft.com/office/drawing/2014/main" id="{44B6DFC5-6A54-A441-B4A1-5FB1E57A22CB}"/>
              </a:ext>
            </a:extLst>
          </p:cNvPr>
          <p:cNvSpPr>
            <a:spLocks noGrp="1"/>
          </p:cNvSpPr>
          <p:nvPr>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fld id="{EDCDE1A5-7B8C-446C-B047-DEF343C830D4}" type="datetime2">
              <a:rPr lang="en-US" smtClean="0"/>
              <a:t>Monday, April 20, 2026</a:t>
            </a:fld>
            <a:endParaRPr lang="en-US"/>
          </a:p>
        </p:txBody>
      </p:sp>
      <p:sp>
        <p:nvSpPr>
          <p:cNvPr id="3" name="TextBox 2">
            <a:extLst>
              <a:ext uri="{FF2B5EF4-FFF2-40B4-BE49-F238E27FC236}">
                <a16:creationId xmlns:a16="http://schemas.microsoft.com/office/drawing/2014/main" id="{FDFC4F5B-DE83-214A-95EA-68339F579CF1}"/>
              </a:ext>
            </a:extLst>
          </p:cNvPr>
          <p:cNvSpPr txBox="1"/>
          <p:nvPr userDrawn="1"/>
        </p:nvSpPr>
        <p:spPr>
          <a:xfrm>
            <a:off x="9290304" y="6601968"/>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3004770660"/>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Section Divider with Image - Gradient Dark">
    <p:bg>
      <p:bgPr>
        <a:solidFill>
          <a:schemeClr val="accent3"/>
        </a:solidFill>
        <a:effectLst/>
      </p:bgPr>
    </p:bg>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86F62995-A1F7-47A0-AD35-CBADA9723982}"/>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18"/>
          <a:stretch/>
        </p:blipFill>
        <p:spPr>
          <a:xfrm>
            <a:off x="1185" y="0"/>
            <a:ext cx="12189630" cy="6858000"/>
          </a:xfrm>
          <a:prstGeom prst="rect">
            <a:avLst/>
          </a:prstGeom>
        </p:spPr>
      </p:pic>
      <p:sp>
        <p:nvSpPr>
          <p:cNvPr id="9" name="Text Placeholder 8">
            <a:extLst>
              <a:ext uri="{FF2B5EF4-FFF2-40B4-BE49-F238E27FC236}">
                <a16:creationId xmlns:a16="http://schemas.microsoft.com/office/drawing/2014/main" id="{F961CA96-71E3-F941-B41E-52928AB91109}"/>
              </a:ext>
            </a:extLst>
          </p:cNvPr>
          <p:cNvSpPr>
            <a:spLocks noGrp="1"/>
          </p:cNvSpPr>
          <p:nvPr>
            <p:ph type="body" sz="quarter" idx="16" hasCustomPrompt="1"/>
          </p:nvPr>
        </p:nvSpPr>
        <p:spPr>
          <a:xfrm>
            <a:off x="1143000" y="4610099"/>
            <a:ext cx="4953000" cy="1474215"/>
          </a:xfrm>
        </p:spPr>
        <p:txBody>
          <a:bodyPr/>
          <a:lstStyle>
            <a:lvl1pPr marL="0" indent="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GB"/>
              <a:t>Place subtitle here in GT Sectra Fine 24pt</a:t>
            </a:r>
            <a:endParaRPr lang="en-US"/>
          </a:p>
        </p:txBody>
      </p:sp>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a:buNone/>
              <a:defRPr sz="1400" b="0">
                <a:solidFill>
                  <a:schemeClr val="tx1"/>
                </a:solidFill>
              </a:defRPr>
            </a:lvl1pPr>
          </a:lstStyle>
          <a:p>
            <a:r>
              <a:rPr lang="en-GB"/>
              <a:t>Add image, then ‘Send to Back’</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pic>
        <p:nvPicPr>
          <p:cNvPr id="4" name="Picture 3">
            <a:extLst>
              <a:ext uri="{FF2B5EF4-FFF2-40B4-BE49-F238E27FC236}">
                <a16:creationId xmlns:a16="http://schemas.microsoft.com/office/drawing/2014/main" id="{8EC07FC4-5CE3-4377-9FF4-FE915E8F0A0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576D3AD0-C81D-4B6F-AF8C-3B3FD9443CEC}"/>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a:ln>
                  <a:noFill/>
                </a:ln>
                <a:solidFill>
                  <a:srgbClr val="FFFFFF">
                    <a:alpha val="75000"/>
                  </a:srgbClr>
                </a:solidFill>
                <a:effectLst/>
                <a:uLnTx/>
                <a:uFillTx/>
              </a:rPr>
              <a:t>Copyright © 2021 Accenture. All rights reserved. </a:t>
            </a:r>
            <a:br>
              <a:rPr kumimoji="0" lang="en-GB" sz="800" b="0" i="0" u="none" strike="noStrike" kern="0" cap="none" spc="0" normalizeH="0" baseline="0" noProof="0">
                <a:ln>
                  <a:noFill/>
                </a:ln>
                <a:solidFill>
                  <a:srgbClr val="FFFFFF">
                    <a:alpha val="75000"/>
                  </a:srgbClr>
                </a:solidFill>
                <a:effectLst/>
                <a:uLnTx/>
                <a:uFillTx/>
              </a:rPr>
            </a:br>
            <a:r>
              <a:rPr kumimoji="0" lang="en-GB" sz="800" b="0" i="0" u="none" strike="noStrike" kern="0" cap="none" spc="0" normalizeH="0" baseline="0" noProof="0">
                <a:ln>
                  <a:noFill/>
                </a:ln>
                <a:solidFill>
                  <a:srgbClr val="FFFFFF">
                    <a:alpha val="75000"/>
                  </a:srgbClr>
                </a:solidFill>
                <a:effectLst/>
                <a:uLnTx/>
                <a:uFillTx/>
              </a:rPr>
              <a:t>Accenture and its logo are registered trademarks of Accenture.</a:t>
            </a:r>
          </a:p>
        </p:txBody>
      </p:sp>
      <p:sp>
        <p:nvSpPr>
          <p:cNvPr id="7" name="TextBox 6">
            <a:extLst>
              <a:ext uri="{FF2B5EF4-FFF2-40B4-BE49-F238E27FC236}">
                <a16:creationId xmlns:a16="http://schemas.microsoft.com/office/drawing/2014/main" id="{65BB85E4-FADD-4019-B75F-48AAA1B24BF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Tree>
    <p:extLst>
      <p:ext uri="{BB962C8B-B14F-4D97-AF65-F5344CB8AC3E}">
        <p14:creationId xmlns:p14="http://schemas.microsoft.com/office/powerpoint/2010/main" val="16562532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Section Divider with Image - Gradient Core">
    <p:bg>
      <p:bgPr>
        <a:solidFill>
          <a:schemeClr val="accent3"/>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34847E9-71CB-4177-8BB3-C4EDB8A3E264}"/>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0" y="381000"/>
            <a:ext cx="4953000" cy="5703315"/>
          </a:xfrm>
          <a:noFill/>
        </p:spPr>
        <p:txBody>
          <a:bodyPr tIns="274320" bIns="274320" anchor="ctr"/>
          <a:lstStyle>
            <a:lvl1pPr marL="0" indent="0" algn="ctr">
              <a:buNone/>
              <a:defRPr sz="1400" b="0">
                <a:solidFill>
                  <a:schemeClr val="tx1"/>
                </a:solidFill>
              </a:defRPr>
            </a:lvl1pPr>
          </a:lstStyle>
          <a:p>
            <a:r>
              <a:rPr lang="en-GB"/>
              <a:t>Add image, then ‘Send to Back’</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1" y="381000"/>
            <a:ext cx="4952999" cy="3915092"/>
          </a:xfrm>
        </p:spPr>
        <p:txBody>
          <a:bodyPr anchor="b"/>
          <a:lstStyle>
            <a:lvl1pPr>
              <a:defRPr sz="5400">
                <a:solidFill>
                  <a:schemeClr val="tx1"/>
                </a:solidFill>
              </a:defRPr>
            </a:lvl1pPr>
          </a:lstStyle>
          <a:p>
            <a:r>
              <a:rPr lang="en-US"/>
              <a:t>Section title 54pt</a:t>
            </a:r>
          </a:p>
        </p:txBody>
      </p:sp>
      <p:pic>
        <p:nvPicPr>
          <p:cNvPr id="4" name="Picture 3">
            <a:extLst>
              <a:ext uri="{FF2B5EF4-FFF2-40B4-BE49-F238E27FC236}">
                <a16:creationId xmlns:a16="http://schemas.microsoft.com/office/drawing/2014/main" id="{8EC07FC4-5CE3-4377-9FF4-FE915E8F0A0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576D3AD0-C81D-4B6F-AF8C-3B3FD9443CEC}"/>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a:ln>
                  <a:noFill/>
                </a:ln>
                <a:solidFill>
                  <a:srgbClr val="FFFFFF">
                    <a:alpha val="75000"/>
                  </a:srgbClr>
                </a:solidFill>
                <a:effectLst/>
                <a:uLnTx/>
                <a:uFillTx/>
              </a:rPr>
              <a:t>Copyright © 2021 Accenture. All rights reserved. </a:t>
            </a:r>
            <a:br>
              <a:rPr kumimoji="0" lang="en-GB" sz="800" b="0" i="0" u="none" strike="noStrike" kern="0" cap="none" spc="0" normalizeH="0" baseline="0" noProof="0">
                <a:ln>
                  <a:noFill/>
                </a:ln>
                <a:solidFill>
                  <a:srgbClr val="FFFFFF">
                    <a:alpha val="75000"/>
                  </a:srgbClr>
                </a:solidFill>
                <a:effectLst/>
                <a:uLnTx/>
                <a:uFillTx/>
              </a:rPr>
            </a:br>
            <a:r>
              <a:rPr kumimoji="0" lang="en-GB" sz="800" b="0" i="0" u="none" strike="noStrike" kern="0" cap="none" spc="0" normalizeH="0" baseline="0" noProof="0">
                <a:ln>
                  <a:noFill/>
                </a:ln>
                <a:solidFill>
                  <a:srgbClr val="FFFFFF">
                    <a:alpha val="75000"/>
                  </a:srgbClr>
                </a:solidFill>
                <a:effectLst/>
                <a:uLnTx/>
                <a:uFillTx/>
              </a:rPr>
              <a:t>Accenture and its logo are registered trademarks of Accenture.</a:t>
            </a:r>
          </a:p>
        </p:txBody>
      </p:sp>
      <p:sp>
        <p:nvSpPr>
          <p:cNvPr id="7" name="TextBox 6">
            <a:extLst>
              <a:ext uri="{FF2B5EF4-FFF2-40B4-BE49-F238E27FC236}">
                <a16:creationId xmlns:a16="http://schemas.microsoft.com/office/drawing/2014/main" id="{65BB85E4-FADD-4019-B75F-48AAA1B24BF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
        <p:nvSpPr>
          <p:cNvPr id="9" name="Text Placeholder 8">
            <a:extLst>
              <a:ext uri="{FF2B5EF4-FFF2-40B4-BE49-F238E27FC236}">
                <a16:creationId xmlns:a16="http://schemas.microsoft.com/office/drawing/2014/main" id="{C8D88312-3597-964E-9B24-8371E2C85670}"/>
              </a:ext>
            </a:extLst>
          </p:cNvPr>
          <p:cNvSpPr>
            <a:spLocks noGrp="1"/>
          </p:cNvSpPr>
          <p:nvPr>
            <p:ph type="body" sz="quarter" idx="16" hasCustomPrompt="1"/>
          </p:nvPr>
        </p:nvSpPr>
        <p:spPr>
          <a:xfrm>
            <a:off x="1143000" y="4610099"/>
            <a:ext cx="4953000" cy="1474215"/>
          </a:xfrm>
        </p:spPr>
        <p:txBody>
          <a:bodyPr/>
          <a:lstStyle>
            <a:lvl1pPr marL="0" indent="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GB"/>
              <a:t>Place subtitle here in GT Sectra Fine 24pt</a:t>
            </a:r>
            <a:endParaRPr lang="en-US"/>
          </a:p>
        </p:txBody>
      </p:sp>
    </p:spTree>
    <p:extLst>
      <p:ext uri="{BB962C8B-B14F-4D97-AF65-F5344CB8AC3E}">
        <p14:creationId xmlns:p14="http://schemas.microsoft.com/office/powerpoint/2010/main" val="33698635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Section Divider - Numbered, Gradient Mid Purple">
    <p:bg>
      <p:bgPr>
        <a:solidFill>
          <a:schemeClr val="accent2"/>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CB16898D-3DD4-439C-B43F-558C1FDD3648}"/>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0"/>
            <a:ext cx="12192000" cy="3428999"/>
          </a:xfrm>
          <a:prstGeom prst="rect">
            <a:avLst/>
          </a:prstGeom>
        </p:spPr>
      </p:pic>
      <p:sp>
        <p:nvSpPr>
          <p:cNvPr id="7" name="Rectangle 6">
            <a:extLst>
              <a:ext uri="{FF2B5EF4-FFF2-40B4-BE49-F238E27FC236}">
                <a16:creationId xmlns:a16="http://schemas.microsoft.com/office/drawing/2014/main" id="{64015D5F-F315-4E58-856E-56BC8490AECE}"/>
              </a:ext>
            </a:extLst>
          </p:cNvPr>
          <p:cNvSpPr/>
          <p:nvPr userDrawn="1"/>
        </p:nvSpPr>
        <p:spPr>
          <a:xfrm>
            <a:off x="0" y="3428999"/>
            <a:ext cx="12192000" cy="3429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3889828"/>
            <a:ext cx="6186713" cy="2194485"/>
          </a:xfrm>
        </p:spPr>
        <p:txBody>
          <a:bodyPr anchor="t"/>
          <a:lstStyle>
            <a:lvl1pPr>
              <a:defRPr sz="5400">
                <a:solidFill>
                  <a:schemeClr val="tx1"/>
                </a:solidFill>
              </a:defRPr>
            </a:lvl1pPr>
          </a:lstStyle>
          <a:p>
            <a:r>
              <a:rPr lang="en-US"/>
              <a:t>Section title 54pt</a:t>
            </a:r>
          </a:p>
        </p:txBody>
      </p:sp>
      <p:sp>
        <p:nvSpPr>
          <p:cNvPr id="11" name="Text Placeholder 2">
            <a:extLst>
              <a:ext uri="{FF2B5EF4-FFF2-40B4-BE49-F238E27FC236}">
                <a16:creationId xmlns:a16="http://schemas.microsoft.com/office/drawing/2014/main" id="{63E56B88-63DE-42F5-AE08-5F9069ED6835}"/>
              </a:ext>
            </a:extLst>
          </p:cNvPr>
          <p:cNvSpPr>
            <a:spLocks noGrp="1"/>
          </p:cNvSpPr>
          <p:nvPr>
            <p:ph type="body" idx="10" hasCustomPrompt="1"/>
          </p:nvPr>
        </p:nvSpPr>
        <p:spPr>
          <a:xfrm>
            <a:off x="1143001" y="835805"/>
            <a:ext cx="6186712" cy="2194487"/>
          </a:xfrm>
        </p:spPr>
        <p:txBody>
          <a:bodyPr anchor="ctr"/>
          <a:lstStyle>
            <a:lvl1pPr marL="0" indent="0" algn="l" defTabSz="914400" rtl="0" eaLnBrk="1" latinLnBrk="0" hangingPunct="1">
              <a:lnSpc>
                <a:spcPct val="80000"/>
              </a:lnSpc>
              <a:spcBef>
                <a:spcPct val="0"/>
              </a:spcBef>
              <a:spcAft>
                <a:spcPts val="0"/>
              </a:spcAft>
              <a:buNone/>
              <a:defRPr lang="en-US" sz="16600" b="1" kern="1200" dirty="0">
                <a:ln w="38100">
                  <a:solidFill>
                    <a:schemeClr val="tx1"/>
                  </a:solidFill>
                </a:ln>
                <a:no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t>#</a:t>
            </a:r>
          </a:p>
        </p:txBody>
      </p:sp>
      <p:pic>
        <p:nvPicPr>
          <p:cNvPr id="4" name="Picture 3">
            <a:extLst>
              <a:ext uri="{FF2B5EF4-FFF2-40B4-BE49-F238E27FC236}">
                <a16:creationId xmlns:a16="http://schemas.microsoft.com/office/drawing/2014/main" id="{A3B317ED-600C-4D7F-990D-38990FC868E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86BA14C7-1430-48FF-8901-F3A033110900}"/>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a:ln>
                  <a:noFill/>
                </a:ln>
                <a:solidFill>
                  <a:srgbClr val="FFFFFF">
                    <a:alpha val="75000"/>
                  </a:srgbClr>
                </a:solidFill>
                <a:effectLst/>
                <a:uLnTx/>
                <a:uFillTx/>
              </a:rPr>
              <a:t>Copyright © 2021 Accenture. All rights reserved. </a:t>
            </a:r>
            <a:br>
              <a:rPr kumimoji="0" lang="en-GB" sz="800" b="0" i="0" u="none" strike="noStrike" kern="0" cap="none" spc="0" normalizeH="0" baseline="0" noProof="0">
                <a:ln>
                  <a:noFill/>
                </a:ln>
                <a:solidFill>
                  <a:srgbClr val="FFFFFF">
                    <a:alpha val="75000"/>
                  </a:srgbClr>
                </a:solidFill>
                <a:effectLst/>
                <a:uLnTx/>
                <a:uFillTx/>
              </a:rPr>
            </a:br>
            <a:r>
              <a:rPr kumimoji="0" lang="en-GB" sz="800" b="0" i="0" u="none" strike="noStrike" kern="0" cap="none" spc="0" normalizeH="0" baseline="0" noProof="0">
                <a:ln>
                  <a:noFill/>
                </a:ln>
                <a:solidFill>
                  <a:srgbClr val="FFFFFF">
                    <a:alpha val="75000"/>
                  </a:srgbClr>
                </a:solidFill>
                <a:effectLst/>
                <a:uLnTx/>
                <a:uFillTx/>
              </a:rPr>
              <a:t>Accenture and its logo are registered trademarks of Accenture.</a:t>
            </a:r>
          </a:p>
        </p:txBody>
      </p:sp>
      <p:sp>
        <p:nvSpPr>
          <p:cNvPr id="6" name="TextBox 5">
            <a:extLst>
              <a:ext uri="{FF2B5EF4-FFF2-40B4-BE49-F238E27FC236}">
                <a16:creationId xmlns:a16="http://schemas.microsoft.com/office/drawing/2014/main" id="{B68F01F3-5CA0-48F9-8E93-BE5B61747A9B}"/>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
        <p:nvSpPr>
          <p:cNvPr id="14" name="Text Placeholder 8">
            <a:extLst>
              <a:ext uri="{FF2B5EF4-FFF2-40B4-BE49-F238E27FC236}">
                <a16:creationId xmlns:a16="http://schemas.microsoft.com/office/drawing/2014/main" id="{4CC28DDD-91C9-FB49-B057-796687C8B07D}"/>
              </a:ext>
            </a:extLst>
          </p:cNvPr>
          <p:cNvSpPr>
            <a:spLocks noGrp="1"/>
          </p:cNvSpPr>
          <p:nvPr>
            <p:ph type="body" sz="quarter" idx="15" hasCustomPrompt="1"/>
          </p:nvPr>
        </p:nvSpPr>
        <p:spPr>
          <a:xfrm>
            <a:off x="8055427" y="3889828"/>
            <a:ext cx="2993573" cy="2194486"/>
          </a:xfrm>
        </p:spPr>
        <p:txBody>
          <a:bodyPr/>
          <a:lstStyle>
            <a:lvl1pPr marL="0" indent="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GB"/>
              <a:t>Place subtitle here in GT Sectra Fine 24pt</a:t>
            </a:r>
            <a:endParaRPr lang="en-US"/>
          </a:p>
        </p:txBody>
      </p:sp>
    </p:spTree>
    <p:extLst>
      <p:ext uri="{BB962C8B-B14F-4D97-AF65-F5344CB8AC3E}">
        <p14:creationId xmlns:p14="http://schemas.microsoft.com/office/powerpoint/2010/main" val="306944086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itle and Content - Dark">
    <p:bg>
      <p:bgPr>
        <a:solidFill>
          <a:schemeClr val="accent3"/>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859F547C-24AC-4360-A79B-5A655D445CD2}"/>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4" name="Title 1">
            <a:extLst>
              <a:ext uri="{FF2B5EF4-FFF2-40B4-BE49-F238E27FC236}">
                <a16:creationId xmlns:a16="http://schemas.microsoft.com/office/drawing/2014/main" id="{86D4EA4B-84F0-4EB3-B6B4-6EAB903D2C21}"/>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5" name="Content Placeholder 7">
            <a:extLst>
              <a:ext uri="{FF2B5EF4-FFF2-40B4-BE49-F238E27FC236}">
                <a16:creationId xmlns:a16="http://schemas.microsoft.com/office/drawing/2014/main" id="{6DFCE48E-1DF3-48D6-BD43-BA3B9CE95A05}"/>
              </a:ext>
            </a:extLst>
          </p:cNvPr>
          <p:cNvSpPr>
            <a:spLocks noGrp="1"/>
          </p:cNvSpPr>
          <p:nvPr>
            <p:ph sz="quarter" idx="10" hasCustomPrompt="1"/>
          </p:nvPr>
        </p:nvSpPr>
        <p:spPr>
          <a:xfrm>
            <a:off x="381001" y="1371601"/>
            <a:ext cx="11430000"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74338724"/>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le and Content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381001" y="1371601"/>
            <a:ext cx="11430000" cy="4940300"/>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551820"/>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Columns 2 - Headline + GT Sectra">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1DC12A70-EB69-034B-A8B3-5A8F76E5FCC1}"/>
              </a:ext>
            </a:extLst>
          </p:cNvPr>
          <p:cNvSpPr>
            <a:spLocks noGrp="1"/>
          </p:cNvSpPr>
          <p:nvPr>
            <p:ph type="body" sz="quarter" idx="14" hasCustomPrompt="1"/>
          </p:nvPr>
        </p:nvSpPr>
        <p:spPr>
          <a:xfrm>
            <a:off x="381000" y="3004457"/>
            <a:ext cx="5524500" cy="2869570"/>
          </a:xfrm>
        </p:spPr>
        <p:txBody>
          <a:bodyPr/>
          <a:lstStyle>
            <a:lvl1pPr marL="0" indent="0">
              <a:lnSpc>
                <a:spcPct val="90000"/>
              </a:lnSpc>
              <a:buNone/>
              <a:defRPr sz="2400">
                <a:solidFill>
                  <a:schemeClr val="accent1"/>
                </a:solidFill>
                <a:latin typeface="GT Sectra Fine" panose="00000500000000000000" pitchFamily="50" charset="0"/>
              </a:defRPr>
            </a:lvl1pPr>
            <a:lvl2pPr marL="0" indent="0">
              <a:buNone/>
              <a:defRPr sz="1800"/>
            </a:lvl2pPr>
            <a:lvl3pPr marL="228600">
              <a:buFont typeface="Arial" panose="020B0604020202020204" pitchFamily="34" charset="0"/>
              <a:buChar char="•"/>
              <a:defRPr sz="1800"/>
            </a:lvl3pPr>
            <a:lvl4pPr marL="457200">
              <a:buFont typeface="System Font"/>
              <a:buChar char="–"/>
              <a:defRPr sz="1600"/>
            </a:lvl4pPr>
            <a:lvl5pPr marL="685800">
              <a:buFont typeface="Arial" panose="020B0604020202020204" pitchFamily="34" charset="0"/>
              <a:buChar char="•"/>
              <a:defRPr sz="1600"/>
            </a:lvl5pPr>
          </a:lstStyle>
          <a:p>
            <a:pPr lvl="0"/>
            <a:r>
              <a:rPr lang="en-US"/>
              <a:t>Place sub-headline here in GT </a:t>
            </a:r>
            <a:r>
              <a:rPr lang="en-US" err="1"/>
              <a:t>Sectra</a:t>
            </a:r>
            <a:r>
              <a:rPr lang="en-US"/>
              <a:t> Fine, indent for other levels</a:t>
            </a:r>
          </a:p>
          <a:p>
            <a:pPr lvl="1"/>
            <a:r>
              <a:rPr lang="en-US"/>
              <a:t>Second level (text 18pt)</a:t>
            </a:r>
          </a:p>
          <a:p>
            <a:pPr lvl="2"/>
            <a:r>
              <a:rPr lang="en-US"/>
              <a:t>Third level bullet (bullet 18pt)</a:t>
            </a:r>
          </a:p>
          <a:p>
            <a:pPr lvl="3"/>
            <a:r>
              <a:rPr lang="en-US"/>
              <a:t>Fourth level bullet (bullet 16pt)</a:t>
            </a:r>
          </a:p>
          <a:p>
            <a:pPr lvl="4"/>
            <a:r>
              <a:rPr lang="en-US"/>
              <a:t>Fifth level bullet (bullet 16pt)</a:t>
            </a:r>
          </a:p>
        </p:txBody>
      </p:sp>
      <p:sp>
        <p:nvSpPr>
          <p:cNvPr id="6" name="Content Placeholder 7">
            <a:extLst>
              <a:ext uri="{FF2B5EF4-FFF2-40B4-BE49-F238E27FC236}">
                <a16:creationId xmlns:a16="http://schemas.microsoft.com/office/drawing/2014/main" id="{CC1513EB-EC9B-9B42-BA12-BC659505A768}"/>
              </a:ext>
            </a:extLst>
          </p:cNvPr>
          <p:cNvSpPr>
            <a:spLocks noGrp="1"/>
          </p:cNvSpPr>
          <p:nvPr>
            <p:ph sz="quarter" idx="10" hasCustomPrompt="1"/>
          </p:nvPr>
        </p:nvSpPr>
        <p:spPr>
          <a:xfrm>
            <a:off x="6286499" y="1371601"/>
            <a:ext cx="5524500" cy="4502426"/>
          </a:xfrm>
        </p:spPr>
        <p:txBody>
          <a:bodyPr/>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1371601"/>
            <a:ext cx="5524499" cy="1632856"/>
          </a:xfrm>
        </p:spPr>
        <p:txBody>
          <a:bodyPr/>
          <a:lstStyle/>
          <a:p>
            <a:r>
              <a:rPr lang="en-GB"/>
              <a:t>Place headline here (36pt, min 30pt)</a:t>
            </a:r>
            <a:endParaRPr lang="en-US"/>
          </a:p>
        </p:txBody>
      </p:sp>
    </p:spTree>
    <p:extLst>
      <p:ext uri="{BB962C8B-B14F-4D97-AF65-F5344CB8AC3E}">
        <p14:creationId xmlns:p14="http://schemas.microsoft.com/office/powerpoint/2010/main" val="3453490677"/>
      </p:ext>
    </p:extLst>
  </p:cSld>
  <p:clrMapOvr>
    <a:masterClrMapping/>
  </p:clrMapOvr>
  <p:extLst>
    <p:ext uri="{DCECCB84-F9BA-43D5-87BE-67443E8EF086}">
      <p15:sldGuideLst xmlns:p15="http://schemas.microsoft.com/office/powerpoint/2012/main">
        <p15:guide id="1" orient="horz" pos="864">
          <p15:clr>
            <a:srgbClr val="5ACBF0"/>
          </p15:clr>
        </p15:guide>
        <p15:guide id="2" pos="3720">
          <p15:clr>
            <a:srgbClr val="5ACBF0"/>
          </p15:clr>
        </p15:guide>
        <p15:guide id="3" pos="3960">
          <p15:clr>
            <a:srgbClr val="5ACBF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lumns 2 - Headline +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1371601"/>
            <a:ext cx="55245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3" name="Text Placeholder 2">
            <a:extLst>
              <a:ext uri="{FF2B5EF4-FFF2-40B4-BE49-F238E27FC236}">
                <a16:creationId xmlns:a16="http://schemas.microsoft.com/office/drawing/2014/main" id="{EDE1E44A-D007-46D2-9E20-283025607FF2}"/>
              </a:ext>
            </a:extLst>
          </p:cNvPr>
          <p:cNvSpPr>
            <a:spLocks noGrp="1"/>
          </p:cNvSpPr>
          <p:nvPr>
            <p:ph type="body" idx="14" hasCustomPrompt="1"/>
          </p:nvPr>
        </p:nvSpPr>
        <p:spPr>
          <a:xfrm>
            <a:off x="6286499" y="1371601"/>
            <a:ext cx="55245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 24pt</a:t>
            </a:r>
          </a:p>
        </p:txBody>
      </p:sp>
      <p:sp>
        <p:nvSpPr>
          <p:cNvPr id="18" name="Text Placeholder 2">
            <a:extLst>
              <a:ext uri="{FF2B5EF4-FFF2-40B4-BE49-F238E27FC236}">
                <a16:creationId xmlns:a16="http://schemas.microsoft.com/office/drawing/2014/main" id="{6B6533C5-6F53-46C1-904B-4A15BC734E7D}"/>
              </a:ext>
            </a:extLst>
          </p:cNvPr>
          <p:cNvSpPr>
            <a:spLocks noGrp="1"/>
          </p:cNvSpPr>
          <p:nvPr>
            <p:ph type="body" idx="16" hasCustomPrompt="1"/>
          </p:nvPr>
        </p:nvSpPr>
        <p:spPr>
          <a:xfrm>
            <a:off x="381000" y="5874026"/>
            <a:ext cx="5524500" cy="437873"/>
          </a:xfrm>
        </p:spPr>
        <p:txBody>
          <a:bodyPr anchor="t"/>
          <a:lstStyle>
            <a:lvl1pPr marL="0" indent="0" defTabSz="228600">
              <a:lnSpc>
                <a:spcPct val="90000"/>
              </a:lnSpc>
              <a:spcAft>
                <a:spcPts val="0"/>
              </a:spcAft>
              <a:buFont typeface="Arial" panose="020B0604020202020204" pitchFamily="34" charset="0"/>
              <a:buNone/>
              <a:defRPr sz="1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more info here 12pt</a:t>
            </a:r>
          </a:p>
        </p:txBody>
      </p:sp>
      <p:sp>
        <p:nvSpPr>
          <p:cNvPr id="21" name="Text Placeholder 2">
            <a:extLst>
              <a:ext uri="{FF2B5EF4-FFF2-40B4-BE49-F238E27FC236}">
                <a16:creationId xmlns:a16="http://schemas.microsoft.com/office/drawing/2014/main" id="{842901BF-D744-42DD-805A-32CB37B9D8BC}"/>
              </a:ext>
            </a:extLst>
          </p:cNvPr>
          <p:cNvSpPr>
            <a:spLocks noGrp="1"/>
          </p:cNvSpPr>
          <p:nvPr>
            <p:ph type="body" idx="17" hasCustomPrompt="1"/>
          </p:nvPr>
        </p:nvSpPr>
        <p:spPr>
          <a:xfrm>
            <a:off x="6286499" y="5874026"/>
            <a:ext cx="5524500" cy="437873"/>
          </a:xfrm>
        </p:spPr>
        <p:txBody>
          <a:bodyPr vert="horz" lIns="0" tIns="0" rIns="0" bIns="0" rtlCol="0" anchor="t">
            <a:noAutofit/>
          </a:bodyPr>
          <a:lstStyle>
            <a:lvl1pPr marL="0" indent="0" defTabSz="228600">
              <a:buNone/>
              <a:defRPr lang="en-US" sz="1200" dirty="0"/>
            </a:lvl1pPr>
          </a:lstStyle>
          <a:p>
            <a:pPr lvl="0"/>
            <a:r>
              <a:rPr lang="en-US"/>
              <a:t>Place more info here 12pt</a:t>
            </a:r>
          </a:p>
        </p:txBody>
      </p:sp>
      <p:sp>
        <p:nvSpPr>
          <p:cNvPr id="15" name="Content Placeholder 3">
            <a:extLst>
              <a:ext uri="{FF2B5EF4-FFF2-40B4-BE49-F238E27FC236}">
                <a16:creationId xmlns:a16="http://schemas.microsoft.com/office/drawing/2014/main" id="{F42700C7-7F8C-8142-B39A-C4519A48B902}"/>
              </a:ext>
            </a:extLst>
          </p:cNvPr>
          <p:cNvSpPr>
            <a:spLocks noGrp="1"/>
          </p:cNvSpPr>
          <p:nvPr>
            <p:ph sz="half" idx="2" hasCustomPrompt="1"/>
          </p:nvPr>
        </p:nvSpPr>
        <p:spPr>
          <a:xfrm>
            <a:off x="380999" y="2194561"/>
            <a:ext cx="5524499" cy="367946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6" name="Content Placeholder 3">
            <a:extLst>
              <a:ext uri="{FF2B5EF4-FFF2-40B4-BE49-F238E27FC236}">
                <a16:creationId xmlns:a16="http://schemas.microsoft.com/office/drawing/2014/main" id="{B1D4973F-C5A4-0C42-BA05-26E23A1AE857}"/>
              </a:ext>
            </a:extLst>
          </p:cNvPr>
          <p:cNvSpPr>
            <a:spLocks noGrp="1"/>
          </p:cNvSpPr>
          <p:nvPr>
            <p:ph sz="half" idx="18" hasCustomPrompt="1"/>
          </p:nvPr>
        </p:nvSpPr>
        <p:spPr>
          <a:xfrm>
            <a:off x="6286500" y="2194561"/>
            <a:ext cx="5524499" cy="3679465"/>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544845802"/>
      </p:ext>
    </p:extLst>
  </p:cSld>
  <p:clrMapOvr>
    <a:masterClrMapping/>
  </p:clrMapOvr>
  <p:extLst>
    <p:ext uri="{DCECCB84-F9BA-43D5-87BE-67443E8EF086}">
      <p15:sldGuideLst xmlns:p15="http://schemas.microsoft.com/office/powerpoint/2012/main">
        <p15:guide id="1" orient="horz" pos="864">
          <p15:clr>
            <a:srgbClr val="5ACBF0"/>
          </p15:clr>
        </p15:guide>
        <p15:guide id="2" pos="3720">
          <p15:clr>
            <a:srgbClr val="5ACBF0"/>
          </p15:clr>
        </p15:guide>
        <p15:guide id="3" pos="3960">
          <p15:clr>
            <a:srgbClr val="5ACBF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lumns 3 -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35560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4" name="Content Placeholder 3">
            <a:extLst>
              <a:ext uri="{FF2B5EF4-FFF2-40B4-BE49-F238E27FC236}">
                <a16:creationId xmlns:a16="http://schemas.microsoft.com/office/drawing/2014/main" id="{02BA4C27-1C65-4465-A8B1-ACE92701B4D0}"/>
              </a:ext>
            </a:extLst>
          </p:cNvPr>
          <p:cNvSpPr>
            <a:spLocks noGrp="1"/>
          </p:cNvSpPr>
          <p:nvPr>
            <p:ph sz="half" idx="2" hasCustomPrompt="1"/>
          </p:nvPr>
        </p:nvSpPr>
        <p:spPr>
          <a:xfrm>
            <a:off x="381000" y="3108960"/>
            <a:ext cx="3556000"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355600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4318000" y="2286000"/>
            <a:ext cx="35560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23" name="Content Placeholder 3">
            <a:extLst>
              <a:ext uri="{FF2B5EF4-FFF2-40B4-BE49-F238E27FC236}">
                <a16:creationId xmlns:a16="http://schemas.microsoft.com/office/drawing/2014/main" id="{DB26F5FE-8482-4C00-99C1-3FC3BEEE82C8}"/>
              </a:ext>
            </a:extLst>
          </p:cNvPr>
          <p:cNvSpPr>
            <a:spLocks noGrp="1"/>
          </p:cNvSpPr>
          <p:nvPr>
            <p:ph sz="half" idx="20" hasCustomPrompt="1"/>
          </p:nvPr>
        </p:nvSpPr>
        <p:spPr>
          <a:xfrm>
            <a:off x="4318000" y="3108960"/>
            <a:ext cx="3556000"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4318000" y="1828800"/>
            <a:ext cx="355600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8255000" y="2286000"/>
            <a:ext cx="355600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26" name="Content Placeholder 3">
            <a:extLst>
              <a:ext uri="{FF2B5EF4-FFF2-40B4-BE49-F238E27FC236}">
                <a16:creationId xmlns:a16="http://schemas.microsoft.com/office/drawing/2014/main" id="{CBA38EFA-DE92-462D-AAF3-DE465A478568}"/>
              </a:ext>
            </a:extLst>
          </p:cNvPr>
          <p:cNvSpPr>
            <a:spLocks noGrp="1"/>
          </p:cNvSpPr>
          <p:nvPr>
            <p:ph sz="half" idx="23" hasCustomPrompt="1"/>
          </p:nvPr>
        </p:nvSpPr>
        <p:spPr>
          <a:xfrm>
            <a:off x="8255000" y="3108960"/>
            <a:ext cx="3556000"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lang="en-US" sz="1200" kern="1200" dirty="0">
                <a:solidFill>
                  <a:schemeClr val="tx1"/>
                </a:solidFill>
                <a:latin typeface="+mn-lt"/>
                <a:ea typeface="+mn-ea"/>
                <a:cs typeface="+mn-cs"/>
              </a:defRPr>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marL="11113" lvl="5" indent="0" algn="l" defTabSz="228600" rtl="0" eaLnBrk="1" latinLnBrk="0" hangingPunct="1">
              <a:lnSpc>
                <a:spcPct val="90000"/>
              </a:lnSpc>
              <a:spcBef>
                <a:spcPts val="0"/>
              </a:spcBef>
              <a:spcAft>
                <a:spcPts val="1200"/>
              </a:spcAft>
              <a:buFont typeface="Graphik" panose="020B0503030202060203" pitchFamily="34" charset="0"/>
              <a:buNone/>
              <a:tabLst/>
            </a:pPr>
            <a:r>
              <a:rPr lang="en-US"/>
              <a:t>Sixth level</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8255000" y="1828800"/>
            <a:ext cx="355600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Tree>
    <p:extLst>
      <p:ext uri="{BB962C8B-B14F-4D97-AF65-F5344CB8AC3E}">
        <p14:creationId xmlns:p14="http://schemas.microsoft.com/office/powerpoint/2010/main" val="3453774362"/>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lumns 4 - Lis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381001" y="380999"/>
            <a:ext cx="11429999" cy="990602"/>
          </a:xfrm>
        </p:spPr>
        <p:txBody>
          <a:bodyPr/>
          <a:lstStyle/>
          <a:p>
            <a:r>
              <a:rPr lang="en-GB"/>
              <a:t>Place headline here (36pt, min 30pt)</a:t>
            </a:r>
            <a:endParaRPr lang="en-US"/>
          </a:p>
        </p:txBody>
      </p:sp>
      <p:sp>
        <p:nvSpPr>
          <p:cNvPr id="3" name="Text Placeholder 2">
            <a:extLst>
              <a:ext uri="{FF2B5EF4-FFF2-40B4-BE49-F238E27FC236}">
                <a16:creationId xmlns:a16="http://schemas.microsoft.com/office/drawing/2014/main" id="{4C9BBD74-54FD-481F-B3FD-0CE5318F281F}"/>
              </a:ext>
            </a:extLst>
          </p:cNvPr>
          <p:cNvSpPr>
            <a:spLocks noGrp="1"/>
          </p:cNvSpPr>
          <p:nvPr>
            <p:ph type="body" idx="1" hasCustomPrompt="1"/>
          </p:nvPr>
        </p:nvSpPr>
        <p:spPr>
          <a:xfrm>
            <a:off x="381000" y="2286000"/>
            <a:ext cx="2571749"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19" name="Text Placeholder 2">
            <a:extLst>
              <a:ext uri="{FF2B5EF4-FFF2-40B4-BE49-F238E27FC236}">
                <a16:creationId xmlns:a16="http://schemas.microsoft.com/office/drawing/2014/main" id="{72341109-26F6-4227-8890-EA8EB1C0EBBA}"/>
              </a:ext>
            </a:extLst>
          </p:cNvPr>
          <p:cNvSpPr>
            <a:spLocks noGrp="1"/>
          </p:cNvSpPr>
          <p:nvPr>
            <p:ph type="body" idx="18" hasCustomPrompt="1"/>
          </p:nvPr>
        </p:nvSpPr>
        <p:spPr>
          <a:xfrm>
            <a:off x="381000" y="1828800"/>
            <a:ext cx="2571749"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2" name="Text Placeholder 2">
            <a:extLst>
              <a:ext uri="{FF2B5EF4-FFF2-40B4-BE49-F238E27FC236}">
                <a16:creationId xmlns:a16="http://schemas.microsoft.com/office/drawing/2014/main" id="{65274935-A310-47A1-ACB7-150C9A4CCBD8}"/>
              </a:ext>
            </a:extLst>
          </p:cNvPr>
          <p:cNvSpPr>
            <a:spLocks noGrp="1"/>
          </p:cNvSpPr>
          <p:nvPr>
            <p:ph type="body" idx="19" hasCustomPrompt="1"/>
          </p:nvPr>
        </p:nvSpPr>
        <p:spPr>
          <a:xfrm>
            <a:off x="3333750" y="2286000"/>
            <a:ext cx="257175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24" name="Text Placeholder 2">
            <a:extLst>
              <a:ext uri="{FF2B5EF4-FFF2-40B4-BE49-F238E27FC236}">
                <a16:creationId xmlns:a16="http://schemas.microsoft.com/office/drawing/2014/main" id="{6F91AD4F-1A63-495D-A741-37A4A9D585AA}"/>
              </a:ext>
            </a:extLst>
          </p:cNvPr>
          <p:cNvSpPr>
            <a:spLocks noGrp="1"/>
          </p:cNvSpPr>
          <p:nvPr>
            <p:ph type="body" idx="21" hasCustomPrompt="1"/>
          </p:nvPr>
        </p:nvSpPr>
        <p:spPr>
          <a:xfrm>
            <a:off x="3333750" y="1828800"/>
            <a:ext cx="257175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25" name="Text Placeholder 2">
            <a:extLst>
              <a:ext uri="{FF2B5EF4-FFF2-40B4-BE49-F238E27FC236}">
                <a16:creationId xmlns:a16="http://schemas.microsoft.com/office/drawing/2014/main" id="{9B33E71D-D540-47A3-B3BA-2FFF7F53FF11}"/>
              </a:ext>
            </a:extLst>
          </p:cNvPr>
          <p:cNvSpPr>
            <a:spLocks noGrp="1"/>
          </p:cNvSpPr>
          <p:nvPr>
            <p:ph type="body" idx="22" hasCustomPrompt="1"/>
          </p:nvPr>
        </p:nvSpPr>
        <p:spPr>
          <a:xfrm>
            <a:off x="6286500" y="2286000"/>
            <a:ext cx="257175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27" name="Text Placeholder 2">
            <a:extLst>
              <a:ext uri="{FF2B5EF4-FFF2-40B4-BE49-F238E27FC236}">
                <a16:creationId xmlns:a16="http://schemas.microsoft.com/office/drawing/2014/main" id="{93F1B026-22B9-4DC5-B7C8-C26593A206F4}"/>
              </a:ext>
            </a:extLst>
          </p:cNvPr>
          <p:cNvSpPr>
            <a:spLocks noGrp="1"/>
          </p:cNvSpPr>
          <p:nvPr>
            <p:ph type="body" idx="24" hasCustomPrompt="1"/>
          </p:nvPr>
        </p:nvSpPr>
        <p:spPr>
          <a:xfrm>
            <a:off x="6286500" y="1828800"/>
            <a:ext cx="257175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8" name="Text Placeholder 2">
            <a:extLst>
              <a:ext uri="{FF2B5EF4-FFF2-40B4-BE49-F238E27FC236}">
                <a16:creationId xmlns:a16="http://schemas.microsoft.com/office/drawing/2014/main" id="{6973701C-90E3-449B-A44A-0C66B0945601}"/>
              </a:ext>
            </a:extLst>
          </p:cNvPr>
          <p:cNvSpPr>
            <a:spLocks noGrp="1"/>
          </p:cNvSpPr>
          <p:nvPr>
            <p:ph type="body" idx="25" hasCustomPrompt="1"/>
          </p:nvPr>
        </p:nvSpPr>
        <p:spPr>
          <a:xfrm>
            <a:off x="9239250" y="2286000"/>
            <a:ext cx="2571750" cy="822960"/>
          </a:xfrm>
        </p:spPr>
        <p:txBody>
          <a:bodyPr anchor="t"/>
          <a:lstStyle>
            <a:lvl1pPr marL="0" indent="0">
              <a:lnSpc>
                <a:spcPct val="90000"/>
              </a:lnSpc>
              <a:spcAft>
                <a:spcPts val="0"/>
              </a:spcAft>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Place headline here</a:t>
            </a:r>
          </a:p>
        </p:txBody>
      </p:sp>
      <p:sp>
        <p:nvSpPr>
          <p:cNvPr id="21" name="Text Placeholder 2">
            <a:extLst>
              <a:ext uri="{FF2B5EF4-FFF2-40B4-BE49-F238E27FC236}">
                <a16:creationId xmlns:a16="http://schemas.microsoft.com/office/drawing/2014/main" id="{D6CB018D-34A3-4417-AE76-9BB3793F0332}"/>
              </a:ext>
            </a:extLst>
          </p:cNvPr>
          <p:cNvSpPr>
            <a:spLocks noGrp="1"/>
          </p:cNvSpPr>
          <p:nvPr>
            <p:ph type="body" idx="27" hasCustomPrompt="1"/>
          </p:nvPr>
        </p:nvSpPr>
        <p:spPr>
          <a:xfrm>
            <a:off x="9239250" y="1828800"/>
            <a:ext cx="2571750" cy="457200"/>
          </a:xfrm>
        </p:spPr>
        <p:txBody>
          <a:bodyPr anchor="t"/>
          <a:lstStyle>
            <a:lvl1pPr marL="0" indent="0">
              <a:spcAft>
                <a:spcPts val="0"/>
              </a:spcAft>
              <a:buNone/>
              <a:defRPr sz="24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a:t>
            </a:r>
            <a:endParaRPr lang="en-US"/>
          </a:p>
        </p:txBody>
      </p:sp>
      <p:sp>
        <p:nvSpPr>
          <p:cNvPr id="16" name="Content Placeholder 3">
            <a:extLst>
              <a:ext uri="{FF2B5EF4-FFF2-40B4-BE49-F238E27FC236}">
                <a16:creationId xmlns:a16="http://schemas.microsoft.com/office/drawing/2014/main" id="{3BDC2B1A-D3A0-C04B-AEDB-0389C637EF1A}"/>
              </a:ext>
            </a:extLst>
          </p:cNvPr>
          <p:cNvSpPr>
            <a:spLocks noGrp="1"/>
          </p:cNvSpPr>
          <p:nvPr>
            <p:ph sz="half" idx="28" hasCustomPrompt="1"/>
          </p:nvPr>
        </p:nvSpPr>
        <p:spPr>
          <a:xfrm>
            <a:off x="381000" y="3108960"/>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17" name="Content Placeholder 3">
            <a:extLst>
              <a:ext uri="{FF2B5EF4-FFF2-40B4-BE49-F238E27FC236}">
                <a16:creationId xmlns:a16="http://schemas.microsoft.com/office/drawing/2014/main" id="{40F6CE73-9C88-264F-A7F2-A3D2B2D1938B}"/>
              </a:ext>
            </a:extLst>
          </p:cNvPr>
          <p:cNvSpPr>
            <a:spLocks noGrp="1"/>
          </p:cNvSpPr>
          <p:nvPr>
            <p:ph sz="half" idx="29" hasCustomPrompt="1"/>
          </p:nvPr>
        </p:nvSpPr>
        <p:spPr>
          <a:xfrm>
            <a:off x="3333751" y="3108960"/>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8" name="Content Placeholder 3">
            <a:extLst>
              <a:ext uri="{FF2B5EF4-FFF2-40B4-BE49-F238E27FC236}">
                <a16:creationId xmlns:a16="http://schemas.microsoft.com/office/drawing/2014/main" id="{5F289FE6-F2A2-784D-9D31-047C10F04CDF}"/>
              </a:ext>
            </a:extLst>
          </p:cNvPr>
          <p:cNvSpPr>
            <a:spLocks noGrp="1"/>
          </p:cNvSpPr>
          <p:nvPr>
            <p:ph sz="half" idx="30" hasCustomPrompt="1"/>
          </p:nvPr>
        </p:nvSpPr>
        <p:spPr>
          <a:xfrm>
            <a:off x="6286501" y="3108960"/>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
        <p:nvSpPr>
          <p:cNvPr id="29" name="Content Placeholder 3">
            <a:extLst>
              <a:ext uri="{FF2B5EF4-FFF2-40B4-BE49-F238E27FC236}">
                <a16:creationId xmlns:a16="http://schemas.microsoft.com/office/drawing/2014/main" id="{A079B5C1-1D0F-8F40-A376-4AE3B49D1B5A}"/>
              </a:ext>
            </a:extLst>
          </p:cNvPr>
          <p:cNvSpPr>
            <a:spLocks noGrp="1"/>
          </p:cNvSpPr>
          <p:nvPr>
            <p:ph sz="half" idx="31" hasCustomPrompt="1"/>
          </p:nvPr>
        </p:nvSpPr>
        <p:spPr>
          <a:xfrm>
            <a:off x="9239251" y="3108960"/>
            <a:ext cx="2571749" cy="2725310"/>
          </a:xfrm>
        </p:spPr>
        <p:txBody>
          <a:bodyPr/>
          <a:lstStyle>
            <a:lvl1pPr>
              <a:spcAft>
                <a:spcPts val="600"/>
              </a:spcAft>
              <a:defRPr sz="1800"/>
            </a:lvl1pPr>
            <a:lvl2pPr>
              <a:spcAft>
                <a:spcPts val="600"/>
              </a:spcAft>
              <a:defRPr sz="1800"/>
            </a:lvl2pPr>
            <a:lvl3pPr>
              <a:spcAft>
                <a:spcPts val="600"/>
              </a:spcAft>
              <a:defRPr sz="1800"/>
            </a:lvl3pPr>
            <a:lvl4pPr>
              <a:spcAft>
                <a:spcPts val="600"/>
              </a:spcAft>
              <a:defRPr sz="1600"/>
            </a:lvl4pPr>
            <a:lvl5pPr>
              <a:spcAft>
                <a:spcPts val="600"/>
              </a:spcAft>
              <a:defRPr sz="1600"/>
            </a:lvl5pPr>
            <a:lvl6pPr>
              <a:defRPr sz="1200"/>
            </a:lvl6pPr>
          </a:lstStyle>
          <a:p>
            <a:pPr lvl="0"/>
            <a:r>
              <a:rPr lang="en-US"/>
              <a:t>Place text here</a:t>
            </a:r>
          </a:p>
          <a:p>
            <a:pPr lvl="1"/>
            <a:r>
              <a:rPr lang="en-US"/>
              <a:t>Second level</a:t>
            </a:r>
          </a:p>
          <a:p>
            <a:pPr lvl="2"/>
            <a:r>
              <a:rPr lang="en-US"/>
              <a:t>Third level</a:t>
            </a:r>
          </a:p>
          <a:p>
            <a:pPr lvl="3"/>
            <a:r>
              <a:rPr lang="en-US"/>
              <a:t>Fourth level</a:t>
            </a:r>
          </a:p>
          <a:p>
            <a:pPr lvl="4"/>
            <a:r>
              <a:rPr lang="en-US"/>
              <a:t>Fifth level</a:t>
            </a:r>
          </a:p>
          <a:p>
            <a:pPr lvl="5"/>
            <a:r>
              <a:rPr lang="en-US"/>
              <a:t>Sixth level</a:t>
            </a:r>
          </a:p>
        </p:txBody>
      </p:sp>
    </p:spTree>
    <p:extLst>
      <p:ext uri="{BB962C8B-B14F-4D97-AF65-F5344CB8AC3E}">
        <p14:creationId xmlns:p14="http://schemas.microsoft.com/office/powerpoint/2010/main" val="146234990"/>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cons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5" name="Picture Placeholder 13">
            <a:extLst>
              <a:ext uri="{FF2B5EF4-FFF2-40B4-BE49-F238E27FC236}">
                <a16:creationId xmlns:a16="http://schemas.microsoft.com/office/drawing/2014/main" id="{BD757F29-5B8C-430C-B53D-FA44B1887B4E}"/>
              </a:ext>
            </a:extLst>
          </p:cNvPr>
          <p:cNvSpPr>
            <a:spLocks noGrp="1"/>
          </p:cNvSpPr>
          <p:nvPr>
            <p:ph type="pic" sz="quarter" idx="14" hasCustomPrompt="1"/>
          </p:nvPr>
        </p:nvSpPr>
        <p:spPr>
          <a:xfrm>
            <a:off x="71377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22" name="Text Placeholder 21">
            <a:extLst>
              <a:ext uri="{FF2B5EF4-FFF2-40B4-BE49-F238E27FC236}">
                <a16:creationId xmlns:a16="http://schemas.microsoft.com/office/drawing/2014/main" id="{4C854DFB-B17D-45CF-98C3-3882DBE2C32C}"/>
              </a:ext>
            </a:extLst>
          </p:cNvPr>
          <p:cNvSpPr>
            <a:spLocks noGrp="1"/>
          </p:cNvSpPr>
          <p:nvPr>
            <p:ph type="body" sz="quarter" idx="19" hasCustomPrompt="1"/>
          </p:nvPr>
        </p:nvSpPr>
        <p:spPr>
          <a:xfrm>
            <a:off x="377415"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a:t>
            </a:r>
          </a:p>
          <a:p>
            <a:pPr lvl="1"/>
            <a:r>
              <a:rPr lang="en-US"/>
              <a:t>Details</a:t>
            </a:r>
          </a:p>
          <a:p>
            <a:pPr lvl="2"/>
            <a:r>
              <a:rPr lang="en-US"/>
              <a:t>More details</a:t>
            </a:r>
          </a:p>
          <a:p>
            <a:pPr lvl="3"/>
            <a:r>
              <a:rPr lang="en-US"/>
              <a:t>Bullet point</a:t>
            </a:r>
          </a:p>
        </p:txBody>
      </p:sp>
      <p:sp>
        <p:nvSpPr>
          <p:cNvPr id="16" name="Text Placeholder 21">
            <a:extLst>
              <a:ext uri="{FF2B5EF4-FFF2-40B4-BE49-F238E27FC236}">
                <a16:creationId xmlns:a16="http://schemas.microsoft.com/office/drawing/2014/main" id="{C5D125FD-0D25-4E65-82F5-4E18FE84E47C}"/>
              </a:ext>
            </a:extLst>
          </p:cNvPr>
          <p:cNvSpPr>
            <a:spLocks noGrp="1"/>
          </p:cNvSpPr>
          <p:nvPr>
            <p:ph type="body" sz="quarter" idx="20" hasCustomPrompt="1"/>
          </p:nvPr>
        </p:nvSpPr>
        <p:spPr>
          <a:xfrm>
            <a:off x="2739435"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a:t>
            </a:r>
          </a:p>
          <a:p>
            <a:pPr lvl="1"/>
            <a:r>
              <a:rPr lang="en-US"/>
              <a:t>Details</a:t>
            </a:r>
          </a:p>
          <a:p>
            <a:pPr lvl="2"/>
            <a:r>
              <a:rPr lang="en-US"/>
              <a:t>More details</a:t>
            </a:r>
          </a:p>
          <a:p>
            <a:pPr lvl="3"/>
            <a:r>
              <a:rPr lang="en-US"/>
              <a:t>Bullet point</a:t>
            </a:r>
          </a:p>
        </p:txBody>
      </p:sp>
      <p:sp>
        <p:nvSpPr>
          <p:cNvPr id="21" name="Text Placeholder 21">
            <a:extLst>
              <a:ext uri="{FF2B5EF4-FFF2-40B4-BE49-F238E27FC236}">
                <a16:creationId xmlns:a16="http://schemas.microsoft.com/office/drawing/2014/main" id="{5B124AA5-6419-4552-97B5-242DA08BE730}"/>
              </a:ext>
            </a:extLst>
          </p:cNvPr>
          <p:cNvSpPr>
            <a:spLocks noGrp="1"/>
          </p:cNvSpPr>
          <p:nvPr>
            <p:ph type="body" sz="quarter" idx="21" hasCustomPrompt="1"/>
          </p:nvPr>
        </p:nvSpPr>
        <p:spPr>
          <a:xfrm>
            <a:off x="5101455"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a:t>
            </a:r>
          </a:p>
          <a:p>
            <a:pPr lvl="1"/>
            <a:r>
              <a:rPr lang="en-US"/>
              <a:t>Details</a:t>
            </a:r>
          </a:p>
          <a:p>
            <a:pPr lvl="2"/>
            <a:r>
              <a:rPr lang="en-US"/>
              <a:t>More details</a:t>
            </a:r>
          </a:p>
          <a:p>
            <a:pPr lvl="3"/>
            <a:r>
              <a:rPr lang="en-US"/>
              <a:t>Bullet point</a:t>
            </a:r>
          </a:p>
        </p:txBody>
      </p:sp>
      <p:sp>
        <p:nvSpPr>
          <p:cNvPr id="23" name="Text Placeholder 21">
            <a:extLst>
              <a:ext uri="{FF2B5EF4-FFF2-40B4-BE49-F238E27FC236}">
                <a16:creationId xmlns:a16="http://schemas.microsoft.com/office/drawing/2014/main" id="{A378CD97-B880-4BCB-AD71-A7C1C1C84891}"/>
              </a:ext>
            </a:extLst>
          </p:cNvPr>
          <p:cNvSpPr>
            <a:spLocks noGrp="1"/>
          </p:cNvSpPr>
          <p:nvPr>
            <p:ph type="body" sz="quarter" idx="22" hasCustomPrompt="1"/>
          </p:nvPr>
        </p:nvSpPr>
        <p:spPr>
          <a:xfrm>
            <a:off x="7463475"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a:t>
            </a:r>
          </a:p>
          <a:p>
            <a:pPr lvl="1"/>
            <a:r>
              <a:rPr lang="en-US"/>
              <a:t>Details</a:t>
            </a:r>
          </a:p>
          <a:p>
            <a:pPr lvl="2"/>
            <a:r>
              <a:rPr lang="en-US"/>
              <a:t>More details</a:t>
            </a:r>
          </a:p>
          <a:p>
            <a:pPr lvl="3"/>
            <a:r>
              <a:rPr lang="en-US"/>
              <a:t>Bullet point</a:t>
            </a:r>
          </a:p>
        </p:txBody>
      </p:sp>
      <p:sp>
        <p:nvSpPr>
          <p:cNvPr id="24" name="Text Placeholder 21">
            <a:extLst>
              <a:ext uri="{FF2B5EF4-FFF2-40B4-BE49-F238E27FC236}">
                <a16:creationId xmlns:a16="http://schemas.microsoft.com/office/drawing/2014/main" id="{82CB6C29-05E0-4B43-A2EB-22FEB969E562}"/>
              </a:ext>
            </a:extLst>
          </p:cNvPr>
          <p:cNvSpPr>
            <a:spLocks noGrp="1"/>
          </p:cNvSpPr>
          <p:nvPr>
            <p:ph type="body" sz="quarter" idx="23" hasCustomPrompt="1"/>
          </p:nvPr>
        </p:nvSpPr>
        <p:spPr>
          <a:xfrm>
            <a:off x="9825496" y="3898900"/>
            <a:ext cx="1985504" cy="1677926"/>
          </a:xfrm>
        </p:spPr>
        <p:txBody>
          <a:bodyPr/>
          <a:lstStyle>
            <a:lvl1pPr marL="0" indent="0" algn="ctr">
              <a:lnSpc>
                <a:spcPct val="90000"/>
              </a:lnSpc>
              <a:spcAft>
                <a:spcPts val="600"/>
              </a:spcAft>
              <a:buFont typeface="Arial" panose="020B0604020202020204" pitchFamily="34" charset="0"/>
              <a:buNone/>
              <a:defRPr sz="2000" b="1"/>
            </a:lvl1pPr>
            <a:lvl2pPr marL="0" indent="0" algn="ctr">
              <a:spcAft>
                <a:spcPts val="600"/>
              </a:spcAft>
              <a:buNone/>
              <a:defRPr sz="1600"/>
            </a:lvl2pPr>
            <a:lvl3pPr marL="0" indent="0" algn="ctr">
              <a:spcAft>
                <a:spcPts val="600"/>
              </a:spcAft>
              <a:buNone/>
              <a:defRPr sz="1200"/>
            </a:lvl3pPr>
            <a:lvl4pPr marL="182880" indent="-182880" algn="ctr">
              <a:spcAft>
                <a:spcPts val="600"/>
              </a:spcAft>
              <a:buFont typeface="Arial" panose="020B0604020202020204" pitchFamily="34" charset="0"/>
              <a:buChar char="•"/>
              <a:defRPr sz="1200"/>
            </a:lvl4pPr>
            <a:lvl5pPr>
              <a:spcAft>
                <a:spcPts val="600"/>
              </a:spcAft>
              <a:defRPr sz="1600"/>
            </a:lvl5pPr>
          </a:lstStyle>
          <a:p>
            <a:pPr lvl="0"/>
            <a:r>
              <a:rPr lang="en-US"/>
              <a:t>Headline</a:t>
            </a:r>
          </a:p>
          <a:p>
            <a:pPr lvl="1"/>
            <a:r>
              <a:rPr lang="en-US"/>
              <a:t>Details</a:t>
            </a:r>
          </a:p>
          <a:p>
            <a:pPr lvl="2"/>
            <a:r>
              <a:rPr lang="en-US"/>
              <a:t>More details</a:t>
            </a:r>
          </a:p>
          <a:p>
            <a:pPr lvl="3"/>
            <a:r>
              <a:rPr lang="en-US"/>
              <a:t>Bullet point</a:t>
            </a:r>
          </a:p>
        </p:txBody>
      </p:sp>
      <p:cxnSp>
        <p:nvCxnSpPr>
          <p:cNvPr id="4" name="Straight Connector 3">
            <a:extLst>
              <a:ext uri="{FF2B5EF4-FFF2-40B4-BE49-F238E27FC236}">
                <a16:creationId xmlns:a16="http://schemas.microsoft.com/office/drawing/2014/main" id="{B13EDE11-CE40-4943-AE63-A3B14CB3C037}"/>
              </a:ext>
            </a:extLst>
          </p:cNvPr>
          <p:cNvCxnSpPr>
            <a:cxnSpLocks/>
          </p:cNvCxnSpPr>
          <p:nvPr userDrawn="1"/>
        </p:nvCxnSpPr>
        <p:spPr>
          <a:xfrm>
            <a:off x="114156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67ED40C-58DA-45F1-8E80-6A74976C6E1E}"/>
              </a:ext>
            </a:extLst>
          </p:cNvPr>
          <p:cNvCxnSpPr/>
          <p:nvPr userDrawn="1"/>
        </p:nvCxnSpPr>
        <p:spPr>
          <a:xfrm>
            <a:off x="350358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91A22B2-C08A-41DA-ACB1-5B59B4CDA8DE}"/>
              </a:ext>
            </a:extLst>
          </p:cNvPr>
          <p:cNvCxnSpPr/>
          <p:nvPr userDrawn="1"/>
        </p:nvCxnSpPr>
        <p:spPr>
          <a:xfrm>
            <a:off x="586560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57D3E374-86AB-4A80-81AD-B09F07C51B80}"/>
              </a:ext>
            </a:extLst>
          </p:cNvPr>
          <p:cNvCxnSpPr/>
          <p:nvPr userDrawn="1"/>
        </p:nvCxnSpPr>
        <p:spPr>
          <a:xfrm>
            <a:off x="8227627"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3A5244A-D0CA-43CB-A0DB-296A219EDC9D}"/>
              </a:ext>
            </a:extLst>
          </p:cNvPr>
          <p:cNvCxnSpPr>
            <a:cxnSpLocks/>
          </p:cNvCxnSpPr>
          <p:nvPr userDrawn="1"/>
        </p:nvCxnSpPr>
        <p:spPr>
          <a:xfrm>
            <a:off x="10589648" y="3634154"/>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9" name="Picture Placeholder 13">
            <a:extLst>
              <a:ext uri="{FF2B5EF4-FFF2-40B4-BE49-F238E27FC236}">
                <a16:creationId xmlns:a16="http://schemas.microsoft.com/office/drawing/2014/main" id="{EABD27E6-4547-45B3-9AC5-1EF508AE88ED}"/>
              </a:ext>
            </a:extLst>
          </p:cNvPr>
          <p:cNvSpPr>
            <a:spLocks noGrp="1"/>
          </p:cNvSpPr>
          <p:nvPr>
            <p:ph type="pic" sz="quarter" idx="24" hasCustomPrompt="1"/>
          </p:nvPr>
        </p:nvSpPr>
        <p:spPr>
          <a:xfrm>
            <a:off x="307579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0" name="Picture Placeholder 13">
            <a:extLst>
              <a:ext uri="{FF2B5EF4-FFF2-40B4-BE49-F238E27FC236}">
                <a16:creationId xmlns:a16="http://schemas.microsoft.com/office/drawing/2014/main" id="{31C34651-25FA-45DD-86DF-BB58EBE9AA84}"/>
              </a:ext>
            </a:extLst>
          </p:cNvPr>
          <p:cNvSpPr>
            <a:spLocks noGrp="1"/>
          </p:cNvSpPr>
          <p:nvPr>
            <p:ph type="pic" sz="quarter" idx="25" hasCustomPrompt="1"/>
          </p:nvPr>
        </p:nvSpPr>
        <p:spPr>
          <a:xfrm>
            <a:off x="543781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1" name="Picture Placeholder 13">
            <a:extLst>
              <a:ext uri="{FF2B5EF4-FFF2-40B4-BE49-F238E27FC236}">
                <a16:creationId xmlns:a16="http://schemas.microsoft.com/office/drawing/2014/main" id="{B32375EE-E449-4B59-B987-5D6EBFBDF31C}"/>
              </a:ext>
            </a:extLst>
          </p:cNvPr>
          <p:cNvSpPr>
            <a:spLocks noGrp="1"/>
          </p:cNvSpPr>
          <p:nvPr>
            <p:ph type="pic" sz="quarter" idx="26" hasCustomPrompt="1"/>
          </p:nvPr>
        </p:nvSpPr>
        <p:spPr>
          <a:xfrm>
            <a:off x="7799831"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32" name="Picture Placeholder 13">
            <a:extLst>
              <a:ext uri="{FF2B5EF4-FFF2-40B4-BE49-F238E27FC236}">
                <a16:creationId xmlns:a16="http://schemas.microsoft.com/office/drawing/2014/main" id="{EE1692D5-4CE6-4990-8769-B146983B9477}"/>
              </a:ext>
            </a:extLst>
          </p:cNvPr>
          <p:cNvSpPr>
            <a:spLocks noGrp="1"/>
          </p:cNvSpPr>
          <p:nvPr>
            <p:ph type="pic" sz="quarter" idx="27" hasCustomPrompt="1"/>
          </p:nvPr>
        </p:nvSpPr>
        <p:spPr>
          <a:xfrm>
            <a:off x="10161852" y="2098874"/>
            <a:ext cx="1312792" cy="1312792"/>
          </a:xfrm>
          <a:noFill/>
        </p:spPr>
        <p:txBody>
          <a:bodyPr/>
          <a:lstStyle>
            <a:lvl1pPr marL="0" indent="0" algn="ctr">
              <a:buFont typeface="Arial" panose="020B0604020202020204" pitchFamily="34" charset="0"/>
              <a:buNone/>
              <a:defRPr sz="1800" b="0"/>
            </a:lvl1pPr>
          </a:lstStyle>
          <a:p>
            <a:r>
              <a:rPr lang="en-GB"/>
              <a:t>Add icon</a:t>
            </a:r>
            <a:endParaRPr lang="en-US"/>
          </a:p>
        </p:txBody>
      </p:sp>
      <p:sp>
        <p:nvSpPr>
          <p:cNvPr id="18" name="Date Placeholder 10">
            <a:extLst>
              <a:ext uri="{FF2B5EF4-FFF2-40B4-BE49-F238E27FC236}">
                <a16:creationId xmlns:a16="http://schemas.microsoft.com/office/drawing/2014/main" id="{E3730EFD-23A6-7A4C-8044-54C1542D7587}"/>
              </a:ext>
            </a:extLst>
          </p:cNvPr>
          <p:cNvSpPr>
            <a:spLocks noGrp="1"/>
          </p:cNvSpPr>
          <p:nvPr>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fld id="{EDCDE1A5-7B8C-446C-B047-DEF343C830D4}" type="datetime2">
              <a:rPr lang="en-US" smtClean="0"/>
              <a:t>Monday, April 20, 2026</a:t>
            </a:fld>
            <a:endParaRPr lang="en-US"/>
          </a:p>
        </p:txBody>
      </p:sp>
    </p:spTree>
    <p:extLst>
      <p:ext uri="{BB962C8B-B14F-4D97-AF65-F5344CB8AC3E}">
        <p14:creationId xmlns:p14="http://schemas.microsoft.com/office/powerpoint/2010/main" val="3202086977"/>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eam 4 - Box Shadow">
    <p:spTree>
      <p:nvGrpSpPr>
        <p:cNvPr id="1" name=""/>
        <p:cNvGrpSpPr/>
        <p:nvPr/>
      </p:nvGrpSpPr>
      <p:grpSpPr>
        <a:xfrm>
          <a:off x="0" y="0"/>
          <a:ext cx="0" cy="0"/>
          <a:chOff x="0" y="0"/>
          <a:chExt cx="0" cy="0"/>
        </a:xfrm>
      </p:grpSpPr>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1154655"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Font typeface="Arial" panose="020B0604020202020204" pitchFamily="34" charse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25DB0B2A-9775-46B0-9A40-F75EBFA4B45C}"/>
              </a:ext>
            </a:extLst>
          </p:cNvPr>
          <p:cNvSpPr>
            <a:spLocks noGrp="1"/>
          </p:cNvSpPr>
          <p:nvPr>
            <p:ph type="pic" sz="quarter" idx="27" hasCustomPrompt="1"/>
          </p:nvPr>
        </p:nvSpPr>
        <p:spPr>
          <a:xfrm>
            <a:off x="3817351"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None/>
              <a:defRPr lang="en-US" sz="1800" dirty="0"/>
            </a:lvl1pPr>
          </a:lstStyle>
          <a:p>
            <a:pPr marL="228600" lvl="0" indent="-228600"/>
            <a:r>
              <a:rPr lang="en-GB"/>
              <a:t>Add profile photo</a:t>
            </a:r>
            <a:endParaRPr lang="en-US"/>
          </a:p>
        </p:txBody>
      </p:sp>
      <p:sp>
        <p:nvSpPr>
          <p:cNvPr id="47" name="Picture Placeholder 13">
            <a:extLst>
              <a:ext uri="{FF2B5EF4-FFF2-40B4-BE49-F238E27FC236}">
                <a16:creationId xmlns:a16="http://schemas.microsoft.com/office/drawing/2014/main" id="{F83F6B5F-EAE7-44DA-BD77-6D66865CEB92}"/>
              </a:ext>
            </a:extLst>
          </p:cNvPr>
          <p:cNvSpPr>
            <a:spLocks noGrp="1"/>
          </p:cNvSpPr>
          <p:nvPr>
            <p:ph type="pic" sz="quarter" idx="28" hasCustomPrompt="1"/>
          </p:nvPr>
        </p:nvSpPr>
        <p:spPr>
          <a:xfrm>
            <a:off x="6480047"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None/>
              <a:defRPr lang="en-US" sz="1800" dirty="0"/>
            </a:lvl1pPr>
          </a:lstStyle>
          <a:p>
            <a:pPr marL="228600" lvl="0" indent="-228600"/>
            <a:r>
              <a:rPr lang="en-GB"/>
              <a:t>Add profile photo</a:t>
            </a:r>
            <a:endParaRPr lang="en-US"/>
          </a:p>
        </p:txBody>
      </p:sp>
      <p:sp>
        <p:nvSpPr>
          <p:cNvPr id="48" name="Picture Placeholder 13">
            <a:extLst>
              <a:ext uri="{FF2B5EF4-FFF2-40B4-BE49-F238E27FC236}">
                <a16:creationId xmlns:a16="http://schemas.microsoft.com/office/drawing/2014/main" id="{AD8EF41C-E978-4139-80A4-73605C41EA35}"/>
              </a:ext>
            </a:extLst>
          </p:cNvPr>
          <p:cNvSpPr>
            <a:spLocks noGrp="1"/>
          </p:cNvSpPr>
          <p:nvPr>
            <p:ph type="pic" sz="quarter" idx="29" hasCustomPrompt="1"/>
          </p:nvPr>
        </p:nvSpPr>
        <p:spPr>
          <a:xfrm>
            <a:off x="9142743" y="1560513"/>
            <a:ext cx="1894600" cy="1894600"/>
          </a:xfrm>
          <a:solidFill>
            <a:schemeClr val="tx2">
              <a:lumMod val="20000"/>
              <a:lumOff val="80000"/>
            </a:schemeClr>
          </a:solidFill>
          <a:effectLst>
            <a:outerShdw dist="215900" dir="2700000" algn="tl" rotWithShape="0">
              <a:schemeClr val="accent1"/>
            </a:outerShdw>
          </a:effectLst>
        </p:spPr>
        <p:txBody>
          <a:bodyPr vert="horz" lIns="0" tIns="0" rIns="0" bIns="0" rtlCol="0">
            <a:noAutofit/>
          </a:bodyPr>
          <a:lstStyle>
            <a:lvl1pPr marL="0" indent="0">
              <a:buNone/>
              <a:defRPr lang="en-US" sz="1800" dirty="0"/>
            </a:lvl1pPr>
          </a:lstStyle>
          <a:p>
            <a:pPr marL="228600" lvl="0" indent="-228600"/>
            <a:r>
              <a:rPr lang="en-GB"/>
              <a:t>Add profile photo</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1154653" y="3914042"/>
            <a:ext cx="2047984" cy="2172433"/>
          </a:xfrm>
        </p:spPr>
        <p:txBody>
          <a:bodyPr/>
          <a:lstStyle>
            <a:lvl1pPr marL="0" indent="0">
              <a:lnSpc>
                <a:spcPct val="80000"/>
              </a:lnSpc>
              <a:spcAft>
                <a:spcPts val="600"/>
              </a:spcAft>
              <a:buFont typeface="Arial" panose="020B0604020202020204" pitchFamily="34" charset="0"/>
              <a:buNone/>
              <a:defRPr sz="2400" b="0" i="0">
                <a:solidFill>
                  <a:schemeClr val="accent2"/>
                </a:solidFill>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Full Name</a:t>
            </a:r>
          </a:p>
          <a:p>
            <a:pPr lvl="1"/>
            <a:r>
              <a:rPr lang="en-US"/>
              <a:t>Role</a:t>
            </a:r>
          </a:p>
          <a:p>
            <a:pPr lvl="2"/>
            <a:r>
              <a:rPr lang="en-US"/>
              <a:t>Short bio</a:t>
            </a:r>
          </a:p>
          <a:p>
            <a:pPr lvl="3"/>
            <a:r>
              <a:rPr lang="en-US"/>
              <a:t>Bullet point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3817350" y="3914042"/>
            <a:ext cx="2047984" cy="2172433"/>
          </a:xfrm>
        </p:spPr>
        <p:txBody>
          <a:bodyPr/>
          <a:lstStyle>
            <a:lvl1pPr marL="0" indent="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a:t>Full Name</a:t>
            </a:r>
          </a:p>
          <a:p>
            <a:pPr lvl="1"/>
            <a:r>
              <a:rPr lang="en-US"/>
              <a:t>Role</a:t>
            </a:r>
          </a:p>
          <a:p>
            <a:pPr lvl="2"/>
            <a:r>
              <a:rPr lang="en-US"/>
              <a:t>Short bio</a:t>
            </a:r>
          </a:p>
          <a:p>
            <a:pPr lvl="3"/>
            <a:r>
              <a:rPr lang="en-US"/>
              <a:t>Bullet point</a:t>
            </a:r>
          </a:p>
        </p:txBody>
      </p: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6480047" y="3914042"/>
            <a:ext cx="2047984" cy="2172433"/>
          </a:xfrm>
        </p:spPr>
        <p:txBody>
          <a:bodyPr/>
          <a:lstStyle>
            <a:lvl1pPr marL="0" indent="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a:t>Full Name</a:t>
            </a:r>
          </a:p>
          <a:p>
            <a:pPr lvl="1"/>
            <a:r>
              <a:rPr lang="en-US"/>
              <a:t>Role</a:t>
            </a:r>
          </a:p>
          <a:p>
            <a:pPr lvl="2"/>
            <a:r>
              <a:rPr lang="en-US"/>
              <a:t>Short bio</a:t>
            </a:r>
          </a:p>
          <a:p>
            <a:pPr lvl="3"/>
            <a:r>
              <a:rPr lang="en-US"/>
              <a:t>Bullet point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9142742" y="3914042"/>
            <a:ext cx="2047984" cy="2172433"/>
          </a:xfrm>
        </p:spPr>
        <p:txBody>
          <a:bodyPr/>
          <a:lstStyle>
            <a:lvl1pPr marL="0" indent="0">
              <a:lnSpc>
                <a:spcPct val="80000"/>
              </a:lnSpc>
              <a:spcAft>
                <a:spcPts val="600"/>
              </a:spcAft>
              <a:buFont typeface="Arial" panose="020B0604020202020204" pitchFamily="34" charset="0"/>
              <a:buNone/>
              <a:defRPr lang="en-US" sz="2400" b="0" i="0" kern="1200" dirty="0" smtClean="0">
                <a:solidFill>
                  <a:schemeClr val="accent2"/>
                </a:solidFill>
                <a:latin typeface="GT Sectra Fine" pitchFamily="2" charset="77"/>
                <a:ea typeface="+mn-ea"/>
                <a:cs typeface="+mn-cs"/>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marL="0" lvl="0" indent="0" algn="l" defTabSz="914400" rtl="0" eaLnBrk="1" latinLnBrk="0" hangingPunct="1">
              <a:lnSpc>
                <a:spcPct val="80000"/>
              </a:lnSpc>
              <a:spcBef>
                <a:spcPts val="0"/>
              </a:spcBef>
              <a:spcAft>
                <a:spcPts val="600"/>
              </a:spcAft>
              <a:buFont typeface="Arial" panose="020B0604020202020204" pitchFamily="34" charset="0"/>
              <a:buNone/>
            </a:pPr>
            <a:r>
              <a:rPr lang="en-US"/>
              <a:t>Full Name</a:t>
            </a:r>
          </a:p>
          <a:p>
            <a:pPr lvl="1"/>
            <a:r>
              <a:rPr lang="en-US"/>
              <a:t>Role</a:t>
            </a:r>
          </a:p>
          <a:p>
            <a:pPr lvl="2"/>
            <a:r>
              <a:rPr lang="en-US"/>
              <a:t>Short bio</a:t>
            </a:r>
          </a:p>
          <a:p>
            <a:pPr lvl="3"/>
            <a:r>
              <a:rPr lang="en-US"/>
              <a:t>Bullet point</a:t>
            </a:r>
          </a:p>
        </p:txBody>
      </p:sp>
    </p:spTree>
    <p:extLst>
      <p:ext uri="{BB962C8B-B14F-4D97-AF65-F5344CB8AC3E}">
        <p14:creationId xmlns:p14="http://schemas.microsoft.com/office/powerpoint/2010/main" val="3563593771"/>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eam 6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2">
              <a:lumMod val="20000"/>
              <a:lumOff val="80000"/>
            </a:schemeClr>
          </a:solidFill>
        </p:spPr>
        <p:txBody>
          <a:bodyPr/>
          <a:lstStyle>
            <a:lvl1pPr marL="0" indent="0">
              <a:buNone/>
              <a:defRPr sz="1800" b="0"/>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cxnSp>
        <p:nvCxnSpPr>
          <p:cNvPr id="33" name="Straight Connector 32">
            <a:extLst>
              <a:ext uri="{FF2B5EF4-FFF2-40B4-BE49-F238E27FC236}">
                <a16:creationId xmlns:a16="http://schemas.microsoft.com/office/drawing/2014/main" id="{AA02BDBD-12C4-A940-8556-B3E5BDD10714}"/>
              </a:ext>
            </a:extLst>
          </p:cNvPr>
          <p:cNvCxnSpPr>
            <a:cxnSpLocks/>
          </p:cNvCxnSpPr>
          <p:nvPr userDrawn="1"/>
        </p:nvCxnSpPr>
        <p:spPr>
          <a:xfrm>
            <a:off x="377415"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EA9EDE-6235-5149-A941-CF6FEAE2E6FF}"/>
              </a:ext>
            </a:extLst>
          </p:cNvPr>
          <p:cNvCxnSpPr>
            <a:cxnSpLocks/>
          </p:cNvCxnSpPr>
          <p:nvPr userDrawn="1"/>
        </p:nvCxnSpPr>
        <p:spPr>
          <a:xfrm>
            <a:off x="2353236"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BE3B3A9-F650-CD4D-ABE8-60A0F5E115AE}"/>
              </a:ext>
            </a:extLst>
          </p:cNvPr>
          <p:cNvCxnSpPr>
            <a:cxnSpLocks/>
          </p:cNvCxnSpPr>
          <p:nvPr userDrawn="1"/>
        </p:nvCxnSpPr>
        <p:spPr>
          <a:xfrm>
            <a:off x="4329057"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0EADFA0-1672-B34A-99B7-19C51FEE8983}"/>
              </a:ext>
            </a:extLst>
          </p:cNvPr>
          <p:cNvCxnSpPr>
            <a:cxnSpLocks/>
          </p:cNvCxnSpPr>
          <p:nvPr userDrawn="1"/>
        </p:nvCxnSpPr>
        <p:spPr>
          <a:xfrm>
            <a:off x="6304878"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C298F82-C3A0-2A4F-8530-36C08463C5C0}"/>
              </a:ext>
            </a:extLst>
          </p:cNvPr>
          <p:cNvCxnSpPr>
            <a:cxnSpLocks/>
          </p:cNvCxnSpPr>
          <p:nvPr userDrawn="1"/>
        </p:nvCxnSpPr>
        <p:spPr>
          <a:xfrm>
            <a:off x="8280699"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35C1307-45DE-104B-82C7-0AF770E496DE}"/>
              </a:ext>
            </a:extLst>
          </p:cNvPr>
          <p:cNvCxnSpPr>
            <a:cxnSpLocks/>
          </p:cNvCxnSpPr>
          <p:nvPr userDrawn="1"/>
        </p:nvCxnSpPr>
        <p:spPr>
          <a:xfrm>
            <a:off x="10256520" y="3685932"/>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Text Placeholder 21">
            <a:extLst>
              <a:ext uri="{FF2B5EF4-FFF2-40B4-BE49-F238E27FC236}">
                <a16:creationId xmlns:a16="http://schemas.microsoft.com/office/drawing/2014/main" id="{6BEB5A56-DED2-134F-B0DE-11936982FFF4}"/>
              </a:ext>
            </a:extLst>
          </p:cNvPr>
          <p:cNvSpPr>
            <a:spLocks noGrp="1"/>
          </p:cNvSpPr>
          <p:nvPr>
            <p:ph type="body" sz="quarter" idx="19" hasCustomPrompt="1"/>
          </p:nvPr>
        </p:nvSpPr>
        <p:spPr>
          <a:xfrm>
            <a:off x="377415"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28" name="Text Placeholder 21">
            <a:extLst>
              <a:ext uri="{FF2B5EF4-FFF2-40B4-BE49-F238E27FC236}">
                <a16:creationId xmlns:a16="http://schemas.microsoft.com/office/drawing/2014/main" id="{923321BD-6745-7944-910F-B8C8E4AC31DD}"/>
              </a:ext>
            </a:extLst>
          </p:cNvPr>
          <p:cNvSpPr>
            <a:spLocks noGrp="1"/>
          </p:cNvSpPr>
          <p:nvPr>
            <p:ph type="body" sz="quarter" idx="20" hasCustomPrompt="1"/>
          </p:nvPr>
        </p:nvSpPr>
        <p:spPr>
          <a:xfrm>
            <a:off x="2353236"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29" name="Text Placeholder 21">
            <a:extLst>
              <a:ext uri="{FF2B5EF4-FFF2-40B4-BE49-F238E27FC236}">
                <a16:creationId xmlns:a16="http://schemas.microsoft.com/office/drawing/2014/main" id="{2A6C4DC7-1806-A74D-B434-61FF385F82AB}"/>
              </a:ext>
            </a:extLst>
          </p:cNvPr>
          <p:cNvSpPr>
            <a:spLocks noGrp="1"/>
          </p:cNvSpPr>
          <p:nvPr>
            <p:ph type="body" sz="quarter" idx="25" hasCustomPrompt="1"/>
          </p:nvPr>
        </p:nvSpPr>
        <p:spPr>
          <a:xfrm>
            <a:off x="4329057"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30" name="Text Placeholder 21">
            <a:extLst>
              <a:ext uri="{FF2B5EF4-FFF2-40B4-BE49-F238E27FC236}">
                <a16:creationId xmlns:a16="http://schemas.microsoft.com/office/drawing/2014/main" id="{053D7F26-6DC1-034C-B572-B4BFE718C797}"/>
              </a:ext>
            </a:extLst>
          </p:cNvPr>
          <p:cNvSpPr>
            <a:spLocks noGrp="1"/>
          </p:cNvSpPr>
          <p:nvPr>
            <p:ph type="body" sz="quarter" idx="26" hasCustomPrompt="1"/>
          </p:nvPr>
        </p:nvSpPr>
        <p:spPr>
          <a:xfrm>
            <a:off x="6304878"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32" name="Text Placeholder 21">
            <a:extLst>
              <a:ext uri="{FF2B5EF4-FFF2-40B4-BE49-F238E27FC236}">
                <a16:creationId xmlns:a16="http://schemas.microsoft.com/office/drawing/2014/main" id="{E075A489-B7B7-CE40-B061-D8A36AFCC817}"/>
              </a:ext>
            </a:extLst>
          </p:cNvPr>
          <p:cNvSpPr>
            <a:spLocks noGrp="1"/>
          </p:cNvSpPr>
          <p:nvPr>
            <p:ph type="body" sz="quarter" idx="27" hasCustomPrompt="1"/>
          </p:nvPr>
        </p:nvSpPr>
        <p:spPr>
          <a:xfrm>
            <a:off x="8280699"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35" name="Text Placeholder 21">
            <a:extLst>
              <a:ext uri="{FF2B5EF4-FFF2-40B4-BE49-F238E27FC236}">
                <a16:creationId xmlns:a16="http://schemas.microsoft.com/office/drawing/2014/main" id="{FF2BF483-5EDC-9242-AD58-57E84F538C81}"/>
              </a:ext>
            </a:extLst>
          </p:cNvPr>
          <p:cNvSpPr>
            <a:spLocks noGrp="1"/>
          </p:cNvSpPr>
          <p:nvPr>
            <p:ph type="body" sz="quarter" idx="28" hasCustomPrompt="1"/>
          </p:nvPr>
        </p:nvSpPr>
        <p:spPr>
          <a:xfrm>
            <a:off x="10256520"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Tree>
    <p:extLst>
      <p:ext uri="{BB962C8B-B14F-4D97-AF65-F5344CB8AC3E}">
        <p14:creationId xmlns:p14="http://schemas.microsoft.com/office/powerpoint/2010/main" val="1782738950"/>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am 6 - Dark">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16" name="Picture Placeholder 13">
            <a:extLst>
              <a:ext uri="{FF2B5EF4-FFF2-40B4-BE49-F238E27FC236}">
                <a16:creationId xmlns:a16="http://schemas.microsoft.com/office/drawing/2014/main" id="{B8224852-B872-0E48-9DF5-0937E260C3BE}"/>
              </a:ext>
            </a:extLst>
          </p:cNvPr>
          <p:cNvSpPr>
            <a:spLocks noGrp="1"/>
          </p:cNvSpPr>
          <p:nvPr>
            <p:ph type="pic" sz="quarter" idx="14" hasCustomPrompt="1"/>
          </p:nvPr>
        </p:nvSpPr>
        <p:spPr>
          <a:xfrm>
            <a:off x="381000" y="1845611"/>
            <a:ext cx="1554480" cy="1554480"/>
          </a:xfrm>
          <a:solidFill>
            <a:schemeClr val="tx2">
              <a:lumMod val="20000"/>
              <a:lumOff val="80000"/>
            </a:schemeClr>
          </a:solidFill>
        </p:spPr>
        <p:txBody>
          <a:bodyPr/>
          <a:lstStyle>
            <a:lvl1pPr marL="0" indent="0">
              <a:buNone/>
              <a:defRPr sz="1800" b="0"/>
            </a:lvl1pPr>
          </a:lstStyle>
          <a:p>
            <a:r>
              <a:rPr lang="en-GB"/>
              <a:t>Add profile photo</a:t>
            </a:r>
            <a:endParaRPr lang="en-US"/>
          </a:p>
        </p:txBody>
      </p:sp>
      <p:sp>
        <p:nvSpPr>
          <p:cNvPr id="21" name="Picture Placeholder 13">
            <a:extLst>
              <a:ext uri="{FF2B5EF4-FFF2-40B4-BE49-F238E27FC236}">
                <a16:creationId xmlns:a16="http://schemas.microsoft.com/office/drawing/2014/main" id="{D57647B7-79D1-0A4B-BE19-EB3D7E56204A}"/>
              </a:ext>
            </a:extLst>
          </p:cNvPr>
          <p:cNvSpPr>
            <a:spLocks noGrp="1"/>
          </p:cNvSpPr>
          <p:nvPr>
            <p:ph type="pic" sz="quarter" idx="15" hasCustomPrompt="1"/>
          </p:nvPr>
        </p:nvSpPr>
        <p:spPr>
          <a:xfrm>
            <a:off x="2356104"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3" name="Picture Placeholder 13">
            <a:extLst>
              <a:ext uri="{FF2B5EF4-FFF2-40B4-BE49-F238E27FC236}">
                <a16:creationId xmlns:a16="http://schemas.microsoft.com/office/drawing/2014/main" id="{4340D6FD-1887-3544-A26E-8F335B859BDB}"/>
              </a:ext>
            </a:extLst>
          </p:cNvPr>
          <p:cNvSpPr>
            <a:spLocks noGrp="1"/>
          </p:cNvSpPr>
          <p:nvPr>
            <p:ph type="pic" sz="quarter" idx="16" hasCustomPrompt="1"/>
          </p:nvPr>
        </p:nvSpPr>
        <p:spPr>
          <a:xfrm>
            <a:off x="4331208"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4" name="Picture Placeholder 13">
            <a:extLst>
              <a:ext uri="{FF2B5EF4-FFF2-40B4-BE49-F238E27FC236}">
                <a16:creationId xmlns:a16="http://schemas.microsoft.com/office/drawing/2014/main" id="{FA080C1D-BB93-B249-9F54-C5F7A16E098B}"/>
              </a:ext>
            </a:extLst>
          </p:cNvPr>
          <p:cNvSpPr>
            <a:spLocks noGrp="1"/>
          </p:cNvSpPr>
          <p:nvPr>
            <p:ph type="pic" sz="quarter" idx="17" hasCustomPrompt="1"/>
          </p:nvPr>
        </p:nvSpPr>
        <p:spPr>
          <a:xfrm>
            <a:off x="6306312"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5" name="Picture Placeholder 13">
            <a:extLst>
              <a:ext uri="{FF2B5EF4-FFF2-40B4-BE49-F238E27FC236}">
                <a16:creationId xmlns:a16="http://schemas.microsoft.com/office/drawing/2014/main" id="{A1C6FF20-E7DF-8F42-9AE5-920A6769DA44}"/>
              </a:ext>
            </a:extLst>
          </p:cNvPr>
          <p:cNvSpPr>
            <a:spLocks noGrp="1"/>
          </p:cNvSpPr>
          <p:nvPr>
            <p:ph type="pic" sz="quarter" idx="18" hasCustomPrompt="1"/>
          </p:nvPr>
        </p:nvSpPr>
        <p:spPr>
          <a:xfrm>
            <a:off x="10256520"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26" name="Text Placeholder 21">
            <a:extLst>
              <a:ext uri="{FF2B5EF4-FFF2-40B4-BE49-F238E27FC236}">
                <a16:creationId xmlns:a16="http://schemas.microsoft.com/office/drawing/2014/main" id="{85299B8E-3F01-2548-8001-539E1BC6287C}"/>
              </a:ext>
            </a:extLst>
          </p:cNvPr>
          <p:cNvSpPr>
            <a:spLocks noGrp="1"/>
          </p:cNvSpPr>
          <p:nvPr>
            <p:ph type="body" sz="quarter" idx="19" hasCustomPrompt="1"/>
          </p:nvPr>
        </p:nvSpPr>
        <p:spPr>
          <a:xfrm>
            <a:off x="377415"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27" name="Text Placeholder 21">
            <a:extLst>
              <a:ext uri="{FF2B5EF4-FFF2-40B4-BE49-F238E27FC236}">
                <a16:creationId xmlns:a16="http://schemas.microsoft.com/office/drawing/2014/main" id="{4E426F14-FA6B-9D46-869F-A452B7018F41}"/>
              </a:ext>
            </a:extLst>
          </p:cNvPr>
          <p:cNvSpPr>
            <a:spLocks noGrp="1"/>
          </p:cNvSpPr>
          <p:nvPr>
            <p:ph type="body" sz="quarter" idx="20" hasCustomPrompt="1"/>
          </p:nvPr>
        </p:nvSpPr>
        <p:spPr>
          <a:xfrm>
            <a:off x="2353236"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31" name="Picture Placeholder 13">
            <a:extLst>
              <a:ext uri="{FF2B5EF4-FFF2-40B4-BE49-F238E27FC236}">
                <a16:creationId xmlns:a16="http://schemas.microsoft.com/office/drawing/2014/main" id="{CA9187A3-C074-9F44-8687-E31C02BD5083}"/>
              </a:ext>
            </a:extLst>
          </p:cNvPr>
          <p:cNvSpPr>
            <a:spLocks noGrp="1"/>
          </p:cNvSpPr>
          <p:nvPr>
            <p:ph type="pic" sz="quarter" idx="24" hasCustomPrompt="1"/>
          </p:nvPr>
        </p:nvSpPr>
        <p:spPr>
          <a:xfrm>
            <a:off x="8281416" y="1845611"/>
            <a:ext cx="1554480" cy="1554480"/>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cxnSp>
        <p:nvCxnSpPr>
          <p:cNvPr id="33" name="Straight Connector 32">
            <a:extLst>
              <a:ext uri="{FF2B5EF4-FFF2-40B4-BE49-F238E27FC236}">
                <a16:creationId xmlns:a16="http://schemas.microsoft.com/office/drawing/2014/main" id="{AA02BDBD-12C4-A940-8556-B3E5BDD10714}"/>
              </a:ext>
            </a:extLst>
          </p:cNvPr>
          <p:cNvCxnSpPr>
            <a:cxnSpLocks/>
          </p:cNvCxnSpPr>
          <p:nvPr userDrawn="1"/>
        </p:nvCxnSpPr>
        <p:spPr>
          <a:xfrm>
            <a:off x="377415"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EA9EDE-6235-5149-A941-CF6FEAE2E6FF}"/>
              </a:ext>
            </a:extLst>
          </p:cNvPr>
          <p:cNvCxnSpPr>
            <a:cxnSpLocks/>
          </p:cNvCxnSpPr>
          <p:nvPr userDrawn="1"/>
        </p:nvCxnSpPr>
        <p:spPr>
          <a:xfrm>
            <a:off x="2353236"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8BE3B3A9-F650-CD4D-ABE8-60A0F5E115AE}"/>
              </a:ext>
            </a:extLst>
          </p:cNvPr>
          <p:cNvCxnSpPr>
            <a:cxnSpLocks/>
          </p:cNvCxnSpPr>
          <p:nvPr userDrawn="1"/>
        </p:nvCxnSpPr>
        <p:spPr>
          <a:xfrm>
            <a:off x="4329057"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0EADFA0-1672-B34A-99B7-19C51FEE8983}"/>
              </a:ext>
            </a:extLst>
          </p:cNvPr>
          <p:cNvCxnSpPr>
            <a:cxnSpLocks/>
          </p:cNvCxnSpPr>
          <p:nvPr userDrawn="1"/>
        </p:nvCxnSpPr>
        <p:spPr>
          <a:xfrm>
            <a:off x="6304878"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8C298F82-C3A0-2A4F-8530-36C08463C5C0}"/>
              </a:ext>
            </a:extLst>
          </p:cNvPr>
          <p:cNvCxnSpPr>
            <a:cxnSpLocks/>
          </p:cNvCxnSpPr>
          <p:nvPr userDrawn="1"/>
        </p:nvCxnSpPr>
        <p:spPr>
          <a:xfrm>
            <a:off x="8280699"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735C1307-45DE-104B-82C7-0AF770E496DE}"/>
              </a:ext>
            </a:extLst>
          </p:cNvPr>
          <p:cNvCxnSpPr>
            <a:cxnSpLocks/>
          </p:cNvCxnSpPr>
          <p:nvPr userDrawn="1"/>
        </p:nvCxnSpPr>
        <p:spPr>
          <a:xfrm>
            <a:off x="10256520" y="3660880"/>
            <a:ext cx="457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0" name="Text Placeholder 21">
            <a:extLst>
              <a:ext uri="{FF2B5EF4-FFF2-40B4-BE49-F238E27FC236}">
                <a16:creationId xmlns:a16="http://schemas.microsoft.com/office/drawing/2014/main" id="{538B1F0C-0682-354C-9C2E-DEAF9D4D617A}"/>
              </a:ext>
            </a:extLst>
          </p:cNvPr>
          <p:cNvSpPr>
            <a:spLocks noGrp="1"/>
          </p:cNvSpPr>
          <p:nvPr>
            <p:ph type="body" sz="quarter" idx="25" hasCustomPrompt="1"/>
          </p:nvPr>
        </p:nvSpPr>
        <p:spPr>
          <a:xfrm>
            <a:off x="4329057"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51" name="Text Placeholder 21">
            <a:extLst>
              <a:ext uri="{FF2B5EF4-FFF2-40B4-BE49-F238E27FC236}">
                <a16:creationId xmlns:a16="http://schemas.microsoft.com/office/drawing/2014/main" id="{C69C98AC-20D5-A44F-AEBD-63FEBDE6140B}"/>
              </a:ext>
            </a:extLst>
          </p:cNvPr>
          <p:cNvSpPr>
            <a:spLocks noGrp="1"/>
          </p:cNvSpPr>
          <p:nvPr>
            <p:ph type="body" sz="quarter" idx="26" hasCustomPrompt="1"/>
          </p:nvPr>
        </p:nvSpPr>
        <p:spPr>
          <a:xfrm>
            <a:off x="6304878"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52" name="Text Placeholder 21">
            <a:extLst>
              <a:ext uri="{FF2B5EF4-FFF2-40B4-BE49-F238E27FC236}">
                <a16:creationId xmlns:a16="http://schemas.microsoft.com/office/drawing/2014/main" id="{6DA3268F-5CC4-7E4D-879D-3A3F1FBF6B55}"/>
              </a:ext>
            </a:extLst>
          </p:cNvPr>
          <p:cNvSpPr>
            <a:spLocks noGrp="1"/>
          </p:cNvSpPr>
          <p:nvPr>
            <p:ph type="body" sz="quarter" idx="27" hasCustomPrompt="1"/>
          </p:nvPr>
        </p:nvSpPr>
        <p:spPr>
          <a:xfrm>
            <a:off x="8280699"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sp>
        <p:nvSpPr>
          <p:cNvPr id="53" name="Text Placeholder 21">
            <a:extLst>
              <a:ext uri="{FF2B5EF4-FFF2-40B4-BE49-F238E27FC236}">
                <a16:creationId xmlns:a16="http://schemas.microsoft.com/office/drawing/2014/main" id="{855592D2-902A-1146-B433-6648BEC87843}"/>
              </a:ext>
            </a:extLst>
          </p:cNvPr>
          <p:cNvSpPr>
            <a:spLocks noGrp="1"/>
          </p:cNvSpPr>
          <p:nvPr>
            <p:ph type="body" sz="quarter" idx="28" hasCustomPrompt="1"/>
          </p:nvPr>
        </p:nvSpPr>
        <p:spPr>
          <a:xfrm>
            <a:off x="10256520" y="3926552"/>
            <a:ext cx="1554480" cy="1900047"/>
          </a:xfrm>
        </p:spPr>
        <p:txBody>
          <a:bodyPr/>
          <a:lstStyle>
            <a:lvl1pPr marL="0" indent="0">
              <a:lnSpc>
                <a:spcPct val="80000"/>
              </a:lnSpc>
              <a:spcAft>
                <a:spcPts val="600"/>
              </a:spcAft>
              <a:buFont typeface="Arial" panose="020B0604020202020204" pitchFamily="34" charset="0"/>
              <a:buNone/>
              <a:defRPr sz="2100" b="0" i="0">
                <a:latin typeface="GT Sectra Fine" pitchFamily="2" charset="77"/>
              </a:defRPr>
            </a:lvl1pPr>
            <a:lvl2pPr marL="0" indent="0">
              <a:spcAft>
                <a:spcPts val="600"/>
              </a:spcAft>
              <a:buNone/>
              <a:defRPr sz="1600"/>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lvl="1"/>
            <a:r>
              <a:rPr lang="en-US"/>
              <a:t>Role</a:t>
            </a:r>
          </a:p>
          <a:p>
            <a:pPr lvl="2"/>
            <a:r>
              <a:rPr lang="en-US"/>
              <a:t>Short bio</a:t>
            </a:r>
          </a:p>
          <a:p>
            <a:pPr lvl="3"/>
            <a:r>
              <a:rPr lang="en-US"/>
              <a:t>Bullet point</a:t>
            </a:r>
          </a:p>
        </p:txBody>
      </p:sp>
      <p:pic>
        <p:nvPicPr>
          <p:cNvPr id="4" name="Picture 3">
            <a:extLst>
              <a:ext uri="{FF2B5EF4-FFF2-40B4-BE49-F238E27FC236}">
                <a16:creationId xmlns:a16="http://schemas.microsoft.com/office/drawing/2014/main" id="{DB3CD3D7-329E-47BB-94A7-43044FF6B3FA}"/>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203271744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am 8 +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76371931-42F0-694A-9918-74F36725749C}"/>
              </a:ext>
            </a:extLst>
          </p:cNvPr>
          <p:cNvSpPr>
            <a:spLocks noGrp="1"/>
          </p:cNvSpPr>
          <p:nvPr>
            <p:ph type="body" sz="quarter" idx="42" hasCustomPrompt="1"/>
          </p:nvPr>
        </p:nvSpPr>
        <p:spPr>
          <a:xfrm>
            <a:off x="381000" y="1295233"/>
            <a:ext cx="3540355" cy="5016665"/>
          </a:xfrm>
        </p:spPr>
        <p:txBody>
          <a:bodyPr/>
          <a:lstStyle/>
          <a:p>
            <a:pPr lvl="0"/>
            <a:r>
              <a:rPr lang="en-GB"/>
              <a:t>Place text here, use indent to access other levels</a:t>
            </a:r>
          </a:p>
          <a:p>
            <a:pPr lvl="1"/>
            <a:r>
              <a:rPr lang="en-GB"/>
              <a:t>Second level</a:t>
            </a:r>
          </a:p>
          <a:p>
            <a:pPr lvl="2"/>
            <a:r>
              <a:rPr lang="en-GB"/>
              <a:t>Third level</a:t>
            </a:r>
          </a:p>
          <a:p>
            <a:pPr lvl="3"/>
            <a:r>
              <a:rPr lang="en-GB"/>
              <a:t>Fourth level</a:t>
            </a:r>
          </a:p>
          <a:p>
            <a:pPr lvl="4"/>
            <a:r>
              <a:rPr lang="en-GB"/>
              <a:t>Fifth level</a:t>
            </a:r>
            <a:endParaRPr lang="en-US"/>
          </a:p>
        </p:txBody>
      </p:sp>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381000" y="381000"/>
            <a:ext cx="11430000" cy="914400"/>
          </a:xfrm>
        </p:spPr>
        <p:txBody>
          <a:bodyPr/>
          <a:lstStyle>
            <a:lvl1pPr>
              <a:defRPr sz="3600"/>
            </a:lvl1pPr>
          </a:lstStyle>
          <a:p>
            <a:r>
              <a:rPr lang="en-GB"/>
              <a:t>Place headline here (36pt, min 30pt)</a:t>
            </a:r>
            <a:endParaRPr lang="en-US"/>
          </a:p>
        </p:txBody>
      </p:sp>
      <p:sp>
        <p:nvSpPr>
          <p:cNvPr id="45" name="Picture Placeholder 13">
            <a:extLst>
              <a:ext uri="{FF2B5EF4-FFF2-40B4-BE49-F238E27FC236}">
                <a16:creationId xmlns:a16="http://schemas.microsoft.com/office/drawing/2014/main" id="{CD7EAAF9-7102-4351-9F35-C40B3F381975}"/>
              </a:ext>
            </a:extLst>
          </p:cNvPr>
          <p:cNvSpPr>
            <a:spLocks noGrp="1"/>
          </p:cNvSpPr>
          <p:nvPr>
            <p:ph type="pic" sz="quarter" idx="16" hasCustomPrompt="1"/>
          </p:nvPr>
        </p:nvSpPr>
        <p:spPr>
          <a:xfrm>
            <a:off x="4325822" y="1295233"/>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46" name="Picture Placeholder 13">
            <a:extLst>
              <a:ext uri="{FF2B5EF4-FFF2-40B4-BE49-F238E27FC236}">
                <a16:creationId xmlns:a16="http://schemas.microsoft.com/office/drawing/2014/main" id="{CC40CB3D-DFEA-4056-B2DA-887E7C863243}"/>
              </a:ext>
            </a:extLst>
          </p:cNvPr>
          <p:cNvSpPr>
            <a:spLocks noGrp="1"/>
          </p:cNvSpPr>
          <p:nvPr>
            <p:ph type="pic" sz="quarter" idx="17" hasCustomPrompt="1"/>
          </p:nvPr>
        </p:nvSpPr>
        <p:spPr>
          <a:xfrm>
            <a:off x="6298233" y="1295233"/>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47" name="Picture Placeholder 13">
            <a:extLst>
              <a:ext uri="{FF2B5EF4-FFF2-40B4-BE49-F238E27FC236}">
                <a16:creationId xmlns:a16="http://schemas.microsoft.com/office/drawing/2014/main" id="{F8BABECB-6F2D-4068-AEE6-A603DAA72EFF}"/>
              </a:ext>
            </a:extLst>
          </p:cNvPr>
          <p:cNvSpPr>
            <a:spLocks noGrp="1"/>
          </p:cNvSpPr>
          <p:nvPr>
            <p:ph type="pic" sz="quarter" idx="18" hasCustomPrompt="1"/>
          </p:nvPr>
        </p:nvSpPr>
        <p:spPr>
          <a:xfrm>
            <a:off x="10243055" y="1295233"/>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48" name="Picture Placeholder 13">
            <a:extLst>
              <a:ext uri="{FF2B5EF4-FFF2-40B4-BE49-F238E27FC236}">
                <a16:creationId xmlns:a16="http://schemas.microsoft.com/office/drawing/2014/main" id="{914A31DD-59CB-48C9-9C28-954E6B85C623}"/>
              </a:ext>
            </a:extLst>
          </p:cNvPr>
          <p:cNvSpPr>
            <a:spLocks noGrp="1"/>
          </p:cNvSpPr>
          <p:nvPr>
            <p:ph type="pic" sz="quarter" idx="24" hasCustomPrompt="1"/>
          </p:nvPr>
        </p:nvSpPr>
        <p:spPr>
          <a:xfrm>
            <a:off x="8270644" y="1295233"/>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cxnSp>
        <p:nvCxnSpPr>
          <p:cNvPr id="49" name="Straight Connector 48">
            <a:extLst>
              <a:ext uri="{FF2B5EF4-FFF2-40B4-BE49-F238E27FC236}">
                <a16:creationId xmlns:a16="http://schemas.microsoft.com/office/drawing/2014/main" id="{F41646E1-19C3-4B9B-B997-D1E684346A58}"/>
              </a:ext>
            </a:extLst>
          </p:cNvPr>
          <p:cNvCxnSpPr>
            <a:cxnSpLocks/>
          </p:cNvCxnSpPr>
          <p:nvPr userDrawn="1"/>
        </p:nvCxnSpPr>
        <p:spPr>
          <a:xfrm>
            <a:off x="4325822"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5573D48A-A495-4050-90E3-75258FCF3377}"/>
              </a:ext>
            </a:extLst>
          </p:cNvPr>
          <p:cNvCxnSpPr>
            <a:cxnSpLocks/>
          </p:cNvCxnSpPr>
          <p:nvPr userDrawn="1"/>
        </p:nvCxnSpPr>
        <p:spPr>
          <a:xfrm>
            <a:off x="6298233"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073483C0-79C0-4141-9CB1-0BA663E254D0}"/>
              </a:ext>
            </a:extLst>
          </p:cNvPr>
          <p:cNvCxnSpPr>
            <a:cxnSpLocks/>
          </p:cNvCxnSpPr>
          <p:nvPr userDrawn="1"/>
        </p:nvCxnSpPr>
        <p:spPr>
          <a:xfrm>
            <a:off x="8270644"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4A17C9C-D115-468F-86DD-CDE522721719}"/>
              </a:ext>
            </a:extLst>
          </p:cNvPr>
          <p:cNvCxnSpPr>
            <a:cxnSpLocks/>
          </p:cNvCxnSpPr>
          <p:nvPr userDrawn="1"/>
        </p:nvCxnSpPr>
        <p:spPr>
          <a:xfrm>
            <a:off x="10243055" y="2633001"/>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57" name="Text Placeholder 21">
            <a:extLst>
              <a:ext uri="{FF2B5EF4-FFF2-40B4-BE49-F238E27FC236}">
                <a16:creationId xmlns:a16="http://schemas.microsoft.com/office/drawing/2014/main" id="{224BCF40-5B7A-4471-B077-3EEE956ADC3D}"/>
              </a:ext>
            </a:extLst>
          </p:cNvPr>
          <p:cNvSpPr>
            <a:spLocks noGrp="1"/>
          </p:cNvSpPr>
          <p:nvPr>
            <p:ph type="body" sz="quarter" idx="25" hasCustomPrompt="1"/>
          </p:nvPr>
        </p:nvSpPr>
        <p:spPr>
          <a:xfrm>
            <a:off x="4325822" y="2786552"/>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a:t>
            </a:r>
          </a:p>
        </p:txBody>
      </p:sp>
      <p:sp>
        <p:nvSpPr>
          <p:cNvPr id="58" name="Text Placeholder 21">
            <a:extLst>
              <a:ext uri="{FF2B5EF4-FFF2-40B4-BE49-F238E27FC236}">
                <a16:creationId xmlns:a16="http://schemas.microsoft.com/office/drawing/2014/main" id="{68E899C2-D12C-4214-88A5-B7A6E1BCDCEC}"/>
              </a:ext>
            </a:extLst>
          </p:cNvPr>
          <p:cNvSpPr>
            <a:spLocks noGrp="1"/>
          </p:cNvSpPr>
          <p:nvPr>
            <p:ph type="body" sz="quarter" idx="26" hasCustomPrompt="1"/>
          </p:nvPr>
        </p:nvSpPr>
        <p:spPr>
          <a:xfrm>
            <a:off x="6298233" y="2786552"/>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a:t>
            </a:r>
          </a:p>
        </p:txBody>
      </p:sp>
      <p:sp>
        <p:nvSpPr>
          <p:cNvPr id="59" name="Text Placeholder 21">
            <a:extLst>
              <a:ext uri="{FF2B5EF4-FFF2-40B4-BE49-F238E27FC236}">
                <a16:creationId xmlns:a16="http://schemas.microsoft.com/office/drawing/2014/main" id="{66A0D763-27FE-421C-A5D9-19A08FC2D8D1}"/>
              </a:ext>
            </a:extLst>
          </p:cNvPr>
          <p:cNvSpPr>
            <a:spLocks noGrp="1"/>
          </p:cNvSpPr>
          <p:nvPr>
            <p:ph type="body" sz="quarter" idx="27" hasCustomPrompt="1"/>
          </p:nvPr>
        </p:nvSpPr>
        <p:spPr>
          <a:xfrm>
            <a:off x="8270644" y="2786552"/>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a:t>
            </a:r>
          </a:p>
        </p:txBody>
      </p:sp>
      <p:sp>
        <p:nvSpPr>
          <p:cNvPr id="78" name="Text Placeholder 21">
            <a:extLst>
              <a:ext uri="{FF2B5EF4-FFF2-40B4-BE49-F238E27FC236}">
                <a16:creationId xmlns:a16="http://schemas.microsoft.com/office/drawing/2014/main" id="{43E52046-A5DE-47E3-A9A3-ADD4F6DB823B}"/>
              </a:ext>
            </a:extLst>
          </p:cNvPr>
          <p:cNvSpPr>
            <a:spLocks noGrp="1"/>
          </p:cNvSpPr>
          <p:nvPr>
            <p:ph type="body" sz="quarter" idx="28" hasCustomPrompt="1"/>
          </p:nvPr>
        </p:nvSpPr>
        <p:spPr>
          <a:xfrm>
            <a:off x="10243055" y="2786552"/>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a:t>
            </a:r>
          </a:p>
        </p:txBody>
      </p:sp>
      <p:sp>
        <p:nvSpPr>
          <p:cNvPr id="32" name="Picture Placeholder 13">
            <a:extLst>
              <a:ext uri="{FF2B5EF4-FFF2-40B4-BE49-F238E27FC236}">
                <a16:creationId xmlns:a16="http://schemas.microsoft.com/office/drawing/2014/main" id="{BA696AEF-3D6B-2E4A-853E-8A8760E58D09}"/>
              </a:ext>
            </a:extLst>
          </p:cNvPr>
          <p:cNvSpPr>
            <a:spLocks noGrp="1"/>
          </p:cNvSpPr>
          <p:nvPr>
            <p:ph type="pic" sz="quarter" idx="43" hasCustomPrompt="1"/>
          </p:nvPr>
        </p:nvSpPr>
        <p:spPr>
          <a:xfrm>
            <a:off x="4325822" y="3842161"/>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33" name="Picture Placeholder 13">
            <a:extLst>
              <a:ext uri="{FF2B5EF4-FFF2-40B4-BE49-F238E27FC236}">
                <a16:creationId xmlns:a16="http://schemas.microsoft.com/office/drawing/2014/main" id="{05B98E7F-7333-A04B-94D4-281325401EF4}"/>
              </a:ext>
            </a:extLst>
          </p:cNvPr>
          <p:cNvSpPr>
            <a:spLocks noGrp="1"/>
          </p:cNvSpPr>
          <p:nvPr>
            <p:ph type="pic" sz="quarter" idx="44" hasCustomPrompt="1"/>
          </p:nvPr>
        </p:nvSpPr>
        <p:spPr>
          <a:xfrm>
            <a:off x="6298233" y="3842161"/>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34" name="Picture Placeholder 13">
            <a:extLst>
              <a:ext uri="{FF2B5EF4-FFF2-40B4-BE49-F238E27FC236}">
                <a16:creationId xmlns:a16="http://schemas.microsoft.com/office/drawing/2014/main" id="{B99C455B-37CC-4E44-8046-56AF81C16361}"/>
              </a:ext>
            </a:extLst>
          </p:cNvPr>
          <p:cNvSpPr>
            <a:spLocks noGrp="1"/>
          </p:cNvSpPr>
          <p:nvPr>
            <p:ph type="pic" sz="quarter" idx="45" hasCustomPrompt="1"/>
          </p:nvPr>
        </p:nvSpPr>
        <p:spPr>
          <a:xfrm>
            <a:off x="10243055" y="3842161"/>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sp>
        <p:nvSpPr>
          <p:cNvPr id="35" name="Picture Placeholder 13">
            <a:extLst>
              <a:ext uri="{FF2B5EF4-FFF2-40B4-BE49-F238E27FC236}">
                <a16:creationId xmlns:a16="http://schemas.microsoft.com/office/drawing/2014/main" id="{AAA6B0A5-6A50-1640-8F39-F8AC766655FE}"/>
              </a:ext>
            </a:extLst>
          </p:cNvPr>
          <p:cNvSpPr>
            <a:spLocks noGrp="1"/>
          </p:cNvSpPr>
          <p:nvPr>
            <p:ph type="pic" sz="quarter" idx="46" hasCustomPrompt="1"/>
          </p:nvPr>
        </p:nvSpPr>
        <p:spPr>
          <a:xfrm>
            <a:off x="8270644" y="3842161"/>
            <a:ext cx="1186945" cy="1186945"/>
          </a:xfrm>
          <a:solidFill>
            <a:schemeClr val="tx2">
              <a:lumMod val="20000"/>
              <a:lumOff val="80000"/>
            </a:schemeClr>
          </a:solidFill>
        </p:spPr>
        <p:txBody>
          <a:bodyPr vert="horz" lIns="0" tIns="0" rIns="0" bIns="0" rtlCol="0">
            <a:noAutofit/>
          </a:bodyPr>
          <a:lstStyle>
            <a:lvl1pPr marL="0" indent="0">
              <a:buNone/>
              <a:defRPr lang="en-US" sz="1800" b="0" dirty="0"/>
            </a:lvl1pPr>
          </a:lstStyle>
          <a:p>
            <a:pPr lvl="0"/>
            <a:r>
              <a:rPr lang="en-GB"/>
              <a:t>Add profile photo</a:t>
            </a:r>
            <a:endParaRPr lang="en-US"/>
          </a:p>
        </p:txBody>
      </p:sp>
      <p:cxnSp>
        <p:nvCxnSpPr>
          <p:cNvPr id="36" name="Straight Connector 35">
            <a:extLst>
              <a:ext uri="{FF2B5EF4-FFF2-40B4-BE49-F238E27FC236}">
                <a16:creationId xmlns:a16="http://schemas.microsoft.com/office/drawing/2014/main" id="{4AEBC920-4A06-1844-A297-04C9B4995EA2}"/>
              </a:ext>
            </a:extLst>
          </p:cNvPr>
          <p:cNvCxnSpPr>
            <a:cxnSpLocks/>
          </p:cNvCxnSpPr>
          <p:nvPr userDrawn="1"/>
        </p:nvCxnSpPr>
        <p:spPr>
          <a:xfrm>
            <a:off x="4325822"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E8D916B0-6C7A-FE46-ADE6-48744F6FD90A}"/>
              </a:ext>
            </a:extLst>
          </p:cNvPr>
          <p:cNvCxnSpPr>
            <a:cxnSpLocks/>
          </p:cNvCxnSpPr>
          <p:nvPr userDrawn="1"/>
        </p:nvCxnSpPr>
        <p:spPr>
          <a:xfrm>
            <a:off x="6298233"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AA86475A-7CFD-8340-A566-4FB21E689F0A}"/>
              </a:ext>
            </a:extLst>
          </p:cNvPr>
          <p:cNvCxnSpPr>
            <a:cxnSpLocks/>
          </p:cNvCxnSpPr>
          <p:nvPr userDrawn="1"/>
        </p:nvCxnSpPr>
        <p:spPr>
          <a:xfrm>
            <a:off x="8270644"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379DFD2D-5360-2342-829B-32DDEB7EBEB1}"/>
              </a:ext>
            </a:extLst>
          </p:cNvPr>
          <p:cNvCxnSpPr>
            <a:cxnSpLocks/>
          </p:cNvCxnSpPr>
          <p:nvPr userDrawn="1"/>
        </p:nvCxnSpPr>
        <p:spPr>
          <a:xfrm>
            <a:off x="10243055" y="5179929"/>
            <a:ext cx="352387" cy="1"/>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sp>
        <p:nvSpPr>
          <p:cNvPr id="40" name="Text Placeholder 21">
            <a:extLst>
              <a:ext uri="{FF2B5EF4-FFF2-40B4-BE49-F238E27FC236}">
                <a16:creationId xmlns:a16="http://schemas.microsoft.com/office/drawing/2014/main" id="{CDFBCAAC-9CA0-5A4E-8684-A49AAB0BA650}"/>
              </a:ext>
            </a:extLst>
          </p:cNvPr>
          <p:cNvSpPr>
            <a:spLocks noGrp="1"/>
          </p:cNvSpPr>
          <p:nvPr>
            <p:ph type="body" sz="quarter" idx="47" hasCustomPrompt="1"/>
          </p:nvPr>
        </p:nvSpPr>
        <p:spPr>
          <a:xfrm>
            <a:off x="4325822" y="5333480"/>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a:t>
            </a:r>
          </a:p>
        </p:txBody>
      </p:sp>
      <p:sp>
        <p:nvSpPr>
          <p:cNvPr id="41" name="Text Placeholder 21">
            <a:extLst>
              <a:ext uri="{FF2B5EF4-FFF2-40B4-BE49-F238E27FC236}">
                <a16:creationId xmlns:a16="http://schemas.microsoft.com/office/drawing/2014/main" id="{0C025F6B-BD75-0A4C-87E1-147D69F7C5B9}"/>
              </a:ext>
            </a:extLst>
          </p:cNvPr>
          <p:cNvSpPr>
            <a:spLocks noGrp="1"/>
          </p:cNvSpPr>
          <p:nvPr>
            <p:ph type="body" sz="quarter" idx="48" hasCustomPrompt="1"/>
          </p:nvPr>
        </p:nvSpPr>
        <p:spPr>
          <a:xfrm>
            <a:off x="6298233" y="5333480"/>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a:t>
            </a:r>
          </a:p>
        </p:txBody>
      </p:sp>
      <p:sp>
        <p:nvSpPr>
          <p:cNvPr id="42" name="Text Placeholder 21">
            <a:extLst>
              <a:ext uri="{FF2B5EF4-FFF2-40B4-BE49-F238E27FC236}">
                <a16:creationId xmlns:a16="http://schemas.microsoft.com/office/drawing/2014/main" id="{A9CB5A73-2496-3841-A61A-1965B0A6AD13}"/>
              </a:ext>
            </a:extLst>
          </p:cNvPr>
          <p:cNvSpPr>
            <a:spLocks noGrp="1"/>
          </p:cNvSpPr>
          <p:nvPr>
            <p:ph type="body" sz="quarter" idx="49" hasCustomPrompt="1"/>
          </p:nvPr>
        </p:nvSpPr>
        <p:spPr>
          <a:xfrm>
            <a:off x="8270644" y="5333480"/>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a:t>
            </a:r>
          </a:p>
        </p:txBody>
      </p:sp>
      <p:sp>
        <p:nvSpPr>
          <p:cNvPr id="43" name="Text Placeholder 21">
            <a:extLst>
              <a:ext uri="{FF2B5EF4-FFF2-40B4-BE49-F238E27FC236}">
                <a16:creationId xmlns:a16="http://schemas.microsoft.com/office/drawing/2014/main" id="{886F547A-67CA-C749-B9EA-AA1142C31543}"/>
              </a:ext>
            </a:extLst>
          </p:cNvPr>
          <p:cNvSpPr>
            <a:spLocks noGrp="1"/>
          </p:cNvSpPr>
          <p:nvPr>
            <p:ph type="body" sz="quarter" idx="50" hasCustomPrompt="1"/>
          </p:nvPr>
        </p:nvSpPr>
        <p:spPr>
          <a:xfrm>
            <a:off x="10243055" y="5333480"/>
            <a:ext cx="1567945" cy="978418"/>
          </a:xfrm>
        </p:spPr>
        <p:txBody>
          <a:bodyPr/>
          <a:lstStyle>
            <a:lvl1pPr marL="0" indent="0">
              <a:lnSpc>
                <a:spcPct val="80000"/>
              </a:lnSpc>
              <a:spcAft>
                <a:spcPts val="200"/>
              </a:spcAft>
              <a:buFont typeface="Arial" panose="020B0604020202020204" pitchFamily="34" charset="0"/>
              <a:buNone/>
              <a:defRPr sz="1800" b="0" i="0">
                <a:latin typeface="GT Sectra Fine" pitchFamily="2" charset="77"/>
              </a:defRPr>
            </a:lvl1pPr>
            <a:lvl2pPr marL="0" indent="0">
              <a:spcAft>
                <a:spcPts val="200"/>
              </a:spcAft>
              <a:buNone/>
              <a:defRPr lang="en-US" sz="1400" kern="1200" dirty="0">
                <a:solidFill>
                  <a:schemeClr val="tx1"/>
                </a:solidFill>
                <a:latin typeface="+mn-lt"/>
                <a:ea typeface="+mn-ea"/>
                <a:cs typeface="+mn-cs"/>
              </a:defRPr>
            </a:lvl2pPr>
            <a:lvl3pPr marL="0" indent="0">
              <a:spcAft>
                <a:spcPts val="600"/>
              </a:spcAft>
              <a:buNone/>
              <a:defRPr sz="1200"/>
            </a:lvl3pPr>
            <a:lvl4pPr marL="182880" indent="-182880">
              <a:spcAft>
                <a:spcPts val="600"/>
              </a:spcAft>
              <a:buFont typeface="Arial" panose="020B0604020202020204" pitchFamily="34" charset="0"/>
              <a:buChar char="•"/>
              <a:defRPr sz="1200"/>
            </a:lvl4pPr>
            <a:lvl5pPr>
              <a:spcAft>
                <a:spcPts val="600"/>
              </a:spcAft>
              <a:defRPr sz="1600"/>
            </a:lvl5pPr>
          </a:lstStyle>
          <a:p>
            <a:pPr lvl="0"/>
            <a:r>
              <a:rPr lang="en-US"/>
              <a:t>First name  Last name</a:t>
            </a:r>
          </a:p>
          <a:p>
            <a:pPr marL="0" lvl="1" indent="0" algn="l" defTabSz="914400" rtl="0" eaLnBrk="1" latinLnBrk="0" hangingPunct="1">
              <a:lnSpc>
                <a:spcPct val="100000"/>
              </a:lnSpc>
              <a:spcBef>
                <a:spcPts val="0"/>
              </a:spcBef>
              <a:spcAft>
                <a:spcPts val="300"/>
              </a:spcAft>
              <a:buFont typeface="Graphik" panose="020B0503030202060203" pitchFamily="34" charset="0"/>
              <a:buNone/>
            </a:pPr>
            <a:r>
              <a:rPr lang="en-US"/>
              <a:t>Role</a:t>
            </a:r>
          </a:p>
        </p:txBody>
      </p:sp>
      <p:sp>
        <p:nvSpPr>
          <p:cNvPr id="3" name="TextBox 2">
            <a:extLst>
              <a:ext uri="{FF2B5EF4-FFF2-40B4-BE49-F238E27FC236}">
                <a16:creationId xmlns:a16="http://schemas.microsoft.com/office/drawing/2014/main" id="{FC687A6A-0DE7-4742-9FEC-F4CAACF6BD01}"/>
              </a:ext>
            </a:extLst>
          </p:cNvPr>
          <p:cNvSpPr txBox="1"/>
          <p:nvPr userDrawn="1"/>
        </p:nvSpPr>
        <p:spPr>
          <a:xfrm>
            <a:off x="9363919" y="6620719"/>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5" name="TextBox 4">
            <a:extLst>
              <a:ext uri="{FF2B5EF4-FFF2-40B4-BE49-F238E27FC236}">
                <a16:creationId xmlns:a16="http://schemas.microsoft.com/office/drawing/2014/main" id="{AFC37153-4580-BB48-AD3A-E289DF242EE6}"/>
              </a:ext>
            </a:extLst>
          </p:cNvPr>
          <p:cNvSpPr txBox="1"/>
          <p:nvPr userDrawn="1"/>
        </p:nvSpPr>
        <p:spPr>
          <a:xfrm>
            <a:off x="9734309" y="6539696"/>
            <a:ext cx="0" cy="0"/>
          </a:xfrm>
          <a:prstGeom prst="rect">
            <a:avLst/>
          </a:prstGeom>
          <a:noFill/>
        </p:spPr>
        <p:txBody>
          <a:bodyPr wrap="none" lIns="0" tIns="0" rIns="0" bIns="0" rtlCol="0">
            <a:noAutofit/>
          </a:bodyPr>
          <a:lstStyle/>
          <a:p>
            <a:pPr algn="l" defTabSz="228600">
              <a:spcAft>
                <a:spcPts val="1200"/>
              </a:spcAft>
            </a:pPr>
            <a:endParaRPr lang="en-US" noProof="0"/>
          </a:p>
        </p:txBody>
      </p:sp>
      <p:sp>
        <p:nvSpPr>
          <p:cNvPr id="6" name="TextBox 5">
            <a:extLst>
              <a:ext uri="{FF2B5EF4-FFF2-40B4-BE49-F238E27FC236}">
                <a16:creationId xmlns:a16="http://schemas.microsoft.com/office/drawing/2014/main" id="{2E3869D1-469A-5B41-97BC-C47919F46F86}"/>
              </a:ext>
            </a:extLst>
          </p:cNvPr>
          <p:cNvSpPr txBox="1"/>
          <p:nvPr userDrawn="1"/>
        </p:nvSpPr>
        <p:spPr>
          <a:xfrm>
            <a:off x="10131552" y="6528816"/>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1896666826"/>
      </p:ext>
    </p:extLst>
  </p:cSld>
  <p:clrMapOvr>
    <a:masterClrMapping/>
  </p:clrMapOvr>
  <p:extLst>
    <p:ext uri="{DCECCB84-F9BA-43D5-87BE-67443E8EF086}">
      <p15:sldGuideLst xmlns:p15="http://schemas.microsoft.com/office/powerpoint/2012/main">
        <p15:guide id="1" orient="horz" pos="983">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ext and Image 1">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A27BE519-6A5B-4320-BE53-57885A779914}"/>
              </a:ext>
            </a:extLst>
          </p:cNvPr>
          <p:cNvSpPr>
            <a:spLocks noGrp="1"/>
          </p:cNvSpPr>
          <p:nvPr>
            <p:ph type="body" sz="quarter" idx="14" hasCustomPrompt="1"/>
          </p:nvPr>
        </p:nvSpPr>
        <p:spPr>
          <a:xfrm>
            <a:off x="381001" y="3267635"/>
            <a:ext cx="5334000" cy="2667000"/>
          </a:xfrm>
        </p:spPr>
        <p:txBody>
          <a:bodyPr/>
          <a:lstStyle>
            <a:lvl1pPr marL="0" indent="0">
              <a:buNone/>
              <a:defRPr sz="2400">
                <a:solidFill>
                  <a:schemeClr val="accent1"/>
                </a:solidFill>
                <a:latin typeface="GT Sectra Fine" panose="00000500000000000000" pitchFamily="50" charset="0"/>
              </a:defRPr>
            </a:lvl1pPr>
            <a:lvl2pPr marL="0" indent="0">
              <a:buNone/>
              <a:defRPr sz="1800"/>
            </a:lvl2pPr>
            <a:lvl3pPr marL="228600">
              <a:buFont typeface="Arial" panose="020B0604020202020204" pitchFamily="34" charset="0"/>
              <a:buChar char="•"/>
              <a:defRPr sz="1800"/>
            </a:lvl3pPr>
            <a:lvl4pPr marL="457200">
              <a:buFont typeface="System Font"/>
              <a:buChar char="–"/>
              <a:defRPr sz="1600"/>
            </a:lvl4pPr>
            <a:lvl5pPr marL="685800">
              <a:buFont typeface="Arial" panose="020B0604020202020204" pitchFamily="34" charset="0"/>
              <a:buChar char="•"/>
              <a:defRPr sz="1600"/>
            </a:lvl5pPr>
          </a:lstStyle>
          <a:p>
            <a:pPr lvl="0"/>
            <a:r>
              <a:rPr lang="en-US"/>
              <a:t>Place sub-headline here in GT </a:t>
            </a:r>
            <a:r>
              <a:rPr lang="en-US" err="1"/>
              <a:t>Sectra</a:t>
            </a:r>
            <a:r>
              <a:rPr lang="en-US"/>
              <a:t> Fine, indent for other levels</a:t>
            </a:r>
          </a:p>
          <a:p>
            <a:pPr lvl="1"/>
            <a:r>
              <a:rPr lang="en-US"/>
              <a:t>Second level (text 18pt)</a:t>
            </a:r>
          </a:p>
          <a:p>
            <a:pPr lvl="2"/>
            <a:r>
              <a:rPr lang="en-US"/>
              <a:t>Third level bullet (bullet 18pt)</a:t>
            </a:r>
          </a:p>
          <a:p>
            <a:pPr lvl="3"/>
            <a:r>
              <a:rPr lang="en-US"/>
              <a:t>Fourth level bullet (bullet 16pt)</a:t>
            </a:r>
          </a:p>
          <a:p>
            <a:pPr lvl="4"/>
            <a:r>
              <a:rPr lang="en-US"/>
              <a:t>Fifth level bullet (bullet 16pt)</a:t>
            </a:r>
          </a:p>
        </p:txBody>
      </p:sp>
      <p:sp>
        <p:nvSpPr>
          <p:cNvPr id="3" name="Picture Placeholder 2">
            <a:extLst>
              <a:ext uri="{FF2B5EF4-FFF2-40B4-BE49-F238E27FC236}">
                <a16:creationId xmlns:a16="http://schemas.microsoft.com/office/drawing/2014/main" id="{77AA6D93-92FF-400D-8AF3-C5AC33611540}"/>
              </a:ext>
            </a:extLst>
          </p:cNvPr>
          <p:cNvSpPr>
            <a:spLocks noGrp="1"/>
          </p:cNvSpPr>
          <p:nvPr>
            <p:ph type="pic" idx="1" hasCustomPrompt="1"/>
          </p:nvPr>
        </p:nvSpPr>
        <p:spPr>
          <a:xfrm>
            <a:off x="6096000" y="196769"/>
            <a:ext cx="6096000" cy="6857999"/>
          </a:xfrm>
        </p:spPr>
        <p:txBody>
          <a:bodyPr anchor="ctr"/>
          <a:lstStyle>
            <a:lvl1pPr marL="0" indent="0" algn="ctr" defTabSz="914400" rtl="0" eaLnBrk="1" latinLnBrk="0" hangingPunct="1">
              <a:lnSpc>
                <a:spcPct val="100000"/>
              </a:lnSpc>
              <a:spcBef>
                <a:spcPts val="0"/>
              </a:spcBef>
              <a:spcAft>
                <a:spcPts val="1200"/>
              </a:spcAft>
              <a:buFont typeface="Arial" panose="020B0604020202020204" pitchFamily="34" charset="0"/>
              <a:buNone/>
              <a:defRPr lang="en-US" sz="1400" b="0" kern="1200" dirty="0">
                <a:solidFill>
                  <a:schemeClr val="tx1"/>
                </a:solidFill>
                <a:latin typeface="+mn-lt"/>
                <a:ea typeface="+mn-ea"/>
                <a:cs typeface="+mn-cs"/>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Add image, then ‘Send to Back’</a:t>
            </a:r>
            <a:endParaRPr lang="en-US"/>
          </a:p>
        </p:txBody>
      </p:sp>
      <p:sp>
        <p:nvSpPr>
          <p:cNvPr id="5" name="Title 1">
            <a:extLst>
              <a:ext uri="{FF2B5EF4-FFF2-40B4-BE49-F238E27FC236}">
                <a16:creationId xmlns:a16="http://schemas.microsoft.com/office/drawing/2014/main" id="{1BB929FF-38D9-4792-A56F-C1810627FF9B}"/>
              </a:ext>
            </a:extLst>
          </p:cNvPr>
          <p:cNvSpPr>
            <a:spLocks noGrp="1"/>
          </p:cNvSpPr>
          <p:nvPr>
            <p:ph type="title" hasCustomPrompt="1"/>
          </p:nvPr>
        </p:nvSpPr>
        <p:spPr>
          <a:xfrm>
            <a:off x="381000" y="381000"/>
            <a:ext cx="5334000" cy="2667000"/>
          </a:xfrm>
        </p:spPr>
        <p:txBody>
          <a:bodyPr anchor="b"/>
          <a:lstStyle>
            <a:lvl1pPr>
              <a:defRPr sz="3600"/>
            </a:lvl1pPr>
          </a:lstStyle>
          <a:p>
            <a:r>
              <a:rPr lang="en-GB"/>
              <a:t>Place headline here (36pt, min 30pt)</a:t>
            </a:r>
            <a:endParaRPr lang="en-US"/>
          </a:p>
        </p:txBody>
      </p:sp>
      <p:sp>
        <p:nvSpPr>
          <p:cNvPr id="7" name="Slide Number Placeholder 6">
            <a:extLst>
              <a:ext uri="{FF2B5EF4-FFF2-40B4-BE49-F238E27FC236}">
                <a16:creationId xmlns:a16="http://schemas.microsoft.com/office/drawing/2014/main" id="{471ECD14-894C-4210-BC23-98D893AA2320}"/>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lvl1pPr>
              <a:defRPr lang="en-US" sz="800" smtClean="0">
                <a:solidFill>
                  <a:schemeClr val="tx2">
                    <a:alpha val="75000"/>
                  </a:schemeClr>
                </a:solidFill>
              </a:defRPr>
            </a:lvl1pPr>
          </a:lstStyle>
          <a:p>
            <a:pPr algn="r" defTabSz="228600">
              <a:spcAft>
                <a:spcPts val="1200"/>
              </a:spcAft>
            </a:pPr>
            <a:fld id="{CC9E6EB9-168E-4914-8CC7-2E853AFB4F1B}" type="slidenum">
              <a:rPr lang="en-GB" smtClean="0"/>
              <a:pPr algn="r" defTabSz="228600">
                <a:spcAft>
                  <a:spcPts val="1200"/>
                </a:spcAft>
              </a:pPr>
              <a:t>‹#›</a:t>
            </a:fld>
            <a:endParaRPr lang="en-GB"/>
          </a:p>
        </p:txBody>
      </p:sp>
      <p:pic>
        <p:nvPicPr>
          <p:cNvPr id="2" name="Picture 1">
            <a:extLst>
              <a:ext uri="{FF2B5EF4-FFF2-40B4-BE49-F238E27FC236}">
                <a16:creationId xmlns:a16="http://schemas.microsoft.com/office/drawing/2014/main" id="{296067A3-9F0D-44FB-B267-D94DE708562D}"/>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8" name="TextBox 7">
            <a:extLst>
              <a:ext uri="{FF2B5EF4-FFF2-40B4-BE49-F238E27FC236}">
                <a16:creationId xmlns:a16="http://schemas.microsoft.com/office/drawing/2014/main" id="{13C499DC-456D-AD4E-B8A4-E55217F992E7}"/>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tx2">
                    <a:alpha val="75000"/>
                  </a:schemeClr>
                </a:solidFill>
              </a:rPr>
              <a:t>Copyright © 2021 Accenture. All rights reserved. </a:t>
            </a:r>
            <a:br>
              <a:rPr lang="en-GB" sz="800">
                <a:solidFill>
                  <a:schemeClr val="tx2">
                    <a:alpha val="75000"/>
                  </a:schemeClr>
                </a:solidFill>
              </a:rPr>
            </a:br>
            <a:r>
              <a:rPr lang="en-GB" sz="800">
                <a:solidFill>
                  <a:schemeClr val="tx2">
                    <a:alpha val="75000"/>
                  </a:schemeClr>
                </a:solidFill>
              </a:rPr>
              <a:t>Accenture and its logo are registered trademarks of Accenture.</a:t>
            </a:r>
          </a:p>
        </p:txBody>
      </p:sp>
    </p:spTree>
    <p:extLst>
      <p:ext uri="{BB962C8B-B14F-4D97-AF65-F5344CB8AC3E}">
        <p14:creationId xmlns:p14="http://schemas.microsoft.com/office/powerpoint/2010/main" val="26474519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ext and Image 2">
    <p:bg>
      <p:bgPr>
        <a:solidFill>
          <a:schemeClr val="accent2"/>
        </a:solidFill>
        <a:effectLst/>
      </p:bgPr>
    </p:bg>
    <p:spTree>
      <p:nvGrpSpPr>
        <p:cNvPr id="1" name=""/>
        <p:cNvGrpSpPr/>
        <p:nvPr/>
      </p:nvGrpSpPr>
      <p:grpSpPr>
        <a:xfrm>
          <a:off x="0" y="0"/>
          <a:ext cx="0" cy="0"/>
          <a:chOff x="0" y="0"/>
          <a:chExt cx="0" cy="0"/>
        </a:xfrm>
      </p:grpSpPr>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0" y="-1"/>
            <a:ext cx="6096024" cy="6309361"/>
          </a:xfrm>
          <a:noFill/>
        </p:spPr>
        <p:txBody>
          <a:bodyPr anchor="ctr"/>
          <a:lstStyle>
            <a:lvl1pPr marL="0" indent="0" algn="ctr">
              <a:buNone/>
              <a:defRPr sz="1400" b="0">
                <a:solidFill>
                  <a:schemeClr val="tx1"/>
                </a:solidFill>
              </a:defRPr>
            </a:lvl1pPr>
          </a:lstStyle>
          <a:p>
            <a:r>
              <a:rPr lang="en-GB"/>
              <a:t>Add image here</a:t>
            </a:r>
            <a:endParaRPr lang="en-US"/>
          </a:p>
        </p:txBody>
      </p:sp>
      <p:sp>
        <p:nvSpPr>
          <p:cNvPr id="10" name="Rectangle 9">
            <a:extLst>
              <a:ext uri="{FF2B5EF4-FFF2-40B4-BE49-F238E27FC236}">
                <a16:creationId xmlns:a16="http://schemas.microsoft.com/office/drawing/2014/main" id="{7F8DBAF1-DC97-4CAB-B174-0AAA55CCB2E8}"/>
              </a:ext>
            </a:extLst>
          </p:cNvPr>
          <p:cNvSpPr/>
          <p:nvPr userDrawn="1"/>
        </p:nvSpPr>
        <p:spPr>
          <a:xfrm>
            <a:off x="0" y="6309360"/>
            <a:ext cx="12192000" cy="54864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itle 1">
            <a:extLst>
              <a:ext uri="{FF2B5EF4-FFF2-40B4-BE49-F238E27FC236}">
                <a16:creationId xmlns:a16="http://schemas.microsoft.com/office/drawing/2014/main" id="{3B30F4D9-6AB9-4693-B1C3-C7BE8D81EC93}"/>
              </a:ext>
            </a:extLst>
          </p:cNvPr>
          <p:cNvSpPr>
            <a:spLocks noGrp="1"/>
          </p:cNvSpPr>
          <p:nvPr>
            <p:ph type="title" hasCustomPrompt="1"/>
          </p:nvPr>
        </p:nvSpPr>
        <p:spPr>
          <a:xfrm>
            <a:off x="6476999" y="381000"/>
            <a:ext cx="5334000" cy="2667000"/>
          </a:xfrm>
        </p:spPr>
        <p:txBody>
          <a:bodyPr anchor="b"/>
          <a:lstStyle>
            <a:lvl1pPr>
              <a:defRPr sz="3600"/>
            </a:lvl1pPr>
          </a:lstStyle>
          <a:p>
            <a:r>
              <a:rPr lang="en-GB"/>
              <a:t>Place headline here (36pt, min 30pt)</a:t>
            </a:r>
            <a:endParaRPr lang="en-US"/>
          </a:p>
        </p:txBody>
      </p:sp>
      <p:pic>
        <p:nvPicPr>
          <p:cNvPr id="2" name="Picture 1">
            <a:extLst>
              <a:ext uri="{FF2B5EF4-FFF2-40B4-BE49-F238E27FC236}">
                <a16:creationId xmlns:a16="http://schemas.microsoft.com/office/drawing/2014/main" id="{A9656D06-A8CE-4A1F-9876-6AFBEE60C207}"/>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13" name="TextBox 12">
            <a:extLst>
              <a:ext uri="{FF2B5EF4-FFF2-40B4-BE49-F238E27FC236}">
                <a16:creationId xmlns:a16="http://schemas.microsoft.com/office/drawing/2014/main" id="{C5A17E02-A31F-4B3C-922A-197462C89A0D}"/>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a:ln>
                  <a:noFill/>
                </a:ln>
                <a:solidFill>
                  <a:srgbClr val="FFFFFF">
                    <a:alpha val="75000"/>
                  </a:srgbClr>
                </a:solidFill>
                <a:effectLst/>
                <a:uLnTx/>
                <a:uFillTx/>
              </a:rPr>
              <a:t>Copyright © 2021 Accenture. All rights reserved. </a:t>
            </a:r>
            <a:br>
              <a:rPr kumimoji="0" lang="en-GB" sz="800" b="0" i="0" u="none" strike="noStrike" kern="0" cap="none" spc="0" normalizeH="0" baseline="0" noProof="0">
                <a:ln>
                  <a:noFill/>
                </a:ln>
                <a:solidFill>
                  <a:srgbClr val="FFFFFF">
                    <a:alpha val="75000"/>
                  </a:srgbClr>
                </a:solidFill>
                <a:effectLst/>
                <a:uLnTx/>
                <a:uFillTx/>
              </a:rPr>
            </a:br>
            <a:r>
              <a:rPr kumimoji="0" lang="en-GB" sz="800" b="0" i="0" u="none" strike="noStrike" kern="0" cap="none" spc="0" normalizeH="0" baseline="0" noProof="0">
                <a:ln>
                  <a:noFill/>
                </a:ln>
                <a:solidFill>
                  <a:srgbClr val="FFFFFF">
                    <a:alpha val="75000"/>
                  </a:srgbClr>
                </a:solidFill>
                <a:effectLst/>
                <a:uLnTx/>
                <a:uFillTx/>
              </a:rPr>
              <a:t>Accenture and its logo are registered trademarks of Accenture.</a:t>
            </a:r>
          </a:p>
        </p:txBody>
      </p:sp>
      <p:sp>
        <p:nvSpPr>
          <p:cNvPr id="14" name="TextBox 13">
            <a:extLst>
              <a:ext uri="{FF2B5EF4-FFF2-40B4-BE49-F238E27FC236}">
                <a16:creationId xmlns:a16="http://schemas.microsoft.com/office/drawing/2014/main" id="{A10195CB-D424-4B71-9300-2867217A049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
        <p:nvSpPr>
          <p:cNvPr id="12" name="Text Placeholder 14">
            <a:extLst>
              <a:ext uri="{FF2B5EF4-FFF2-40B4-BE49-F238E27FC236}">
                <a16:creationId xmlns:a16="http://schemas.microsoft.com/office/drawing/2014/main" id="{6EB7BC02-64C6-5A42-A5C4-F0D83DB51123}"/>
              </a:ext>
            </a:extLst>
          </p:cNvPr>
          <p:cNvSpPr>
            <a:spLocks noGrp="1"/>
          </p:cNvSpPr>
          <p:nvPr>
            <p:ph type="body" sz="quarter" idx="17" hasCustomPrompt="1"/>
          </p:nvPr>
        </p:nvSpPr>
        <p:spPr>
          <a:xfrm>
            <a:off x="6476999" y="3267635"/>
            <a:ext cx="5334000" cy="2667000"/>
          </a:xfrm>
        </p:spPr>
        <p:txBody>
          <a:bodyPr/>
          <a:lstStyle>
            <a:lvl1pPr marL="0" indent="0">
              <a:buNone/>
              <a:defRPr sz="2400">
                <a:solidFill>
                  <a:schemeClr val="tx1"/>
                </a:solidFill>
                <a:latin typeface="GT Sectra Fine" panose="00000500000000000000" pitchFamily="50" charset="0"/>
              </a:defRPr>
            </a:lvl1pPr>
            <a:lvl2pPr marL="0" indent="0">
              <a:buNone/>
              <a:defRPr sz="1800">
                <a:solidFill>
                  <a:schemeClr val="tx1"/>
                </a:solidFill>
              </a:defRPr>
            </a:lvl2pPr>
            <a:lvl3pPr marL="228600">
              <a:buFont typeface="Arial" panose="020B0604020202020204" pitchFamily="34" charset="0"/>
              <a:buChar char="•"/>
              <a:defRPr sz="1800">
                <a:solidFill>
                  <a:schemeClr val="tx1"/>
                </a:solidFill>
              </a:defRPr>
            </a:lvl3pPr>
            <a:lvl4pPr marL="457200">
              <a:buFont typeface="System Font"/>
              <a:buChar char="–"/>
              <a:defRPr sz="1600">
                <a:solidFill>
                  <a:schemeClr val="tx1"/>
                </a:solidFill>
              </a:defRPr>
            </a:lvl4pPr>
            <a:lvl5pPr marL="685800">
              <a:buFont typeface="Arial" panose="020B0604020202020204" pitchFamily="34" charset="0"/>
              <a:buChar char="•"/>
              <a:defRPr sz="1600">
                <a:solidFill>
                  <a:schemeClr val="tx1"/>
                </a:solidFill>
              </a:defRPr>
            </a:lvl5pPr>
          </a:lstStyle>
          <a:p>
            <a:pPr lvl="0"/>
            <a:r>
              <a:rPr lang="en-US"/>
              <a:t>Place sub-headline here in GT </a:t>
            </a:r>
            <a:r>
              <a:rPr lang="en-US" err="1"/>
              <a:t>Sectra</a:t>
            </a:r>
            <a:r>
              <a:rPr lang="en-US"/>
              <a:t> Fine, indent for other levels</a:t>
            </a:r>
          </a:p>
          <a:p>
            <a:pPr lvl="1"/>
            <a:r>
              <a:rPr lang="en-US"/>
              <a:t>Second level (text 18pt)</a:t>
            </a:r>
          </a:p>
          <a:p>
            <a:pPr lvl="2"/>
            <a:r>
              <a:rPr lang="en-US"/>
              <a:t>Third level bullet (bullet 18pt)</a:t>
            </a:r>
          </a:p>
          <a:p>
            <a:pPr lvl="3"/>
            <a:r>
              <a:rPr lang="en-US"/>
              <a:t>Fourth level bullet (bullet 16pt)</a:t>
            </a:r>
          </a:p>
          <a:p>
            <a:pPr lvl="4"/>
            <a:r>
              <a:rPr lang="en-US"/>
              <a:t>Fifth level bullet (bullet 16pt)</a:t>
            </a:r>
          </a:p>
        </p:txBody>
      </p:sp>
    </p:spTree>
    <p:extLst>
      <p:ext uri="{BB962C8B-B14F-4D97-AF65-F5344CB8AC3E}">
        <p14:creationId xmlns:p14="http://schemas.microsoft.com/office/powerpoint/2010/main" val="125013104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20">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Quote + Portrait 1">
    <p:spTree>
      <p:nvGrpSpPr>
        <p:cNvPr id="1" name=""/>
        <p:cNvGrpSpPr/>
        <p:nvPr/>
      </p:nvGrpSpPr>
      <p:grpSpPr>
        <a:xfrm>
          <a:off x="0" y="0"/>
          <a:ext cx="0" cy="0"/>
          <a:chOff x="0" y="0"/>
          <a:chExt cx="0" cy="0"/>
        </a:xfrm>
      </p:grpSpPr>
      <p:pic>
        <p:nvPicPr>
          <p:cNvPr id="3" name="Picture Placeholder 19">
            <a:extLst>
              <a:ext uri="{FF2B5EF4-FFF2-40B4-BE49-F238E27FC236}">
                <a16:creationId xmlns:a16="http://schemas.microsoft.com/office/drawing/2014/main" id="{9128CE8F-D41A-47B9-921B-C6C1790F8F27}"/>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026839" y="943234"/>
            <a:ext cx="4191000" cy="4976812"/>
          </a:xfrm>
          <a:prstGeom prst="rect">
            <a:avLst/>
          </a:prstGeom>
          <a:solidFill>
            <a:schemeClr val="tx2">
              <a:lumMod val="20000"/>
              <a:lumOff val="80000"/>
            </a:schemeClr>
          </a:solidFill>
        </p:spPr>
      </p:pic>
      <p:sp>
        <p:nvSpPr>
          <p:cNvPr id="12" name="Picture Placeholder 18">
            <a:extLst>
              <a:ext uri="{FF2B5EF4-FFF2-40B4-BE49-F238E27FC236}">
                <a16:creationId xmlns:a16="http://schemas.microsoft.com/office/drawing/2014/main" id="{3996D868-07E7-4C6F-B00B-4026C634BAE0}"/>
              </a:ext>
            </a:extLst>
          </p:cNvPr>
          <p:cNvSpPr>
            <a:spLocks noGrp="1"/>
          </p:cNvSpPr>
          <p:nvPr>
            <p:ph type="pic" sz="quarter" idx="13" hasCustomPrompt="1"/>
          </p:nvPr>
        </p:nvSpPr>
        <p:spPr>
          <a:xfrm>
            <a:off x="6858001" y="744434"/>
            <a:ext cx="4190998" cy="4976446"/>
          </a:xfrm>
          <a:solidFill>
            <a:schemeClr val="bg1"/>
          </a:solidFill>
        </p:spPr>
        <p:txBody>
          <a:bodyPr tIns="274320" bIns="274320" anchor="ctr"/>
          <a:lstStyle>
            <a:lvl1pPr marL="0" indent="0" algn="ctr">
              <a:buNone/>
              <a:defRPr sz="1400" b="0">
                <a:solidFill>
                  <a:schemeClr val="tx1"/>
                </a:solidFill>
              </a:defRPr>
            </a:lvl1pPr>
          </a:lstStyle>
          <a:p>
            <a:r>
              <a:rPr lang="en-GB"/>
              <a:t>Add image</a:t>
            </a:r>
            <a:endParaRPr lang="en-US"/>
          </a:p>
        </p:txBody>
      </p:sp>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1143000" y="1593669"/>
            <a:ext cx="4952999" cy="3277976"/>
          </a:xfrm>
        </p:spPr>
        <p:txBody>
          <a:bodyPr anchor="ctr"/>
          <a:lstStyle>
            <a:lvl1pPr>
              <a:defRPr sz="5400">
                <a:solidFill>
                  <a:schemeClr val="tx1"/>
                </a:solidFill>
              </a:defRPr>
            </a:lvl1pPr>
          </a:lstStyle>
          <a:p>
            <a:r>
              <a:rPr lang="en-US"/>
              <a:t>Place quote or key message here</a:t>
            </a:r>
          </a:p>
        </p:txBody>
      </p:sp>
    </p:spTree>
    <p:extLst>
      <p:ext uri="{BB962C8B-B14F-4D97-AF65-F5344CB8AC3E}">
        <p14:creationId xmlns:p14="http://schemas.microsoft.com/office/powerpoint/2010/main" val="59061852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Stat 1">
    <p:bg>
      <p:bgRef idx="1001">
        <a:schemeClr val="bg1"/>
      </p:bgRef>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FF1C6BE-E6FE-4BD6-8477-A09403EEE56E}"/>
              </a:ext>
            </a:extLst>
          </p:cNvPr>
          <p:cNvSpPr/>
          <p:nvPr userDrawn="1"/>
        </p:nvSpPr>
        <p:spPr>
          <a:xfrm>
            <a:off x="-10" y="-3"/>
            <a:ext cx="6096008" cy="631190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Text Placeholder 32">
            <a:extLst>
              <a:ext uri="{FF2B5EF4-FFF2-40B4-BE49-F238E27FC236}">
                <a16:creationId xmlns:a16="http://schemas.microsoft.com/office/drawing/2014/main" id="{AC315915-FC9E-0942-980E-6C0E99FEA8DD}"/>
              </a:ext>
            </a:extLst>
          </p:cNvPr>
          <p:cNvSpPr>
            <a:spLocks noGrp="1"/>
          </p:cNvSpPr>
          <p:nvPr>
            <p:ph type="body" sz="quarter" idx="18" hasCustomPrompt="1"/>
          </p:nvPr>
        </p:nvSpPr>
        <p:spPr>
          <a:xfrm>
            <a:off x="380986" y="1490072"/>
            <a:ext cx="2285996" cy="1284861"/>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a:t>
            </a:r>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6095992" y="0"/>
            <a:ext cx="6096008" cy="6311900"/>
          </a:xfrm>
          <a:solidFill>
            <a:schemeClr val="bg2"/>
          </a:solidFill>
        </p:spPr>
        <p:txBody>
          <a:bodyPr anchor="ctr"/>
          <a:lstStyle>
            <a:lvl1pPr marL="0" indent="0" algn="ctr">
              <a:buNone/>
              <a:defRPr sz="1400" b="0">
                <a:solidFill>
                  <a:schemeClr val="tx1"/>
                </a:solidFill>
              </a:defRPr>
            </a:lvl1pPr>
          </a:lstStyle>
          <a:p>
            <a:r>
              <a:rPr lang="en-GB"/>
              <a:t>Add image here</a:t>
            </a:r>
            <a:endParaRPr lang="en-US"/>
          </a:p>
        </p:txBody>
      </p:sp>
      <p:sp>
        <p:nvSpPr>
          <p:cNvPr id="27" name="Text Placeholder 26">
            <a:extLst>
              <a:ext uri="{FF2B5EF4-FFF2-40B4-BE49-F238E27FC236}">
                <a16:creationId xmlns:a16="http://schemas.microsoft.com/office/drawing/2014/main" id="{8D7539E0-EC97-4984-8CDD-85CC949BB7FB}"/>
              </a:ext>
            </a:extLst>
          </p:cNvPr>
          <p:cNvSpPr>
            <a:spLocks noGrp="1"/>
          </p:cNvSpPr>
          <p:nvPr>
            <p:ph type="body" sz="quarter" idx="13" hasCustomPrompt="1"/>
          </p:nvPr>
        </p:nvSpPr>
        <p:spPr>
          <a:xfrm>
            <a:off x="381001" y="380999"/>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42" name="Straight Connector 41">
            <a:extLst>
              <a:ext uri="{FF2B5EF4-FFF2-40B4-BE49-F238E27FC236}">
                <a16:creationId xmlns:a16="http://schemas.microsoft.com/office/drawing/2014/main" id="{149C8D0A-C37D-4D9A-9703-8A0AFB18570C}"/>
              </a:ext>
            </a:extLst>
          </p:cNvPr>
          <p:cNvCxnSpPr>
            <a:cxnSpLocks/>
          </p:cNvCxnSpPr>
          <p:nvPr userDrawn="1"/>
        </p:nvCxnSpPr>
        <p:spPr>
          <a:xfrm>
            <a:off x="0" y="3155950"/>
            <a:ext cx="6096008"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3428992" y="380999"/>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81001" y="3536948"/>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3428992" y="3536948"/>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cxnSp>
        <p:nvCxnSpPr>
          <p:cNvPr id="53" name="Straight Connector 52">
            <a:extLst>
              <a:ext uri="{FF2B5EF4-FFF2-40B4-BE49-F238E27FC236}">
                <a16:creationId xmlns:a16="http://schemas.microsoft.com/office/drawing/2014/main" id="{1BE5BBCC-C957-48B6-99B6-EF1F3E80F622}"/>
              </a:ext>
            </a:extLst>
          </p:cNvPr>
          <p:cNvCxnSpPr>
            <a:cxnSpLocks/>
          </p:cNvCxnSpPr>
          <p:nvPr userDrawn="1"/>
        </p:nvCxnSpPr>
        <p:spPr>
          <a:xfrm>
            <a:off x="3047998" y="-2"/>
            <a:ext cx="0" cy="6311902"/>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id="{394EF33C-E010-4503-AC38-BB48E62572E9}"/>
              </a:ext>
            </a:extLst>
          </p:cNvPr>
          <p:cNvSpPr/>
          <p:nvPr userDrawn="1"/>
        </p:nvSpPr>
        <p:spPr>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Graphic 4">
            <a:extLst>
              <a:ext uri="{FF2B5EF4-FFF2-40B4-BE49-F238E27FC236}">
                <a16:creationId xmlns:a16="http://schemas.microsoft.com/office/drawing/2014/main" id="{B5857967-07ED-4F5E-A053-B5E7B0047997}"/>
              </a:ext>
            </a:extLst>
          </p:cNvPr>
          <p:cNvSpPr>
            <a:spLocks noChangeAspect="1"/>
          </p:cNvSpPr>
          <p:nvPr userDrawn="1"/>
        </p:nvSpPr>
        <p:spPr>
          <a:xfrm>
            <a:off x="381000" y="6483349"/>
            <a:ext cx="192024" cy="203202"/>
          </a:xfrm>
          <a:custGeom>
            <a:avLst/>
            <a:gdLst>
              <a:gd name="connsiteX0" fmla="*/ 0 w 556260"/>
              <a:gd name="connsiteY0" fmla="*/ 415290 h 588644"/>
              <a:gd name="connsiteX1" fmla="*/ 324803 w 556260"/>
              <a:gd name="connsiteY1" fmla="*/ 295275 h 588644"/>
              <a:gd name="connsiteX2" fmla="*/ 0 w 556260"/>
              <a:gd name="connsiteY2" fmla="*/ 167640 h 588644"/>
              <a:gd name="connsiteX3" fmla="*/ 0 w 556260"/>
              <a:gd name="connsiteY3" fmla="*/ 0 h 588644"/>
              <a:gd name="connsiteX4" fmla="*/ 556260 w 556260"/>
              <a:gd name="connsiteY4" fmla="*/ 223838 h 588644"/>
              <a:gd name="connsiteX5" fmla="*/ 556260 w 556260"/>
              <a:gd name="connsiteY5" fmla="*/ 363855 h 588644"/>
              <a:gd name="connsiteX6" fmla="*/ 0 w 556260"/>
              <a:gd name="connsiteY6" fmla="*/ 588645 h 58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60" h="588644">
                <a:moveTo>
                  <a:pt x="0" y="415290"/>
                </a:moveTo>
                <a:lnTo>
                  <a:pt x="324803" y="295275"/>
                </a:lnTo>
                <a:lnTo>
                  <a:pt x="0" y="167640"/>
                </a:lnTo>
                <a:lnTo>
                  <a:pt x="0" y="0"/>
                </a:lnTo>
                <a:lnTo>
                  <a:pt x="556260" y="223838"/>
                </a:lnTo>
                <a:lnTo>
                  <a:pt x="556260" y="363855"/>
                </a:lnTo>
                <a:lnTo>
                  <a:pt x="0" y="588645"/>
                </a:lnTo>
                <a:close/>
              </a:path>
            </a:pathLst>
          </a:custGeom>
          <a:solidFill>
            <a:schemeClr val="bg1"/>
          </a:solidFill>
          <a:ln w="9525" cap="flat">
            <a:noFill/>
            <a:prstDash val="solid"/>
            <a:miter/>
          </a:ln>
        </p:spPr>
        <p:txBody>
          <a:bodyPr rtlCol="0" anchor="ctr"/>
          <a:lstStyle/>
          <a:p>
            <a:endParaRPr lang="en-US"/>
          </a:p>
        </p:txBody>
      </p:sp>
      <p:sp>
        <p:nvSpPr>
          <p:cNvPr id="5" name="TextBox 4">
            <a:extLst>
              <a:ext uri="{FF2B5EF4-FFF2-40B4-BE49-F238E27FC236}">
                <a16:creationId xmlns:a16="http://schemas.microsoft.com/office/drawing/2014/main" id="{61FAF127-9F53-4673-A2A8-7956E1AE99D5}"/>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a:ln>
                  <a:noFill/>
                </a:ln>
                <a:solidFill>
                  <a:srgbClr val="FFFFFF">
                    <a:alpha val="75000"/>
                  </a:srgbClr>
                </a:solidFill>
                <a:effectLst/>
                <a:uLnTx/>
                <a:uFillTx/>
              </a:rPr>
              <a:t>Copyright © 2021 Accenture. All rights reserved. </a:t>
            </a:r>
            <a:br>
              <a:rPr kumimoji="0" lang="en-GB" sz="800" b="0" i="0" u="none" strike="noStrike" kern="0" cap="none" spc="0" normalizeH="0" baseline="0" noProof="0">
                <a:ln>
                  <a:noFill/>
                </a:ln>
                <a:solidFill>
                  <a:srgbClr val="FFFFFF">
                    <a:alpha val="75000"/>
                  </a:srgbClr>
                </a:solidFill>
                <a:effectLst/>
                <a:uLnTx/>
                <a:uFillTx/>
              </a:rPr>
            </a:br>
            <a:r>
              <a:rPr kumimoji="0" lang="en-GB" sz="800" b="0" i="0" u="none" strike="noStrike" kern="0" cap="none" spc="0" normalizeH="0" baseline="0" noProof="0">
                <a:ln>
                  <a:noFill/>
                </a:ln>
                <a:solidFill>
                  <a:srgbClr val="FFFFFF">
                    <a:alpha val="75000"/>
                  </a:srgbClr>
                </a:solidFill>
                <a:effectLst/>
                <a:uLnTx/>
                <a:uFillTx/>
              </a:rPr>
              <a:t>Accenture and its logo are registered trademarks of Accenture.</a:t>
            </a:r>
          </a:p>
        </p:txBody>
      </p:sp>
      <p:sp>
        <p:nvSpPr>
          <p:cNvPr id="6" name="TextBox 5">
            <a:extLst>
              <a:ext uri="{FF2B5EF4-FFF2-40B4-BE49-F238E27FC236}">
                <a16:creationId xmlns:a16="http://schemas.microsoft.com/office/drawing/2014/main" id="{AF44D4EC-5AC3-4E83-91F6-146FE9DE0444}"/>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rPr>
              <a:t>‹#›</a:t>
            </a:fld>
            <a:endParaRPr lang="en-US" noProof="0">
              <a:solidFill>
                <a:schemeClr val="bg1">
                  <a:alpha val="75000"/>
                </a:schemeClr>
              </a:solidFill>
            </a:endParaRPr>
          </a:p>
        </p:txBody>
      </p:sp>
      <p:sp>
        <p:nvSpPr>
          <p:cNvPr id="23" name="Text Placeholder 32">
            <a:extLst>
              <a:ext uri="{FF2B5EF4-FFF2-40B4-BE49-F238E27FC236}">
                <a16:creationId xmlns:a16="http://schemas.microsoft.com/office/drawing/2014/main" id="{15FC8104-48E6-B248-8FB6-974B5ABAE65B}"/>
              </a:ext>
            </a:extLst>
          </p:cNvPr>
          <p:cNvSpPr>
            <a:spLocks noGrp="1"/>
          </p:cNvSpPr>
          <p:nvPr>
            <p:ph type="body" sz="quarter" idx="22" hasCustomPrompt="1"/>
          </p:nvPr>
        </p:nvSpPr>
        <p:spPr>
          <a:xfrm>
            <a:off x="3428992" y="1490072"/>
            <a:ext cx="2285996" cy="1284861"/>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a:t>
            </a:r>
          </a:p>
        </p:txBody>
      </p:sp>
      <p:sp>
        <p:nvSpPr>
          <p:cNvPr id="24" name="Text Placeholder 32">
            <a:extLst>
              <a:ext uri="{FF2B5EF4-FFF2-40B4-BE49-F238E27FC236}">
                <a16:creationId xmlns:a16="http://schemas.microsoft.com/office/drawing/2014/main" id="{27C860B3-C7A0-E840-9D83-305F7392029A}"/>
              </a:ext>
            </a:extLst>
          </p:cNvPr>
          <p:cNvSpPr>
            <a:spLocks noGrp="1"/>
          </p:cNvSpPr>
          <p:nvPr>
            <p:ph type="body" sz="quarter" idx="23" hasCustomPrompt="1"/>
          </p:nvPr>
        </p:nvSpPr>
        <p:spPr>
          <a:xfrm>
            <a:off x="380986" y="4646021"/>
            <a:ext cx="2285996" cy="1284861"/>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a:t>
            </a:r>
          </a:p>
        </p:txBody>
      </p:sp>
      <p:sp>
        <p:nvSpPr>
          <p:cNvPr id="25" name="Text Placeholder 32">
            <a:extLst>
              <a:ext uri="{FF2B5EF4-FFF2-40B4-BE49-F238E27FC236}">
                <a16:creationId xmlns:a16="http://schemas.microsoft.com/office/drawing/2014/main" id="{0559DD1F-A98C-F14E-95DC-32EC947751EA}"/>
              </a:ext>
            </a:extLst>
          </p:cNvPr>
          <p:cNvSpPr>
            <a:spLocks noGrp="1"/>
          </p:cNvSpPr>
          <p:nvPr>
            <p:ph type="body" sz="quarter" idx="24" hasCustomPrompt="1"/>
          </p:nvPr>
        </p:nvSpPr>
        <p:spPr>
          <a:xfrm>
            <a:off x="3428992" y="4646021"/>
            <a:ext cx="2285996" cy="1284861"/>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a:t>
            </a:r>
          </a:p>
        </p:txBody>
      </p:sp>
    </p:spTree>
    <p:extLst>
      <p:ext uri="{BB962C8B-B14F-4D97-AF65-F5344CB8AC3E}">
        <p14:creationId xmlns:p14="http://schemas.microsoft.com/office/powerpoint/2010/main" val="140746860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85">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Stat 2">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F8DBAF1-DC97-4CAB-B174-0AAA55CCB2E8}"/>
              </a:ext>
            </a:extLst>
          </p:cNvPr>
          <p:cNvSpPr/>
          <p:nvPr userDrawn="1"/>
        </p:nvSpPr>
        <p:spPr>
          <a:xfrm>
            <a:off x="0" y="6311900"/>
            <a:ext cx="12192000" cy="546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F2E53630-789F-425F-8AB1-96EFF4EA1E46}"/>
              </a:ext>
            </a:extLst>
          </p:cNvPr>
          <p:cNvSpPr/>
          <p:nvPr userDrawn="1"/>
        </p:nvSpPr>
        <p:spPr>
          <a:xfrm>
            <a:off x="9144056" y="3155948"/>
            <a:ext cx="3047944" cy="315595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D16F949-3472-4EBC-9DC1-05EC807C9FC0}"/>
              </a:ext>
            </a:extLst>
          </p:cNvPr>
          <p:cNvSpPr/>
          <p:nvPr userDrawn="1"/>
        </p:nvSpPr>
        <p:spPr>
          <a:xfrm>
            <a:off x="3048000" y="3155948"/>
            <a:ext cx="3047968" cy="3155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Picture Placeholder 35">
            <a:extLst>
              <a:ext uri="{FF2B5EF4-FFF2-40B4-BE49-F238E27FC236}">
                <a16:creationId xmlns:a16="http://schemas.microsoft.com/office/drawing/2014/main" id="{92A5DC07-3811-41E7-B3BC-1DF4ED905C75}"/>
              </a:ext>
            </a:extLst>
          </p:cNvPr>
          <p:cNvSpPr>
            <a:spLocks noGrp="1"/>
          </p:cNvSpPr>
          <p:nvPr>
            <p:ph type="pic" sz="quarter" idx="16" hasCustomPrompt="1"/>
          </p:nvPr>
        </p:nvSpPr>
        <p:spPr>
          <a:xfrm>
            <a:off x="6095976" y="-1"/>
            <a:ext cx="3048024" cy="3151189"/>
          </a:xfrm>
          <a:solidFill>
            <a:schemeClr val="bg2"/>
          </a:solidFill>
        </p:spPr>
        <p:txBody>
          <a:bodyPr anchor="ctr"/>
          <a:lstStyle>
            <a:lvl1pPr marL="0" indent="0" algn="ctr">
              <a:buNone/>
              <a:defRPr sz="1400" b="0">
                <a:solidFill>
                  <a:schemeClr val="tx1"/>
                </a:solidFill>
              </a:defRPr>
            </a:lvl1pPr>
          </a:lstStyle>
          <a:p>
            <a:r>
              <a:rPr lang="en-GB"/>
              <a:t>Add image here</a:t>
            </a:r>
            <a:endParaRPr lang="en-US"/>
          </a:p>
        </p:txBody>
      </p:sp>
      <p:sp>
        <p:nvSpPr>
          <p:cNvPr id="46" name="Text Placeholder 26">
            <a:extLst>
              <a:ext uri="{FF2B5EF4-FFF2-40B4-BE49-F238E27FC236}">
                <a16:creationId xmlns:a16="http://schemas.microsoft.com/office/drawing/2014/main" id="{FFC38A35-5CA3-4459-9AC5-201C71534956}"/>
              </a:ext>
            </a:extLst>
          </p:cNvPr>
          <p:cNvSpPr>
            <a:spLocks noGrp="1"/>
          </p:cNvSpPr>
          <p:nvPr>
            <p:ph type="body" sz="quarter" idx="17" hasCustomPrompt="1"/>
          </p:nvPr>
        </p:nvSpPr>
        <p:spPr>
          <a:xfrm>
            <a:off x="9525007" y="380999"/>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7" name="Text Placeholder 32">
            <a:extLst>
              <a:ext uri="{FF2B5EF4-FFF2-40B4-BE49-F238E27FC236}">
                <a16:creationId xmlns:a16="http://schemas.microsoft.com/office/drawing/2014/main" id="{705CC01D-6D66-4B27-8D0E-E2205E002C2F}"/>
              </a:ext>
            </a:extLst>
          </p:cNvPr>
          <p:cNvSpPr>
            <a:spLocks noGrp="1"/>
          </p:cNvSpPr>
          <p:nvPr>
            <p:ph type="body" sz="quarter" idx="18" hasCustomPrompt="1"/>
          </p:nvPr>
        </p:nvSpPr>
        <p:spPr>
          <a:xfrm>
            <a:off x="9525005" y="1490072"/>
            <a:ext cx="2285995" cy="1284879"/>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a:t>
            </a:r>
          </a:p>
        </p:txBody>
      </p:sp>
      <p:sp>
        <p:nvSpPr>
          <p:cNvPr id="48" name="Text Placeholder 26">
            <a:extLst>
              <a:ext uri="{FF2B5EF4-FFF2-40B4-BE49-F238E27FC236}">
                <a16:creationId xmlns:a16="http://schemas.microsoft.com/office/drawing/2014/main" id="{84A1985F-A4F6-4997-A4BD-E305CB1A47A6}"/>
              </a:ext>
            </a:extLst>
          </p:cNvPr>
          <p:cNvSpPr>
            <a:spLocks noGrp="1"/>
          </p:cNvSpPr>
          <p:nvPr>
            <p:ph type="body" sz="quarter" idx="19" hasCustomPrompt="1"/>
          </p:nvPr>
        </p:nvSpPr>
        <p:spPr>
          <a:xfrm>
            <a:off x="3428988" y="3538763"/>
            <a:ext cx="2285996" cy="912223"/>
          </a:xfrm>
        </p:spPr>
        <p:txBody>
          <a:bodyPr anchor="ctr"/>
          <a:lstStyle>
            <a:lvl1pPr marL="0" indent="0">
              <a:buNone/>
              <a:defRPr lang="en-US" sz="4800" b="1" kern="1200" dirty="0">
                <a:solidFill>
                  <a:schemeClr val="bg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49" name="Text Placeholder 32">
            <a:extLst>
              <a:ext uri="{FF2B5EF4-FFF2-40B4-BE49-F238E27FC236}">
                <a16:creationId xmlns:a16="http://schemas.microsoft.com/office/drawing/2014/main" id="{D36C84D9-D180-4ECA-9C39-AB74A8A3E6B1}"/>
              </a:ext>
            </a:extLst>
          </p:cNvPr>
          <p:cNvSpPr>
            <a:spLocks noGrp="1"/>
          </p:cNvSpPr>
          <p:nvPr>
            <p:ph type="body" sz="quarter" idx="20" hasCustomPrompt="1"/>
          </p:nvPr>
        </p:nvSpPr>
        <p:spPr>
          <a:xfrm>
            <a:off x="3428986" y="4647836"/>
            <a:ext cx="2285995" cy="1284879"/>
          </a:xfrm>
        </p:spPr>
        <p:txBody>
          <a:bodyPr/>
          <a:lstStyle>
            <a:lvl1pPr marL="0" indent="0">
              <a:spcAft>
                <a:spcPts val="600"/>
              </a:spcAft>
              <a:buNone/>
              <a:defRPr lang="en-US" sz="2000" b="1" kern="1200" dirty="0" smtClean="0">
                <a:solidFill>
                  <a:schemeClr val="bg1"/>
                </a:solidFill>
                <a:latin typeface="+mn-lt"/>
                <a:ea typeface="+mn-ea"/>
                <a:cs typeface="+mn-cs"/>
              </a:defRPr>
            </a:lvl1pPr>
            <a:lvl2pPr marL="0" indent="0">
              <a:spcAft>
                <a:spcPts val="600"/>
              </a:spcAft>
              <a:buNone/>
              <a:defRPr lang="en-US" sz="1600" kern="1200" dirty="0">
                <a:solidFill>
                  <a:schemeClr val="bg1"/>
                </a:solidFill>
                <a:latin typeface="+mn-lt"/>
                <a:ea typeface="+mn-ea"/>
                <a:cs typeface="+mn-cs"/>
              </a:defRPr>
            </a:lvl2pPr>
            <a:lvl3pPr marL="285750" indent="-285750">
              <a:spcAft>
                <a:spcPts val="600"/>
              </a:spcAft>
              <a:defRPr lang="en-US" sz="1600" kern="1200" dirty="0">
                <a:solidFill>
                  <a:schemeClr val="bg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a:t>
            </a:r>
          </a:p>
        </p:txBody>
      </p:sp>
      <p:sp>
        <p:nvSpPr>
          <p:cNvPr id="50" name="Text Placeholder 26">
            <a:extLst>
              <a:ext uri="{FF2B5EF4-FFF2-40B4-BE49-F238E27FC236}">
                <a16:creationId xmlns:a16="http://schemas.microsoft.com/office/drawing/2014/main" id="{E5121ACC-7E33-431F-A8A1-419F515D4061}"/>
              </a:ext>
            </a:extLst>
          </p:cNvPr>
          <p:cNvSpPr>
            <a:spLocks noGrp="1"/>
          </p:cNvSpPr>
          <p:nvPr>
            <p:ph type="body" sz="quarter" idx="21" hasCustomPrompt="1"/>
          </p:nvPr>
        </p:nvSpPr>
        <p:spPr>
          <a:xfrm>
            <a:off x="6476996" y="3538763"/>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51" name="Text Placeholder 32">
            <a:extLst>
              <a:ext uri="{FF2B5EF4-FFF2-40B4-BE49-F238E27FC236}">
                <a16:creationId xmlns:a16="http://schemas.microsoft.com/office/drawing/2014/main" id="{2ACA6616-E51D-4660-96C1-738E6693FAD3}"/>
              </a:ext>
            </a:extLst>
          </p:cNvPr>
          <p:cNvSpPr>
            <a:spLocks noGrp="1"/>
          </p:cNvSpPr>
          <p:nvPr>
            <p:ph type="body" sz="quarter" idx="22" hasCustomPrompt="1"/>
          </p:nvPr>
        </p:nvSpPr>
        <p:spPr>
          <a:xfrm>
            <a:off x="6476994" y="4647836"/>
            <a:ext cx="2285995" cy="1284879"/>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a:t>
            </a:r>
          </a:p>
        </p:txBody>
      </p:sp>
      <p:sp>
        <p:nvSpPr>
          <p:cNvPr id="21" name="Picture Placeholder 35">
            <a:extLst>
              <a:ext uri="{FF2B5EF4-FFF2-40B4-BE49-F238E27FC236}">
                <a16:creationId xmlns:a16="http://schemas.microsoft.com/office/drawing/2014/main" id="{4CA191CE-F49B-4889-A102-DDD1279F3FB2}"/>
              </a:ext>
            </a:extLst>
          </p:cNvPr>
          <p:cNvSpPr>
            <a:spLocks noGrp="1"/>
          </p:cNvSpPr>
          <p:nvPr>
            <p:ph type="pic" sz="quarter" idx="23" hasCustomPrompt="1"/>
          </p:nvPr>
        </p:nvSpPr>
        <p:spPr>
          <a:xfrm>
            <a:off x="0" y="3155942"/>
            <a:ext cx="3048000" cy="3155958"/>
          </a:xfrm>
          <a:solidFill>
            <a:schemeClr val="bg2"/>
          </a:solidFill>
        </p:spPr>
        <p:txBody>
          <a:bodyPr vert="horz" lIns="0" tIns="0" rIns="0" bIns="0" rtlCol="0" anchor="ctr">
            <a:noAutofit/>
          </a:bodyPr>
          <a:lstStyle>
            <a:lvl1pPr marL="0" indent="0" algn="ctr">
              <a:buNone/>
              <a:defRPr lang="en-US" sz="1400" dirty="0"/>
            </a:lvl1pPr>
          </a:lstStyle>
          <a:p>
            <a:pPr marL="228600" lvl="0" indent="-228600" algn="ctr"/>
            <a:r>
              <a:rPr lang="en-GB"/>
              <a:t>Add image here</a:t>
            </a:r>
            <a:endParaRPr lang="en-US"/>
          </a:p>
        </p:txBody>
      </p:sp>
      <p:sp>
        <p:nvSpPr>
          <p:cNvPr id="24" name="Text Placeholder 26">
            <a:extLst>
              <a:ext uri="{FF2B5EF4-FFF2-40B4-BE49-F238E27FC236}">
                <a16:creationId xmlns:a16="http://schemas.microsoft.com/office/drawing/2014/main" id="{86209476-BF69-4014-99E6-B53C87141B48}"/>
              </a:ext>
            </a:extLst>
          </p:cNvPr>
          <p:cNvSpPr>
            <a:spLocks noGrp="1"/>
          </p:cNvSpPr>
          <p:nvPr>
            <p:ph type="body" sz="quarter" idx="24" hasCustomPrompt="1"/>
          </p:nvPr>
        </p:nvSpPr>
        <p:spPr>
          <a:xfrm>
            <a:off x="9525001" y="3538763"/>
            <a:ext cx="2285996" cy="912223"/>
          </a:xfrm>
        </p:spPr>
        <p:txBody>
          <a:bodyPr anchor="ctr"/>
          <a:lstStyle>
            <a:lvl1pPr marL="0" indent="0">
              <a:buNone/>
              <a:defRPr lang="en-US" sz="4800" b="1" kern="1200" dirty="0">
                <a:solidFill>
                  <a:schemeClr val="accent1"/>
                </a:solidFill>
                <a:latin typeface="+mn-lt"/>
                <a:ea typeface="+mn-ea"/>
                <a:cs typeface="+mn-cs"/>
              </a:defRPr>
            </a:lvl1pPr>
            <a:lvl2pPr>
              <a:defRPr/>
            </a:lvl2pPr>
            <a:lvl3pPr>
              <a:defRPr/>
            </a:lvl3pPr>
            <a:lvl4pPr>
              <a:defRPr/>
            </a:lvl4pPr>
            <a:lvl5pPr>
              <a:defRPr/>
            </a:lvl5pPr>
          </a:lstStyle>
          <a:p>
            <a:pPr marL="228600" lvl="0" indent="-228600" algn="l" defTabSz="914400" rtl="0" eaLnBrk="1" latinLnBrk="0" hangingPunct="1">
              <a:lnSpc>
                <a:spcPct val="100000"/>
              </a:lnSpc>
              <a:spcBef>
                <a:spcPts val="0"/>
              </a:spcBef>
              <a:spcAft>
                <a:spcPts val="1200"/>
              </a:spcAft>
            </a:pPr>
            <a:r>
              <a:rPr lang="en-GB"/>
              <a:t>00x</a:t>
            </a:r>
            <a:endParaRPr lang="en-US"/>
          </a:p>
        </p:txBody>
      </p:sp>
      <p:sp>
        <p:nvSpPr>
          <p:cNvPr id="25" name="Text Placeholder 32">
            <a:extLst>
              <a:ext uri="{FF2B5EF4-FFF2-40B4-BE49-F238E27FC236}">
                <a16:creationId xmlns:a16="http://schemas.microsoft.com/office/drawing/2014/main" id="{07ADCD97-A8C0-487C-9E6C-6CD77C3BE053}"/>
              </a:ext>
            </a:extLst>
          </p:cNvPr>
          <p:cNvSpPr>
            <a:spLocks noGrp="1"/>
          </p:cNvSpPr>
          <p:nvPr>
            <p:ph type="body" sz="quarter" idx="25" hasCustomPrompt="1"/>
          </p:nvPr>
        </p:nvSpPr>
        <p:spPr>
          <a:xfrm>
            <a:off x="9524999" y="4647836"/>
            <a:ext cx="2285995" cy="1284879"/>
          </a:xfrm>
        </p:spPr>
        <p:txBody>
          <a:bodyPr/>
          <a:lstStyle>
            <a:lvl1pPr marL="0" indent="0">
              <a:spcAft>
                <a:spcPts val="600"/>
              </a:spcAft>
              <a:buNone/>
              <a:defRPr lang="en-US" sz="2000" b="1" kern="1200" dirty="0" smtClean="0">
                <a:solidFill>
                  <a:schemeClr val="tx1"/>
                </a:solidFill>
                <a:latin typeface="+mn-lt"/>
                <a:ea typeface="+mn-ea"/>
                <a:cs typeface="+mn-cs"/>
              </a:defRPr>
            </a:lvl1pPr>
            <a:lvl2pPr marL="0" indent="0">
              <a:spcAft>
                <a:spcPts val="600"/>
              </a:spcAft>
              <a:buNone/>
              <a:defRPr lang="en-US" sz="1600" kern="1200" dirty="0">
                <a:solidFill>
                  <a:schemeClr val="tx1"/>
                </a:solidFill>
                <a:latin typeface="+mn-lt"/>
                <a:ea typeface="+mn-ea"/>
                <a:cs typeface="+mn-cs"/>
              </a:defRPr>
            </a:lvl2pPr>
            <a:lvl3pPr marL="285750" indent="-285750">
              <a:spcAft>
                <a:spcPts val="600"/>
              </a:spcAft>
              <a:defRPr lang="en-US" sz="1600" kern="1200" dirty="0">
                <a:solidFill>
                  <a:schemeClr val="tx1"/>
                </a:solidFill>
                <a:latin typeface="+mn-lt"/>
                <a:ea typeface="+mn-ea"/>
                <a:cs typeface="+mn-cs"/>
              </a:defRPr>
            </a:lvl3pPr>
            <a:lvl4pPr>
              <a:spcAft>
                <a:spcPts val="0"/>
              </a:spcAft>
              <a:defRPr sz="1800"/>
            </a:lvl4pPr>
            <a:lvl5pPr>
              <a:spcAft>
                <a:spcPts val="0"/>
              </a:spcAft>
              <a:defRPr sz="1800"/>
            </a:lvl5pPr>
          </a:lstStyle>
          <a:p>
            <a:pPr marL="228600" lvl="0" indent="-228600" algn="l" defTabSz="914400" rtl="0" eaLnBrk="1" latinLnBrk="0" hangingPunct="1">
              <a:lnSpc>
                <a:spcPct val="100000"/>
              </a:lnSpc>
              <a:spcBef>
                <a:spcPts val="0"/>
              </a:spcBef>
              <a:spcAft>
                <a:spcPts val="600"/>
              </a:spcAft>
            </a:pPr>
            <a:r>
              <a:rPr lang="en-US"/>
              <a:t>Stat headline</a:t>
            </a:r>
          </a:p>
          <a:p>
            <a:pPr marL="285750" lvl="1" indent="-285750" algn="l" defTabSz="914400" rtl="0" eaLnBrk="1" latinLnBrk="0" hangingPunct="1">
              <a:lnSpc>
                <a:spcPct val="100000"/>
              </a:lnSpc>
              <a:spcBef>
                <a:spcPts val="0"/>
              </a:spcBef>
              <a:spcAft>
                <a:spcPts val="0"/>
              </a:spcAft>
            </a:pPr>
            <a:r>
              <a:rPr lang="en-US"/>
              <a:t>Stat details</a:t>
            </a:r>
          </a:p>
          <a:p>
            <a:pPr marL="228600" lvl="2" indent="-228600" algn="l" defTabSz="914400" rtl="0" eaLnBrk="1" latinLnBrk="0" hangingPunct="1">
              <a:lnSpc>
                <a:spcPct val="100000"/>
              </a:lnSpc>
              <a:spcBef>
                <a:spcPts val="0"/>
              </a:spcBef>
              <a:spcAft>
                <a:spcPts val="0"/>
              </a:spcAft>
              <a:buFont typeface="Arial" panose="020B0604020202020204" pitchFamily="34" charset="0"/>
              <a:buChar char="•"/>
            </a:pPr>
            <a:r>
              <a:rPr lang="en-US"/>
              <a:t>Bullet point</a:t>
            </a:r>
          </a:p>
        </p:txBody>
      </p:sp>
      <p:sp>
        <p:nvSpPr>
          <p:cNvPr id="11" name="Graphic 4">
            <a:extLst>
              <a:ext uri="{FF2B5EF4-FFF2-40B4-BE49-F238E27FC236}">
                <a16:creationId xmlns:a16="http://schemas.microsoft.com/office/drawing/2014/main" id="{2823ABF6-DA1C-4C36-B01C-57A2B31166E8}"/>
              </a:ext>
            </a:extLst>
          </p:cNvPr>
          <p:cNvSpPr>
            <a:spLocks noChangeAspect="1"/>
          </p:cNvSpPr>
          <p:nvPr userDrawn="1"/>
        </p:nvSpPr>
        <p:spPr>
          <a:xfrm>
            <a:off x="381000" y="6483349"/>
            <a:ext cx="192024" cy="203202"/>
          </a:xfrm>
          <a:custGeom>
            <a:avLst/>
            <a:gdLst>
              <a:gd name="connsiteX0" fmla="*/ 0 w 556260"/>
              <a:gd name="connsiteY0" fmla="*/ 415290 h 588644"/>
              <a:gd name="connsiteX1" fmla="*/ 324803 w 556260"/>
              <a:gd name="connsiteY1" fmla="*/ 295275 h 588644"/>
              <a:gd name="connsiteX2" fmla="*/ 0 w 556260"/>
              <a:gd name="connsiteY2" fmla="*/ 167640 h 588644"/>
              <a:gd name="connsiteX3" fmla="*/ 0 w 556260"/>
              <a:gd name="connsiteY3" fmla="*/ 0 h 588644"/>
              <a:gd name="connsiteX4" fmla="*/ 556260 w 556260"/>
              <a:gd name="connsiteY4" fmla="*/ 223838 h 588644"/>
              <a:gd name="connsiteX5" fmla="*/ 556260 w 556260"/>
              <a:gd name="connsiteY5" fmla="*/ 363855 h 588644"/>
              <a:gd name="connsiteX6" fmla="*/ 0 w 556260"/>
              <a:gd name="connsiteY6" fmla="*/ 588645 h 5886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6260" h="588644">
                <a:moveTo>
                  <a:pt x="0" y="415290"/>
                </a:moveTo>
                <a:lnTo>
                  <a:pt x="324803" y="295275"/>
                </a:lnTo>
                <a:lnTo>
                  <a:pt x="0" y="167640"/>
                </a:lnTo>
                <a:lnTo>
                  <a:pt x="0" y="0"/>
                </a:lnTo>
                <a:lnTo>
                  <a:pt x="556260" y="223838"/>
                </a:lnTo>
                <a:lnTo>
                  <a:pt x="556260" y="363855"/>
                </a:lnTo>
                <a:lnTo>
                  <a:pt x="0" y="588645"/>
                </a:lnTo>
                <a:close/>
              </a:path>
            </a:pathLst>
          </a:custGeom>
          <a:solidFill>
            <a:schemeClr val="bg1"/>
          </a:solidFill>
          <a:ln w="9525" cap="flat">
            <a:noFill/>
            <a:prstDash val="solid"/>
            <a:miter/>
          </a:ln>
        </p:spPr>
        <p:txBody>
          <a:bodyPr rtlCol="0" anchor="ctr"/>
          <a:lstStyle/>
          <a:p>
            <a:endParaRPr lang="en-US"/>
          </a:p>
        </p:txBody>
      </p:sp>
      <p:sp>
        <p:nvSpPr>
          <p:cNvPr id="35" name="Text Placeholder 26">
            <a:extLst>
              <a:ext uri="{FF2B5EF4-FFF2-40B4-BE49-F238E27FC236}">
                <a16:creationId xmlns:a16="http://schemas.microsoft.com/office/drawing/2014/main" id="{9BC0904C-6BDA-4032-94C2-6417F59042D8}"/>
              </a:ext>
            </a:extLst>
          </p:cNvPr>
          <p:cNvSpPr>
            <a:spLocks noGrp="1"/>
          </p:cNvSpPr>
          <p:nvPr>
            <p:ph type="body" sz="quarter" idx="26" hasCustomPrompt="1"/>
          </p:nvPr>
        </p:nvSpPr>
        <p:spPr>
          <a:xfrm>
            <a:off x="380997" y="380999"/>
            <a:ext cx="5333972" cy="2393952"/>
          </a:xfrm>
        </p:spPr>
        <p:txBody>
          <a:bodyPr anchor="ctr"/>
          <a:lstStyle>
            <a:lvl1pPr marL="0" indent="0">
              <a:buNone/>
              <a:defRPr kumimoji="0" lang="en-US" sz="3600" b="1" i="0" u="none" strike="noStrike" kern="1200" cap="none" spc="0" normalizeH="0" baseline="0" dirty="0">
                <a:ln>
                  <a:noFill/>
                </a:ln>
                <a:solidFill>
                  <a:srgbClr val="000000"/>
                </a:solidFill>
                <a:effectLst/>
                <a:uLnTx/>
                <a:uFillTx/>
                <a:latin typeface="Graphik"/>
                <a:ea typeface="+mj-ea"/>
                <a:cs typeface="+mj-cs"/>
              </a:defRPr>
            </a:lvl1pPr>
            <a:lvl2pPr>
              <a:defRPr/>
            </a:lvl2pPr>
            <a:lvl3pPr>
              <a:defRPr/>
            </a:lvl3pPr>
            <a:lvl4pPr>
              <a:defRPr/>
            </a:lvl4pPr>
            <a:lvl5pPr>
              <a:defRPr/>
            </a:lvl5pPr>
          </a:lstStyle>
          <a:p>
            <a:pPr marL="0" marR="0" lvl="0" indent="0" algn="l" defTabSz="914400" rtl="0" eaLnBrk="1" fontAlgn="auto" latinLnBrk="0" hangingPunct="1">
              <a:lnSpc>
                <a:spcPct val="80000"/>
              </a:lnSpc>
              <a:spcBef>
                <a:spcPct val="0"/>
              </a:spcBef>
              <a:spcAft>
                <a:spcPts val="0"/>
              </a:spcAft>
              <a:buClrTx/>
              <a:buSzTx/>
              <a:buFontTx/>
              <a:buNone/>
              <a:tabLst/>
              <a:defRPr/>
            </a:pPr>
            <a:r>
              <a:rPr kumimoji="0" lang="en-GB" sz="3600" b="1" i="0" u="none" strike="noStrike" kern="1200" cap="none" spc="0" normalizeH="0" baseline="0" noProof="0">
                <a:ln>
                  <a:noFill/>
                </a:ln>
                <a:solidFill>
                  <a:srgbClr val="000000"/>
                </a:solidFill>
                <a:effectLst/>
                <a:uLnTx/>
                <a:uFillTx/>
                <a:latin typeface="Graphik"/>
                <a:ea typeface="+mj-ea"/>
                <a:cs typeface="+mj-cs"/>
              </a:rPr>
              <a:t>P</a:t>
            </a:r>
            <a:r>
              <a:rPr kumimoji="0" lang="en-US" sz="3600" b="1" i="0" u="none" strike="noStrike" kern="1200" cap="none" spc="0" normalizeH="0" baseline="0" noProof="0">
                <a:ln>
                  <a:noFill/>
                </a:ln>
                <a:solidFill>
                  <a:srgbClr val="000000"/>
                </a:solidFill>
                <a:effectLst/>
                <a:uLnTx/>
                <a:uFillTx/>
                <a:latin typeface="Graphik"/>
                <a:ea typeface="+mj-ea"/>
                <a:cs typeface="+mj-cs"/>
              </a:rPr>
              <a:t>lace headline here 36pt, min 30pt)</a:t>
            </a:r>
          </a:p>
        </p:txBody>
      </p:sp>
      <p:sp>
        <p:nvSpPr>
          <p:cNvPr id="2" name="TextBox 1">
            <a:extLst>
              <a:ext uri="{FF2B5EF4-FFF2-40B4-BE49-F238E27FC236}">
                <a16:creationId xmlns:a16="http://schemas.microsoft.com/office/drawing/2014/main" id="{37D52323-3645-4D54-A333-3E2D3D1E3ED3}"/>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a:ln>
                  <a:noFill/>
                </a:ln>
                <a:solidFill>
                  <a:srgbClr val="FFFFFF">
                    <a:alpha val="75000"/>
                  </a:srgbClr>
                </a:solidFill>
                <a:effectLst/>
                <a:uLnTx/>
                <a:uFillTx/>
              </a:rPr>
              <a:t>Copyright © 2021 Accenture. All rights reserved. </a:t>
            </a:r>
            <a:br>
              <a:rPr kumimoji="0" lang="en-GB" sz="800" b="0" i="0" u="none" strike="noStrike" kern="0" cap="none" spc="0" normalizeH="0" baseline="0" noProof="0">
                <a:ln>
                  <a:noFill/>
                </a:ln>
                <a:solidFill>
                  <a:srgbClr val="FFFFFF">
                    <a:alpha val="75000"/>
                  </a:srgbClr>
                </a:solidFill>
                <a:effectLst/>
                <a:uLnTx/>
                <a:uFillTx/>
              </a:rPr>
            </a:br>
            <a:r>
              <a:rPr kumimoji="0" lang="en-GB" sz="800" b="0" i="0" u="none" strike="noStrike" kern="0" cap="none" spc="0" normalizeH="0" baseline="0" noProof="0">
                <a:ln>
                  <a:noFill/>
                </a:ln>
                <a:solidFill>
                  <a:srgbClr val="FFFFFF">
                    <a:alpha val="75000"/>
                  </a:srgbClr>
                </a:solidFill>
                <a:effectLst/>
                <a:uLnTx/>
                <a:uFillTx/>
              </a:rPr>
              <a:t>Accenture and its logo are registered trademarks of Accenture.</a:t>
            </a:r>
          </a:p>
        </p:txBody>
      </p:sp>
      <p:sp>
        <p:nvSpPr>
          <p:cNvPr id="3" name="TextBox 2">
            <a:extLst>
              <a:ext uri="{FF2B5EF4-FFF2-40B4-BE49-F238E27FC236}">
                <a16:creationId xmlns:a16="http://schemas.microsoft.com/office/drawing/2014/main" id="{9CC17CEB-6634-4DFE-841E-12DDA90C7C5D}"/>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fld id="{8A1971D9-5B62-3C46-9EC9-FDAAB88557B2}" type="slidenum">
              <a:rPr lang="en-GB" sz="800" smtClean="0">
                <a:solidFill>
                  <a:schemeClr val="bg1">
                    <a:alpha val="75000"/>
                  </a:schemeClr>
                </a:solidFill>
              </a:rPr>
              <a:t>‹#›</a:t>
            </a:fld>
            <a:endParaRPr lang="en-US" noProof="0">
              <a:solidFill>
                <a:schemeClr val="bg1">
                  <a:alpha val="75000"/>
                </a:schemeClr>
              </a:solidFill>
            </a:endParaRPr>
          </a:p>
        </p:txBody>
      </p:sp>
    </p:spTree>
    <p:extLst>
      <p:ext uri="{BB962C8B-B14F-4D97-AF65-F5344CB8AC3E}">
        <p14:creationId xmlns:p14="http://schemas.microsoft.com/office/powerpoint/2010/main" val="21805736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3840">
          <p15:clr>
            <a:srgbClr val="5ACBF0"/>
          </p15:clr>
        </p15:guide>
        <p15:guide id="2" pos="1920">
          <p15:clr>
            <a:srgbClr val="5ACBF0"/>
          </p15:clr>
        </p15:guide>
        <p15:guide id="3" pos="5760">
          <p15:clr>
            <a:srgbClr val="5ACBF0"/>
          </p15:clr>
        </p15:guide>
        <p15:guide id="4" orient="horz" pos="1985">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Key Message Gradient Dark 1">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47B586-CFEE-4C32-8227-001B5A89C37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a:t>
            </a:r>
          </a:p>
        </p:txBody>
      </p:sp>
      <p:pic>
        <p:nvPicPr>
          <p:cNvPr id="3" name="Picture 2">
            <a:extLst>
              <a:ext uri="{FF2B5EF4-FFF2-40B4-BE49-F238E27FC236}">
                <a16:creationId xmlns:a16="http://schemas.microsoft.com/office/drawing/2014/main" id="{0141FE43-9ADC-4313-8D22-F47ABC16F44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EA97BC18-949B-4A9A-B05F-CA4F3F80FEC9}"/>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a:ln>
                  <a:noFill/>
                </a:ln>
                <a:solidFill>
                  <a:srgbClr val="FFFFFF">
                    <a:alpha val="75000"/>
                  </a:srgbClr>
                </a:solidFill>
                <a:effectLst/>
                <a:uLnTx/>
                <a:uFillTx/>
              </a:rPr>
              <a:t>Copyright © 2021 Accenture. All rights reserved. </a:t>
            </a:r>
            <a:br>
              <a:rPr kumimoji="0" lang="en-GB" sz="800" b="0" i="0" u="none" strike="noStrike" kern="0" cap="none" spc="0" normalizeH="0" baseline="0" noProof="0">
                <a:ln>
                  <a:noFill/>
                </a:ln>
                <a:solidFill>
                  <a:srgbClr val="FFFFFF">
                    <a:alpha val="75000"/>
                  </a:srgbClr>
                </a:solidFill>
                <a:effectLst/>
                <a:uLnTx/>
                <a:uFillTx/>
              </a:rPr>
            </a:br>
            <a:r>
              <a:rPr kumimoji="0" lang="en-GB" sz="800" b="0" i="0" u="none" strike="noStrike" kern="0" cap="none" spc="0" normalizeH="0" baseline="0" noProof="0">
                <a:ln>
                  <a:noFill/>
                </a:ln>
                <a:solidFill>
                  <a:srgbClr val="FFFFFF">
                    <a:alpha val="75000"/>
                  </a:srgbClr>
                </a:solidFill>
                <a:effectLst/>
                <a:uLnTx/>
                <a:uFillTx/>
              </a:rPr>
              <a:t>Accenture and its logo are registered trademarks of Accenture.</a:t>
            </a:r>
          </a:p>
        </p:txBody>
      </p:sp>
      <p:sp>
        <p:nvSpPr>
          <p:cNvPr id="15" name="TextBox 14">
            <a:extLst>
              <a:ext uri="{FF2B5EF4-FFF2-40B4-BE49-F238E27FC236}">
                <a16:creationId xmlns:a16="http://schemas.microsoft.com/office/drawing/2014/main" id="{CF34DCA4-9B3F-424E-8478-0FB3BCA6E006}"/>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Tree>
    <p:extLst>
      <p:ext uri="{BB962C8B-B14F-4D97-AF65-F5344CB8AC3E}">
        <p14:creationId xmlns:p14="http://schemas.microsoft.com/office/powerpoint/2010/main" val="150667596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Key Message Mid Pur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p:spPr>
        <p:txBody>
          <a:bodyPr anchor="ctr"/>
          <a:lstStyle>
            <a:lvl1pPr algn="ctr">
              <a:defRPr sz="5400">
                <a:solidFill>
                  <a:schemeClr val="tx1"/>
                </a:solidFill>
              </a:defRPr>
            </a:lvl1pPr>
          </a:lstStyle>
          <a:p>
            <a:r>
              <a:rPr lang="en-US"/>
              <a:t>Place key message here</a:t>
            </a:r>
          </a:p>
        </p:txBody>
      </p:sp>
      <p:pic>
        <p:nvPicPr>
          <p:cNvPr id="3" name="Picture 2">
            <a:extLst>
              <a:ext uri="{FF2B5EF4-FFF2-40B4-BE49-F238E27FC236}">
                <a16:creationId xmlns:a16="http://schemas.microsoft.com/office/drawing/2014/main" id="{0141FE43-9ADC-4313-8D22-F47ABC16F44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4" name="TextBox 3">
            <a:extLst>
              <a:ext uri="{FF2B5EF4-FFF2-40B4-BE49-F238E27FC236}">
                <a16:creationId xmlns:a16="http://schemas.microsoft.com/office/drawing/2014/main" id="{84D7B63E-E6E1-481B-936E-CE344FE52C2F}"/>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a:ln>
                  <a:noFill/>
                </a:ln>
                <a:solidFill>
                  <a:srgbClr val="FFFFFF">
                    <a:alpha val="75000"/>
                  </a:srgbClr>
                </a:solidFill>
                <a:effectLst/>
                <a:uLnTx/>
                <a:uFillTx/>
              </a:rPr>
              <a:t>Copyright © 2021 Accenture. All rights reserved. </a:t>
            </a:r>
            <a:br>
              <a:rPr kumimoji="0" lang="en-GB" sz="800" b="0" i="0" u="none" strike="noStrike" kern="0" cap="none" spc="0" normalizeH="0" baseline="0" noProof="0">
                <a:ln>
                  <a:noFill/>
                </a:ln>
                <a:solidFill>
                  <a:srgbClr val="FFFFFF">
                    <a:alpha val="75000"/>
                  </a:srgbClr>
                </a:solidFill>
                <a:effectLst/>
                <a:uLnTx/>
                <a:uFillTx/>
              </a:rPr>
            </a:br>
            <a:r>
              <a:rPr kumimoji="0" lang="en-GB" sz="800" b="0" i="0" u="none" strike="noStrike" kern="0" cap="none" spc="0" normalizeH="0" baseline="0" noProof="0">
                <a:ln>
                  <a:noFill/>
                </a:ln>
                <a:solidFill>
                  <a:srgbClr val="FFFFFF">
                    <a:alpha val="75000"/>
                  </a:srgbClr>
                </a:solidFill>
                <a:effectLst/>
                <a:uLnTx/>
                <a:uFillTx/>
              </a:rPr>
              <a:t>Accenture and its logo are registered trademarks of Accenture.</a:t>
            </a:r>
          </a:p>
        </p:txBody>
      </p:sp>
      <p:sp>
        <p:nvSpPr>
          <p:cNvPr id="5" name="TextBox 4">
            <a:extLst>
              <a:ext uri="{FF2B5EF4-FFF2-40B4-BE49-F238E27FC236}">
                <a16:creationId xmlns:a16="http://schemas.microsoft.com/office/drawing/2014/main" id="{13DA5CD6-870E-4AEB-ABEE-5BC1AF19C661}"/>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
        <p:nvSpPr>
          <p:cNvPr id="7" name="TextBox 6">
            <a:extLst>
              <a:ext uri="{FF2B5EF4-FFF2-40B4-BE49-F238E27FC236}">
                <a16:creationId xmlns:a16="http://schemas.microsoft.com/office/drawing/2014/main" id="{A5CECBE8-C9DE-46DF-9582-7DB75BEDF4F9}"/>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spTree>
    <p:extLst>
      <p:ext uri="{BB962C8B-B14F-4D97-AF65-F5344CB8AC3E}">
        <p14:creationId xmlns:p14="http://schemas.microsoft.com/office/powerpoint/2010/main" val="1986836573"/>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Full Bleed Image">
    <p:bg>
      <p:bgPr>
        <a:solidFill>
          <a:schemeClr val="accent3"/>
        </a:solidFill>
        <a:effectLst/>
      </p:bgPr>
    </p:bg>
    <p:spTree>
      <p:nvGrpSpPr>
        <p:cNvPr id="1" name=""/>
        <p:cNvGrpSpPr/>
        <p:nvPr/>
      </p:nvGrpSpPr>
      <p:grpSpPr>
        <a:xfrm>
          <a:off x="0" y="0"/>
          <a:ext cx="0" cy="0"/>
          <a:chOff x="0" y="0"/>
          <a:chExt cx="0" cy="0"/>
        </a:xfrm>
      </p:grpSpPr>
      <p:sp>
        <p:nvSpPr>
          <p:cNvPr id="11" name="Picture Placeholder 18">
            <a:extLst>
              <a:ext uri="{FF2B5EF4-FFF2-40B4-BE49-F238E27FC236}">
                <a16:creationId xmlns:a16="http://schemas.microsoft.com/office/drawing/2014/main" id="{0302C3C0-FF67-42ED-97D5-60E1344FC3C3}"/>
              </a:ext>
            </a:extLst>
          </p:cNvPr>
          <p:cNvSpPr>
            <a:spLocks noGrp="1"/>
          </p:cNvSpPr>
          <p:nvPr>
            <p:ph type="pic" sz="quarter" idx="13" hasCustomPrompt="1"/>
          </p:nvPr>
        </p:nvSpPr>
        <p:spPr>
          <a:xfrm>
            <a:off x="0" y="0"/>
            <a:ext cx="12192000" cy="6858000"/>
          </a:xfrm>
          <a:noFill/>
        </p:spPr>
        <p:txBody>
          <a:bodyPr tIns="274320" bIns="274320" anchor="t"/>
          <a:lstStyle>
            <a:lvl1pPr marL="0" indent="0" algn="ctr">
              <a:buNone/>
              <a:defRPr sz="1400" b="0">
                <a:solidFill>
                  <a:schemeClr val="tx2"/>
                </a:solidFill>
              </a:defRPr>
            </a:lvl1pPr>
          </a:lstStyle>
          <a:p>
            <a:r>
              <a:rPr lang="en-GB"/>
              <a:t>Add image, then ‘Send to Back’</a:t>
            </a:r>
            <a:endParaRPr lang="en-US"/>
          </a:p>
        </p:txBody>
      </p:sp>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39" y="2015925"/>
            <a:ext cx="8656320" cy="2826150"/>
          </a:xfrm>
        </p:spPr>
        <p:txBody>
          <a:bodyPr anchor="ctr"/>
          <a:lstStyle>
            <a:lvl1pPr algn="ctr">
              <a:defRPr sz="5400">
                <a:solidFill>
                  <a:schemeClr val="tx1"/>
                </a:solidFill>
              </a:defRPr>
            </a:lvl1pPr>
          </a:lstStyle>
          <a:p>
            <a:r>
              <a:rPr lang="en-US"/>
              <a:t>Place headline here</a:t>
            </a:r>
          </a:p>
        </p:txBody>
      </p:sp>
      <p:pic>
        <p:nvPicPr>
          <p:cNvPr id="3" name="Picture 2">
            <a:extLst>
              <a:ext uri="{FF2B5EF4-FFF2-40B4-BE49-F238E27FC236}">
                <a16:creationId xmlns:a16="http://schemas.microsoft.com/office/drawing/2014/main" id="{BD6F1257-AA6C-44C6-86DE-CAD089D0893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8" name="Slide Number Placeholder 6">
            <a:extLst>
              <a:ext uri="{FF2B5EF4-FFF2-40B4-BE49-F238E27FC236}">
                <a16:creationId xmlns:a16="http://schemas.microsoft.com/office/drawing/2014/main" id="{28ACB7EA-E7A1-452B-89CA-4FA566F73421}"/>
              </a:ext>
            </a:extLst>
          </p:cNvPr>
          <p:cNvSpPr>
            <a:spLocks noGrp="1"/>
          </p:cNvSpPr>
          <p:nvPr>
            <p:ph type="sldNum" sz="quarter" idx="4"/>
          </p:nvPr>
        </p:nvSpPr>
        <p:spPr>
          <a:xfrm>
            <a:off x="11429998" y="6477001"/>
            <a:ext cx="381001" cy="207843"/>
          </a:xfrm>
          <a:prstGeom prst="rect">
            <a:avLst/>
          </a:prstGeom>
          <a:noFill/>
        </p:spPr>
        <p:txBody>
          <a:bodyPr wrap="square" lIns="0" tIns="0" rIns="0" bIns="0" rtlCol="0" anchor="ctr">
            <a:noAutofit/>
          </a:bodyPr>
          <a:lstStyle>
            <a:lvl1pPr algn="r">
              <a:defRPr lang="en-US" sz="800" smtClean="0">
                <a:solidFill>
                  <a:schemeClr val="tx1">
                    <a:alpha val="75000"/>
                  </a:schemeClr>
                </a:solidFill>
              </a:defRPr>
            </a:lvl1pPr>
          </a:lstStyle>
          <a:p>
            <a:pPr algn="r" defTabSz="228600">
              <a:spcAft>
                <a:spcPts val="1200"/>
              </a:spcAft>
            </a:pPr>
            <a:fld id="{CC9E6EB9-168E-4914-8CC7-2E853AFB4F1B}" type="slidenum">
              <a:rPr lang="en-GB" smtClean="0"/>
              <a:pPr algn="r" defTabSz="228600">
                <a:spcAft>
                  <a:spcPts val="1200"/>
                </a:spcAft>
              </a:pPr>
              <a:t>‹#›</a:t>
            </a:fld>
            <a:endParaRPr lang="en-GB"/>
          </a:p>
        </p:txBody>
      </p:sp>
      <p:sp>
        <p:nvSpPr>
          <p:cNvPr id="7" name="TextBox 6">
            <a:extLst>
              <a:ext uri="{FF2B5EF4-FFF2-40B4-BE49-F238E27FC236}">
                <a16:creationId xmlns:a16="http://schemas.microsoft.com/office/drawing/2014/main" id="{9DE018DE-8A90-C842-A7BE-D441C9648D56}"/>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a:ln>
                  <a:noFill/>
                </a:ln>
                <a:solidFill>
                  <a:srgbClr val="FFFFFF">
                    <a:alpha val="75000"/>
                  </a:srgbClr>
                </a:solidFill>
                <a:effectLst/>
                <a:uLnTx/>
                <a:uFillTx/>
              </a:rPr>
              <a:t>Copyright © 2021 Accenture. All rights reserved. </a:t>
            </a:r>
            <a:br>
              <a:rPr kumimoji="0" lang="en-GB" sz="800" b="0" i="0" u="none" strike="noStrike" kern="0" cap="none" spc="0" normalizeH="0" baseline="0" noProof="0">
                <a:ln>
                  <a:noFill/>
                </a:ln>
                <a:solidFill>
                  <a:srgbClr val="FFFFFF">
                    <a:alpha val="75000"/>
                  </a:srgbClr>
                </a:solidFill>
                <a:effectLst/>
                <a:uLnTx/>
                <a:uFillTx/>
              </a:rPr>
            </a:br>
            <a:r>
              <a:rPr kumimoji="0" lang="en-GB" sz="800" b="0" i="0" u="none" strike="noStrike" kern="0" cap="none" spc="0" normalizeH="0" baseline="0" noProof="0">
                <a:ln>
                  <a:noFill/>
                </a:ln>
                <a:solidFill>
                  <a:srgbClr val="FFFFFF">
                    <a:alpha val="75000"/>
                  </a:srgbClr>
                </a:solidFill>
                <a:effectLst/>
                <a:uLnTx/>
                <a:uFillTx/>
              </a:rPr>
              <a:t>Accenture and its logo are registered trademarks of Accenture.</a:t>
            </a:r>
          </a:p>
        </p:txBody>
      </p:sp>
    </p:spTree>
    <p:extLst>
      <p:ext uri="{BB962C8B-B14F-4D97-AF65-F5344CB8AC3E}">
        <p14:creationId xmlns:p14="http://schemas.microsoft.com/office/powerpoint/2010/main" val="3984894210"/>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Blank - Ligh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EAD9AED-9987-4CE9-B39D-B256B46200E0}"/>
              </a:ext>
            </a:extLst>
          </p:cNvPr>
          <p:cNvSpPr>
            <a:spLocks noGrp="1"/>
          </p:cNvSpPr>
          <p:nvPr>
            <p:ph type="title" hasCustomPrompt="1"/>
          </p:nvPr>
        </p:nvSpPr>
        <p:spPr>
          <a:xfrm>
            <a:off x="381000" y="381000"/>
            <a:ext cx="11430000" cy="990600"/>
          </a:xfrm>
        </p:spPr>
        <p:txBody>
          <a:bodyPr/>
          <a:lstStyle>
            <a:lvl1pPr>
              <a:defRPr sz="3600"/>
            </a:lvl1pPr>
          </a:lstStyle>
          <a:p>
            <a:r>
              <a:rPr lang="en-GB"/>
              <a:t>Place headline here (36pt, min 30pt)</a:t>
            </a:r>
            <a:endParaRPr lang="en-US"/>
          </a:p>
        </p:txBody>
      </p:sp>
    </p:spTree>
    <p:extLst>
      <p:ext uri="{BB962C8B-B14F-4D97-AF65-F5344CB8AC3E}">
        <p14:creationId xmlns:p14="http://schemas.microsoft.com/office/powerpoint/2010/main" val="188875957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1_Greetings + Greater Than 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p:spPr>
        <p:txBody>
          <a:bodyPr anchor="ctr"/>
          <a:lstStyle>
            <a:lvl1pPr algn="l">
              <a:defRPr sz="7200">
                <a:solidFill>
                  <a:schemeClr val="tx1"/>
                </a:solidFill>
              </a:defRPr>
            </a:lvl1pPr>
          </a:lstStyle>
          <a:p>
            <a:r>
              <a:rPr lang="en-GB"/>
              <a:t>Thank you</a:t>
            </a:r>
            <a:endParaRPr lang="en-US"/>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1921673776"/>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Custom Cover Image - Left-aligned, GTS">
    <p:bg>
      <p:bgPr>
        <a:solidFill>
          <a:schemeClr val="accent3"/>
        </a:solidFill>
        <a:effectLst/>
      </p:bgPr>
    </p:bg>
    <p:spTree>
      <p:nvGrpSpPr>
        <p:cNvPr id="1" name=""/>
        <p:cNvGrpSpPr/>
        <p:nvPr/>
      </p:nvGrpSpPr>
      <p:grpSpPr>
        <a:xfrm>
          <a:off x="0" y="0"/>
          <a:ext cx="0" cy="0"/>
          <a:chOff x="0" y="0"/>
          <a:chExt cx="0" cy="0"/>
        </a:xfrm>
      </p:grpSpPr>
      <p:pic>
        <p:nvPicPr>
          <p:cNvPr id="5" name="Picture 4" descr="Background pattern&#10;&#10;Description automatically generated">
            <a:extLst>
              <a:ext uri="{FF2B5EF4-FFF2-40B4-BE49-F238E27FC236}">
                <a16:creationId xmlns:a16="http://schemas.microsoft.com/office/drawing/2014/main" id="{ED3EA544-28C0-C842-B923-07BCAA8E1891}"/>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FC0037DA-877B-4969-92F3-D62917753DD1}"/>
              </a:ext>
            </a:extLst>
          </p:cNvPr>
          <p:cNvSpPr>
            <a:spLocks noGrp="1"/>
          </p:cNvSpPr>
          <p:nvPr>
            <p:ph type="ctrTitle" hasCustomPrompt="1"/>
          </p:nvPr>
        </p:nvSpPr>
        <p:spPr>
          <a:xfrm>
            <a:off x="381001" y="381001"/>
            <a:ext cx="5715000" cy="2476499"/>
          </a:xfrm>
        </p:spPr>
        <p:txBody>
          <a:bodyPr anchor="b"/>
          <a:lstStyle>
            <a:lvl1pPr algn="l">
              <a:lnSpc>
                <a:spcPct val="90000"/>
              </a:lnSpc>
              <a:defRPr sz="4800">
                <a:solidFill>
                  <a:schemeClr val="tx1"/>
                </a:solidFill>
              </a:defRPr>
            </a:lvl1pPr>
          </a:lstStyle>
          <a:p>
            <a:r>
              <a:rPr lang="en-US"/>
              <a:t>Place presentation title here 48pt</a:t>
            </a:r>
          </a:p>
        </p:txBody>
      </p:sp>
      <p:sp>
        <p:nvSpPr>
          <p:cNvPr id="3" name="Subtitle 2">
            <a:extLst>
              <a:ext uri="{FF2B5EF4-FFF2-40B4-BE49-F238E27FC236}">
                <a16:creationId xmlns:a16="http://schemas.microsoft.com/office/drawing/2014/main" id="{99BBB33C-A0EF-4DAE-96F6-5E528C0ED201}"/>
              </a:ext>
            </a:extLst>
          </p:cNvPr>
          <p:cNvSpPr>
            <a:spLocks noGrp="1"/>
          </p:cNvSpPr>
          <p:nvPr>
            <p:ph type="subTitle" idx="1" hasCustomPrompt="1"/>
          </p:nvPr>
        </p:nvSpPr>
        <p:spPr>
          <a:xfrm>
            <a:off x="381001" y="3097823"/>
            <a:ext cx="4301168" cy="1092845"/>
          </a:xfrm>
        </p:spPr>
        <p:txBody>
          <a:bodyPr/>
          <a:lstStyle>
            <a:lvl1pPr marL="0" indent="0" algn="l">
              <a:lnSpc>
                <a:spcPct val="90000"/>
              </a:lnSpc>
              <a:spcAft>
                <a:spcPts val="0"/>
              </a:spcAft>
              <a:buNone/>
              <a:defRPr sz="2400" b="0" i="0" spc="0">
                <a:solidFill>
                  <a:schemeClr val="tx1"/>
                </a:solidFill>
                <a:latin typeface="GT Sectra Fine"/>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t>Place subtitle here in GT Sectra Fine 24pt</a:t>
            </a:r>
          </a:p>
        </p:txBody>
      </p:sp>
      <p:sp>
        <p:nvSpPr>
          <p:cNvPr id="13" name="Date Placeholder 10">
            <a:extLst>
              <a:ext uri="{FF2B5EF4-FFF2-40B4-BE49-F238E27FC236}">
                <a16:creationId xmlns:a16="http://schemas.microsoft.com/office/drawing/2014/main" id="{47AA0BD1-514A-4E33-A0FD-DF2342E79049}"/>
              </a:ext>
            </a:extLst>
          </p:cNvPr>
          <p:cNvSpPr>
            <a:spLocks noGrp="1"/>
          </p:cNvSpPr>
          <p:nvPr>
            <p:ph type="dt" sz="half" idx="2"/>
          </p:nvPr>
        </p:nvSpPr>
        <p:spPr>
          <a:xfrm>
            <a:off x="381001" y="4190668"/>
            <a:ext cx="3253153" cy="245276"/>
          </a:xfrm>
          <a:prstGeom prst="rect">
            <a:avLst/>
          </a:prstGeom>
        </p:spPr>
        <p:txBody>
          <a:bodyPr vert="horz" lIns="0" tIns="0" rIns="0" bIns="0" rtlCol="0" anchor="t"/>
          <a:lstStyle>
            <a:lvl1pPr marL="0" algn="l" defTabSz="914400" rtl="0" eaLnBrk="1" latinLnBrk="0" hangingPunct="1">
              <a:defRPr lang="en-US" sz="1400" b="1" kern="1200" smtClean="0">
                <a:solidFill>
                  <a:schemeClr val="tx1"/>
                </a:solidFill>
                <a:latin typeface="+mn-lt"/>
                <a:ea typeface="+mn-ea"/>
                <a:cs typeface="+mn-cs"/>
              </a:defRPr>
            </a:lvl1pPr>
          </a:lstStyle>
          <a:p>
            <a:fld id="{084C2CB2-4FB2-4965-A2E7-4A3640116F06}" type="datetime2">
              <a:rPr lang="en-US" smtClean="0"/>
              <a:t>Monday, April 20, 2026</a:t>
            </a:fld>
            <a:endParaRPr lang="en-US"/>
          </a:p>
        </p:txBody>
      </p:sp>
      <p:sp>
        <p:nvSpPr>
          <p:cNvPr id="11" name="Text Placeholder 16">
            <a:extLst>
              <a:ext uri="{FF2B5EF4-FFF2-40B4-BE49-F238E27FC236}">
                <a16:creationId xmlns:a16="http://schemas.microsoft.com/office/drawing/2014/main" id="{B2BDB7F4-6E1D-4904-AD31-0A33E91A2E6D}"/>
              </a:ext>
            </a:extLst>
          </p:cNvPr>
          <p:cNvSpPr>
            <a:spLocks noGrp="1"/>
          </p:cNvSpPr>
          <p:nvPr>
            <p:ph type="body" sz="quarter" idx="12" hasCustomPrompt="1"/>
          </p:nvPr>
        </p:nvSpPr>
        <p:spPr>
          <a:xfrm>
            <a:off x="381001" y="4435945"/>
            <a:ext cx="3253153" cy="530687"/>
          </a:xfrm>
        </p:spPr>
        <p:txBody>
          <a:bodyPr/>
          <a:lstStyle>
            <a:lvl1pPr marL="0" indent="0" algn="l" defTabSz="914400" rtl="0" eaLnBrk="1" latinLnBrk="0" hangingPunct="1">
              <a:spcAft>
                <a:spcPts val="0"/>
              </a:spcAft>
              <a:buNone/>
              <a:defRPr lang="en-US" sz="1400" b="0" kern="1200" dirty="0" smtClean="0">
                <a:solidFill>
                  <a:schemeClr val="tx1"/>
                </a:solidFill>
                <a:latin typeface="+mn-lt"/>
                <a:ea typeface="+mn-ea"/>
                <a:cs typeface="+mn-cs"/>
              </a:defRPr>
            </a:lvl1pPr>
            <a:lvl2pPr marL="0" algn="l" defTabSz="914400" rtl="0" eaLnBrk="1" latinLnBrk="0" hangingPunct="1">
              <a:spcAft>
                <a:spcPts val="0"/>
              </a:spcAft>
              <a:defRPr lang="en-US" sz="1400" b="0" kern="1200" dirty="0" smtClean="0">
                <a:solidFill>
                  <a:schemeClr val="tx1"/>
                </a:solidFill>
                <a:latin typeface="+mn-lt"/>
                <a:ea typeface="+mn-ea"/>
                <a:cs typeface="+mn-cs"/>
              </a:defRPr>
            </a:lvl2pPr>
            <a:lvl3pPr marL="0" algn="l" defTabSz="914400" rtl="0" eaLnBrk="1" latinLnBrk="0" hangingPunct="1">
              <a:spcAft>
                <a:spcPts val="0"/>
              </a:spcAft>
              <a:defRPr lang="en-US" sz="1400" b="0" kern="1200" dirty="0" smtClean="0">
                <a:solidFill>
                  <a:schemeClr val="tx1"/>
                </a:solidFill>
                <a:latin typeface="+mn-lt"/>
                <a:ea typeface="+mn-ea"/>
                <a:cs typeface="+mn-cs"/>
              </a:defRPr>
            </a:lvl3pPr>
            <a:lvl4pPr marL="0" algn="l" defTabSz="914400" rtl="0" eaLnBrk="1" latinLnBrk="0" hangingPunct="1">
              <a:spcAft>
                <a:spcPts val="0"/>
              </a:spcAft>
              <a:defRPr lang="en-US" sz="1400" b="0" kern="1200" dirty="0" smtClean="0">
                <a:solidFill>
                  <a:schemeClr val="tx1"/>
                </a:solidFill>
                <a:latin typeface="+mn-lt"/>
                <a:ea typeface="+mn-ea"/>
                <a:cs typeface="+mn-cs"/>
              </a:defRPr>
            </a:lvl4pPr>
            <a:lvl5pPr marL="0" algn="l" defTabSz="914400" rtl="0" eaLnBrk="1" latinLnBrk="0" hangingPunct="1">
              <a:spcAft>
                <a:spcPts val="0"/>
              </a:spcAft>
              <a:defRPr lang="en-US" sz="1400" b="0" kern="1200" dirty="0" smtClean="0">
                <a:solidFill>
                  <a:schemeClr val="tx1"/>
                </a:solidFill>
                <a:latin typeface="+mn-lt"/>
                <a:ea typeface="+mn-ea"/>
                <a:cs typeface="+mn-cs"/>
              </a:defRPr>
            </a:lvl5pPr>
          </a:lstStyle>
          <a:p>
            <a:pPr lvl="0"/>
            <a:r>
              <a:rPr lang="en-US"/>
              <a:t>Presenter</a:t>
            </a:r>
          </a:p>
        </p:txBody>
      </p:sp>
      <p:pic>
        <p:nvPicPr>
          <p:cNvPr id="7" name="Picture 6" descr="A picture containing card, drawing, crosswalk, table&#10;&#10;Description automatically generated">
            <a:extLst>
              <a:ext uri="{FF2B5EF4-FFF2-40B4-BE49-F238E27FC236}">
                <a16:creationId xmlns:a16="http://schemas.microsoft.com/office/drawing/2014/main" id="{DF3CEA6A-1953-4DD5-B664-EEDED901A658}"/>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381000" y="5601656"/>
            <a:ext cx="670786" cy="710244"/>
          </a:xfrm>
          <a:prstGeom prst="rect">
            <a:avLst/>
          </a:prstGeom>
        </p:spPr>
      </p:pic>
    </p:spTree>
    <p:extLst>
      <p:ext uri="{BB962C8B-B14F-4D97-AF65-F5344CB8AC3E}">
        <p14:creationId xmlns:p14="http://schemas.microsoft.com/office/powerpoint/2010/main" val="34158398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3" pos="720">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Divider Slide opt 2">
    <p:bg>
      <p:bgPr>
        <a:solidFill>
          <a:schemeClr val="accent2"/>
        </a:solidFill>
        <a:effectLst/>
      </p:bgPr>
    </p:bg>
    <p:spTree>
      <p:nvGrpSpPr>
        <p:cNvPr id="1" name=""/>
        <p:cNvGrpSpPr/>
        <p:nvPr/>
      </p:nvGrpSpPr>
      <p:grpSpPr>
        <a:xfrm>
          <a:off x="0" y="0"/>
          <a:ext cx="0" cy="0"/>
          <a:chOff x="0" y="0"/>
          <a:chExt cx="0" cy="0"/>
        </a:xfrm>
      </p:grpSpPr>
      <p:pic>
        <p:nvPicPr>
          <p:cNvPr id="12" name="Acc_MobilityBLACK" hidden="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8194827" y="541385"/>
            <a:ext cx="3430214" cy="527557"/>
          </a:xfrm>
          <a:prstGeom prst="rect">
            <a:avLst/>
          </a:prstGeom>
        </p:spPr>
      </p:pic>
      <p:pic>
        <p:nvPicPr>
          <p:cNvPr id="13" name="Acc_InteractiveBLACK" hidden="1"/>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8194486" y="551413"/>
            <a:ext cx="3443260" cy="518866"/>
          </a:xfrm>
          <a:prstGeom prst="rect">
            <a:avLst/>
          </a:prstGeom>
        </p:spPr>
      </p:pic>
      <p:pic>
        <p:nvPicPr>
          <p:cNvPr id="14" name="Acc_AnalyticsBLACK" hidden="1"/>
          <p:cNvPicPr>
            <a:picLocks noChangeAspect="1"/>
          </p:cNvPicPr>
          <p:nvPr userDrawn="1"/>
        </p:nvPicPr>
        <p:blipFill>
          <a:blip r:embed="rId4" cstate="screen">
            <a:extLst>
              <a:ext uri="{28A0092B-C50C-407E-A947-70E740481C1C}">
                <a14:useLocalDpi xmlns:a14="http://schemas.microsoft.com/office/drawing/2010/main"/>
              </a:ext>
            </a:extLst>
          </a:blip>
          <a:stretch>
            <a:fillRect/>
          </a:stretch>
        </p:blipFill>
        <p:spPr>
          <a:xfrm>
            <a:off x="8196099" y="541708"/>
            <a:ext cx="3428941" cy="528482"/>
          </a:xfrm>
          <a:prstGeom prst="rect">
            <a:avLst/>
          </a:prstGeom>
        </p:spPr>
      </p:pic>
      <p:sp>
        <p:nvSpPr>
          <p:cNvPr id="10" name="Text Placeholder 2">
            <a:extLst>
              <a:ext uri="{FF2B5EF4-FFF2-40B4-BE49-F238E27FC236}">
                <a16:creationId xmlns:a16="http://schemas.microsoft.com/office/drawing/2014/main" id="{90008FD0-AD04-4958-83B5-7F755546EE8B}"/>
              </a:ext>
            </a:extLst>
          </p:cNvPr>
          <p:cNvSpPr>
            <a:spLocks noGrp="1"/>
          </p:cNvSpPr>
          <p:nvPr>
            <p:ph type="body" sz="quarter" idx="10" hasCustomPrompt="1"/>
          </p:nvPr>
        </p:nvSpPr>
        <p:spPr>
          <a:xfrm>
            <a:off x="542021" y="1162878"/>
            <a:ext cx="8318714" cy="3761961"/>
          </a:xfrm>
        </p:spPr>
        <p:txBody>
          <a:bodyPr tIns="0" bIns="0" anchor="b">
            <a:normAutofit/>
          </a:bodyPr>
          <a:lstStyle>
            <a:lvl1pPr algn="l">
              <a:lnSpc>
                <a:spcPct val="75000"/>
              </a:lnSpc>
              <a:defRPr sz="8000" cap="none">
                <a:solidFill>
                  <a:schemeClr val="bg1"/>
                </a:solidFill>
              </a:defRPr>
            </a:lvl1pPr>
            <a:lvl2pPr>
              <a:defRPr sz="6000"/>
            </a:lvl2pPr>
            <a:lvl3pPr>
              <a:defRPr sz="6000"/>
            </a:lvl3pPr>
            <a:lvl4pPr>
              <a:defRPr sz="6000"/>
            </a:lvl4pPr>
            <a:lvl5pPr>
              <a:defRPr sz="6000"/>
            </a:lvl5pPr>
          </a:lstStyle>
          <a:p>
            <a:pPr lvl="0"/>
            <a:r>
              <a:rPr lang="en-US"/>
              <a:t>Section</a:t>
            </a:r>
            <a:br>
              <a:rPr lang="en-US"/>
            </a:br>
            <a:r>
              <a:rPr lang="en-US"/>
              <a:t>Divider</a:t>
            </a:r>
          </a:p>
        </p:txBody>
      </p:sp>
      <p:sp>
        <p:nvSpPr>
          <p:cNvPr id="11" name="Text Placeholder 2">
            <a:extLst>
              <a:ext uri="{FF2B5EF4-FFF2-40B4-BE49-F238E27FC236}">
                <a16:creationId xmlns:a16="http://schemas.microsoft.com/office/drawing/2014/main" id="{C7A752BD-0233-480F-B3CC-46DD91E93223}"/>
              </a:ext>
            </a:extLst>
          </p:cNvPr>
          <p:cNvSpPr>
            <a:spLocks noGrp="1"/>
          </p:cNvSpPr>
          <p:nvPr>
            <p:ph type="body" sz="quarter" idx="11"/>
          </p:nvPr>
        </p:nvSpPr>
        <p:spPr>
          <a:xfrm>
            <a:off x="542020" y="5034169"/>
            <a:ext cx="8318713" cy="1328521"/>
          </a:xfrm>
        </p:spPr>
        <p:txBody>
          <a:bodyPr tIns="0" bIns="0" anchor="t">
            <a:normAutofit/>
          </a:bodyPr>
          <a:lstStyle>
            <a:lvl1pPr algn="l">
              <a:lnSpc>
                <a:spcPct val="90000"/>
              </a:lnSpc>
              <a:defRPr sz="2400" b="0" cap="none">
                <a:solidFill>
                  <a:schemeClr val="bg1"/>
                </a:solidFill>
                <a:latin typeface="+mn-lt"/>
              </a:defRPr>
            </a:lvl1pPr>
            <a:lvl2pPr>
              <a:defRPr sz="6000"/>
            </a:lvl2pPr>
            <a:lvl3pPr>
              <a:defRPr sz="6000"/>
            </a:lvl3pPr>
            <a:lvl4pPr>
              <a:defRPr sz="6000"/>
            </a:lvl4pPr>
            <a:lvl5pPr>
              <a:defRPr sz="6000"/>
            </a:lvl5pPr>
          </a:lstStyle>
          <a:p>
            <a:pPr lvl="0"/>
            <a:endParaRPr lang="en-US"/>
          </a:p>
        </p:txBody>
      </p:sp>
    </p:spTree>
    <p:extLst>
      <p:ext uri="{BB962C8B-B14F-4D97-AF65-F5344CB8AC3E}">
        <p14:creationId xmlns:p14="http://schemas.microsoft.com/office/powerpoint/2010/main" val="1555077776"/>
      </p:ext>
    </p:extLst>
  </p:cSld>
  <p:clrMapOvr>
    <a:masterClrMapping/>
  </p:clrMapOvr>
  <p:extLst>
    <p:ext uri="{DCECCB84-F9BA-43D5-87BE-67443E8EF086}">
      <p15:sldGuideLst xmlns:p15="http://schemas.microsoft.com/office/powerpoint/2012/main">
        <p15:guide id="1" pos="6968">
          <p15:clr>
            <a:srgbClr val="5ACBF0"/>
          </p15:clr>
        </p15:guide>
        <p15:guide id="2" pos="709">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One Column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41986EA-B600-4DE9-873A-47A5273447BD}"/>
              </a:ext>
            </a:extLst>
          </p:cNvPr>
          <p:cNvSpPr>
            <a:spLocks noGrp="1"/>
          </p:cNvSpPr>
          <p:nvPr>
            <p:ph type="body" sz="quarter" idx="10"/>
          </p:nvPr>
        </p:nvSpPr>
        <p:spPr>
          <a:xfrm>
            <a:off x="381000" y="1943100"/>
            <a:ext cx="8572500" cy="4284279"/>
          </a:xfrm>
          <a:prstGeom prst="rect">
            <a:avLst/>
          </a:prstGeom>
        </p:spPr>
        <p:txBody>
          <a:bodyPr/>
          <a:lstStyle>
            <a:lvl1pPr>
              <a:lnSpc>
                <a:spcPct val="100000"/>
              </a:lnSpc>
              <a:spcBef>
                <a:spcPts val="1200"/>
              </a:spcBef>
              <a:spcAft>
                <a:spcPts val="1200"/>
              </a:spcAft>
              <a:defRPr kumimoji="0" lang="en-US" sz="2800" b="1" i="0" u="none" strike="noStrike" kern="1200" cap="none" spc="0" normalizeH="0" baseline="0" dirty="0" smtClean="0">
                <a:ln>
                  <a:noFill/>
                </a:ln>
                <a:solidFill>
                  <a:schemeClr val="accent1"/>
                </a:solidFill>
                <a:effectLst/>
                <a:uLnTx/>
                <a:uFillTx/>
                <a:latin typeface="+mj-lt"/>
                <a:ea typeface="+mn-ea"/>
                <a:cs typeface="+mn-cs"/>
              </a:defRPr>
            </a:lvl1pPr>
            <a:lvl2pPr>
              <a:lnSpc>
                <a:spcPct val="100000"/>
              </a:lnSpc>
              <a:spcBef>
                <a:spcPts val="1200"/>
              </a:spcBef>
              <a:spcAft>
                <a:spcPts val="1200"/>
              </a:spcAft>
              <a:defRPr kumimoji="0" lang="en-US" sz="2200" b="0" i="0" u="none" strike="noStrike" kern="1200" cap="none" spc="0" normalizeH="0" baseline="0" dirty="0" smtClean="0">
                <a:ln>
                  <a:noFill/>
                </a:ln>
                <a:solidFill>
                  <a:sysClr val="windowText" lastClr="000000"/>
                </a:solidFill>
                <a:effectLst/>
                <a:uLnTx/>
                <a:uFillTx/>
                <a:latin typeface="+mn-lt"/>
                <a:ea typeface="+mn-ea"/>
                <a:cs typeface="+mn-cs"/>
              </a:defRPr>
            </a:lvl2pPr>
            <a:lvl3pPr marL="180975" indent="-180975">
              <a:lnSpc>
                <a:spcPct val="100000"/>
              </a:lnSpc>
              <a:spcBef>
                <a:spcPts val="1200"/>
              </a:spcBef>
              <a:spcAft>
                <a:spcPts val="1200"/>
              </a:spcAft>
              <a:buFont typeface="Arial" panose="020B0604020202020204" pitchFamily="34" charset="0"/>
              <a:buChar char="•"/>
              <a:defRPr kumimoji="0" lang="en-US" sz="1800" b="0" i="0" u="none" strike="noStrike" kern="1200" cap="none" spc="0" normalizeH="0" baseline="0" dirty="0" smtClean="0">
                <a:ln>
                  <a:noFill/>
                </a:ln>
                <a:solidFill>
                  <a:sysClr val="windowText" lastClr="000000"/>
                </a:solidFill>
                <a:effectLst/>
                <a:uLnTx/>
                <a:uFillTx/>
                <a:latin typeface="+mn-lt"/>
                <a:ea typeface="+mn-ea"/>
                <a:cs typeface="+mn-cs"/>
              </a:defRPr>
            </a:lvl3pPr>
            <a:lvl4pPr>
              <a:defRPr kumimoji="0" lang="en-US" sz="1800" b="0" i="0" u="none" strike="noStrike" kern="1200" cap="none" spc="0" normalizeH="0" baseline="0" dirty="0" smtClean="0">
                <a:ln>
                  <a:noFill/>
                </a:ln>
                <a:solidFill>
                  <a:sysClr val="windowText" lastClr="000000"/>
                </a:solidFill>
                <a:effectLst/>
                <a:uLnTx/>
                <a:uFillTx/>
                <a:latin typeface="Graphik"/>
                <a:ea typeface="+mn-ea"/>
                <a:cs typeface="+mn-cs"/>
              </a:defRPr>
            </a:lvl4pPr>
            <a:lvl5pPr>
              <a:defRPr kumimoji="0" lang="en-GB" sz="1800" b="0" i="0" u="none" strike="noStrike" kern="1200" cap="none" spc="0" normalizeH="0" baseline="0" dirty="0">
                <a:ln>
                  <a:noFill/>
                </a:ln>
                <a:solidFill>
                  <a:sysClr val="windowText" lastClr="000000"/>
                </a:solidFill>
                <a:effectLst/>
                <a:uLnTx/>
                <a:uFillTx/>
                <a:latin typeface="Graphik"/>
                <a:ea typeface="+mn-ea"/>
                <a:cs typeface="+mn-cs"/>
              </a:defRPr>
            </a:lvl5pPr>
          </a:lstStyle>
          <a:p>
            <a:pPr lvl="0"/>
            <a:r>
              <a:rPr lang="en-US"/>
              <a:t>Click to edit Master text styles</a:t>
            </a:r>
          </a:p>
          <a:p>
            <a:pPr lvl="1"/>
            <a:r>
              <a:rPr lang="en-US"/>
              <a:t>Second level</a:t>
            </a:r>
          </a:p>
          <a:p>
            <a:pPr lvl="2"/>
            <a:r>
              <a:rPr lang="en-US"/>
              <a:t>Third level</a:t>
            </a:r>
            <a:endParaRPr lang="en-GB"/>
          </a:p>
        </p:txBody>
      </p:sp>
      <p:sp>
        <p:nvSpPr>
          <p:cNvPr id="7" name="Title Placeholder 1">
            <a:extLst>
              <a:ext uri="{FF2B5EF4-FFF2-40B4-BE49-F238E27FC236}">
                <a16:creationId xmlns:a16="http://schemas.microsoft.com/office/drawing/2014/main" id="{F8D1DF11-64D7-450B-92C0-FFBB3964A60E}"/>
              </a:ext>
            </a:extLst>
          </p:cNvPr>
          <p:cNvSpPr>
            <a:spLocks noGrp="1"/>
          </p:cNvSpPr>
          <p:nvPr>
            <p:ph type="title" hasCustomPrompt="1"/>
          </p:nvPr>
        </p:nvSpPr>
        <p:spPr>
          <a:xfrm>
            <a:off x="381000" y="381002"/>
            <a:ext cx="11430000" cy="983263"/>
          </a:xfrm>
          <a:prstGeom prst="rect">
            <a:avLst/>
          </a:prstGeom>
        </p:spPr>
        <p:txBody>
          <a:bodyPr vert="horz" lIns="0" tIns="45720" rIns="0" bIns="0" rtlCol="0" anchor="t" anchorCtr="0">
            <a:normAutofit/>
          </a:bodyPr>
          <a:lstStyle>
            <a:lvl1pPr>
              <a:defRPr/>
            </a:lvl1pPr>
          </a:lstStyle>
          <a:p>
            <a:r>
              <a:rPr lang="en-US"/>
              <a:t>Insert Main Title at 36pt min 30pt</a:t>
            </a:r>
          </a:p>
        </p:txBody>
      </p:sp>
    </p:spTree>
    <p:extLst>
      <p:ext uri="{BB962C8B-B14F-4D97-AF65-F5344CB8AC3E}">
        <p14:creationId xmlns:p14="http://schemas.microsoft.com/office/powerpoint/2010/main" val="4277175153"/>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3349133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DIVIDER">
    <p:bg>
      <p:bgPr>
        <a:solidFill>
          <a:srgbClr val="7500C0"/>
        </a:solidFill>
        <a:effectLst/>
      </p:bgPr>
    </p:bg>
    <p:spTree>
      <p:nvGrpSpPr>
        <p:cNvPr id="1" name=""/>
        <p:cNvGrpSpPr/>
        <p:nvPr/>
      </p:nvGrpSpPr>
      <p:grpSpPr>
        <a:xfrm>
          <a:off x="0" y="0"/>
          <a:ext cx="0" cy="0"/>
          <a:chOff x="0" y="0"/>
          <a:chExt cx="0" cy="0"/>
        </a:xfrm>
      </p:grpSpPr>
      <p:sp>
        <p:nvSpPr>
          <p:cNvPr id="9" name="Text Placeholder 5"/>
          <p:cNvSpPr>
            <a:spLocks noGrp="1"/>
          </p:cNvSpPr>
          <p:nvPr>
            <p:ph type="body" sz="quarter" idx="12" hasCustomPrompt="1"/>
          </p:nvPr>
        </p:nvSpPr>
        <p:spPr>
          <a:xfrm>
            <a:off x="355739" y="2762278"/>
            <a:ext cx="11474082" cy="1333454"/>
          </a:xfrm>
        </p:spPr>
        <p:txBody>
          <a:bodyPr anchor="ctr">
            <a:spAutoFit/>
          </a:bodyPr>
          <a:lstStyle>
            <a:lvl1pPr algn="ctr">
              <a:lnSpc>
                <a:spcPct val="70000"/>
              </a:lnSpc>
              <a:spcBef>
                <a:spcPts val="0"/>
              </a:spcBef>
              <a:defRPr sz="5999" b="1" cap="all" baseline="0">
                <a:solidFill>
                  <a:schemeClr val="bg1"/>
                </a:solidFill>
                <a:latin typeface="Arial Black" panose="020B0A04020102020204" pitchFamily="34" charset="0"/>
              </a:defRPr>
            </a:lvl1pPr>
            <a:lvl2pPr algn="ctr">
              <a:defRPr sz="4399" b="1">
                <a:latin typeface="Arial Black" panose="020B0A04020102020204" pitchFamily="34" charset="0"/>
              </a:defRPr>
            </a:lvl2pPr>
            <a:lvl3pPr algn="ctr">
              <a:defRPr sz="4399" b="1">
                <a:latin typeface="Arial Black" panose="020B0A04020102020204" pitchFamily="34" charset="0"/>
              </a:defRPr>
            </a:lvl3pPr>
            <a:lvl4pPr algn="ctr">
              <a:defRPr sz="4399" b="1">
                <a:latin typeface="Arial Black" panose="020B0A04020102020204" pitchFamily="34" charset="0"/>
              </a:defRPr>
            </a:lvl4pPr>
            <a:lvl5pPr algn="ctr">
              <a:defRPr sz="4399" b="1">
                <a:latin typeface="Arial Black" panose="020B0A04020102020204" pitchFamily="34" charset="0"/>
              </a:defRPr>
            </a:lvl5pPr>
          </a:lstStyle>
          <a:p>
            <a:r>
              <a:rPr lang="en-US"/>
              <a:t>INSERT MAIN TITLE 60PT MIN 36PT MAX 3 LINES</a:t>
            </a:r>
          </a:p>
        </p:txBody>
      </p:sp>
    </p:spTree>
    <p:extLst>
      <p:ext uri="{BB962C8B-B14F-4D97-AF65-F5344CB8AC3E}">
        <p14:creationId xmlns:p14="http://schemas.microsoft.com/office/powerpoint/2010/main" val="110842675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4" name="Title 3"/>
          <p:cNvSpPr>
            <a:spLocks noGrp="1"/>
          </p:cNvSpPr>
          <p:nvPr>
            <p:ph type="title"/>
          </p:nvPr>
        </p:nvSpPr>
        <p:spPr bwMode="auto"/>
        <p:txBody>
          <a:bodyPr/>
          <a:lstStyle/>
          <a:p>
            <a:r>
              <a:rPr lang="en-US"/>
              <a:t>Click to edit Master title style</a:t>
            </a:r>
          </a:p>
        </p:txBody>
      </p:sp>
      <p:sp>
        <p:nvSpPr>
          <p:cNvPr id="7" name="Text Placeholder 6"/>
          <p:cNvSpPr>
            <a:spLocks noGrp="1"/>
          </p:cNvSpPr>
          <p:nvPr>
            <p:ph type="body" sz="quarter" idx="13"/>
          </p:nvPr>
        </p:nvSpPr>
        <p:spPr bwMode="auto">
          <a:xfrm>
            <a:off x="345019" y="1769805"/>
            <a:ext cx="8500668" cy="4269659"/>
          </a:xfrm>
        </p:spPr>
        <p:txBody>
          <a:bodyPr vert="horz" lIns="0" tIns="0" rIns="0" bIns="0" rtlCol="0">
            <a:noAutofit/>
          </a:bodyPr>
          <a:lstStyle>
            <a:lvl1pPr>
              <a:defRPr lang="en-US" dirty="0" smtClean="0"/>
            </a:lvl1pPr>
            <a:lvl2pPr marL="182870">
              <a:defRPr lang="en-US" dirty="0" smtClean="0"/>
            </a:lvl2pPr>
            <a:lvl3pPr marL="365742">
              <a:defRPr lang="en-US" dirty="0" smtClean="0"/>
            </a:lvl3pPr>
            <a:lvl4pPr>
              <a:defRPr lang="en-US" b="0" dirty="0" smtClean="0"/>
            </a:lvl4pPr>
            <a:lvl5pPr>
              <a:defRPr lang="en-US" b="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4329117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Option 1">
    <p:bg>
      <p:bgPr>
        <a:solidFill>
          <a:schemeClr val="accent2"/>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BA67B93-5503-49C7-ADB5-EF3AECD1A8D5}"/>
              </a:ext>
            </a:extLst>
          </p:cNvPr>
          <p:cNvSpPr>
            <a:spLocks noGrp="1"/>
          </p:cNvSpPr>
          <p:nvPr>
            <p:ph type="body" sz="quarter" idx="10" hasCustomPrompt="1"/>
          </p:nvPr>
        </p:nvSpPr>
        <p:spPr>
          <a:xfrm>
            <a:off x="381000" y="973137"/>
            <a:ext cx="6426200" cy="969963"/>
          </a:xfrm>
        </p:spPr>
        <p:txBody>
          <a:bodyPr tIns="0" bIns="0" anchor="b">
            <a:normAutofit/>
          </a:bodyPr>
          <a:lstStyle>
            <a:lvl1pPr>
              <a:lnSpc>
                <a:spcPct val="70000"/>
              </a:lnSpc>
              <a:defRPr sz="6000" cap="none">
                <a:solidFill>
                  <a:schemeClr val="bg1"/>
                </a:solidFill>
              </a:defRPr>
            </a:lvl1pPr>
            <a:lvl2pPr>
              <a:defRPr sz="6000"/>
            </a:lvl2pPr>
            <a:lvl3pPr>
              <a:defRPr sz="6000"/>
            </a:lvl3pPr>
            <a:lvl4pPr>
              <a:defRPr sz="6000"/>
            </a:lvl4pPr>
            <a:lvl5pPr>
              <a:defRPr sz="6000"/>
            </a:lvl5pPr>
          </a:lstStyle>
          <a:p>
            <a:pPr lvl="0"/>
            <a:r>
              <a:rPr lang="en-US"/>
              <a:t>Agenda</a:t>
            </a:r>
          </a:p>
        </p:txBody>
      </p:sp>
      <p:sp>
        <p:nvSpPr>
          <p:cNvPr id="19" name="Text Placeholder 2">
            <a:extLst>
              <a:ext uri="{FF2B5EF4-FFF2-40B4-BE49-F238E27FC236}">
                <a16:creationId xmlns:a16="http://schemas.microsoft.com/office/drawing/2014/main" id="{581D7988-71CF-428B-BB8C-370DA3034424}"/>
              </a:ext>
            </a:extLst>
          </p:cNvPr>
          <p:cNvSpPr>
            <a:spLocks noGrp="1"/>
          </p:cNvSpPr>
          <p:nvPr>
            <p:ph type="body" sz="quarter" idx="11" hasCustomPrompt="1"/>
          </p:nvPr>
        </p:nvSpPr>
        <p:spPr>
          <a:xfrm>
            <a:off x="390913" y="2400464"/>
            <a:ext cx="871266" cy="661720"/>
          </a:xfrm>
        </p:spPr>
        <p:txBody>
          <a:bodyPr tIns="0" bIns="0" anchor="b">
            <a:normAutofit/>
          </a:bodyPr>
          <a:lstStyle>
            <a:lvl1pPr>
              <a:lnSpc>
                <a:spcPct val="70000"/>
              </a:lnSpc>
              <a:defRPr sz="3600">
                <a:solidFill>
                  <a:schemeClr val="bg1"/>
                </a:solidFill>
                <a:latin typeface="+mj-lt"/>
              </a:defRPr>
            </a:lvl1pPr>
            <a:lvl2pPr>
              <a:defRPr sz="6000"/>
            </a:lvl2pPr>
            <a:lvl3pPr>
              <a:defRPr sz="6000"/>
            </a:lvl3pPr>
            <a:lvl4pPr>
              <a:defRPr sz="6000"/>
            </a:lvl4pPr>
            <a:lvl5pPr>
              <a:defRPr sz="6000"/>
            </a:lvl5pPr>
          </a:lstStyle>
          <a:p>
            <a:pPr lvl="0"/>
            <a:r>
              <a:rPr lang="en-US"/>
              <a:t>#</a:t>
            </a:r>
          </a:p>
        </p:txBody>
      </p:sp>
      <p:sp>
        <p:nvSpPr>
          <p:cNvPr id="21" name="Text Placeholder 20">
            <a:extLst>
              <a:ext uri="{FF2B5EF4-FFF2-40B4-BE49-F238E27FC236}">
                <a16:creationId xmlns:a16="http://schemas.microsoft.com/office/drawing/2014/main" id="{6D052618-531B-4841-A43B-6710A5FB0136}"/>
              </a:ext>
            </a:extLst>
          </p:cNvPr>
          <p:cNvSpPr>
            <a:spLocks noGrp="1"/>
          </p:cNvSpPr>
          <p:nvPr>
            <p:ph type="body" sz="quarter" idx="12" hasCustomPrompt="1"/>
          </p:nvPr>
        </p:nvSpPr>
        <p:spPr>
          <a:xfrm>
            <a:off x="1355086" y="2553314"/>
            <a:ext cx="4446027" cy="756416"/>
          </a:xfrm>
        </p:spPr>
        <p:txBody>
          <a:bodyPr tIns="0" bIns="0">
            <a:normAutofit/>
          </a:bodyPr>
          <a:lstStyle>
            <a:lvl1pPr>
              <a:lnSpc>
                <a:spcPct val="100000"/>
              </a:lnSpc>
              <a:defRPr sz="1600" b="0" cap="none">
                <a:solidFill>
                  <a:schemeClr val="bg1"/>
                </a:solidFill>
                <a:latin typeface="+mn-lt"/>
              </a:defRPr>
            </a:lvl1pPr>
            <a:lvl3pPr>
              <a:defRPr sz="1600">
                <a:solidFill>
                  <a:schemeClr val="bg1"/>
                </a:solidFill>
                <a:latin typeface="Graphik Medium" panose="020B0603030202060203" pitchFamily="34" charset="0"/>
              </a:defRPr>
            </a:lvl3pPr>
            <a:lvl4pPr>
              <a:defRPr sz="1600">
                <a:solidFill>
                  <a:schemeClr val="bg1"/>
                </a:solidFill>
                <a:latin typeface="Graphik Medium" panose="020B0603030202060203" pitchFamily="34" charset="0"/>
              </a:defRPr>
            </a:lvl4pPr>
            <a:lvl5pPr>
              <a:defRPr sz="1600">
                <a:solidFill>
                  <a:schemeClr val="bg1"/>
                </a:solidFill>
                <a:latin typeface="Graphik Medium" panose="020B0603030202060203" pitchFamily="34" charset="0"/>
              </a:defRPr>
            </a:lvl5pPr>
          </a:lstStyle>
          <a:p>
            <a:pPr lvl="0"/>
            <a:r>
              <a:rPr lang="en-US" sz="1600"/>
              <a:t>Click to add Title at 16 </a:t>
            </a:r>
            <a:r>
              <a:rPr lang="en-US" sz="1600" err="1"/>
              <a:t>pt</a:t>
            </a:r>
            <a:r>
              <a:rPr lang="en-US" sz="1600"/>
              <a:t> or less</a:t>
            </a:r>
          </a:p>
        </p:txBody>
      </p:sp>
      <p:sp>
        <p:nvSpPr>
          <p:cNvPr id="23" name="Text Placeholder 2">
            <a:extLst>
              <a:ext uri="{FF2B5EF4-FFF2-40B4-BE49-F238E27FC236}">
                <a16:creationId xmlns:a16="http://schemas.microsoft.com/office/drawing/2014/main" id="{4F89B5AE-E188-4353-9738-00A6F4ADF3BB}"/>
              </a:ext>
            </a:extLst>
          </p:cNvPr>
          <p:cNvSpPr>
            <a:spLocks noGrp="1"/>
          </p:cNvSpPr>
          <p:nvPr>
            <p:ph type="body" sz="quarter" idx="13" hasCustomPrompt="1"/>
          </p:nvPr>
        </p:nvSpPr>
        <p:spPr>
          <a:xfrm>
            <a:off x="390913" y="3451045"/>
            <a:ext cx="871266" cy="661720"/>
          </a:xfrm>
        </p:spPr>
        <p:txBody>
          <a:bodyPr tIns="0" bIns="0" anchor="b">
            <a:normAutofit/>
          </a:bodyPr>
          <a:lstStyle>
            <a:lvl1pPr>
              <a:lnSpc>
                <a:spcPct val="70000"/>
              </a:lnSpc>
              <a:defRPr sz="3600">
                <a:solidFill>
                  <a:schemeClr val="bg1"/>
                </a:solidFill>
                <a:latin typeface="+mj-lt"/>
              </a:defRPr>
            </a:lvl1pPr>
            <a:lvl2pPr>
              <a:defRPr sz="6000"/>
            </a:lvl2pPr>
            <a:lvl3pPr>
              <a:defRPr sz="6000"/>
            </a:lvl3pPr>
            <a:lvl4pPr>
              <a:defRPr sz="6000"/>
            </a:lvl4pPr>
            <a:lvl5pPr>
              <a:defRPr sz="6000"/>
            </a:lvl5pPr>
          </a:lstStyle>
          <a:p>
            <a:pPr lvl="0"/>
            <a:r>
              <a:rPr lang="en-US"/>
              <a:t>#</a:t>
            </a:r>
          </a:p>
        </p:txBody>
      </p:sp>
      <p:sp>
        <p:nvSpPr>
          <p:cNvPr id="25" name="Text Placeholder 20">
            <a:extLst>
              <a:ext uri="{FF2B5EF4-FFF2-40B4-BE49-F238E27FC236}">
                <a16:creationId xmlns:a16="http://schemas.microsoft.com/office/drawing/2014/main" id="{ECA69700-84AA-4333-96E5-1B7E35ACBA08}"/>
              </a:ext>
            </a:extLst>
          </p:cNvPr>
          <p:cNvSpPr>
            <a:spLocks noGrp="1"/>
          </p:cNvSpPr>
          <p:nvPr>
            <p:ph type="body" sz="quarter" idx="14" hasCustomPrompt="1"/>
          </p:nvPr>
        </p:nvSpPr>
        <p:spPr>
          <a:xfrm>
            <a:off x="1355088" y="3622945"/>
            <a:ext cx="4446027" cy="756416"/>
          </a:xfrm>
        </p:spPr>
        <p:txBody>
          <a:bodyPr tIns="0" bIns="0">
            <a:normAutofit/>
          </a:bodyPr>
          <a:lstStyle>
            <a:lvl1pPr>
              <a:lnSpc>
                <a:spcPct val="100000"/>
              </a:lnSpc>
              <a:defRPr sz="1600" b="0" cap="none">
                <a:solidFill>
                  <a:schemeClr val="bg1"/>
                </a:solidFill>
                <a:latin typeface="+mn-lt"/>
              </a:defRPr>
            </a:lvl1pPr>
            <a:lvl3pPr>
              <a:defRPr sz="1600">
                <a:solidFill>
                  <a:schemeClr val="bg1"/>
                </a:solidFill>
                <a:latin typeface="Graphik Medium" panose="020B0603030202060203" pitchFamily="34" charset="0"/>
              </a:defRPr>
            </a:lvl3pPr>
            <a:lvl4pPr>
              <a:defRPr sz="1600">
                <a:solidFill>
                  <a:schemeClr val="bg1"/>
                </a:solidFill>
                <a:latin typeface="Graphik Medium" panose="020B0603030202060203" pitchFamily="34" charset="0"/>
              </a:defRPr>
            </a:lvl4pPr>
            <a:lvl5pPr>
              <a:defRPr sz="1600">
                <a:solidFill>
                  <a:schemeClr val="bg1"/>
                </a:solidFill>
                <a:latin typeface="Graphik Medium" panose="020B0603030202060203" pitchFamily="34" charset="0"/>
              </a:defRPr>
            </a:lvl5pPr>
          </a:lstStyle>
          <a:p>
            <a:pPr lvl="0"/>
            <a:r>
              <a:rPr lang="en-US" sz="1600"/>
              <a:t>Click to add Title at 16 </a:t>
            </a:r>
            <a:r>
              <a:rPr lang="en-US" sz="1600" err="1"/>
              <a:t>pt</a:t>
            </a:r>
            <a:r>
              <a:rPr lang="en-US" sz="1600"/>
              <a:t> or less</a:t>
            </a:r>
          </a:p>
        </p:txBody>
      </p:sp>
      <p:sp>
        <p:nvSpPr>
          <p:cNvPr id="28" name="Text Placeholder 2">
            <a:extLst>
              <a:ext uri="{FF2B5EF4-FFF2-40B4-BE49-F238E27FC236}">
                <a16:creationId xmlns:a16="http://schemas.microsoft.com/office/drawing/2014/main" id="{D59530B2-E30E-446D-885E-7ADC021BD805}"/>
              </a:ext>
            </a:extLst>
          </p:cNvPr>
          <p:cNvSpPr>
            <a:spLocks noGrp="1"/>
          </p:cNvSpPr>
          <p:nvPr>
            <p:ph type="body" sz="quarter" idx="15" hasCustomPrompt="1"/>
          </p:nvPr>
        </p:nvSpPr>
        <p:spPr>
          <a:xfrm>
            <a:off x="390913" y="4549387"/>
            <a:ext cx="871266" cy="661720"/>
          </a:xfrm>
        </p:spPr>
        <p:txBody>
          <a:bodyPr tIns="0" bIns="0" anchor="b">
            <a:normAutofit/>
          </a:bodyPr>
          <a:lstStyle>
            <a:lvl1pPr>
              <a:lnSpc>
                <a:spcPct val="70000"/>
              </a:lnSpc>
              <a:defRPr sz="3600">
                <a:solidFill>
                  <a:schemeClr val="bg1"/>
                </a:solidFill>
                <a:latin typeface="+mj-lt"/>
              </a:defRPr>
            </a:lvl1pPr>
            <a:lvl2pPr>
              <a:defRPr sz="6000"/>
            </a:lvl2pPr>
            <a:lvl3pPr>
              <a:defRPr sz="6000"/>
            </a:lvl3pPr>
            <a:lvl4pPr>
              <a:defRPr sz="6000"/>
            </a:lvl4pPr>
            <a:lvl5pPr>
              <a:defRPr sz="6000"/>
            </a:lvl5pPr>
          </a:lstStyle>
          <a:p>
            <a:pPr lvl="0"/>
            <a:r>
              <a:rPr lang="en-US"/>
              <a:t>#</a:t>
            </a:r>
          </a:p>
        </p:txBody>
      </p:sp>
      <p:sp>
        <p:nvSpPr>
          <p:cNvPr id="29" name="Text Placeholder 20">
            <a:extLst>
              <a:ext uri="{FF2B5EF4-FFF2-40B4-BE49-F238E27FC236}">
                <a16:creationId xmlns:a16="http://schemas.microsoft.com/office/drawing/2014/main" id="{44CB8CA3-C5FC-4CA5-979B-052A64B68E0E}"/>
              </a:ext>
            </a:extLst>
          </p:cNvPr>
          <p:cNvSpPr>
            <a:spLocks noGrp="1"/>
          </p:cNvSpPr>
          <p:nvPr>
            <p:ph type="body" sz="quarter" idx="16" hasCustomPrompt="1"/>
          </p:nvPr>
        </p:nvSpPr>
        <p:spPr>
          <a:xfrm>
            <a:off x="1355086" y="4692576"/>
            <a:ext cx="4446027" cy="756416"/>
          </a:xfrm>
        </p:spPr>
        <p:txBody>
          <a:bodyPr tIns="0" bIns="0">
            <a:normAutofit/>
          </a:bodyPr>
          <a:lstStyle>
            <a:lvl1pPr>
              <a:lnSpc>
                <a:spcPct val="100000"/>
              </a:lnSpc>
              <a:defRPr sz="1600" b="0" cap="none">
                <a:solidFill>
                  <a:schemeClr val="bg1"/>
                </a:solidFill>
                <a:latin typeface="+mn-lt"/>
              </a:defRPr>
            </a:lvl1pPr>
            <a:lvl3pPr>
              <a:defRPr sz="1600">
                <a:solidFill>
                  <a:schemeClr val="bg1"/>
                </a:solidFill>
                <a:latin typeface="Graphik Medium" panose="020B0603030202060203" pitchFamily="34" charset="0"/>
              </a:defRPr>
            </a:lvl3pPr>
            <a:lvl4pPr>
              <a:defRPr sz="1600">
                <a:solidFill>
                  <a:schemeClr val="bg1"/>
                </a:solidFill>
                <a:latin typeface="Graphik Medium" panose="020B0603030202060203" pitchFamily="34" charset="0"/>
              </a:defRPr>
            </a:lvl4pPr>
            <a:lvl5pPr>
              <a:defRPr sz="1600">
                <a:solidFill>
                  <a:schemeClr val="bg1"/>
                </a:solidFill>
                <a:latin typeface="Graphik Medium" panose="020B0603030202060203" pitchFamily="34" charset="0"/>
              </a:defRPr>
            </a:lvl5pPr>
          </a:lstStyle>
          <a:p>
            <a:pPr lvl="0"/>
            <a:r>
              <a:rPr lang="en-US" sz="1600"/>
              <a:t>Click to add Title at 16 </a:t>
            </a:r>
            <a:r>
              <a:rPr lang="en-US" sz="1600" err="1"/>
              <a:t>pt</a:t>
            </a:r>
            <a:r>
              <a:rPr lang="en-US" sz="1600"/>
              <a:t> or less</a:t>
            </a:r>
          </a:p>
        </p:txBody>
      </p:sp>
      <p:sp>
        <p:nvSpPr>
          <p:cNvPr id="30" name="Text Placeholder 2">
            <a:extLst>
              <a:ext uri="{FF2B5EF4-FFF2-40B4-BE49-F238E27FC236}">
                <a16:creationId xmlns:a16="http://schemas.microsoft.com/office/drawing/2014/main" id="{C9E5A7F7-8F19-4595-95BD-C0DABF6A815F}"/>
              </a:ext>
            </a:extLst>
          </p:cNvPr>
          <p:cNvSpPr>
            <a:spLocks noGrp="1"/>
          </p:cNvSpPr>
          <p:nvPr>
            <p:ph type="body" sz="quarter" idx="17" hasCustomPrompt="1"/>
          </p:nvPr>
        </p:nvSpPr>
        <p:spPr>
          <a:xfrm>
            <a:off x="6095999" y="2400464"/>
            <a:ext cx="871265" cy="661720"/>
          </a:xfrm>
        </p:spPr>
        <p:txBody>
          <a:bodyPr tIns="0" bIns="0" anchor="b">
            <a:normAutofit/>
          </a:bodyPr>
          <a:lstStyle>
            <a:lvl1pPr>
              <a:lnSpc>
                <a:spcPct val="70000"/>
              </a:lnSpc>
              <a:defRPr sz="3600">
                <a:solidFill>
                  <a:schemeClr val="bg1"/>
                </a:solidFill>
                <a:latin typeface="+mj-lt"/>
              </a:defRPr>
            </a:lvl1pPr>
            <a:lvl2pPr>
              <a:defRPr sz="6000"/>
            </a:lvl2pPr>
            <a:lvl3pPr>
              <a:defRPr sz="6000"/>
            </a:lvl3pPr>
            <a:lvl4pPr>
              <a:defRPr sz="6000"/>
            </a:lvl4pPr>
            <a:lvl5pPr>
              <a:defRPr sz="6000"/>
            </a:lvl5pPr>
          </a:lstStyle>
          <a:p>
            <a:pPr lvl="0"/>
            <a:r>
              <a:rPr lang="en-US"/>
              <a:t>#</a:t>
            </a:r>
          </a:p>
        </p:txBody>
      </p:sp>
      <p:sp>
        <p:nvSpPr>
          <p:cNvPr id="31" name="Text Placeholder 20">
            <a:extLst>
              <a:ext uri="{FF2B5EF4-FFF2-40B4-BE49-F238E27FC236}">
                <a16:creationId xmlns:a16="http://schemas.microsoft.com/office/drawing/2014/main" id="{2899181F-B8CA-4B36-AF7C-D1354DF84B85}"/>
              </a:ext>
            </a:extLst>
          </p:cNvPr>
          <p:cNvSpPr>
            <a:spLocks noGrp="1"/>
          </p:cNvSpPr>
          <p:nvPr>
            <p:ph type="body" sz="quarter" idx="18" hasCustomPrompt="1"/>
          </p:nvPr>
        </p:nvSpPr>
        <p:spPr>
          <a:xfrm>
            <a:off x="7060174" y="2553314"/>
            <a:ext cx="4446027" cy="756416"/>
          </a:xfrm>
        </p:spPr>
        <p:txBody>
          <a:bodyPr tIns="0" bIns="0">
            <a:normAutofit/>
          </a:bodyPr>
          <a:lstStyle>
            <a:lvl1pPr>
              <a:lnSpc>
                <a:spcPct val="100000"/>
              </a:lnSpc>
              <a:defRPr sz="1600" b="0" cap="none">
                <a:solidFill>
                  <a:schemeClr val="bg1"/>
                </a:solidFill>
                <a:latin typeface="+mn-lt"/>
              </a:defRPr>
            </a:lvl1pPr>
            <a:lvl3pPr>
              <a:defRPr sz="1600">
                <a:solidFill>
                  <a:schemeClr val="bg1"/>
                </a:solidFill>
                <a:latin typeface="Graphik Medium" panose="020B0603030202060203" pitchFamily="34" charset="0"/>
              </a:defRPr>
            </a:lvl3pPr>
            <a:lvl4pPr>
              <a:defRPr sz="1600">
                <a:solidFill>
                  <a:schemeClr val="bg1"/>
                </a:solidFill>
                <a:latin typeface="Graphik Medium" panose="020B0603030202060203" pitchFamily="34" charset="0"/>
              </a:defRPr>
            </a:lvl4pPr>
            <a:lvl5pPr>
              <a:defRPr sz="1600">
                <a:solidFill>
                  <a:schemeClr val="bg1"/>
                </a:solidFill>
                <a:latin typeface="Graphik Medium" panose="020B0603030202060203" pitchFamily="34" charset="0"/>
              </a:defRPr>
            </a:lvl5pPr>
          </a:lstStyle>
          <a:p>
            <a:pPr lvl="0"/>
            <a:r>
              <a:rPr lang="en-US" sz="1600"/>
              <a:t>Click to add Title at 16 </a:t>
            </a:r>
            <a:r>
              <a:rPr lang="en-US" sz="1600" err="1"/>
              <a:t>pt</a:t>
            </a:r>
            <a:r>
              <a:rPr lang="en-US" sz="1600"/>
              <a:t> or less</a:t>
            </a:r>
          </a:p>
        </p:txBody>
      </p:sp>
      <p:sp>
        <p:nvSpPr>
          <p:cNvPr id="32" name="Text Placeholder 2">
            <a:extLst>
              <a:ext uri="{FF2B5EF4-FFF2-40B4-BE49-F238E27FC236}">
                <a16:creationId xmlns:a16="http://schemas.microsoft.com/office/drawing/2014/main" id="{4656F190-2BE8-4368-ADED-FC85D9A03C17}"/>
              </a:ext>
            </a:extLst>
          </p:cNvPr>
          <p:cNvSpPr>
            <a:spLocks noGrp="1"/>
          </p:cNvSpPr>
          <p:nvPr>
            <p:ph type="body" sz="quarter" idx="19" hasCustomPrompt="1"/>
          </p:nvPr>
        </p:nvSpPr>
        <p:spPr>
          <a:xfrm>
            <a:off x="6095999" y="3451045"/>
            <a:ext cx="871265" cy="661720"/>
          </a:xfrm>
        </p:spPr>
        <p:txBody>
          <a:bodyPr tIns="0" bIns="0" anchor="b">
            <a:normAutofit/>
          </a:bodyPr>
          <a:lstStyle>
            <a:lvl1pPr>
              <a:lnSpc>
                <a:spcPct val="70000"/>
              </a:lnSpc>
              <a:defRPr sz="3600">
                <a:solidFill>
                  <a:schemeClr val="bg1"/>
                </a:solidFill>
                <a:latin typeface="+mj-lt"/>
              </a:defRPr>
            </a:lvl1pPr>
            <a:lvl2pPr>
              <a:defRPr sz="6000"/>
            </a:lvl2pPr>
            <a:lvl3pPr>
              <a:defRPr sz="6000"/>
            </a:lvl3pPr>
            <a:lvl4pPr>
              <a:defRPr sz="6000"/>
            </a:lvl4pPr>
            <a:lvl5pPr>
              <a:defRPr sz="6000"/>
            </a:lvl5pPr>
          </a:lstStyle>
          <a:p>
            <a:pPr lvl="0"/>
            <a:r>
              <a:rPr lang="en-US"/>
              <a:t>#</a:t>
            </a:r>
          </a:p>
        </p:txBody>
      </p:sp>
      <p:sp>
        <p:nvSpPr>
          <p:cNvPr id="33" name="Text Placeholder 20">
            <a:extLst>
              <a:ext uri="{FF2B5EF4-FFF2-40B4-BE49-F238E27FC236}">
                <a16:creationId xmlns:a16="http://schemas.microsoft.com/office/drawing/2014/main" id="{355D8271-4249-49A3-9E31-CA7401B12173}"/>
              </a:ext>
            </a:extLst>
          </p:cNvPr>
          <p:cNvSpPr>
            <a:spLocks noGrp="1"/>
          </p:cNvSpPr>
          <p:nvPr>
            <p:ph type="body" sz="quarter" idx="20" hasCustomPrompt="1"/>
          </p:nvPr>
        </p:nvSpPr>
        <p:spPr>
          <a:xfrm>
            <a:off x="7060174" y="3622945"/>
            <a:ext cx="4446027" cy="756416"/>
          </a:xfrm>
        </p:spPr>
        <p:txBody>
          <a:bodyPr tIns="0" bIns="0">
            <a:normAutofit/>
          </a:bodyPr>
          <a:lstStyle>
            <a:lvl1pPr>
              <a:lnSpc>
                <a:spcPct val="100000"/>
              </a:lnSpc>
              <a:defRPr sz="1600" b="0" cap="none">
                <a:solidFill>
                  <a:schemeClr val="bg1"/>
                </a:solidFill>
                <a:latin typeface="+mn-lt"/>
              </a:defRPr>
            </a:lvl1pPr>
            <a:lvl3pPr>
              <a:defRPr sz="1600">
                <a:solidFill>
                  <a:schemeClr val="bg1"/>
                </a:solidFill>
                <a:latin typeface="Graphik Medium" panose="020B0603030202060203" pitchFamily="34" charset="0"/>
              </a:defRPr>
            </a:lvl3pPr>
            <a:lvl4pPr>
              <a:defRPr sz="1600">
                <a:solidFill>
                  <a:schemeClr val="bg1"/>
                </a:solidFill>
                <a:latin typeface="Graphik Medium" panose="020B0603030202060203" pitchFamily="34" charset="0"/>
              </a:defRPr>
            </a:lvl4pPr>
            <a:lvl5pPr>
              <a:defRPr sz="1600">
                <a:solidFill>
                  <a:schemeClr val="bg1"/>
                </a:solidFill>
                <a:latin typeface="Graphik Medium" panose="020B0603030202060203" pitchFamily="34" charset="0"/>
              </a:defRPr>
            </a:lvl5pPr>
          </a:lstStyle>
          <a:p>
            <a:pPr lvl="0"/>
            <a:r>
              <a:rPr lang="en-US" sz="1600"/>
              <a:t>Click to add Title at 16 </a:t>
            </a:r>
            <a:r>
              <a:rPr lang="en-US" sz="1600" err="1"/>
              <a:t>pt</a:t>
            </a:r>
            <a:r>
              <a:rPr lang="en-US" sz="1600"/>
              <a:t> or less</a:t>
            </a:r>
          </a:p>
        </p:txBody>
      </p:sp>
      <p:sp>
        <p:nvSpPr>
          <p:cNvPr id="34" name="Text Placeholder 2">
            <a:extLst>
              <a:ext uri="{FF2B5EF4-FFF2-40B4-BE49-F238E27FC236}">
                <a16:creationId xmlns:a16="http://schemas.microsoft.com/office/drawing/2014/main" id="{D97D1950-FBE7-4AAE-A7F3-DE7C26FAB2F3}"/>
              </a:ext>
            </a:extLst>
          </p:cNvPr>
          <p:cNvSpPr>
            <a:spLocks noGrp="1"/>
          </p:cNvSpPr>
          <p:nvPr>
            <p:ph type="body" sz="quarter" idx="21" hasCustomPrompt="1"/>
          </p:nvPr>
        </p:nvSpPr>
        <p:spPr>
          <a:xfrm>
            <a:off x="6095999" y="4549387"/>
            <a:ext cx="871265" cy="661720"/>
          </a:xfrm>
        </p:spPr>
        <p:txBody>
          <a:bodyPr tIns="0" bIns="0" anchor="b">
            <a:normAutofit/>
          </a:bodyPr>
          <a:lstStyle>
            <a:lvl1pPr>
              <a:lnSpc>
                <a:spcPct val="70000"/>
              </a:lnSpc>
              <a:defRPr sz="3600">
                <a:solidFill>
                  <a:schemeClr val="bg1"/>
                </a:solidFill>
                <a:latin typeface="+mj-lt"/>
              </a:defRPr>
            </a:lvl1pPr>
            <a:lvl2pPr>
              <a:defRPr sz="6000"/>
            </a:lvl2pPr>
            <a:lvl3pPr>
              <a:defRPr sz="6000"/>
            </a:lvl3pPr>
            <a:lvl4pPr>
              <a:defRPr sz="6000"/>
            </a:lvl4pPr>
            <a:lvl5pPr>
              <a:defRPr sz="6000"/>
            </a:lvl5pPr>
          </a:lstStyle>
          <a:p>
            <a:pPr lvl="0"/>
            <a:r>
              <a:rPr lang="en-US"/>
              <a:t>#</a:t>
            </a:r>
          </a:p>
        </p:txBody>
      </p:sp>
      <p:sp>
        <p:nvSpPr>
          <p:cNvPr id="35" name="Text Placeholder 20">
            <a:extLst>
              <a:ext uri="{FF2B5EF4-FFF2-40B4-BE49-F238E27FC236}">
                <a16:creationId xmlns:a16="http://schemas.microsoft.com/office/drawing/2014/main" id="{543BA188-7B35-4438-90B1-F701495D6262}"/>
              </a:ext>
            </a:extLst>
          </p:cNvPr>
          <p:cNvSpPr>
            <a:spLocks noGrp="1"/>
          </p:cNvSpPr>
          <p:nvPr>
            <p:ph type="body" sz="quarter" idx="22" hasCustomPrompt="1"/>
          </p:nvPr>
        </p:nvSpPr>
        <p:spPr>
          <a:xfrm>
            <a:off x="7060174" y="4692576"/>
            <a:ext cx="4446027" cy="756416"/>
          </a:xfrm>
        </p:spPr>
        <p:txBody>
          <a:bodyPr tIns="0" bIns="0">
            <a:normAutofit/>
          </a:bodyPr>
          <a:lstStyle>
            <a:lvl1pPr>
              <a:lnSpc>
                <a:spcPct val="100000"/>
              </a:lnSpc>
              <a:defRPr sz="1600" b="0" cap="none">
                <a:solidFill>
                  <a:schemeClr val="bg1"/>
                </a:solidFill>
                <a:latin typeface="+mn-lt"/>
              </a:defRPr>
            </a:lvl1pPr>
            <a:lvl3pPr>
              <a:defRPr sz="1600">
                <a:solidFill>
                  <a:schemeClr val="bg1"/>
                </a:solidFill>
                <a:latin typeface="Graphik Medium" panose="020B0603030202060203" pitchFamily="34" charset="0"/>
              </a:defRPr>
            </a:lvl3pPr>
            <a:lvl4pPr>
              <a:defRPr sz="1600">
                <a:solidFill>
                  <a:schemeClr val="bg1"/>
                </a:solidFill>
                <a:latin typeface="Graphik Medium" panose="020B0603030202060203" pitchFamily="34" charset="0"/>
              </a:defRPr>
            </a:lvl4pPr>
            <a:lvl5pPr>
              <a:defRPr sz="1600">
                <a:solidFill>
                  <a:schemeClr val="bg1"/>
                </a:solidFill>
                <a:latin typeface="Graphik Medium" panose="020B0603030202060203" pitchFamily="34" charset="0"/>
              </a:defRPr>
            </a:lvl5pPr>
          </a:lstStyle>
          <a:p>
            <a:pPr lvl="0"/>
            <a:r>
              <a:rPr lang="en-US" sz="1600"/>
              <a:t>Click to add Title at 16 </a:t>
            </a:r>
            <a:r>
              <a:rPr lang="en-US" sz="1600" err="1"/>
              <a:t>pt</a:t>
            </a:r>
            <a:r>
              <a:rPr lang="en-US" sz="1600"/>
              <a:t> or less</a:t>
            </a:r>
          </a:p>
        </p:txBody>
      </p:sp>
      <p:sp>
        <p:nvSpPr>
          <p:cNvPr id="17" name="Footer Placeholder 6">
            <a:extLst>
              <a:ext uri="{FF2B5EF4-FFF2-40B4-BE49-F238E27FC236}">
                <a16:creationId xmlns:a16="http://schemas.microsoft.com/office/drawing/2014/main" id="{7E25AE54-DB22-44B2-A18F-3ECCFA3A1C78}"/>
              </a:ext>
            </a:extLst>
          </p:cNvPr>
          <p:cNvSpPr>
            <a:spLocks noGrp="1"/>
          </p:cNvSpPr>
          <p:nvPr>
            <p:ph type="ftr" sz="quarter" idx="23"/>
          </p:nvPr>
        </p:nvSpPr>
        <p:spPr>
          <a:xfrm>
            <a:off x="381002" y="6519009"/>
            <a:ext cx="5714999" cy="206375"/>
          </a:xfrm>
          <a:prstGeom prst="rect">
            <a:avLst/>
          </a:prstGeom>
        </p:spPr>
        <p:txBody>
          <a:bodyPr lIns="0"/>
          <a:lstStyle>
            <a:lvl1pPr marL="0" marR="0" indent="0" algn="l" defTabSz="914400" rtl="0" eaLnBrk="1" fontAlgn="auto" latinLnBrk="0" hangingPunct="1">
              <a:lnSpc>
                <a:spcPct val="100000"/>
              </a:lnSpc>
              <a:spcBef>
                <a:spcPts val="0"/>
              </a:spcBef>
              <a:spcAft>
                <a:spcPts val="0"/>
              </a:spcAft>
              <a:buClrTx/>
              <a:buSzTx/>
              <a:buFontTx/>
              <a:buNone/>
              <a:tabLst/>
              <a:defRPr sz="800">
                <a:solidFill>
                  <a:schemeClr val="bg1">
                    <a:alpha val="40000"/>
                  </a:schemeClr>
                </a:solidFill>
              </a:defRPr>
            </a:lvl1pPr>
          </a:lstStyle>
          <a:p>
            <a:r>
              <a:rPr lang="en-US"/>
              <a:t>Copyright © 2021 Accenture. All rights reserved. </a:t>
            </a:r>
            <a:br>
              <a:rPr lang="en-US"/>
            </a:br>
            <a:r>
              <a:rPr lang="en-US"/>
              <a:t>Accenture and its logo are registered trademarks of Accenture.</a:t>
            </a:r>
          </a:p>
        </p:txBody>
      </p:sp>
      <p:sp>
        <p:nvSpPr>
          <p:cNvPr id="18" name="Slide Number Placeholder 9">
            <a:extLst>
              <a:ext uri="{FF2B5EF4-FFF2-40B4-BE49-F238E27FC236}">
                <a16:creationId xmlns:a16="http://schemas.microsoft.com/office/drawing/2014/main" id="{D9EB6A56-5461-4FFF-8573-F2A2015AD761}"/>
              </a:ext>
            </a:extLst>
          </p:cNvPr>
          <p:cNvSpPr>
            <a:spLocks noGrp="1"/>
          </p:cNvSpPr>
          <p:nvPr>
            <p:ph type="sldNum" sz="quarter" idx="24"/>
          </p:nvPr>
        </p:nvSpPr>
        <p:spPr>
          <a:xfrm>
            <a:off x="11506202" y="6519009"/>
            <a:ext cx="385711" cy="206375"/>
          </a:xfrm>
          <a:prstGeom prst="rect">
            <a:avLst/>
          </a:prstGeom>
        </p:spPr>
        <p:txBody>
          <a:bodyPr/>
          <a:lstStyle>
            <a:lvl1pPr>
              <a:defRPr sz="800">
                <a:solidFill>
                  <a:schemeClr val="bg1">
                    <a:alpha val="40000"/>
                  </a:schemeClr>
                </a:solidFill>
              </a:defRPr>
            </a:lvl1pPr>
          </a:lstStyle>
          <a:p>
            <a:fld id="{4F9AC08D-23A9-440E-BCB9-AA1E9877CC38}" type="slidenum">
              <a:rPr lang="en-US" smtClean="0"/>
              <a:pPr/>
              <a:t>‹#›</a:t>
            </a:fld>
            <a:endParaRPr lang="en-US"/>
          </a:p>
        </p:txBody>
      </p:sp>
    </p:spTree>
    <p:extLst>
      <p:ext uri="{BB962C8B-B14F-4D97-AF65-F5344CB8AC3E}">
        <p14:creationId xmlns:p14="http://schemas.microsoft.com/office/powerpoint/2010/main" val="363834744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FC5A8-049B-7B46-A047-99A52F226E80}"/>
              </a:ext>
            </a:extLst>
          </p:cNvPr>
          <p:cNvSpPr>
            <a:spLocks noGrp="1"/>
          </p:cNvSpPr>
          <p:nvPr>
            <p:ph type="title"/>
          </p:nvPr>
        </p:nvSpPr>
        <p:spPr>
          <a:xfrm>
            <a:off x="409576" y="439917"/>
            <a:ext cx="10944224" cy="369332"/>
          </a:xfrm>
        </p:spPr>
        <p:txBody>
          <a:bodyPr/>
          <a:lstStyle>
            <a:lvl1pPr>
              <a:defRPr sz="2400"/>
            </a:lvl1pPr>
          </a:lstStyle>
          <a:p>
            <a:r>
              <a:rPr lang="en-US"/>
              <a:t>Click to edit Master title style</a:t>
            </a:r>
            <a:endParaRPr lang="en-GB"/>
          </a:p>
        </p:txBody>
      </p:sp>
    </p:spTree>
    <p:extLst>
      <p:ext uri="{BB962C8B-B14F-4D97-AF65-F5344CB8AC3E}">
        <p14:creationId xmlns:p14="http://schemas.microsoft.com/office/powerpoint/2010/main" val="2309814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accent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692651F-27C8-A141-AD63-71ABFE018B69}"/>
              </a:ext>
            </a:extLst>
          </p:cNvPr>
          <p:cNvSpPr/>
          <p:nvPr userDrawn="1"/>
        </p:nvSpPr>
        <p:spPr>
          <a:xfrm>
            <a:off x="119571" y="100073"/>
            <a:ext cx="11948251" cy="6657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a:p>
        </p:txBody>
      </p:sp>
      <p:sp>
        <p:nvSpPr>
          <p:cNvPr id="5" name="Title 1">
            <a:extLst>
              <a:ext uri="{FF2B5EF4-FFF2-40B4-BE49-F238E27FC236}">
                <a16:creationId xmlns:a16="http://schemas.microsoft.com/office/drawing/2014/main" id="{A469027A-727C-EA4B-96C4-C74B2A094F14}"/>
              </a:ext>
            </a:extLst>
          </p:cNvPr>
          <p:cNvSpPr>
            <a:spLocks noGrp="1"/>
          </p:cNvSpPr>
          <p:nvPr>
            <p:ph type="title"/>
          </p:nvPr>
        </p:nvSpPr>
        <p:spPr>
          <a:xfrm>
            <a:off x="409576" y="439917"/>
            <a:ext cx="10944224" cy="369332"/>
          </a:xfrm>
        </p:spPr>
        <p:txBody>
          <a:bodyPr/>
          <a:lstStyle>
            <a:lvl1pPr>
              <a:defRPr sz="2400"/>
            </a:lvl1pPr>
          </a:lstStyle>
          <a:p>
            <a:r>
              <a:rPr lang="en-US"/>
              <a:t>Click to edit Master title style</a:t>
            </a:r>
            <a:endParaRPr lang="en-GB"/>
          </a:p>
        </p:txBody>
      </p:sp>
      <p:pic>
        <p:nvPicPr>
          <p:cNvPr id="7" name="Picture 6">
            <a:extLst>
              <a:ext uri="{FF2B5EF4-FFF2-40B4-BE49-F238E27FC236}">
                <a16:creationId xmlns:a16="http://schemas.microsoft.com/office/drawing/2014/main" id="{233E4F8E-4EA6-484B-BBE8-FFED8ADFDB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8" name="TextBox 7">
            <a:extLst>
              <a:ext uri="{FF2B5EF4-FFF2-40B4-BE49-F238E27FC236}">
                <a16:creationId xmlns:a16="http://schemas.microsoft.com/office/drawing/2014/main" id="{E0105C89-4239-9A4F-BADC-560251A186DB}"/>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tx2">
                    <a:alpha val="75000"/>
                  </a:schemeClr>
                </a:solidFill>
              </a:rPr>
              <a:t>Copyright © 2021 Accenture. All rights reserved. </a:t>
            </a:r>
            <a:br>
              <a:rPr lang="en-GB" sz="800">
                <a:solidFill>
                  <a:schemeClr val="tx2">
                    <a:alpha val="75000"/>
                  </a:schemeClr>
                </a:solidFill>
              </a:rPr>
            </a:br>
            <a:r>
              <a:rPr lang="en-GB" sz="800">
                <a:solidFill>
                  <a:schemeClr val="tx2">
                    <a:alpha val="75000"/>
                  </a:schemeClr>
                </a:solidFill>
              </a:rPr>
              <a:t>Accenture and its logo are registered trademarks of Accenture.</a:t>
            </a:r>
          </a:p>
        </p:txBody>
      </p:sp>
      <p:sp>
        <p:nvSpPr>
          <p:cNvPr id="10" name="TextBox 9">
            <a:extLst>
              <a:ext uri="{FF2B5EF4-FFF2-40B4-BE49-F238E27FC236}">
                <a16:creationId xmlns:a16="http://schemas.microsoft.com/office/drawing/2014/main" id="{06E5F9ED-4FE3-4544-9EEC-C232208DA267}"/>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chemeClr val="tx2">
                    <a:alpha val="75000"/>
                  </a:scheme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chemeClr val="tx2">
                  <a:alpha val="75000"/>
                </a:schemeClr>
              </a:solidFill>
              <a:effectLst/>
              <a:uLnTx/>
              <a:uFillTx/>
            </a:endParaRPr>
          </a:p>
        </p:txBody>
      </p:sp>
    </p:spTree>
    <p:extLst>
      <p:ext uri="{BB962C8B-B14F-4D97-AF65-F5344CB8AC3E}">
        <p14:creationId xmlns:p14="http://schemas.microsoft.com/office/powerpoint/2010/main" val="194430025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rgbClr val="FF50A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692651F-27C8-A141-AD63-71ABFE018B69}"/>
              </a:ext>
            </a:extLst>
          </p:cNvPr>
          <p:cNvSpPr/>
          <p:nvPr userDrawn="1"/>
        </p:nvSpPr>
        <p:spPr>
          <a:xfrm>
            <a:off x="119571" y="100073"/>
            <a:ext cx="11948251" cy="6657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a:p>
        </p:txBody>
      </p:sp>
      <p:sp>
        <p:nvSpPr>
          <p:cNvPr id="5" name="Title 1">
            <a:extLst>
              <a:ext uri="{FF2B5EF4-FFF2-40B4-BE49-F238E27FC236}">
                <a16:creationId xmlns:a16="http://schemas.microsoft.com/office/drawing/2014/main" id="{A469027A-727C-EA4B-96C4-C74B2A094F14}"/>
              </a:ext>
            </a:extLst>
          </p:cNvPr>
          <p:cNvSpPr>
            <a:spLocks noGrp="1"/>
          </p:cNvSpPr>
          <p:nvPr>
            <p:ph type="title"/>
          </p:nvPr>
        </p:nvSpPr>
        <p:spPr>
          <a:xfrm>
            <a:off x="409576" y="439917"/>
            <a:ext cx="10944224" cy="369332"/>
          </a:xfrm>
        </p:spPr>
        <p:txBody>
          <a:bodyPr/>
          <a:lstStyle>
            <a:lvl1pPr>
              <a:defRPr sz="2400"/>
            </a:lvl1pPr>
          </a:lstStyle>
          <a:p>
            <a:r>
              <a:rPr lang="en-US"/>
              <a:t>Click to edit Master title style</a:t>
            </a:r>
            <a:endParaRPr lang="en-GB"/>
          </a:p>
        </p:txBody>
      </p:sp>
      <p:pic>
        <p:nvPicPr>
          <p:cNvPr id="7" name="Picture 6">
            <a:extLst>
              <a:ext uri="{FF2B5EF4-FFF2-40B4-BE49-F238E27FC236}">
                <a16:creationId xmlns:a16="http://schemas.microsoft.com/office/drawing/2014/main" id="{233E4F8E-4EA6-484B-BBE8-FFED8ADFDB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8" name="TextBox 7">
            <a:extLst>
              <a:ext uri="{FF2B5EF4-FFF2-40B4-BE49-F238E27FC236}">
                <a16:creationId xmlns:a16="http://schemas.microsoft.com/office/drawing/2014/main" id="{E0105C89-4239-9A4F-BADC-560251A186DB}"/>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tx2">
                    <a:alpha val="75000"/>
                  </a:schemeClr>
                </a:solidFill>
              </a:rPr>
              <a:t>Copyright © 2021 Accenture. All rights reserved. </a:t>
            </a:r>
            <a:br>
              <a:rPr lang="en-GB" sz="800">
                <a:solidFill>
                  <a:schemeClr val="tx2">
                    <a:alpha val="75000"/>
                  </a:schemeClr>
                </a:solidFill>
              </a:rPr>
            </a:br>
            <a:r>
              <a:rPr lang="en-GB" sz="800">
                <a:solidFill>
                  <a:schemeClr val="tx2">
                    <a:alpha val="75000"/>
                  </a:schemeClr>
                </a:solidFill>
              </a:rPr>
              <a:t>Accenture and its logo are registered trademarks of Accenture.</a:t>
            </a:r>
          </a:p>
        </p:txBody>
      </p:sp>
      <p:sp>
        <p:nvSpPr>
          <p:cNvPr id="10" name="TextBox 9">
            <a:extLst>
              <a:ext uri="{FF2B5EF4-FFF2-40B4-BE49-F238E27FC236}">
                <a16:creationId xmlns:a16="http://schemas.microsoft.com/office/drawing/2014/main" id="{A8A96B56-E84F-9F4E-AECF-DE98C768D82B}"/>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chemeClr val="tx2">
                    <a:alpha val="75000"/>
                  </a:scheme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chemeClr val="tx2">
                  <a:alpha val="75000"/>
                </a:schemeClr>
              </a:solidFill>
              <a:effectLst/>
              <a:uLnTx/>
              <a:uFillTx/>
            </a:endParaRPr>
          </a:p>
        </p:txBody>
      </p:sp>
    </p:spTree>
    <p:extLst>
      <p:ext uri="{BB962C8B-B14F-4D97-AF65-F5344CB8AC3E}">
        <p14:creationId xmlns:p14="http://schemas.microsoft.com/office/powerpoint/2010/main" val="180720830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5_Custom Layout">
    <p:bg>
      <p:bgPr>
        <a:solidFill>
          <a:schemeClr val="accent3"/>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692651F-27C8-A141-AD63-71ABFE018B69}"/>
              </a:ext>
            </a:extLst>
          </p:cNvPr>
          <p:cNvSpPr/>
          <p:nvPr userDrawn="1"/>
        </p:nvSpPr>
        <p:spPr>
          <a:xfrm>
            <a:off x="119571" y="100073"/>
            <a:ext cx="11948251" cy="6657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a:p>
        </p:txBody>
      </p:sp>
      <p:sp>
        <p:nvSpPr>
          <p:cNvPr id="5" name="Title 1">
            <a:extLst>
              <a:ext uri="{FF2B5EF4-FFF2-40B4-BE49-F238E27FC236}">
                <a16:creationId xmlns:a16="http://schemas.microsoft.com/office/drawing/2014/main" id="{A469027A-727C-EA4B-96C4-C74B2A094F14}"/>
              </a:ext>
            </a:extLst>
          </p:cNvPr>
          <p:cNvSpPr>
            <a:spLocks noGrp="1"/>
          </p:cNvSpPr>
          <p:nvPr>
            <p:ph type="title"/>
          </p:nvPr>
        </p:nvSpPr>
        <p:spPr>
          <a:xfrm>
            <a:off x="409576" y="439917"/>
            <a:ext cx="10944224" cy="369332"/>
          </a:xfrm>
        </p:spPr>
        <p:txBody>
          <a:bodyPr/>
          <a:lstStyle>
            <a:lvl1pPr>
              <a:defRPr sz="2400"/>
            </a:lvl1pPr>
          </a:lstStyle>
          <a:p>
            <a:r>
              <a:rPr lang="en-US"/>
              <a:t>Click to edit Master title style</a:t>
            </a:r>
            <a:endParaRPr lang="en-GB"/>
          </a:p>
        </p:txBody>
      </p:sp>
      <p:pic>
        <p:nvPicPr>
          <p:cNvPr id="7" name="Picture 6">
            <a:extLst>
              <a:ext uri="{FF2B5EF4-FFF2-40B4-BE49-F238E27FC236}">
                <a16:creationId xmlns:a16="http://schemas.microsoft.com/office/drawing/2014/main" id="{233E4F8E-4EA6-484B-BBE8-FFED8ADFDB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8" name="TextBox 7">
            <a:extLst>
              <a:ext uri="{FF2B5EF4-FFF2-40B4-BE49-F238E27FC236}">
                <a16:creationId xmlns:a16="http://schemas.microsoft.com/office/drawing/2014/main" id="{E0105C89-4239-9A4F-BADC-560251A186DB}"/>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tx2">
                    <a:alpha val="75000"/>
                  </a:schemeClr>
                </a:solidFill>
              </a:rPr>
              <a:t>Copyright © 2021 Accenture. All rights reserved. </a:t>
            </a:r>
            <a:br>
              <a:rPr lang="en-GB" sz="800">
                <a:solidFill>
                  <a:schemeClr val="tx2">
                    <a:alpha val="75000"/>
                  </a:schemeClr>
                </a:solidFill>
              </a:rPr>
            </a:br>
            <a:r>
              <a:rPr lang="en-GB" sz="800">
                <a:solidFill>
                  <a:schemeClr val="tx2">
                    <a:alpha val="75000"/>
                  </a:schemeClr>
                </a:solidFill>
              </a:rPr>
              <a:t>Accenture and its logo are registered trademarks of Accenture.</a:t>
            </a:r>
          </a:p>
        </p:txBody>
      </p:sp>
      <p:sp>
        <p:nvSpPr>
          <p:cNvPr id="10" name="TextBox 9">
            <a:extLst>
              <a:ext uri="{FF2B5EF4-FFF2-40B4-BE49-F238E27FC236}">
                <a16:creationId xmlns:a16="http://schemas.microsoft.com/office/drawing/2014/main" id="{A8A96B56-E84F-9F4E-AECF-DE98C768D82B}"/>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chemeClr val="tx2">
                    <a:alpha val="75000"/>
                  </a:scheme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chemeClr val="tx2">
                  <a:alpha val="75000"/>
                </a:schemeClr>
              </a:solidFill>
              <a:effectLst/>
              <a:uLnTx/>
              <a:uFillTx/>
            </a:endParaRPr>
          </a:p>
        </p:txBody>
      </p:sp>
    </p:spTree>
    <p:extLst>
      <p:ext uri="{BB962C8B-B14F-4D97-AF65-F5344CB8AC3E}">
        <p14:creationId xmlns:p14="http://schemas.microsoft.com/office/powerpoint/2010/main" val="4222938537"/>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6_Custom Layout">
    <p:bg>
      <p:bgPr>
        <a:solidFill>
          <a:schemeClr val="accent4"/>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692651F-27C8-A141-AD63-71ABFE018B69}"/>
              </a:ext>
            </a:extLst>
          </p:cNvPr>
          <p:cNvSpPr/>
          <p:nvPr userDrawn="1"/>
        </p:nvSpPr>
        <p:spPr>
          <a:xfrm>
            <a:off x="119571" y="100073"/>
            <a:ext cx="11948251" cy="6657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a:p>
        </p:txBody>
      </p:sp>
      <p:sp>
        <p:nvSpPr>
          <p:cNvPr id="5" name="Title 1">
            <a:extLst>
              <a:ext uri="{FF2B5EF4-FFF2-40B4-BE49-F238E27FC236}">
                <a16:creationId xmlns:a16="http://schemas.microsoft.com/office/drawing/2014/main" id="{A469027A-727C-EA4B-96C4-C74B2A094F14}"/>
              </a:ext>
            </a:extLst>
          </p:cNvPr>
          <p:cNvSpPr>
            <a:spLocks noGrp="1"/>
          </p:cNvSpPr>
          <p:nvPr>
            <p:ph type="title"/>
          </p:nvPr>
        </p:nvSpPr>
        <p:spPr>
          <a:xfrm>
            <a:off x="409576" y="439917"/>
            <a:ext cx="10944224" cy="369332"/>
          </a:xfrm>
        </p:spPr>
        <p:txBody>
          <a:bodyPr/>
          <a:lstStyle>
            <a:lvl1pPr>
              <a:defRPr sz="2400"/>
            </a:lvl1pPr>
          </a:lstStyle>
          <a:p>
            <a:r>
              <a:rPr lang="en-US"/>
              <a:t>Click to edit Master title style</a:t>
            </a:r>
            <a:endParaRPr lang="en-GB"/>
          </a:p>
        </p:txBody>
      </p:sp>
      <p:pic>
        <p:nvPicPr>
          <p:cNvPr id="7" name="Picture 6">
            <a:extLst>
              <a:ext uri="{FF2B5EF4-FFF2-40B4-BE49-F238E27FC236}">
                <a16:creationId xmlns:a16="http://schemas.microsoft.com/office/drawing/2014/main" id="{233E4F8E-4EA6-484B-BBE8-FFED8ADFDB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8" name="TextBox 7">
            <a:extLst>
              <a:ext uri="{FF2B5EF4-FFF2-40B4-BE49-F238E27FC236}">
                <a16:creationId xmlns:a16="http://schemas.microsoft.com/office/drawing/2014/main" id="{E0105C89-4239-9A4F-BADC-560251A186DB}"/>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tx2">
                    <a:alpha val="75000"/>
                  </a:schemeClr>
                </a:solidFill>
              </a:rPr>
              <a:t>Copyright © 2021 Accenture. All rights reserved. </a:t>
            </a:r>
            <a:br>
              <a:rPr lang="en-GB" sz="800">
                <a:solidFill>
                  <a:schemeClr val="tx2">
                    <a:alpha val="75000"/>
                  </a:schemeClr>
                </a:solidFill>
              </a:rPr>
            </a:br>
            <a:r>
              <a:rPr lang="en-GB" sz="800">
                <a:solidFill>
                  <a:schemeClr val="tx2">
                    <a:alpha val="75000"/>
                  </a:schemeClr>
                </a:solidFill>
              </a:rPr>
              <a:t>Accenture and its logo are registered trademarks of Accenture.</a:t>
            </a:r>
          </a:p>
        </p:txBody>
      </p:sp>
      <p:sp>
        <p:nvSpPr>
          <p:cNvPr id="10" name="TextBox 9">
            <a:extLst>
              <a:ext uri="{FF2B5EF4-FFF2-40B4-BE49-F238E27FC236}">
                <a16:creationId xmlns:a16="http://schemas.microsoft.com/office/drawing/2014/main" id="{A8A96B56-E84F-9F4E-AECF-DE98C768D82B}"/>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chemeClr val="tx2">
                    <a:alpha val="75000"/>
                  </a:scheme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chemeClr val="tx2">
                  <a:alpha val="75000"/>
                </a:schemeClr>
              </a:solidFill>
              <a:effectLst/>
              <a:uLnTx/>
              <a:uFillTx/>
            </a:endParaRPr>
          </a:p>
        </p:txBody>
      </p:sp>
    </p:spTree>
    <p:extLst>
      <p:ext uri="{BB962C8B-B14F-4D97-AF65-F5344CB8AC3E}">
        <p14:creationId xmlns:p14="http://schemas.microsoft.com/office/powerpoint/2010/main" val="3849782340"/>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Custom Layout">
    <p:bg>
      <p:bgPr>
        <a:solidFill>
          <a:srgbClr val="FF50A0"/>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5C0C3738-E9FA-DF4A-B61E-029226EE08DB}"/>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5692651F-27C8-A141-AD63-71ABFE018B69}"/>
              </a:ext>
            </a:extLst>
          </p:cNvPr>
          <p:cNvSpPr/>
          <p:nvPr userDrawn="1"/>
        </p:nvSpPr>
        <p:spPr>
          <a:xfrm>
            <a:off x="119571" y="100073"/>
            <a:ext cx="11948251" cy="6657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a:p>
        </p:txBody>
      </p:sp>
      <p:sp>
        <p:nvSpPr>
          <p:cNvPr id="5" name="Title 1">
            <a:extLst>
              <a:ext uri="{FF2B5EF4-FFF2-40B4-BE49-F238E27FC236}">
                <a16:creationId xmlns:a16="http://schemas.microsoft.com/office/drawing/2014/main" id="{A469027A-727C-EA4B-96C4-C74B2A094F14}"/>
              </a:ext>
            </a:extLst>
          </p:cNvPr>
          <p:cNvSpPr>
            <a:spLocks noGrp="1"/>
          </p:cNvSpPr>
          <p:nvPr>
            <p:ph type="title"/>
          </p:nvPr>
        </p:nvSpPr>
        <p:spPr>
          <a:xfrm>
            <a:off x="409576" y="439917"/>
            <a:ext cx="10944224" cy="369332"/>
          </a:xfrm>
        </p:spPr>
        <p:txBody>
          <a:bodyPr/>
          <a:lstStyle>
            <a:lvl1pPr>
              <a:defRPr sz="2400"/>
            </a:lvl1pPr>
          </a:lstStyle>
          <a:p>
            <a:r>
              <a:rPr lang="en-US"/>
              <a:t>Click to edit Master title style</a:t>
            </a:r>
            <a:endParaRPr lang="en-GB"/>
          </a:p>
        </p:txBody>
      </p:sp>
      <p:pic>
        <p:nvPicPr>
          <p:cNvPr id="7" name="Picture 6">
            <a:extLst>
              <a:ext uri="{FF2B5EF4-FFF2-40B4-BE49-F238E27FC236}">
                <a16:creationId xmlns:a16="http://schemas.microsoft.com/office/drawing/2014/main" id="{233E4F8E-4EA6-484B-BBE8-FFED8ADFDB0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8" name="TextBox 7">
            <a:extLst>
              <a:ext uri="{FF2B5EF4-FFF2-40B4-BE49-F238E27FC236}">
                <a16:creationId xmlns:a16="http://schemas.microsoft.com/office/drawing/2014/main" id="{E0105C89-4239-9A4F-BADC-560251A186DB}"/>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tx2">
                    <a:alpha val="75000"/>
                  </a:schemeClr>
                </a:solidFill>
              </a:rPr>
              <a:t>Copyright © 2021 Accenture. All rights reserved. </a:t>
            </a:r>
            <a:br>
              <a:rPr lang="en-GB" sz="800">
                <a:solidFill>
                  <a:schemeClr val="tx2">
                    <a:alpha val="75000"/>
                  </a:schemeClr>
                </a:solidFill>
              </a:rPr>
            </a:br>
            <a:r>
              <a:rPr lang="en-GB" sz="800">
                <a:solidFill>
                  <a:schemeClr val="tx2">
                    <a:alpha val="75000"/>
                  </a:schemeClr>
                </a:solidFill>
              </a:rPr>
              <a:t>Accenture and its logo are registered trademarks of Accenture.</a:t>
            </a:r>
          </a:p>
        </p:txBody>
      </p:sp>
      <p:sp>
        <p:nvSpPr>
          <p:cNvPr id="11" name="TextBox 10">
            <a:extLst>
              <a:ext uri="{FF2B5EF4-FFF2-40B4-BE49-F238E27FC236}">
                <a16:creationId xmlns:a16="http://schemas.microsoft.com/office/drawing/2014/main" id="{08B03C79-A452-DB49-B6E4-DADAFB8B1107}"/>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chemeClr val="tx2">
                    <a:alpha val="75000"/>
                  </a:scheme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chemeClr val="tx2">
                  <a:alpha val="75000"/>
                </a:schemeClr>
              </a:solidFill>
              <a:effectLst/>
              <a:uLnTx/>
              <a:uFillTx/>
            </a:endParaRPr>
          </a:p>
        </p:txBody>
      </p:sp>
    </p:spTree>
    <p:extLst>
      <p:ext uri="{BB962C8B-B14F-4D97-AF65-F5344CB8AC3E}">
        <p14:creationId xmlns:p14="http://schemas.microsoft.com/office/powerpoint/2010/main" val="208230740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4_Custom Layout">
    <p:bg>
      <p:bgPr>
        <a:solidFill>
          <a:srgbClr val="FF50A0"/>
        </a:solidFill>
        <a:effectLst/>
      </p:bgPr>
    </p:bg>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4543125A-75C6-FE47-9B9F-BF3997E8E79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2" name="Rectangle 11">
            <a:extLst>
              <a:ext uri="{FF2B5EF4-FFF2-40B4-BE49-F238E27FC236}">
                <a16:creationId xmlns:a16="http://schemas.microsoft.com/office/drawing/2014/main" id="{FB527248-23C0-CC4B-B7EA-1F747CA5248A}"/>
              </a:ext>
            </a:extLst>
          </p:cNvPr>
          <p:cNvSpPr/>
          <p:nvPr userDrawn="1"/>
        </p:nvSpPr>
        <p:spPr>
          <a:xfrm>
            <a:off x="121874" y="100073"/>
            <a:ext cx="11948251" cy="6657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a:p>
        </p:txBody>
      </p:sp>
      <p:sp>
        <p:nvSpPr>
          <p:cNvPr id="5" name="Title 1">
            <a:extLst>
              <a:ext uri="{FF2B5EF4-FFF2-40B4-BE49-F238E27FC236}">
                <a16:creationId xmlns:a16="http://schemas.microsoft.com/office/drawing/2014/main" id="{A469027A-727C-EA4B-96C4-C74B2A094F14}"/>
              </a:ext>
            </a:extLst>
          </p:cNvPr>
          <p:cNvSpPr>
            <a:spLocks noGrp="1"/>
          </p:cNvSpPr>
          <p:nvPr>
            <p:ph type="title"/>
          </p:nvPr>
        </p:nvSpPr>
        <p:spPr>
          <a:xfrm>
            <a:off x="409576" y="439917"/>
            <a:ext cx="10944224" cy="369332"/>
          </a:xfrm>
        </p:spPr>
        <p:txBody>
          <a:bodyPr/>
          <a:lstStyle>
            <a:lvl1pPr>
              <a:defRPr sz="2400"/>
            </a:lvl1pPr>
          </a:lstStyle>
          <a:p>
            <a:r>
              <a:rPr lang="en-US"/>
              <a:t>Click to edit Master title style</a:t>
            </a:r>
            <a:endParaRPr lang="en-GB"/>
          </a:p>
        </p:txBody>
      </p:sp>
      <p:pic>
        <p:nvPicPr>
          <p:cNvPr id="7" name="Picture 6">
            <a:extLst>
              <a:ext uri="{FF2B5EF4-FFF2-40B4-BE49-F238E27FC236}">
                <a16:creationId xmlns:a16="http://schemas.microsoft.com/office/drawing/2014/main" id="{233E4F8E-4EA6-484B-BBE8-FFED8ADFDB0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8" name="TextBox 7">
            <a:extLst>
              <a:ext uri="{FF2B5EF4-FFF2-40B4-BE49-F238E27FC236}">
                <a16:creationId xmlns:a16="http://schemas.microsoft.com/office/drawing/2014/main" id="{E0105C89-4239-9A4F-BADC-560251A186DB}"/>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tx2">
                    <a:alpha val="75000"/>
                  </a:schemeClr>
                </a:solidFill>
              </a:rPr>
              <a:t>Copyright © 2021 Accenture. All rights reserved. </a:t>
            </a:r>
            <a:br>
              <a:rPr lang="en-GB" sz="800">
                <a:solidFill>
                  <a:schemeClr val="tx2">
                    <a:alpha val="75000"/>
                  </a:schemeClr>
                </a:solidFill>
              </a:rPr>
            </a:br>
            <a:r>
              <a:rPr lang="en-GB" sz="800">
                <a:solidFill>
                  <a:schemeClr val="tx2">
                    <a:alpha val="75000"/>
                  </a:schemeClr>
                </a:solidFill>
              </a:rPr>
              <a:t>Accenture and its logo are registered trademarks of Accenture.</a:t>
            </a:r>
          </a:p>
        </p:txBody>
      </p:sp>
      <p:sp>
        <p:nvSpPr>
          <p:cNvPr id="11" name="TextBox 10">
            <a:extLst>
              <a:ext uri="{FF2B5EF4-FFF2-40B4-BE49-F238E27FC236}">
                <a16:creationId xmlns:a16="http://schemas.microsoft.com/office/drawing/2014/main" id="{08B03C79-A452-DB49-B6E4-DADAFB8B1107}"/>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chemeClr val="tx2">
                    <a:alpha val="75000"/>
                  </a:scheme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chemeClr val="tx2">
                  <a:alpha val="75000"/>
                </a:schemeClr>
              </a:solidFill>
              <a:effectLst/>
              <a:uLnTx/>
              <a:uFillTx/>
            </a:endParaRPr>
          </a:p>
        </p:txBody>
      </p:sp>
    </p:spTree>
    <p:extLst>
      <p:ext uri="{BB962C8B-B14F-4D97-AF65-F5344CB8AC3E}">
        <p14:creationId xmlns:p14="http://schemas.microsoft.com/office/powerpoint/2010/main" val="820522975"/>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8_Custom Layout">
    <p:bg>
      <p:bgPr>
        <a:solidFill>
          <a:srgbClr val="FF50A0"/>
        </a:solidFill>
        <a:effectLst/>
      </p:bgPr>
    </p:bg>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4543125A-75C6-FE47-9B9F-BF3997E8E797}"/>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2" name="Rectangle 11">
            <a:extLst>
              <a:ext uri="{FF2B5EF4-FFF2-40B4-BE49-F238E27FC236}">
                <a16:creationId xmlns:a16="http://schemas.microsoft.com/office/drawing/2014/main" id="{FB527248-23C0-CC4B-B7EA-1F747CA5248A}"/>
              </a:ext>
            </a:extLst>
          </p:cNvPr>
          <p:cNvSpPr/>
          <p:nvPr userDrawn="1"/>
        </p:nvSpPr>
        <p:spPr>
          <a:xfrm>
            <a:off x="121874" y="100073"/>
            <a:ext cx="11948251" cy="665785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a:p>
        </p:txBody>
      </p:sp>
      <p:sp>
        <p:nvSpPr>
          <p:cNvPr id="5" name="Title 1">
            <a:extLst>
              <a:ext uri="{FF2B5EF4-FFF2-40B4-BE49-F238E27FC236}">
                <a16:creationId xmlns:a16="http://schemas.microsoft.com/office/drawing/2014/main" id="{A469027A-727C-EA4B-96C4-C74B2A094F14}"/>
              </a:ext>
            </a:extLst>
          </p:cNvPr>
          <p:cNvSpPr>
            <a:spLocks noGrp="1"/>
          </p:cNvSpPr>
          <p:nvPr>
            <p:ph type="title"/>
          </p:nvPr>
        </p:nvSpPr>
        <p:spPr>
          <a:xfrm>
            <a:off x="409576" y="439917"/>
            <a:ext cx="10944224" cy="369332"/>
          </a:xfrm>
        </p:spPr>
        <p:txBody>
          <a:bodyPr/>
          <a:lstStyle>
            <a:lvl1pPr>
              <a:defRPr sz="2400">
                <a:solidFill>
                  <a:schemeClr val="bg1"/>
                </a:solidFill>
              </a:defRPr>
            </a:lvl1pPr>
          </a:lstStyle>
          <a:p>
            <a:r>
              <a:rPr lang="en-US"/>
              <a:t>Click to edit Master title style</a:t>
            </a:r>
            <a:endParaRPr lang="en-GB"/>
          </a:p>
        </p:txBody>
      </p:sp>
      <p:pic>
        <p:nvPicPr>
          <p:cNvPr id="7" name="Picture 6">
            <a:extLst>
              <a:ext uri="{FF2B5EF4-FFF2-40B4-BE49-F238E27FC236}">
                <a16:creationId xmlns:a16="http://schemas.microsoft.com/office/drawing/2014/main" id="{233E4F8E-4EA6-484B-BBE8-FFED8ADFDB0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8" name="TextBox 7">
            <a:extLst>
              <a:ext uri="{FF2B5EF4-FFF2-40B4-BE49-F238E27FC236}">
                <a16:creationId xmlns:a16="http://schemas.microsoft.com/office/drawing/2014/main" id="{E0105C89-4239-9A4F-BADC-560251A186DB}"/>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tx2">
                    <a:alpha val="75000"/>
                  </a:schemeClr>
                </a:solidFill>
              </a:rPr>
              <a:t>Copyright © 2021 Accenture. All rights reserved. </a:t>
            </a:r>
            <a:br>
              <a:rPr lang="en-GB" sz="800">
                <a:solidFill>
                  <a:schemeClr val="tx2">
                    <a:alpha val="75000"/>
                  </a:schemeClr>
                </a:solidFill>
              </a:rPr>
            </a:br>
            <a:r>
              <a:rPr lang="en-GB" sz="800">
                <a:solidFill>
                  <a:schemeClr val="tx2">
                    <a:alpha val="75000"/>
                  </a:schemeClr>
                </a:solidFill>
              </a:rPr>
              <a:t>Accenture and its logo are registered trademarks of Accenture.</a:t>
            </a:r>
          </a:p>
        </p:txBody>
      </p:sp>
      <p:sp>
        <p:nvSpPr>
          <p:cNvPr id="11" name="TextBox 10">
            <a:extLst>
              <a:ext uri="{FF2B5EF4-FFF2-40B4-BE49-F238E27FC236}">
                <a16:creationId xmlns:a16="http://schemas.microsoft.com/office/drawing/2014/main" id="{08B03C79-A452-DB49-B6E4-DADAFB8B1107}"/>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chemeClr val="tx2">
                    <a:alpha val="75000"/>
                  </a:scheme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chemeClr val="tx2">
                  <a:alpha val="75000"/>
                </a:schemeClr>
              </a:solidFill>
              <a:effectLst/>
              <a:uLnTx/>
              <a:uFillTx/>
            </a:endParaRPr>
          </a:p>
        </p:txBody>
      </p:sp>
    </p:spTree>
    <p:extLst>
      <p:ext uri="{BB962C8B-B14F-4D97-AF65-F5344CB8AC3E}">
        <p14:creationId xmlns:p14="http://schemas.microsoft.com/office/powerpoint/2010/main" val="100800518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3_Custom Layout">
    <p:bg>
      <p:bgPr>
        <a:solidFill>
          <a:schemeClr val="accent3"/>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692651F-27C8-A141-AD63-71ABFE018B69}"/>
              </a:ext>
            </a:extLst>
          </p:cNvPr>
          <p:cNvSpPr/>
          <p:nvPr userDrawn="1"/>
        </p:nvSpPr>
        <p:spPr>
          <a:xfrm>
            <a:off x="119571" y="100073"/>
            <a:ext cx="11948251" cy="6657854"/>
          </a:xfrm>
          <a:prstGeom prst="rect">
            <a:avLst/>
          </a:prstGeom>
          <a:solidFill>
            <a:srgbClr val="E6DDFF"/>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GB"/>
          </a:p>
        </p:txBody>
      </p:sp>
      <p:pic>
        <p:nvPicPr>
          <p:cNvPr id="7" name="Picture 6">
            <a:extLst>
              <a:ext uri="{FF2B5EF4-FFF2-40B4-BE49-F238E27FC236}">
                <a16:creationId xmlns:a16="http://schemas.microsoft.com/office/drawing/2014/main" id="{233E4F8E-4EA6-484B-BBE8-FFED8ADFDB0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3010"/>
            <a:ext cx="191087" cy="201340"/>
          </a:xfrm>
          <a:prstGeom prst="rect">
            <a:avLst/>
          </a:prstGeom>
        </p:spPr>
      </p:pic>
      <p:sp>
        <p:nvSpPr>
          <p:cNvPr id="8" name="TextBox 7">
            <a:extLst>
              <a:ext uri="{FF2B5EF4-FFF2-40B4-BE49-F238E27FC236}">
                <a16:creationId xmlns:a16="http://schemas.microsoft.com/office/drawing/2014/main" id="{E0105C89-4239-9A4F-BADC-560251A186DB}"/>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tx2">
                    <a:alpha val="75000"/>
                  </a:schemeClr>
                </a:solidFill>
              </a:rPr>
              <a:t>Copyright © 2021 Accenture. All rights reserved. </a:t>
            </a:r>
            <a:br>
              <a:rPr lang="en-GB" sz="800">
                <a:solidFill>
                  <a:schemeClr val="tx2">
                    <a:alpha val="75000"/>
                  </a:schemeClr>
                </a:solidFill>
              </a:rPr>
            </a:br>
            <a:r>
              <a:rPr lang="en-GB" sz="800">
                <a:solidFill>
                  <a:schemeClr val="tx2">
                    <a:alpha val="75000"/>
                  </a:schemeClr>
                </a:solidFill>
              </a:rPr>
              <a:t>Accenture and its logo are registered trademarks of Accenture.</a:t>
            </a:r>
          </a:p>
        </p:txBody>
      </p:sp>
      <p:sp>
        <p:nvSpPr>
          <p:cNvPr id="11" name="TextBox 10">
            <a:extLst>
              <a:ext uri="{FF2B5EF4-FFF2-40B4-BE49-F238E27FC236}">
                <a16:creationId xmlns:a16="http://schemas.microsoft.com/office/drawing/2014/main" id="{08B03C79-A452-DB49-B6E4-DADAFB8B1107}"/>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chemeClr val="tx2">
                    <a:alpha val="75000"/>
                  </a:scheme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chemeClr val="tx2">
                  <a:alpha val="75000"/>
                </a:schemeClr>
              </a:solidFill>
              <a:effectLst/>
              <a:uLnTx/>
              <a:uFillTx/>
            </a:endParaRPr>
          </a:p>
        </p:txBody>
      </p:sp>
    </p:spTree>
    <p:extLst>
      <p:ext uri="{BB962C8B-B14F-4D97-AF65-F5344CB8AC3E}">
        <p14:creationId xmlns:p14="http://schemas.microsoft.com/office/powerpoint/2010/main" val="224713753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7_Custom Layout">
    <p:bg>
      <p:bgPr>
        <a:solidFill>
          <a:srgbClr val="FF50A0"/>
        </a:solidFill>
        <a:effectLst/>
      </p:bgPr>
    </p:bg>
    <p:spTree>
      <p:nvGrpSpPr>
        <p:cNvPr id="1" name=""/>
        <p:cNvGrpSpPr/>
        <p:nvPr/>
      </p:nvGrpSpPr>
      <p:grpSpPr>
        <a:xfrm>
          <a:off x="0" y="0"/>
          <a:ext cx="0" cy="0"/>
          <a:chOff x="0" y="0"/>
          <a:chExt cx="0" cy="0"/>
        </a:xfrm>
      </p:grpSpPr>
      <p:pic>
        <p:nvPicPr>
          <p:cNvPr id="10" name="Picture 9" descr="Background pattern&#10;&#10;Description automatically generated">
            <a:extLst>
              <a:ext uri="{FF2B5EF4-FFF2-40B4-BE49-F238E27FC236}">
                <a16:creationId xmlns:a16="http://schemas.microsoft.com/office/drawing/2014/main" id="{A5049898-6E70-6648-9315-D02A0EA6C1FC}"/>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5" name="Title 1">
            <a:extLst>
              <a:ext uri="{FF2B5EF4-FFF2-40B4-BE49-F238E27FC236}">
                <a16:creationId xmlns:a16="http://schemas.microsoft.com/office/drawing/2014/main" id="{A469027A-727C-EA4B-96C4-C74B2A094F14}"/>
              </a:ext>
            </a:extLst>
          </p:cNvPr>
          <p:cNvSpPr>
            <a:spLocks noGrp="1"/>
          </p:cNvSpPr>
          <p:nvPr>
            <p:ph type="title"/>
          </p:nvPr>
        </p:nvSpPr>
        <p:spPr>
          <a:xfrm>
            <a:off x="409576" y="439917"/>
            <a:ext cx="10944224" cy="369332"/>
          </a:xfrm>
        </p:spPr>
        <p:txBody>
          <a:bodyPr/>
          <a:lstStyle>
            <a:lvl1pPr>
              <a:defRPr sz="2400">
                <a:solidFill>
                  <a:schemeClr val="bg1"/>
                </a:solidFill>
              </a:defRPr>
            </a:lvl1pPr>
          </a:lstStyle>
          <a:p>
            <a:r>
              <a:rPr lang="en-US"/>
              <a:t>Click to edit Master title style</a:t>
            </a:r>
            <a:endParaRPr lang="en-GB"/>
          </a:p>
        </p:txBody>
      </p:sp>
      <p:sp>
        <p:nvSpPr>
          <p:cNvPr id="8" name="TextBox 7">
            <a:extLst>
              <a:ext uri="{FF2B5EF4-FFF2-40B4-BE49-F238E27FC236}">
                <a16:creationId xmlns:a16="http://schemas.microsoft.com/office/drawing/2014/main" id="{E0105C89-4239-9A4F-BADC-560251A186DB}"/>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bg1">
                    <a:alpha val="75000"/>
                  </a:schemeClr>
                </a:solidFill>
              </a:rPr>
              <a:t>Copyright © 2021 Accenture. All rights reserved. </a:t>
            </a:r>
            <a:br>
              <a:rPr lang="en-GB" sz="800">
                <a:solidFill>
                  <a:schemeClr val="bg1">
                    <a:alpha val="75000"/>
                  </a:schemeClr>
                </a:solidFill>
              </a:rPr>
            </a:br>
            <a:r>
              <a:rPr lang="en-GB" sz="800">
                <a:solidFill>
                  <a:schemeClr val="bg1">
                    <a:alpha val="75000"/>
                  </a:schemeClr>
                </a:solidFill>
              </a:rPr>
              <a:t>Accenture and its logo are registered trademarks of Accenture.</a:t>
            </a:r>
          </a:p>
        </p:txBody>
      </p:sp>
      <p:sp>
        <p:nvSpPr>
          <p:cNvPr id="11" name="TextBox 10">
            <a:extLst>
              <a:ext uri="{FF2B5EF4-FFF2-40B4-BE49-F238E27FC236}">
                <a16:creationId xmlns:a16="http://schemas.microsoft.com/office/drawing/2014/main" id="{08B03C79-A452-DB49-B6E4-DADAFB8B1107}"/>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chemeClr val="bg1">
                    <a:alpha val="75000"/>
                  </a:scheme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chemeClr val="bg1">
                  <a:alpha val="75000"/>
                </a:schemeClr>
              </a:solidFill>
              <a:effectLst/>
              <a:uLnTx/>
              <a:uFillTx/>
            </a:endParaRPr>
          </a:p>
        </p:txBody>
      </p:sp>
      <p:pic>
        <p:nvPicPr>
          <p:cNvPr id="12" name="Picture 11">
            <a:extLst>
              <a:ext uri="{FF2B5EF4-FFF2-40B4-BE49-F238E27FC236}">
                <a16:creationId xmlns:a16="http://schemas.microsoft.com/office/drawing/2014/main" id="{E094CC9F-28F8-B349-8571-012F218106F2}"/>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Tree>
    <p:extLst>
      <p:ext uri="{BB962C8B-B14F-4D97-AF65-F5344CB8AC3E}">
        <p14:creationId xmlns:p14="http://schemas.microsoft.com/office/powerpoint/2010/main" val="390443893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1_Solid_Purple">
    <p:bg>
      <p:bgPr>
        <a:solidFill>
          <a:schemeClr val="accent3"/>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6F1257-AA6C-44C6-86DE-CAD089D0893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7" name="TextBox 6">
            <a:extLst>
              <a:ext uri="{FF2B5EF4-FFF2-40B4-BE49-F238E27FC236}">
                <a16:creationId xmlns:a16="http://schemas.microsoft.com/office/drawing/2014/main" id="{9DE018DE-8A90-C842-A7BE-D441C9648D56}"/>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tx1">
                    <a:alpha val="75000"/>
                  </a:schemeClr>
                </a:solidFill>
              </a:rPr>
              <a:t>Copyright © 2021 Accenture. All rights reserved. </a:t>
            </a:r>
            <a:br>
              <a:rPr lang="en-GB" sz="800">
                <a:solidFill>
                  <a:schemeClr val="tx1">
                    <a:alpha val="75000"/>
                  </a:schemeClr>
                </a:solidFill>
              </a:rPr>
            </a:br>
            <a:r>
              <a:rPr lang="en-GB" sz="800">
                <a:solidFill>
                  <a:schemeClr val="tx1">
                    <a:alpha val="75000"/>
                  </a:schemeClr>
                </a:solidFill>
              </a:rPr>
              <a:t>Accenture and its logo are registered trademarks of Accenture.</a:t>
            </a:r>
          </a:p>
        </p:txBody>
      </p:sp>
      <p:sp>
        <p:nvSpPr>
          <p:cNvPr id="9" name="Title 1">
            <a:extLst>
              <a:ext uri="{FF2B5EF4-FFF2-40B4-BE49-F238E27FC236}">
                <a16:creationId xmlns:a16="http://schemas.microsoft.com/office/drawing/2014/main" id="{11C5182E-51A4-DD47-97F7-EA28D6B945A8}"/>
              </a:ext>
            </a:extLst>
          </p:cNvPr>
          <p:cNvSpPr>
            <a:spLocks noGrp="1"/>
          </p:cNvSpPr>
          <p:nvPr>
            <p:ph type="title"/>
          </p:nvPr>
        </p:nvSpPr>
        <p:spPr>
          <a:xfrm>
            <a:off x="409576" y="439917"/>
            <a:ext cx="10944224" cy="369332"/>
          </a:xfrm>
        </p:spPr>
        <p:txBody>
          <a:bodyPr/>
          <a:lstStyle>
            <a:lvl1pPr>
              <a:defRPr sz="2400"/>
            </a:lvl1pPr>
          </a:lstStyle>
          <a:p>
            <a:r>
              <a:rPr lang="en-US"/>
              <a:t>Click to edit Master title style</a:t>
            </a:r>
            <a:endParaRPr lang="en-GB"/>
          </a:p>
        </p:txBody>
      </p:sp>
      <p:sp>
        <p:nvSpPr>
          <p:cNvPr id="12" name="TextBox 11">
            <a:extLst>
              <a:ext uri="{FF2B5EF4-FFF2-40B4-BE49-F238E27FC236}">
                <a16:creationId xmlns:a16="http://schemas.microsoft.com/office/drawing/2014/main" id="{33F6D1E8-F542-5649-BF5E-0DEDC5BDA2E7}"/>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Tree>
    <p:extLst>
      <p:ext uri="{BB962C8B-B14F-4D97-AF65-F5344CB8AC3E}">
        <p14:creationId xmlns:p14="http://schemas.microsoft.com/office/powerpoint/2010/main" val="4284908939"/>
      </p:ext>
    </p:extLst>
  </p:cSld>
  <p:clrMapOvr>
    <a:overrideClrMapping bg1="dk1" tx1="lt1" bg2="dk2" tx2="lt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2_Solid_Purple_Vid">
    <p:bg>
      <p:bgPr>
        <a:solidFill>
          <a:srgbClr val="50007D"/>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D6F1257-AA6C-44C6-86DE-CAD089D08935}"/>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7" name="TextBox 6">
            <a:extLst>
              <a:ext uri="{FF2B5EF4-FFF2-40B4-BE49-F238E27FC236}">
                <a16:creationId xmlns:a16="http://schemas.microsoft.com/office/drawing/2014/main" id="{9DE018DE-8A90-C842-A7BE-D441C9648D56}"/>
              </a:ext>
            </a:extLst>
          </p:cNvPr>
          <p:cNvSpPr txBox="1"/>
          <p:nvPr userDrawn="1"/>
        </p:nvSpPr>
        <p:spPr>
          <a:xfrm>
            <a:off x="8317890" y="6482079"/>
            <a:ext cx="3112110" cy="203203"/>
          </a:xfrm>
          <a:prstGeom prst="rect">
            <a:avLst/>
          </a:prstGeom>
          <a:noFill/>
        </p:spPr>
        <p:txBody>
          <a:bodyPr wrap="square" lIns="0" tIns="0" rIns="0" bIns="0" rtlCol="0" anchor="ctr">
            <a:noAutofit/>
          </a:bodyPr>
          <a:lstStyle/>
          <a:p>
            <a:pPr marL="0" marR="0" lvl="0" indent="0" algn="r" defTabSz="228600" rtl="0" eaLnBrk="1" fontAlgn="auto" latinLnBrk="0" hangingPunct="1">
              <a:lnSpc>
                <a:spcPct val="100000"/>
              </a:lnSpc>
              <a:spcBef>
                <a:spcPts val="0"/>
              </a:spcBef>
              <a:spcAft>
                <a:spcPts val="1200"/>
              </a:spcAft>
              <a:buClrTx/>
              <a:buSzTx/>
              <a:buFontTx/>
              <a:buNone/>
              <a:tabLst/>
              <a:defRPr/>
            </a:pPr>
            <a:r>
              <a:rPr lang="en-GB" sz="800">
                <a:solidFill>
                  <a:schemeClr val="tx1">
                    <a:alpha val="75000"/>
                  </a:schemeClr>
                </a:solidFill>
              </a:rPr>
              <a:t>Copyright © 2021 Accenture. All rights reserved. </a:t>
            </a:r>
            <a:br>
              <a:rPr lang="en-GB" sz="800">
                <a:solidFill>
                  <a:schemeClr val="tx1">
                    <a:alpha val="75000"/>
                  </a:schemeClr>
                </a:solidFill>
              </a:rPr>
            </a:br>
            <a:r>
              <a:rPr lang="en-GB" sz="800">
                <a:solidFill>
                  <a:schemeClr val="tx1">
                    <a:alpha val="75000"/>
                  </a:schemeClr>
                </a:solidFill>
              </a:rPr>
              <a:t>Accenture and its logo are registered trademarks of Accenture.</a:t>
            </a:r>
          </a:p>
        </p:txBody>
      </p:sp>
      <p:sp>
        <p:nvSpPr>
          <p:cNvPr id="9" name="Title 1">
            <a:extLst>
              <a:ext uri="{FF2B5EF4-FFF2-40B4-BE49-F238E27FC236}">
                <a16:creationId xmlns:a16="http://schemas.microsoft.com/office/drawing/2014/main" id="{11C5182E-51A4-DD47-97F7-EA28D6B945A8}"/>
              </a:ext>
            </a:extLst>
          </p:cNvPr>
          <p:cNvSpPr>
            <a:spLocks noGrp="1"/>
          </p:cNvSpPr>
          <p:nvPr>
            <p:ph type="title"/>
          </p:nvPr>
        </p:nvSpPr>
        <p:spPr>
          <a:xfrm>
            <a:off x="409576" y="439917"/>
            <a:ext cx="10944224" cy="369332"/>
          </a:xfrm>
        </p:spPr>
        <p:txBody>
          <a:bodyPr/>
          <a:lstStyle>
            <a:lvl1pPr>
              <a:defRPr sz="2400"/>
            </a:lvl1pPr>
          </a:lstStyle>
          <a:p>
            <a:r>
              <a:rPr lang="en-US"/>
              <a:t>Click to edit Master title style</a:t>
            </a:r>
            <a:endParaRPr lang="en-GB"/>
          </a:p>
        </p:txBody>
      </p:sp>
      <p:sp>
        <p:nvSpPr>
          <p:cNvPr id="12" name="TextBox 11">
            <a:extLst>
              <a:ext uri="{FF2B5EF4-FFF2-40B4-BE49-F238E27FC236}">
                <a16:creationId xmlns:a16="http://schemas.microsoft.com/office/drawing/2014/main" id="{33F6D1E8-F542-5649-BF5E-0DEDC5BDA2E7}"/>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Tree>
    <p:extLst>
      <p:ext uri="{BB962C8B-B14F-4D97-AF65-F5344CB8AC3E}">
        <p14:creationId xmlns:p14="http://schemas.microsoft.com/office/powerpoint/2010/main" val="3869396404"/>
      </p:ext>
    </p:extLst>
  </p:cSld>
  <p:clrMapOvr>
    <a:overrideClrMapping bg1="dk1" tx1="lt1" bg2="dk2" tx2="lt2" accent1="accent1" accent2="accent2" accent3="accent3" accent4="accent4" accent5="accent5" accent6="accent6" hlink="hlink" folHlink="folHlink"/>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1_Gradient Dark">
    <p:bg>
      <p:bgPr>
        <a:solidFill>
          <a:schemeClr val="accent3"/>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B47B586-CFEE-4C32-8227-001B5A89C37D}"/>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3" name="Picture 2">
            <a:extLst>
              <a:ext uri="{FF2B5EF4-FFF2-40B4-BE49-F238E27FC236}">
                <a16:creationId xmlns:a16="http://schemas.microsoft.com/office/drawing/2014/main" id="{0141FE43-9ADC-4313-8D22-F47ABC16F44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5" name="TextBox 4">
            <a:extLst>
              <a:ext uri="{FF2B5EF4-FFF2-40B4-BE49-F238E27FC236}">
                <a16:creationId xmlns:a16="http://schemas.microsoft.com/office/drawing/2014/main" id="{EA97BC18-949B-4A9A-B05F-CA4F3F80FEC9}"/>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a:ln>
                  <a:noFill/>
                </a:ln>
                <a:solidFill>
                  <a:srgbClr val="FFFFFF">
                    <a:alpha val="75000"/>
                  </a:srgbClr>
                </a:solidFill>
                <a:effectLst/>
                <a:uLnTx/>
                <a:uFillTx/>
              </a:rPr>
              <a:t>Copyright © 2021 Accenture. All rights reserved. </a:t>
            </a:r>
            <a:br>
              <a:rPr kumimoji="0" lang="en-GB" sz="800" b="0" i="0" u="none" strike="noStrike" kern="0" cap="none" spc="0" normalizeH="0" baseline="0" noProof="0">
                <a:ln>
                  <a:noFill/>
                </a:ln>
                <a:solidFill>
                  <a:srgbClr val="FFFFFF">
                    <a:alpha val="75000"/>
                  </a:srgbClr>
                </a:solidFill>
                <a:effectLst/>
                <a:uLnTx/>
                <a:uFillTx/>
              </a:rPr>
            </a:br>
            <a:r>
              <a:rPr kumimoji="0" lang="en-GB" sz="800" b="0" i="0" u="none" strike="noStrike" kern="0" cap="none" spc="0" normalizeH="0" baseline="0" noProof="0">
                <a:ln>
                  <a:noFill/>
                </a:ln>
                <a:solidFill>
                  <a:srgbClr val="FFFFFF">
                    <a:alpha val="75000"/>
                  </a:srgbClr>
                </a:solidFill>
                <a:effectLst/>
                <a:uLnTx/>
                <a:uFillTx/>
              </a:rPr>
              <a:t>Accenture and its logo are registered trademarks of Accenture.</a:t>
            </a:r>
          </a:p>
        </p:txBody>
      </p:sp>
      <p:sp>
        <p:nvSpPr>
          <p:cNvPr id="15" name="TextBox 14">
            <a:extLst>
              <a:ext uri="{FF2B5EF4-FFF2-40B4-BE49-F238E27FC236}">
                <a16:creationId xmlns:a16="http://schemas.microsoft.com/office/drawing/2014/main" id="{CF34DCA4-9B3F-424E-8478-0FB3BCA6E006}"/>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rgbClr val="FFFFFF">
                    <a:alpha val="75000"/>
                  </a:srgb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rgbClr val="FFFFFF">
                  <a:alpha val="75000"/>
                </a:srgbClr>
              </a:solidFill>
              <a:effectLst/>
              <a:uLnTx/>
              <a:uFillTx/>
            </a:endParaRPr>
          </a:p>
        </p:txBody>
      </p:sp>
    </p:spTree>
    <p:extLst>
      <p:ext uri="{BB962C8B-B14F-4D97-AF65-F5344CB8AC3E}">
        <p14:creationId xmlns:p14="http://schemas.microsoft.com/office/powerpoint/2010/main" val="507244393"/>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3_Title Only">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FFC5A8-049B-7B46-A047-99A52F226E80}"/>
              </a:ext>
            </a:extLst>
          </p:cNvPr>
          <p:cNvSpPr>
            <a:spLocks noGrp="1"/>
          </p:cNvSpPr>
          <p:nvPr>
            <p:ph type="title"/>
          </p:nvPr>
        </p:nvSpPr>
        <p:spPr>
          <a:xfrm>
            <a:off x="409576" y="439917"/>
            <a:ext cx="10944224" cy="369332"/>
          </a:xfrm>
        </p:spPr>
        <p:txBody>
          <a:bodyPr/>
          <a:lstStyle>
            <a:lvl1pPr>
              <a:defRPr sz="2400">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3315486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2_Greetings + Greater Than L">
    <p:bg>
      <p:bgPr>
        <a:solidFill>
          <a:schemeClr val="accent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FC7882D0-879F-974F-B35F-EE91948B7FED}"/>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4" name="Graphic 3">
            <a:extLst>
              <a:ext uri="{FF2B5EF4-FFF2-40B4-BE49-F238E27FC236}">
                <a16:creationId xmlns:a16="http://schemas.microsoft.com/office/drawing/2014/main" id="{2DF26BFD-3D15-48EA-A458-43E2274B938D}"/>
              </a:ext>
            </a:extLst>
          </p:cNvPr>
          <p:cNvPicPr>
            <a:picLocks noChangeAspect="1"/>
          </p:cNvPicPr>
          <p:nvPr userDrawn="1"/>
        </p:nvPicPr>
        <p:blipFill>
          <a:blip>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622800" y="0"/>
            <a:ext cx="7188200" cy="6858000"/>
          </a:xfrm>
          <a:prstGeom prst="rect">
            <a:avLst/>
          </a:prstGeom>
        </p:spPr>
      </p:pic>
      <p:sp>
        <p:nvSpPr>
          <p:cNvPr id="2" name="Title 1">
            <a:extLst>
              <a:ext uri="{FF2B5EF4-FFF2-40B4-BE49-F238E27FC236}">
                <a16:creationId xmlns:a16="http://schemas.microsoft.com/office/drawing/2014/main" id="{32394B85-B39D-4BE7-A334-787162CB4A41}"/>
              </a:ext>
            </a:extLst>
          </p:cNvPr>
          <p:cNvSpPr>
            <a:spLocks noGrp="1"/>
          </p:cNvSpPr>
          <p:nvPr>
            <p:ph type="title" hasCustomPrompt="1"/>
          </p:nvPr>
        </p:nvSpPr>
        <p:spPr>
          <a:xfrm>
            <a:off x="380999" y="2318273"/>
            <a:ext cx="7040753" cy="2221454"/>
          </a:xfrm>
          <a:prstGeom prst="rect">
            <a:avLst/>
          </a:prstGeom>
        </p:spPr>
        <p:txBody>
          <a:bodyPr anchor="ctr"/>
          <a:lstStyle>
            <a:lvl1pPr algn="l">
              <a:defRPr sz="7200">
                <a:solidFill>
                  <a:schemeClr val="tx1"/>
                </a:solidFill>
              </a:defRPr>
            </a:lvl1pPr>
          </a:lstStyle>
          <a:p>
            <a:r>
              <a:rPr lang="en-GB"/>
              <a:t>Welcome</a:t>
            </a:r>
            <a:endParaRPr lang="en-US"/>
          </a:p>
        </p:txBody>
      </p:sp>
      <p:sp>
        <p:nvSpPr>
          <p:cNvPr id="3" name="TextBox 2">
            <a:extLst>
              <a:ext uri="{FF2B5EF4-FFF2-40B4-BE49-F238E27FC236}">
                <a16:creationId xmlns:a16="http://schemas.microsoft.com/office/drawing/2014/main" id="{B87AD433-4B77-E741-930C-11F17D433B19}"/>
              </a:ext>
            </a:extLst>
          </p:cNvPr>
          <p:cNvSpPr txBox="1"/>
          <p:nvPr userDrawn="1"/>
        </p:nvSpPr>
        <p:spPr>
          <a:xfrm>
            <a:off x="4490720" y="3606800"/>
            <a:ext cx="0" cy="0"/>
          </a:xfrm>
          <a:prstGeom prst="rect">
            <a:avLst/>
          </a:prstGeom>
          <a:noFill/>
        </p:spPr>
        <p:txBody>
          <a:bodyPr wrap="none" lIns="0" tIns="0" rIns="0" bIns="0" rtlCol="0">
            <a:noAutofit/>
          </a:bodyPr>
          <a:lstStyle/>
          <a:p>
            <a:pPr algn="l" defTabSz="228600">
              <a:spcAft>
                <a:spcPts val="1200"/>
              </a:spcAft>
            </a:pPr>
            <a:endParaRPr lang="en-US" noProof="0"/>
          </a:p>
        </p:txBody>
      </p:sp>
    </p:spTree>
    <p:extLst>
      <p:ext uri="{BB962C8B-B14F-4D97-AF65-F5344CB8AC3E}">
        <p14:creationId xmlns:p14="http://schemas.microsoft.com/office/powerpoint/2010/main" val="2541569682"/>
      </p:ext>
    </p:extLst>
  </p:cSld>
  <p:clrMapOvr>
    <a:overrideClrMapping bg1="dk1" tx1="lt1" bg2="dk2" tx2="lt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2_Title and Content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EC595-3BDB-489C-AB5C-4C48BF9B07CB}"/>
              </a:ext>
            </a:extLst>
          </p:cNvPr>
          <p:cNvSpPr>
            <a:spLocks noGrp="1"/>
          </p:cNvSpPr>
          <p:nvPr>
            <p:ph type="title" hasCustomPrompt="1"/>
          </p:nvPr>
        </p:nvSpPr>
        <p:spPr>
          <a:xfrm>
            <a:off x="819905" y="1016000"/>
            <a:ext cx="10552188" cy="636337"/>
          </a:xfrm>
          <a:prstGeom prst="rect">
            <a:avLst/>
          </a:prstGeom>
        </p:spPr>
        <p:txBody>
          <a:bodyPr lIns="0" tIns="0" rIns="0" bIns="0"/>
          <a:lstStyle>
            <a:lvl1pPr>
              <a:defRPr sz="3600"/>
            </a:lvl1pPr>
          </a:lstStyle>
          <a:p>
            <a:r>
              <a:rPr lang="en-GB"/>
              <a:t>Place headline here (36pt, min 30pt)</a:t>
            </a:r>
            <a:endParaRPr lang="en-US"/>
          </a:p>
        </p:txBody>
      </p:sp>
      <p:sp>
        <p:nvSpPr>
          <p:cNvPr id="8" name="Content Placeholder 7">
            <a:extLst>
              <a:ext uri="{FF2B5EF4-FFF2-40B4-BE49-F238E27FC236}">
                <a16:creationId xmlns:a16="http://schemas.microsoft.com/office/drawing/2014/main" id="{2A49B96C-8E74-4C8B-BDE4-9B82801CA0EE}"/>
              </a:ext>
            </a:extLst>
          </p:cNvPr>
          <p:cNvSpPr>
            <a:spLocks noGrp="1"/>
          </p:cNvSpPr>
          <p:nvPr>
            <p:ph sz="quarter" idx="10" hasCustomPrompt="1"/>
          </p:nvPr>
        </p:nvSpPr>
        <p:spPr>
          <a:xfrm>
            <a:off x="819905" y="2006601"/>
            <a:ext cx="10552188" cy="4305299"/>
          </a:xfrm>
          <a:prstGeom prst="rect">
            <a:avLst/>
          </a:prstGeom>
        </p:spPr>
        <p:txBody>
          <a:bodyPr lIns="0" tIns="0" rIns="0" bIns="0"/>
          <a:lstStyle/>
          <a:p>
            <a:pPr lvl="0"/>
            <a:r>
              <a:rPr lang="en-US"/>
              <a:t>Place text here</a:t>
            </a:r>
          </a:p>
          <a:p>
            <a:pPr lvl="1"/>
            <a:r>
              <a:rPr lang="en-US"/>
              <a:t>Second level</a:t>
            </a:r>
          </a:p>
          <a:p>
            <a:pPr lvl="2"/>
            <a:r>
              <a:rPr lang="en-US"/>
              <a:t>Third level</a:t>
            </a:r>
          </a:p>
          <a:p>
            <a:pPr lvl="3"/>
            <a:r>
              <a:rPr lang="en-US"/>
              <a:t>Fourth level</a:t>
            </a:r>
          </a:p>
          <a:p>
            <a:pPr lvl="4"/>
            <a:r>
              <a:rPr lang="en-US"/>
              <a:t>Fifth level</a:t>
            </a:r>
          </a:p>
        </p:txBody>
      </p:sp>
      <p:pic>
        <p:nvPicPr>
          <p:cNvPr id="11" name="Picture 10" descr="A picture containing drawing, clock&#10;&#10;Description automatically generated">
            <a:extLst>
              <a:ext uri="{FF2B5EF4-FFF2-40B4-BE49-F238E27FC236}">
                <a16:creationId xmlns:a16="http://schemas.microsoft.com/office/drawing/2014/main" id="{9E42FB6A-C74C-8E44-BE0A-B582A64731E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sp>
        <p:nvSpPr>
          <p:cNvPr id="12" name="Footer Placeholder 3">
            <a:extLst>
              <a:ext uri="{FF2B5EF4-FFF2-40B4-BE49-F238E27FC236}">
                <a16:creationId xmlns:a16="http://schemas.microsoft.com/office/drawing/2014/main" id="{03929EDB-AA6F-0A49-A81E-1DA6238E5930}"/>
              </a:ext>
            </a:extLst>
          </p:cNvPr>
          <p:cNvSpPr>
            <a:spLocks noGrp="1"/>
          </p:cNvSpPr>
          <p:nvPr>
            <p:ph type="ftr" sz="quarter" idx="3"/>
          </p:nvPr>
        </p:nvSpPr>
        <p:spPr>
          <a:xfrm>
            <a:off x="9053623" y="6477001"/>
            <a:ext cx="2376374" cy="209567"/>
          </a:xfrm>
          <a:prstGeom prst="rect">
            <a:avLst/>
          </a:prstGeom>
          <a:noFill/>
        </p:spPr>
        <p:txBody>
          <a:bodyPr wrap="square" lIns="0" tIns="0" rIns="0" bIns="0" rtlCol="0" anchor="ctr">
            <a:noAutofit/>
          </a:bodyPr>
          <a:lstStyle>
            <a:lvl1pPr algn="ctr">
              <a:defRPr lang="en-GB" sz="800" dirty="0" smtClean="0">
                <a:solidFill>
                  <a:schemeClr val="bg1">
                    <a:lumMod val="65000"/>
                    <a:alpha val="75000"/>
                  </a:schemeClr>
                </a:solidFill>
              </a:defRPr>
            </a:lvl1pPr>
          </a:lstStyle>
          <a:p>
            <a:pPr algn="r" defTabSz="228600">
              <a:spcAft>
                <a:spcPts val="1200"/>
              </a:spcAft>
            </a:pPr>
            <a:r>
              <a:rPr lang="en-US"/>
              <a:t>Copyright © 2021 Accenture. All rights reserved.</a:t>
            </a:r>
          </a:p>
        </p:txBody>
      </p:sp>
      <p:sp>
        <p:nvSpPr>
          <p:cNvPr id="13" name="Slide Number Placeholder 4">
            <a:extLst>
              <a:ext uri="{FF2B5EF4-FFF2-40B4-BE49-F238E27FC236}">
                <a16:creationId xmlns:a16="http://schemas.microsoft.com/office/drawing/2014/main" id="{61649646-84E4-E14D-A511-479FDD5ED0A5}"/>
              </a:ext>
            </a:extLst>
          </p:cNvPr>
          <p:cNvSpPr>
            <a:spLocks noGrp="1"/>
          </p:cNvSpPr>
          <p:nvPr>
            <p:ph type="sldNum" sz="quarter" idx="4"/>
          </p:nvPr>
        </p:nvSpPr>
        <p:spPr>
          <a:xfrm>
            <a:off x="11429996" y="6477001"/>
            <a:ext cx="381003" cy="209567"/>
          </a:xfrm>
          <a:prstGeom prst="rect">
            <a:avLst/>
          </a:prstGeom>
          <a:noFill/>
        </p:spPr>
        <p:txBody>
          <a:bodyPr wrap="square" lIns="0" tIns="0" rIns="0" bIns="0" rtlCol="0" anchor="ctr">
            <a:noAutofit/>
          </a:bodyPr>
          <a:lstStyle>
            <a:lvl1pPr algn="r">
              <a:defRPr lang="en-CR" sz="800" smtClean="0">
                <a:solidFill>
                  <a:schemeClr val="bg1">
                    <a:lumMod val="65000"/>
                    <a:alpha val="75000"/>
                  </a:schemeClr>
                </a:solidFill>
              </a:defRPr>
            </a:lvl1pPr>
          </a:lstStyle>
          <a:p>
            <a:pPr defTabSz="228600">
              <a:spcAft>
                <a:spcPts val="1200"/>
              </a:spcAft>
            </a:pPr>
            <a:fld id="{1B463BBE-7669-7445-B365-D51E5F8BA9BE}" type="slidenum">
              <a:rPr lang="en-CR" smtClean="0"/>
              <a:pPr defTabSz="228600">
                <a:spcAft>
                  <a:spcPts val="1200"/>
                </a:spcAft>
              </a:pPr>
              <a:t>‹#›</a:t>
            </a:fld>
            <a:endParaRPr lang="en-CR"/>
          </a:p>
        </p:txBody>
      </p:sp>
    </p:spTree>
    <p:extLst>
      <p:ext uri="{BB962C8B-B14F-4D97-AF65-F5344CB8AC3E}">
        <p14:creationId xmlns:p14="http://schemas.microsoft.com/office/powerpoint/2010/main" val="3480219025"/>
      </p:ext>
    </p:extLst>
  </p:cSld>
  <p:clrMapOvr>
    <a:masterClrMapping/>
  </p:clrMapOvr>
  <p:extLst>
    <p:ext uri="{DCECCB84-F9BA-43D5-87BE-67443E8EF086}">
      <p15:sldGuideLst xmlns:p15="http://schemas.microsoft.com/office/powerpoint/2012/main">
        <p15:guide id="1" orient="horz" pos="864">
          <p15:clr>
            <a:srgbClr val="5ACBF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Columns 2 - Headline + Content">
    <p:spTree>
      <p:nvGrpSpPr>
        <p:cNvPr id="1" name=""/>
        <p:cNvGrpSpPr/>
        <p:nvPr/>
      </p:nvGrpSpPr>
      <p:grpSpPr>
        <a:xfrm>
          <a:off x="0" y="0"/>
          <a:ext cx="0" cy="0"/>
          <a:chOff x="0" y="0"/>
          <a:chExt cx="0" cy="0"/>
        </a:xfrm>
      </p:grpSpPr>
      <p:pic>
        <p:nvPicPr>
          <p:cNvPr id="14" name="Picture 13" descr="A picture containing match, blur, light, night sky&#10;&#10;Description automatically generated">
            <a:extLst>
              <a:ext uri="{FF2B5EF4-FFF2-40B4-BE49-F238E27FC236}">
                <a16:creationId xmlns:a16="http://schemas.microsoft.com/office/drawing/2014/main" id="{1BF87807-4AE3-E443-AB07-91F1DB139BA9}"/>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 y="0"/>
            <a:ext cx="12203361" cy="4054968"/>
          </a:xfrm>
          <a:custGeom>
            <a:avLst/>
            <a:gdLst>
              <a:gd name="connsiteX0" fmla="*/ 0 w 12203361"/>
              <a:gd name="connsiteY0" fmla="*/ 0 h 4054968"/>
              <a:gd name="connsiteX1" fmla="*/ 12203361 w 12203361"/>
              <a:gd name="connsiteY1" fmla="*/ 0 h 4054968"/>
              <a:gd name="connsiteX2" fmla="*/ 12203361 w 12203361"/>
              <a:gd name="connsiteY2" fmla="*/ 4054968 h 4054968"/>
              <a:gd name="connsiteX3" fmla="*/ 11938378 w 12203361"/>
              <a:gd name="connsiteY3" fmla="*/ 3914262 h 4054968"/>
              <a:gd name="connsiteX4" fmla="*/ 6096001 w 12203361"/>
              <a:gd name="connsiteY4" fmla="*/ 3024797 h 4054968"/>
              <a:gd name="connsiteX5" fmla="*/ 253624 w 12203361"/>
              <a:gd name="connsiteY5" fmla="*/ 3914262 h 4054968"/>
              <a:gd name="connsiteX6" fmla="*/ 0 w 12203361"/>
              <a:gd name="connsiteY6" fmla="*/ 4048937 h 4054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203361" h="4054968">
                <a:moveTo>
                  <a:pt x="0" y="0"/>
                </a:moveTo>
                <a:lnTo>
                  <a:pt x="12203361" y="0"/>
                </a:lnTo>
                <a:lnTo>
                  <a:pt x="12203361" y="4054968"/>
                </a:lnTo>
                <a:lnTo>
                  <a:pt x="11938378" y="3914262"/>
                </a:lnTo>
                <a:cubicBezTo>
                  <a:pt x="10813235" y="3384457"/>
                  <a:pt x="8618817" y="3024797"/>
                  <a:pt x="6096001" y="3024797"/>
                </a:cubicBezTo>
                <a:cubicBezTo>
                  <a:pt x="3573185" y="3024797"/>
                  <a:pt x="1378767" y="3384457"/>
                  <a:pt x="253624" y="3914262"/>
                </a:cubicBezTo>
                <a:lnTo>
                  <a:pt x="0" y="4048937"/>
                </a:lnTo>
                <a:close/>
              </a:path>
            </a:pathLst>
          </a:custGeom>
        </p:spPr>
      </p:pic>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803275" y="1036882"/>
            <a:ext cx="11429999" cy="990602"/>
          </a:xfrm>
          <a:prstGeom prst="rect">
            <a:avLst/>
          </a:prstGeom>
        </p:spPr>
        <p:txBody>
          <a:bodyPr lIns="0" tIns="0" rIns="0" bIns="0"/>
          <a:lstStyle>
            <a:lvl1pPr>
              <a:defRPr sz="4000">
                <a:solidFill>
                  <a:schemeClr val="bg1"/>
                </a:solidFill>
              </a:defRPr>
            </a:lvl1pPr>
          </a:lstStyle>
          <a:p>
            <a:r>
              <a:rPr lang="en-GB"/>
              <a:t>Place headline here (36pt, min 30pt)</a:t>
            </a:r>
            <a:endParaRPr lang="en-US"/>
          </a:p>
        </p:txBody>
      </p:sp>
      <p:pic>
        <p:nvPicPr>
          <p:cNvPr id="7" name="Picture 6" descr="A picture containing drawing, clock&#10;&#10;Description automatically generated">
            <a:extLst>
              <a:ext uri="{FF2B5EF4-FFF2-40B4-BE49-F238E27FC236}">
                <a16:creationId xmlns:a16="http://schemas.microsoft.com/office/drawing/2014/main" id="{CFDA6100-2735-F642-9E80-175D1A03BAB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81000" y="6482516"/>
            <a:ext cx="192024" cy="202328"/>
          </a:xfrm>
          <a:prstGeom prst="rect">
            <a:avLst/>
          </a:prstGeom>
        </p:spPr>
      </p:pic>
      <p:sp>
        <p:nvSpPr>
          <p:cNvPr id="8" name="Footer Placeholder 3">
            <a:extLst>
              <a:ext uri="{FF2B5EF4-FFF2-40B4-BE49-F238E27FC236}">
                <a16:creationId xmlns:a16="http://schemas.microsoft.com/office/drawing/2014/main" id="{CECBD0FD-BBD6-5F48-BD56-DD8A5C38E20D}"/>
              </a:ext>
            </a:extLst>
          </p:cNvPr>
          <p:cNvSpPr>
            <a:spLocks noGrp="1"/>
          </p:cNvSpPr>
          <p:nvPr>
            <p:ph type="ftr" sz="quarter" idx="3"/>
          </p:nvPr>
        </p:nvSpPr>
        <p:spPr>
          <a:xfrm>
            <a:off x="9053623" y="6477001"/>
            <a:ext cx="2376374" cy="209567"/>
          </a:xfrm>
          <a:prstGeom prst="rect">
            <a:avLst/>
          </a:prstGeom>
          <a:noFill/>
        </p:spPr>
        <p:txBody>
          <a:bodyPr wrap="square" lIns="0" tIns="0" rIns="0" bIns="0" rtlCol="0" anchor="ctr">
            <a:noAutofit/>
          </a:bodyPr>
          <a:lstStyle>
            <a:lvl1pPr algn="ctr">
              <a:defRPr lang="en-GB" sz="800" dirty="0" smtClean="0">
                <a:solidFill>
                  <a:schemeClr val="bg1">
                    <a:lumMod val="65000"/>
                    <a:alpha val="75000"/>
                  </a:schemeClr>
                </a:solidFill>
              </a:defRPr>
            </a:lvl1pPr>
          </a:lstStyle>
          <a:p>
            <a:pPr algn="r" defTabSz="228600">
              <a:spcAft>
                <a:spcPts val="1200"/>
              </a:spcAft>
            </a:pPr>
            <a:r>
              <a:rPr lang="en-US"/>
              <a:t>Copyright © 2021 Accenture. All rights reserved.</a:t>
            </a:r>
          </a:p>
        </p:txBody>
      </p:sp>
      <p:sp>
        <p:nvSpPr>
          <p:cNvPr id="9" name="Slide Number Placeholder 4">
            <a:extLst>
              <a:ext uri="{FF2B5EF4-FFF2-40B4-BE49-F238E27FC236}">
                <a16:creationId xmlns:a16="http://schemas.microsoft.com/office/drawing/2014/main" id="{D8036BAF-80BD-134A-B85B-1BA4338F6970}"/>
              </a:ext>
            </a:extLst>
          </p:cNvPr>
          <p:cNvSpPr>
            <a:spLocks noGrp="1"/>
          </p:cNvSpPr>
          <p:nvPr>
            <p:ph type="sldNum" sz="quarter" idx="4"/>
          </p:nvPr>
        </p:nvSpPr>
        <p:spPr>
          <a:xfrm>
            <a:off x="11429996" y="6477001"/>
            <a:ext cx="381003" cy="209567"/>
          </a:xfrm>
          <a:prstGeom prst="rect">
            <a:avLst/>
          </a:prstGeom>
          <a:noFill/>
        </p:spPr>
        <p:txBody>
          <a:bodyPr wrap="square" lIns="0" tIns="0" rIns="0" bIns="0" rtlCol="0" anchor="ctr">
            <a:noAutofit/>
          </a:bodyPr>
          <a:lstStyle>
            <a:lvl1pPr algn="r">
              <a:defRPr lang="en-CR" sz="800" smtClean="0">
                <a:solidFill>
                  <a:schemeClr val="bg1">
                    <a:lumMod val="65000"/>
                    <a:alpha val="75000"/>
                  </a:schemeClr>
                </a:solidFill>
              </a:defRPr>
            </a:lvl1pPr>
          </a:lstStyle>
          <a:p>
            <a:pPr defTabSz="228600">
              <a:spcAft>
                <a:spcPts val="1200"/>
              </a:spcAft>
            </a:pPr>
            <a:fld id="{1B463BBE-7669-7445-B365-D51E5F8BA9BE}" type="slidenum">
              <a:rPr lang="en-CR" smtClean="0"/>
              <a:pPr defTabSz="228600">
                <a:spcAft>
                  <a:spcPts val="1200"/>
                </a:spcAft>
              </a:pPr>
              <a:t>‹#›</a:t>
            </a:fld>
            <a:endParaRPr lang="en-CR"/>
          </a:p>
        </p:txBody>
      </p:sp>
    </p:spTree>
    <p:extLst>
      <p:ext uri="{BB962C8B-B14F-4D97-AF65-F5344CB8AC3E}">
        <p14:creationId xmlns:p14="http://schemas.microsoft.com/office/powerpoint/2010/main" val="1115143110"/>
      </p:ext>
    </p:extLst>
  </p:cSld>
  <p:clrMapOvr>
    <a:masterClrMapping/>
  </p:clrMapOvr>
  <p:extLst>
    <p:ext uri="{DCECCB84-F9BA-43D5-87BE-67443E8EF086}">
      <p15:sldGuideLst xmlns:p15="http://schemas.microsoft.com/office/powerpoint/2012/main">
        <p15:guide id="1" orient="horz" pos="864">
          <p15:clr>
            <a:srgbClr val="5ACBF0"/>
          </p15:clr>
        </p15:guide>
        <p15:guide id="2" pos="3720">
          <p15:clr>
            <a:srgbClr val="5ACBF0"/>
          </p15:clr>
        </p15:guide>
        <p15:guide id="3" pos="3960">
          <p15:clr>
            <a:srgbClr val="5ACBF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2_Columns 2 - Headline + Content">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9A91D88-CB20-B143-9217-B87E556DFC37}"/>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flipH="1">
            <a:off x="0" y="1"/>
            <a:ext cx="6673823" cy="6857999"/>
          </a:xfrm>
          <a:custGeom>
            <a:avLst/>
            <a:gdLst>
              <a:gd name="connsiteX0" fmla="*/ 6673823 w 6673823"/>
              <a:gd name="connsiteY0" fmla="*/ 0 h 6857999"/>
              <a:gd name="connsiteX1" fmla="*/ 0 w 6673823"/>
              <a:gd name="connsiteY1" fmla="*/ 0 h 6857999"/>
              <a:gd name="connsiteX2" fmla="*/ 164686 w 6673823"/>
              <a:gd name="connsiteY2" fmla="*/ 190119 h 6857999"/>
              <a:gd name="connsiteX3" fmla="*/ 2198522 w 6673823"/>
              <a:gd name="connsiteY3" fmla="*/ 5855550 h 6857999"/>
              <a:gd name="connsiteX4" fmla="*/ 2152539 w 6673823"/>
              <a:gd name="connsiteY4" fmla="*/ 6766200 h 6857999"/>
              <a:gd name="connsiteX5" fmla="*/ 2140874 w 6673823"/>
              <a:gd name="connsiteY5" fmla="*/ 6857999 h 6857999"/>
              <a:gd name="connsiteX6" fmla="*/ 6673823 w 6673823"/>
              <a:gd name="connsiteY6"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73823" h="6857999">
                <a:moveTo>
                  <a:pt x="6673823" y="0"/>
                </a:moveTo>
                <a:lnTo>
                  <a:pt x="0" y="0"/>
                </a:lnTo>
                <a:lnTo>
                  <a:pt x="164686" y="190119"/>
                </a:lnTo>
                <a:cubicBezTo>
                  <a:pt x="1435266" y="1729706"/>
                  <a:pt x="2198522" y="3703494"/>
                  <a:pt x="2198522" y="5855550"/>
                </a:cubicBezTo>
                <a:cubicBezTo>
                  <a:pt x="2198522" y="6162987"/>
                  <a:pt x="2182946" y="6466785"/>
                  <a:pt x="2152539" y="6766200"/>
                </a:cubicBezTo>
                <a:lnTo>
                  <a:pt x="2140874" y="6857999"/>
                </a:lnTo>
                <a:lnTo>
                  <a:pt x="6673823" y="6857999"/>
                </a:lnTo>
                <a:close/>
              </a:path>
            </a:pathLst>
          </a:custGeom>
        </p:spPr>
      </p:pic>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803276" y="1036882"/>
            <a:ext cx="4249988" cy="990602"/>
          </a:xfrm>
          <a:prstGeom prst="rect">
            <a:avLst/>
          </a:prstGeom>
        </p:spPr>
        <p:txBody>
          <a:bodyPr lIns="0" tIns="0" rIns="0" bIns="0"/>
          <a:lstStyle>
            <a:lvl1pPr>
              <a:defRPr sz="4000">
                <a:solidFill>
                  <a:schemeClr val="bg1"/>
                </a:solidFill>
              </a:defRPr>
            </a:lvl1pPr>
          </a:lstStyle>
          <a:p>
            <a:r>
              <a:rPr lang="en-GB"/>
              <a:t>Place headline here</a:t>
            </a:r>
            <a:endParaRPr lang="en-US"/>
          </a:p>
        </p:txBody>
      </p:sp>
      <p:sp>
        <p:nvSpPr>
          <p:cNvPr id="7" name="Text Placeholder 6">
            <a:extLst>
              <a:ext uri="{FF2B5EF4-FFF2-40B4-BE49-F238E27FC236}">
                <a16:creationId xmlns:a16="http://schemas.microsoft.com/office/drawing/2014/main" id="{03E31C7C-E01B-4B42-8B79-9B908222DD0B}"/>
              </a:ext>
            </a:extLst>
          </p:cNvPr>
          <p:cNvSpPr>
            <a:spLocks noGrp="1"/>
          </p:cNvSpPr>
          <p:nvPr>
            <p:ph type="body" sz="quarter" idx="10"/>
          </p:nvPr>
        </p:nvSpPr>
        <p:spPr>
          <a:xfrm>
            <a:off x="803275" y="2535238"/>
            <a:ext cx="3175000" cy="3240087"/>
          </a:xfrm>
          <a:prstGeom prst="rect">
            <a:avLst/>
          </a:prstGeom>
        </p:spPr>
        <p:txBody>
          <a:bodyPr lIns="0" tIns="0" rIns="0" bIns="0"/>
          <a:lstStyle>
            <a:lvl1pPr marL="0" indent="0" algn="l" defTabSz="228600" rtl="0" eaLnBrk="1" latinLnBrk="0" hangingPunct="1">
              <a:lnSpc>
                <a:spcPct val="100000"/>
              </a:lnSpc>
              <a:spcBef>
                <a:spcPts val="0"/>
              </a:spcBef>
              <a:spcAft>
                <a:spcPts val="1200"/>
              </a:spcAft>
              <a:buFont typeface="Arial" panose="020B0604020202020204" pitchFamily="34" charset="0"/>
              <a:buNone/>
              <a:defRPr lang="en-US" sz="1600" b="0" kern="1200" dirty="0" smtClean="0">
                <a:solidFill>
                  <a:schemeClr val="bg1"/>
                </a:solidFill>
                <a:latin typeface="Graphik Light" panose="020B0403030202060203" pitchFamily="34" charset="77"/>
                <a:ea typeface="+mn-ea"/>
                <a:cs typeface="+mn-cs"/>
              </a:defRPr>
            </a:lvl1pPr>
            <a:lvl2pPr marL="0" indent="0" algn="l" defTabSz="228600" rtl="0" eaLnBrk="1" latinLnBrk="0" hangingPunct="1">
              <a:lnSpc>
                <a:spcPct val="100000"/>
              </a:lnSpc>
              <a:spcBef>
                <a:spcPts val="0"/>
              </a:spcBef>
              <a:spcAft>
                <a:spcPts val="1200"/>
              </a:spcAft>
              <a:buFont typeface="Arial" panose="020B0604020202020204" pitchFamily="34" charset="0"/>
              <a:buNone/>
              <a:defRPr lang="en-US" sz="1600" b="0" kern="1200" dirty="0" smtClean="0">
                <a:solidFill>
                  <a:schemeClr val="bg1"/>
                </a:solidFill>
                <a:latin typeface="Graphik Light" panose="020B0403030202060203" pitchFamily="34" charset="77"/>
                <a:ea typeface="+mn-ea"/>
                <a:cs typeface="+mn-cs"/>
              </a:defRPr>
            </a:lvl2pPr>
            <a:lvl3pPr marL="0" indent="0" algn="l" defTabSz="228600" rtl="0" eaLnBrk="1" latinLnBrk="0" hangingPunct="1">
              <a:lnSpc>
                <a:spcPct val="100000"/>
              </a:lnSpc>
              <a:spcBef>
                <a:spcPts val="0"/>
              </a:spcBef>
              <a:spcAft>
                <a:spcPts val="1200"/>
              </a:spcAft>
              <a:buFont typeface="Arial" panose="020B0604020202020204" pitchFamily="34" charset="0"/>
              <a:buNone/>
              <a:defRPr lang="en-US" sz="1600" b="0" kern="1200" dirty="0" smtClean="0">
                <a:solidFill>
                  <a:schemeClr val="bg1"/>
                </a:solidFill>
                <a:latin typeface="Graphik Light" panose="020B0403030202060203" pitchFamily="34" charset="77"/>
                <a:ea typeface="+mn-ea"/>
                <a:cs typeface="+mn-cs"/>
              </a:defRPr>
            </a:lvl3pPr>
            <a:lvl4pPr marL="0" indent="0" algn="l" defTabSz="228600" rtl="0" eaLnBrk="1" latinLnBrk="0" hangingPunct="1">
              <a:lnSpc>
                <a:spcPct val="100000"/>
              </a:lnSpc>
              <a:spcBef>
                <a:spcPts val="0"/>
              </a:spcBef>
              <a:spcAft>
                <a:spcPts val="1200"/>
              </a:spcAft>
              <a:buFont typeface="Arial" panose="020B0604020202020204" pitchFamily="34" charset="0"/>
              <a:buNone/>
              <a:defRPr lang="en-US" sz="1600" b="0" kern="1200" dirty="0" smtClean="0">
                <a:solidFill>
                  <a:schemeClr val="bg1"/>
                </a:solidFill>
                <a:latin typeface="Graphik Light" panose="020B0403030202060203" pitchFamily="34" charset="77"/>
                <a:ea typeface="+mn-ea"/>
                <a:cs typeface="+mn-cs"/>
              </a:defRPr>
            </a:lvl4pPr>
            <a:lvl5pPr marL="0" indent="0" algn="l" defTabSz="228600" rtl="0" eaLnBrk="1" latinLnBrk="0" hangingPunct="1">
              <a:lnSpc>
                <a:spcPct val="100000"/>
              </a:lnSpc>
              <a:spcBef>
                <a:spcPts val="0"/>
              </a:spcBef>
              <a:spcAft>
                <a:spcPts val="1200"/>
              </a:spcAft>
              <a:buFont typeface="Arial" panose="020B0604020202020204" pitchFamily="34" charset="0"/>
              <a:buNone/>
              <a:defRPr lang="en-CR" sz="1600" b="0" kern="1200" dirty="0">
                <a:solidFill>
                  <a:schemeClr val="bg1"/>
                </a:solidFill>
                <a:latin typeface="Graphik Light" panose="020B0403030202060203" pitchFamily="34" charset="77"/>
                <a:ea typeface="+mn-ea"/>
                <a:cs typeface="+mn-cs"/>
              </a:defRPr>
            </a:lvl5pPr>
          </a:lstStyle>
          <a:p>
            <a:pPr lvl="0"/>
            <a:r>
              <a:rPr lang="en-US"/>
              <a:t>Click to edit Master text styles</a:t>
            </a:r>
          </a:p>
        </p:txBody>
      </p:sp>
      <p:pic>
        <p:nvPicPr>
          <p:cNvPr id="9" name="Picture 8">
            <a:extLst>
              <a:ext uri="{FF2B5EF4-FFF2-40B4-BE49-F238E27FC236}">
                <a16:creationId xmlns:a16="http://schemas.microsoft.com/office/drawing/2014/main" id="{C2DE9C69-55B5-4A4A-BDA2-AD7DF7844F3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000" y="6482516"/>
            <a:ext cx="191087" cy="202328"/>
          </a:xfrm>
          <a:prstGeom prst="rect">
            <a:avLst/>
          </a:prstGeom>
        </p:spPr>
      </p:pic>
      <p:sp>
        <p:nvSpPr>
          <p:cNvPr id="15" name="Footer Placeholder 3">
            <a:extLst>
              <a:ext uri="{FF2B5EF4-FFF2-40B4-BE49-F238E27FC236}">
                <a16:creationId xmlns:a16="http://schemas.microsoft.com/office/drawing/2014/main" id="{889A8D19-F078-D745-93AB-D53117D74043}"/>
              </a:ext>
            </a:extLst>
          </p:cNvPr>
          <p:cNvSpPr>
            <a:spLocks noGrp="1"/>
          </p:cNvSpPr>
          <p:nvPr>
            <p:ph type="ftr" sz="quarter" idx="3"/>
          </p:nvPr>
        </p:nvSpPr>
        <p:spPr>
          <a:xfrm>
            <a:off x="9053623" y="6477001"/>
            <a:ext cx="2376374" cy="209567"/>
          </a:xfrm>
          <a:prstGeom prst="rect">
            <a:avLst/>
          </a:prstGeom>
          <a:noFill/>
        </p:spPr>
        <p:txBody>
          <a:bodyPr wrap="square" lIns="0" tIns="0" rIns="0" bIns="0" rtlCol="0" anchor="ctr">
            <a:noAutofit/>
          </a:bodyPr>
          <a:lstStyle>
            <a:lvl1pPr algn="ctr">
              <a:defRPr lang="en-GB" sz="800" dirty="0" smtClean="0">
                <a:solidFill>
                  <a:schemeClr val="bg1">
                    <a:lumMod val="65000"/>
                    <a:alpha val="75000"/>
                  </a:schemeClr>
                </a:solidFill>
              </a:defRPr>
            </a:lvl1pPr>
          </a:lstStyle>
          <a:p>
            <a:pPr algn="r" defTabSz="228600">
              <a:spcAft>
                <a:spcPts val="1200"/>
              </a:spcAft>
            </a:pPr>
            <a:r>
              <a:rPr lang="en-US"/>
              <a:t>Copyright © 2021 Accenture. All rights reserved.</a:t>
            </a:r>
          </a:p>
        </p:txBody>
      </p:sp>
      <p:sp>
        <p:nvSpPr>
          <p:cNvPr id="16" name="Slide Number Placeholder 4">
            <a:extLst>
              <a:ext uri="{FF2B5EF4-FFF2-40B4-BE49-F238E27FC236}">
                <a16:creationId xmlns:a16="http://schemas.microsoft.com/office/drawing/2014/main" id="{7D3BEC8D-1DA5-7048-9169-6135F6E1E0F4}"/>
              </a:ext>
            </a:extLst>
          </p:cNvPr>
          <p:cNvSpPr>
            <a:spLocks noGrp="1"/>
          </p:cNvSpPr>
          <p:nvPr>
            <p:ph type="sldNum" sz="quarter" idx="4"/>
          </p:nvPr>
        </p:nvSpPr>
        <p:spPr>
          <a:xfrm>
            <a:off x="11429996" y="6477001"/>
            <a:ext cx="381003" cy="209567"/>
          </a:xfrm>
          <a:prstGeom prst="rect">
            <a:avLst/>
          </a:prstGeom>
          <a:noFill/>
        </p:spPr>
        <p:txBody>
          <a:bodyPr wrap="square" lIns="0" tIns="0" rIns="0" bIns="0" rtlCol="0" anchor="ctr">
            <a:noAutofit/>
          </a:bodyPr>
          <a:lstStyle>
            <a:lvl1pPr algn="r">
              <a:defRPr lang="en-CR" sz="800" smtClean="0">
                <a:solidFill>
                  <a:schemeClr val="bg1">
                    <a:lumMod val="65000"/>
                    <a:alpha val="75000"/>
                  </a:schemeClr>
                </a:solidFill>
              </a:defRPr>
            </a:lvl1pPr>
          </a:lstStyle>
          <a:p>
            <a:pPr defTabSz="228600">
              <a:spcAft>
                <a:spcPts val="1200"/>
              </a:spcAft>
            </a:pPr>
            <a:fld id="{1B463BBE-7669-7445-B365-D51E5F8BA9BE}" type="slidenum">
              <a:rPr lang="en-CR" smtClean="0"/>
              <a:pPr defTabSz="228600">
                <a:spcAft>
                  <a:spcPts val="1200"/>
                </a:spcAft>
              </a:pPr>
              <a:t>‹#›</a:t>
            </a:fld>
            <a:endParaRPr lang="en-CR"/>
          </a:p>
        </p:txBody>
      </p:sp>
    </p:spTree>
    <p:extLst>
      <p:ext uri="{BB962C8B-B14F-4D97-AF65-F5344CB8AC3E}">
        <p14:creationId xmlns:p14="http://schemas.microsoft.com/office/powerpoint/2010/main" val="980763633"/>
      </p:ext>
    </p:extLst>
  </p:cSld>
  <p:clrMapOvr>
    <a:masterClrMapping/>
  </p:clrMapOvr>
  <p:extLst>
    <p:ext uri="{DCECCB84-F9BA-43D5-87BE-67443E8EF086}">
      <p15:sldGuideLst xmlns:p15="http://schemas.microsoft.com/office/powerpoint/2012/main">
        <p15:guide id="1" orient="horz" pos="864">
          <p15:clr>
            <a:srgbClr val="5ACBF0"/>
          </p15:clr>
        </p15:guide>
        <p15:guide id="2" pos="3720">
          <p15:clr>
            <a:srgbClr val="5ACBF0"/>
          </p15:clr>
        </p15:guide>
        <p15:guide id="3" pos="3960">
          <p15:clr>
            <a:srgbClr val="5ACBF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lick Down Righ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31B12F-4BF4-4143-AF44-9AF094E1FA43}"/>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18"/>
          <a:stretch/>
        </p:blipFill>
        <p:spPr>
          <a:xfrm flipH="1">
            <a:off x="1185" y="0"/>
            <a:ext cx="12189630" cy="6858000"/>
          </a:xfrm>
          <a:prstGeom prst="rect">
            <a:avLst/>
          </a:prstGeom>
        </p:spPr>
      </p:pic>
      <p:sp>
        <p:nvSpPr>
          <p:cNvPr id="6" name="Oval 5">
            <a:extLst>
              <a:ext uri="{FF2B5EF4-FFF2-40B4-BE49-F238E27FC236}">
                <a16:creationId xmlns:a16="http://schemas.microsoft.com/office/drawing/2014/main" id="{F6A0B6B2-A185-BE44-BA52-2C6963D1A233}"/>
              </a:ext>
            </a:extLst>
          </p:cNvPr>
          <p:cNvSpPr/>
          <p:nvPr userDrawn="1"/>
        </p:nvSpPr>
        <p:spPr>
          <a:xfrm>
            <a:off x="7815367" y="525517"/>
            <a:ext cx="5806966" cy="58069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err="1"/>
          </a:p>
        </p:txBody>
      </p:sp>
      <p:sp>
        <p:nvSpPr>
          <p:cNvPr id="2" name="Title 1">
            <a:extLst>
              <a:ext uri="{FF2B5EF4-FFF2-40B4-BE49-F238E27FC236}">
                <a16:creationId xmlns:a16="http://schemas.microsoft.com/office/drawing/2014/main" id="{C2509522-93B9-CD4A-A0A3-83DAC027112F}"/>
              </a:ext>
            </a:extLst>
          </p:cNvPr>
          <p:cNvSpPr>
            <a:spLocks noGrp="1"/>
          </p:cNvSpPr>
          <p:nvPr userDrawn="1">
            <p:ph type="title"/>
          </p:nvPr>
        </p:nvSpPr>
        <p:spPr>
          <a:xfrm>
            <a:off x="803275" y="635000"/>
            <a:ext cx="6345349" cy="1325563"/>
          </a:xfrm>
          <a:prstGeom prst="rect">
            <a:avLst/>
          </a:prstGeom>
        </p:spPr>
        <p:txBody>
          <a:bodyPr lIns="0" tIns="0" rIns="0" bIns="0"/>
          <a:lstStyle>
            <a:lvl1pPr>
              <a:defRPr sz="4000">
                <a:solidFill>
                  <a:schemeClr val="bg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1D44168F-612A-0C49-99F2-C6DE82C26191}"/>
              </a:ext>
            </a:extLst>
          </p:cNvPr>
          <p:cNvSpPr>
            <a:spLocks noGrp="1"/>
          </p:cNvSpPr>
          <p:nvPr>
            <p:ph type="pic" sz="quarter" idx="10"/>
          </p:nvPr>
        </p:nvSpPr>
        <p:spPr>
          <a:xfrm>
            <a:off x="7943250" y="656197"/>
            <a:ext cx="5551200" cy="5551200"/>
          </a:xfrm>
          <a:prstGeom prst="ellipse">
            <a:avLst/>
          </a:prstGeom>
          <a:solidFill>
            <a:schemeClr val="bg1">
              <a:lumMod val="95000"/>
            </a:schemeClr>
          </a:solidFill>
        </p:spPr>
        <p:txBody>
          <a:bodyPr/>
          <a:lstStyle/>
          <a:p>
            <a:endParaRPr lang="en-CR"/>
          </a:p>
        </p:txBody>
      </p:sp>
      <p:pic>
        <p:nvPicPr>
          <p:cNvPr id="10" name="Picture 9">
            <a:extLst>
              <a:ext uri="{FF2B5EF4-FFF2-40B4-BE49-F238E27FC236}">
                <a16:creationId xmlns:a16="http://schemas.microsoft.com/office/drawing/2014/main" id="{D109B9D4-9C43-7B40-B9A9-C16688AF14FB}"/>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000" y="6482516"/>
            <a:ext cx="191087" cy="202328"/>
          </a:xfrm>
          <a:prstGeom prst="rect">
            <a:avLst/>
          </a:prstGeom>
        </p:spPr>
      </p:pic>
      <p:sp>
        <p:nvSpPr>
          <p:cNvPr id="11" name="Footer Placeholder 3">
            <a:extLst>
              <a:ext uri="{FF2B5EF4-FFF2-40B4-BE49-F238E27FC236}">
                <a16:creationId xmlns:a16="http://schemas.microsoft.com/office/drawing/2014/main" id="{C0C15C70-5943-4A4B-98C1-4D7ECA7282F9}"/>
              </a:ext>
            </a:extLst>
          </p:cNvPr>
          <p:cNvSpPr>
            <a:spLocks noGrp="1"/>
          </p:cNvSpPr>
          <p:nvPr>
            <p:ph type="ftr" sz="quarter" idx="3"/>
          </p:nvPr>
        </p:nvSpPr>
        <p:spPr>
          <a:xfrm>
            <a:off x="9053623" y="6477001"/>
            <a:ext cx="2376374" cy="209567"/>
          </a:xfrm>
          <a:prstGeom prst="rect">
            <a:avLst/>
          </a:prstGeom>
          <a:noFill/>
        </p:spPr>
        <p:txBody>
          <a:bodyPr wrap="square" lIns="0" tIns="0" rIns="0" bIns="0" rtlCol="0" anchor="ctr">
            <a:noAutofit/>
          </a:bodyPr>
          <a:lstStyle>
            <a:lvl1pPr algn="ctr">
              <a:defRPr lang="en-GB" sz="800" dirty="0" smtClean="0">
                <a:solidFill>
                  <a:schemeClr val="bg1">
                    <a:alpha val="75000"/>
                  </a:schemeClr>
                </a:solidFill>
              </a:defRPr>
            </a:lvl1pPr>
          </a:lstStyle>
          <a:p>
            <a:pPr algn="r" defTabSz="228600">
              <a:spcAft>
                <a:spcPts val="1200"/>
              </a:spcAft>
            </a:pPr>
            <a:r>
              <a:rPr lang="en-US"/>
              <a:t>Copyright © 2021 Accenture. All rights reserved.</a:t>
            </a:r>
          </a:p>
        </p:txBody>
      </p:sp>
      <p:sp>
        <p:nvSpPr>
          <p:cNvPr id="12" name="Slide Number Placeholder 4">
            <a:extLst>
              <a:ext uri="{FF2B5EF4-FFF2-40B4-BE49-F238E27FC236}">
                <a16:creationId xmlns:a16="http://schemas.microsoft.com/office/drawing/2014/main" id="{6FA74C56-F2CE-C54D-AAD5-76A371A76436}"/>
              </a:ext>
            </a:extLst>
          </p:cNvPr>
          <p:cNvSpPr>
            <a:spLocks noGrp="1"/>
          </p:cNvSpPr>
          <p:nvPr>
            <p:ph type="sldNum" sz="quarter" idx="4"/>
          </p:nvPr>
        </p:nvSpPr>
        <p:spPr>
          <a:xfrm>
            <a:off x="11429996" y="6477001"/>
            <a:ext cx="381003" cy="209567"/>
          </a:xfrm>
          <a:prstGeom prst="rect">
            <a:avLst/>
          </a:prstGeom>
          <a:noFill/>
        </p:spPr>
        <p:txBody>
          <a:bodyPr wrap="square" lIns="0" tIns="0" rIns="0" bIns="0" rtlCol="0" anchor="ctr">
            <a:noAutofit/>
          </a:bodyPr>
          <a:lstStyle>
            <a:lvl1pPr algn="r">
              <a:defRPr lang="en-CR" sz="800" smtClean="0">
                <a:solidFill>
                  <a:schemeClr val="bg1">
                    <a:alpha val="75000"/>
                  </a:schemeClr>
                </a:solidFill>
              </a:defRPr>
            </a:lvl1pPr>
          </a:lstStyle>
          <a:p>
            <a:pPr defTabSz="228600">
              <a:spcAft>
                <a:spcPts val="1200"/>
              </a:spcAft>
            </a:pPr>
            <a:fld id="{1B463BBE-7669-7445-B365-D51E5F8BA9BE}" type="slidenum">
              <a:rPr lang="en-US"/>
              <a:pPr defTabSz="228600">
                <a:spcAft>
                  <a:spcPts val="1200"/>
                </a:spcAft>
              </a:pPr>
              <a:t>‹#›</a:t>
            </a:fld>
            <a:endParaRPr lang="en-US"/>
          </a:p>
        </p:txBody>
      </p:sp>
    </p:spTree>
    <p:extLst>
      <p:ext uri="{BB962C8B-B14F-4D97-AF65-F5344CB8AC3E}">
        <p14:creationId xmlns:p14="http://schemas.microsoft.com/office/powerpoint/2010/main" val="143792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Click Down Lef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831B12F-4BF4-4143-AF44-9AF094E1FA43}"/>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t="-18"/>
          <a:stretch/>
        </p:blipFill>
        <p:spPr>
          <a:xfrm flipH="1">
            <a:off x="1185" y="0"/>
            <a:ext cx="12189630" cy="6858000"/>
          </a:xfrm>
          <a:prstGeom prst="rect">
            <a:avLst/>
          </a:prstGeom>
        </p:spPr>
      </p:pic>
      <p:sp>
        <p:nvSpPr>
          <p:cNvPr id="6" name="Oval 5">
            <a:extLst>
              <a:ext uri="{FF2B5EF4-FFF2-40B4-BE49-F238E27FC236}">
                <a16:creationId xmlns:a16="http://schemas.microsoft.com/office/drawing/2014/main" id="{F6A0B6B2-A185-BE44-BA52-2C6963D1A233}"/>
              </a:ext>
            </a:extLst>
          </p:cNvPr>
          <p:cNvSpPr/>
          <p:nvPr/>
        </p:nvSpPr>
        <p:spPr>
          <a:xfrm>
            <a:off x="-1466845" y="525517"/>
            <a:ext cx="5806966" cy="580696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tIns="91440" bIns="91440" rtlCol="0" anchor="ctr"/>
          <a:lstStyle/>
          <a:p>
            <a:pPr algn="ctr"/>
            <a:endParaRPr lang="en-US" err="1"/>
          </a:p>
        </p:txBody>
      </p:sp>
      <p:sp>
        <p:nvSpPr>
          <p:cNvPr id="2" name="Title 1">
            <a:extLst>
              <a:ext uri="{FF2B5EF4-FFF2-40B4-BE49-F238E27FC236}">
                <a16:creationId xmlns:a16="http://schemas.microsoft.com/office/drawing/2014/main" id="{C2509522-93B9-CD4A-A0A3-83DAC027112F}"/>
              </a:ext>
            </a:extLst>
          </p:cNvPr>
          <p:cNvSpPr>
            <a:spLocks noGrp="1"/>
          </p:cNvSpPr>
          <p:nvPr userDrawn="1">
            <p:ph type="title"/>
          </p:nvPr>
        </p:nvSpPr>
        <p:spPr>
          <a:xfrm>
            <a:off x="5324875" y="635000"/>
            <a:ext cx="6345349" cy="1325563"/>
          </a:xfrm>
          <a:prstGeom prst="rect">
            <a:avLst/>
          </a:prstGeom>
        </p:spPr>
        <p:txBody>
          <a:bodyPr lIns="0" tIns="0" rIns="0" bIns="0"/>
          <a:lstStyle>
            <a:lvl1pPr>
              <a:defRPr sz="4000">
                <a:solidFill>
                  <a:schemeClr val="bg1"/>
                </a:solidFill>
              </a:defRPr>
            </a:lvl1pPr>
          </a:lstStyle>
          <a:p>
            <a:r>
              <a:rPr lang="en-US"/>
              <a:t>Click to edit Master title style</a:t>
            </a:r>
          </a:p>
        </p:txBody>
      </p:sp>
      <p:sp>
        <p:nvSpPr>
          <p:cNvPr id="8" name="Picture Placeholder 7">
            <a:extLst>
              <a:ext uri="{FF2B5EF4-FFF2-40B4-BE49-F238E27FC236}">
                <a16:creationId xmlns:a16="http://schemas.microsoft.com/office/drawing/2014/main" id="{1D44168F-612A-0C49-99F2-C6DE82C26191}"/>
              </a:ext>
            </a:extLst>
          </p:cNvPr>
          <p:cNvSpPr>
            <a:spLocks noGrp="1"/>
          </p:cNvSpPr>
          <p:nvPr>
            <p:ph type="pic" sz="quarter" idx="10"/>
          </p:nvPr>
        </p:nvSpPr>
        <p:spPr>
          <a:xfrm>
            <a:off x="-1338962" y="656197"/>
            <a:ext cx="5551200" cy="5551200"/>
          </a:xfrm>
          <a:prstGeom prst="ellipse">
            <a:avLst/>
          </a:prstGeom>
          <a:solidFill>
            <a:schemeClr val="bg1">
              <a:lumMod val="95000"/>
            </a:schemeClr>
          </a:solidFill>
        </p:spPr>
        <p:txBody>
          <a:bodyPr/>
          <a:lstStyle/>
          <a:p>
            <a:endParaRPr lang="en-CR"/>
          </a:p>
        </p:txBody>
      </p:sp>
      <p:pic>
        <p:nvPicPr>
          <p:cNvPr id="10" name="Picture 9">
            <a:extLst>
              <a:ext uri="{FF2B5EF4-FFF2-40B4-BE49-F238E27FC236}">
                <a16:creationId xmlns:a16="http://schemas.microsoft.com/office/drawing/2014/main" id="{67E6614A-86BA-F54D-9488-E1FCF4B39BD5}"/>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000" y="6482516"/>
            <a:ext cx="191087" cy="202328"/>
          </a:xfrm>
          <a:prstGeom prst="rect">
            <a:avLst/>
          </a:prstGeom>
        </p:spPr>
      </p:pic>
      <p:sp>
        <p:nvSpPr>
          <p:cNvPr id="11" name="Footer Placeholder 3">
            <a:extLst>
              <a:ext uri="{FF2B5EF4-FFF2-40B4-BE49-F238E27FC236}">
                <a16:creationId xmlns:a16="http://schemas.microsoft.com/office/drawing/2014/main" id="{EF237CDE-C4B1-2D43-B4B8-64C7CF6AAA21}"/>
              </a:ext>
            </a:extLst>
          </p:cNvPr>
          <p:cNvSpPr>
            <a:spLocks noGrp="1"/>
          </p:cNvSpPr>
          <p:nvPr>
            <p:ph type="ftr" sz="quarter" idx="3"/>
          </p:nvPr>
        </p:nvSpPr>
        <p:spPr>
          <a:xfrm>
            <a:off x="9053623" y="6477001"/>
            <a:ext cx="2376374" cy="209567"/>
          </a:xfrm>
          <a:prstGeom prst="rect">
            <a:avLst/>
          </a:prstGeom>
          <a:noFill/>
        </p:spPr>
        <p:txBody>
          <a:bodyPr wrap="square" lIns="0" tIns="0" rIns="0" bIns="0" rtlCol="0" anchor="ctr">
            <a:noAutofit/>
          </a:bodyPr>
          <a:lstStyle>
            <a:lvl1pPr algn="ctr">
              <a:defRPr lang="en-GB" sz="800" dirty="0" smtClean="0">
                <a:solidFill>
                  <a:schemeClr val="bg1">
                    <a:alpha val="75000"/>
                  </a:schemeClr>
                </a:solidFill>
              </a:defRPr>
            </a:lvl1pPr>
          </a:lstStyle>
          <a:p>
            <a:pPr algn="r" defTabSz="228600">
              <a:spcAft>
                <a:spcPts val="1200"/>
              </a:spcAft>
            </a:pPr>
            <a:r>
              <a:rPr lang="en-US"/>
              <a:t>Copyright © 2021 Accenture. All rights reserved.</a:t>
            </a:r>
          </a:p>
        </p:txBody>
      </p:sp>
      <p:sp>
        <p:nvSpPr>
          <p:cNvPr id="12" name="Slide Number Placeholder 4">
            <a:extLst>
              <a:ext uri="{FF2B5EF4-FFF2-40B4-BE49-F238E27FC236}">
                <a16:creationId xmlns:a16="http://schemas.microsoft.com/office/drawing/2014/main" id="{B0F4F984-6562-7F4D-93CC-B8F905FFAA48}"/>
              </a:ext>
            </a:extLst>
          </p:cNvPr>
          <p:cNvSpPr>
            <a:spLocks noGrp="1"/>
          </p:cNvSpPr>
          <p:nvPr>
            <p:ph type="sldNum" sz="quarter" idx="4"/>
          </p:nvPr>
        </p:nvSpPr>
        <p:spPr>
          <a:xfrm>
            <a:off x="11429996" y="6477001"/>
            <a:ext cx="381003" cy="209567"/>
          </a:xfrm>
          <a:prstGeom prst="rect">
            <a:avLst/>
          </a:prstGeom>
          <a:noFill/>
        </p:spPr>
        <p:txBody>
          <a:bodyPr wrap="square" lIns="0" tIns="0" rIns="0" bIns="0" rtlCol="0" anchor="ctr">
            <a:noAutofit/>
          </a:bodyPr>
          <a:lstStyle>
            <a:lvl1pPr algn="r">
              <a:defRPr lang="en-CR" sz="800" smtClean="0">
                <a:solidFill>
                  <a:schemeClr val="bg1">
                    <a:alpha val="75000"/>
                  </a:schemeClr>
                </a:solidFill>
              </a:defRPr>
            </a:lvl1pPr>
          </a:lstStyle>
          <a:p>
            <a:pPr defTabSz="228600">
              <a:spcAft>
                <a:spcPts val="1200"/>
              </a:spcAft>
            </a:pPr>
            <a:fld id="{1B463BBE-7669-7445-B365-D51E5F8BA9BE}" type="slidenum">
              <a:rPr lang="en-US"/>
              <a:pPr defTabSz="228600">
                <a:spcAft>
                  <a:spcPts val="1200"/>
                </a:spcAft>
              </a:pPr>
              <a:t>‹#›</a:t>
            </a:fld>
            <a:endParaRPr lang="en-US"/>
          </a:p>
        </p:txBody>
      </p:sp>
    </p:spTree>
    <p:extLst>
      <p:ext uri="{BB962C8B-B14F-4D97-AF65-F5344CB8AC3E}">
        <p14:creationId xmlns:p14="http://schemas.microsoft.com/office/powerpoint/2010/main" val="334674116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3_Columns 2 - Headline + Content">
    <p:spTree>
      <p:nvGrpSpPr>
        <p:cNvPr id="1" name=""/>
        <p:cNvGrpSpPr/>
        <p:nvPr/>
      </p:nvGrpSpPr>
      <p:grpSpPr>
        <a:xfrm>
          <a:off x="0" y="0"/>
          <a:ext cx="0" cy="0"/>
          <a:chOff x="0" y="0"/>
          <a:chExt cx="0" cy="0"/>
        </a:xfrm>
      </p:grpSpPr>
      <p:pic>
        <p:nvPicPr>
          <p:cNvPr id="56" name="Picture 55" descr="A picture containing match, blur, light, night sky&#10;&#10;Description automatically generated">
            <a:extLst>
              <a:ext uri="{FF2B5EF4-FFF2-40B4-BE49-F238E27FC236}">
                <a16:creationId xmlns:a16="http://schemas.microsoft.com/office/drawing/2014/main" id="{FAFD2572-434D-0E45-9D75-891BAF45CCB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1" y="-1"/>
            <a:ext cx="6646773" cy="6858001"/>
          </a:xfrm>
          <a:custGeom>
            <a:avLst/>
            <a:gdLst>
              <a:gd name="connsiteX0" fmla="*/ 0 w 6646773"/>
              <a:gd name="connsiteY0" fmla="*/ 0 h 6858001"/>
              <a:gd name="connsiteX1" fmla="*/ 6338744 w 6646773"/>
              <a:gd name="connsiteY1" fmla="*/ 0 h 6858001"/>
              <a:gd name="connsiteX2" fmla="*/ 6257094 w 6646773"/>
              <a:gd name="connsiteY2" fmla="*/ 77845 h 6858001"/>
              <a:gd name="connsiteX3" fmla="*/ 4924531 w 6646773"/>
              <a:gd name="connsiteY3" fmla="*/ 3294937 h 6858001"/>
              <a:gd name="connsiteX4" fmla="*/ 6580183 w 6646773"/>
              <a:gd name="connsiteY4" fmla="*/ 6805672 h 6858001"/>
              <a:gd name="connsiteX5" fmla="*/ 6646773 w 6646773"/>
              <a:gd name="connsiteY5" fmla="*/ 6858001 h 6858001"/>
              <a:gd name="connsiteX6" fmla="*/ 0 w 6646773"/>
              <a:gd name="connsiteY6" fmla="*/ 6858001 h 6858001"/>
              <a:gd name="connsiteX7" fmla="*/ 0 w 6646773"/>
              <a:gd name="connsiteY7"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46773" h="6858001">
                <a:moveTo>
                  <a:pt x="0" y="0"/>
                </a:moveTo>
                <a:lnTo>
                  <a:pt x="6338744" y="0"/>
                </a:lnTo>
                <a:lnTo>
                  <a:pt x="6257094" y="77845"/>
                </a:lnTo>
                <a:cubicBezTo>
                  <a:pt x="5433769" y="901171"/>
                  <a:pt x="4924531" y="2038585"/>
                  <a:pt x="4924531" y="3294937"/>
                </a:cubicBezTo>
                <a:cubicBezTo>
                  <a:pt x="4924531" y="4708334"/>
                  <a:pt x="5569035" y="5971199"/>
                  <a:pt x="6580183" y="6805672"/>
                </a:cubicBezTo>
                <a:lnTo>
                  <a:pt x="6646773" y="6858001"/>
                </a:lnTo>
                <a:lnTo>
                  <a:pt x="0" y="6858001"/>
                </a:lnTo>
                <a:lnTo>
                  <a:pt x="0" y="0"/>
                </a:lnTo>
                <a:close/>
              </a:path>
            </a:pathLst>
          </a:custGeom>
        </p:spPr>
      </p:pic>
      <p:sp>
        <p:nvSpPr>
          <p:cNvPr id="2" name="Title 1">
            <a:extLst>
              <a:ext uri="{FF2B5EF4-FFF2-40B4-BE49-F238E27FC236}">
                <a16:creationId xmlns:a16="http://schemas.microsoft.com/office/drawing/2014/main" id="{F251A5E4-3909-4229-80CB-2E4CA2A5B2D3}"/>
              </a:ext>
            </a:extLst>
          </p:cNvPr>
          <p:cNvSpPr>
            <a:spLocks noGrp="1"/>
          </p:cNvSpPr>
          <p:nvPr>
            <p:ph type="title" hasCustomPrompt="1"/>
          </p:nvPr>
        </p:nvSpPr>
        <p:spPr>
          <a:xfrm>
            <a:off x="803276" y="1036882"/>
            <a:ext cx="4249988" cy="990602"/>
          </a:xfrm>
          <a:prstGeom prst="rect">
            <a:avLst/>
          </a:prstGeom>
        </p:spPr>
        <p:txBody>
          <a:bodyPr lIns="0" tIns="0" rIns="0" bIns="0"/>
          <a:lstStyle>
            <a:lvl1pPr>
              <a:defRPr sz="4000">
                <a:solidFill>
                  <a:schemeClr val="bg1"/>
                </a:solidFill>
              </a:defRPr>
            </a:lvl1pPr>
          </a:lstStyle>
          <a:p>
            <a:r>
              <a:rPr lang="en-GB"/>
              <a:t>Place headline here</a:t>
            </a:r>
            <a:endParaRPr lang="en-US"/>
          </a:p>
        </p:txBody>
      </p:sp>
      <p:sp>
        <p:nvSpPr>
          <p:cNvPr id="7" name="Text Placeholder 6">
            <a:extLst>
              <a:ext uri="{FF2B5EF4-FFF2-40B4-BE49-F238E27FC236}">
                <a16:creationId xmlns:a16="http://schemas.microsoft.com/office/drawing/2014/main" id="{03E31C7C-E01B-4B42-8B79-9B908222DD0B}"/>
              </a:ext>
            </a:extLst>
          </p:cNvPr>
          <p:cNvSpPr>
            <a:spLocks noGrp="1"/>
          </p:cNvSpPr>
          <p:nvPr>
            <p:ph type="body" sz="quarter" idx="10"/>
          </p:nvPr>
        </p:nvSpPr>
        <p:spPr>
          <a:xfrm>
            <a:off x="803275" y="2535238"/>
            <a:ext cx="3175000" cy="3240087"/>
          </a:xfrm>
          <a:prstGeom prst="rect">
            <a:avLst/>
          </a:prstGeom>
        </p:spPr>
        <p:txBody>
          <a:bodyPr lIns="0" tIns="0" rIns="0" bIns="0"/>
          <a:lstStyle>
            <a:lvl1pPr marL="0" indent="0" algn="l" defTabSz="228600" rtl="0" eaLnBrk="1" latinLnBrk="0" hangingPunct="1">
              <a:lnSpc>
                <a:spcPct val="100000"/>
              </a:lnSpc>
              <a:spcBef>
                <a:spcPts val="0"/>
              </a:spcBef>
              <a:spcAft>
                <a:spcPts val="1200"/>
              </a:spcAft>
              <a:buFont typeface="Arial" panose="020B0604020202020204" pitchFamily="34" charset="0"/>
              <a:buNone/>
              <a:defRPr lang="en-US" sz="1600" b="0" kern="1200" dirty="0" smtClean="0">
                <a:solidFill>
                  <a:schemeClr val="bg1"/>
                </a:solidFill>
                <a:latin typeface="Graphik Light" panose="020B0403030202060203" pitchFamily="34" charset="77"/>
                <a:ea typeface="+mn-ea"/>
                <a:cs typeface="+mn-cs"/>
              </a:defRPr>
            </a:lvl1pPr>
            <a:lvl2pPr marL="0" indent="0" algn="l" defTabSz="228600" rtl="0" eaLnBrk="1" latinLnBrk="0" hangingPunct="1">
              <a:lnSpc>
                <a:spcPct val="100000"/>
              </a:lnSpc>
              <a:spcBef>
                <a:spcPts val="0"/>
              </a:spcBef>
              <a:spcAft>
                <a:spcPts val="1200"/>
              </a:spcAft>
              <a:buFont typeface="Arial" panose="020B0604020202020204" pitchFamily="34" charset="0"/>
              <a:buNone/>
              <a:defRPr lang="en-US" sz="1600" b="0" kern="1200" dirty="0" smtClean="0">
                <a:solidFill>
                  <a:schemeClr val="bg1"/>
                </a:solidFill>
                <a:latin typeface="Graphik Light" panose="020B0403030202060203" pitchFamily="34" charset="77"/>
                <a:ea typeface="+mn-ea"/>
                <a:cs typeface="+mn-cs"/>
              </a:defRPr>
            </a:lvl2pPr>
            <a:lvl3pPr marL="0" indent="0" algn="l" defTabSz="228600" rtl="0" eaLnBrk="1" latinLnBrk="0" hangingPunct="1">
              <a:lnSpc>
                <a:spcPct val="100000"/>
              </a:lnSpc>
              <a:spcBef>
                <a:spcPts val="0"/>
              </a:spcBef>
              <a:spcAft>
                <a:spcPts val="1200"/>
              </a:spcAft>
              <a:buFont typeface="Arial" panose="020B0604020202020204" pitchFamily="34" charset="0"/>
              <a:buNone/>
              <a:defRPr lang="en-US" sz="1600" b="0" kern="1200" dirty="0" smtClean="0">
                <a:solidFill>
                  <a:schemeClr val="bg1"/>
                </a:solidFill>
                <a:latin typeface="Graphik Light" panose="020B0403030202060203" pitchFamily="34" charset="77"/>
                <a:ea typeface="+mn-ea"/>
                <a:cs typeface="+mn-cs"/>
              </a:defRPr>
            </a:lvl3pPr>
            <a:lvl4pPr marL="0" indent="0" algn="l" defTabSz="228600" rtl="0" eaLnBrk="1" latinLnBrk="0" hangingPunct="1">
              <a:lnSpc>
                <a:spcPct val="100000"/>
              </a:lnSpc>
              <a:spcBef>
                <a:spcPts val="0"/>
              </a:spcBef>
              <a:spcAft>
                <a:spcPts val="1200"/>
              </a:spcAft>
              <a:buFont typeface="Arial" panose="020B0604020202020204" pitchFamily="34" charset="0"/>
              <a:buNone/>
              <a:defRPr lang="en-US" sz="1600" b="0" kern="1200" dirty="0" smtClean="0">
                <a:solidFill>
                  <a:schemeClr val="bg1"/>
                </a:solidFill>
                <a:latin typeface="Graphik Light" panose="020B0403030202060203" pitchFamily="34" charset="77"/>
                <a:ea typeface="+mn-ea"/>
                <a:cs typeface="+mn-cs"/>
              </a:defRPr>
            </a:lvl4pPr>
            <a:lvl5pPr marL="0" indent="0" algn="l" defTabSz="228600" rtl="0" eaLnBrk="1" latinLnBrk="0" hangingPunct="1">
              <a:lnSpc>
                <a:spcPct val="100000"/>
              </a:lnSpc>
              <a:spcBef>
                <a:spcPts val="0"/>
              </a:spcBef>
              <a:spcAft>
                <a:spcPts val="1200"/>
              </a:spcAft>
              <a:buFont typeface="Arial" panose="020B0604020202020204" pitchFamily="34" charset="0"/>
              <a:buNone/>
              <a:defRPr lang="en-CR" sz="1600" b="0" kern="1200" dirty="0">
                <a:solidFill>
                  <a:schemeClr val="bg1"/>
                </a:solidFill>
                <a:latin typeface="Graphik Light" panose="020B0403030202060203" pitchFamily="34" charset="77"/>
                <a:ea typeface="+mn-ea"/>
                <a:cs typeface="+mn-cs"/>
              </a:defRPr>
            </a:lvl5pPr>
          </a:lstStyle>
          <a:p>
            <a:pPr lvl="0"/>
            <a:r>
              <a:rPr lang="en-US"/>
              <a:t>Click to edit Master text styles</a:t>
            </a:r>
          </a:p>
        </p:txBody>
      </p:sp>
      <p:pic>
        <p:nvPicPr>
          <p:cNvPr id="8" name="Picture 7">
            <a:extLst>
              <a:ext uri="{FF2B5EF4-FFF2-40B4-BE49-F238E27FC236}">
                <a16:creationId xmlns:a16="http://schemas.microsoft.com/office/drawing/2014/main" id="{1DFDD2E3-9505-7147-96B4-197B04BA1C88}"/>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381000" y="6482516"/>
            <a:ext cx="191087" cy="202328"/>
          </a:xfrm>
          <a:prstGeom prst="rect">
            <a:avLst/>
          </a:prstGeom>
        </p:spPr>
      </p:pic>
      <p:sp>
        <p:nvSpPr>
          <p:cNvPr id="12" name="Footer Placeholder 3">
            <a:extLst>
              <a:ext uri="{FF2B5EF4-FFF2-40B4-BE49-F238E27FC236}">
                <a16:creationId xmlns:a16="http://schemas.microsoft.com/office/drawing/2014/main" id="{78AF3380-511E-884E-A7C6-50E4CE83B5C6}"/>
              </a:ext>
            </a:extLst>
          </p:cNvPr>
          <p:cNvSpPr>
            <a:spLocks noGrp="1"/>
          </p:cNvSpPr>
          <p:nvPr>
            <p:ph type="ftr" sz="quarter" idx="3"/>
          </p:nvPr>
        </p:nvSpPr>
        <p:spPr>
          <a:xfrm>
            <a:off x="9053623" y="6477001"/>
            <a:ext cx="2376374" cy="209567"/>
          </a:xfrm>
          <a:prstGeom prst="rect">
            <a:avLst/>
          </a:prstGeom>
          <a:noFill/>
        </p:spPr>
        <p:txBody>
          <a:bodyPr wrap="square" lIns="0" tIns="0" rIns="0" bIns="0" rtlCol="0" anchor="ctr">
            <a:noAutofit/>
          </a:bodyPr>
          <a:lstStyle>
            <a:lvl1pPr algn="ctr">
              <a:defRPr lang="en-GB" sz="800" dirty="0" smtClean="0">
                <a:solidFill>
                  <a:schemeClr val="bg1">
                    <a:lumMod val="65000"/>
                    <a:alpha val="75000"/>
                  </a:schemeClr>
                </a:solidFill>
              </a:defRPr>
            </a:lvl1pPr>
          </a:lstStyle>
          <a:p>
            <a:pPr algn="r" defTabSz="228600">
              <a:spcAft>
                <a:spcPts val="1200"/>
              </a:spcAft>
            </a:pPr>
            <a:r>
              <a:rPr lang="en-US"/>
              <a:t>Copyright © 2021 Accenture. All rights reserved.</a:t>
            </a:r>
          </a:p>
        </p:txBody>
      </p:sp>
      <p:sp>
        <p:nvSpPr>
          <p:cNvPr id="13" name="Slide Number Placeholder 4">
            <a:extLst>
              <a:ext uri="{FF2B5EF4-FFF2-40B4-BE49-F238E27FC236}">
                <a16:creationId xmlns:a16="http://schemas.microsoft.com/office/drawing/2014/main" id="{957266D8-6A9E-0E47-8A1D-0622CE3FDFA1}"/>
              </a:ext>
            </a:extLst>
          </p:cNvPr>
          <p:cNvSpPr>
            <a:spLocks noGrp="1"/>
          </p:cNvSpPr>
          <p:nvPr>
            <p:ph type="sldNum" sz="quarter" idx="4"/>
          </p:nvPr>
        </p:nvSpPr>
        <p:spPr>
          <a:xfrm>
            <a:off x="11429996" y="6477001"/>
            <a:ext cx="381003" cy="209567"/>
          </a:xfrm>
          <a:prstGeom prst="rect">
            <a:avLst/>
          </a:prstGeom>
          <a:noFill/>
        </p:spPr>
        <p:txBody>
          <a:bodyPr wrap="square" lIns="0" tIns="0" rIns="0" bIns="0" rtlCol="0" anchor="ctr">
            <a:noAutofit/>
          </a:bodyPr>
          <a:lstStyle>
            <a:lvl1pPr algn="r">
              <a:defRPr lang="en-CR" sz="800" smtClean="0">
                <a:solidFill>
                  <a:schemeClr val="bg1">
                    <a:lumMod val="65000"/>
                    <a:alpha val="75000"/>
                  </a:schemeClr>
                </a:solidFill>
              </a:defRPr>
            </a:lvl1pPr>
          </a:lstStyle>
          <a:p>
            <a:pPr defTabSz="228600">
              <a:spcAft>
                <a:spcPts val="1200"/>
              </a:spcAft>
            </a:pPr>
            <a:fld id="{1B463BBE-7669-7445-B365-D51E5F8BA9BE}" type="slidenum">
              <a:rPr lang="en-CR" smtClean="0"/>
              <a:pPr defTabSz="228600">
                <a:spcAft>
                  <a:spcPts val="1200"/>
                </a:spcAft>
              </a:pPr>
              <a:t>‹#›</a:t>
            </a:fld>
            <a:endParaRPr lang="en-CR"/>
          </a:p>
        </p:txBody>
      </p:sp>
    </p:spTree>
    <p:extLst>
      <p:ext uri="{BB962C8B-B14F-4D97-AF65-F5344CB8AC3E}">
        <p14:creationId xmlns:p14="http://schemas.microsoft.com/office/powerpoint/2010/main" val="184155974"/>
      </p:ext>
    </p:extLst>
  </p:cSld>
  <p:clrMapOvr>
    <a:masterClrMapping/>
  </p:clrMapOvr>
  <p:extLst>
    <p:ext uri="{DCECCB84-F9BA-43D5-87BE-67443E8EF086}">
      <p15:sldGuideLst xmlns:p15="http://schemas.microsoft.com/office/powerpoint/2012/main">
        <p15:guide id="1" orient="horz" pos="864">
          <p15:clr>
            <a:srgbClr val="5ACBF0"/>
          </p15:clr>
        </p15:guide>
        <p15:guide id="2" pos="3720">
          <p15:clr>
            <a:srgbClr val="5ACBF0"/>
          </p15:clr>
        </p15:guide>
        <p15:guide id="3" pos="3960">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1_Key Message Mid Pur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4D9B0E-55A4-43D3-A4B6-225FAA7538EB}"/>
              </a:ext>
            </a:extLst>
          </p:cNvPr>
          <p:cNvSpPr>
            <a:spLocks noGrp="1"/>
          </p:cNvSpPr>
          <p:nvPr>
            <p:ph type="title" hasCustomPrompt="1"/>
          </p:nvPr>
        </p:nvSpPr>
        <p:spPr>
          <a:xfrm>
            <a:off x="1767840" y="2015925"/>
            <a:ext cx="8656320" cy="2826150"/>
          </a:xfrm>
          <a:prstGeom prst="rect">
            <a:avLst/>
          </a:prstGeom>
        </p:spPr>
        <p:txBody>
          <a:bodyPr anchor="ctr"/>
          <a:lstStyle>
            <a:lvl1pPr algn="ctr">
              <a:defRPr sz="5400">
                <a:solidFill>
                  <a:schemeClr val="tx1"/>
                </a:solidFill>
              </a:defRPr>
            </a:lvl1pPr>
          </a:lstStyle>
          <a:p>
            <a:r>
              <a:rPr lang="en-US"/>
              <a:t>Place key message here</a:t>
            </a:r>
          </a:p>
        </p:txBody>
      </p:sp>
      <p:sp>
        <p:nvSpPr>
          <p:cNvPr id="7" name="TextBox 6">
            <a:extLst>
              <a:ext uri="{FF2B5EF4-FFF2-40B4-BE49-F238E27FC236}">
                <a16:creationId xmlns:a16="http://schemas.microsoft.com/office/drawing/2014/main" id="{A5CECBE8-C9DE-46DF-9582-7DB75BEDF4F9}"/>
              </a:ext>
            </a:extLst>
          </p:cNvPr>
          <p:cNvSpPr txBox="1"/>
          <p:nvPr userDrawn="1"/>
        </p:nvSpPr>
        <p:spPr>
          <a:xfrm>
            <a:off x="0" y="-257908"/>
            <a:ext cx="6096000" cy="257908"/>
          </a:xfrm>
          <a:prstGeom prst="rect">
            <a:avLst/>
          </a:prstGeom>
          <a:noFill/>
        </p:spPr>
        <p:txBody>
          <a:bodyPr wrap="square" lIns="0" tIns="0" rIns="0" bIns="0" rtlCol="0" anchor="ctr">
            <a:no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schemeClr val="bg2"/>
                </a:solidFill>
                <a:effectLst/>
                <a:uLnTx/>
                <a:uFillTx/>
              </a:rPr>
              <a:t>Format Background… &gt; Solid fill &gt; Change to Dark Purple (Accent 3), Mid Purple (Accent 2) or Core Purple (Accent 1)</a:t>
            </a:r>
            <a:endParaRPr kumimoji="0" lang="en-US" sz="800" b="0" i="0" u="none" strike="noStrike" kern="0" cap="none" spc="0" normalizeH="0" baseline="0" noProof="0">
              <a:ln>
                <a:noFill/>
              </a:ln>
              <a:solidFill>
                <a:schemeClr val="bg2"/>
              </a:solidFill>
              <a:effectLst/>
              <a:uLnTx/>
              <a:uFillTx/>
            </a:endParaRPr>
          </a:p>
        </p:txBody>
      </p:sp>
      <p:pic>
        <p:nvPicPr>
          <p:cNvPr id="11" name="Picture 10">
            <a:extLst>
              <a:ext uri="{FF2B5EF4-FFF2-40B4-BE49-F238E27FC236}">
                <a16:creationId xmlns:a16="http://schemas.microsoft.com/office/drawing/2014/main" id="{C06B2601-2942-1546-A874-9544D4B94A30}"/>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381000" y="6482516"/>
            <a:ext cx="191087" cy="202328"/>
          </a:xfrm>
          <a:prstGeom prst="rect">
            <a:avLst/>
          </a:prstGeom>
        </p:spPr>
      </p:pic>
      <p:sp>
        <p:nvSpPr>
          <p:cNvPr id="12" name="Footer Placeholder 3">
            <a:extLst>
              <a:ext uri="{FF2B5EF4-FFF2-40B4-BE49-F238E27FC236}">
                <a16:creationId xmlns:a16="http://schemas.microsoft.com/office/drawing/2014/main" id="{CD5A398F-92FD-444B-AAAB-912D9ACAAAC5}"/>
              </a:ext>
            </a:extLst>
          </p:cNvPr>
          <p:cNvSpPr>
            <a:spLocks noGrp="1"/>
          </p:cNvSpPr>
          <p:nvPr>
            <p:ph type="ftr" sz="quarter" idx="3"/>
          </p:nvPr>
        </p:nvSpPr>
        <p:spPr>
          <a:xfrm>
            <a:off x="9053623" y="6477001"/>
            <a:ext cx="2376374" cy="209567"/>
          </a:xfrm>
          <a:prstGeom prst="rect">
            <a:avLst/>
          </a:prstGeom>
          <a:noFill/>
        </p:spPr>
        <p:txBody>
          <a:bodyPr wrap="square" lIns="0" tIns="0" rIns="0" bIns="0" rtlCol="0" anchor="ctr">
            <a:noAutofit/>
          </a:bodyPr>
          <a:lstStyle>
            <a:lvl1pPr algn="ctr">
              <a:defRPr lang="en-GB" sz="800" dirty="0" smtClean="0">
                <a:solidFill>
                  <a:schemeClr val="tx1">
                    <a:alpha val="75000"/>
                  </a:schemeClr>
                </a:solidFill>
              </a:defRPr>
            </a:lvl1pPr>
          </a:lstStyle>
          <a:p>
            <a:pPr algn="r" defTabSz="228600">
              <a:spcAft>
                <a:spcPts val="1200"/>
              </a:spcAft>
            </a:pPr>
            <a:r>
              <a:rPr lang="en-US"/>
              <a:t>Copyright © 2021 Accenture. All rights reserved.</a:t>
            </a:r>
            <a:endParaRPr lang="en-US" sz="800">
              <a:solidFill>
                <a:schemeClr val="tx1">
                  <a:alpha val="75000"/>
                </a:schemeClr>
              </a:solidFill>
            </a:endParaRPr>
          </a:p>
        </p:txBody>
      </p:sp>
      <p:sp>
        <p:nvSpPr>
          <p:cNvPr id="13" name="Slide Number Placeholder 4">
            <a:extLst>
              <a:ext uri="{FF2B5EF4-FFF2-40B4-BE49-F238E27FC236}">
                <a16:creationId xmlns:a16="http://schemas.microsoft.com/office/drawing/2014/main" id="{08B78C9F-865A-A44B-8B54-79F0E020AF92}"/>
              </a:ext>
            </a:extLst>
          </p:cNvPr>
          <p:cNvSpPr>
            <a:spLocks noGrp="1"/>
          </p:cNvSpPr>
          <p:nvPr>
            <p:ph type="sldNum" sz="quarter" idx="4"/>
          </p:nvPr>
        </p:nvSpPr>
        <p:spPr>
          <a:xfrm>
            <a:off x="11429996" y="6477001"/>
            <a:ext cx="381003" cy="209567"/>
          </a:xfrm>
          <a:prstGeom prst="rect">
            <a:avLst/>
          </a:prstGeom>
          <a:noFill/>
        </p:spPr>
        <p:txBody>
          <a:bodyPr wrap="square" lIns="0" tIns="0" rIns="0" bIns="0" rtlCol="0" anchor="ctr">
            <a:noAutofit/>
          </a:bodyPr>
          <a:lstStyle>
            <a:lvl1pPr algn="r">
              <a:defRPr lang="en-CR" sz="800" smtClean="0">
                <a:solidFill>
                  <a:schemeClr val="tx1">
                    <a:alpha val="75000"/>
                  </a:schemeClr>
                </a:solidFill>
              </a:defRPr>
            </a:lvl1pPr>
          </a:lstStyle>
          <a:p>
            <a:pPr defTabSz="228600">
              <a:spcAft>
                <a:spcPts val="1200"/>
              </a:spcAft>
            </a:pPr>
            <a:fld id="{1B463BBE-7669-7445-B365-D51E5F8BA9BE}" type="slidenum">
              <a:rPr lang="en-CR" smtClean="0"/>
              <a:pPr defTabSz="228600">
                <a:spcAft>
                  <a:spcPts val="1200"/>
                </a:spcAft>
              </a:pPr>
              <a:t>‹#›</a:t>
            </a:fld>
            <a:endParaRPr lang="en-CR" sz="800">
              <a:solidFill>
                <a:schemeClr val="tx1">
                  <a:alpha val="75000"/>
                </a:schemeClr>
              </a:solidFill>
            </a:endParaRPr>
          </a:p>
        </p:txBody>
      </p:sp>
    </p:spTree>
    <p:extLst>
      <p:ext uri="{BB962C8B-B14F-4D97-AF65-F5344CB8AC3E}">
        <p14:creationId xmlns:p14="http://schemas.microsoft.com/office/powerpoint/2010/main" val="2193676654"/>
      </p:ext>
    </p:extLst>
  </p:cSld>
  <p:clrMapOvr>
    <a:overrideClrMapping bg1="dk1" tx1="lt1" bg2="dk2" tx2="lt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Section Divider - Numbered, Gradient Dark Purple">
    <p:bg>
      <p:bgPr>
        <a:solidFill>
          <a:schemeClr val="accent3"/>
        </a:solidFill>
        <a:effectLst/>
      </p:bgPr>
    </p:bg>
    <p:spTree>
      <p:nvGrpSpPr>
        <p:cNvPr id="1" name=""/>
        <p:cNvGrpSpPr/>
        <p:nvPr/>
      </p:nvGrpSpPr>
      <p:grpSpPr>
        <a:xfrm>
          <a:off x="0" y="0"/>
          <a:ext cx="0" cy="0"/>
          <a:chOff x="0" y="0"/>
          <a:chExt cx="0" cy="0"/>
        </a:xfrm>
      </p:grpSpPr>
      <p:pic>
        <p:nvPicPr>
          <p:cNvPr id="13" name="Picture 12" descr="Background pattern&#10;&#10;Description automatically generated">
            <a:extLst>
              <a:ext uri="{FF2B5EF4-FFF2-40B4-BE49-F238E27FC236}">
                <a16:creationId xmlns:a16="http://schemas.microsoft.com/office/drawing/2014/main" id="{22C143E8-DD15-4271-878B-9FB6C450FCEF}"/>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0" y="0"/>
            <a:ext cx="12192000" cy="3427713"/>
          </a:xfrm>
          <a:prstGeom prst="rect">
            <a:avLst/>
          </a:prstGeom>
        </p:spPr>
      </p:pic>
      <p:sp>
        <p:nvSpPr>
          <p:cNvPr id="7" name="Rectangle 6">
            <a:extLst>
              <a:ext uri="{FF2B5EF4-FFF2-40B4-BE49-F238E27FC236}">
                <a16:creationId xmlns:a16="http://schemas.microsoft.com/office/drawing/2014/main" id="{64015D5F-F315-4E58-856E-56BC8490AECE}"/>
              </a:ext>
            </a:extLst>
          </p:cNvPr>
          <p:cNvSpPr/>
          <p:nvPr userDrawn="1"/>
        </p:nvSpPr>
        <p:spPr>
          <a:xfrm>
            <a:off x="0" y="3428999"/>
            <a:ext cx="12192000" cy="3429001"/>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3B317ED-600C-4D7F-990D-38990FC868E0}"/>
              </a:ext>
            </a:extLst>
          </p:cNvPr>
          <p:cNvPicPr>
            <a:picLocks noChangeAspect="1"/>
          </p:cNvPicPr>
          <p:nvPr userDrawn="1"/>
        </p:nvPicPr>
        <p:blipFill>
          <a:blip r:embed="rId3" cstate="print">
            <a:extLst>
              <a:ext uri="{28A0092B-C50C-407E-A947-70E740481C1C}">
                <a14:useLocalDpi xmlns:a14="http://schemas.microsoft.com/office/drawing/2010/main"/>
              </a:ext>
            </a:extLst>
          </a:blip>
          <a:srcRect/>
          <a:stretch/>
        </p:blipFill>
        <p:spPr>
          <a:xfrm>
            <a:off x="381468" y="6482516"/>
            <a:ext cx="191087" cy="202328"/>
          </a:xfrm>
          <a:prstGeom prst="rect">
            <a:avLst/>
          </a:prstGeom>
        </p:spPr>
      </p:pic>
      <p:sp>
        <p:nvSpPr>
          <p:cNvPr id="3" name="Footer Placeholder 2">
            <a:extLst>
              <a:ext uri="{FF2B5EF4-FFF2-40B4-BE49-F238E27FC236}">
                <a16:creationId xmlns:a16="http://schemas.microsoft.com/office/drawing/2014/main" id="{3FB0F8F8-753A-F244-B3A2-AA2024AE9A28}"/>
              </a:ext>
            </a:extLst>
          </p:cNvPr>
          <p:cNvSpPr>
            <a:spLocks noGrp="1"/>
          </p:cNvSpPr>
          <p:nvPr>
            <p:ph type="ftr" sz="quarter" idx="16"/>
          </p:nvPr>
        </p:nvSpPr>
        <p:spPr>
          <a:xfrm>
            <a:off x="9053623" y="6477001"/>
            <a:ext cx="2376374" cy="209567"/>
          </a:xfrm>
          <a:prstGeom prst="rect">
            <a:avLst/>
          </a:prstGeom>
          <a:noFill/>
        </p:spPr>
        <p:txBody>
          <a:bodyPr wrap="square" lIns="0" tIns="0" rIns="0" bIns="0" rtlCol="0" anchor="ctr">
            <a:noAutofit/>
          </a:bodyPr>
          <a:lstStyle>
            <a:defPPr>
              <a:defRPr lang="en-US"/>
            </a:defPPr>
            <a:lvl1pPr marL="0" algn="ctr" defTabSz="914400" rtl="0" eaLnBrk="1" latinLnBrk="0" hangingPunct="1">
              <a:defRPr lang="en-GB" sz="800" kern="1200" dirty="0" smtClean="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defTabSz="228600">
              <a:spcAft>
                <a:spcPts val="1200"/>
              </a:spcAft>
            </a:pPr>
            <a:r>
              <a:rPr lang="en-US"/>
              <a:t>Copyright © 2021 Accenture. All rights reserved.</a:t>
            </a:r>
            <a:endParaRPr lang="en-US" sz="800">
              <a:solidFill>
                <a:schemeClr val="tx1">
                  <a:alpha val="75000"/>
                </a:schemeClr>
              </a:solidFill>
            </a:endParaRPr>
          </a:p>
        </p:txBody>
      </p:sp>
      <p:sp>
        <p:nvSpPr>
          <p:cNvPr id="8" name="Slide Number Placeholder 7">
            <a:extLst>
              <a:ext uri="{FF2B5EF4-FFF2-40B4-BE49-F238E27FC236}">
                <a16:creationId xmlns:a16="http://schemas.microsoft.com/office/drawing/2014/main" id="{7147B16F-E113-C248-BAD6-B79BBEC0EF1D}"/>
              </a:ext>
            </a:extLst>
          </p:cNvPr>
          <p:cNvSpPr>
            <a:spLocks noGrp="1"/>
          </p:cNvSpPr>
          <p:nvPr>
            <p:ph type="sldNum" sz="quarter" idx="17"/>
          </p:nvPr>
        </p:nvSpPr>
        <p:spPr>
          <a:xfrm>
            <a:off x="11429996" y="6477001"/>
            <a:ext cx="381003" cy="209567"/>
          </a:xfrm>
          <a:prstGeom prst="rect">
            <a:avLst/>
          </a:prstGeom>
          <a:noFill/>
        </p:spPr>
        <p:txBody>
          <a:bodyPr wrap="square" lIns="0" tIns="0" rIns="0" bIns="0" rtlCol="0" anchor="ctr">
            <a:noAutofit/>
          </a:bodyPr>
          <a:lstStyle>
            <a:defPPr>
              <a:defRPr lang="en-US"/>
            </a:defPPr>
            <a:lvl1pPr marL="0" algn="r" defTabSz="914400" rtl="0" eaLnBrk="1" latinLnBrk="0" hangingPunct="1">
              <a:defRPr lang="en-CR" sz="800" kern="1200" smtClean="0">
                <a:solidFill>
                  <a:schemeClr val="tx1">
                    <a:alpha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228600">
              <a:spcAft>
                <a:spcPts val="1200"/>
              </a:spcAft>
            </a:pPr>
            <a:fld id="{1B463BBE-7669-7445-B365-D51E5F8BA9BE}" type="slidenum">
              <a:rPr lang="en-CR" smtClean="0"/>
              <a:pPr defTabSz="228600">
                <a:spcAft>
                  <a:spcPts val="1200"/>
                </a:spcAft>
              </a:pPr>
              <a:t>‹#›</a:t>
            </a:fld>
            <a:endParaRPr lang="en-CR" sz="800">
              <a:solidFill>
                <a:schemeClr val="tx1">
                  <a:alpha val="75000"/>
                </a:schemeClr>
              </a:solidFill>
            </a:endParaRPr>
          </a:p>
        </p:txBody>
      </p:sp>
      <p:sp>
        <p:nvSpPr>
          <p:cNvPr id="10" name="Text Placeholder 8">
            <a:extLst>
              <a:ext uri="{FF2B5EF4-FFF2-40B4-BE49-F238E27FC236}">
                <a16:creationId xmlns:a16="http://schemas.microsoft.com/office/drawing/2014/main" id="{381CC5D8-3129-4346-B748-8DB6ECB25986}"/>
              </a:ext>
            </a:extLst>
          </p:cNvPr>
          <p:cNvSpPr>
            <a:spLocks noGrp="1"/>
          </p:cNvSpPr>
          <p:nvPr>
            <p:ph type="body" sz="quarter" idx="15" hasCustomPrompt="1"/>
          </p:nvPr>
        </p:nvSpPr>
        <p:spPr>
          <a:xfrm>
            <a:off x="8055427" y="3889828"/>
            <a:ext cx="2993573" cy="2194486"/>
          </a:xfrm>
          <a:prstGeom prst="rect">
            <a:avLst/>
          </a:prstGeom>
        </p:spPr>
        <p:txBody>
          <a:bodyPr/>
          <a:lstStyle>
            <a:lvl1pPr marL="0" indent="0">
              <a:lnSpc>
                <a:spcPct val="90000"/>
              </a:lnSpc>
              <a:spcAft>
                <a:spcPts val="600"/>
              </a:spcAft>
              <a:buNone/>
              <a:defRPr sz="2400">
                <a:latin typeface="GT Sectra Fine" pitchFamily="2" charset="77"/>
              </a:defRPr>
            </a:lvl1pPr>
            <a:lvl2pPr marL="0" indent="0">
              <a:spcAft>
                <a:spcPts val="600"/>
              </a:spcAft>
              <a:buNone/>
              <a:defRPr sz="2400">
                <a:latin typeface="GT Sectra Fine" pitchFamily="2" charset="77"/>
              </a:defRPr>
            </a:lvl2pPr>
            <a:lvl3pPr marL="0" indent="0">
              <a:spcAft>
                <a:spcPts val="600"/>
              </a:spcAft>
              <a:buNone/>
              <a:defRPr sz="2400">
                <a:latin typeface="GT Sectra Fine" pitchFamily="2" charset="77"/>
              </a:defRPr>
            </a:lvl3pPr>
            <a:lvl4pPr marL="0" indent="0">
              <a:spcAft>
                <a:spcPts val="600"/>
              </a:spcAft>
              <a:buNone/>
              <a:defRPr sz="2400">
                <a:latin typeface="GT Sectra Fine" pitchFamily="2" charset="77"/>
              </a:defRPr>
            </a:lvl4pPr>
            <a:lvl5pPr marL="0" indent="0">
              <a:spcAft>
                <a:spcPts val="600"/>
              </a:spcAft>
              <a:buNone/>
              <a:defRPr sz="2400">
                <a:latin typeface="GT Sectra Fine" pitchFamily="2" charset="77"/>
              </a:defRPr>
            </a:lvl5pPr>
          </a:lstStyle>
          <a:p>
            <a:pPr lvl="0"/>
            <a:r>
              <a:rPr lang="en-GB"/>
              <a:t>Place subtitle here in GT Sectra Fine 24pt</a:t>
            </a:r>
            <a:endParaRPr lang="en-US"/>
          </a:p>
        </p:txBody>
      </p:sp>
      <p:sp>
        <p:nvSpPr>
          <p:cNvPr id="12" name="Title 1">
            <a:extLst>
              <a:ext uri="{FF2B5EF4-FFF2-40B4-BE49-F238E27FC236}">
                <a16:creationId xmlns:a16="http://schemas.microsoft.com/office/drawing/2014/main" id="{120CBF80-07F4-B54A-9D3E-4BA0D63A2214}"/>
              </a:ext>
            </a:extLst>
          </p:cNvPr>
          <p:cNvSpPr>
            <a:spLocks noGrp="1"/>
          </p:cNvSpPr>
          <p:nvPr>
            <p:ph type="title" hasCustomPrompt="1"/>
          </p:nvPr>
        </p:nvSpPr>
        <p:spPr>
          <a:xfrm>
            <a:off x="1143000" y="3889828"/>
            <a:ext cx="6186713" cy="2194485"/>
          </a:xfrm>
          <a:prstGeom prst="rect">
            <a:avLst/>
          </a:prstGeom>
        </p:spPr>
        <p:txBody>
          <a:bodyPr anchor="t"/>
          <a:lstStyle>
            <a:lvl1pPr>
              <a:defRPr sz="5400">
                <a:solidFill>
                  <a:schemeClr val="tx1"/>
                </a:solidFill>
              </a:defRPr>
            </a:lvl1pPr>
          </a:lstStyle>
          <a:p>
            <a:r>
              <a:rPr lang="en-US"/>
              <a:t>Section title 54pt</a:t>
            </a:r>
          </a:p>
        </p:txBody>
      </p:sp>
      <p:sp>
        <p:nvSpPr>
          <p:cNvPr id="14" name="Text Placeholder 2">
            <a:extLst>
              <a:ext uri="{FF2B5EF4-FFF2-40B4-BE49-F238E27FC236}">
                <a16:creationId xmlns:a16="http://schemas.microsoft.com/office/drawing/2014/main" id="{C18EA3B9-4828-6442-8B2B-9ECE1175BA76}"/>
              </a:ext>
            </a:extLst>
          </p:cNvPr>
          <p:cNvSpPr>
            <a:spLocks noGrp="1"/>
          </p:cNvSpPr>
          <p:nvPr>
            <p:ph type="body" idx="10" hasCustomPrompt="1"/>
          </p:nvPr>
        </p:nvSpPr>
        <p:spPr>
          <a:xfrm>
            <a:off x="1143001" y="835805"/>
            <a:ext cx="6186712" cy="2194487"/>
          </a:xfrm>
          <a:prstGeom prst="rect">
            <a:avLst/>
          </a:prstGeom>
        </p:spPr>
        <p:txBody>
          <a:bodyPr anchor="ctr"/>
          <a:lstStyle>
            <a:lvl1pPr marL="0" indent="0" algn="l" defTabSz="914400" rtl="0" eaLnBrk="1" latinLnBrk="0" hangingPunct="1">
              <a:lnSpc>
                <a:spcPct val="80000"/>
              </a:lnSpc>
              <a:spcBef>
                <a:spcPct val="0"/>
              </a:spcBef>
              <a:spcAft>
                <a:spcPts val="0"/>
              </a:spcAft>
              <a:buNone/>
              <a:defRPr lang="en-US" sz="16600" b="1" kern="1200" dirty="0">
                <a:ln w="38100">
                  <a:solidFill>
                    <a:schemeClr val="tx1"/>
                  </a:solidFill>
                </a:ln>
                <a:noFill/>
                <a:latin typeface="+mj-lt"/>
                <a:ea typeface="+mj-ea"/>
                <a:cs typeface="+mj-cs"/>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marL="0" lvl="0" indent="0" algn="l" defTabSz="914400" rtl="0" eaLnBrk="1" latinLnBrk="0" hangingPunct="1">
              <a:lnSpc>
                <a:spcPct val="100000"/>
              </a:lnSpc>
              <a:spcBef>
                <a:spcPts val="0"/>
              </a:spcBef>
              <a:spcAft>
                <a:spcPts val="0"/>
              </a:spcAft>
              <a:buFont typeface="Arial" panose="020B0604020202020204" pitchFamily="34" charset="0"/>
              <a:buNone/>
            </a:pPr>
            <a:r>
              <a:rPr lang="en-US"/>
              <a:t>#</a:t>
            </a:r>
          </a:p>
        </p:txBody>
      </p:sp>
    </p:spTree>
    <p:extLst>
      <p:ext uri="{BB962C8B-B14F-4D97-AF65-F5344CB8AC3E}">
        <p14:creationId xmlns:p14="http://schemas.microsoft.com/office/powerpoint/2010/main" val="212886013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720">
          <p15:clr>
            <a:srgbClr val="5ACBF0"/>
          </p15:clr>
        </p15:guide>
        <p15:guide id="2" orient="horz" pos="2904">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tags" Target="../tags/tag16.xml"/><Relationship Id="rId47" Type="http://schemas.openxmlformats.org/officeDocument/2006/relationships/tags" Target="../tags/tag21.xml"/><Relationship Id="rId63" Type="http://schemas.openxmlformats.org/officeDocument/2006/relationships/tags" Target="../tags/tag37.xml"/><Relationship Id="rId68" Type="http://schemas.openxmlformats.org/officeDocument/2006/relationships/tags" Target="../tags/tag42.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tags" Target="../tags/tag3.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6.xml"/><Relationship Id="rId37" Type="http://schemas.openxmlformats.org/officeDocument/2006/relationships/tags" Target="../tags/tag11.xml"/><Relationship Id="rId40" Type="http://schemas.openxmlformats.org/officeDocument/2006/relationships/tags" Target="../tags/tag14.xml"/><Relationship Id="rId45" Type="http://schemas.openxmlformats.org/officeDocument/2006/relationships/tags" Target="../tags/tag19.xml"/><Relationship Id="rId53" Type="http://schemas.openxmlformats.org/officeDocument/2006/relationships/tags" Target="../tags/tag27.xml"/><Relationship Id="rId58" Type="http://schemas.openxmlformats.org/officeDocument/2006/relationships/tags" Target="../tags/tag32.xml"/><Relationship Id="rId66" Type="http://schemas.openxmlformats.org/officeDocument/2006/relationships/tags" Target="../tags/tag40.xml"/><Relationship Id="rId5" Type="http://schemas.openxmlformats.org/officeDocument/2006/relationships/slideLayout" Target="../slideLayouts/slideLayout5.xml"/><Relationship Id="rId61" Type="http://schemas.openxmlformats.org/officeDocument/2006/relationships/tags" Target="../tags/tag35.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 Id="rId30" Type="http://schemas.openxmlformats.org/officeDocument/2006/relationships/tags" Target="../tags/tag4.xml"/><Relationship Id="rId35" Type="http://schemas.openxmlformats.org/officeDocument/2006/relationships/tags" Target="../tags/tag9.xml"/><Relationship Id="rId43" Type="http://schemas.openxmlformats.org/officeDocument/2006/relationships/tags" Target="../tags/tag17.xml"/><Relationship Id="rId48" Type="http://schemas.openxmlformats.org/officeDocument/2006/relationships/tags" Target="../tags/tag22.xml"/><Relationship Id="rId56" Type="http://schemas.openxmlformats.org/officeDocument/2006/relationships/tags" Target="../tags/tag30.xml"/><Relationship Id="rId64" Type="http://schemas.openxmlformats.org/officeDocument/2006/relationships/tags" Target="../tags/tag38.xml"/><Relationship Id="rId69" Type="http://schemas.openxmlformats.org/officeDocument/2006/relationships/tags" Target="../tags/tag43.xml"/><Relationship Id="rId8" Type="http://schemas.openxmlformats.org/officeDocument/2006/relationships/slideLayout" Target="../slideLayouts/slideLayout8.xml"/><Relationship Id="rId51" Type="http://schemas.openxmlformats.org/officeDocument/2006/relationships/tags" Target="../tags/tag2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7.xml"/><Relationship Id="rId38" Type="http://schemas.openxmlformats.org/officeDocument/2006/relationships/tags" Target="../tags/tag12.xml"/><Relationship Id="rId46" Type="http://schemas.openxmlformats.org/officeDocument/2006/relationships/tags" Target="../tags/tag20.xml"/><Relationship Id="rId59" Type="http://schemas.openxmlformats.org/officeDocument/2006/relationships/tags" Target="../tags/tag33.xml"/><Relationship Id="rId67" Type="http://schemas.openxmlformats.org/officeDocument/2006/relationships/tags" Target="../tags/tag41.xml"/><Relationship Id="rId20" Type="http://schemas.openxmlformats.org/officeDocument/2006/relationships/slideLayout" Target="../slideLayouts/slideLayout20.xml"/><Relationship Id="rId41" Type="http://schemas.openxmlformats.org/officeDocument/2006/relationships/tags" Target="../tags/tag15.xml"/><Relationship Id="rId54" Type="http://schemas.openxmlformats.org/officeDocument/2006/relationships/tags" Target="../tags/tag28.xml"/><Relationship Id="rId62" Type="http://schemas.openxmlformats.org/officeDocument/2006/relationships/tags" Target="../tags/tag36.xml"/><Relationship Id="rId70"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ags" Target="../tags/tag2.xml"/><Relationship Id="rId36" Type="http://schemas.openxmlformats.org/officeDocument/2006/relationships/tags" Target="../tags/tag10.xml"/><Relationship Id="rId49" Type="http://schemas.openxmlformats.org/officeDocument/2006/relationships/tags" Target="../tags/tag23.xml"/><Relationship Id="rId57" Type="http://schemas.openxmlformats.org/officeDocument/2006/relationships/tags" Target="../tags/tag31.xml"/><Relationship Id="rId10" Type="http://schemas.openxmlformats.org/officeDocument/2006/relationships/slideLayout" Target="../slideLayouts/slideLayout10.xml"/><Relationship Id="rId31" Type="http://schemas.openxmlformats.org/officeDocument/2006/relationships/tags" Target="../tags/tag5.xml"/><Relationship Id="rId44" Type="http://schemas.openxmlformats.org/officeDocument/2006/relationships/tags" Target="../tags/tag18.xml"/><Relationship Id="rId52" Type="http://schemas.openxmlformats.org/officeDocument/2006/relationships/tags" Target="../tags/tag26.xml"/><Relationship Id="rId60" Type="http://schemas.openxmlformats.org/officeDocument/2006/relationships/tags" Target="../tags/tag34.xml"/><Relationship Id="rId65" Type="http://schemas.openxmlformats.org/officeDocument/2006/relationships/tags" Target="../tags/tag39.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tags" Target="../tags/tag13.xml"/><Relationship Id="rId34" Type="http://schemas.openxmlformats.org/officeDocument/2006/relationships/tags" Target="../tags/tag8.xml"/><Relationship Id="rId50" Type="http://schemas.openxmlformats.org/officeDocument/2006/relationships/tags" Target="../tags/tag24.xml"/><Relationship Id="rId55" Type="http://schemas.openxmlformats.org/officeDocument/2006/relationships/tags" Target="../tags/tag29.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52.xml"/><Relationship Id="rId21" Type="http://schemas.openxmlformats.org/officeDocument/2006/relationships/slideLayout" Target="../slideLayouts/slideLayout47.xml"/><Relationship Id="rId34" Type="http://schemas.openxmlformats.org/officeDocument/2006/relationships/slideLayout" Target="../slideLayouts/slideLayout60.xml"/><Relationship Id="rId42" Type="http://schemas.openxmlformats.org/officeDocument/2006/relationships/slideLayout" Target="../slideLayouts/slideLayout68.xml"/><Relationship Id="rId47" Type="http://schemas.openxmlformats.org/officeDocument/2006/relationships/slideLayout" Target="../slideLayouts/slideLayout73.xml"/><Relationship Id="rId50" Type="http://schemas.openxmlformats.org/officeDocument/2006/relationships/slideLayout" Target="../slideLayouts/slideLayout76.xml"/><Relationship Id="rId55" Type="http://schemas.openxmlformats.org/officeDocument/2006/relationships/slideLayout" Target="../slideLayouts/slideLayout81.xml"/><Relationship Id="rId63" Type="http://schemas.openxmlformats.org/officeDocument/2006/relationships/slideLayout" Target="../slideLayouts/slideLayout89.xml"/><Relationship Id="rId68" Type="http://schemas.openxmlformats.org/officeDocument/2006/relationships/image" Target="../media/image2.png"/><Relationship Id="rId7" Type="http://schemas.openxmlformats.org/officeDocument/2006/relationships/slideLayout" Target="../slideLayouts/slideLayout33.xml"/><Relationship Id="rId2" Type="http://schemas.openxmlformats.org/officeDocument/2006/relationships/slideLayout" Target="../slideLayouts/slideLayout28.xml"/><Relationship Id="rId16" Type="http://schemas.openxmlformats.org/officeDocument/2006/relationships/slideLayout" Target="../slideLayouts/slideLayout42.xml"/><Relationship Id="rId29" Type="http://schemas.openxmlformats.org/officeDocument/2006/relationships/slideLayout" Target="../slideLayouts/slideLayout55.xml"/><Relationship Id="rId11" Type="http://schemas.openxmlformats.org/officeDocument/2006/relationships/slideLayout" Target="../slideLayouts/slideLayout37.xml"/><Relationship Id="rId24" Type="http://schemas.openxmlformats.org/officeDocument/2006/relationships/slideLayout" Target="../slideLayouts/slideLayout50.xml"/><Relationship Id="rId32" Type="http://schemas.openxmlformats.org/officeDocument/2006/relationships/slideLayout" Target="../slideLayouts/slideLayout58.xml"/><Relationship Id="rId37" Type="http://schemas.openxmlformats.org/officeDocument/2006/relationships/slideLayout" Target="../slideLayouts/slideLayout63.xml"/><Relationship Id="rId40" Type="http://schemas.openxmlformats.org/officeDocument/2006/relationships/slideLayout" Target="../slideLayouts/slideLayout66.xml"/><Relationship Id="rId45" Type="http://schemas.openxmlformats.org/officeDocument/2006/relationships/slideLayout" Target="../slideLayouts/slideLayout71.xml"/><Relationship Id="rId53" Type="http://schemas.openxmlformats.org/officeDocument/2006/relationships/slideLayout" Target="../slideLayouts/slideLayout79.xml"/><Relationship Id="rId58" Type="http://schemas.openxmlformats.org/officeDocument/2006/relationships/slideLayout" Target="../slideLayouts/slideLayout84.xml"/><Relationship Id="rId66" Type="http://schemas.openxmlformats.org/officeDocument/2006/relationships/oleObject" Target="../embeddings/oleObject2.bin"/><Relationship Id="rId5" Type="http://schemas.openxmlformats.org/officeDocument/2006/relationships/slideLayout" Target="../slideLayouts/slideLayout31.xml"/><Relationship Id="rId61" Type="http://schemas.openxmlformats.org/officeDocument/2006/relationships/slideLayout" Target="../slideLayouts/slideLayout87.xml"/><Relationship Id="rId19" Type="http://schemas.openxmlformats.org/officeDocument/2006/relationships/slideLayout" Target="../slideLayouts/slideLayout45.xml"/><Relationship Id="rId14" Type="http://schemas.openxmlformats.org/officeDocument/2006/relationships/slideLayout" Target="../slideLayouts/slideLayout40.xml"/><Relationship Id="rId22" Type="http://schemas.openxmlformats.org/officeDocument/2006/relationships/slideLayout" Target="../slideLayouts/slideLayout48.xml"/><Relationship Id="rId27" Type="http://schemas.openxmlformats.org/officeDocument/2006/relationships/slideLayout" Target="../slideLayouts/slideLayout53.xml"/><Relationship Id="rId30" Type="http://schemas.openxmlformats.org/officeDocument/2006/relationships/slideLayout" Target="../slideLayouts/slideLayout56.xml"/><Relationship Id="rId35" Type="http://schemas.openxmlformats.org/officeDocument/2006/relationships/slideLayout" Target="../slideLayouts/slideLayout61.xml"/><Relationship Id="rId43" Type="http://schemas.openxmlformats.org/officeDocument/2006/relationships/slideLayout" Target="../slideLayouts/slideLayout69.xml"/><Relationship Id="rId48" Type="http://schemas.openxmlformats.org/officeDocument/2006/relationships/slideLayout" Target="../slideLayouts/slideLayout74.xml"/><Relationship Id="rId56" Type="http://schemas.openxmlformats.org/officeDocument/2006/relationships/slideLayout" Target="../slideLayouts/slideLayout82.xml"/><Relationship Id="rId64" Type="http://schemas.openxmlformats.org/officeDocument/2006/relationships/theme" Target="../theme/theme2.xml"/><Relationship Id="rId8" Type="http://schemas.openxmlformats.org/officeDocument/2006/relationships/slideLayout" Target="../slideLayouts/slideLayout34.xml"/><Relationship Id="rId51" Type="http://schemas.openxmlformats.org/officeDocument/2006/relationships/slideLayout" Target="../slideLayouts/slideLayout77.xml"/><Relationship Id="rId3" Type="http://schemas.openxmlformats.org/officeDocument/2006/relationships/slideLayout" Target="../slideLayouts/slideLayout29.xml"/><Relationship Id="rId12" Type="http://schemas.openxmlformats.org/officeDocument/2006/relationships/slideLayout" Target="../slideLayouts/slideLayout38.xml"/><Relationship Id="rId17" Type="http://schemas.openxmlformats.org/officeDocument/2006/relationships/slideLayout" Target="../slideLayouts/slideLayout43.xml"/><Relationship Id="rId25" Type="http://schemas.openxmlformats.org/officeDocument/2006/relationships/slideLayout" Target="../slideLayouts/slideLayout51.xml"/><Relationship Id="rId33" Type="http://schemas.openxmlformats.org/officeDocument/2006/relationships/slideLayout" Target="../slideLayouts/slideLayout59.xml"/><Relationship Id="rId38" Type="http://schemas.openxmlformats.org/officeDocument/2006/relationships/slideLayout" Target="../slideLayouts/slideLayout64.xml"/><Relationship Id="rId46" Type="http://schemas.openxmlformats.org/officeDocument/2006/relationships/slideLayout" Target="../slideLayouts/slideLayout72.xml"/><Relationship Id="rId59" Type="http://schemas.openxmlformats.org/officeDocument/2006/relationships/slideLayout" Target="../slideLayouts/slideLayout85.xml"/><Relationship Id="rId67" Type="http://schemas.openxmlformats.org/officeDocument/2006/relationships/image" Target="../media/image1.emf"/><Relationship Id="rId20" Type="http://schemas.openxmlformats.org/officeDocument/2006/relationships/slideLayout" Target="../slideLayouts/slideLayout46.xml"/><Relationship Id="rId41" Type="http://schemas.openxmlformats.org/officeDocument/2006/relationships/slideLayout" Target="../slideLayouts/slideLayout67.xml"/><Relationship Id="rId54" Type="http://schemas.openxmlformats.org/officeDocument/2006/relationships/slideLayout" Target="../slideLayouts/slideLayout80.xml"/><Relationship Id="rId62" Type="http://schemas.openxmlformats.org/officeDocument/2006/relationships/slideLayout" Target="../slideLayouts/slideLayout8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5" Type="http://schemas.openxmlformats.org/officeDocument/2006/relationships/slideLayout" Target="../slideLayouts/slideLayout41.xml"/><Relationship Id="rId23" Type="http://schemas.openxmlformats.org/officeDocument/2006/relationships/slideLayout" Target="../slideLayouts/slideLayout49.xml"/><Relationship Id="rId28" Type="http://schemas.openxmlformats.org/officeDocument/2006/relationships/slideLayout" Target="../slideLayouts/slideLayout54.xml"/><Relationship Id="rId36" Type="http://schemas.openxmlformats.org/officeDocument/2006/relationships/slideLayout" Target="../slideLayouts/slideLayout62.xml"/><Relationship Id="rId49" Type="http://schemas.openxmlformats.org/officeDocument/2006/relationships/slideLayout" Target="../slideLayouts/slideLayout75.xml"/><Relationship Id="rId57" Type="http://schemas.openxmlformats.org/officeDocument/2006/relationships/slideLayout" Target="../slideLayouts/slideLayout83.xml"/><Relationship Id="rId10" Type="http://schemas.openxmlformats.org/officeDocument/2006/relationships/slideLayout" Target="../slideLayouts/slideLayout36.xml"/><Relationship Id="rId31" Type="http://schemas.openxmlformats.org/officeDocument/2006/relationships/slideLayout" Target="../slideLayouts/slideLayout57.xml"/><Relationship Id="rId44" Type="http://schemas.openxmlformats.org/officeDocument/2006/relationships/slideLayout" Target="../slideLayouts/slideLayout70.xml"/><Relationship Id="rId52" Type="http://schemas.openxmlformats.org/officeDocument/2006/relationships/slideLayout" Target="../slideLayouts/slideLayout78.xml"/><Relationship Id="rId60" Type="http://schemas.openxmlformats.org/officeDocument/2006/relationships/slideLayout" Target="../slideLayouts/slideLayout86.xml"/><Relationship Id="rId65" Type="http://schemas.openxmlformats.org/officeDocument/2006/relationships/tags" Target="../tags/tag330.xml"/><Relationship Id="rId4" Type="http://schemas.openxmlformats.org/officeDocument/2006/relationships/slideLayout" Target="../slideLayouts/slideLayout30.xml"/><Relationship Id="rId9" Type="http://schemas.openxmlformats.org/officeDocument/2006/relationships/slideLayout" Target="../slideLayouts/slideLayout35.xml"/><Relationship Id="rId13" Type="http://schemas.openxmlformats.org/officeDocument/2006/relationships/slideLayout" Target="../slideLayouts/slideLayout39.xml"/><Relationship Id="rId18" Type="http://schemas.openxmlformats.org/officeDocument/2006/relationships/slideLayout" Target="../slideLayouts/slideLayout44.xml"/><Relationship Id="rId39"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 name="think-cell data - do not delete" hidden="1">
            <a:extLst>
              <a:ext uri="{FF2B5EF4-FFF2-40B4-BE49-F238E27FC236}">
                <a16:creationId xmlns:a16="http://schemas.microsoft.com/office/drawing/2014/main" id="{77FC086D-550C-0391-52E6-60372882047E}"/>
              </a:ext>
            </a:extLst>
          </p:cNvPr>
          <p:cNvGraphicFramePr>
            <a:graphicFrameLocks/>
          </p:cNvGraphicFramePr>
          <p:nvPr userDrawn="1">
            <p:custDataLst>
              <p:tags r:id="rId28"/>
            </p:custDataLst>
            <p:extLst>
              <p:ext uri="{D42A27DB-BD31-4B8C-83A1-F6EECF244321}">
                <p14:modId xmlns:p14="http://schemas.microsoft.com/office/powerpoint/2010/main" val="420310369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70" imgW="347" imgH="348" progId="TCLayout.ActiveDocument.1">
                  <p:embed/>
                </p:oleObj>
              </mc:Choice>
              <mc:Fallback>
                <p:oleObj name="think-cell Slide" r:id="rId70" imgW="347" imgH="348" progId="TCLayout.ActiveDocument.1">
                  <p:embed/>
                  <p:pic>
                    <p:nvPicPr>
                      <p:cNvPr id="0" name=""/>
                      <p:cNvPicPr/>
                      <p:nvPr/>
                    </p:nvPicPr>
                    <p:blipFill>
                      <a:blip r:embed="rId71"/>
                      <a:stretch>
                        <a:fillRect/>
                      </a:stretch>
                    </p:blipFill>
                    <p:spPr>
                      <a:xfrm>
                        <a:off x="1588" y="1588"/>
                        <a:ext cx="1588" cy="1588"/>
                      </a:xfrm>
                      <a:prstGeom prst="rect">
                        <a:avLst/>
                      </a:prstGeom>
                    </p:spPr>
                  </p:pic>
                </p:oleObj>
              </mc:Fallback>
            </mc:AlternateContent>
          </a:graphicData>
        </a:graphic>
      </p:graphicFrame>
      <p:sp>
        <p:nvSpPr>
          <p:cNvPr id="103" name="SlideLogoText">
            <a:extLst>
              <a:ext uri="{FF2B5EF4-FFF2-40B4-BE49-F238E27FC236}">
                <a16:creationId xmlns:a16="http://schemas.microsoft.com/office/drawing/2014/main" id="{69FC0062-74AE-4BDA-ACE7-D069B448DDBC}"/>
              </a:ext>
            </a:extLst>
          </p:cNvPr>
          <p:cNvSpPr txBox="1"/>
          <p:nvPr>
            <p:custDataLst>
              <p:tags r:id="rId29"/>
            </p:custDataLst>
          </p:nvPr>
        </p:nvSpPr>
        <p:spPr>
          <a:xfrm>
            <a:off x="10443870" y="6499381"/>
            <a:ext cx="833562" cy="138499"/>
          </a:xfrm>
          <a:prstGeom prst="rect">
            <a:avLst/>
          </a:prstGeom>
          <a:noFill/>
        </p:spPr>
        <p:txBody>
          <a:bodyPr wrap="none" lIns="0" tIns="0" rIns="0" bIns="0" rtlCol="0" anchor="b">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latin typeface="+mn-lt"/>
                <a:ea typeface="+mn-ea"/>
                <a:cs typeface="Arial" panose="020B0604020202020204" pitchFamily="34" charset="0"/>
              </a:rPr>
              <a:t>Company Name</a:t>
            </a:r>
          </a:p>
        </p:txBody>
      </p:sp>
      <p:cxnSp>
        <p:nvCxnSpPr>
          <p:cNvPr id="106" name="BottomLine">
            <a:extLst>
              <a:ext uri="{FF2B5EF4-FFF2-40B4-BE49-F238E27FC236}">
                <a16:creationId xmlns:a16="http://schemas.microsoft.com/office/drawing/2014/main" id="{8B868434-776E-46FC-90D6-2CC6F63A9A51}"/>
              </a:ext>
            </a:extLst>
          </p:cNvPr>
          <p:cNvCxnSpPr/>
          <p:nvPr>
            <p:custDataLst>
              <p:tags r:id="rId30"/>
            </p:custDataLst>
          </p:nvPr>
        </p:nvCxnSpPr>
        <p:spPr>
          <a:xfrm>
            <a:off x="554736" y="6453769"/>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11" name="TopLine">
            <a:extLst>
              <a:ext uri="{FF2B5EF4-FFF2-40B4-BE49-F238E27FC236}">
                <a16:creationId xmlns:a16="http://schemas.microsoft.com/office/drawing/2014/main" id="{00E8CD27-C104-4563-9322-C0A2ABFCB5E3}"/>
              </a:ext>
            </a:extLst>
          </p:cNvPr>
          <p:cNvCxnSpPr/>
          <p:nvPr>
            <p:custDataLst>
              <p:tags r:id="rId31"/>
            </p:custDataLst>
          </p:nvPr>
        </p:nvCxnSpPr>
        <p:spPr>
          <a:xfrm>
            <a:off x="554736" y="1181906"/>
            <a:ext cx="11082528" cy="0"/>
          </a:xfrm>
          <a:prstGeom prst="line">
            <a:avLst/>
          </a:prstGeom>
          <a:ln w="6350">
            <a:solidFill>
              <a:schemeClr val="bg2"/>
            </a:solidFill>
            <a:miter lim="800000"/>
            <a:tailEnd type="none"/>
          </a:ln>
        </p:spPr>
        <p:style>
          <a:lnRef idx="1">
            <a:schemeClr val="accent1"/>
          </a:lnRef>
          <a:fillRef idx="0">
            <a:schemeClr val="accent1"/>
          </a:fillRef>
          <a:effectRef idx="0">
            <a:schemeClr val="accent1"/>
          </a:effectRef>
          <a:fontRef idx="minor">
            <a:schemeClr val="tx1"/>
          </a:fontRef>
        </p:style>
      </p:cxnSp>
      <p:sp>
        <p:nvSpPr>
          <p:cNvPr id="16" name="4. Footnote" hidden="1">
            <a:extLst>
              <a:ext uri="{FF2B5EF4-FFF2-40B4-BE49-F238E27FC236}">
                <a16:creationId xmlns:a16="http://schemas.microsoft.com/office/drawing/2014/main" id="{772E4927-517C-4D61-9929-9FFDE5F31A03}"/>
              </a:ext>
            </a:extLst>
          </p:cNvPr>
          <p:cNvSpPr txBox="1"/>
          <p:nvPr>
            <p:custDataLst>
              <p:tags r:id="rId32"/>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dirty="0">
                <a:latin typeface="+mn-lt"/>
                <a:ea typeface="+mn-ea"/>
                <a:cs typeface="Arial" panose="020B0604020202020204" pitchFamily="34" charset="0"/>
              </a:rPr>
              <a:t>Footnotes</a:t>
            </a:r>
          </a:p>
        </p:txBody>
      </p:sp>
      <p:sp>
        <p:nvSpPr>
          <p:cNvPr id="57" name="2. Slide Title">
            <a:extLst>
              <a:ext uri="{FF2B5EF4-FFF2-40B4-BE49-F238E27FC236}">
                <a16:creationId xmlns:a16="http://schemas.microsoft.com/office/drawing/2014/main" id="{98FF70AE-7EF6-4E5B-9FFE-B44C852C9FBA}"/>
              </a:ext>
            </a:extLst>
          </p:cNvPr>
          <p:cNvSpPr>
            <a:spLocks noGrp="1"/>
          </p:cNvSpPr>
          <p:nvPr>
            <p:ph type="title"/>
            <p:custDataLst>
              <p:tags r:id="rId33"/>
            </p:custDataLst>
          </p:nvPr>
        </p:nvSpPr>
        <p:spPr>
          <a:xfrm>
            <a:off x="554736" y="355092"/>
            <a:ext cx="11082528" cy="731520"/>
          </a:xfrm>
          <a:prstGeom prst="rect">
            <a:avLst/>
          </a:prstGeom>
        </p:spPr>
        <p:txBody>
          <a:bodyPr vert="horz" wrap="square" lIns="0" tIns="0" rIns="0" bIns="0" rtlCol="0" anchor="b" anchorCtr="0">
            <a:noAutofit/>
          </a:bodyPr>
          <a:lstStyle/>
          <a:p>
            <a:r>
              <a:rPr lang="en-US"/>
              <a:t>Click to edit Master title style</a:t>
            </a:r>
            <a:endParaRPr lang="en-US" dirty="0"/>
          </a:p>
        </p:txBody>
      </p:sp>
      <p:sp>
        <p:nvSpPr>
          <p:cNvPr id="58" name="Text Placeholder 2">
            <a:extLst>
              <a:ext uri="{FF2B5EF4-FFF2-40B4-BE49-F238E27FC236}">
                <a16:creationId xmlns:a16="http://schemas.microsoft.com/office/drawing/2014/main" id="{192DB789-515B-4504-BE53-6445F2427687}"/>
              </a:ext>
            </a:extLst>
          </p:cNvPr>
          <p:cNvSpPr>
            <a:spLocks noGrp="1"/>
          </p:cNvSpPr>
          <p:nvPr>
            <p:ph type="body" idx="1"/>
          </p:nvPr>
        </p:nvSpPr>
        <p:spPr>
          <a:xfrm>
            <a:off x="554736" y="2171700"/>
            <a:ext cx="11082528" cy="252376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grpSp>
        <p:nvGrpSpPr>
          <p:cNvPr id="59" name="Grid" hidden="1">
            <a:extLst>
              <a:ext uri="{FF2B5EF4-FFF2-40B4-BE49-F238E27FC236}">
                <a16:creationId xmlns:a16="http://schemas.microsoft.com/office/drawing/2014/main" id="{D35250B8-D61E-4F1A-9ACD-6E1BB958B78E}"/>
              </a:ext>
            </a:extLst>
          </p:cNvPr>
          <p:cNvGrpSpPr/>
          <p:nvPr>
            <p:custDataLst>
              <p:tags r:id="rId34"/>
            </p:custDataLst>
          </p:nvPr>
        </p:nvGrpSpPr>
        <p:grpSpPr>
          <a:xfrm>
            <a:off x="0" y="0"/>
            <a:ext cx="12190476" cy="6858000"/>
            <a:chOff x="0" y="0"/>
            <a:chExt cx="12190476" cy="6858000"/>
          </a:xfrm>
        </p:grpSpPr>
        <p:sp>
          <p:nvSpPr>
            <p:cNvPr id="60" name="slide margin">
              <a:extLst>
                <a:ext uri="{FF2B5EF4-FFF2-40B4-BE49-F238E27FC236}">
                  <a16:creationId xmlns:a16="http://schemas.microsoft.com/office/drawing/2014/main" id="{B96EBE04-E01D-4922-8601-F1AD43DC4DA0}"/>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dirty="0">
                <a:solidFill>
                  <a:schemeClr val="tx1"/>
                </a:solidFill>
                <a:latin typeface="+mn-lt"/>
              </a:endParaRPr>
            </a:p>
          </p:txBody>
        </p:sp>
        <p:cxnSp>
          <p:nvCxnSpPr>
            <p:cNvPr id="61" name="Straight Connector 60">
              <a:extLst>
                <a:ext uri="{FF2B5EF4-FFF2-40B4-BE49-F238E27FC236}">
                  <a16:creationId xmlns:a16="http://schemas.microsoft.com/office/drawing/2014/main" id="{5CA037B0-2A91-4357-A969-80F65F949266}"/>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E1BD7C67-EF90-4AA0-BA50-51299E7EEE4C}"/>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7719564A-5227-44A7-ABC0-4C6BBC1E2D6F}"/>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FD85D0C-74E8-4603-86B8-FCC481122CE8}"/>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7F8BF8BD-68B4-4717-8162-382FFCC9BC9A}"/>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89DB0B65-FCD8-4DD7-833A-DEED6A420E2A}"/>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E18151F3-D51F-4302-95BF-AE8E806F628D}"/>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35A6B330-5ACC-486B-8131-B7F5407825B2}"/>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A5DE7AD-CCFE-4A85-9421-C7CEA9F80DEC}"/>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6E2A9A81-75D1-41A9-9821-54FC36E753C1}"/>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86FE52AA-2DD1-4D00-A984-41CDC38B2D7F}"/>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85C9FC50-7177-43E6-9E56-DC9A2E6B7E6E}"/>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73" name="Freeform: Shape 72">
              <a:extLst>
                <a:ext uri="{FF2B5EF4-FFF2-40B4-BE49-F238E27FC236}">
                  <a16:creationId xmlns:a16="http://schemas.microsoft.com/office/drawing/2014/main" id="{BC97F85A-62E2-4591-B8D0-4F068B177B5D}"/>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4" name="Freeform: Shape 73">
              <a:extLst>
                <a:ext uri="{FF2B5EF4-FFF2-40B4-BE49-F238E27FC236}">
                  <a16:creationId xmlns:a16="http://schemas.microsoft.com/office/drawing/2014/main" id="{7F4B967A-CF91-473D-8A35-2BE771F9F590}"/>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5" name="Freeform: Shape 74">
              <a:extLst>
                <a:ext uri="{FF2B5EF4-FFF2-40B4-BE49-F238E27FC236}">
                  <a16:creationId xmlns:a16="http://schemas.microsoft.com/office/drawing/2014/main" id="{5AC41621-77EA-4492-8E68-0BE34108294A}"/>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6" name="Freeform: Shape 75">
              <a:extLst>
                <a:ext uri="{FF2B5EF4-FFF2-40B4-BE49-F238E27FC236}">
                  <a16:creationId xmlns:a16="http://schemas.microsoft.com/office/drawing/2014/main" id="{31A06AD2-A9EA-45D9-B15C-089884A54107}"/>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7" name="Freeform: Shape 76">
              <a:extLst>
                <a:ext uri="{FF2B5EF4-FFF2-40B4-BE49-F238E27FC236}">
                  <a16:creationId xmlns:a16="http://schemas.microsoft.com/office/drawing/2014/main" id="{3A7B39CC-379F-4224-9E59-81B1690088A0}"/>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8" name="Freeform: Shape 77">
              <a:extLst>
                <a:ext uri="{FF2B5EF4-FFF2-40B4-BE49-F238E27FC236}">
                  <a16:creationId xmlns:a16="http://schemas.microsoft.com/office/drawing/2014/main" id="{F8002ACB-1459-4214-B28A-B38E8A1FF8A6}"/>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79" name="Freeform: Shape 78">
              <a:extLst>
                <a:ext uri="{FF2B5EF4-FFF2-40B4-BE49-F238E27FC236}">
                  <a16:creationId xmlns:a16="http://schemas.microsoft.com/office/drawing/2014/main" id="{71D59E94-AA3C-4DE0-8345-20C71667A205}"/>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0" name="Freeform: Shape 79">
              <a:extLst>
                <a:ext uri="{FF2B5EF4-FFF2-40B4-BE49-F238E27FC236}">
                  <a16:creationId xmlns:a16="http://schemas.microsoft.com/office/drawing/2014/main" id="{5805F09B-786C-43E4-8288-B1AAF94C8ADE}"/>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1" name="Freeform: Shape 80">
              <a:extLst>
                <a:ext uri="{FF2B5EF4-FFF2-40B4-BE49-F238E27FC236}">
                  <a16:creationId xmlns:a16="http://schemas.microsoft.com/office/drawing/2014/main" id="{5FB23B6E-567C-4896-8B32-DA4C452B4AE7}"/>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2" name="Freeform: Shape 81">
              <a:extLst>
                <a:ext uri="{FF2B5EF4-FFF2-40B4-BE49-F238E27FC236}">
                  <a16:creationId xmlns:a16="http://schemas.microsoft.com/office/drawing/2014/main" id="{9B792231-972E-4476-BAF2-761E10463BA8}"/>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3" name="Freeform: Shape 82">
              <a:extLst>
                <a:ext uri="{FF2B5EF4-FFF2-40B4-BE49-F238E27FC236}">
                  <a16:creationId xmlns:a16="http://schemas.microsoft.com/office/drawing/2014/main" id="{908370B7-3D11-4F78-B977-D8F0DE2694ED}"/>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4" name="Freeform: Shape 83">
              <a:extLst>
                <a:ext uri="{FF2B5EF4-FFF2-40B4-BE49-F238E27FC236}">
                  <a16:creationId xmlns:a16="http://schemas.microsoft.com/office/drawing/2014/main" id="{C11EA99D-D15D-43C2-BF4E-36554B346AB6}"/>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5" name="Freeform: Shape 84">
              <a:extLst>
                <a:ext uri="{FF2B5EF4-FFF2-40B4-BE49-F238E27FC236}">
                  <a16:creationId xmlns:a16="http://schemas.microsoft.com/office/drawing/2014/main" id="{3A72B2F6-0AFF-4E6E-AFFF-60767DB3FA63}"/>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6" name="Freeform: Shape 85">
              <a:extLst>
                <a:ext uri="{FF2B5EF4-FFF2-40B4-BE49-F238E27FC236}">
                  <a16:creationId xmlns:a16="http://schemas.microsoft.com/office/drawing/2014/main" id="{A68F8E74-3AE4-4AF9-9F36-63344C9076D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7" name="Freeform: Shape 86">
              <a:extLst>
                <a:ext uri="{FF2B5EF4-FFF2-40B4-BE49-F238E27FC236}">
                  <a16:creationId xmlns:a16="http://schemas.microsoft.com/office/drawing/2014/main" id="{31D5F169-E1D4-48A3-AE5B-F5F1BEF2E7CF}"/>
                </a:ext>
              </a:extLst>
            </p:cNvPr>
            <p:cNvSpPr/>
            <p:nvPr/>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8" name="Freeform: Shape 87">
              <a:extLst>
                <a:ext uri="{FF2B5EF4-FFF2-40B4-BE49-F238E27FC236}">
                  <a16:creationId xmlns:a16="http://schemas.microsoft.com/office/drawing/2014/main" id="{4230F928-F9B2-4955-9800-74DE09DCE6F2}"/>
                </a:ext>
              </a:extLst>
            </p:cNvPr>
            <p:cNvSpPr/>
            <p:nvPr/>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89" name="Freeform: Shape 88">
              <a:extLst>
                <a:ext uri="{FF2B5EF4-FFF2-40B4-BE49-F238E27FC236}">
                  <a16:creationId xmlns:a16="http://schemas.microsoft.com/office/drawing/2014/main" id="{37C829A9-6808-4531-8C12-A84988E6DEE1}"/>
                </a:ext>
              </a:extLst>
            </p:cNvPr>
            <p:cNvSpPr/>
            <p:nvPr/>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0" name="Freeform: Shape 89">
              <a:extLst>
                <a:ext uri="{FF2B5EF4-FFF2-40B4-BE49-F238E27FC236}">
                  <a16:creationId xmlns:a16="http://schemas.microsoft.com/office/drawing/2014/main" id="{7FA5964C-E9C5-4C2F-BD6E-47BAFB5B6D17}"/>
                </a:ext>
              </a:extLst>
            </p:cNvPr>
            <p:cNvSpPr/>
            <p:nvPr/>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1" name="Freeform: Shape 90">
              <a:extLst>
                <a:ext uri="{FF2B5EF4-FFF2-40B4-BE49-F238E27FC236}">
                  <a16:creationId xmlns:a16="http://schemas.microsoft.com/office/drawing/2014/main" id="{3C168D8D-76CE-4BE5-BE95-79B96300EA3F}"/>
                </a:ext>
              </a:extLst>
            </p:cNvPr>
            <p:cNvSpPr/>
            <p:nvPr/>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2" name="Freeform: Shape 91">
              <a:extLst>
                <a:ext uri="{FF2B5EF4-FFF2-40B4-BE49-F238E27FC236}">
                  <a16:creationId xmlns:a16="http://schemas.microsoft.com/office/drawing/2014/main" id="{6749465C-813A-45F9-8C3E-5D06C8584929}"/>
                </a:ext>
              </a:extLst>
            </p:cNvPr>
            <p:cNvSpPr/>
            <p:nvPr/>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3" name="Freeform: Shape 92">
              <a:extLst>
                <a:ext uri="{FF2B5EF4-FFF2-40B4-BE49-F238E27FC236}">
                  <a16:creationId xmlns:a16="http://schemas.microsoft.com/office/drawing/2014/main" id="{53894C26-2473-4C24-B082-48DD1E92241C}"/>
                </a:ext>
              </a:extLst>
            </p:cNvPr>
            <p:cNvSpPr/>
            <p:nvPr/>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4" name="Freeform: Shape 93">
              <a:extLst>
                <a:ext uri="{FF2B5EF4-FFF2-40B4-BE49-F238E27FC236}">
                  <a16:creationId xmlns:a16="http://schemas.microsoft.com/office/drawing/2014/main" id="{BFDA0320-8435-46CA-B1B3-5203F54A419F}"/>
                </a:ext>
              </a:extLst>
            </p:cNvPr>
            <p:cNvSpPr/>
            <p:nvPr/>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5" name="Freeform: Shape 94">
              <a:extLst>
                <a:ext uri="{FF2B5EF4-FFF2-40B4-BE49-F238E27FC236}">
                  <a16:creationId xmlns:a16="http://schemas.microsoft.com/office/drawing/2014/main" id="{A42721E4-5D12-459C-AC2E-7CE148AF9062}"/>
                </a:ext>
              </a:extLst>
            </p:cNvPr>
            <p:cNvSpPr/>
            <p:nvPr/>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6" name="Freeform: Shape 95">
              <a:extLst>
                <a:ext uri="{FF2B5EF4-FFF2-40B4-BE49-F238E27FC236}">
                  <a16:creationId xmlns:a16="http://schemas.microsoft.com/office/drawing/2014/main" id="{8BF7D46B-3779-49D0-BCB4-F2DCE091958D}"/>
                </a:ext>
              </a:extLst>
            </p:cNvPr>
            <p:cNvSpPr/>
            <p:nvPr/>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sp>
          <p:nvSpPr>
            <p:cNvPr id="97" name="Freeform: Shape 96">
              <a:extLst>
                <a:ext uri="{FF2B5EF4-FFF2-40B4-BE49-F238E27FC236}">
                  <a16:creationId xmlns:a16="http://schemas.microsoft.com/office/drawing/2014/main" id="{634464F0-BD7F-4488-85F0-EC20C24BECAA}"/>
                </a:ext>
              </a:extLst>
            </p:cNvPr>
            <p:cNvSpPr/>
            <p:nvPr/>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dirty="0">
                <a:solidFill>
                  <a:schemeClr val="tx1"/>
                </a:solidFill>
                <a:latin typeface="+mn-lt"/>
              </a:endParaRPr>
            </a:p>
          </p:txBody>
        </p:sp>
        <p:cxnSp>
          <p:nvCxnSpPr>
            <p:cNvPr id="98" name="Straight Connector 97">
              <a:extLst>
                <a:ext uri="{FF2B5EF4-FFF2-40B4-BE49-F238E27FC236}">
                  <a16:creationId xmlns:a16="http://schemas.microsoft.com/office/drawing/2014/main" id="{82B54541-0CDD-4724-8101-AABFF1207033}"/>
                </a:ext>
              </a:extLst>
            </p:cNvPr>
            <p:cNvCxnSpPr/>
            <p:nvPr/>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070398-8D55-4EE2-8CA4-47428E2AF03F}"/>
                </a:ext>
              </a:extLst>
            </p:cNvPr>
            <p:cNvCxnSpPr/>
            <p:nvPr/>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42166891-56D0-4EBC-B681-501401DEF9D4}"/>
                </a:ext>
              </a:extLst>
            </p:cNvPr>
            <p:cNvCxnSpPr/>
            <p:nvPr/>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C13A87E3-D106-41FF-A8CD-C27DABF0103D}"/>
                </a:ext>
              </a:extLst>
            </p:cNvPr>
            <p:cNvCxnSpPr/>
            <p:nvPr/>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2164477D-838D-4C70-ADD7-37AD79A844AA}"/>
                </a:ext>
              </a:extLst>
            </p:cNvPr>
            <p:cNvCxnSpPr/>
            <p:nvPr/>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72B193C0-8980-4BB2-8E91-7A1C9ABE0B6C}"/>
                </a:ext>
              </a:extLst>
            </p:cNvPr>
            <p:cNvCxnSpPr/>
            <p:nvPr/>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7" name="Straight Connector 106">
              <a:extLst>
                <a:ext uri="{FF2B5EF4-FFF2-40B4-BE49-F238E27FC236}">
                  <a16:creationId xmlns:a16="http://schemas.microsoft.com/office/drawing/2014/main" id="{C1A94AAA-1D98-4233-842E-2A2F52812358}"/>
                </a:ext>
              </a:extLst>
            </p:cNvPr>
            <p:cNvCxnSpPr/>
            <p:nvPr/>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E21F2B43-A2DC-42F4-8EA4-A8A4DA6D6FA7}"/>
                </a:ext>
              </a:extLst>
            </p:cNvPr>
            <p:cNvCxnSpPr/>
            <p:nvPr/>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A60F0923-6896-405D-AD16-F097448F3E3D}"/>
                </a:ext>
              </a:extLst>
            </p:cNvPr>
            <p:cNvCxnSpPr/>
            <p:nvPr/>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BC70D5B1-47D7-451F-B83A-973A26731A22}"/>
                </a:ext>
              </a:extLst>
            </p:cNvPr>
            <p:cNvCxnSpPr/>
            <p:nvPr/>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3FD9A464-81FE-4829-A1C5-5CCEE42448B3}"/>
                </a:ext>
              </a:extLst>
            </p:cNvPr>
            <p:cNvCxnSpPr/>
            <p:nvPr/>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F55CAB0-53A2-417F-9F66-C0437933E98B}"/>
                </a:ext>
              </a:extLst>
            </p:cNvPr>
            <p:cNvCxnSpPr/>
            <p:nvPr/>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1547EE77-7495-47CB-BEC9-D5C742DF2B2C}"/>
                </a:ext>
              </a:extLst>
            </p:cNvPr>
            <p:cNvCxnSpPr/>
            <p:nvPr/>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CA942184-696A-4A78-BB9D-3D619B990987}"/>
                </a:ext>
              </a:extLst>
            </p:cNvPr>
            <p:cNvCxnSpPr/>
            <p:nvPr/>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1B5F4EE6-4D4C-4488-80DE-36C83D540765}"/>
                </a:ext>
              </a:extLst>
            </p:cNvPr>
            <p:cNvCxnSpPr/>
            <p:nvPr/>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CD3A42E3-1ED2-4BBE-8B0B-CEA491522F0A}"/>
                </a:ext>
              </a:extLst>
            </p:cNvPr>
            <p:cNvCxnSpPr/>
            <p:nvPr/>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94162AD8-9037-4220-B19F-7B3A0F44E941}"/>
                </a:ext>
              </a:extLst>
            </p:cNvPr>
            <p:cNvCxnSpPr/>
            <p:nvPr/>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4C20FB70-03E4-4D7E-BA41-546EAAB33089}"/>
                </a:ext>
              </a:extLst>
            </p:cNvPr>
            <p:cNvCxnSpPr/>
            <p:nvPr/>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19" name="Straight Connector 118">
              <a:extLst>
                <a:ext uri="{FF2B5EF4-FFF2-40B4-BE49-F238E27FC236}">
                  <a16:creationId xmlns:a16="http://schemas.microsoft.com/office/drawing/2014/main" id="{A84D3C92-FDAE-47DB-9457-A9B216922E98}"/>
                </a:ext>
              </a:extLst>
            </p:cNvPr>
            <p:cNvCxnSpPr/>
            <p:nvPr/>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a:extLst>
                <a:ext uri="{FF2B5EF4-FFF2-40B4-BE49-F238E27FC236}">
                  <a16:creationId xmlns:a16="http://schemas.microsoft.com/office/drawing/2014/main" id="{B5DF0860-265F-4ABC-9F65-0C1D385DAA19}"/>
                </a:ext>
              </a:extLst>
            </p:cNvPr>
            <p:cNvCxnSpPr/>
            <p:nvPr/>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D878D1D5-E6E5-4FA6-AF6E-95E8AF796777}"/>
                </a:ext>
              </a:extLst>
            </p:cNvPr>
            <p:cNvCxnSpPr/>
            <p:nvPr/>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a:extLst>
                <a:ext uri="{FF2B5EF4-FFF2-40B4-BE49-F238E27FC236}">
                  <a16:creationId xmlns:a16="http://schemas.microsoft.com/office/drawing/2014/main" id="{E11FF29A-4B39-4335-9BD5-ED902309BF79}"/>
                </a:ext>
              </a:extLst>
            </p:cNvPr>
            <p:cNvCxnSpPr/>
            <p:nvPr/>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a:extLst>
                <a:ext uri="{FF2B5EF4-FFF2-40B4-BE49-F238E27FC236}">
                  <a16:creationId xmlns:a16="http://schemas.microsoft.com/office/drawing/2014/main" id="{3A82A803-5E70-4523-9F20-67F308765C7E}"/>
                </a:ext>
              </a:extLst>
            </p:cNvPr>
            <p:cNvCxnSpPr/>
            <p:nvPr/>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B4208CB2-5882-4416-87C9-284BDAF3367A}"/>
                </a:ext>
              </a:extLst>
            </p:cNvPr>
            <p:cNvCxnSpPr/>
            <p:nvPr/>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BD4116CD-6422-4E26-9703-D3F7C10FCD56}"/>
                </a:ext>
              </a:extLst>
            </p:cNvPr>
            <p:cNvCxnSpPr/>
            <p:nvPr/>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31AB3A35-E2FF-4178-896B-F08E77092825}"/>
                </a:ext>
              </a:extLst>
            </p:cNvPr>
            <p:cNvCxnSpPr/>
            <p:nvPr/>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2179C539-DD6F-48AA-8F80-27BC682014AF}"/>
                </a:ext>
              </a:extLst>
            </p:cNvPr>
            <p:cNvCxnSpPr/>
            <p:nvPr/>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a:extLst>
                <a:ext uri="{FF2B5EF4-FFF2-40B4-BE49-F238E27FC236}">
                  <a16:creationId xmlns:a16="http://schemas.microsoft.com/office/drawing/2014/main" id="{2784004E-3271-4D1C-B1EA-CA1E334E0D03}"/>
                </a:ext>
              </a:extLst>
            </p:cNvPr>
            <p:cNvCxnSpPr/>
            <p:nvPr/>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3657725E-FBF6-491D-9BA1-E6A9727F4F2D}"/>
                </a:ext>
              </a:extLst>
            </p:cNvPr>
            <p:cNvCxnSpPr/>
            <p:nvPr/>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31244567-76A7-47AF-9353-403D05D533F0}"/>
                </a:ext>
              </a:extLst>
            </p:cNvPr>
            <p:cNvCxnSpPr/>
            <p:nvPr/>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EEC47A2A-ED3B-4AD0-ACD5-F8ED92644229}"/>
                </a:ext>
              </a:extLst>
            </p:cNvPr>
            <p:cNvCxnSpPr/>
            <p:nvPr/>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0F3E01E5-F569-4020-BCB0-083537701AB0}"/>
                </a:ext>
              </a:extLst>
            </p:cNvPr>
            <p:cNvCxnSpPr/>
            <p:nvPr/>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71121A42-5912-44C8-B9A3-FDEC8EA70284}"/>
                </a:ext>
              </a:extLst>
            </p:cNvPr>
            <p:cNvCxnSpPr/>
            <p:nvPr/>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a:extLst>
                <a:ext uri="{FF2B5EF4-FFF2-40B4-BE49-F238E27FC236}">
                  <a16:creationId xmlns:a16="http://schemas.microsoft.com/office/drawing/2014/main" id="{659B1DE7-25C8-4743-8284-FA656D339F55}"/>
                </a:ext>
              </a:extLst>
            </p:cNvPr>
            <p:cNvCxnSpPr/>
            <p:nvPr/>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a:extLst>
                <a:ext uri="{FF2B5EF4-FFF2-40B4-BE49-F238E27FC236}">
                  <a16:creationId xmlns:a16="http://schemas.microsoft.com/office/drawing/2014/main" id="{526249F1-59FB-44FC-8AF9-D7F90AFBEE2C}"/>
                </a:ext>
              </a:extLst>
            </p:cNvPr>
            <p:cNvCxnSpPr/>
            <p:nvPr/>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a:extLst>
                <a:ext uri="{FF2B5EF4-FFF2-40B4-BE49-F238E27FC236}">
                  <a16:creationId xmlns:a16="http://schemas.microsoft.com/office/drawing/2014/main" id="{E6D42779-D977-4405-A149-D8DE5B52134A}"/>
                </a:ext>
              </a:extLst>
            </p:cNvPr>
            <p:cNvCxnSpPr/>
            <p:nvPr/>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a:extLst>
                <a:ext uri="{FF2B5EF4-FFF2-40B4-BE49-F238E27FC236}">
                  <a16:creationId xmlns:a16="http://schemas.microsoft.com/office/drawing/2014/main" id="{27EE8A2F-6AD9-4AE7-B04B-7892891F84AC}"/>
                </a:ext>
              </a:extLst>
            </p:cNvPr>
            <p:cNvCxnSpPr/>
            <p:nvPr/>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a:extLst>
                <a:ext uri="{FF2B5EF4-FFF2-40B4-BE49-F238E27FC236}">
                  <a16:creationId xmlns:a16="http://schemas.microsoft.com/office/drawing/2014/main" id="{B8F4A59A-16C3-4C3A-AB79-FE22721EA641}"/>
                </a:ext>
              </a:extLst>
            </p:cNvPr>
            <p:cNvCxnSpPr/>
            <p:nvPr/>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a:extLst>
                <a:ext uri="{FF2B5EF4-FFF2-40B4-BE49-F238E27FC236}">
                  <a16:creationId xmlns:a16="http://schemas.microsoft.com/office/drawing/2014/main" id="{5CA3A6CC-1A49-42F6-A318-99D9224BDC91}"/>
                </a:ext>
              </a:extLst>
            </p:cNvPr>
            <p:cNvCxnSpPr/>
            <p:nvPr/>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a:extLst>
                <a:ext uri="{FF2B5EF4-FFF2-40B4-BE49-F238E27FC236}">
                  <a16:creationId xmlns:a16="http://schemas.microsoft.com/office/drawing/2014/main" id="{2DC3484E-5EF8-49C4-B1F6-75C854D50C80}"/>
                </a:ext>
              </a:extLst>
            </p:cNvPr>
            <p:cNvCxnSpPr/>
            <p:nvPr/>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a:extLst>
                <a:ext uri="{FF2B5EF4-FFF2-40B4-BE49-F238E27FC236}">
                  <a16:creationId xmlns:a16="http://schemas.microsoft.com/office/drawing/2014/main" id="{33461A54-E77E-414D-B7E0-7364070D9566}"/>
                </a:ext>
              </a:extLst>
            </p:cNvPr>
            <p:cNvCxnSpPr/>
            <p:nvPr/>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29C48517-171B-43FD-A41C-58C9B531BDB5}"/>
                </a:ext>
              </a:extLst>
            </p:cNvPr>
            <p:cNvCxnSpPr/>
            <p:nvPr/>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F429932A-1238-48FC-B171-20A3AA531D40}"/>
                </a:ext>
              </a:extLst>
            </p:cNvPr>
            <p:cNvCxnSpPr/>
            <p:nvPr/>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7BED7651-AF04-41D4-9476-5A43476D85BB}"/>
                </a:ext>
              </a:extLst>
            </p:cNvPr>
            <p:cNvCxnSpPr/>
            <p:nvPr/>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145" name="main body box">
              <a:extLst>
                <a:ext uri="{FF2B5EF4-FFF2-40B4-BE49-F238E27FC236}">
                  <a16:creationId xmlns:a16="http://schemas.microsoft.com/office/drawing/2014/main" id="{100DE417-9DB9-4840-8370-B716FFA27760}"/>
                </a:ext>
              </a:extLst>
            </p:cNvPr>
            <p:cNvSpPr/>
            <p:nvPr/>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dirty="0">
                <a:solidFill>
                  <a:schemeClr val="tx1"/>
                </a:solidFill>
                <a:latin typeface="+mn-lt"/>
              </a:endParaRPr>
            </a:p>
          </p:txBody>
        </p:sp>
        <p:cxnSp>
          <p:nvCxnSpPr>
            <p:cNvPr id="146" name="Straight Connector 145">
              <a:extLst>
                <a:ext uri="{FF2B5EF4-FFF2-40B4-BE49-F238E27FC236}">
                  <a16:creationId xmlns:a16="http://schemas.microsoft.com/office/drawing/2014/main" id="{B93A1E2B-8C80-482F-83BE-384344D09839}"/>
                </a:ext>
              </a:extLst>
            </p:cNvPr>
            <p:cNvCxnSpPr/>
            <p:nvPr/>
          </p:nvCxnSpPr>
          <p:spPr bwMode="invGray">
            <a:xfrm>
              <a:off x="554736" y="2177796"/>
              <a:ext cx="11082528" cy="0"/>
            </a:xfrm>
            <a:prstGeom prst="line">
              <a:avLst/>
            </a:prstGeom>
            <a:noFill/>
            <a:ln w="12700">
              <a:solidFill>
                <a:srgbClr val="19D3C5">
                  <a:alpha val="50000"/>
                </a:srgbClr>
              </a:solidFill>
            </a:ln>
          </p:spPr>
        </p:cxnSp>
        <p:cxnSp>
          <p:nvCxnSpPr>
            <p:cNvPr id="147" name="Straight Connector 146">
              <a:extLst>
                <a:ext uri="{FF2B5EF4-FFF2-40B4-BE49-F238E27FC236}">
                  <a16:creationId xmlns:a16="http://schemas.microsoft.com/office/drawing/2014/main" id="{BEAB22C5-0A46-4041-9158-6DC76EA2F350}"/>
                </a:ext>
              </a:extLst>
            </p:cNvPr>
            <p:cNvCxnSpPr/>
            <p:nvPr/>
          </p:nvCxnSpPr>
          <p:spPr bwMode="invGray">
            <a:xfrm>
              <a:off x="554736" y="1711453"/>
              <a:ext cx="11082528" cy="0"/>
            </a:xfrm>
            <a:prstGeom prst="line">
              <a:avLst/>
            </a:prstGeom>
            <a:noFill/>
            <a:ln w="12700">
              <a:solidFill>
                <a:srgbClr val="19D3C5">
                  <a:alpha val="50000"/>
                </a:srgbClr>
              </a:solidFill>
            </a:ln>
          </p:spPr>
        </p:cxnSp>
      </p:grpSp>
      <p:grpSp>
        <p:nvGrpSpPr>
          <p:cNvPr id="187" name="LegendBoxes" hidden="1">
            <a:extLst>
              <a:ext uri="{FF2B5EF4-FFF2-40B4-BE49-F238E27FC236}">
                <a16:creationId xmlns:a16="http://schemas.microsoft.com/office/drawing/2014/main" id="{5048A9C9-0655-49B2-A283-6A54678F321B}"/>
              </a:ext>
            </a:extLst>
          </p:cNvPr>
          <p:cNvGrpSpPr/>
          <p:nvPr/>
        </p:nvGrpSpPr>
        <p:grpSpPr>
          <a:xfrm>
            <a:off x="10554770" y="4322824"/>
            <a:ext cx="984864" cy="1717282"/>
            <a:chOff x="9585951" y="2980105"/>
            <a:chExt cx="984864" cy="1717282"/>
          </a:xfrm>
        </p:grpSpPr>
        <p:sp>
          <p:nvSpPr>
            <p:cNvPr id="188" name="RectangleLegend1">
              <a:extLst>
                <a:ext uri="{FF2B5EF4-FFF2-40B4-BE49-F238E27FC236}">
                  <a16:creationId xmlns:a16="http://schemas.microsoft.com/office/drawing/2014/main" id="{8F219674-AEDF-41A7-B3C3-07BD8D165776}"/>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89" name="RectangleLegend2">
              <a:extLst>
                <a:ext uri="{FF2B5EF4-FFF2-40B4-BE49-F238E27FC236}">
                  <a16:creationId xmlns:a16="http://schemas.microsoft.com/office/drawing/2014/main" id="{76884974-3CCD-4F11-B109-02708F18B04E}"/>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0" name="RectangleLegend3">
              <a:extLst>
                <a:ext uri="{FF2B5EF4-FFF2-40B4-BE49-F238E27FC236}">
                  <a16:creationId xmlns:a16="http://schemas.microsoft.com/office/drawing/2014/main" id="{D440B2EC-6FE5-4259-BA11-DC2E3B68E637}"/>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1" name="RectangleLegend4">
              <a:extLst>
                <a:ext uri="{FF2B5EF4-FFF2-40B4-BE49-F238E27FC236}">
                  <a16:creationId xmlns:a16="http://schemas.microsoft.com/office/drawing/2014/main" id="{52FE9D34-332E-47CD-94B8-12A069181C03}"/>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2" name="RectangleLegend5">
              <a:extLst>
                <a:ext uri="{FF2B5EF4-FFF2-40B4-BE49-F238E27FC236}">
                  <a16:creationId xmlns:a16="http://schemas.microsoft.com/office/drawing/2014/main" id="{1D6EA8D9-42BE-4743-876B-1050D1436021}"/>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dirty="0">
                <a:solidFill>
                  <a:schemeClr val="tx1"/>
                </a:solidFill>
              </a:endParaRPr>
            </a:p>
          </p:txBody>
        </p:sp>
        <p:sp>
          <p:nvSpPr>
            <p:cNvPr id="193" name="Legend1">
              <a:extLst>
                <a:ext uri="{FF2B5EF4-FFF2-40B4-BE49-F238E27FC236}">
                  <a16:creationId xmlns:a16="http://schemas.microsoft.com/office/drawing/2014/main" id="{50F3208A-D1A9-4DEE-B968-1381D0DE88E8}"/>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4" name="Legend2">
              <a:extLst>
                <a:ext uri="{FF2B5EF4-FFF2-40B4-BE49-F238E27FC236}">
                  <a16:creationId xmlns:a16="http://schemas.microsoft.com/office/drawing/2014/main" id="{69AC8C80-52E4-4497-A147-009E23FB42A5}"/>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5" name="Legend3">
              <a:extLst>
                <a:ext uri="{FF2B5EF4-FFF2-40B4-BE49-F238E27FC236}">
                  <a16:creationId xmlns:a16="http://schemas.microsoft.com/office/drawing/2014/main" id="{218BEB5C-C19E-451D-B538-56A492CF74C6}"/>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6" name="Legend4">
              <a:extLst>
                <a:ext uri="{FF2B5EF4-FFF2-40B4-BE49-F238E27FC236}">
                  <a16:creationId xmlns:a16="http://schemas.microsoft.com/office/drawing/2014/main" id="{B77C1590-32D9-4A52-8AF0-454D06E80BF2}"/>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97" name="Legend5">
              <a:extLst>
                <a:ext uri="{FF2B5EF4-FFF2-40B4-BE49-F238E27FC236}">
                  <a16:creationId xmlns:a16="http://schemas.microsoft.com/office/drawing/2014/main" id="{A40A9DB6-E1B2-47A6-8B66-4FCDC31DD600}"/>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grpSp>
        <p:nvGrpSpPr>
          <p:cNvPr id="148" name="LegendMoons" hidden="1">
            <a:extLst>
              <a:ext uri="{FF2B5EF4-FFF2-40B4-BE49-F238E27FC236}">
                <a16:creationId xmlns:a16="http://schemas.microsoft.com/office/drawing/2014/main" id="{DDFB4BFF-188C-450D-B4D3-DF8BD2DB3D7F}"/>
              </a:ext>
            </a:extLst>
          </p:cNvPr>
          <p:cNvGrpSpPr/>
          <p:nvPr/>
        </p:nvGrpSpPr>
        <p:grpSpPr>
          <a:xfrm>
            <a:off x="7723680" y="1702457"/>
            <a:ext cx="1023616" cy="1731859"/>
            <a:chOff x="7723680" y="1702457"/>
            <a:chExt cx="1023616" cy="1731859"/>
          </a:xfrm>
        </p:grpSpPr>
        <p:sp>
          <p:nvSpPr>
            <p:cNvPr id="149" name="Legend1">
              <a:extLst>
                <a:ext uri="{FF2B5EF4-FFF2-40B4-BE49-F238E27FC236}">
                  <a16:creationId xmlns:a16="http://schemas.microsoft.com/office/drawing/2014/main" id="{66D8D147-F2B4-4250-9C41-767555E14320}"/>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0" name="Legend2">
              <a:extLst>
                <a:ext uri="{FF2B5EF4-FFF2-40B4-BE49-F238E27FC236}">
                  <a16:creationId xmlns:a16="http://schemas.microsoft.com/office/drawing/2014/main" id="{E9DCC6EC-92E6-47D0-B23D-94365AC17441}"/>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1" name="Legend3">
              <a:extLst>
                <a:ext uri="{FF2B5EF4-FFF2-40B4-BE49-F238E27FC236}">
                  <a16:creationId xmlns:a16="http://schemas.microsoft.com/office/drawing/2014/main" id="{8451F4C0-E484-44FD-B923-EE0B1E1D1274}"/>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2" name="Legend4">
              <a:extLst>
                <a:ext uri="{FF2B5EF4-FFF2-40B4-BE49-F238E27FC236}">
                  <a16:creationId xmlns:a16="http://schemas.microsoft.com/office/drawing/2014/main" id="{508A2D78-9A17-4FB2-A405-02E4BB25DD6C}"/>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53" name="Legend5">
              <a:extLst>
                <a:ext uri="{FF2B5EF4-FFF2-40B4-BE49-F238E27FC236}">
                  <a16:creationId xmlns:a16="http://schemas.microsoft.com/office/drawing/2014/main" id="{CF32E1C9-EF64-41BC-8B8E-B7FED880E653}"/>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grpSp>
          <p:nvGrpSpPr>
            <p:cNvPr id="154" name="MoonLegend1">
              <a:extLst>
                <a:ext uri="{FF2B5EF4-FFF2-40B4-BE49-F238E27FC236}">
                  <a16:creationId xmlns:a16="http://schemas.microsoft.com/office/drawing/2014/main" id="{496CCEDB-0BDA-47D9-9BA4-03BD59D6EEC2}"/>
                </a:ext>
              </a:extLst>
            </p:cNvPr>
            <p:cNvGrpSpPr>
              <a:grpSpLocks noChangeAspect="1"/>
            </p:cNvGrpSpPr>
            <p:nvPr>
              <p:custDataLst>
                <p:tags r:id="rId55"/>
              </p:custDataLst>
            </p:nvPr>
          </p:nvGrpSpPr>
          <p:grpSpPr>
            <a:xfrm>
              <a:off x="7723680" y="1702457"/>
              <a:ext cx="228600" cy="228600"/>
              <a:chOff x="762000" y="1270000"/>
              <a:chExt cx="254000" cy="254000"/>
            </a:xfrm>
          </p:grpSpPr>
          <p:sp>
            <p:nvSpPr>
              <p:cNvPr id="167" name="Oval 166">
                <a:extLst>
                  <a:ext uri="{FF2B5EF4-FFF2-40B4-BE49-F238E27FC236}">
                    <a16:creationId xmlns:a16="http://schemas.microsoft.com/office/drawing/2014/main" id="{F21E8F0F-ACA9-405E-8484-3FE9B6124FFD}"/>
                  </a:ext>
                </a:extLst>
              </p:cNvPr>
              <p:cNvSpPr/>
              <p:nvPr>
                <p:custDataLst>
                  <p:tags r:id="rId68"/>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8" name="Arc 167" hidden="1">
                <a:extLst>
                  <a:ext uri="{FF2B5EF4-FFF2-40B4-BE49-F238E27FC236}">
                    <a16:creationId xmlns:a16="http://schemas.microsoft.com/office/drawing/2014/main" id="{315D8D40-04AC-475B-AFC0-F08E492D131D}"/>
                  </a:ext>
                </a:extLst>
              </p:cNvPr>
              <p:cNvSpPr/>
              <p:nvPr>
                <p:custDataLst>
                  <p:tags r:id="rId69"/>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5" name="MoonLegend2">
              <a:extLst>
                <a:ext uri="{FF2B5EF4-FFF2-40B4-BE49-F238E27FC236}">
                  <a16:creationId xmlns:a16="http://schemas.microsoft.com/office/drawing/2014/main" id="{BCF3BE62-91BA-488B-84C7-3FE20CFBDB9A}"/>
                </a:ext>
              </a:extLst>
            </p:cNvPr>
            <p:cNvGrpSpPr>
              <a:grpSpLocks noChangeAspect="1"/>
            </p:cNvGrpSpPr>
            <p:nvPr>
              <p:custDataLst>
                <p:tags r:id="rId56"/>
              </p:custDataLst>
            </p:nvPr>
          </p:nvGrpSpPr>
          <p:grpSpPr>
            <a:xfrm>
              <a:off x="7723680" y="2078270"/>
              <a:ext cx="228600" cy="228600"/>
              <a:chOff x="762000" y="1270000"/>
              <a:chExt cx="254000" cy="254000"/>
            </a:xfrm>
          </p:grpSpPr>
          <p:sp>
            <p:nvSpPr>
              <p:cNvPr id="165" name="Oval 164">
                <a:extLst>
                  <a:ext uri="{FF2B5EF4-FFF2-40B4-BE49-F238E27FC236}">
                    <a16:creationId xmlns:a16="http://schemas.microsoft.com/office/drawing/2014/main" id="{D27FF75E-C9E0-4D28-8F47-85C2D2EE375F}"/>
                  </a:ext>
                </a:extLst>
              </p:cNvPr>
              <p:cNvSpPr/>
              <p:nvPr>
                <p:custDataLst>
                  <p:tags r:id="rId66"/>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6" name="Arc 165">
                <a:extLst>
                  <a:ext uri="{FF2B5EF4-FFF2-40B4-BE49-F238E27FC236}">
                    <a16:creationId xmlns:a16="http://schemas.microsoft.com/office/drawing/2014/main" id="{BDC4F596-0330-4D95-8A02-83794DACDB00}"/>
                  </a:ext>
                </a:extLst>
              </p:cNvPr>
              <p:cNvSpPr/>
              <p:nvPr>
                <p:custDataLst>
                  <p:tags r:id="rId67"/>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6" name="MoonLegend3">
              <a:extLst>
                <a:ext uri="{FF2B5EF4-FFF2-40B4-BE49-F238E27FC236}">
                  <a16:creationId xmlns:a16="http://schemas.microsoft.com/office/drawing/2014/main" id="{E4482EDB-85E9-4926-9441-26A85880E202}"/>
                </a:ext>
              </a:extLst>
            </p:cNvPr>
            <p:cNvGrpSpPr>
              <a:grpSpLocks noChangeAspect="1"/>
            </p:cNvGrpSpPr>
            <p:nvPr>
              <p:custDataLst>
                <p:tags r:id="rId57"/>
              </p:custDataLst>
            </p:nvPr>
          </p:nvGrpSpPr>
          <p:grpSpPr>
            <a:xfrm>
              <a:off x="7723680" y="2454085"/>
              <a:ext cx="228600" cy="228600"/>
              <a:chOff x="762000" y="1270000"/>
              <a:chExt cx="254000" cy="254000"/>
            </a:xfrm>
          </p:grpSpPr>
          <p:sp>
            <p:nvSpPr>
              <p:cNvPr id="163" name="Oval 162">
                <a:extLst>
                  <a:ext uri="{FF2B5EF4-FFF2-40B4-BE49-F238E27FC236}">
                    <a16:creationId xmlns:a16="http://schemas.microsoft.com/office/drawing/2014/main" id="{6B270099-CB45-46A3-8BC6-ADF0FABD3567}"/>
                  </a:ext>
                </a:extLst>
              </p:cNvPr>
              <p:cNvSpPr/>
              <p:nvPr>
                <p:custDataLst>
                  <p:tags r:id="rId64"/>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4" name="Arc 163">
                <a:extLst>
                  <a:ext uri="{FF2B5EF4-FFF2-40B4-BE49-F238E27FC236}">
                    <a16:creationId xmlns:a16="http://schemas.microsoft.com/office/drawing/2014/main" id="{4D910DDA-12F5-450E-85C1-CD98B4A9EE80}"/>
                  </a:ext>
                </a:extLst>
              </p:cNvPr>
              <p:cNvSpPr/>
              <p:nvPr>
                <p:custDataLst>
                  <p:tags r:id="rId65"/>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7" name="MoonLegend4">
              <a:extLst>
                <a:ext uri="{FF2B5EF4-FFF2-40B4-BE49-F238E27FC236}">
                  <a16:creationId xmlns:a16="http://schemas.microsoft.com/office/drawing/2014/main" id="{2606D4D9-DA1B-4BEB-8CC9-41FDA33CC5A0}"/>
                </a:ext>
              </a:extLst>
            </p:cNvPr>
            <p:cNvGrpSpPr>
              <a:grpSpLocks noChangeAspect="1"/>
            </p:cNvGrpSpPr>
            <p:nvPr>
              <p:custDataLst>
                <p:tags r:id="rId58"/>
              </p:custDataLst>
            </p:nvPr>
          </p:nvGrpSpPr>
          <p:grpSpPr>
            <a:xfrm>
              <a:off x="7723680" y="2829900"/>
              <a:ext cx="228600" cy="228600"/>
              <a:chOff x="762000" y="1270000"/>
              <a:chExt cx="254000" cy="254000"/>
            </a:xfrm>
          </p:grpSpPr>
          <p:sp>
            <p:nvSpPr>
              <p:cNvPr id="161" name="Oval 160">
                <a:extLst>
                  <a:ext uri="{FF2B5EF4-FFF2-40B4-BE49-F238E27FC236}">
                    <a16:creationId xmlns:a16="http://schemas.microsoft.com/office/drawing/2014/main" id="{81477097-8655-4968-A993-EA579ADDDBCF}"/>
                  </a:ext>
                </a:extLst>
              </p:cNvPr>
              <p:cNvSpPr/>
              <p:nvPr>
                <p:custDataLst>
                  <p:tags r:id="rId62"/>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2" name="Arc 161">
                <a:extLst>
                  <a:ext uri="{FF2B5EF4-FFF2-40B4-BE49-F238E27FC236}">
                    <a16:creationId xmlns:a16="http://schemas.microsoft.com/office/drawing/2014/main" id="{EAFFF099-23A4-4400-9308-28EB2E760A74}"/>
                  </a:ext>
                </a:extLst>
              </p:cNvPr>
              <p:cNvSpPr/>
              <p:nvPr>
                <p:custDataLst>
                  <p:tags r:id="rId63"/>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nvGrpSpPr>
            <p:cNvPr id="158" name="MoonLegend5">
              <a:extLst>
                <a:ext uri="{FF2B5EF4-FFF2-40B4-BE49-F238E27FC236}">
                  <a16:creationId xmlns:a16="http://schemas.microsoft.com/office/drawing/2014/main" id="{157F392C-3A22-465F-B4F0-A7E9FD7A01A1}"/>
                </a:ext>
              </a:extLst>
            </p:cNvPr>
            <p:cNvGrpSpPr>
              <a:grpSpLocks noChangeAspect="1"/>
            </p:cNvGrpSpPr>
            <p:nvPr>
              <p:custDataLst>
                <p:tags r:id="rId59"/>
              </p:custDataLst>
            </p:nvPr>
          </p:nvGrpSpPr>
          <p:grpSpPr>
            <a:xfrm>
              <a:off x="7723680" y="3205716"/>
              <a:ext cx="228600" cy="228600"/>
              <a:chOff x="762000" y="1270000"/>
              <a:chExt cx="254000" cy="254000"/>
            </a:xfrm>
          </p:grpSpPr>
          <p:sp>
            <p:nvSpPr>
              <p:cNvPr id="159" name="Oval 158">
                <a:extLst>
                  <a:ext uri="{FF2B5EF4-FFF2-40B4-BE49-F238E27FC236}">
                    <a16:creationId xmlns:a16="http://schemas.microsoft.com/office/drawing/2014/main" id="{BE9440E9-0BAB-4509-A556-8A80E9683FAB}"/>
                  </a:ext>
                </a:extLst>
              </p:cNvPr>
              <p:cNvSpPr/>
              <p:nvPr>
                <p:custDataLst>
                  <p:tags r:id="rId60"/>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60" name="Arc 159">
                <a:extLst>
                  <a:ext uri="{FF2B5EF4-FFF2-40B4-BE49-F238E27FC236}">
                    <a16:creationId xmlns:a16="http://schemas.microsoft.com/office/drawing/2014/main" id="{CA6DB424-2E98-4F1D-87A4-EE09FA805687}"/>
                  </a:ext>
                </a:extLst>
              </p:cNvPr>
              <p:cNvSpPr/>
              <p:nvPr>
                <p:custDataLst>
                  <p:tags r:id="rId61"/>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grpSp>
      </p:grpSp>
      <p:grpSp>
        <p:nvGrpSpPr>
          <p:cNvPr id="169" name="Sticker" hidden="1">
            <a:extLst>
              <a:ext uri="{FF2B5EF4-FFF2-40B4-BE49-F238E27FC236}">
                <a16:creationId xmlns:a16="http://schemas.microsoft.com/office/drawing/2014/main" id="{2FA9271D-5EE0-4D66-9FDF-E4D1535949E8}"/>
              </a:ext>
            </a:extLst>
          </p:cNvPr>
          <p:cNvGrpSpPr>
            <a:grpSpLocks noChangeAspect="1"/>
          </p:cNvGrpSpPr>
          <p:nvPr/>
        </p:nvGrpSpPr>
        <p:grpSpPr bwMode="gray">
          <a:xfrm>
            <a:off x="558192" y="1289273"/>
            <a:ext cx="429605" cy="156997"/>
            <a:chOff x="8456447" y="272180"/>
            <a:chExt cx="322188" cy="156966"/>
          </a:xfrm>
        </p:grpSpPr>
        <p:sp>
          <p:nvSpPr>
            <p:cNvPr id="170" name="StickerRectangle">
              <a:extLst>
                <a:ext uri="{FF2B5EF4-FFF2-40B4-BE49-F238E27FC236}">
                  <a16:creationId xmlns:a16="http://schemas.microsoft.com/office/drawing/2014/main" id="{27342EFB-A6AF-4379-A9C9-4F8DD97D160E}"/>
                </a:ext>
              </a:extLst>
            </p:cNvPr>
            <p:cNvSpPr>
              <a:spLocks noChangeArrowheads="1"/>
            </p:cNvSpPr>
            <p:nvPr/>
          </p:nvSpPr>
          <p:spPr bwMode="gray">
            <a:xfrm>
              <a:off x="8456447" y="272180"/>
              <a:ext cx="322188" cy="1569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dirty="0">
                  <a:ln w="3175">
                    <a:noFill/>
                  </a:ln>
                  <a:solidFill>
                    <a:schemeClr val="tx1"/>
                  </a:solidFill>
                </a:rPr>
                <a:t>Sticker</a:t>
              </a:r>
              <a:endParaRPr lang="en-US" sz="800" baseline="0" dirty="0">
                <a:solidFill>
                  <a:schemeClr val="tx1"/>
                </a:solidFill>
                <a:latin typeface="+mn-lt"/>
                <a:ea typeface="+mn-ea"/>
              </a:endParaRPr>
            </a:p>
          </p:txBody>
        </p:sp>
        <p:cxnSp>
          <p:nvCxnSpPr>
            <p:cNvPr id="171" name="StickerUnderline">
              <a:extLst>
                <a:ext uri="{FF2B5EF4-FFF2-40B4-BE49-F238E27FC236}">
                  <a16:creationId xmlns:a16="http://schemas.microsoft.com/office/drawing/2014/main" id="{AC518518-EC41-445B-B558-9DBD24A778EA}"/>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179" name="LegendLines" hidden="1">
            <a:extLst>
              <a:ext uri="{FF2B5EF4-FFF2-40B4-BE49-F238E27FC236}">
                <a16:creationId xmlns:a16="http://schemas.microsoft.com/office/drawing/2014/main" id="{BA3F11B7-574B-46B5-AA05-051B7C0195CA}"/>
              </a:ext>
            </a:extLst>
          </p:cNvPr>
          <p:cNvGrpSpPr/>
          <p:nvPr/>
        </p:nvGrpSpPr>
        <p:grpSpPr>
          <a:xfrm>
            <a:off x="10367929" y="3301675"/>
            <a:ext cx="1269335" cy="958286"/>
            <a:chOff x="4372690" y="3739101"/>
            <a:chExt cx="1269335" cy="958286"/>
          </a:xfrm>
        </p:grpSpPr>
        <p:sp>
          <p:nvSpPr>
            <p:cNvPr id="180" name="Legend1">
              <a:extLst>
                <a:ext uri="{FF2B5EF4-FFF2-40B4-BE49-F238E27FC236}">
                  <a16:creationId xmlns:a16="http://schemas.microsoft.com/office/drawing/2014/main" id="{A89F3277-B9B0-4605-94B5-1A0F3CF3FD94}"/>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1" name="Legend2">
              <a:extLst>
                <a:ext uri="{FF2B5EF4-FFF2-40B4-BE49-F238E27FC236}">
                  <a16:creationId xmlns:a16="http://schemas.microsoft.com/office/drawing/2014/main" id="{728FD0F6-6F17-4DBC-A433-275600325C11}"/>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2" name="Legend3">
              <a:extLst>
                <a:ext uri="{FF2B5EF4-FFF2-40B4-BE49-F238E27FC236}">
                  <a16:creationId xmlns:a16="http://schemas.microsoft.com/office/drawing/2014/main" id="{824D0AAE-0E8B-4539-A5E0-724A7C2C5FB7}"/>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dirty="0"/>
                <a:t>Legend</a:t>
              </a:r>
            </a:p>
          </p:txBody>
        </p:sp>
        <p:sp>
          <p:nvSpPr>
            <p:cNvPr id="183" name="LineLegend3">
              <a:extLst>
                <a:ext uri="{FF2B5EF4-FFF2-40B4-BE49-F238E27FC236}">
                  <a16:creationId xmlns:a16="http://schemas.microsoft.com/office/drawing/2014/main" id="{15B966CE-74A4-42D7-84D1-50EE1BD807B7}"/>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84" name="LineLegend2">
              <a:extLst>
                <a:ext uri="{FF2B5EF4-FFF2-40B4-BE49-F238E27FC236}">
                  <a16:creationId xmlns:a16="http://schemas.microsoft.com/office/drawing/2014/main" id="{4AD11E2E-205C-4B89-BD31-DA18921C3385}"/>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sp>
          <p:nvSpPr>
            <p:cNvPr id="185" name="LineLegend1">
              <a:extLst>
                <a:ext uri="{FF2B5EF4-FFF2-40B4-BE49-F238E27FC236}">
                  <a16:creationId xmlns:a16="http://schemas.microsoft.com/office/drawing/2014/main" id="{393D5D55-EAFF-4EBE-B2CF-AF057C324E68}"/>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dirty="0">
                <a:latin typeface="+mn-lt"/>
                <a:ea typeface="+mn-ea"/>
              </a:endParaRPr>
            </a:p>
          </p:txBody>
        </p:sp>
      </p:grpSp>
      <p:cxnSp>
        <p:nvCxnSpPr>
          <p:cNvPr id="7" name="BottomLine">
            <a:extLst>
              <a:ext uri="{FF2B5EF4-FFF2-40B4-BE49-F238E27FC236}">
                <a16:creationId xmlns:a16="http://schemas.microsoft.com/office/drawing/2014/main" id="{0E9A39F2-9F39-B63D-6667-292776313624}"/>
              </a:ext>
            </a:extLst>
          </p:cNvPr>
          <p:cNvCxnSpPr/>
          <p:nvPr userDrawn="1">
            <p:custDataLst>
              <p:tags r:id="rId35"/>
            </p:custDataLst>
          </p:nvPr>
        </p:nvCxnSpPr>
        <p:spPr>
          <a:xfrm>
            <a:off x="554736" y="6453769"/>
            <a:ext cx="110825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8" name="TopLine">
            <a:extLst>
              <a:ext uri="{FF2B5EF4-FFF2-40B4-BE49-F238E27FC236}">
                <a16:creationId xmlns:a16="http://schemas.microsoft.com/office/drawing/2014/main" id="{53C9F739-9886-1BA9-8A23-1D3A1FD55B6E}"/>
              </a:ext>
            </a:extLst>
          </p:cNvPr>
          <p:cNvCxnSpPr/>
          <p:nvPr userDrawn="1">
            <p:custDataLst>
              <p:tags r:id="rId36"/>
            </p:custDataLst>
          </p:nvPr>
        </p:nvCxnSpPr>
        <p:spPr>
          <a:xfrm>
            <a:off x="554736" y="1181906"/>
            <a:ext cx="11082528" cy="0"/>
          </a:xfrm>
          <a:prstGeom prst="line">
            <a:avLst/>
          </a:prstGeom>
          <a:ln w="6350">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9" name="4. Footnote" hidden="1">
            <a:extLst>
              <a:ext uri="{FF2B5EF4-FFF2-40B4-BE49-F238E27FC236}">
                <a16:creationId xmlns:a16="http://schemas.microsoft.com/office/drawing/2014/main" id="{F1897D89-6FB8-62D7-618A-A1F910A4A4E5}"/>
              </a:ext>
            </a:extLst>
          </p:cNvPr>
          <p:cNvSpPr txBox="1"/>
          <p:nvPr userDrawn="1">
            <p:custDataLst>
              <p:tags r:id="rId37"/>
            </p:custDataLst>
          </p:nvPr>
        </p:nvSpPr>
        <p:spPr>
          <a:xfrm>
            <a:off x="553972" y="6279028"/>
            <a:ext cx="7278624" cy="123111"/>
          </a:xfrm>
          <a:prstGeom prst="rect">
            <a:avLst/>
          </a:prstGeom>
          <a:noFill/>
        </p:spPr>
        <p:txBody>
          <a:bodyPr wrap="square" lIns="0" tIns="0" rIns="0" b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latin typeface="+mn-lt"/>
                <a:ea typeface="+mn-ea"/>
                <a:cs typeface="Arial" panose="020B0604020202020204" pitchFamily="34" charset="0"/>
              </a:rPr>
              <a:t>Footnotes</a:t>
            </a:r>
          </a:p>
        </p:txBody>
      </p:sp>
      <p:grpSp>
        <p:nvGrpSpPr>
          <p:cNvPr id="10" name="Grid" hidden="1">
            <a:extLst>
              <a:ext uri="{FF2B5EF4-FFF2-40B4-BE49-F238E27FC236}">
                <a16:creationId xmlns:a16="http://schemas.microsoft.com/office/drawing/2014/main" id="{51644440-1ADD-8E9D-86D4-FB7BFA9BC0A2}"/>
              </a:ext>
            </a:extLst>
          </p:cNvPr>
          <p:cNvGrpSpPr/>
          <p:nvPr userDrawn="1">
            <p:custDataLst>
              <p:tags r:id="rId38"/>
            </p:custDataLst>
          </p:nvPr>
        </p:nvGrpSpPr>
        <p:grpSpPr>
          <a:xfrm>
            <a:off x="0" y="0"/>
            <a:ext cx="12190476" cy="6858000"/>
            <a:chOff x="0" y="0"/>
            <a:chExt cx="12190476" cy="6858000"/>
          </a:xfrm>
        </p:grpSpPr>
        <p:sp>
          <p:nvSpPr>
            <p:cNvPr id="12" name="slide margin">
              <a:extLst>
                <a:ext uri="{FF2B5EF4-FFF2-40B4-BE49-F238E27FC236}">
                  <a16:creationId xmlns:a16="http://schemas.microsoft.com/office/drawing/2014/main" id="{DFDD99EA-E72A-B0BB-6037-FCD2385E0611}"/>
                </a:ext>
              </a:extLst>
            </p:cNvPr>
            <p:cNvSpPr/>
            <p:nvPr/>
          </p:nvSpPr>
          <p:spPr bwMode="invGray">
            <a:xfrm>
              <a:off x="1524" y="0"/>
              <a:ext cx="12188952" cy="6858000"/>
            </a:xfrm>
            <a:custGeom>
              <a:avLst/>
              <a:gdLst>
                <a:gd name="connsiteX0" fmla="*/ 551868 w 12188952"/>
                <a:gd name="connsiteY0" fmla="*/ 1709928 h 6858000"/>
                <a:gd name="connsiteX1" fmla="*/ 551868 w 12188952"/>
                <a:gd name="connsiteY1" fmla="*/ 6217920 h 6858000"/>
                <a:gd name="connsiteX2" fmla="*/ 11636196 w 12188952"/>
                <a:gd name="connsiteY2" fmla="*/ 6217920 h 6858000"/>
                <a:gd name="connsiteX3" fmla="*/ 11636196 w 12188952"/>
                <a:gd name="connsiteY3" fmla="*/ 1709928 h 6858000"/>
                <a:gd name="connsiteX4" fmla="*/ 0 w 12188952"/>
                <a:gd name="connsiteY4" fmla="*/ 0 h 6858000"/>
                <a:gd name="connsiteX5" fmla="*/ 12188952 w 12188952"/>
                <a:gd name="connsiteY5" fmla="*/ 0 h 6858000"/>
                <a:gd name="connsiteX6" fmla="*/ 12188952 w 12188952"/>
                <a:gd name="connsiteY6" fmla="*/ 6858000 h 6858000"/>
                <a:gd name="connsiteX7" fmla="*/ 0 w 12188952"/>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88952" h="6858000">
                  <a:moveTo>
                    <a:pt x="551868" y="1709928"/>
                  </a:moveTo>
                  <a:lnTo>
                    <a:pt x="551868" y="6217920"/>
                  </a:lnTo>
                  <a:lnTo>
                    <a:pt x="11636196" y="6217920"/>
                  </a:lnTo>
                  <a:lnTo>
                    <a:pt x="11636196" y="1709928"/>
                  </a:lnTo>
                  <a:close/>
                  <a:moveTo>
                    <a:pt x="0" y="0"/>
                  </a:moveTo>
                  <a:lnTo>
                    <a:pt x="12188952" y="0"/>
                  </a:lnTo>
                  <a:lnTo>
                    <a:pt x="12188952" y="6858000"/>
                  </a:lnTo>
                  <a:lnTo>
                    <a:pt x="0" y="6858000"/>
                  </a:lnTo>
                  <a:close/>
                </a:path>
              </a:pathLst>
            </a:custGeom>
            <a:solidFill>
              <a:srgbClr val="FF0000">
                <a:alpha val="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solidFill>
                  <a:schemeClr val="tx1"/>
                </a:solidFill>
                <a:latin typeface="+mn-lt"/>
              </a:endParaRPr>
            </a:p>
          </p:txBody>
        </p:sp>
        <p:cxnSp>
          <p:nvCxnSpPr>
            <p:cNvPr id="13" name="Straight Connector 12">
              <a:extLst>
                <a:ext uri="{FF2B5EF4-FFF2-40B4-BE49-F238E27FC236}">
                  <a16:creationId xmlns:a16="http://schemas.microsoft.com/office/drawing/2014/main" id="{9E5EF601-8444-8F22-A16C-B29B72ECFDE9}"/>
                </a:ext>
              </a:extLst>
            </p:cNvPr>
            <p:cNvCxnSpPr/>
            <p:nvPr/>
          </p:nvCxnSpPr>
          <p:spPr bwMode="invGray">
            <a:xfrm>
              <a:off x="85946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85825639-9BC0-04C4-C395-EA0D1CE24354}"/>
                </a:ext>
              </a:extLst>
            </p:cNvPr>
            <p:cNvCxnSpPr/>
            <p:nvPr/>
          </p:nvCxnSpPr>
          <p:spPr bwMode="invGray">
            <a:xfrm>
              <a:off x="1133254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6265A1D5-1116-62C1-599E-43929F95F622}"/>
                </a:ext>
              </a:extLst>
            </p:cNvPr>
            <p:cNvCxnSpPr/>
            <p:nvPr/>
          </p:nvCxnSpPr>
          <p:spPr bwMode="invGray">
            <a:xfrm>
              <a:off x="1811559"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1F08034E-59EE-6FCF-409D-813B8A70351D}"/>
                </a:ext>
              </a:extLst>
            </p:cNvPr>
            <p:cNvCxnSpPr/>
            <p:nvPr/>
          </p:nvCxnSpPr>
          <p:spPr bwMode="invGray">
            <a:xfrm>
              <a:off x="2763658"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64C0E065-4425-104F-EF00-6F666751C801}"/>
                </a:ext>
              </a:extLst>
            </p:cNvPr>
            <p:cNvCxnSpPr/>
            <p:nvPr/>
          </p:nvCxnSpPr>
          <p:spPr bwMode="invGray">
            <a:xfrm>
              <a:off x="3715757"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7E534CC-B1CD-D23B-B940-1E6183D2FF79}"/>
                </a:ext>
              </a:extLst>
            </p:cNvPr>
            <p:cNvCxnSpPr/>
            <p:nvPr/>
          </p:nvCxnSpPr>
          <p:spPr bwMode="invGray">
            <a:xfrm>
              <a:off x="4667856"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6AA036F3-B8C6-F93B-D0A3-B42D63FB5B19}"/>
                </a:ext>
              </a:extLst>
            </p:cNvPr>
            <p:cNvCxnSpPr/>
            <p:nvPr/>
          </p:nvCxnSpPr>
          <p:spPr bwMode="invGray">
            <a:xfrm>
              <a:off x="5619955"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C8DC308-0506-271A-CB8A-72B4FC39713B}"/>
                </a:ext>
              </a:extLst>
            </p:cNvPr>
            <p:cNvCxnSpPr/>
            <p:nvPr/>
          </p:nvCxnSpPr>
          <p:spPr bwMode="invGray">
            <a:xfrm>
              <a:off x="6572054"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8452DE4-8C19-96C0-E209-F46BF6DAAFFB}"/>
                </a:ext>
              </a:extLst>
            </p:cNvPr>
            <p:cNvCxnSpPr/>
            <p:nvPr/>
          </p:nvCxnSpPr>
          <p:spPr bwMode="invGray">
            <a:xfrm>
              <a:off x="7524153"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C5B74EC-5C7B-2AB1-4B8B-36E6FDC507D6}"/>
                </a:ext>
              </a:extLst>
            </p:cNvPr>
            <p:cNvCxnSpPr/>
            <p:nvPr/>
          </p:nvCxnSpPr>
          <p:spPr bwMode="invGray">
            <a:xfrm>
              <a:off x="8476252"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56AB8A6-26CA-7FB1-5B6E-2BDB99B790AE}"/>
                </a:ext>
              </a:extLst>
            </p:cNvPr>
            <p:cNvCxnSpPr/>
            <p:nvPr/>
          </p:nvCxnSpPr>
          <p:spPr bwMode="invGray">
            <a:xfrm>
              <a:off x="9428351"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95748C74-63F9-0D4A-EF34-C4CEBB0754B4}"/>
                </a:ext>
              </a:extLst>
            </p:cNvPr>
            <p:cNvCxnSpPr/>
            <p:nvPr/>
          </p:nvCxnSpPr>
          <p:spPr bwMode="invGray">
            <a:xfrm>
              <a:off x="10380450" y="0"/>
              <a:ext cx="0" cy="6858000"/>
            </a:xfrm>
            <a:prstGeom prst="line">
              <a:avLst/>
            </a:prstGeom>
            <a:ln>
              <a:solidFill>
                <a:srgbClr val="19D3C5">
                  <a:alpha val="40000"/>
                </a:srgbClr>
              </a:solidFill>
              <a:prstDash val="lgDash"/>
            </a:ln>
          </p:spPr>
          <p:style>
            <a:lnRef idx="1">
              <a:schemeClr val="accent1"/>
            </a:lnRef>
            <a:fillRef idx="0">
              <a:schemeClr val="accent1"/>
            </a:fillRef>
            <a:effectRef idx="0">
              <a:schemeClr val="accent1"/>
            </a:effectRef>
            <a:fontRef idx="minor">
              <a:schemeClr val="tx1"/>
            </a:fontRef>
          </p:style>
        </p:cxnSp>
        <p:sp>
          <p:nvSpPr>
            <p:cNvPr id="26" name="Freeform: Shape 72">
              <a:extLst>
                <a:ext uri="{FF2B5EF4-FFF2-40B4-BE49-F238E27FC236}">
                  <a16:creationId xmlns:a16="http://schemas.microsoft.com/office/drawing/2014/main" id="{F206F557-705C-3A42-760E-70DD71AC0633}"/>
                </a:ext>
              </a:extLst>
            </p:cNvPr>
            <p:cNvSpPr/>
            <p:nvPr/>
          </p:nvSpPr>
          <p:spPr bwMode="invGray">
            <a:xfrm>
              <a:off x="152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27" name="Freeform: Shape 73">
              <a:extLst>
                <a:ext uri="{FF2B5EF4-FFF2-40B4-BE49-F238E27FC236}">
                  <a16:creationId xmlns:a16="http://schemas.microsoft.com/office/drawing/2014/main" id="{3A895951-C0B7-EF46-76A8-C7FAF1A3ADA9}"/>
                </a:ext>
              </a:extLst>
            </p:cNvPr>
            <p:cNvSpPr/>
            <p:nvPr/>
          </p:nvSpPr>
          <p:spPr bwMode="invGray">
            <a:xfrm>
              <a:off x="1167385"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28" name="Freeform: Shape 74">
              <a:extLst>
                <a:ext uri="{FF2B5EF4-FFF2-40B4-BE49-F238E27FC236}">
                  <a16:creationId xmlns:a16="http://schemas.microsoft.com/office/drawing/2014/main" id="{62D79D41-FB0F-4EA0-C860-65AFB096E118}"/>
                </a:ext>
              </a:extLst>
            </p:cNvPr>
            <p:cNvSpPr/>
            <p:nvPr/>
          </p:nvSpPr>
          <p:spPr bwMode="invGray">
            <a:xfrm>
              <a:off x="2119484"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29" name="Freeform: Shape 75">
              <a:extLst>
                <a:ext uri="{FF2B5EF4-FFF2-40B4-BE49-F238E27FC236}">
                  <a16:creationId xmlns:a16="http://schemas.microsoft.com/office/drawing/2014/main" id="{8FBC2369-68EF-4544-D73C-4DDAA8277FFD}"/>
                </a:ext>
              </a:extLst>
            </p:cNvPr>
            <p:cNvSpPr/>
            <p:nvPr/>
          </p:nvSpPr>
          <p:spPr bwMode="invGray">
            <a:xfrm>
              <a:off x="3071583"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0" name="Freeform: Shape 76">
              <a:extLst>
                <a:ext uri="{FF2B5EF4-FFF2-40B4-BE49-F238E27FC236}">
                  <a16:creationId xmlns:a16="http://schemas.microsoft.com/office/drawing/2014/main" id="{D1F30BDD-B520-9B5D-B18B-6FAFADC3D964}"/>
                </a:ext>
              </a:extLst>
            </p:cNvPr>
            <p:cNvSpPr/>
            <p:nvPr/>
          </p:nvSpPr>
          <p:spPr bwMode="invGray">
            <a:xfrm>
              <a:off x="4023681"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1" name="Freeform: Shape 77">
              <a:extLst>
                <a:ext uri="{FF2B5EF4-FFF2-40B4-BE49-F238E27FC236}">
                  <a16:creationId xmlns:a16="http://schemas.microsoft.com/office/drawing/2014/main" id="{E997A2FF-CE4B-40BE-9756-9BAE07D84F9B}"/>
                </a:ext>
              </a:extLst>
            </p:cNvPr>
            <p:cNvSpPr/>
            <p:nvPr/>
          </p:nvSpPr>
          <p:spPr bwMode="invGray">
            <a:xfrm>
              <a:off x="4975780"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2" name="Freeform: Shape 78">
              <a:extLst>
                <a:ext uri="{FF2B5EF4-FFF2-40B4-BE49-F238E27FC236}">
                  <a16:creationId xmlns:a16="http://schemas.microsoft.com/office/drawing/2014/main" id="{A2B6E240-3F84-886B-4CDD-AD310BF84EAD}"/>
                </a:ext>
              </a:extLst>
            </p:cNvPr>
            <p:cNvSpPr/>
            <p:nvPr/>
          </p:nvSpPr>
          <p:spPr bwMode="invGray">
            <a:xfrm>
              <a:off x="5927879"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3" name="Freeform: Shape 79">
              <a:extLst>
                <a:ext uri="{FF2B5EF4-FFF2-40B4-BE49-F238E27FC236}">
                  <a16:creationId xmlns:a16="http://schemas.microsoft.com/office/drawing/2014/main" id="{9D00475B-AFA4-C8E7-E054-FFE5DF99DE76}"/>
                </a:ext>
              </a:extLst>
            </p:cNvPr>
            <p:cNvSpPr/>
            <p:nvPr/>
          </p:nvSpPr>
          <p:spPr bwMode="invGray">
            <a:xfrm>
              <a:off x="6879978"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4" name="Freeform: Shape 80">
              <a:extLst>
                <a:ext uri="{FF2B5EF4-FFF2-40B4-BE49-F238E27FC236}">
                  <a16:creationId xmlns:a16="http://schemas.microsoft.com/office/drawing/2014/main" id="{C9784F11-D6C4-7797-4572-31C608389129}"/>
                </a:ext>
              </a:extLst>
            </p:cNvPr>
            <p:cNvSpPr/>
            <p:nvPr/>
          </p:nvSpPr>
          <p:spPr bwMode="invGray">
            <a:xfrm>
              <a:off x="7832077"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5" name="Freeform: Shape 81">
              <a:extLst>
                <a:ext uri="{FF2B5EF4-FFF2-40B4-BE49-F238E27FC236}">
                  <a16:creationId xmlns:a16="http://schemas.microsoft.com/office/drawing/2014/main" id="{7163AEF6-C346-ABBD-E3BE-BA071956B065}"/>
                </a:ext>
              </a:extLst>
            </p:cNvPr>
            <p:cNvSpPr/>
            <p:nvPr/>
          </p:nvSpPr>
          <p:spPr bwMode="invGray">
            <a:xfrm>
              <a:off x="8784176" y="0"/>
              <a:ext cx="339451" cy="6858000"/>
            </a:xfrm>
            <a:custGeom>
              <a:avLst/>
              <a:gdLst>
                <a:gd name="connsiteX0" fmla="*/ 0 w 339451"/>
                <a:gd name="connsiteY0" fmla="*/ 0 h 6858000"/>
                <a:gd name="connsiteX1" fmla="*/ 339451 w 339451"/>
                <a:gd name="connsiteY1" fmla="*/ 0 h 6858000"/>
                <a:gd name="connsiteX2" fmla="*/ 339451 w 339451"/>
                <a:gd name="connsiteY2" fmla="*/ 6858000 h 6858000"/>
                <a:gd name="connsiteX3" fmla="*/ 0 w 339451"/>
                <a:gd name="connsiteY3" fmla="*/ 6858000 h 6858000"/>
                <a:gd name="connsiteX4" fmla="*/ 0 w 339451"/>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1" h="6858000">
                  <a:moveTo>
                    <a:pt x="0" y="0"/>
                  </a:moveTo>
                  <a:lnTo>
                    <a:pt x="339451" y="0"/>
                  </a:lnTo>
                  <a:lnTo>
                    <a:pt x="339451"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6" name="Freeform: Shape 82">
              <a:extLst>
                <a:ext uri="{FF2B5EF4-FFF2-40B4-BE49-F238E27FC236}">
                  <a16:creationId xmlns:a16="http://schemas.microsoft.com/office/drawing/2014/main" id="{4C1E182C-2571-C0A1-195A-09B6805C639E}"/>
                </a:ext>
              </a:extLst>
            </p:cNvPr>
            <p:cNvSpPr/>
            <p:nvPr/>
          </p:nvSpPr>
          <p:spPr bwMode="invGray">
            <a:xfrm>
              <a:off x="9736274" y="0"/>
              <a:ext cx="339450" cy="6858000"/>
            </a:xfrm>
            <a:custGeom>
              <a:avLst/>
              <a:gdLst>
                <a:gd name="connsiteX0" fmla="*/ 0 w 339450"/>
                <a:gd name="connsiteY0" fmla="*/ 0 h 6858000"/>
                <a:gd name="connsiteX1" fmla="*/ 339450 w 339450"/>
                <a:gd name="connsiteY1" fmla="*/ 0 h 6858000"/>
                <a:gd name="connsiteX2" fmla="*/ 339450 w 339450"/>
                <a:gd name="connsiteY2" fmla="*/ 6858000 h 6858000"/>
                <a:gd name="connsiteX3" fmla="*/ 0 w 339450"/>
                <a:gd name="connsiteY3" fmla="*/ 6858000 h 6858000"/>
                <a:gd name="connsiteX4" fmla="*/ 0 w 33945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9450" h="6858000">
                  <a:moveTo>
                    <a:pt x="0" y="0"/>
                  </a:moveTo>
                  <a:lnTo>
                    <a:pt x="339450" y="0"/>
                  </a:lnTo>
                  <a:lnTo>
                    <a:pt x="339450"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7" name="Freeform: Shape 83">
              <a:extLst>
                <a:ext uri="{FF2B5EF4-FFF2-40B4-BE49-F238E27FC236}">
                  <a16:creationId xmlns:a16="http://schemas.microsoft.com/office/drawing/2014/main" id="{A09D0A1E-F3D3-4EDA-A958-66F385C229E5}"/>
                </a:ext>
              </a:extLst>
            </p:cNvPr>
            <p:cNvSpPr/>
            <p:nvPr/>
          </p:nvSpPr>
          <p:spPr bwMode="invGray">
            <a:xfrm>
              <a:off x="10688372" y="0"/>
              <a:ext cx="336244" cy="6858000"/>
            </a:xfrm>
            <a:custGeom>
              <a:avLst/>
              <a:gdLst>
                <a:gd name="connsiteX0" fmla="*/ 0 w 336244"/>
                <a:gd name="connsiteY0" fmla="*/ 0 h 6858000"/>
                <a:gd name="connsiteX1" fmla="*/ 336244 w 336244"/>
                <a:gd name="connsiteY1" fmla="*/ 0 h 6858000"/>
                <a:gd name="connsiteX2" fmla="*/ 336244 w 336244"/>
                <a:gd name="connsiteY2" fmla="*/ 6858000 h 6858000"/>
                <a:gd name="connsiteX3" fmla="*/ 0 w 336244"/>
                <a:gd name="connsiteY3" fmla="*/ 6858000 h 6858000"/>
                <a:gd name="connsiteX4" fmla="*/ 0 w 336244"/>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6244" h="6858000">
                  <a:moveTo>
                    <a:pt x="0" y="0"/>
                  </a:moveTo>
                  <a:lnTo>
                    <a:pt x="336244" y="0"/>
                  </a:lnTo>
                  <a:lnTo>
                    <a:pt x="336244"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8" name="Freeform: Shape 84">
              <a:extLst>
                <a:ext uri="{FF2B5EF4-FFF2-40B4-BE49-F238E27FC236}">
                  <a16:creationId xmlns:a16="http://schemas.microsoft.com/office/drawing/2014/main" id="{2EADAFE0-CE70-3272-F177-111E345B1D5F}"/>
                </a:ext>
              </a:extLst>
            </p:cNvPr>
            <p:cNvSpPr/>
            <p:nvPr/>
          </p:nvSpPr>
          <p:spPr bwMode="invGray">
            <a:xfrm>
              <a:off x="11637264" y="0"/>
              <a:ext cx="553212" cy="6858000"/>
            </a:xfrm>
            <a:custGeom>
              <a:avLst/>
              <a:gdLst>
                <a:gd name="connsiteX0" fmla="*/ 0 w 553212"/>
                <a:gd name="connsiteY0" fmla="*/ 0 h 6858000"/>
                <a:gd name="connsiteX1" fmla="*/ 553212 w 553212"/>
                <a:gd name="connsiteY1" fmla="*/ 0 h 6858000"/>
                <a:gd name="connsiteX2" fmla="*/ 553212 w 553212"/>
                <a:gd name="connsiteY2" fmla="*/ 6858000 h 6858000"/>
                <a:gd name="connsiteX3" fmla="*/ 0 w 553212"/>
                <a:gd name="connsiteY3" fmla="*/ 6858000 h 6858000"/>
                <a:gd name="connsiteX4" fmla="*/ 0 w 553212"/>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53212" h="6858000">
                  <a:moveTo>
                    <a:pt x="0" y="0"/>
                  </a:moveTo>
                  <a:lnTo>
                    <a:pt x="553212" y="0"/>
                  </a:lnTo>
                  <a:lnTo>
                    <a:pt x="553212" y="6858000"/>
                  </a:lnTo>
                  <a:lnTo>
                    <a:pt x="0" y="6858000"/>
                  </a:lnTo>
                  <a:lnTo>
                    <a:pt x="0" y="0"/>
                  </a:lnTo>
                  <a:close/>
                </a:path>
              </a:pathLst>
            </a:custGeom>
            <a:solidFill>
              <a:srgbClr val="FF0000">
                <a:alpha val="1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39" name="Freeform: Shape 85">
              <a:extLst>
                <a:ext uri="{FF2B5EF4-FFF2-40B4-BE49-F238E27FC236}">
                  <a16:creationId xmlns:a16="http://schemas.microsoft.com/office/drawing/2014/main" id="{A38C3561-4BB0-06F1-16C8-116543B8FE22}"/>
                </a:ext>
              </a:extLst>
            </p:cNvPr>
            <p:cNvSpPr/>
            <p:nvPr/>
          </p:nvSpPr>
          <p:spPr bwMode="invGray">
            <a:xfrm>
              <a:off x="7219428"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0" name="Freeform: Shape 86">
              <a:extLst>
                <a:ext uri="{FF2B5EF4-FFF2-40B4-BE49-F238E27FC236}">
                  <a16:creationId xmlns:a16="http://schemas.microsoft.com/office/drawing/2014/main" id="{9402A10F-1610-EA76-AE7A-792DEE0C670B}"/>
                </a:ext>
              </a:extLst>
            </p:cNvPr>
            <p:cNvSpPr/>
            <p:nvPr userDrawn="1"/>
          </p:nvSpPr>
          <p:spPr bwMode="invGray">
            <a:xfrm>
              <a:off x="1506835"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1" name="Freeform: Shape 87">
              <a:extLst>
                <a:ext uri="{FF2B5EF4-FFF2-40B4-BE49-F238E27FC236}">
                  <a16:creationId xmlns:a16="http://schemas.microsoft.com/office/drawing/2014/main" id="{F05474CD-57B5-7B0B-430C-0B77DA372F45}"/>
                </a:ext>
              </a:extLst>
            </p:cNvPr>
            <p:cNvSpPr/>
            <p:nvPr userDrawn="1"/>
          </p:nvSpPr>
          <p:spPr bwMode="invGray">
            <a:xfrm>
              <a:off x="2458934"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2" name="Freeform: Shape 88">
              <a:extLst>
                <a:ext uri="{FF2B5EF4-FFF2-40B4-BE49-F238E27FC236}">
                  <a16:creationId xmlns:a16="http://schemas.microsoft.com/office/drawing/2014/main" id="{BDC96CDA-7F07-B2C9-5DA9-1BD49CF4F80E}"/>
                </a:ext>
              </a:extLst>
            </p:cNvPr>
            <p:cNvSpPr/>
            <p:nvPr userDrawn="1"/>
          </p:nvSpPr>
          <p:spPr bwMode="invGray">
            <a:xfrm>
              <a:off x="3411033"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3" name="Freeform: Shape 89">
              <a:extLst>
                <a:ext uri="{FF2B5EF4-FFF2-40B4-BE49-F238E27FC236}">
                  <a16:creationId xmlns:a16="http://schemas.microsoft.com/office/drawing/2014/main" id="{990BD212-EA36-6D25-30DD-20D38B42C1F3}"/>
                </a:ext>
              </a:extLst>
            </p:cNvPr>
            <p:cNvSpPr/>
            <p:nvPr userDrawn="1"/>
          </p:nvSpPr>
          <p:spPr bwMode="invGray">
            <a:xfrm>
              <a:off x="4363132"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4" name="Freeform: Shape 90">
              <a:extLst>
                <a:ext uri="{FF2B5EF4-FFF2-40B4-BE49-F238E27FC236}">
                  <a16:creationId xmlns:a16="http://schemas.microsoft.com/office/drawing/2014/main" id="{F395A1C6-3F8A-2A6B-24D8-630016CA41ED}"/>
                </a:ext>
              </a:extLst>
            </p:cNvPr>
            <p:cNvSpPr/>
            <p:nvPr userDrawn="1"/>
          </p:nvSpPr>
          <p:spPr bwMode="invGray">
            <a:xfrm>
              <a:off x="5315230"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5" name="Freeform: Shape 91">
              <a:extLst>
                <a:ext uri="{FF2B5EF4-FFF2-40B4-BE49-F238E27FC236}">
                  <a16:creationId xmlns:a16="http://schemas.microsoft.com/office/drawing/2014/main" id="{E390241E-8C1E-9EF9-863E-6A42242913E6}"/>
                </a:ext>
              </a:extLst>
            </p:cNvPr>
            <p:cNvSpPr/>
            <p:nvPr userDrawn="1"/>
          </p:nvSpPr>
          <p:spPr bwMode="invGray">
            <a:xfrm>
              <a:off x="6267329"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6" name="Freeform: Shape 92">
              <a:extLst>
                <a:ext uri="{FF2B5EF4-FFF2-40B4-BE49-F238E27FC236}">
                  <a16:creationId xmlns:a16="http://schemas.microsoft.com/office/drawing/2014/main" id="{F3CC0A30-8351-4C98-5A0A-A87C59D781A4}"/>
                </a:ext>
              </a:extLst>
            </p:cNvPr>
            <p:cNvSpPr/>
            <p:nvPr userDrawn="1"/>
          </p:nvSpPr>
          <p:spPr bwMode="invGray">
            <a:xfrm>
              <a:off x="8171527"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7" name="Freeform: Shape 93">
              <a:extLst>
                <a:ext uri="{FF2B5EF4-FFF2-40B4-BE49-F238E27FC236}">
                  <a16:creationId xmlns:a16="http://schemas.microsoft.com/office/drawing/2014/main" id="{B1FD3E3A-995B-5335-C94B-5BBD52AAD038}"/>
                </a:ext>
              </a:extLst>
            </p:cNvPr>
            <p:cNvSpPr/>
            <p:nvPr userDrawn="1"/>
          </p:nvSpPr>
          <p:spPr bwMode="invGray">
            <a:xfrm>
              <a:off x="912362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8" name="Freeform: Shape 94">
              <a:extLst>
                <a:ext uri="{FF2B5EF4-FFF2-40B4-BE49-F238E27FC236}">
                  <a16:creationId xmlns:a16="http://schemas.microsoft.com/office/drawing/2014/main" id="{6D884214-CADE-E9E8-7EBB-AD9EA8205ECC}"/>
                </a:ext>
              </a:extLst>
            </p:cNvPr>
            <p:cNvSpPr/>
            <p:nvPr userDrawn="1"/>
          </p:nvSpPr>
          <p:spPr bwMode="invGray">
            <a:xfrm>
              <a:off x="10075725" y="0"/>
              <a:ext cx="609447" cy="6858000"/>
            </a:xfrm>
            <a:custGeom>
              <a:avLst/>
              <a:gdLst>
                <a:gd name="connsiteX0" fmla="*/ 0 w 609447"/>
                <a:gd name="connsiteY0" fmla="*/ 0 h 6858000"/>
                <a:gd name="connsiteX1" fmla="*/ 609447 w 609447"/>
                <a:gd name="connsiteY1" fmla="*/ 0 h 6858000"/>
                <a:gd name="connsiteX2" fmla="*/ 609447 w 609447"/>
                <a:gd name="connsiteY2" fmla="*/ 6858000 h 6858000"/>
                <a:gd name="connsiteX3" fmla="*/ 0 w 609447"/>
                <a:gd name="connsiteY3" fmla="*/ 6858000 h 6858000"/>
                <a:gd name="connsiteX4" fmla="*/ 0 w 609447"/>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7" h="6858000">
                  <a:moveTo>
                    <a:pt x="0" y="0"/>
                  </a:moveTo>
                  <a:lnTo>
                    <a:pt x="609447" y="0"/>
                  </a:lnTo>
                  <a:lnTo>
                    <a:pt x="609447"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49" name="Freeform: Shape 95">
              <a:extLst>
                <a:ext uri="{FF2B5EF4-FFF2-40B4-BE49-F238E27FC236}">
                  <a16:creationId xmlns:a16="http://schemas.microsoft.com/office/drawing/2014/main" id="{7001AA20-0FB9-3E59-2C13-68CFEB63FF0A}"/>
                </a:ext>
              </a:extLst>
            </p:cNvPr>
            <p:cNvSpPr/>
            <p:nvPr userDrawn="1"/>
          </p:nvSpPr>
          <p:spPr bwMode="invGray">
            <a:xfrm>
              <a:off x="11027826" y="0"/>
              <a:ext cx="609438" cy="6858000"/>
            </a:xfrm>
            <a:custGeom>
              <a:avLst/>
              <a:gdLst>
                <a:gd name="connsiteX0" fmla="*/ 0 w 609438"/>
                <a:gd name="connsiteY0" fmla="*/ 0 h 6858000"/>
                <a:gd name="connsiteX1" fmla="*/ 609438 w 609438"/>
                <a:gd name="connsiteY1" fmla="*/ 0 h 6858000"/>
                <a:gd name="connsiteX2" fmla="*/ 609438 w 609438"/>
                <a:gd name="connsiteY2" fmla="*/ 6858000 h 6858000"/>
                <a:gd name="connsiteX3" fmla="*/ 0 w 609438"/>
                <a:gd name="connsiteY3" fmla="*/ 6858000 h 6858000"/>
                <a:gd name="connsiteX4" fmla="*/ 0 w 60943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38" h="6858000">
                  <a:moveTo>
                    <a:pt x="0" y="0"/>
                  </a:moveTo>
                  <a:lnTo>
                    <a:pt x="609438" y="0"/>
                  </a:lnTo>
                  <a:lnTo>
                    <a:pt x="60943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sp>
          <p:nvSpPr>
            <p:cNvPr id="50" name="Freeform: Shape 96">
              <a:extLst>
                <a:ext uri="{FF2B5EF4-FFF2-40B4-BE49-F238E27FC236}">
                  <a16:creationId xmlns:a16="http://schemas.microsoft.com/office/drawing/2014/main" id="{0B055B71-9080-62F8-DDEF-05FC3C3AF535}"/>
                </a:ext>
              </a:extLst>
            </p:cNvPr>
            <p:cNvSpPr/>
            <p:nvPr userDrawn="1"/>
          </p:nvSpPr>
          <p:spPr bwMode="invGray">
            <a:xfrm>
              <a:off x="554736" y="0"/>
              <a:ext cx="609448" cy="6858000"/>
            </a:xfrm>
            <a:custGeom>
              <a:avLst/>
              <a:gdLst>
                <a:gd name="connsiteX0" fmla="*/ 0 w 609448"/>
                <a:gd name="connsiteY0" fmla="*/ 0 h 6858000"/>
                <a:gd name="connsiteX1" fmla="*/ 609448 w 609448"/>
                <a:gd name="connsiteY1" fmla="*/ 0 h 6858000"/>
                <a:gd name="connsiteX2" fmla="*/ 609448 w 609448"/>
                <a:gd name="connsiteY2" fmla="*/ 6858000 h 6858000"/>
                <a:gd name="connsiteX3" fmla="*/ 0 w 609448"/>
                <a:gd name="connsiteY3" fmla="*/ 6858000 h 6858000"/>
                <a:gd name="connsiteX4" fmla="*/ 0 w 609448"/>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09448" h="6858000">
                  <a:moveTo>
                    <a:pt x="0" y="0"/>
                  </a:moveTo>
                  <a:lnTo>
                    <a:pt x="609448" y="0"/>
                  </a:lnTo>
                  <a:lnTo>
                    <a:pt x="609448" y="6858000"/>
                  </a:lnTo>
                  <a:lnTo>
                    <a:pt x="0" y="6858000"/>
                  </a:lnTo>
                  <a:lnTo>
                    <a:pt x="0" y="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vert270" wrap="square" lIns="68572" tIns="34286" rIns="68572" bIns="34286" numCol="1" spcCol="0" rtlCol="0" fromWordArt="0" anchor="ctr" anchorCtr="0" forceAA="0" compatLnSpc="1">
              <a:prstTxWarp prst="textNoShape">
                <a:avLst/>
              </a:prstTxWarp>
              <a:noAutofit/>
            </a:bodyPr>
            <a:lstStyle/>
            <a:p>
              <a:pPr lvl="0" algn="ctr"/>
              <a:endParaRPr lang="en-US" sz="1323">
                <a:solidFill>
                  <a:schemeClr val="tx1"/>
                </a:solidFill>
                <a:latin typeface="+mn-lt"/>
              </a:endParaRPr>
            </a:p>
          </p:txBody>
        </p:sp>
        <p:cxnSp>
          <p:nvCxnSpPr>
            <p:cNvPr id="51" name="Straight Connector 50">
              <a:extLst>
                <a:ext uri="{FF2B5EF4-FFF2-40B4-BE49-F238E27FC236}">
                  <a16:creationId xmlns:a16="http://schemas.microsoft.com/office/drawing/2014/main" id="{65E76766-E6F1-9BDC-90D6-5DDA87FAA6B5}"/>
                </a:ext>
              </a:extLst>
            </p:cNvPr>
            <p:cNvCxnSpPr/>
            <p:nvPr userDrawn="1"/>
          </p:nvCxnSpPr>
          <p:spPr bwMode="invGray">
            <a:xfrm>
              <a:off x="0" y="6217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360ED82-73BF-572D-8249-42C7EAB989DE}"/>
                </a:ext>
              </a:extLst>
            </p:cNvPr>
            <p:cNvCxnSpPr/>
            <p:nvPr userDrawn="1"/>
          </p:nvCxnSpPr>
          <p:spPr bwMode="invGray">
            <a:xfrm>
              <a:off x="0" y="3108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DF4010D7-A4D0-B7B3-A7F0-ADFC601A0DF2}"/>
                </a:ext>
              </a:extLst>
            </p:cNvPr>
            <p:cNvCxnSpPr/>
            <p:nvPr userDrawn="1"/>
          </p:nvCxnSpPr>
          <p:spPr bwMode="invGray">
            <a:xfrm>
              <a:off x="0" y="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DAF3DB34-6F53-DC66-DD38-4FC0CA044549}"/>
                </a:ext>
              </a:extLst>
            </p:cNvPr>
            <p:cNvCxnSpPr/>
            <p:nvPr userDrawn="1"/>
          </p:nvCxnSpPr>
          <p:spPr bwMode="invGray">
            <a:xfrm>
              <a:off x="0" y="12435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5AF0A684-C510-1FAC-FBE4-0B96A84AF717}"/>
                </a:ext>
              </a:extLst>
            </p:cNvPr>
            <p:cNvCxnSpPr/>
            <p:nvPr userDrawn="1"/>
          </p:nvCxnSpPr>
          <p:spPr bwMode="invGray">
            <a:xfrm>
              <a:off x="0" y="9326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DBF92786-635F-3978-073F-F114CF356704}"/>
                </a:ext>
              </a:extLst>
            </p:cNvPr>
            <p:cNvCxnSpPr/>
            <p:nvPr userDrawn="1"/>
          </p:nvCxnSpPr>
          <p:spPr bwMode="invGray">
            <a:xfrm>
              <a:off x="0" y="18653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B91D4FC4-ABFC-703A-2ED7-4D5C438B5A97}"/>
                </a:ext>
              </a:extLst>
            </p:cNvPr>
            <p:cNvCxnSpPr/>
            <p:nvPr userDrawn="1"/>
          </p:nvCxnSpPr>
          <p:spPr bwMode="invGray">
            <a:xfrm>
              <a:off x="0" y="15544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F5C24278-582F-2870-0438-CA3CB0B139A8}"/>
                </a:ext>
              </a:extLst>
            </p:cNvPr>
            <p:cNvCxnSpPr/>
            <p:nvPr userDrawn="1"/>
          </p:nvCxnSpPr>
          <p:spPr bwMode="invGray">
            <a:xfrm>
              <a:off x="0" y="24871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a:extLst>
                <a:ext uri="{FF2B5EF4-FFF2-40B4-BE49-F238E27FC236}">
                  <a16:creationId xmlns:a16="http://schemas.microsoft.com/office/drawing/2014/main" id="{0EDFD6CF-9942-06B0-8F59-8E5B3284A6AF}"/>
                </a:ext>
              </a:extLst>
            </p:cNvPr>
            <p:cNvCxnSpPr/>
            <p:nvPr userDrawn="1"/>
          </p:nvCxnSpPr>
          <p:spPr bwMode="invGray">
            <a:xfrm>
              <a:off x="0" y="21762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a:extLst>
                <a:ext uri="{FF2B5EF4-FFF2-40B4-BE49-F238E27FC236}">
                  <a16:creationId xmlns:a16="http://schemas.microsoft.com/office/drawing/2014/main" id="{85262545-5B6C-A771-B4DA-ACFBE3236829}"/>
                </a:ext>
              </a:extLst>
            </p:cNvPr>
            <p:cNvCxnSpPr/>
            <p:nvPr userDrawn="1"/>
          </p:nvCxnSpPr>
          <p:spPr bwMode="invGray">
            <a:xfrm>
              <a:off x="0" y="310896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a:extLst>
                <a:ext uri="{FF2B5EF4-FFF2-40B4-BE49-F238E27FC236}">
                  <a16:creationId xmlns:a16="http://schemas.microsoft.com/office/drawing/2014/main" id="{7B9B940A-5927-E739-3611-61DA3375811B}"/>
                </a:ext>
              </a:extLst>
            </p:cNvPr>
            <p:cNvCxnSpPr/>
            <p:nvPr userDrawn="1"/>
          </p:nvCxnSpPr>
          <p:spPr bwMode="invGray">
            <a:xfrm>
              <a:off x="0" y="27980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a:extLst>
                <a:ext uri="{FF2B5EF4-FFF2-40B4-BE49-F238E27FC236}">
                  <a16:creationId xmlns:a16="http://schemas.microsoft.com/office/drawing/2014/main" id="{BC849113-605B-F3DA-E173-281AC8280A12}"/>
                </a:ext>
              </a:extLst>
            </p:cNvPr>
            <p:cNvCxnSpPr/>
            <p:nvPr userDrawn="1"/>
          </p:nvCxnSpPr>
          <p:spPr bwMode="invGray">
            <a:xfrm>
              <a:off x="0" y="373075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3CDFC5C8-F98A-D081-8EF4-955E04E0AF34}"/>
                </a:ext>
              </a:extLst>
            </p:cNvPr>
            <p:cNvCxnSpPr/>
            <p:nvPr userDrawn="1"/>
          </p:nvCxnSpPr>
          <p:spPr bwMode="invGray">
            <a:xfrm>
              <a:off x="0" y="341985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87B1670F-FC44-661A-1162-E11EB84CD3FB}"/>
                </a:ext>
              </a:extLst>
            </p:cNvPr>
            <p:cNvCxnSpPr/>
            <p:nvPr userDrawn="1"/>
          </p:nvCxnSpPr>
          <p:spPr bwMode="invGray">
            <a:xfrm>
              <a:off x="0" y="43525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a:extLst>
                <a:ext uri="{FF2B5EF4-FFF2-40B4-BE49-F238E27FC236}">
                  <a16:creationId xmlns:a16="http://schemas.microsoft.com/office/drawing/2014/main" id="{D98B1418-E134-314C-3F80-57558A108CF2}"/>
                </a:ext>
              </a:extLst>
            </p:cNvPr>
            <p:cNvCxnSpPr/>
            <p:nvPr userDrawn="1"/>
          </p:nvCxnSpPr>
          <p:spPr bwMode="invGray">
            <a:xfrm>
              <a:off x="0" y="40416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98" name="Straight Connector 197">
              <a:extLst>
                <a:ext uri="{FF2B5EF4-FFF2-40B4-BE49-F238E27FC236}">
                  <a16:creationId xmlns:a16="http://schemas.microsoft.com/office/drawing/2014/main" id="{2E56FE22-E476-387F-51C6-2C3ECFF12B9E}"/>
                </a:ext>
              </a:extLst>
            </p:cNvPr>
            <p:cNvCxnSpPr/>
            <p:nvPr userDrawn="1"/>
          </p:nvCxnSpPr>
          <p:spPr bwMode="invGray">
            <a:xfrm>
              <a:off x="0" y="49743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99" name="Straight Connector 198">
              <a:extLst>
                <a:ext uri="{FF2B5EF4-FFF2-40B4-BE49-F238E27FC236}">
                  <a16:creationId xmlns:a16="http://schemas.microsoft.com/office/drawing/2014/main" id="{DE3626EA-72F9-D117-FC8E-2C4B290D9903}"/>
                </a:ext>
              </a:extLst>
            </p:cNvPr>
            <p:cNvCxnSpPr/>
            <p:nvPr userDrawn="1"/>
          </p:nvCxnSpPr>
          <p:spPr bwMode="invGray">
            <a:xfrm>
              <a:off x="0" y="46634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0" name="Straight Connector 199">
              <a:extLst>
                <a:ext uri="{FF2B5EF4-FFF2-40B4-BE49-F238E27FC236}">
                  <a16:creationId xmlns:a16="http://schemas.microsoft.com/office/drawing/2014/main" id="{F71F10BE-65F9-FA45-8FED-61F63DCE140D}"/>
                </a:ext>
              </a:extLst>
            </p:cNvPr>
            <p:cNvCxnSpPr/>
            <p:nvPr userDrawn="1"/>
          </p:nvCxnSpPr>
          <p:spPr bwMode="invGray">
            <a:xfrm>
              <a:off x="0" y="55961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1" name="Straight Connector 200">
              <a:extLst>
                <a:ext uri="{FF2B5EF4-FFF2-40B4-BE49-F238E27FC236}">
                  <a16:creationId xmlns:a16="http://schemas.microsoft.com/office/drawing/2014/main" id="{C103E583-6ADC-FDD2-D7FE-C3D8144340F5}"/>
                </a:ext>
              </a:extLst>
            </p:cNvPr>
            <p:cNvCxnSpPr/>
            <p:nvPr userDrawn="1"/>
          </p:nvCxnSpPr>
          <p:spPr bwMode="invGray">
            <a:xfrm>
              <a:off x="0" y="52852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2" name="Straight Connector 201">
              <a:extLst>
                <a:ext uri="{FF2B5EF4-FFF2-40B4-BE49-F238E27FC236}">
                  <a16:creationId xmlns:a16="http://schemas.microsoft.com/office/drawing/2014/main" id="{B450D1BB-2FEB-748A-8B85-369DF66F1412}"/>
                </a:ext>
              </a:extLst>
            </p:cNvPr>
            <p:cNvCxnSpPr/>
            <p:nvPr userDrawn="1"/>
          </p:nvCxnSpPr>
          <p:spPr bwMode="invGray">
            <a:xfrm>
              <a:off x="0" y="62179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3" name="Straight Connector 202">
              <a:extLst>
                <a:ext uri="{FF2B5EF4-FFF2-40B4-BE49-F238E27FC236}">
                  <a16:creationId xmlns:a16="http://schemas.microsoft.com/office/drawing/2014/main" id="{E16037A9-466B-CD2D-007E-BE83B10BD83A}"/>
                </a:ext>
              </a:extLst>
            </p:cNvPr>
            <p:cNvCxnSpPr/>
            <p:nvPr userDrawn="1"/>
          </p:nvCxnSpPr>
          <p:spPr bwMode="invGray">
            <a:xfrm>
              <a:off x="0" y="59070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4" name="Straight Connector 203">
              <a:extLst>
                <a:ext uri="{FF2B5EF4-FFF2-40B4-BE49-F238E27FC236}">
                  <a16:creationId xmlns:a16="http://schemas.microsoft.com/office/drawing/2014/main" id="{5BA0A609-D369-0EA5-BBF6-9A747BCD68AA}"/>
                </a:ext>
              </a:extLst>
            </p:cNvPr>
            <p:cNvCxnSpPr/>
            <p:nvPr userDrawn="1"/>
          </p:nvCxnSpPr>
          <p:spPr bwMode="invGray">
            <a:xfrm>
              <a:off x="0" y="65288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5" name="Straight Connector 204">
              <a:extLst>
                <a:ext uri="{FF2B5EF4-FFF2-40B4-BE49-F238E27FC236}">
                  <a16:creationId xmlns:a16="http://schemas.microsoft.com/office/drawing/2014/main" id="{EB4BBC03-D655-703E-11A8-2BCF28AAED8C}"/>
                </a:ext>
              </a:extLst>
            </p:cNvPr>
            <p:cNvCxnSpPr/>
            <p:nvPr userDrawn="1"/>
          </p:nvCxnSpPr>
          <p:spPr bwMode="invGray">
            <a:xfrm>
              <a:off x="0" y="77724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6" name="Straight Connector 205">
              <a:extLst>
                <a:ext uri="{FF2B5EF4-FFF2-40B4-BE49-F238E27FC236}">
                  <a16:creationId xmlns:a16="http://schemas.microsoft.com/office/drawing/2014/main" id="{F6684BEC-43CE-A48E-AE76-E14D5030960C}"/>
                </a:ext>
              </a:extLst>
            </p:cNvPr>
            <p:cNvCxnSpPr/>
            <p:nvPr userDrawn="1"/>
          </p:nvCxnSpPr>
          <p:spPr bwMode="invGray">
            <a:xfrm>
              <a:off x="0" y="46634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7" name="Straight Connector 206">
              <a:extLst>
                <a:ext uri="{FF2B5EF4-FFF2-40B4-BE49-F238E27FC236}">
                  <a16:creationId xmlns:a16="http://schemas.microsoft.com/office/drawing/2014/main" id="{24B14B62-0408-790C-7987-A094F71DEBFB}"/>
                </a:ext>
              </a:extLst>
            </p:cNvPr>
            <p:cNvCxnSpPr/>
            <p:nvPr userDrawn="1"/>
          </p:nvCxnSpPr>
          <p:spPr bwMode="invGray">
            <a:xfrm>
              <a:off x="0" y="15544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8" name="Straight Connector 207">
              <a:extLst>
                <a:ext uri="{FF2B5EF4-FFF2-40B4-BE49-F238E27FC236}">
                  <a16:creationId xmlns:a16="http://schemas.microsoft.com/office/drawing/2014/main" id="{A9E9ED69-034C-427D-CE50-D42D91D81E10}"/>
                </a:ext>
              </a:extLst>
            </p:cNvPr>
            <p:cNvCxnSpPr/>
            <p:nvPr userDrawn="1"/>
          </p:nvCxnSpPr>
          <p:spPr bwMode="invGray">
            <a:xfrm>
              <a:off x="0" y="139903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09" name="Straight Connector 208">
              <a:extLst>
                <a:ext uri="{FF2B5EF4-FFF2-40B4-BE49-F238E27FC236}">
                  <a16:creationId xmlns:a16="http://schemas.microsoft.com/office/drawing/2014/main" id="{1AD91689-FF82-C974-4DB8-DBD32B49B950}"/>
                </a:ext>
              </a:extLst>
            </p:cNvPr>
            <p:cNvCxnSpPr/>
            <p:nvPr userDrawn="1"/>
          </p:nvCxnSpPr>
          <p:spPr bwMode="invGray">
            <a:xfrm>
              <a:off x="0" y="108813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0" name="Straight Connector 209">
              <a:extLst>
                <a:ext uri="{FF2B5EF4-FFF2-40B4-BE49-F238E27FC236}">
                  <a16:creationId xmlns:a16="http://schemas.microsoft.com/office/drawing/2014/main" id="{B1776815-911C-CEEB-AEFF-99733D3AA8E5}"/>
                </a:ext>
              </a:extLst>
            </p:cNvPr>
            <p:cNvCxnSpPr/>
            <p:nvPr userDrawn="1"/>
          </p:nvCxnSpPr>
          <p:spPr bwMode="invGray">
            <a:xfrm>
              <a:off x="0" y="202082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1" name="Straight Connector 210">
              <a:extLst>
                <a:ext uri="{FF2B5EF4-FFF2-40B4-BE49-F238E27FC236}">
                  <a16:creationId xmlns:a16="http://schemas.microsoft.com/office/drawing/2014/main" id="{C8A50A73-AE29-C0F3-D459-44636AD26EE4}"/>
                </a:ext>
              </a:extLst>
            </p:cNvPr>
            <p:cNvCxnSpPr/>
            <p:nvPr userDrawn="1"/>
          </p:nvCxnSpPr>
          <p:spPr bwMode="invGray">
            <a:xfrm>
              <a:off x="0" y="170992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2" name="Straight Connector 211">
              <a:extLst>
                <a:ext uri="{FF2B5EF4-FFF2-40B4-BE49-F238E27FC236}">
                  <a16:creationId xmlns:a16="http://schemas.microsoft.com/office/drawing/2014/main" id="{29F4810E-2F78-D3AB-8712-A71710010F84}"/>
                </a:ext>
              </a:extLst>
            </p:cNvPr>
            <p:cNvCxnSpPr/>
            <p:nvPr userDrawn="1"/>
          </p:nvCxnSpPr>
          <p:spPr bwMode="invGray">
            <a:xfrm>
              <a:off x="0" y="264261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3" name="Straight Connector 212">
              <a:extLst>
                <a:ext uri="{FF2B5EF4-FFF2-40B4-BE49-F238E27FC236}">
                  <a16:creationId xmlns:a16="http://schemas.microsoft.com/office/drawing/2014/main" id="{763D516C-8A1D-5C0D-0C3B-F8D696ECD154}"/>
                </a:ext>
              </a:extLst>
            </p:cNvPr>
            <p:cNvCxnSpPr/>
            <p:nvPr userDrawn="1"/>
          </p:nvCxnSpPr>
          <p:spPr bwMode="invGray">
            <a:xfrm>
              <a:off x="0" y="233172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4" name="Straight Connector 213">
              <a:extLst>
                <a:ext uri="{FF2B5EF4-FFF2-40B4-BE49-F238E27FC236}">
                  <a16:creationId xmlns:a16="http://schemas.microsoft.com/office/drawing/2014/main" id="{6AD17F0F-5E2C-EDAB-9E86-8EBB04755668}"/>
                </a:ext>
              </a:extLst>
            </p:cNvPr>
            <p:cNvCxnSpPr/>
            <p:nvPr userDrawn="1"/>
          </p:nvCxnSpPr>
          <p:spPr bwMode="invGray">
            <a:xfrm>
              <a:off x="0" y="326440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5" name="Straight Connector 214">
              <a:extLst>
                <a:ext uri="{FF2B5EF4-FFF2-40B4-BE49-F238E27FC236}">
                  <a16:creationId xmlns:a16="http://schemas.microsoft.com/office/drawing/2014/main" id="{899FEAE6-2345-2206-E336-675EB4588455}"/>
                </a:ext>
              </a:extLst>
            </p:cNvPr>
            <p:cNvCxnSpPr/>
            <p:nvPr userDrawn="1"/>
          </p:nvCxnSpPr>
          <p:spPr bwMode="invGray">
            <a:xfrm>
              <a:off x="0" y="295351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23CF941D-4F37-EBC6-5854-F5B9EF02AB7E}"/>
                </a:ext>
              </a:extLst>
            </p:cNvPr>
            <p:cNvCxnSpPr/>
            <p:nvPr userDrawn="1"/>
          </p:nvCxnSpPr>
          <p:spPr bwMode="invGray">
            <a:xfrm>
              <a:off x="0" y="388620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EE63E3E3-7041-EBA7-3942-B4FC2DB7450A}"/>
                </a:ext>
              </a:extLst>
            </p:cNvPr>
            <p:cNvCxnSpPr/>
            <p:nvPr userDrawn="1"/>
          </p:nvCxnSpPr>
          <p:spPr bwMode="invGray">
            <a:xfrm>
              <a:off x="0" y="357530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568E7D5A-96C2-BD55-8D55-F27CEDADF061}"/>
                </a:ext>
              </a:extLst>
            </p:cNvPr>
            <p:cNvCxnSpPr/>
            <p:nvPr userDrawn="1"/>
          </p:nvCxnSpPr>
          <p:spPr bwMode="invGray">
            <a:xfrm>
              <a:off x="0" y="450799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B5DF25BB-38E5-D9E1-5F2A-CDD5B2F6F510}"/>
                </a:ext>
              </a:extLst>
            </p:cNvPr>
            <p:cNvCxnSpPr/>
            <p:nvPr userDrawn="1"/>
          </p:nvCxnSpPr>
          <p:spPr bwMode="invGray">
            <a:xfrm>
              <a:off x="0" y="419709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675403A6-13D0-5897-02C5-05A9595BE158}"/>
                </a:ext>
              </a:extLst>
            </p:cNvPr>
            <p:cNvCxnSpPr/>
            <p:nvPr userDrawn="1"/>
          </p:nvCxnSpPr>
          <p:spPr bwMode="invGray">
            <a:xfrm>
              <a:off x="0" y="512978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1" name="Straight Connector 220">
              <a:extLst>
                <a:ext uri="{FF2B5EF4-FFF2-40B4-BE49-F238E27FC236}">
                  <a16:creationId xmlns:a16="http://schemas.microsoft.com/office/drawing/2014/main" id="{C2984302-BDC4-1FCC-57F9-838A4BE99CF8}"/>
                </a:ext>
              </a:extLst>
            </p:cNvPr>
            <p:cNvCxnSpPr/>
            <p:nvPr userDrawn="1"/>
          </p:nvCxnSpPr>
          <p:spPr bwMode="invGray">
            <a:xfrm>
              <a:off x="0" y="481888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2" name="Straight Connector 221">
              <a:extLst>
                <a:ext uri="{FF2B5EF4-FFF2-40B4-BE49-F238E27FC236}">
                  <a16:creationId xmlns:a16="http://schemas.microsoft.com/office/drawing/2014/main" id="{56632348-38EB-0F91-820E-D158D42B5B78}"/>
                </a:ext>
              </a:extLst>
            </p:cNvPr>
            <p:cNvCxnSpPr/>
            <p:nvPr userDrawn="1"/>
          </p:nvCxnSpPr>
          <p:spPr bwMode="invGray">
            <a:xfrm>
              <a:off x="0" y="5751576"/>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3" name="Straight Connector 222">
              <a:extLst>
                <a:ext uri="{FF2B5EF4-FFF2-40B4-BE49-F238E27FC236}">
                  <a16:creationId xmlns:a16="http://schemas.microsoft.com/office/drawing/2014/main" id="{E6EE9006-9537-518C-97FF-046FE1238245}"/>
                </a:ext>
              </a:extLst>
            </p:cNvPr>
            <p:cNvCxnSpPr/>
            <p:nvPr userDrawn="1"/>
          </p:nvCxnSpPr>
          <p:spPr bwMode="invGray">
            <a:xfrm>
              <a:off x="0" y="5440680"/>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4" name="Straight Connector 223">
              <a:extLst>
                <a:ext uri="{FF2B5EF4-FFF2-40B4-BE49-F238E27FC236}">
                  <a16:creationId xmlns:a16="http://schemas.microsoft.com/office/drawing/2014/main" id="{4B833350-D606-1EBC-F1FC-3A9BB35FC99F}"/>
                </a:ext>
              </a:extLst>
            </p:cNvPr>
            <p:cNvCxnSpPr/>
            <p:nvPr userDrawn="1"/>
          </p:nvCxnSpPr>
          <p:spPr bwMode="invGray">
            <a:xfrm>
              <a:off x="0" y="6373368"/>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5" name="Straight Connector 224">
              <a:extLst>
                <a:ext uri="{FF2B5EF4-FFF2-40B4-BE49-F238E27FC236}">
                  <a16:creationId xmlns:a16="http://schemas.microsoft.com/office/drawing/2014/main" id="{C2249093-A4A5-F64A-FF99-B3F52AB459F7}"/>
                </a:ext>
              </a:extLst>
            </p:cNvPr>
            <p:cNvCxnSpPr/>
            <p:nvPr userDrawn="1"/>
          </p:nvCxnSpPr>
          <p:spPr bwMode="invGray">
            <a:xfrm>
              <a:off x="0" y="6062472"/>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226" name="Straight Connector 225">
              <a:extLst>
                <a:ext uri="{FF2B5EF4-FFF2-40B4-BE49-F238E27FC236}">
                  <a16:creationId xmlns:a16="http://schemas.microsoft.com/office/drawing/2014/main" id="{AC5D1C4F-FC18-9722-8BF2-3FA8FD57D96A}"/>
                </a:ext>
              </a:extLst>
            </p:cNvPr>
            <p:cNvCxnSpPr/>
            <p:nvPr userDrawn="1"/>
          </p:nvCxnSpPr>
          <p:spPr bwMode="invGray">
            <a:xfrm>
              <a:off x="0" y="6684264"/>
              <a:ext cx="12188952" cy="0"/>
            </a:xfrm>
            <a:prstGeom prst="line">
              <a:avLst/>
            </a:prstGeom>
            <a:ln w="6350">
              <a:solidFill>
                <a:srgbClr val="19D3C5">
                  <a:alpha val="20000"/>
                </a:srgbClr>
              </a:solidFill>
              <a:miter lim="800000"/>
            </a:ln>
          </p:spPr>
          <p:style>
            <a:lnRef idx="1">
              <a:schemeClr val="accent1"/>
            </a:lnRef>
            <a:fillRef idx="0">
              <a:schemeClr val="accent1"/>
            </a:fillRef>
            <a:effectRef idx="0">
              <a:schemeClr val="accent1"/>
            </a:effectRef>
            <a:fontRef idx="minor">
              <a:schemeClr val="tx1"/>
            </a:fontRef>
          </p:style>
        </p:cxnSp>
        <p:sp>
          <p:nvSpPr>
            <p:cNvPr id="227" name="main body box">
              <a:extLst>
                <a:ext uri="{FF2B5EF4-FFF2-40B4-BE49-F238E27FC236}">
                  <a16:creationId xmlns:a16="http://schemas.microsoft.com/office/drawing/2014/main" id="{01A00ABC-6BB8-8486-683A-06BD49F14F87}"/>
                </a:ext>
              </a:extLst>
            </p:cNvPr>
            <p:cNvSpPr/>
            <p:nvPr userDrawn="1"/>
          </p:nvSpPr>
          <p:spPr bwMode="invGray">
            <a:xfrm>
              <a:off x="554736" y="1709928"/>
              <a:ext cx="11082528" cy="4507992"/>
            </a:xfrm>
            <a:prstGeom prst="rect">
              <a:avLst/>
            </a:prstGeom>
            <a:noFill/>
            <a:ln w="12700">
              <a:solidFill>
                <a:srgbClr val="19D3C5">
                  <a:alpha val="50000"/>
                </a:srgbClr>
              </a:solidFill>
            </a:ln>
          </p:spPr>
          <p:txBody>
            <a:bodyPr vert="horz" wrap="square" lIns="68572" tIns="34286" rIns="68572" bIns="34286" numCol="1" anchor="t" anchorCtr="0" compatLnSpc="1">
              <a:prstTxWarp prst="textNoShape">
                <a:avLst/>
              </a:prstTxWarp>
              <a:noAutofit/>
            </a:bodyPr>
            <a:lstStyle/>
            <a:p>
              <a:endParaRPr lang="en-US" sz="1323">
                <a:solidFill>
                  <a:schemeClr val="tx1"/>
                </a:solidFill>
                <a:latin typeface="+mn-lt"/>
              </a:endParaRPr>
            </a:p>
          </p:txBody>
        </p:sp>
        <p:cxnSp>
          <p:nvCxnSpPr>
            <p:cNvPr id="228" name="Straight Connector 227">
              <a:extLst>
                <a:ext uri="{FF2B5EF4-FFF2-40B4-BE49-F238E27FC236}">
                  <a16:creationId xmlns:a16="http://schemas.microsoft.com/office/drawing/2014/main" id="{320B04C9-EB26-A43C-9EEE-F4E7A573D8CC}"/>
                </a:ext>
              </a:extLst>
            </p:cNvPr>
            <p:cNvCxnSpPr/>
            <p:nvPr userDrawn="1"/>
          </p:nvCxnSpPr>
          <p:spPr bwMode="invGray">
            <a:xfrm>
              <a:off x="554736" y="2177796"/>
              <a:ext cx="11082528" cy="0"/>
            </a:xfrm>
            <a:prstGeom prst="line">
              <a:avLst/>
            </a:prstGeom>
            <a:noFill/>
            <a:ln w="12700">
              <a:solidFill>
                <a:srgbClr val="19D3C5">
                  <a:alpha val="50000"/>
                </a:srgbClr>
              </a:solidFill>
            </a:ln>
          </p:spPr>
        </p:cxnSp>
        <p:cxnSp>
          <p:nvCxnSpPr>
            <p:cNvPr id="229" name="Straight Connector 228">
              <a:extLst>
                <a:ext uri="{FF2B5EF4-FFF2-40B4-BE49-F238E27FC236}">
                  <a16:creationId xmlns:a16="http://schemas.microsoft.com/office/drawing/2014/main" id="{C361B652-9F3D-9F6D-0BF0-9649B79F9E5D}"/>
                </a:ext>
              </a:extLst>
            </p:cNvPr>
            <p:cNvCxnSpPr/>
            <p:nvPr userDrawn="1"/>
          </p:nvCxnSpPr>
          <p:spPr bwMode="invGray">
            <a:xfrm>
              <a:off x="554736" y="1711453"/>
              <a:ext cx="11082528" cy="0"/>
            </a:xfrm>
            <a:prstGeom prst="line">
              <a:avLst/>
            </a:prstGeom>
            <a:noFill/>
            <a:ln w="12700">
              <a:solidFill>
                <a:srgbClr val="19D3C5">
                  <a:alpha val="50000"/>
                </a:srgbClr>
              </a:solidFill>
            </a:ln>
          </p:spPr>
        </p:cxnSp>
      </p:grpSp>
      <p:grpSp>
        <p:nvGrpSpPr>
          <p:cNvPr id="230" name="LegendBoxes" hidden="1">
            <a:extLst>
              <a:ext uri="{FF2B5EF4-FFF2-40B4-BE49-F238E27FC236}">
                <a16:creationId xmlns:a16="http://schemas.microsoft.com/office/drawing/2014/main" id="{DA140FE2-CADF-EA30-ED30-29A72CACED0B}"/>
              </a:ext>
            </a:extLst>
          </p:cNvPr>
          <p:cNvGrpSpPr/>
          <p:nvPr userDrawn="1"/>
        </p:nvGrpSpPr>
        <p:grpSpPr>
          <a:xfrm>
            <a:off x="10554770" y="4322824"/>
            <a:ext cx="984864" cy="1717282"/>
            <a:chOff x="9585951" y="2980105"/>
            <a:chExt cx="984864" cy="1717282"/>
          </a:xfrm>
        </p:grpSpPr>
        <p:sp>
          <p:nvSpPr>
            <p:cNvPr id="231" name="RectangleLegend1">
              <a:extLst>
                <a:ext uri="{FF2B5EF4-FFF2-40B4-BE49-F238E27FC236}">
                  <a16:creationId xmlns:a16="http://schemas.microsoft.com/office/drawing/2014/main" id="{3D56CF41-9C15-7367-27AC-93B05F2BE373}"/>
                </a:ext>
              </a:extLst>
            </p:cNvPr>
            <p:cNvSpPr/>
            <p:nvPr/>
          </p:nvSpPr>
          <p:spPr>
            <a:xfrm>
              <a:off x="9585951" y="3001463"/>
              <a:ext cx="172729" cy="172729"/>
            </a:xfrm>
            <a:prstGeom prst="rect">
              <a:avLst/>
            </a:prstGeom>
            <a:solidFill>
              <a:schemeClr val="accent1"/>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2" name="RectangleLegend2">
              <a:extLst>
                <a:ext uri="{FF2B5EF4-FFF2-40B4-BE49-F238E27FC236}">
                  <a16:creationId xmlns:a16="http://schemas.microsoft.com/office/drawing/2014/main" id="{49AD417F-308C-5992-8823-94BFE60BD4A2}"/>
                </a:ext>
              </a:extLst>
            </p:cNvPr>
            <p:cNvSpPr/>
            <p:nvPr/>
          </p:nvSpPr>
          <p:spPr>
            <a:xfrm>
              <a:off x="9585951" y="3380961"/>
              <a:ext cx="172729" cy="172729"/>
            </a:xfrm>
            <a:prstGeom prst="rect">
              <a:avLst/>
            </a:prstGeom>
            <a:solidFill>
              <a:schemeClr val="accent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3" name="RectangleLegend3">
              <a:extLst>
                <a:ext uri="{FF2B5EF4-FFF2-40B4-BE49-F238E27FC236}">
                  <a16:creationId xmlns:a16="http://schemas.microsoft.com/office/drawing/2014/main" id="{47CF24C4-5720-4353-1F3E-A2C7AFBA3F7B}"/>
                </a:ext>
              </a:extLst>
            </p:cNvPr>
            <p:cNvSpPr/>
            <p:nvPr/>
          </p:nvSpPr>
          <p:spPr>
            <a:xfrm>
              <a:off x="9585951" y="3754557"/>
              <a:ext cx="172729" cy="172729"/>
            </a:xfrm>
            <a:prstGeom prst="rect">
              <a:avLst/>
            </a:prstGeom>
            <a:solidFill>
              <a:schemeClr val="accent3"/>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4" name="RectangleLegend4">
              <a:extLst>
                <a:ext uri="{FF2B5EF4-FFF2-40B4-BE49-F238E27FC236}">
                  <a16:creationId xmlns:a16="http://schemas.microsoft.com/office/drawing/2014/main" id="{31EB11AC-04F8-B178-5C48-858D6D97C307}"/>
                </a:ext>
              </a:extLst>
            </p:cNvPr>
            <p:cNvSpPr/>
            <p:nvPr/>
          </p:nvSpPr>
          <p:spPr>
            <a:xfrm>
              <a:off x="9585951" y="4128153"/>
              <a:ext cx="172729" cy="172729"/>
            </a:xfrm>
            <a:prstGeom prst="rect">
              <a:avLst/>
            </a:prstGeom>
            <a:solidFill>
              <a:schemeClr val="accent4"/>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5" name="RectangleLegend5">
              <a:extLst>
                <a:ext uri="{FF2B5EF4-FFF2-40B4-BE49-F238E27FC236}">
                  <a16:creationId xmlns:a16="http://schemas.microsoft.com/office/drawing/2014/main" id="{31BC1CD9-1007-79AC-39CA-55BA6E254762}"/>
                </a:ext>
              </a:extLst>
            </p:cNvPr>
            <p:cNvSpPr/>
            <p:nvPr/>
          </p:nvSpPr>
          <p:spPr>
            <a:xfrm>
              <a:off x="9585951" y="4501749"/>
              <a:ext cx="172729" cy="172729"/>
            </a:xfrm>
            <a:prstGeom prst="rect">
              <a:avLst/>
            </a:prstGeom>
            <a:solidFill>
              <a:schemeClr val="accent5"/>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400">
                <a:solidFill>
                  <a:schemeClr val="tx1"/>
                </a:solidFill>
              </a:endParaRPr>
            </a:p>
          </p:txBody>
        </p:sp>
        <p:sp>
          <p:nvSpPr>
            <p:cNvPr id="236" name="Legend1">
              <a:extLst>
                <a:ext uri="{FF2B5EF4-FFF2-40B4-BE49-F238E27FC236}">
                  <a16:creationId xmlns:a16="http://schemas.microsoft.com/office/drawing/2014/main" id="{03A389AE-AEFA-0F10-E5F2-2663AE691519}"/>
                </a:ext>
              </a:extLst>
            </p:cNvPr>
            <p:cNvSpPr txBox="1"/>
            <p:nvPr/>
          </p:nvSpPr>
          <p:spPr>
            <a:xfrm>
              <a:off x="9912097" y="2980105"/>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37" name="Legend2">
              <a:extLst>
                <a:ext uri="{FF2B5EF4-FFF2-40B4-BE49-F238E27FC236}">
                  <a16:creationId xmlns:a16="http://schemas.microsoft.com/office/drawing/2014/main" id="{022A8E04-C1CC-07DD-A0A3-53A43BDF8E43}"/>
                </a:ext>
              </a:extLst>
            </p:cNvPr>
            <p:cNvSpPr txBox="1"/>
            <p:nvPr/>
          </p:nvSpPr>
          <p:spPr>
            <a:xfrm>
              <a:off x="9912097" y="3359603"/>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38" name="Legend3">
              <a:extLst>
                <a:ext uri="{FF2B5EF4-FFF2-40B4-BE49-F238E27FC236}">
                  <a16:creationId xmlns:a16="http://schemas.microsoft.com/office/drawing/2014/main" id="{D0FA2EAB-FEBC-9246-113E-F8975043C349}"/>
                </a:ext>
              </a:extLst>
            </p:cNvPr>
            <p:cNvSpPr txBox="1"/>
            <p:nvPr/>
          </p:nvSpPr>
          <p:spPr>
            <a:xfrm>
              <a:off x="9912097" y="3739101"/>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39" name="Legend4">
              <a:extLst>
                <a:ext uri="{FF2B5EF4-FFF2-40B4-BE49-F238E27FC236}">
                  <a16:creationId xmlns:a16="http://schemas.microsoft.com/office/drawing/2014/main" id="{EB06A4EF-5C6A-1BC9-735A-3D9E405C0C48}"/>
                </a:ext>
              </a:extLst>
            </p:cNvPr>
            <p:cNvSpPr txBox="1"/>
            <p:nvPr/>
          </p:nvSpPr>
          <p:spPr>
            <a:xfrm>
              <a:off x="9912097" y="4110522"/>
              <a:ext cx="658718"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0" name="Legend5">
              <a:extLst>
                <a:ext uri="{FF2B5EF4-FFF2-40B4-BE49-F238E27FC236}">
                  <a16:creationId xmlns:a16="http://schemas.microsoft.com/office/drawing/2014/main" id="{E1842B41-D7C0-5BF1-4DA4-FD2A3A0AB9D7}"/>
                </a:ext>
              </a:extLst>
            </p:cNvPr>
            <p:cNvSpPr txBox="1"/>
            <p:nvPr/>
          </p:nvSpPr>
          <p:spPr>
            <a:xfrm>
              <a:off x="9912097"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grpSp>
        <p:nvGrpSpPr>
          <p:cNvPr id="241" name="LegendMoons" hidden="1">
            <a:extLst>
              <a:ext uri="{FF2B5EF4-FFF2-40B4-BE49-F238E27FC236}">
                <a16:creationId xmlns:a16="http://schemas.microsoft.com/office/drawing/2014/main" id="{120D6298-48BC-FD1F-2FF4-80415E1C0960}"/>
              </a:ext>
            </a:extLst>
          </p:cNvPr>
          <p:cNvGrpSpPr/>
          <p:nvPr userDrawn="1"/>
        </p:nvGrpSpPr>
        <p:grpSpPr>
          <a:xfrm>
            <a:off x="7723680" y="1702457"/>
            <a:ext cx="1023616" cy="1731859"/>
            <a:chOff x="7723680" y="1702457"/>
            <a:chExt cx="1023616" cy="1731859"/>
          </a:xfrm>
        </p:grpSpPr>
        <p:sp>
          <p:nvSpPr>
            <p:cNvPr id="242" name="Legend1">
              <a:extLst>
                <a:ext uri="{FF2B5EF4-FFF2-40B4-BE49-F238E27FC236}">
                  <a16:creationId xmlns:a16="http://schemas.microsoft.com/office/drawing/2014/main" id="{D4645ED9-4C1A-B150-D4AD-3859909EDF9D}"/>
                </a:ext>
              </a:extLst>
            </p:cNvPr>
            <p:cNvSpPr txBox="1"/>
            <p:nvPr/>
          </p:nvSpPr>
          <p:spPr>
            <a:xfrm>
              <a:off x="8076312" y="1709816"/>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3" name="Legend2">
              <a:extLst>
                <a:ext uri="{FF2B5EF4-FFF2-40B4-BE49-F238E27FC236}">
                  <a16:creationId xmlns:a16="http://schemas.microsoft.com/office/drawing/2014/main" id="{B097AA46-31C7-DF4F-BA04-ECE0B2DA47CE}"/>
                </a:ext>
              </a:extLst>
            </p:cNvPr>
            <p:cNvSpPr txBox="1"/>
            <p:nvPr/>
          </p:nvSpPr>
          <p:spPr>
            <a:xfrm>
              <a:off x="8076312" y="2085275"/>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4" name="Legend3">
              <a:extLst>
                <a:ext uri="{FF2B5EF4-FFF2-40B4-BE49-F238E27FC236}">
                  <a16:creationId xmlns:a16="http://schemas.microsoft.com/office/drawing/2014/main" id="{1B6E5ECB-7D44-C964-9F92-8F17281991DB}"/>
                </a:ext>
              </a:extLst>
            </p:cNvPr>
            <p:cNvSpPr txBox="1"/>
            <p:nvPr/>
          </p:nvSpPr>
          <p:spPr>
            <a:xfrm>
              <a:off x="8076312" y="246073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5" name="Legend4">
              <a:extLst>
                <a:ext uri="{FF2B5EF4-FFF2-40B4-BE49-F238E27FC236}">
                  <a16:creationId xmlns:a16="http://schemas.microsoft.com/office/drawing/2014/main" id="{750BF540-29C6-64FF-4671-ACC833E4A778}"/>
                </a:ext>
              </a:extLst>
            </p:cNvPr>
            <p:cNvSpPr txBox="1"/>
            <p:nvPr/>
          </p:nvSpPr>
          <p:spPr>
            <a:xfrm>
              <a:off x="8076312" y="2836193"/>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46" name="Legend5">
              <a:extLst>
                <a:ext uri="{FF2B5EF4-FFF2-40B4-BE49-F238E27FC236}">
                  <a16:creationId xmlns:a16="http://schemas.microsoft.com/office/drawing/2014/main" id="{4AC683E1-DB66-07EC-9E5B-FE2323B40A20}"/>
                </a:ext>
              </a:extLst>
            </p:cNvPr>
            <p:cNvSpPr txBox="1"/>
            <p:nvPr/>
          </p:nvSpPr>
          <p:spPr>
            <a:xfrm>
              <a:off x="8076312" y="3211654"/>
              <a:ext cx="670984"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grpSp>
          <p:nvGrpSpPr>
            <p:cNvPr id="247" name="MoonLegend1">
              <a:extLst>
                <a:ext uri="{FF2B5EF4-FFF2-40B4-BE49-F238E27FC236}">
                  <a16:creationId xmlns:a16="http://schemas.microsoft.com/office/drawing/2014/main" id="{FAA7541F-C866-D60B-770F-A59B3332E829}"/>
                </a:ext>
              </a:extLst>
            </p:cNvPr>
            <p:cNvGrpSpPr>
              <a:grpSpLocks noChangeAspect="1"/>
            </p:cNvGrpSpPr>
            <p:nvPr>
              <p:custDataLst>
                <p:tags r:id="rId40"/>
              </p:custDataLst>
            </p:nvPr>
          </p:nvGrpSpPr>
          <p:grpSpPr>
            <a:xfrm>
              <a:off x="7723680" y="1702457"/>
              <a:ext cx="228600" cy="228600"/>
              <a:chOff x="762000" y="1270000"/>
              <a:chExt cx="254000" cy="254000"/>
            </a:xfrm>
          </p:grpSpPr>
          <p:sp>
            <p:nvSpPr>
              <p:cNvPr id="260" name="Oval 259">
                <a:extLst>
                  <a:ext uri="{FF2B5EF4-FFF2-40B4-BE49-F238E27FC236}">
                    <a16:creationId xmlns:a16="http://schemas.microsoft.com/office/drawing/2014/main" id="{F9765154-4172-6B57-824F-E3282EB25545}"/>
                  </a:ext>
                </a:extLst>
              </p:cNvPr>
              <p:cNvSpPr/>
              <p:nvPr>
                <p:custDataLst>
                  <p:tags r:id="rId53"/>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1" name="Arc 260" hidden="1">
                <a:extLst>
                  <a:ext uri="{FF2B5EF4-FFF2-40B4-BE49-F238E27FC236}">
                    <a16:creationId xmlns:a16="http://schemas.microsoft.com/office/drawing/2014/main" id="{3080280D-10CE-12FB-C043-DAF18B92224E}"/>
                  </a:ext>
                </a:extLst>
              </p:cNvPr>
              <p:cNvSpPr/>
              <p:nvPr>
                <p:custDataLst>
                  <p:tags r:id="rId54"/>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48" name="MoonLegend2">
              <a:extLst>
                <a:ext uri="{FF2B5EF4-FFF2-40B4-BE49-F238E27FC236}">
                  <a16:creationId xmlns:a16="http://schemas.microsoft.com/office/drawing/2014/main" id="{35BFD9DA-1144-8DA1-53C3-E01D5FCE9607}"/>
                </a:ext>
              </a:extLst>
            </p:cNvPr>
            <p:cNvGrpSpPr>
              <a:grpSpLocks noChangeAspect="1"/>
            </p:cNvGrpSpPr>
            <p:nvPr>
              <p:custDataLst>
                <p:tags r:id="rId41"/>
              </p:custDataLst>
            </p:nvPr>
          </p:nvGrpSpPr>
          <p:grpSpPr>
            <a:xfrm>
              <a:off x="7723680" y="2078270"/>
              <a:ext cx="228600" cy="228600"/>
              <a:chOff x="762000" y="1270000"/>
              <a:chExt cx="254000" cy="254000"/>
            </a:xfrm>
          </p:grpSpPr>
          <p:sp>
            <p:nvSpPr>
              <p:cNvPr id="258" name="Oval 257">
                <a:extLst>
                  <a:ext uri="{FF2B5EF4-FFF2-40B4-BE49-F238E27FC236}">
                    <a16:creationId xmlns:a16="http://schemas.microsoft.com/office/drawing/2014/main" id="{7F3A3989-BFC1-FB0C-B737-5372F8E5251A}"/>
                  </a:ext>
                </a:extLst>
              </p:cNvPr>
              <p:cNvSpPr/>
              <p:nvPr>
                <p:custDataLst>
                  <p:tags r:id="rId51"/>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9" name="Arc 258">
                <a:extLst>
                  <a:ext uri="{FF2B5EF4-FFF2-40B4-BE49-F238E27FC236}">
                    <a16:creationId xmlns:a16="http://schemas.microsoft.com/office/drawing/2014/main" id="{89CD9953-848A-D82D-7E93-D7FB686C0FE9}"/>
                  </a:ext>
                </a:extLst>
              </p:cNvPr>
              <p:cNvSpPr/>
              <p:nvPr>
                <p:custDataLst>
                  <p:tags r:id="rId52"/>
                </p:custDataLst>
              </p:nvPr>
            </p:nvSpPr>
            <p:spPr>
              <a:xfrm>
                <a:off x="762000" y="1270000"/>
                <a:ext cx="254000" cy="254000"/>
              </a:xfrm>
              <a:prstGeom prst="arc">
                <a:avLst>
                  <a:gd name="adj1" fmla="val 16200000"/>
                  <a:gd name="adj2" fmla="val 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49" name="MoonLegend3">
              <a:extLst>
                <a:ext uri="{FF2B5EF4-FFF2-40B4-BE49-F238E27FC236}">
                  <a16:creationId xmlns:a16="http://schemas.microsoft.com/office/drawing/2014/main" id="{3A6C7557-E615-FD87-E58D-14658FF5B2FF}"/>
                </a:ext>
              </a:extLst>
            </p:cNvPr>
            <p:cNvGrpSpPr>
              <a:grpSpLocks noChangeAspect="1"/>
            </p:cNvGrpSpPr>
            <p:nvPr>
              <p:custDataLst>
                <p:tags r:id="rId42"/>
              </p:custDataLst>
            </p:nvPr>
          </p:nvGrpSpPr>
          <p:grpSpPr>
            <a:xfrm>
              <a:off x="7723680" y="2454085"/>
              <a:ext cx="228600" cy="228600"/>
              <a:chOff x="762000" y="1270000"/>
              <a:chExt cx="254000" cy="254000"/>
            </a:xfrm>
          </p:grpSpPr>
          <p:sp>
            <p:nvSpPr>
              <p:cNvPr id="256" name="Oval 255">
                <a:extLst>
                  <a:ext uri="{FF2B5EF4-FFF2-40B4-BE49-F238E27FC236}">
                    <a16:creationId xmlns:a16="http://schemas.microsoft.com/office/drawing/2014/main" id="{79CC9BBC-BBEE-3499-50C2-103A049A2E39}"/>
                  </a:ext>
                </a:extLst>
              </p:cNvPr>
              <p:cNvSpPr/>
              <p:nvPr>
                <p:custDataLst>
                  <p:tags r:id="rId49"/>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7" name="Arc 256">
                <a:extLst>
                  <a:ext uri="{FF2B5EF4-FFF2-40B4-BE49-F238E27FC236}">
                    <a16:creationId xmlns:a16="http://schemas.microsoft.com/office/drawing/2014/main" id="{CA9D0D66-B926-6711-C9CD-CC26CC428752}"/>
                  </a:ext>
                </a:extLst>
              </p:cNvPr>
              <p:cNvSpPr/>
              <p:nvPr>
                <p:custDataLst>
                  <p:tags r:id="rId50"/>
                </p:custDataLst>
              </p:nvPr>
            </p:nvSpPr>
            <p:spPr>
              <a:xfrm>
                <a:off x="762000" y="1270000"/>
                <a:ext cx="254000" cy="254000"/>
              </a:xfrm>
              <a:prstGeom prst="arc">
                <a:avLst>
                  <a:gd name="adj1" fmla="val 16200000"/>
                  <a:gd name="adj2" fmla="val 54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50" name="MoonLegend4">
              <a:extLst>
                <a:ext uri="{FF2B5EF4-FFF2-40B4-BE49-F238E27FC236}">
                  <a16:creationId xmlns:a16="http://schemas.microsoft.com/office/drawing/2014/main" id="{5145DF82-5284-5B87-E8ED-35DFDE527B9C}"/>
                </a:ext>
              </a:extLst>
            </p:cNvPr>
            <p:cNvGrpSpPr>
              <a:grpSpLocks noChangeAspect="1"/>
            </p:cNvGrpSpPr>
            <p:nvPr>
              <p:custDataLst>
                <p:tags r:id="rId43"/>
              </p:custDataLst>
            </p:nvPr>
          </p:nvGrpSpPr>
          <p:grpSpPr>
            <a:xfrm>
              <a:off x="7723680" y="2829900"/>
              <a:ext cx="228600" cy="228600"/>
              <a:chOff x="762000" y="1270000"/>
              <a:chExt cx="254000" cy="254000"/>
            </a:xfrm>
          </p:grpSpPr>
          <p:sp>
            <p:nvSpPr>
              <p:cNvPr id="254" name="Oval 253">
                <a:extLst>
                  <a:ext uri="{FF2B5EF4-FFF2-40B4-BE49-F238E27FC236}">
                    <a16:creationId xmlns:a16="http://schemas.microsoft.com/office/drawing/2014/main" id="{90C635A4-3E20-0EB8-7815-407711BC5F28}"/>
                  </a:ext>
                </a:extLst>
              </p:cNvPr>
              <p:cNvSpPr/>
              <p:nvPr>
                <p:custDataLst>
                  <p:tags r:id="rId47"/>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5" name="Arc 254">
                <a:extLst>
                  <a:ext uri="{FF2B5EF4-FFF2-40B4-BE49-F238E27FC236}">
                    <a16:creationId xmlns:a16="http://schemas.microsoft.com/office/drawing/2014/main" id="{C65316C1-EDCB-E2BE-4D89-1E1468DE7420}"/>
                  </a:ext>
                </a:extLst>
              </p:cNvPr>
              <p:cNvSpPr/>
              <p:nvPr>
                <p:custDataLst>
                  <p:tags r:id="rId48"/>
                </p:custDataLst>
              </p:nvPr>
            </p:nvSpPr>
            <p:spPr>
              <a:xfrm>
                <a:off x="762000" y="1270000"/>
                <a:ext cx="254000" cy="254000"/>
              </a:xfrm>
              <a:prstGeom prst="arc">
                <a:avLst>
                  <a:gd name="adj1" fmla="val 16200000"/>
                  <a:gd name="adj2" fmla="val 108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251" name="MoonLegend5">
              <a:extLst>
                <a:ext uri="{FF2B5EF4-FFF2-40B4-BE49-F238E27FC236}">
                  <a16:creationId xmlns:a16="http://schemas.microsoft.com/office/drawing/2014/main" id="{D8358732-CCB1-2629-A827-5C53E0761679}"/>
                </a:ext>
              </a:extLst>
            </p:cNvPr>
            <p:cNvGrpSpPr>
              <a:grpSpLocks noChangeAspect="1"/>
            </p:cNvGrpSpPr>
            <p:nvPr>
              <p:custDataLst>
                <p:tags r:id="rId44"/>
              </p:custDataLst>
            </p:nvPr>
          </p:nvGrpSpPr>
          <p:grpSpPr>
            <a:xfrm>
              <a:off x="7723680" y="3205716"/>
              <a:ext cx="228600" cy="228600"/>
              <a:chOff x="762000" y="1270000"/>
              <a:chExt cx="254000" cy="254000"/>
            </a:xfrm>
          </p:grpSpPr>
          <p:sp>
            <p:nvSpPr>
              <p:cNvPr id="252" name="Oval 251">
                <a:extLst>
                  <a:ext uri="{FF2B5EF4-FFF2-40B4-BE49-F238E27FC236}">
                    <a16:creationId xmlns:a16="http://schemas.microsoft.com/office/drawing/2014/main" id="{D232D143-C395-53AC-A2AC-DABF2AC778C7}"/>
                  </a:ext>
                </a:extLst>
              </p:cNvPr>
              <p:cNvSpPr/>
              <p:nvPr>
                <p:custDataLst>
                  <p:tags r:id="rId45"/>
                </p:custDataLst>
              </p:nvPr>
            </p:nvSpPr>
            <p:spPr>
              <a:xfrm>
                <a:off x="762000" y="1270000"/>
                <a:ext cx="254000" cy="254000"/>
              </a:xfrm>
              <a:prstGeom prst="ellipse">
                <a:avLst/>
              </a:prstGeom>
              <a:solidFill>
                <a:srgbClr val="D0D0D0"/>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3" name="Arc 252">
                <a:extLst>
                  <a:ext uri="{FF2B5EF4-FFF2-40B4-BE49-F238E27FC236}">
                    <a16:creationId xmlns:a16="http://schemas.microsoft.com/office/drawing/2014/main" id="{58A1EC73-211C-38DE-8D39-329285214178}"/>
                  </a:ext>
                </a:extLst>
              </p:cNvPr>
              <p:cNvSpPr/>
              <p:nvPr>
                <p:custDataLst>
                  <p:tags r:id="rId46"/>
                </p:custDataLst>
              </p:nvPr>
            </p:nvSpPr>
            <p:spPr>
              <a:xfrm>
                <a:off x="762000" y="1270000"/>
                <a:ext cx="254000" cy="254000"/>
              </a:xfrm>
              <a:prstGeom prst="arc">
                <a:avLst>
                  <a:gd name="adj1" fmla="val 16200000"/>
                  <a:gd name="adj2" fmla="val 16200000"/>
                </a:avLst>
              </a:prstGeom>
              <a:solidFill>
                <a:schemeClr val="accent1"/>
              </a:solidFill>
              <a:ln w="9525" cap="flat" cmpd="sng" algn="ctr">
                <a:noFill/>
                <a:prstDash val="solid"/>
              </a:ln>
              <a:effectLst/>
              <a:extLst>
                <a:ext uri="{91240B29-F687-4F45-9708-019B960494DF}">
                  <a14:hiddenLine xmlns:a14="http://schemas.microsoft.com/office/drawing/2010/main" w="0" cap="flat" cmpd="sng" algn="ctr">
                    <a:solidFill>
                      <a:schemeClr val="bg1"/>
                    </a:solidFill>
                    <a:prstDash val="solid"/>
                    <a:round/>
                    <a:headEnd type="none" w="med" len="med"/>
                    <a:tailEnd type="none" w="med" len="med"/>
                  </a14:hiddenLine>
                </a:ext>
              </a:extLst>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grpSp>
        <p:nvGrpSpPr>
          <p:cNvPr id="262" name="Sticker" hidden="1">
            <a:extLst>
              <a:ext uri="{FF2B5EF4-FFF2-40B4-BE49-F238E27FC236}">
                <a16:creationId xmlns:a16="http://schemas.microsoft.com/office/drawing/2014/main" id="{F81F59CB-FAF1-7482-9956-93A229A62604}"/>
              </a:ext>
            </a:extLst>
          </p:cNvPr>
          <p:cNvGrpSpPr>
            <a:grpSpLocks noChangeAspect="1"/>
          </p:cNvGrpSpPr>
          <p:nvPr userDrawn="1"/>
        </p:nvGrpSpPr>
        <p:grpSpPr bwMode="gray">
          <a:xfrm>
            <a:off x="558192" y="1289273"/>
            <a:ext cx="429605" cy="156997"/>
            <a:chOff x="8456447" y="272180"/>
            <a:chExt cx="322188" cy="156966"/>
          </a:xfrm>
        </p:grpSpPr>
        <p:sp>
          <p:nvSpPr>
            <p:cNvPr id="263" name="StickerRectangle">
              <a:extLst>
                <a:ext uri="{FF2B5EF4-FFF2-40B4-BE49-F238E27FC236}">
                  <a16:creationId xmlns:a16="http://schemas.microsoft.com/office/drawing/2014/main" id="{F6DD3CC4-22D7-BCE3-3B82-D4E3B323D11B}"/>
                </a:ext>
              </a:extLst>
            </p:cNvPr>
            <p:cNvSpPr>
              <a:spLocks noChangeArrowheads="1"/>
            </p:cNvSpPr>
            <p:nvPr userDrawn="1"/>
          </p:nvSpPr>
          <p:spPr bwMode="gray">
            <a:xfrm>
              <a:off x="8456447" y="272180"/>
              <a:ext cx="322188" cy="156966"/>
            </a:xfrm>
            <a:prstGeom prst="leftRightArrow">
              <a:avLst>
                <a:gd name="adj1" fmla="val 100000"/>
                <a:gd name="adj2" fmla="val 0"/>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18288" anchor="t" anchorCtr="0">
              <a:spAutoFit/>
            </a:bodyPr>
            <a:lstStyle/>
            <a:p>
              <a:pPr algn="l" defTabSz="1193860">
                <a:buClr>
                  <a:schemeClr val="tx2"/>
                </a:buClr>
              </a:pPr>
              <a:r>
                <a:rPr lang="en-US" sz="900" b="1" spc="50">
                  <a:ln w="3175">
                    <a:noFill/>
                  </a:ln>
                  <a:solidFill>
                    <a:schemeClr val="tx1"/>
                  </a:solidFill>
                </a:rPr>
                <a:t>Sticker</a:t>
              </a:r>
              <a:endParaRPr lang="en-US" sz="800" baseline="0">
                <a:solidFill>
                  <a:schemeClr val="tx1"/>
                </a:solidFill>
                <a:latin typeface="+mn-lt"/>
                <a:ea typeface="+mn-ea"/>
              </a:endParaRPr>
            </a:p>
          </p:txBody>
        </p:sp>
        <p:cxnSp>
          <p:nvCxnSpPr>
            <p:cNvPr id="264" name="StickerUnderline">
              <a:extLst>
                <a:ext uri="{FF2B5EF4-FFF2-40B4-BE49-F238E27FC236}">
                  <a16:creationId xmlns:a16="http://schemas.microsoft.com/office/drawing/2014/main" id="{17F0D568-CBF6-38D2-E739-A80F43FC58B7}"/>
                </a:ext>
              </a:extLst>
            </p:cNvPr>
            <p:cNvCxnSpPr>
              <a:cxnSpLocks noChangeShapeType="1"/>
              <a:stCxn id="170" idx="4"/>
              <a:endCxn id="170" idx="6"/>
            </p:cNvCxnSpPr>
            <p:nvPr/>
          </p:nvCxnSpPr>
          <p:spPr bwMode="gray">
            <a:xfrm>
              <a:off x="8456447" y="429146"/>
              <a:ext cx="322188" cy="0"/>
            </a:xfrm>
            <a:prstGeom prst="straightConnector1">
              <a:avLst/>
            </a:prstGeom>
            <a:noFill/>
            <a:ln w="4191">
              <a:solidFill>
                <a:schemeClr val="tx1"/>
              </a:solidFill>
              <a:round/>
              <a:headEnd/>
              <a:tailEnd/>
            </a:ln>
            <a:extLst>
              <a:ext uri="{909E8E84-426E-40DD-AFC4-6F175D3DCCD1}">
                <a14:hiddenFill xmlns:a14="http://schemas.microsoft.com/office/drawing/2010/main">
                  <a:noFill/>
                </a14:hiddenFill>
              </a:ext>
            </a:extLst>
          </p:spPr>
        </p:cxnSp>
      </p:grpSp>
      <p:grpSp>
        <p:nvGrpSpPr>
          <p:cNvPr id="265" name="LegendLines" hidden="1">
            <a:extLst>
              <a:ext uri="{FF2B5EF4-FFF2-40B4-BE49-F238E27FC236}">
                <a16:creationId xmlns:a16="http://schemas.microsoft.com/office/drawing/2014/main" id="{7827F435-FBA6-6CE0-6262-3D474F3659C9}"/>
              </a:ext>
            </a:extLst>
          </p:cNvPr>
          <p:cNvGrpSpPr/>
          <p:nvPr userDrawn="1"/>
        </p:nvGrpSpPr>
        <p:grpSpPr>
          <a:xfrm>
            <a:off x="10367929" y="3301675"/>
            <a:ext cx="1269335" cy="958286"/>
            <a:chOff x="4372690" y="3739101"/>
            <a:chExt cx="1269335" cy="958286"/>
          </a:xfrm>
        </p:grpSpPr>
        <p:sp>
          <p:nvSpPr>
            <p:cNvPr id="266" name="Legend1">
              <a:extLst>
                <a:ext uri="{FF2B5EF4-FFF2-40B4-BE49-F238E27FC236}">
                  <a16:creationId xmlns:a16="http://schemas.microsoft.com/office/drawing/2014/main" id="{413AFE2D-DA8A-BA3D-AA68-53A103C919FE}"/>
                </a:ext>
              </a:extLst>
            </p:cNvPr>
            <p:cNvSpPr txBox="1"/>
            <p:nvPr/>
          </p:nvSpPr>
          <p:spPr>
            <a:xfrm>
              <a:off x="4988914" y="3739101"/>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67" name="Legend2">
              <a:extLst>
                <a:ext uri="{FF2B5EF4-FFF2-40B4-BE49-F238E27FC236}">
                  <a16:creationId xmlns:a16="http://schemas.microsoft.com/office/drawing/2014/main" id="{BFCBBCF3-D27F-22D7-1551-931062077379}"/>
                </a:ext>
              </a:extLst>
            </p:cNvPr>
            <p:cNvSpPr txBox="1"/>
            <p:nvPr/>
          </p:nvSpPr>
          <p:spPr>
            <a:xfrm>
              <a:off x="4988914" y="4110522"/>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68" name="Legend3">
              <a:extLst>
                <a:ext uri="{FF2B5EF4-FFF2-40B4-BE49-F238E27FC236}">
                  <a16:creationId xmlns:a16="http://schemas.microsoft.com/office/drawing/2014/main" id="{06CB055B-730A-79A2-F1CC-3B43FE3D67C4}"/>
                </a:ext>
              </a:extLst>
            </p:cNvPr>
            <p:cNvSpPr txBox="1"/>
            <p:nvPr/>
          </p:nvSpPr>
          <p:spPr>
            <a:xfrm>
              <a:off x="4988914" y="4481943"/>
              <a:ext cx="653111" cy="215444"/>
            </a:xfrm>
            <a:prstGeom prst="rect">
              <a:avLst/>
            </a:prstGeom>
            <a:noFill/>
            <a:ln>
              <a:noFill/>
              <a:miter lim="800000"/>
            </a:ln>
          </p:spPr>
          <p:txBody>
            <a:bodyPr wrap="square" lIns="0" tIns="0" rIns="0" bIns="0" rtlCol="0" anchor="ctr" anchorCtr="0">
              <a:spAutoFit/>
            </a:bodyPr>
            <a:lstStyle/>
            <a:p>
              <a:pPr>
                <a:spcAft>
                  <a:spcPts val="600"/>
                </a:spcAft>
              </a:pPr>
              <a:r>
                <a:rPr lang="en-US" sz="1400"/>
                <a:t>Legend</a:t>
              </a:r>
            </a:p>
          </p:txBody>
        </p:sp>
        <p:sp>
          <p:nvSpPr>
            <p:cNvPr id="269" name="LineLegend3">
              <a:extLst>
                <a:ext uri="{FF2B5EF4-FFF2-40B4-BE49-F238E27FC236}">
                  <a16:creationId xmlns:a16="http://schemas.microsoft.com/office/drawing/2014/main" id="{7D950EF6-0D3F-D6B9-4B9A-9D16BF6AC698}"/>
                </a:ext>
              </a:extLst>
            </p:cNvPr>
            <p:cNvSpPr>
              <a:spLocks noChangeShapeType="1"/>
            </p:cNvSpPr>
            <p:nvPr/>
          </p:nvSpPr>
          <p:spPr bwMode="gray">
            <a:xfrm>
              <a:off x="4372690" y="4588113"/>
              <a:ext cx="457200" cy="0"/>
            </a:xfrm>
            <a:prstGeom prst="line">
              <a:avLst/>
            </a:prstGeom>
            <a:noFill/>
            <a:ln w="28575">
              <a:solidFill>
                <a:schemeClr val="accent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270" name="LineLegend2">
              <a:extLst>
                <a:ext uri="{FF2B5EF4-FFF2-40B4-BE49-F238E27FC236}">
                  <a16:creationId xmlns:a16="http://schemas.microsoft.com/office/drawing/2014/main" id="{0E7CFBF9-5813-EB1F-AFB1-2518F639E543}"/>
                </a:ext>
              </a:extLst>
            </p:cNvPr>
            <p:cNvSpPr>
              <a:spLocks noChangeShapeType="1"/>
            </p:cNvSpPr>
            <p:nvPr/>
          </p:nvSpPr>
          <p:spPr bwMode="gray">
            <a:xfrm>
              <a:off x="4372690" y="4214754"/>
              <a:ext cx="457200" cy="0"/>
            </a:xfrm>
            <a:prstGeom prst="line">
              <a:avLst/>
            </a:prstGeom>
            <a:noFill/>
            <a:ln w="28575">
              <a:solidFill>
                <a:schemeClr val="accent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sp>
          <p:nvSpPr>
            <p:cNvPr id="271" name="LineLegend1">
              <a:extLst>
                <a:ext uri="{FF2B5EF4-FFF2-40B4-BE49-F238E27FC236}">
                  <a16:creationId xmlns:a16="http://schemas.microsoft.com/office/drawing/2014/main" id="{9A8DE68D-EA14-C456-25AC-B97678DE1810}"/>
                </a:ext>
              </a:extLst>
            </p:cNvPr>
            <p:cNvSpPr>
              <a:spLocks noChangeShapeType="1"/>
            </p:cNvSpPr>
            <p:nvPr/>
          </p:nvSpPr>
          <p:spPr bwMode="gray">
            <a:xfrm>
              <a:off x="4372690" y="3846823"/>
              <a:ext cx="457200" cy="0"/>
            </a:xfrm>
            <a:prstGeom prst="line">
              <a:avLst/>
            </a:prstGeom>
            <a:noFill/>
            <a:ln w="28575">
              <a:solidFill>
                <a:schemeClr val="accent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baseline="0">
                <a:latin typeface="+mn-lt"/>
                <a:ea typeface="+mn-ea"/>
              </a:endParaRPr>
            </a:p>
          </p:txBody>
        </p:sp>
      </p:grpSp>
      <p:sp>
        <p:nvSpPr>
          <p:cNvPr id="272" name="Slide Number">
            <a:extLst>
              <a:ext uri="{FF2B5EF4-FFF2-40B4-BE49-F238E27FC236}">
                <a16:creationId xmlns:a16="http://schemas.microsoft.com/office/drawing/2014/main" id="{7A4B5D23-73AB-C752-5924-7011E3EB5A9D}"/>
              </a:ext>
            </a:extLst>
          </p:cNvPr>
          <p:cNvSpPr>
            <a:spLocks noChangeArrowheads="1"/>
          </p:cNvSpPr>
          <p:nvPr userDrawn="1">
            <p:custDataLst>
              <p:tags r:id="rId39"/>
            </p:custDataLst>
          </p:nvPr>
        </p:nvSpPr>
        <p:spPr bwMode="black">
          <a:xfrm>
            <a:off x="11312525" y="6498754"/>
            <a:ext cx="325501" cy="138499"/>
          </a:xfrm>
          <a:prstGeom prst="rect">
            <a:avLst/>
          </a:prstGeom>
          <a:noFill/>
          <a:ln w="9525" algn="ctr">
            <a:noFill/>
            <a:miter lim="800000"/>
            <a:headEnd/>
            <a:tailEnd/>
          </a:ln>
          <a:effectLst/>
        </p:spPr>
        <p:txBody>
          <a:bodyPr wrap="square" lIns="0" tIns="0" rIns="0" bIns="0" anchor="b">
            <a:spAutoFit/>
          </a:bodyPr>
          <a:lstStyle/>
          <a:p>
            <a:pPr algn="r" defTabSz="610744" fontAlgn="auto">
              <a:spcBef>
                <a:spcPts val="0"/>
              </a:spcBef>
              <a:spcAft>
                <a:spcPts val="0"/>
              </a:spcAft>
              <a:defRPr/>
            </a:pPr>
            <a:fld id="{4ABDCABE-3F10-B64C-92F1-862014417034}" type="slidenum">
              <a:rPr lang="en-US" sz="900" smtClean="0">
                <a:solidFill>
                  <a:schemeClr val="tx1"/>
                </a:solidFill>
                <a:latin typeface="+mn-lt"/>
                <a:ea typeface="+mn-ea"/>
                <a:cs typeface="Arial" panose="020B0604020202020204" pitchFamily="34" charset="0"/>
              </a:rPr>
              <a:pPr algn="r" defTabSz="610744" fontAlgn="auto">
                <a:spcBef>
                  <a:spcPts val="0"/>
                </a:spcBef>
                <a:spcAft>
                  <a:spcPts val="0"/>
                </a:spcAft>
                <a:defRPr/>
              </a:pPr>
              <a:t>‹#›</a:t>
            </a:fld>
            <a:endParaRPr lang="en-US" sz="900" dirty="0">
              <a:solidFill>
                <a:schemeClr val="tx1"/>
              </a:solidFill>
              <a:latin typeface="+mn-lt"/>
              <a:ea typeface="+mn-ea"/>
              <a:cs typeface="Arial" panose="020B0604020202020204" pitchFamily="34" charset="0"/>
            </a:endParaRPr>
          </a:p>
        </p:txBody>
      </p:sp>
    </p:spTree>
    <p:extLst>
      <p:ext uri="{BB962C8B-B14F-4D97-AF65-F5344CB8AC3E}">
        <p14:creationId xmlns:p14="http://schemas.microsoft.com/office/powerpoint/2010/main" val="2376692524"/>
      </p:ext>
    </p:extLst>
  </p:cSld>
  <p:clrMap bg1="lt1" tx1="dk1" bg2="lt2" tx2="dk2" accent1="accent1" accent2="accent2" accent3="accent3" accent4="accent4" accent5="accent5" accent6="accent6" hlink="hlink" folHlink="folHlink"/>
  <p:sldLayoutIdLst>
    <p:sldLayoutId id="2147484186" r:id="rId1"/>
    <p:sldLayoutId id="2147484187" r:id="rId2"/>
    <p:sldLayoutId id="2147484188" r:id="rId3"/>
    <p:sldLayoutId id="2147484189" r:id="rId4"/>
    <p:sldLayoutId id="2147484190" r:id="rId5"/>
    <p:sldLayoutId id="2147484191" r:id="rId6"/>
    <p:sldLayoutId id="2147484192" r:id="rId7"/>
    <p:sldLayoutId id="2147484193" r:id="rId8"/>
    <p:sldLayoutId id="2147484194" r:id="rId9"/>
    <p:sldLayoutId id="2147484195" r:id="rId10"/>
    <p:sldLayoutId id="2147484196" r:id="rId11"/>
    <p:sldLayoutId id="2147484197" r:id="rId12"/>
    <p:sldLayoutId id="2147484224" r:id="rId13"/>
    <p:sldLayoutId id="2147484225" r:id="rId14"/>
    <p:sldLayoutId id="2147484226" r:id="rId15"/>
    <p:sldLayoutId id="2147484227" r:id="rId16"/>
    <p:sldLayoutId id="2147484228" r:id="rId17"/>
    <p:sldLayoutId id="2147484229" r:id="rId18"/>
    <p:sldLayoutId id="2147484230" r:id="rId19"/>
    <p:sldLayoutId id="2147484231" r:id="rId20"/>
    <p:sldLayoutId id="2147484232" r:id="rId21"/>
    <p:sldLayoutId id="2147484233" r:id="rId22"/>
    <p:sldLayoutId id="2147484234" r:id="rId23"/>
    <p:sldLayoutId id="2147484235" r:id="rId24"/>
    <p:sldLayoutId id="2147484237" r:id="rId25"/>
    <p:sldLayoutId id="2147484242" r:id="rId26"/>
  </p:sldLayoutIdLst>
  <p:txStyles>
    <p:titleStyle>
      <a:lvl1pPr algn="l" defTabSz="914400" rtl="0" eaLnBrk="1" latinLnBrk="0" hangingPunct="1">
        <a:lnSpc>
          <a:spcPct val="100000"/>
        </a:lnSpc>
        <a:spcBef>
          <a:spcPct val="0"/>
        </a:spcBef>
        <a:buNone/>
        <a:defRPr sz="2500" b="1" kern="1200" spc="0" baseline="0">
          <a:ln w="6350" cap="flat">
            <a:noFill/>
            <a:miter lim="800000"/>
          </a:ln>
          <a:solidFill>
            <a:schemeClr val="tx1"/>
          </a:solidFill>
          <a:latin typeface="+mj-lt"/>
          <a:ea typeface="+mj-ea"/>
          <a:cs typeface="+mj-cs"/>
        </a:defRPr>
      </a:lvl1pPr>
    </p:titleStyle>
    <p:bodyStyle>
      <a:lvl1pPr marL="0" indent="0" algn="l" defTabSz="914400" rtl="0" eaLnBrk="1" latinLnBrk="0" hangingPunct="1">
        <a:lnSpc>
          <a:spcPct val="100000"/>
        </a:lnSpc>
        <a:spcBef>
          <a:spcPts val="300"/>
        </a:spcBef>
        <a:spcAft>
          <a:spcPts val="300"/>
        </a:spcAft>
        <a:buFont typeface="Segoe UI" panose="020B0502040204020203" pitchFamily="34" charset="0"/>
        <a:buChar char="​"/>
        <a:defRPr sz="1600" kern="1200">
          <a:solidFill>
            <a:schemeClr val="tx1"/>
          </a:solidFill>
          <a:latin typeface="+mn-lt"/>
          <a:ea typeface="+mn-ea"/>
          <a:cs typeface="Arial" panose="020B0604020202020204" pitchFamily="34" charset="0"/>
        </a:defRPr>
      </a:lvl1pPr>
      <a:lvl2pPr marL="228600" indent="-225425" algn="l" defTabSz="914400" rtl="0" eaLnBrk="1" latinLnBrk="0" hangingPunct="1">
        <a:lnSpc>
          <a:spcPct val="100000"/>
        </a:lnSpc>
        <a:spcBef>
          <a:spcPts val="0"/>
        </a:spcBef>
        <a:spcAft>
          <a:spcPts val="300"/>
        </a:spcAft>
        <a:buFont typeface="Wingdings" panose="05000000000000000000" pitchFamily="2" charset="2"/>
        <a:buChar char=""/>
        <a:defRPr sz="1600" kern="1200">
          <a:solidFill>
            <a:schemeClr val="tx1"/>
          </a:solidFill>
          <a:latin typeface="+mn-lt"/>
          <a:ea typeface="+mn-ea"/>
          <a:cs typeface="Arial" panose="020B0604020202020204" pitchFamily="34" charset="0"/>
        </a:defRPr>
      </a:lvl2pPr>
      <a:lvl3pPr marL="515938" indent="-287338"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3pPr>
      <a:lvl4pPr marL="742950" indent="-182563"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solidFill>
          <a:latin typeface="+mn-lt"/>
          <a:ea typeface="+mn-ea"/>
          <a:cs typeface="Arial" panose="020B0604020202020204" pitchFamily="34" charset="0"/>
        </a:defRPr>
      </a:lvl4pPr>
      <a:lvl5pPr marL="914400" indent="-136525"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5pPr>
      <a:lvl6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6pPr>
      <a:lvl7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7pPr>
      <a:lvl8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8pPr>
      <a:lvl9pPr marL="1085850" indent="-171450" algn="l" defTabSz="914400" rtl="0" eaLnBrk="1" latinLnBrk="0" hangingPunct="1">
        <a:lnSpc>
          <a:spcPct val="100000"/>
        </a:lnSpc>
        <a:spcBef>
          <a:spcPts val="0"/>
        </a:spcBef>
        <a:spcAft>
          <a:spcPts val="300"/>
        </a:spcAft>
        <a:buSzPct val="100000"/>
        <a:buFont typeface="Arial" panose="020B0604020202020204" pitchFamily="34" charset="0"/>
        <a:buChar char="▫"/>
        <a:defRPr sz="1600" kern="1200">
          <a:solidFill>
            <a:schemeClr val="tx1"/>
          </a:solidFill>
          <a:latin typeface="+mn-lt"/>
          <a:ea typeface="+mn-ea"/>
          <a:cs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3912">
          <p15:clr>
            <a:srgbClr val="5ACBF0"/>
          </p15:clr>
        </p15:guide>
        <p15:guide id="4" orient="horz" pos="1075">
          <p15:clr>
            <a:srgbClr val="F26B43"/>
          </p15:clr>
        </p15:guide>
        <p15:guide id="5" pos="7329">
          <p15:clr>
            <a:srgbClr val="F26B43"/>
          </p15:clr>
        </p15:guide>
        <p15:guide id="6" pos="345">
          <p15:clr>
            <a:srgbClr val="F26B43"/>
          </p15:clr>
        </p15:guide>
        <p15:guide id="8" orient="horz" pos="4063">
          <p15:clr>
            <a:srgbClr val="F26B43"/>
          </p15:clr>
        </p15:guide>
        <p15:guide id="9" orient="horz" pos="1344">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8CF5D5EA-1A50-D41E-CDAE-1F3E1570EF9B}"/>
              </a:ext>
            </a:extLst>
          </p:cNvPr>
          <p:cNvGraphicFramePr>
            <a:graphicFrameLocks noChangeAspect="1"/>
          </p:cNvGraphicFramePr>
          <p:nvPr userDrawn="1">
            <p:custDataLst>
              <p:tags r:id="rId65"/>
            </p:custDataLst>
            <p:extLst>
              <p:ext uri="{D42A27DB-BD31-4B8C-83A1-F6EECF244321}">
                <p14:modId xmlns:p14="http://schemas.microsoft.com/office/powerpoint/2010/main" val="116689691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6" imgW="347" imgH="348" progId="TCLayout.ActiveDocument.1">
                  <p:embed/>
                </p:oleObj>
              </mc:Choice>
              <mc:Fallback>
                <p:oleObj name="think-cell Slide" r:id="rId66" imgW="347" imgH="348" progId="TCLayout.ActiveDocument.1">
                  <p:embed/>
                  <p:pic>
                    <p:nvPicPr>
                      <p:cNvPr id="0" name=""/>
                      <p:cNvPicPr/>
                      <p:nvPr/>
                    </p:nvPicPr>
                    <p:blipFill>
                      <a:blip r:embed="rId67"/>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567A189F-CDB6-4881-855E-11E780CE46B1}"/>
              </a:ext>
            </a:extLst>
          </p:cNvPr>
          <p:cNvSpPr>
            <a:spLocks noGrp="1"/>
          </p:cNvSpPr>
          <p:nvPr userDrawn="1">
            <p:ph type="title"/>
          </p:nvPr>
        </p:nvSpPr>
        <p:spPr>
          <a:xfrm>
            <a:off x="381000" y="380999"/>
            <a:ext cx="11430000" cy="990601"/>
          </a:xfrm>
          <a:prstGeom prst="rect">
            <a:avLst/>
          </a:prstGeom>
        </p:spPr>
        <p:txBody>
          <a:bodyPr vert="horz" lIns="0" tIns="0" rIns="0" bIns="0" rtlCol="0" anchor="t">
            <a:noAutofit/>
          </a:bodyPr>
          <a:lstStyle/>
          <a:p>
            <a:r>
              <a:rPr lang="en-US"/>
              <a:t>Place headline here (36pt, min 30pt)</a:t>
            </a:r>
          </a:p>
        </p:txBody>
      </p:sp>
      <p:sp>
        <p:nvSpPr>
          <p:cNvPr id="3" name="Text Placeholder 2">
            <a:extLst>
              <a:ext uri="{FF2B5EF4-FFF2-40B4-BE49-F238E27FC236}">
                <a16:creationId xmlns:a16="http://schemas.microsoft.com/office/drawing/2014/main" id="{6D78F67F-4953-4937-B393-889106DBC906}"/>
              </a:ext>
            </a:extLst>
          </p:cNvPr>
          <p:cNvSpPr>
            <a:spLocks noGrp="1"/>
          </p:cNvSpPr>
          <p:nvPr userDrawn="1">
            <p:ph type="body" idx="1"/>
          </p:nvPr>
        </p:nvSpPr>
        <p:spPr>
          <a:xfrm>
            <a:off x="381000" y="1371600"/>
            <a:ext cx="11430000" cy="4936037"/>
          </a:xfrm>
          <a:prstGeom prst="rect">
            <a:avLst/>
          </a:prstGeom>
        </p:spPr>
        <p:txBody>
          <a:bodyPr vert="horz" lIns="0" tIns="0" rIns="0" bIns="0" rtlCol="0">
            <a:noAutofit/>
          </a:bodyPr>
          <a:lstStyle/>
          <a:p>
            <a:pPr lvl="0"/>
            <a:r>
              <a:rPr lang="en-US"/>
              <a:t>First level (copy 20pt)</a:t>
            </a:r>
          </a:p>
          <a:p>
            <a:pPr lvl="1"/>
            <a:r>
              <a:rPr lang="en-US"/>
              <a:t>Second level (bullet 20pt)</a:t>
            </a:r>
          </a:p>
          <a:p>
            <a:pPr lvl="2"/>
            <a:r>
              <a:rPr lang="en-US"/>
              <a:t>Third level (bullet 20pt)</a:t>
            </a:r>
          </a:p>
          <a:p>
            <a:pPr lvl="3"/>
            <a:r>
              <a:rPr lang="en-US"/>
              <a:t>Fourth level (bullet 18pt)</a:t>
            </a:r>
          </a:p>
          <a:p>
            <a:pPr lvl="4"/>
            <a:r>
              <a:rPr lang="en-US"/>
              <a:t>Fifth level (bullet 18pt)</a:t>
            </a:r>
          </a:p>
          <a:p>
            <a:pPr lvl="5"/>
            <a:r>
              <a:rPr lang="en-US"/>
              <a:t>Sixth level (copy 16pt)</a:t>
            </a:r>
          </a:p>
          <a:p>
            <a:pPr lvl="6"/>
            <a:r>
              <a:rPr lang="en-US"/>
              <a:t>Seventh level (small copy 12pt)</a:t>
            </a:r>
          </a:p>
          <a:p>
            <a:pPr lvl="7"/>
            <a:r>
              <a:rPr lang="en-US"/>
              <a:t>EIGHT LEVEL (DESCRIPTOR 10PT)</a:t>
            </a:r>
          </a:p>
          <a:p>
            <a:pPr lvl="8"/>
            <a:r>
              <a:rPr lang="en-US"/>
              <a:t>Ninth level (footer 8pt)</a:t>
            </a:r>
          </a:p>
        </p:txBody>
      </p:sp>
      <p:sp>
        <p:nvSpPr>
          <p:cNvPr id="11" name="Date Placeholder 10">
            <a:extLst>
              <a:ext uri="{FF2B5EF4-FFF2-40B4-BE49-F238E27FC236}">
                <a16:creationId xmlns:a16="http://schemas.microsoft.com/office/drawing/2014/main" id="{DA171160-C7F3-46DE-911A-73C4F50C8896}"/>
              </a:ext>
            </a:extLst>
          </p:cNvPr>
          <p:cNvSpPr>
            <a:spLocks noGrp="1"/>
          </p:cNvSpPr>
          <p:nvPr userDrawn="1">
            <p:ph type="dt" sz="half" idx="2"/>
          </p:nvPr>
        </p:nvSpPr>
        <p:spPr>
          <a:xfrm>
            <a:off x="9787944" y="0"/>
            <a:ext cx="2023056" cy="381000"/>
          </a:xfrm>
          <a:prstGeom prst="rect">
            <a:avLst/>
          </a:prstGeom>
        </p:spPr>
        <p:txBody>
          <a:bodyPr vert="horz" lIns="0" tIns="0" rIns="0" bIns="0" rtlCol="0" anchor="ctr"/>
          <a:lstStyle>
            <a:lvl1pPr marL="0" algn="r" defTabSz="914400" rtl="0" eaLnBrk="1" latinLnBrk="0" hangingPunct="1">
              <a:defRPr lang="en-US" sz="800" kern="1200" smtClean="0">
                <a:solidFill>
                  <a:schemeClr val="tx1">
                    <a:alpha val="75000"/>
                  </a:schemeClr>
                </a:solidFill>
                <a:latin typeface="+mn-lt"/>
                <a:ea typeface="+mn-ea"/>
                <a:cs typeface="+mn-cs"/>
              </a:defRPr>
            </a:lvl1pPr>
          </a:lstStyle>
          <a:p>
            <a:fld id="{EDCDE1A5-7B8C-446C-B047-DEF343C830D4}" type="datetime2">
              <a:rPr lang="en-US" smtClean="0"/>
              <a:t>Monday, April 20, 2026</a:t>
            </a:fld>
            <a:endParaRPr lang="en-US"/>
          </a:p>
        </p:txBody>
      </p:sp>
      <p:pic>
        <p:nvPicPr>
          <p:cNvPr id="10" name="Picture 9">
            <a:extLst>
              <a:ext uri="{FF2B5EF4-FFF2-40B4-BE49-F238E27FC236}">
                <a16:creationId xmlns:a16="http://schemas.microsoft.com/office/drawing/2014/main" id="{6CE64BB5-293E-D74C-96B6-4768814626F5}"/>
              </a:ext>
            </a:extLst>
          </p:cNvPr>
          <p:cNvPicPr>
            <a:picLocks noChangeAspect="1"/>
          </p:cNvPicPr>
          <p:nvPr userDrawn="1"/>
        </p:nvPicPr>
        <p:blipFill>
          <a:blip r:embed="rId68" cstate="screen">
            <a:extLst>
              <a:ext uri="{28A0092B-C50C-407E-A947-70E740481C1C}">
                <a14:useLocalDpi xmlns:a14="http://schemas.microsoft.com/office/drawing/2010/main"/>
              </a:ext>
            </a:extLst>
          </a:blip>
          <a:srcRect/>
          <a:stretch/>
        </p:blipFill>
        <p:spPr>
          <a:xfrm>
            <a:off x="384840" y="6482516"/>
            <a:ext cx="184343" cy="202328"/>
          </a:xfrm>
          <a:prstGeom prst="rect">
            <a:avLst/>
          </a:prstGeom>
        </p:spPr>
      </p:pic>
      <p:sp>
        <p:nvSpPr>
          <p:cNvPr id="12" name="TextBox 11">
            <a:extLst>
              <a:ext uri="{FF2B5EF4-FFF2-40B4-BE49-F238E27FC236}">
                <a16:creationId xmlns:a16="http://schemas.microsoft.com/office/drawing/2014/main" id="{0B606719-3FB5-224D-8C01-ABD74F283F45}"/>
              </a:ext>
            </a:extLst>
          </p:cNvPr>
          <p:cNvSpPr txBox="1"/>
          <p:nvPr userDrawn="1"/>
        </p:nvSpPr>
        <p:spPr>
          <a:xfrm>
            <a:off x="8317890" y="6483349"/>
            <a:ext cx="3112110" cy="203203"/>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r>
              <a:rPr kumimoji="0" lang="en-GB" sz="800" b="0" i="0" u="none" strike="noStrike" kern="0" cap="none" spc="0" normalizeH="0" baseline="0" noProof="0">
                <a:ln>
                  <a:noFill/>
                </a:ln>
                <a:solidFill>
                  <a:schemeClr val="tx2">
                    <a:alpha val="75000"/>
                  </a:schemeClr>
                </a:solidFill>
                <a:effectLst/>
                <a:uLnTx/>
                <a:uFillTx/>
              </a:rPr>
              <a:t>Copyright © 2022 Accenture. All rights reserved. </a:t>
            </a:r>
            <a:br>
              <a:rPr kumimoji="0" lang="en-GB" sz="800" b="0" i="0" u="none" strike="noStrike" kern="0" cap="none" spc="0" normalizeH="0" baseline="0" noProof="0">
                <a:ln>
                  <a:noFill/>
                </a:ln>
                <a:solidFill>
                  <a:schemeClr val="tx2">
                    <a:alpha val="75000"/>
                  </a:schemeClr>
                </a:solidFill>
                <a:effectLst/>
                <a:uLnTx/>
                <a:uFillTx/>
              </a:rPr>
            </a:br>
            <a:r>
              <a:rPr kumimoji="0" lang="en-GB" sz="800" b="0" i="0" u="none" strike="noStrike" kern="0" cap="none" spc="0" normalizeH="0" baseline="0" noProof="0">
                <a:ln>
                  <a:noFill/>
                </a:ln>
                <a:solidFill>
                  <a:schemeClr val="tx2">
                    <a:alpha val="75000"/>
                  </a:schemeClr>
                </a:solidFill>
                <a:effectLst/>
                <a:uLnTx/>
                <a:uFillTx/>
              </a:rPr>
              <a:t>Accenture and its logo are registered trademarks of Accenture.</a:t>
            </a:r>
          </a:p>
        </p:txBody>
      </p:sp>
      <p:sp>
        <p:nvSpPr>
          <p:cNvPr id="13" name="TextBox 12">
            <a:extLst>
              <a:ext uri="{FF2B5EF4-FFF2-40B4-BE49-F238E27FC236}">
                <a16:creationId xmlns:a16="http://schemas.microsoft.com/office/drawing/2014/main" id="{7917F41D-28E5-574C-BC33-F53458649F22}"/>
              </a:ext>
            </a:extLst>
          </p:cNvPr>
          <p:cNvSpPr txBox="1"/>
          <p:nvPr userDrawn="1"/>
        </p:nvSpPr>
        <p:spPr>
          <a:xfrm>
            <a:off x="11430000" y="6482063"/>
            <a:ext cx="381000" cy="205775"/>
          </a:xfrm>
          <a:prstGeom prst="rect">
            <a:avLst/>
          </a:prstGeom>
          <a:noFill/>
        </p:spPr>
        <p:txBody>
          <a:bodyPr wrap="square" lIns="0" tIns="0" rIns="0" bIns="0" rtlCol="0" anchor="ctr">
            <a:noAutofit/>
          </a:bodyPr>
          <a:lstStyle/>
          <a:p>
            <a:pPr marL="0" marR="0" lvl="0" indent="0" algn="r" defTabSz="228600" eaLnBrk="1" fontAlgn="auto" latinLnBrk="0" hangingPunct="1">
              <a:lnSpc>
                <a:spcPct val="100000"/>
              </a:lnSpc>
              <a:spcBef>
                <a:spcPts val="0"/>
              </a:spcBef>
              <a:spcAft>
                <a:spcPts val="1200"/>
              </a:spcAft>
              <a:buClrTx/>
              <a:buSzTx/>
              <a:buFontTx/>
              <a:buNone/>
              <a:tabLst/>
              <a:defRPr/>
            </a:pPr>
            <a:fld id="{8A1971D9-5B62-3C46-9EC9-FDAAB88557B2}" type="slidenum">
              <a:rPr kumimoji="0" lang="en-GB" sz="800" b="0" i="0" u="none" strike="noStrike" kern="0" cap="none" spc="0" normalizeH="0" baseline="0" noProof="0" smtClean="0">
                <a:ln>
                  <a:noFill/>
                </a:ln>
                <a:solidFill>
                  <a:schemeClr val="tx2">
                    <a:alpha val="75000"/>
                  </a:schemeClr>
                </a:solidFill>
                <a:effectLst/>
                <a:uLnTx/>
                <a:uFillTx/>
              </a:rPr>
              <a:pPr marL="0" marR="0" lvl="0" indent="0" algn="r" defTabSz="228600" eaLnBrk="1" fontAlgn="auto" latinLnBrk="0" hangingPunct="1">
                <a:lnSpc>
                  <a:spcPct val="100000"/>
                </a:lnSpc>
                <a:spcBef>
                  <a:spcPts val="0"/>
                </a:spcBef>
                <a:spcAft>
                  <a:spcPts val="1200"/>
                </a:spcAft>
                <a:buClrTx/>
                <a:buSzTx/>
                <a:buFontTx/>
                <a:buNone/>
                <a:tabLst/>
                <a:defRPr/>
              </a:pPr>
              <a:t>‹#›</a:t>
            </a:fld>
            <a:endParaRPr kumimoji="0" lang="en-US" sz="1800" b="0" i="0" u="none" strike="noStrike" kern="0" cap="none" spc="0" normalizeH="0" baseline="0" noProof="0">
              <a:ln>
                <a:noFill/>
              </a:ln>
              <a:solidFill>
                <a:schemeClr val="tx2">
                  <a:alpha val="75000"/>
                </a:schemeClr>
              </a:solidFill>
              <a:effectLst/>
              <a:uLnTx/>
              <a:uFillTx/>
            </a:endParaRPr>
          </a:p>
        </p:txBody>
      </p:sp>
    </p:spTree>
    <p:extLst>
      <p:ext uri="{BB962C8B-B14F-4D97-AF65-F5344CB8AC3E}">
        <p14:creationId xmlns:p14="http://schemas.microsoft.com/office/powerpoint/2010/main" val="956063885"/>
      </p:ext>
    </p:extLst>
  </p:cSld>
  <p:clrMap bg1="lt1" tx1="dk1" bg2="lt2" tx2="dk2" accent1="accent1" accent2="accent2" accent3="accent3" accent4="accent4" accent5="accent5" accent6="accent6" hlink="hlink" folHlink="folHlink"/>
  <p:sldLayoutIdLst>
    <p:sldLayoutId id="2147484329" r:id="rId1"/>
    <p:sldLayoutId id="2147484330" r:id="rId2"/>
    <p:sldLayoutId id="2147484331" r:id="rId3"/>
    <p:sldLayoutId id="2147484332" r:id="rId4"/>
    <p:sldLayoutId id="2147484333" r:id="rId5"/>
    <p:sldLayoutId id="2147484334" r:id="rId6"/>
    <p:sldLayoutId id="2147484335" r:id="rId7"/>
    <p:sldLayoutId id="2147484336" r:id="rId8"/>
    <p:sldLayoutId id="2147484337" r:id="rId9"/>
    <p:sldLayoutId id="2147484338" r:id="rId10"/>
    <p:sldLayoutId id="2147484339" r:id="rId11"/>
    <p:sldLayoutId id="2147484340" r:id="rId12"/>
    <p:sldLayoutId id="2147484341" r:id="rId13"/>
    <p:sldLayoutId id="2147484342" r:id="rId14"/>
    <p:sldLayoutId id="2147484343" r:id="rId15"/>
    <p:sldLayoutId id="2147484344" r:id="rId16"/>
    <p:sldLayoutId id="2147484345" r:id="rId17"/>
    <p:sldLayoutId id="2147484346" r:id="rId18"/>
    <p:sldLayoutId id="2147484347" r:id="rId19"/>
    <p:sldLayoutId id="2147484348" r:id="rId20"/>
    <p:sldLayoutId id="2147484349" r:id="rId21"/>
    <p:sldLayoutId id="2147484350" r:id="rId22"/>
    <p:sldLayoutId id="2147484351" r:id="rId23"/>
    <p:sldLayoutId id="2147484352" r:id="rId24"/>
    <p:sldLayoutId id="2147484353" r:id="rId25"/>
    <p:sldLayoutId id="2147484354" r:id="rId26"/>
    <p:sldLayoutId id="2147484355" r:id="rId27"/>
    <p:sldLayoutId id="2147484356" r:id="rId28"/>
    <p:sldLayoutId id="2147484357" r:id="rId29"/>
    <p:sldLayoutId id="2147484358" r:id="rId30"/>
    <p:sldLayoutId id="2147484359" r:id="rId31"/>
    <p:sldLayoutId id="2147484360" r:id="rId32"/>
    <p:sldLayoutId id="2147484361" r:id="rId33"/>
    <p:sldLayoutId id="2147484362" r:id="rId34"/>
    <p:sldLayoutId id="2147484363" r:id="rId35"/>
    <p:sldLayoutId id="2147484364" r:id="rId36"/>
    <p:sldLayoutId id="2147484365" r:id="rId37"/>
    <p:sldLayoutId id="2147484366" r:id="rId38"/>
    <p:sldLayoutId id="2147484367" r:id="rId39"/>
    <p:sldLayoutId id="2147484368" r:id="rId40"/>
    <p:sldLayoutId id="2147484369" r:id="rId41"/>
    <p:sldLayoutId id="2147484370" r:id="rId42"/>
    <p:sldLayoutId id="2147484371" r:id="rId43"/>
    <p:sldLayoutId id="2147484372" r:id="rId44"/>
    <p:sldLayoutId id="2147484373" r:id="rId45"/>
    <p:sldLayoutId id="2147484374" r:id="rId46"/>
    <p:sldLayoutId id="2147484375" r:id="rId47"/>
    <p:sldLayoutId id="2147484376" r:id="rId48"/>
    <p:sldLayoutId id="2147484377" r:id="rId49"/>
    <p:sldLayoutId id="2147484378" r:id="rId50"/>
    <p:sldLayoutId id="2147484379" r:id="rId51"/>
    <p:sldLayoutId id="2147484380" r:id="rId52"/>
    <p:sldLayoutId id="2147484381" r:id="rId53"/>
    <p:sldLayoutId id="2147484382" r:id="rId54"/>
    <p:sldLayoutId id="2147484383" r:id="rId55"/>
    <p:sldLayoutId id="2147484384" r:id="rId56"/>
    <p:sldLayoutId id="2147484385" r:id="rId57"/>
    <p:sldLayoutId id="2147484386" r:id="rId58"/>
    <p:sldLayoutId id="2147484387" r:id="rId59"/>
    <p:sldLayoutId id="2147484388" r:id="rId60"/>
    <p:sldLayoutId id="2147484389" r:id="rId61"/>
    <p:sldLayoutId id="2147484390" r:id="rId62"/>
    <p:sldLayoutId id="2147484391" r:id="rId63"/>
  </p:sldLayoutIdLst>
  <p:hf hdr="0" ftr="0"/>
  <p:txStyles>
    <p:titleStyle>
      <a:lvl1pPr algn="l" defTabSz="914400" rtl="0" eaLnBrk="1" latinLnBrk="0" hangingPunct="1">
        <a:lnSpc>
          <a:spcPct val="80000"/>
        </a:lnSpc>
        <a:spcBef>
          <a:spcPct val="0"/>
        </a:spcBef>
        <a:buNone/>
        <a:defRPr sz="3600" b="1" kern="1200">
          <a:solidFill>
            <a:schemeClr val="tx1"/>
          </a:solidFill>
          <a:latin typeface="+mj-lt"/>
          <a:ea typeface="+mj-ea"/>
          <a:cs typeface="+mj-cs"/>
        </a:defRPr>
      </a:lvl1pPr>
    </p:titleStyle>
    <p:body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40">
          <p15:clr>
            <a:srgbClr val="5ACBF0"/>
          </p15:clr>
        </p15:guide>
        <p15:guide id="2" orient="horz" pos="3976">
          <p15:clr>
            <a:srgbClr val="5ACBF0"/>
          </p15:clr>
        </p15:guide>
        <p15:guide id="3" pos="240">
          <p15:clr>
            <a:srgbClr val="5ACBF0"/>
          </p15:clr>
        </p15:guide>
        <p15:guide id="4" pos="7440">
          <p15:clr>
            <a:srgbClr val="5ACBF0"/>
          </p15:clr>
        </p15:guide>
        <p15:guide id="5" orient="horz" pos="4148">
          <p15:clr>
            <a:srgbClr val="5ACBF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3.xml"/><Relationship Id="rId1" Type="http://schemas.openxmlformats.org/officeDocument/2006/relationships/tags" Target="../tags/tag331.xml"/><Relationship Id="rId4" Type="http://schemas.openxmlformats.org/officeDocument/2006/relationships/image" Target="../media/image28.emf"/></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3.xml"/></Relationships>
</file>

<file path=ppt/slides/_rels/slide7.xml.rels><?xml version="1.0" encoding="UTF-8" standalone="yes"?>
<Relationships xmlns="http://schemas.openxmlformats.org/package/2006/relationships"><Relationship Id="rId13" Type="http://schemas.openxmlformats.org/officeDocument/2006/relationships/tags" Target="../tags/tag344.xml"/><Relationship Id="rId18" Type="http://schemas.openxmlformats.org/officeDocument/2006/relationships/tags" Target="../tags/tag349.xml"/><Relationship Id="rId26" Type="http://schemas.openxmlformats.org/officeDocument/2006/relationships/image" Target="../media/image29.svg"/><Relationship Id="rId21" Type="http://schemas.openxmlformats.org/officeDocument/2006/relationships/tags" Target="../tags/tag352.xml"/><Relationship Id="rId34" Type="http://schemas.openxmlformats.org/officeDocument/2006/relationships/image" Target="../media/image37.png"/><Relationship Id="rId7" Type="http://schemas.openxmlformats.org/officeDocument/2006/relationships/tags" Target="../tags/tag338.xml"/><Relationship Id="rId12" Type="http://schemas.openxmlformats.org/officeDocument/2006/relationships/tags" Target="../tags/tag343.xml"/><Relationship Id="rId17" Type="http://schemas.openxmlformats.org/officeDocument/2006/relationships/tags" Target="../tags/tag348.xml"/><Relationship Id="rId25" Type="http://schemas.openxmlformats.org/officeDocument/2006/relationships/notesSlide" Target="../notesSlides/notesSlide6.xml"/><Relationship Id="rId33" Type="http://schemas.openxmlformats.org/officeDocument/2006/relationships/image" Target="../media/image36.png"/><Relationship Id="rId2" Type="http://schemas.openxmlformats.org/officeDocument/2006/relationships/tags" Target="../tags/tag333.xml"/><Relationship Id="rId16" Type="http://schemas.openxmlformats.org/officeDocument/2006/relationships/tags" Target="../tags/tag347.xml"/><Relationship Id="rId20" Type="http://schemas.openxmlformats.org/officeDocument/2006/relationships/tags" Target="../tags/tag351.xml"/><Relationship Id="rId29" Type="http://schemas.openxmlformats.org/officeDocument/2006/relationships/image" Target="../media/image32.svg"/><Relationship Id="rId1" Type="http://schemas.openxmlformats.org/officeDocument/2006/relationships/tags" Target="../tags/tag332.xml"/><Relationship Id="rId6" Type="http://schemas.openxmlformats.org/officeDocument/2006/relationships/tags" Target="../tags/tag337.xml"/><Relationship Id="rId11" Type="http://schemas.openxmlformats.org/officeDocument/2006/relationships/tags" Target="../tags/tag342.xml"/><Relationship Id="rId24" Type="http://schemas.openxmlformats.org/officeDocument/2006/relationships/slideLayout" Target="../slideLayouts/slideLayout2.xml"/><Relationship Id="rId32" Type="http://schemas.openxmlformats.org/officeDocument/2006/relationships/image" Target="../media/image35.svg"/><Relationship Id="rId37" Type="http://schemas.openxmlformats.org/officeDocument/2006/relationships/image" Target="../media/image40.png"/><Relationship Id="rId5" Type="http://schemas.openxmlformats.org/officeDocument/2006/relationships/tags" Target="../tags/tag336.xml"/><Relationship Id="rId15" Type="http://schemas.openxmlformats.org/officeDocument/2006/relationships/tags" Target="../tags/tag346.xml"/><Relationship Id="rId23" Type="http://schemas.openxmlformats.org/officeDocument/2006/relationships/tags" Target="../tags/tag354.xml"/><Relationship Id="rId28" Type="http://schemas.openxmlformats.org/officeDocument/2006/relationships/image" Target="../media/image31.svg"/><Relationship Id="rId36" Type="http://schemas.openxmlformats.org/officeDocument/2006/relationships/image" Target="../media/image39.png"/><Relationship Id="rId10" Type="http://schemas.openxmlformats.org/officeDocument/2006/relationships/tags" Target="../tags/tag341.xml"/><Relationship Id="rId19" Type="http://schemas.openxmlformats.org/officeDocument/2006/relationships/tags" Target="../tags/tag350.xml"/><Relationship Id="rId31" Type="http://schemas.openxmlformats.org/officeDocument/2006/relationships/image" Target="../media/image34.svg"/><Relationship Id="rId4" Type="http://schemas.openxmlformats.org/officeDocument/2006/relationships/tags" Target="../tags/tag335.xml"/><Relationship Id="rId9" Type="http://schemas.openxmlformats.org/officeDocument/2006/relationships/tags" Target="../tags/tag340.xml"/><Relationship Id="rId14" Type="http://schemas.openxmlformats.org/officeDocument/2006/relationships/tags" Target="../tags/tag345.xml"/><Relationship Id="rId22" Type="http://schemas.openxmlformats.org/officeDocument/2006/relationships/tags" Target="../tags/tag353.xml"/><Relationship Id="rId27" Type="http://schemas.openxmlformats.org/officeDocument/2006/relationships/image" Target="../media/image30.svg"/><Relationship Id="rId30" Type="http://schemas.openxmlformats.org/officeDocument/2006/relationships/image" Target="../media/image33.svg"/><Relationship Id="rId35" Type="http://schemas.openxmlformats.org/officeDocument/2006/relationships/image" Target="../media/image38.png"/><Relationship Id="rId8" Type="http://schemas.openxmlformats.org/officeDocument/2006/relationships/tags" Target="../tags/tag339.xml"/><Relationship Id="rId3" Type="http://schemas.openxmlformats.org/officeDocument/2006/relationships/tags" Target="../tags/tag33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ct 6" hidden="1">
            <a:extLst>
              <a:ext uri="{FF2B5EF4-FFF2-40B4-BE49-F238E27FC236}">
                <a16:creationId xmlns:a16="http://schemas.microsoft.com/office/drawing/2014/main" id="{F90BE4D5-08D2-59F2-0CD5-7181975E1EA1}"/>
              </a:ext>
            </a:extLst>
          </p:cNvPr>
          <p:cNvGraphicFramePr>
            <a:graphicFrameLocks/>
          </p:cNvGraphicFramePr>
          <p:nvPr>
            <p:custDataLst>
              <p:tags r:id="rId1"/>
            </p:custDataLst>
            <p:extLst>
              <p:ext uri="{D42A27DB-BD31-4B8C-83A1-F6EECF244321}">
                <p14:modId xmlns:p14="http://schemas.microsoft.com/office/powerpoint/2010/main" val="4243351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3" imgW="7772400" imgH="10058400" progId="TCLayout.ActiveDocument.1">
                  <p:embed/>
                </p:oleObj>
              </mc:Choice>
              <mc:Fallback>
                <p:oleObj name="think-cell Slide" r:id="rId3" imgW="7772400" imgH="10058400" progId="TCLayout.ActiveDocument.1">
                  <p:embed/>
                  <p:pic>
                    <p:nvPicPr>
                      <p:cNvPr id="7" name="Object 6" hidden="1">
                        <a:extLst>
                          <a:ext uri="{FF2B5EF4-FFF2-40B4-BE49-F238E27FC236}">
                            <a16:creationId xmlns:a16="http://schemas.microsoft.com/office/drawing/2014/main" id="{F90BE4D5-08D2-59F2-0CD5-7181975E1EA1}"/>
                          </a:ext>
                        </a:extLst>
                      </p:cNvPr>
                      <p:cNvPicPr/>
                      <p:nvPr/>
                    </p:nvPicPr>
                    <p:blipFill>
                      <a:blip r:embed="rId4"/>
                      <a:stretch>
                        <a:fillRect/>
                      </a:stretch>
                    </p:blipFill>
                    <p:spPr>
                      <a:xfrm>
                        <a:off x="1588" y="1588"/>
                        <a:ext cx="1227"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535322D-A95F-C1F4-D59D-01B90C3ADA1A}"/>
              </a:ext>
            </a:extLst>
          </p:cNvPr>
          <p:cNvSpPr>
            <a:spLocks noGrp="1"/>
          </p:cNvSpPr>
          <p:nvPr>
            <p:ph type="title"/>
          </p:nvPr>
        </p:nvSpPr>
        <p:spPr>
          <a:xfrm>
            <a:off x="554735" y="1706563"/>
            <a:ext cx="4091405" cy="694944"/>
          </a:xfrm>
        </p:spPr>
        <p:txBody>
          <a:bodyPr vert="horz" rIns="0"/>
          <a:lstStyle/>
          <a:p>
            <a:r>
              <a:rPr lang="en-US" sz="4800" dirty="0"/>
              <a:t>Org Charts, Teams and Governance</a:t>
            </a:r>
          </a:p>
        </p:txBody>
      </p:sp>
      <p:sp>
        <p:nvSpPr>
          <p:cNvPr id="2" name="Text Placeholder 1">
            <a:extLst>
              <a:ext uri="{FF2B5EF4-FFF2-40B4-BE49-F238E27FC236}">
                <a16:creationId xmlns:a16="http://schemas.microsoft.com/office/drawing/2014/main" id="{000BB805-14C4-4924-87EF-2ABC679C3C06}"/>
              </a:ext>
            </a:extLst>
          </p:cNvPr>
          <p:cNvSpPr>
            <a:spLocks noGrp="1"/>
          </p:cNvSpPr>
          <p:nvPr>
            <p:ph type="body" sz="quarter" idx="17"/>
          </p:nvPr>
        </p:nvSpPr>
        <p:spPr/>
        <p:txBody>
          <a:bodyPr/>
          <a:lstStyle/>
          <a:p>
            <a:endParaRPr lang="en-DK"/>
          </a:p>
        </p:txBody>
      </p:sp>
      <p:sp>
        <p:nvSpPr>
          <p:cNvPr id="5" name="Text Placeholder 2">
            <a:extLst>
              <a:ext uri="{FF2B5EF4-FFF2-40B4-BE49-F238E27FC236}">
                <a16:creationId xmlns:a16="http://schemas.microsoft.com/office/drawing/2014/main" id="{9B1D0342-6445-4D1F-DF3B-044094208C85}"/>
              </a:ext>
            </a:extLst>
          </p:cNvPr>
          <p:cNvSpPr txBox="1">
            <a:spLocks/>
          </p:cNvSpPr>
          <p:nvPr/>
        </p:nvSpPr>
        <p:spPr>
          <a:xfrm>
            <a:off x="5380714" y="1680071"/>
            <a:ext cx="6626620" cy="4124893"/>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r>
              <a:rPr lang="en-GB" sz="41300" dirty="0">
                <a:solidFill>
                  <a:schemeClr val="tx1"/>
                </a:solidFill>
              </a:rPr>
              <a:t>10</a:t>
            </a:r>
          </a:p>
        </p:txBody>
      </p:sp>
    </p:spTree>
    <p:extLst>
      <p:ext uri="{BB962C8B-B14F-4D97-AF65-F5344CB8AC3E}">
        <p14:creationId xmlns:p14="http://schemas.microsoft.com/office/powerpoint/2010/main" val="3369583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3">
            <a:extLst>
              <a:ext uri="{FF2B5EF4-FFF2-40B4-BE49-F238E27FC236}">
                <a16:creationId xmlns:a16="http://schemas.microsoft.com/office/drawing/2014/main" id="{89742F2A-AEBF-D441-900D-25CA5573BFEC}"/>
              </a:ext>
            </a:extLst>
          </p:cNvPr>
          <p:cNvSpPr txBox="1">
            <a:spLocks/>
          </p:cNvSpPr>
          <p:nvPr/>
        </p:nvSpPr>
        <p:spPr>
          <a:xfrm>
            <a:off x="11471566" y="6257742"/>
            <a:ext cx="431079" cy="3890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0" rtl="0" eaLnBrk="1" fontAlgn="auto" latinLnBrk="0" hangingPunct="1">
              <a:lnSpc>
                <a:spcPct val="100000"/>
              </a:lnSpc>
              <a:spcBef>
                <a:spcPts val="0"/>
              </a:spcBef>
              <a:spcAft>
                <a:spcPts val="0"/>
              </a:spcAft>
              <a:buClrTx/>
              <a:buSzTx/>
              <a:buFontTx/>
              <a:buNone/>
              <a:tabLst/>
              <a:defRPr/>
            </a:pPr>
            <a:fld id="{FCEE2C88-6C8F-484D-AF69-578F576B1F44}" type="slidenum">
              <a:rPr kumimoji="0" lang="en-US" sz="1000" b="0" i="0" u="none" strike="noStrike" kern="1200" cap="none" spc="0" normalizeH="0" baseline="0" noProof="0" smtClean="0">
                <a:ln>
                  <a:noFill/>
                </a:ln>
                <a:solidFill>
                  <a:prstClr val="white">
                    <a:lumMod val="50000"/>
                  </a:prstClr>
                </a:solidFill>
                <a:effectLst/>
                <a:uLnTx/>
                <a:uFillTx/>
                <a:latin typeface="Roboto Light" panose="02000000000000000000" pitchFamily="2" charset="0"/>
                <a:ea typeface="Roboto Light" panose="02000000000000000000" pitchFamily="2" charset="0"/>
                <a:cs typeface="+mn-cs"/>
              </a:rPr>
              <a:pPr marL="0" marR="0" lvl="0" indent="0" algn="ctr" defTabSz="914340" rtl="0" eaLnBrk="1" fontAlgn="auto" latinLnBrk="0" hangingPunct="1">
                <a:lnSpc>
                  <a:spcPct val="100000"/>
                </a:lnSpc>
                <a:spcBef>
                  <a:spcPts val="0"/>
                </a:spcBef>
                <a:spcAft>
                  <a:spcPts val="0"/>
                </a:spcAft>
                <a:buClrTx/>
                <a:buSzTx/>
                <a:buFontTx/>
                <a:buNone/>
                <a:tabLst/>
                <a:defRPr/>
              </a:pPr>
              <a:t>2</a:t>
            </a:fld>
            <a:endParaRPr kumimoji="0" lang="en-US" sz="1000" b="0" i="0" u="none" strike="noStrike" kern="1200" cap="none" spc="0" normalizeH="0" baseline="0" noProof="0">
              <a:ln>
                <a:noFill/>
              </a:ln>
              <a:solidFill>
                <a:prstClr val="white">
                  <a:lumMod val="50000"/>
                </a:prstClr>
              </a:solidFill>
              <a:effectLst/>
              <a:uLnTx/>
              <a:uFillTx/>
              <a:latin typeface="Roboto Light" panose="02000000000000000000" pitchFamily="2" charset="0"/>
              <a:ea typeface="Roboto Light" panose="02000000000000000000" pitchFamily="2" charset="0"/>
              <a:cs typeface="+mn-cs"/>
            </a:endParaRPr>
          </a:p>
        </p:txBody>
      </p:sp>
      <p:sp>
        <p:nvSpPr>
          <p:cNvPr id="17" name="Slide Number Placeholder 3">
            <a:extLst>
              <a:ext uri="{FF2B5EF4-FFF2-40B4-BE49-F238E27FC236}">
                <a16:creationId xmlns:a16="http://schemas.microsoft.com/office/drawing/2014/main" id="{2BFB9839-07C8-FC4F-A7F6-8439DD2C8255}"/>
              </a:ext>
            </a:extLst>
          </p:cNvPr>
          <p:cNvSpPr txBox="1">
            <a:spLocks/>
          </p:cNvSpPr>
          <p:nvPr/>
        </p:nvSpPr>
        <p:spPr>
          <a:xfrm>
            <a:off x="11471566" y="6257741"/>
            <a:ext cx="431079" cy="389083"/>
          </a:xfrm>
          <a:prstGeom prst="rect">
            <a:avLst/>
          </a:prstGeom>
        </p:spPr>
        <p:txBody>
          <a:bodyPr vert="horz" lIns="0" tIns="0" rIns="0" bIns="0" rtlCol="0" anchor="ctr"/>
          <a:lstStyle>
            <a:defPPr>
              <a:defRPr lang="en-US"/>
            </a:defPPr>
            <a:lvl1pPr marL="0" algn="ctr" defTabSz="914377" rtl="0" eaLnBrk="1" latinLnBrk="0" hangingPunct="1">
              <a:defRPr sz="1000" kern="1200">
                <a:solidFill>
                  <a:schemeClr val="bg1">
                    <a:lumMod val="50000"/>
                  </a:schemeClr>
                </a:solidFill>
                <a:latin typeface="Roboto Light" panose="02000000000000000000" pitchFamily="2" charset="0"/>
                <a:ea typeface="Roboto Light" panose="02000000000000000000" pitchFamily="2" charset="0"/>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fld id="{FCEE2C88-6C8F-484D-AF69-578F576B1F44}" type="slidenum">
              <a:rPr kumimoji="0" lang="en-US" sz="1000" b="0" i="0" u="none" strike="noStrike" kern="1200" cap="none" spc="0" normalizeH="0" baseline="0" noProof="0">
                <a:ln>
                  <a:noFill/>
                </a:ln>
                <a:solidFill>
                  <a:prstClr val="white">
                    <a:lumMod val="50000"/>
                  </a:prstClr>
                </a:solidFill>
                <a:effectLst/>
                <a:uLnTx/>
                <a:uFillTx/>
                <a:latin typeface="Roboto Light" panose="02000000000000000000" pitchFamily="2" charset="0"/>
                <a:ea typeface="Roboto Light" panose="02000000000000000000" pitchFamily="2" charset="0"/>
                <a:cs typeface="+mn-cs"/>
              </a:rPr>
              <a:pPr marL="0" marR="0" lvl="0" indent="0" algn="ctr" defTabSz="914377" rtl="0" eaLnBrk="1" fontAlgn="auto" latinLnBrk="0" hangingPunct="1">
                <a:lnSpc>
                  <a:spcPct val="100000"/>
                </a:lnSpc>
                <a:spcBef>
                  <a:spcPts val="0"/>
                </a:spcBef>
                <a:spcAft>
                  <a:spcPts val="0"/>
                </a:spcAft>
                <a:buClrTx/>
                <a:buSzTx/>
                <a:buFontTx/>
                <a:buNone/>
                <a:tabLst/>
                <a:defRPr/>
              </a:pPr>
              <a:t>2</a:t>
            </a:fld>
            <a:endParaRPr kumimoji="0" lang="en-US" sz="1000" b="0" i="0" u="none" strike="noStrike" kern="1200" cap="none" spc="0" normalizeH="0" baseline="0" noProof="0">
              <a:ln>
                <a:noFill/>
              </a:ln>
              <a:solidFill>
                <a:prstClr val="white">
                  <a:lumMod val="50000"/>
                </a:prstClr>
              </a:solidFill>
              <a:effectLst/>
              <a:uLnTx/>
              <a:uFillTx/>
              <a:latin typeface="Roboto Light" panose="02000000000000000000" pitchFamily="2" charset="0"/>
              <a:ea typeface="Roboto Light" panose="02000000000000000000" pitchFamily="2" charset="0"/>
              <a:cs typeface="+mn-cs"/>
            </a:endParaRPr>
          </a:p>
        </p:txBody>
      </p:sp>
      <p:sp>
        <p:nvSpPr>
          <p:cNvPr id="19" name="Text Placeholder 8">
            <a:extLst>
              <a:ext uri="{FF2B5EF4-FFF2-40B4-BE49-F238E27FC236}">
                <a16:creationId xmlns:a16="http://schemas.microsoft.com/office/drawing/2014/main" id="{F0C68A32-3114-FD48-8E4C-020A37ADADF6}"/>
              </a:ext>
            </a:extLst>
          </p:cNvPr>
          <p:cNvSpPr txBox="1">
            <a:spLocks/>
          </p:cNvSpPr>
          <p:nvPr/>
        </p:nvSpPr>
        <p:spPr>
          <a:xfrm>
            <a:off x="412586" y="339365"/>
            <a:ext cx="10905239" cy="775451"/>
          </a:xfrm>
          <a:prstGeom prst="rect">
            <a:avLst/>
          </a:prstGeom>
        </p:spPr>
        <p:txBody>
          <a:bodyPr/>
          <a:lst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200" b="1" i="0" u="none" strike="noStrike" kern="1200" cap="none" spc="0" normalizeH="0" baseline="0" noProof="0">
                <a:ln>
                  <a:noFill/>
                </a:ln>
                <a:solidFill>
                  <a:srgbClr val="000000"/>
                </a:solidFill>
                <a:effectLst/>
                <a:uLnTx/>
                <a:uFillTx/>
                <a:latin typeface="Graphik"/>
                <a:ea typeface="+mn-ea"/>
                <a:cs typeface="+mn-cs"/>
              </a:rPr>
              <a:t>Title – 2 lines text. Kanye, Adam Neumann, Elizabeth Holmes all walk into a Lower East Side bar and …</a:t>
            </a:r>
          </a:p>
        </p:txBody>
      </p:sp>
      <p:grpSp>
        <p:nvGrpSpPr>
          <p:cNvPr id="2" name="Group 1">
            <a:extLst>
              <a:ext uri="{FF2B5EF4-FFF2-40B4-BE49-F238E27FC236}">
                <a16:creationId xmlns:a16="http://schemas.microsoft.com/office/drawing/2014/main" id="{9111FFCA-9B2F-4D2F-985F-0D81910DDEB2}"/>
              </a:ext>
            </a:extLst>
          </p:cNvPr>
          <p:cNvGrpSpPr/>
          <p:nvPr/>
        </p:nvGrpSpPr>
        <p:grpSpPr>
          <a:xfrm>
            <a:off x="2550033" y="1947328"/>
            <a:ext cx="7083029" cy="4023016"/>
            <a:chOff x="2550033" y="1947328"/>
            <a:chExt cx="7083029" cy="4023016"/>
          </a:xfrm>
        </p:grpSpPr>
        <p:sp>
          <p:nvSpPr>
            <p:cNvPr id="5" name="Rectangle 153">
              <a:extLst>
                <a:ext uri="{FF2B5EF4-FFF2-40B4-BE49-F238E27FC236}">
                  <a16:creationId xmlns:a16="http://schemas.microsoft.com/office/drawing/2014/main" id="{1F7600CC-B837-1940-9641-2B1ED09AE87E}"/>
                </a:ext>
              </a:extLst>
            </p:cNvPr>
            <p:cNvSpPr>
              <a:spLocks noChangeArrowheads="1"/>
            </p:cNvSpPr>
            <p:nvPr/>
          </p:nvSpPr>
          <p:spPr bwMode="auto">
            <a:xfrm>
              <a:off x="8687705" y="5965582"/>
              <a:ext cx="596" cy="4762"/>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 name="Rectangle 154">
              <a:extLst>
                <a:ext uri="{FF2B5EF4-FFF2-40B4-BE49-F238E27FC236}">
                  <a16:creationId xmlns:a16="http://schemas.microsoft.com/office/drawing/2014/main" id="{A23C951C-B074-E04B-9BC4-EA72BA5791DB}"/>
                </a:ext>
              </a:extLst>
            </p:cNvPr>
            <p:cNvSpPr>
              <a:spLocks noChangeArrowheads="1"/>
            </p:cNvSpPr>
            <p:nvPr/>
          </p:nvSpPr>
          <p:spPr bwMode="auto">
            <a:xfrm>
              <a:off x="8687705" y="5965582"/>
              <a:ext cx="596" cy="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8" name="Freeform 5">
              <a:extLst>
                <a:ext uri="{FF2B5EF4-FFF2-40B4-BE49-F238E27FC236}">
                  <a16:creationId xmlns:a16="http://schemas.microsoft.com/office/drawing/2014/main" id="{082EFC33-6999-FA45-A4EA-651B13DB91A0}"/>
                </a:ext>
              </a:extLst>
            </p:cNvPr>
            <p:cNvSpPr>
              <a:spLocks/>
            </p:cNvSpPr>
            <p:nvPr/>
          </p:nvSpPr>
          <p:spPr bwMode="auto">
            <a:xfrm>
              <a:off x="2550033" y="2777087"/>
              <a:ext cx="1180505" cy="366117"/>
            </a:xfrm>
            <a:custGeom>
              <a:avLst/>
              <a:gdLst>
                <a:gd name="T0" fmla="*/ 0 w 1023"/>
                <a:gd name="T1" fmla="*/ 32 h 317"/>
                <a:gd name="T2" fmla="*/ 32 w 1023"/>
                <a:gd name="T3" fmla="*/ 0 h 317"/>
                <a:gd name="T4" fmla="*/ 991 w 1023"/>
                <a:gd name="T5" fmla="*/ 0 h 317"/>
                <a:gd name="T6" fmla="*/ 1023 w 1023"/>
                <a:gd name="T7" fmla="*/ 32 h 317"/>
                <a:gd name="T8" fmla="*/ 1023 w 1023"/>
                <a:gd name="T9" fmla="*/ 286 h 317"/>
                <a:gd name="T10" fmla="*/ 991 w 1023"/>
                <a:gd name="T11" fmla="*/ 317 h 317"/>
                <a:gd name="T12" fmla="*/ 32 w 1023"/>
                <a:gd name="T13" fmla="*/ 317 h 317"/>
                <a:gd name="T14" fmla="*/ 0 w 1023"/>
                <a:gd name="T15" fmla="*/ 286 h 317"/>
                <a:gd name="T16" fmla="*/ 0 w 1023"/>
                <a:gd name="T17" fmla="*/ 32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3" h="317">
                  <a:moveTo>
                    <a:pt x="0" y="32"/>
                  </a:moveTo>
                  <a:cubicBezTo>
                    <a:pt x="0" y="14"/>
                    <a:pt x="14" y="0"/>
                    <a:pt x="32" y="0"/>
                  </a:cubicBezTo>
                  <a:cubicBezTo>
                    <a:pt x="991" y="0"/>
                    <a:pt x="991" y="0"/>
                    <a:pt x="991" y="0"/>
                  </a:cubicBezTo>
                  <a:cubicBezTo>
                    <a:pt x="1008" y="0"/>
                    <a:pt x="1023" y="14"/>
                    <a:pt x="1023" y="32"/>
                  </a:cubicBezTo>
                  <a:cubicBezTo>
                    <a:pt x="1023" y="286"/>
                    <a:pt x="1023" y="286"/>
                    <a:pt x="1023" y="286"/>
                  </a:cubicBezTo>
                  <a:cubicBezTo>
                    <a:pt x="1023" y="303"/>
                    <a:pt x="1008" y="317"/>
                    <a:pt x="991" y="317"/>
                  </a:cubicBezTo>
                  <a:cubicBezTo>
                    <a:pt x="32" y="317"/>
                    <a:pt x="32" y="317"/>
                    <a:pt x="32" y="317"/>
                  </a:cubicBezTo>
                  <a:cubicBezTo>
                    <a:pt x="14" y="317"/>
                    <a:pt x="0" y="303"/>
                    <a:pt x="0" y="286"/>
                  </a:cubicBezTo>
                  <a:lnTo>
                    <a:pt x="0" y="32"/>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333333"/>
                </a:solidFill>
                <a:effectLst/>
                <a:uLnTx/>
                <a:uFillTx/>
                <a:latin typeface="Graphik" panose="020B0503030202060203" pitchFamily="34" charset="77"/>
                <a:ea typeface="+mn-ea"/>
                <a:cs typeface="+mn-cs"/>
              </a:endParaRPr>
            </a:p>
          </p:txBody>
        </p:sp>
        <p:sp>
          <p:nvSpPr>
            <p:cNvPr id="9" name="Freeform 6">
              <a:extLst>
                <a:ext uri="{FF2B5EF4-FFF2-40B4-BE49-F238E27FC236}">
                  <a16:creationId xmlns:a16="http://schemas.microsoft.com/office/drawing/2014/main" id="{875B440D-B2AA-554F-87E5-9266B90FA698}"/>
                </a:ext>
              </a:extLst>
            </p:cNvPr>
            <p:cNvSpPr>
              <a:spLocks/>
            </p:cNvSpPr>
            <p:nvPr/>
          </p:nvSpPr>
          <p:spPr bwMode="auto">
            <a:xfrm>
              <a:off x="2665524" y="3143204"/>
              <a:ext cx="120253" cy="287536"/>
            </a:xfrm>
            <a:custGeom>
              <a:avLst/>
              <a:gdLst>
                <a:gd name="T0" fmla="*/ 0 w 202"/>
                <a:gd name="T1" fmla="*/ 0 h 483"/>
                <a:gd name="T2" fmla="*/ 0 w 202"/>
                <a:gd name="T3" fmla="*/ 483 h 483"/>
                <a:gd name="T4" fmla="*/ 202 w 202"/>
                <a:gd name="T5" fmla="*/ 483 h 483"/>
                <a:gd name="T6" fmla="*/ 202 w 202"/>
                <a:gd name="T7" fmla="*/ 477 h 483"/>
                <a:gd name="T8" fmla="*/ 8 w 202"/>
                <a:gd name="T9" fmla="*/ 477 h 483"/>
                <a:gd name="T10" fmla="*/ 8 w 202"/>
                <a:gd name="T11" fmla="*/ 0 h 483"/>
                <a:gd name="T12" fmla="*/ 0 w 202"/>
                <a:gd name="T13" fmla="*/ 0 h 483"/>
              </a:gdLst>
              <a:ahLst/>
              <a:cxnLst>
                <a:cxn ang="0">
                  <a:pos x="T0" y="T1"/>
                </a:cxn>
                <a:cxn ang="0">
                  <a:pos x="T2" y="T3"/>
                </a:cxn>
                <a:cxn ang="0">
                  <a:pos x="T4" y="T5"/>
                </a:cxn>
                <a:cxn ang="0">
                  <a:pos x="T6" y="T7"/>
                </a:cxn>
                <a:cxn ang="0">
                  <a:pos x="T8" y="T9"/>
                </a:cxn>
                <a:cxn ang="0">
                  <a:pos x="T10" y="T11"/>
                </a:cxn>
                <a:cxn ang="0">
                  <a:pos x="T12" y="T13"/>
                </a:cxn>
              </a:cxnLst>
              <a:rect l="0" t="0" r="r" b="b"/>
              <a:pathLst>
                <a:path w="202" h="483">
                  <a:moveTo>
                    <a:pt x="0" y="0"/>
                  </a:moveTo>
                  <a:lnTo>
                    <a:pt x="0" y="483"/>
                  </a:lnTo>
                  <a:lnTo>
                    <a:pt x="202" y="483"/>
                  </a:lnTo>
                  <a:lnTo>
                    <a:pt x="202" y="477"/>
                  </a:lnTo>
                  <a:lnTo>
                    <a:pt x="8" y="477"/>
                  </a:lnTo>
                  <a:lnTo>
                    <a:pt x="8" y="0"/>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 name="Freeform 7">
              <a:extLst>
                <a:ext uri="{FF2B5EF4-FFF2-40B4-BE49-F238E27FC236}">
                  <a16:creationId xmlns:a16="http://schemas.microsoft.com/office/drawing/2014/main" id="{CC40922B-9EF1-B24C-BD98-AE5C15367E43}"/>
                </a:ext>
              </a:extLst>
            </p:cNvPr>
            <p:cNvSpPr>
              <a:spLocks/>
            </p:cNvSpPr>
            <p:nvPr/>
          </p:nvSpPr>
          <p:spPr bwMode="auto">
            <a:xfrm>
              <a:off x="2665524" y="3143204"/>
              <a:ext cx="120253" cy="287536"/>
            </a:xfrm>
            <a:custGeom>
              <a:avLst/>
              <a:gdLst>
                <a:gd name="T0" fmla="*/ 0 w 202"/>
                <a:gd name="T1" fmla="*/ 0 h 483"/>
                <a:gd name="T2" fmla="*/ 0 w 202"/>
                <a:gd name="T3" fmla="*/ 483 h 483"/>
                <a:gd name="T4" fmla="*/ 202 w 202"/>
                <a:gd name="T5" fmla="*/ 483 h 483"/>
                <a:gd name="T6" fmla="*/ 202 w 202"/>
                <a:gd name="T7" fmla="*/ 477 h 483"/>
                <a:gd name="T8" fmla="*/ 8 w 202"/>
                <a:gd name="T9" fmla="*/ 477 h 483"/>
                <a:gd name="T10" fmla="*/ 8 w 202"/>
                <a:gd name="T11" fmla="*/ 0 h 483"/>
                <a:gd name="T12" fmla="*/ 0 w 202"/>
                <a:gd name="T13" fmla="*/ 0 h 483"/>
              </a:gdLst>
              <a:ahLst/>
              <a:cxnLst>
                <a:cxn ang="0">
                  <a:pos x="T0" y="T1"/>
                </a:cxn>
                <a:cxn ang="0">
                  <a:pos x="T2" y="T3"/>
                </a:cxn>
                <a:cxn ang="0">
                  <a:pos x="T4" y="T5"/>
                </a:cxn>
                <a:cxn ang="0">
                  <a:pos x="T6" y="T7"/>
                </a:cxn>
                <a:cxn ang="0">
                  <a:pos x="T8" y="T9"/>
                </a:cxn>
                <a:cxn ang="0">
                  <a:pos x="T10" y="T11"/>
                </a:cxn>
                <a:cxn ang="0">
                  <a:pos x="T12" y="T13"/>
                </a:cxn>
              </a:cxnLst>
              <a:rect l="0" t="0" r="r" b="b"/>
              <a:pathLst>
                <a:path w="202" h="483">
                  <a:moveTo>
                    <a:pt x="0" y="0"/>
                  </a:moveTo>
                  <a:lnTo>
                    <a:pt x="0" y="483"/>
                  </a:lnTo>
                  <a:lnTo>
                    <a:pt x="202" y="483"/>
                  </a:lnTo>
                  <a:lnTo>
                    <a:pt x="202" y="477"/>
                  </a:lnTo>
                  <a:lnTo>
                    <a:pt x="8" y="477"/>
                  </a:lnTo>
                  <a:lnTo>
                    <a:pt x="8"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1" name="Freeform 8">
              <a:extLst>
                <a:ext uri="{FF2B5EF4-FFF2-40B4-BE49-F238E27FC236}">
                  <a16:creationId xmlns:a16="http://schemas.microsoft.com/office/drawing/2014/main" id="{499E91E2-84B0-1940-9896-680FFF37CBAD}"/>
                </a:ext>
              </a:extLst>
            </p:cNvPr>
            <p:cNvSpPr>
              <a:spLocks/>
            </p:cNvSpPr>
            <p:nvPr/>
          </p:nvSpPr>
          <p:spPr bwMode="auto">
            <a:xfrm>
              <a:off x="2785777" y="3290842"/>
              <a:ext cx="944761" cy="276225"/>
            </a:xfrm>
            <a:custGeom>
              <a:avLst/>
              <a:gdLst>
                <a:gd name="T0" fmla="*/ 795 w 819"/>
                <a:gd name="T1" fmla="*/ 0 h 239"/>
                <a:gd name="T2" fmla="*/ 24 w 819"/>
                <a:gd name="T3" fmla="*/ 0 h 239"/>
                <a:gd name="T4" fmla="*/ 0 w 819"/>
                <a:gd name="T5" fmla="*/ 24 h 239"/>
                <a:gd name="T6" fmla="*/ 0 w 819"/>
                <a:gd name="T7" fmla="*/ 118 h 239"/>
                <a:gd name="T8" fmla="*/ 0 w 819"/>
                <a:gd name="T9" fmla="*/ 118 h 239"/>
                <a:gd name="T10" fmla="*/ 0 w 819"/>
                <a:gd name="T11" fmla="*/ 121 h 239"/>
                <a:gd name="T12" fmla="*/ 0 w 819"/>
                <a:gd name="T13" fmla="*/ 121 h 239"/>
                <a:gd name="T14" fmla="*/ 0 w 819"/>
                <a:gd name="T15" fmla="*/ 215 h 239"/>
                <a:gd name="T16" fmla="*/ 24 w 819"/>
                <a:gd name="T17" fmla="*/ 239 h 239"/>
                <a:gd name="T18" fmla="*/ 795 w 819"/>
                <a:gd name="T19" fmla="*/ 239 h 239"/>
                <a:gd name="T20" fmla="*/ 819 w 819"/>
                <a:gd name="T21" fmla="*/ 215 h 239"/>
                <a:gd name="T22" fmla="*/ 819 w 819"/>
                <a:gd name="T23" fmla="*/ 24 h 239"/>
                <a:gd name="T24" fmla="*/ 795 w 819"/>
                <a:gd name="T25"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9" h="239">
                  <a:moveTo>
                    <a:pt x="795" y="0"/>
                  </a:moveTo>
                  <a:cubicBezTo>
                    <a:pt x="24" y="0"/>
                    <a:pt x="24" y="0"/>
                    <a:pt x="24" y="0"/>
                  </a:cubicBezTo>
                  <a:cubicBezTo>
                    <a:pt x="11" y="0"/>
                    <a:pt x="0" y="11"/>
                    <a:pt x="0" y="24"/>
                  </a:cubicBezTo>
                  <a:cubicBezTo>
                    <a:pt x="0" y="118"/>
                    <a:pt x="0" y="118"/>
                    <a:pt x="0" y="118"/>
                  </a:cubicBezTo>
                  <a:cubicBezTo>
                    <a:pt x="0" y="118"/>
                    <a:pt x="0" y="118"/>
                    <a:pt x="0" y="118"/>
                  </a:cubicBezTo>
                  <a:cubicBezTo>
                    <a:pt x="0" y="121"/>
                    <a:pt x="0" y="121"/>
                    <a:pt x="0" y="121"/>
                  </a:cubicBezTo>
                  <a:cubicBezTo>
                    <a:pt x="0" y="121"/>
                    <a:pt x="0" y="121"/>
                    <a:pt x="0" y="121"/>
                  </a:cubicBezTo>
                  <a:cubicBezTo>
                    <a:pt x="0" y="215"/>
                    <a:pt x="0" y="215"/>
                    <a:pt x="0" y="215"/>
                  </a:cubicBezTo>
                  <a:cubicBezTo>
                    <a:pt x="0" y="228"/>
                    <a:pt x="11" y="239"/>
                    <a:pt x="24" y="239"/>
                  </a:cubicBezTo>
                  <a:cubicBezTo>
                    <a:pt x="795" y="239"/>
                    <a:pt x="795" y="239"/>
                    <a:pt x="795" y="239"/>
                  </a:cubicBezTo>
                  <a:cubicBezTo>
                    <a:pt x="808" y="239"/>
                    <a:pt x="819" y="228"/>
                    <a:pt x="819" y="215"/>
                  </a:cubicBezTo>
                  <a:cubicBezTo>
                    <a:pt x="819" y="24"/>
                    <a:pt x="819" y="24"/>
                    <a:pt x="819" y="24"/>
                  </a:cubicBezTo>
                  <a:cubicBezTo>
                    <a:pt x="819" y="11"/>
                    <a:pt x="808" y="0"/>
                    <a:pt x="795"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2" name="Rectangle 9">
              <a:extLst>
                <a:ext uri="{FF2B5EF4-FFF2-40B4-BE49-F238E27FC236}">
                  <a16:creationId xmlns:a16="http://schemas.microsoft.com/office/drawing/2014/main" id="{A52433CE-03DE-9E40-9FBF-1C95CB8604BB}"/>
                </a:ext>
              </a:extLst>
            </p:cNvPr>
            <p:cNvSpPr>
              <a:spLocks noChangeArrowheads="1"/>
            </p:cNvSpPr>
            <p:nvPr/>
          </p:nvSpPr>
          <p:spPr bwMode="auto">
            <a:xfrm>
              <a:off x="2785777" y="3427169"/>
              <a:ext cx="596" cy="3572"/>
            </a:xfrm>
            <a:prstGeom prst="rect">
              <a:avLst/>
            </a:prstGeom>
            <a:solidFill>
              <a:srgbClr val="D6D6D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3" name="Rectangle 10">
              <a:extLst>
                <a:ext uri="{FF2B5EF4-FFF2-40B4-BE49-F238E27FC236}">
                  <a16:creationId xmlns:a16="http://schemas.microsoft.com/office/drawing/2014/main" id="{E60536EB-5B36-0F42-AEB2-D8E69F8518CA}"/>
                </a:ext>
              </a:extLst>
            </p:cNvPr>
            <p:cNvSpPr>
              <a:spLocks noChangeArrowheads="1"/>
            </p:cNvSpPr>
            <p:nvPr/>
          </p:nvSpPr>
          <p:spPr bwMode="auto">
            <a:xfrm>
              <a:off x="2785777" y="3427169"/>
              <a:ext cx="596" cy="3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4" name="Freeform 11">
              <a:extLst>
                <a:ext uri="{FF2B5EF4-FFF2-40B4-BE49-F238E27FC236}">
                  <a16:creationId xmlns:a16="http://schemas.microsoft.com/office/drawing/2014/main" id="{D05F373E-B0A5-4C4D-A6A9-8ECA8393070C}"/>
                </a:ext>
              </a:extLst>
            </p:cNvPr>
            <p:cNvSpPr>
              <a:spLocks/>
            </p:cNvSpPr>
            <p:nvPr/>
          </p:nvSpPr>
          <p:spPr bwMode="auto">
            <a:xfrm>
              <a:off x="2665524" y="3430740"/>
              <a:ext cx="120253" cy="423863"/>
            </a:xfrm>
            <a:custGeom>
              <a:avLst/>
              <a:gdLst>
                <a:gd name="T0" fmla="*/ 8 w 202"/>
                <a:gd name="T1" fmla="*/ 0 h 712"/>
                <a:gd name="T2" fmla="*/ 0 w 202"/>
                <a:gd name="T3" fmla="*/ 0 h 712"/>
                <a:gd name="T4" fmla="*/ 0 w 202"/>
                <a:gd name="T5" fmla="*/ 712 h 712"/>
                <a:gd name="T6" fmla="*/ 202 w 202"/>
                <a:gd name="T7" fmla="*/ 712 h 712"/>
                <a:gd name="T8" fmla="*/ 202 w 202"/>
                <a:gd name="T9" fmla="*/ 704 h 712"/>
                <a:gd name="T10" fmla="*/ 8 w 202"/>
                <a:gd name="T11" fmla="*/ 704 h 712"/>
                <a:gd name="T12" fmla="*/ 8 w 202"/>
                <a:gd name="T13" fmla="*/ 0 h 712"/>
              </a:gdLst>
              <a:ahLst/>
              <a:cxnLst>
                <a:cxn ang="0">
                  <a:pos x="T0" y="T1"/>
                </a:cxn>
                <a:cxn ang="0">
                  <a:pos x="T2" y="T3"/>
                </a:cxn>
                <a:cxn ang="0">
                  <a:pos x="T4" y="T5"/>
                </a:cxn>
                <a:cxn ang="0">
                  <a:pos x="T6" y="T7"/>
                </a:cxn>
                <a:cxn ang="0">
                  <a:pos x="T8" y="T9"/>
                </a:cxn>
                <a:cxn ang="0">
                  <a:pos x="T10" y="T11"/>
                </a:cxn>
                <a:cxn ang="0">
                  <a:pos x="T12" y="T13"/>
                </a:cxn>
              </a:cxnLst>
              <a:rect l="0" t="0" r="r" b="b"/>
              <a:pathLst>
                <a:path w="202" h="712">
                  <a:moveTo>
                    <a:pt x="8" y="0"/>
                  </a:moveTo>
                  <a:lnTo>
                    <a:pt x="0" y="0"/>
                  </a:lnTo>
                  <a:lnTo>
                    <a:pt x="0" y="712"/>
                  </a:lnTo>
                  <a:lnTo>
                    <a:pt x="202" y="712"/>
                  </a:lnTo>
                  <a:lnTo>
                    <a:pt x="202" y="704"/>
                  </a:lnTo>
                  <a:lnTo>
                    <a:pt x="8" y="704"/>
                  </a:lnTo>
                  <a:lnTo>
                    <a:pt x="8" y="0"/>
                  </a:lnTo>
                  <a:close/>
                </a:path>
              </a:pathLst>
            </a:custGeom>
            <a:solidFill>
              <a:srgbClr val="C5C5C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6" name="Freeform 12">
              <a:extLst>
                <a:ext uri="{FF2B5EF4-FFF2-40B4-BE49-F238E27FC236}">
                  <a16:creationId xmlns:a16="http://schemas.microsoft.com/office/drawing/2014/main" id="{5AC41827-4C01-2F46-B804-B74E78E68758}"/>
                </a:ext>
              </a:extLst>
            </p:cNvPr>
            <p:cNvSpPr>
              <a:spLocks/>
            </p:cNvSpPr>
            <p:nvPr/>
          </p:nvSpPr>
          <p:spPr bwMode="auto">
            <a:xfrm>
              <a:off x="2665524" y="3430740"/>
              <a:ext cx="120253" cy="423863"/>
            </a:xfrm>
            <a:custGeom>
              <a:avLst/>
              <a:gdLst>
                <a:gd name="T0" fmla="*/ 8 w 202"/>
                <a:gd name="T1" fmla="*/ 0 h 712"/>
                <a:gd name="T2" fmla="*/ 0 w 202"/>
                <a:gd name="T3" fmla="*/ 0 h 712"/>
                <a:gd name="T4" fmla="*/ 0 w 202"/>
                <a:gd name="T5" fmla="*/ 712 h 712"/>
                <a:gd name="T6" fmla="*/ 202 w 202"/>
                <a:gd name="T7" fmla="*/ 712 h 712"/>
                <a:gd name="T8" fmla="*/ 202 w 202"/>
                <a:gd name="T9" fmla="*/ 704 h 712"/>
                <a:gd name="T10" fmla="*/ 8 w 202"/>
                <a:gd name="T11" fmla="*/ 704 h 712"/>
                <a:gd name="T12" fmla="*/ 8 w 202"/>
                <a:gd name="T13" fmla="*/ 0 h 712"/>
              </a:gdLst>
              <a:ahLst/>
              <a:cxnLst>
                <a:cxn ang="0">
                  <a:pos x="T0" y="T1"/>
                </a:cxn>
                <a:cxn ang="0">
                  <a:pos x="T2" y="T3"/>
                </a:cxn>
                <a:cxn ang="0">
                  <a:pos x="T4" y="T5"/>
                </a:cxn>
                <a:cxn ang="0">
                  <a:pos x="T6" y="T7"/>
                </a:cxn>
                <a:cxn ang="0">
                  <a:pos x="T8" y="T9"/>
                </a:cxn>
                <a:cxn ang="0">
                  <a:pos x="T10" y="T11"/>
                </a:cxn>
                <a:cxn ang="0">
                  <a:pos x="T12" y="T13"/>
                </a:cxn>
              </a:cxnLst>
              <a:rect l="0" t="0" r="r" b="b"/>
              <a:pathLst>
                <a:path w="202" h="712">
                  <a:moveTo>
                    <a:pt x="8" y="0"/>
                  </a:moveTo>
                  <a:lnTo>
                    <a:pt x="0" y="0"/>
                  </a:lnTo>
                  <a:lnTo>
                    <a:pt x="0" y="712"/>
                  </a:lnTo>
                  <a:lnTo>
                    <a:pt x="202" y="712"/>
                  </a:lnTo>
                  <a:lnTo>
                    <a:pt x="202" y="704"/>
                  </a:lnTo>
                  <a:lnTo>
                    <a:pt x="8" y="704"/>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8" name="Freeform 13">
              <a:extLst>
                <a:ext uri="{FF2B5EF4-FFF2-40B4-BE49-F238E27FC236}">
                  <a16:creationId xmlns:a16="http://schemas.microsoft.com/office/drawing/2014/main" id="{C7B4B6A1-DB7B-D944-913B-6367685D946F}"/>
                </a:ext>
              </a:extLst>
            </p:cNvPr>
            <p:cNvSpPr>
              <a:spLocks/>
            </p:cNvSpPr>
            <p:nvPr/>
          </p:nvSpPr>
          <p:spPr bwMode="auto">
            <a:xfrm>
              <a:off x="2665524" y="3143204"/>
              <a:ext cx="4763" cy="287536"/>
            </a:xfrm>
            <a:custGeom>
              <a:avLst/>
              <a:gdLst>
                <a:gd name="T0" fmla="*/ 8 w 8"/>
                <a:gd name="T1" fmla="*/ 0 h 483"/>
                <a:gd name="T2" fmla="*/ 0 w 8"/>
                <a:gd name="T3" fmla="*/ 0 h 483"/>
                <a:gd name="T4" fmla="*/ 0 w 8"/>
                <a:gd name="T5" fmla="*/ 483 h 483"/>
                <a:gd name="T6" fmla="*/ 8 w 8"/>
                <a:gd name="T7" fmla="*/ 483 h 483"/>
                <a:gd name="T8" fmla="*/ 8 w 8"/>
                <a:gd name="T9" fmla="*/ 477 h 483"/>
                <a:gd name="T10" fmla="*/ 8 w 8"/>
                <a:gd name="T11" fmla="*/ 0 h 483"/>
              </a:gdLst>
              <a:ahLst/>
              <a:cxnLst>
                <a:cxn ang="0">
                  <a:pos x="T0" y="T1"/>
                </a:cxn>
                <a:cxn ang="0">
                  <a:pos x="T2" y="T3"/>
                </a:cxn>
                <a:cxn ang="0">
                  <a:pos x="T4" y="T5"/>
                </a:cxn>
                <a:cxn ang="0">
                  <a:pos x="T6" y="T7"/>
                </a:cxn>
                <a:cxn ang="0">
                  <a:pos x="T8" y="T9"/>
                </a:cxn>
                <a:cxn ang="0">
                  <a:pos x="T10" y="T11"/>
                </a:cxn>
              </a:cxnLst>
              <a:rect l="0" t="0" r="r" b="b"/>
              <a:pathLst>
                <a:path w="8" h="483">
                  <a:moveTo>
                    <a:pt x="8" y="0"/>
                  </a:moveTo>
                  <a:lnTo>
                    <a:pt x="0" y="0"/>
                  </a:lnTo>
                  <a:lnTo>
                    <a:pt x="0" y="483"/>
                  </a:lnTo>
                  <a:lnTo>
                    <a:pt x="8" y="483"/>
                  </a:lnTo>
                  <a:lnTo>
                    <a:pt x="8" y="477"/>
                  </a:lnTo>
                  <a:lnTo>
                    <a:pt x="8"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20" name="Freeform 14">
              <a:extLst>
                <a:ext uri="{FF2B5EF4-FFF2-40B4-BE49-F238E27FC236}">
                  <a16:creationId xmlns:a16="http://schemas.microsoft.com/office/drawing/2014/main" id="{25A3ECCE-6927-704D-8533-888E4EA7641D}"/>
                </a:ext>
              </a:extLst>
            </p:cNvPr>
            <p:cNvSpPr>
              <a:spLocks/>
            </p:cNvSpPr>
            <p:nvPr/>
          </p:nvSpPr>
          <p:spPr bwMode="auto">
            <a:xfrm>
              <a:off x="2665524" y="3143204"/>
              <a:ext cx="4763" cy="287536"/>
            </a:xfrm>
            <a:custGeom>
              <a:avLst/>
              <a:gdLst>
                <a:gd name="T0" fmla="*/ 8 w 8"/>
                <a:gd name="T1" fmla="*/ 0 h 483"/>
                <a:gd name="T2" fmla="*/ 0 w 8"/>
                <a:gd name="T3" fmla="*/ 0 h 483"/>
                <a:gd name="T4" fmla="*/ 0 w 8"/>
                <a:gd name="T5" fmla="*/ 483 h 483"/>
                <a:gd name="T6" fmla="*/ 8 w 8"/>
                <a:gd name="T7" fmla="*/ 483 h 483"/>
                <a:gd name="T8" fmla="*/ 8 w 8"/>
                <a:gd name="T9" fmla="*/ 477 h 483"/>
                <a:gd name="T10" fmla="*/ 8 w 8"/>
                <a:gd name="T11" fmla="*/ 0 h 483"/>
              </a:gdLst>
              <a:ahLst/>
              <a:cxnLst>
                <a:cxn ang="0">
                  <a:pos x="T0" y="T1"/>
                </a:cxn>
                <a:cxn ang="0">
                  <a:pos x="T2" y="T3"/>
                </a:cxn>
                <a:cxn ang="0">
                  <a:pos x="T4" y="T5"/>
                </a:cxn>
                <a:cxn ang="0">
                  <a:pos x="T6" y="T7"/>
                </a:cxn>
                <a:cxn ang="0">
                  <a:pos x="T8" y="T9"/>
                </a:cxn>
                <a:cxn ang="0">
                  <a:pos x="T10" y="T11"/>
                </a:cxn>
              </a:cxnLst>
              <a:rect l="0" t="0" r="r" b="b"/>
              <a:pathLst>
                <a:path w="8" h="483">
                  <a:moveTo>
                    <a:pt x="8" y="0"/>
                  </a:moveTo>
                  <a:lnTo>
                    <a:pt x="0" y="0"/>
                  </a:lnTo>
                  <a:lnTo>
                    <a:pt x="0" y="483"/>
                  </a:lnTo>
                  <a:lnTo>
                    <a:pt x="8" y="483"/>
                  </a:lnTo>
                  <a:lnTo>
                    <a:pt x="8" y="477"/>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21" name="Freeform 15">
              <a:extLst>
                <a:ext uri="{FF2B5EF4-FFF2-40B4-BE49-F238E27FC236}">
                  <a16:creationId xmlns:a16="http://schemas.microsoft.com/office/drawing/2014/main" id="{4306CDB3-C9E8-BE41-9A13-802D464F34D3}"/>
                </a:ext>
              </a:extLst>
            </p:cNvPr>
            <p:cNvSpPr>
              <a:spLocks/>
            </p:cNvSpPr>
            <p:nvPr/>
          </p:nvSpPr>
          <p:spPr bwMode="auto">
            <a:xfrm>
              <a:off x="2785777" y="3714704"/>
              <a:ext cx="944761" cy="275034"/>
            </a:xfrm>
            <a:custGeom>
              <a:avLst/>
              <a:gdLst>
                <a:gd name="T0" fmla="*/ 795 w 819"/>
                <a:gd name="T1" fmla="*/ 0 h 238"/>
                <a:gd name="T2" fmla="*/ 24 w 819"/>
                <a:gd name="T3" fmla="*/ 0 h 238"/>
                <a:gd name="T4" fmla="*/ 0 w 819"/>
                <a:gd name="T5" fmla="*/ 24 h 238"/>
                <a:gd name="T6" fmla="*/ 0 w 819"/>
                <a:gd name="T7" fmla="*/ 117 h 238"/>
                <a:gd name="T8" fmla="*/ 0 w 819"/>
                <a:gd name="T9" fmla="*/ 117 h 238"/>
                <a:gd name="T10" fmla="*/ 0 w 819"/>
                <a:gd name="T11" fmla="*/ 121 h 238"/>
                <a:gd name="T12" fmla="*/ 0 w 819"/>
                <a:gd name="T13" fmla="*/ 121 h 238"/>
                <a:gd name="T14" fmla="*/ 0 w 819"/>
                <a:gd name="T15" fmla="*/ 214 h 238"/>
                <a:gd name="T16" fmla="*/ 24 w 819"/>
                <a:gd name="T17" fmla="*/ 238 h 238"/>
                <a:gd name="T18" fmla="*/ 795 w 819"/>
                <a:gd name="T19" fmla="*/ 238 h 238"/>
                <a:gd name="T20" fmla="*/ 819 w 819"/>
                <a:gd name="T21" fmla="*/ 214 h 238"/>
                <a:gd name="T22" fmla="*/ 819 w 819"/>
                <a:gd name="T23" fmla="*/ 24 h 238"/>
                <a:gd name="T24" fmla="*/ 795 w 819"/>
                <a:gd name="T25"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9" h="238">
                  <a:moveTo>
                    <a:pt x="795" y="0"/>
                  </a:moveTo>
                  <a:cubicBezTo>
                    <a:pt x="24" y="0"/>
                    <a:pt x="24" y="0"/>
                    <a:pt x="24" y="0"/>
                  </a:cubicBezTo>
                  <a:cubicBezTo>
                    <a:pt x="11" y="0"/>
                    <a:pt x="0" y="10"/>
                    <a:pt x="0" y="24"/>
                  </a:cubicBezTo>
                  <a:cubicBezTo>
                    <a:pt x="0" y="117"/>
                    <a:pt x="0" y="117"/>
                    <a:pt x="0" y="117"/>
                  </a:cubicBezTo>
                  <a:cubicBezTo>
                    <a:pt x="0" y="117"/>
                    <a:pt x="0" y="117"/>
                    <a:pt x="0" y="117"/>
                  </a:cubicBezTo>
                  <a:cubicBezTo>
                    <a:pt x="0" y="121"/>
                    <a:pt x="0" y="121"/>
                    <a:pt x="0" y="121"/>
                  </a:cubicBezTo>
                  <a:cubicBezTo>
                    <a:pt x="0" y="121"/>
                    <a:pt x="0" y="121"/>
                    <a:pt x="0" y="121"/>
                  </a:cubicBezTo>
                  <a:cubicBezTo>
                    <a:pt x="0" y="214"/>
                    <a:pt x="0" y="214"/>
                    <a:pt x="0" y="214"/>
                  </a:cubicBezTo>
                  <a:cubicBezTo>
                    <a:pt x="0" y="228"/>
                    <a:pt x="11" y="238"/>
                    <a:pt x="24" y="238"/>
                  </a:cubicBezTo>
                  <a:cubicBezTo>
                    <a:pt x="795" y="238"/>
                    <a:pt x="795" y="238"/>
                    <a:pt x="795" y="238"/>
                  </a:cubicBezTo>
                  <a:cubicBezTo>
                    <a:pt x="808" y="238"/>
                    <a:pt x="819" y="228"/>
                    <a:pt x="819" y="214"/>
                  </a:cubicBezTo>
                  <a:cubicBezTo>
                    <a:pt x="819" y="24"/>
                    <a:pt x="819" y="24"/>
                    <a:pt x="819" y="24"/>
                  </a:cubicBezTo>
                  <a:cubicBezTo>
                    <a:pt x="819" y="10"/>
                    <a:pt x="808" y="0"/>
                    <a:pt x="795"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22" name="Rectangle 16">
              <a:extLst>
                <a:ext uri="{FF2B5EF4-FFF2-40B4-BE49-F238E27FC236}">
                  <a16:creationId xmlns:a16="http://schemas.microsoft.com/office/drawing/2014/main" id="{417C81BF-2252-DD41-A22A-46C463783FF3}"/>
                </a:ext>
              </a:extLst>
            </p:cNvPr>
            <p:cNvSpPr>
              <a:spLocks noChangeArrowheads="1"/>
            </p:cNvSpPr>
            <p:nvPr/>
          </p:nvSpPr>
          <p:spPr bwMode="auto">
            <a:xfrm>
              <a:off x="2785777" y="3849841"/>
              <a:ext cx="596" cy="4763"/>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23" name="Rectangle 17">
              <a:extLst>
                <a:ext uri="{FF2B5EF4-FFF2-40B4-BE49-F238E27FC236}">
                  <a16:creationId xmlns:a16="http://schemas.microsoft.com/office/drawing/2014/main" id="{EED28E34-9300-1141-B90F-02D4A654717E}"/>
                </a:ext>
              </a:extLst>
            </p:cNvPr>
            <p:cNvSpPr>
              <a:spLocks noChangeArrowheads="1"/>
            </p:cNvSpPr>
            <p:nvPr/>
          </p:nvSpPr>
          <p:spPr bwMode="auto">
            <a:xfrm>
              <a:off x="2785777" y="3849841"/>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24" name="Freeform 18">
              <a:extLst>
                <a:ext uri="{FF2B5EF4-FFF2-40B4-BE49-F238E27FC236}">
                  <a16:creationId xmlns:a16="http://schemas.microsoft.com/office/drawing/2014/main" id="{F2620D2E-81C3-9846-BFCD-4CFE07104D88}"/>
                </a:ext>
              </a:extLst>
            </p:cNvPr>
            <p:cNvSpPr>
              <a:spLocks/>
            </p:cNvSpPr>
            <p:nvPr/>
          </p:nvSpPr>
          <p:spPr bwMode="auto">
            <a:xfrm>
              <a:off x="4025217" y="2777087"/>
              <a:ext cx="1180505" cy="366117"/>
            </a:xfrm>
            <a:custGeom>
              <a:avLst/>
              <a:gdLst>
                <a:gd name="T0" fmla="*/ 0 w 1023"/>
                <a:gd name="T1" fmla="*/ 32 h 317"/>
                <a:gd name="T2" fmla="*/ 32 w 1023"/>
                <a:gd name="T3" fmla="*/ 0 h 317"/>
                <a:gd name="T4" fmla="*/ 991 w 1023"/>
                <a:gd name="T5" fmla="*/ 0 h 317"/>
                <a:gd name="T6" fmla="*/ 1023 w 1023"/>
                <a:gd name="T7" fmla="*/ 32 h 317"/>
                <a:gd name="T8" fmla="*/ 1023 w 1023"/>
                <a:gd name="T9" fmla="*/ 286 h 317"/>
                <a:gd name="T10" fmla="*/ 991 w 1023"/>
                <a:gd name="T11" fmla="*/ 317 h 317"/>
                <a:gd name="T12" fmla="*/ 32 w 1023"/>
                <a:gd name="T13" fmla="*/ 317 h 317"/>
                <a:gd name="T14" fmla="*/ 0 w 1023"/>
                <a:gd name="T15" fmla="*/ 286 h 317"/>
                <a:gd name="T16" fmla="*/ 0 w 1023"/>
                <a:gd name="T17" fmla="*/ 32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3" h="317">
                  <a:moveTo>
                    <a:pt x="0" y="32"/>
                  </a:moveTo>
                  <a:cubicBezTo>
                    <a:pt x="0" y="14"/>
                    <a:pt x="14" y="0"/>
                    <a:pt x="32" y="0"/>
                  </a:cubicBezTo>
                  <a:cubicBezTo>
                    <a:pt x="991" y="0"/>
                    <a:pt x="991" y="0"/>
                    <a:pt x="991" y="0"/>
                  </a:cubicBezTo>
                  <a:cubicBezTo>
                    <a:pt x="1009" y="0"/>
                    <a:pt x="1023" y="14"/>
                    <a:pt x="1023" y="32"/>
                  </a:cubicBezTo>
                  <a:cubicBezTo>
                    <a:pt x="1023" y="286"/>
                    <a:pt x="1023" y="286"/>
                    <a:pt x="1023" y="286"/>
                  </a:cubicBezTo>
                  <a:cubicBezTo>
                    <a:pt x="1023" y="303"/>
                    <a:pt x="1009" y="317"/>
                    <a:pt x="991" y="317"/>
                  </a:cubicBezTo>
                  <a:cubicBezTo>
                    <a:pt x="32" y="317"/>
                    <a:pt x="32" y="317"/>
                    <a:pt x="32" y="317"/>
                  </a:cubicBezTo>
                  <a:cubicBezTo>
                    <a:pt x="14" y="317"/>
                    <a:pt x="0" y="303"/>
                    <a:pt x="0" y="286"/>
                  </a:cubicBezTo>
                  <a:lnTo>
                    <a:pt x="0" y="3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333333"/>
                </a:solidFill>
                <a:effectLst/>
                <a:uLnTx/>
                <a:uFillTx/>
                <a:latin typeface="Graphik" panose="020B0503030202060203" pitchFamily="34" charset="77"/>
                <a:ea typeface="+mn-ea"/>
                <a:cs typeface="+mn-cs"/>
              </a:endParaRPr>
            </a:p>
          </p:txBody>
        </p:sp>
        <p:sp>
          <p:nvSpPr>
            <p:cNvPr id="25" name="Freeform 19">
              <a:extLst>
                <a:ext uri="{FF2B5EF4-FFF2-40B4-BE49-F238E27FC236}">
                  <a16:creationId xmlns:a16="http://schemas.microsoft.com/office/drawing/2014/main" id="{286A7AA6-0547-AA4E-ADC6-FEEA2DD24E59}"/>
                </a:ext>
              </a:extLst>
            </p:cNvPr>
            <p:cNvSpPr>
              <a:spLocks/>
            </p:cNvSpPr>
            <p:nvPr/>
          </p:nvSpPr>
          <p:spPr bwMode="auto">
            <a:xfrm>
              <a:off x="4140708" y="3143204"/>
              <a:ext cx="120849" cy="287536"/>
            </a:xfrm>
            <a:custGeom>
              <a:avLst/>
              <a:gdLst>
                <a:gd name="T0" fmla="*/ 0 w 203"/>
                <a:gd name="T1" fmla="*/ 0 h 483"/>
                <a:gd name="T2" fmla="*/ 0 w 203"/>
                <a:gd name="T3" fmla="*/ 483 h 483"/>
                <a:gd name="T4" fmla="*/ 203 w 203"/>
                <a:gd name="T5" fmla="*/ 483 h 483"/>
                <a:gd name="T6" fmla="*/ 203 w 203"/>
                <a:gd name="T7" fmla="*/ 477 h 483"/>
                <a:gd name="T8" fmla="*/ 7 w 203"/>
                <a:gd name="T9" fmla="*/ 477 h 483"/>
                <a:gd name="T10" fmla="*/ 7 w 203"/>
                <a:gd name="T11" fmla="*/ 0 h 483"/>
                <a:gd name="T12" fmla="*/ 0 w 203"/>
                <a:gd name="T13" fmla="*/ 0 h 483"/>
              </a:gdLst>
              <a:ahLst/>
              <a:cxnLst>
                <a:cxn ang="0">
                  <a:pos x="T0" y="T1"/>
                </a:cxn>
                <a:cxn ang="0">
                  <a:pos x="T2" y="T3"/>
                </a:cxn>
                <a:cxn ang="0">
                  <a:pos x="T4" y="T5"/>
                </a:cxn>
                <a:cxn ang="0">
                  <a:pos x="T6" y="T7"/>
                </a:cxn>
                <a:cxn ang="0">
                  <a:pos x="T8" y="T9"/>
                </a:cxn>
                <a:cxn ang="0">
                  <a:pos x="T10" y="T11"/>
                </a:cxn>
                <a:cxn ang="0">
                  <a:pos x="T12" y="T13"/>
                </a:cxn>
              </a:cxnLst>
              <a:rect l="0" t="0" r="r" b="b"/>
              <a:pathLst>
                <a:path w="203" h="483">
                  <a:moveTo>
                    <a:pt x="0" y="0"/>
                  </a:moveTo>
                  <a:lnTo>
                    <a:pt x="0" y="483"/>
                  </a:lnTo>
                  <a:lnTo>
                    <a:pt x="203" y="483"/>
                  </a:lnTo>
                  <a:lnTo>
                    <a:pt x="203" y="477"/>
                  </a:lnTo>
                  <a:lnTo>
                    <a:pt x="7" y="477"/>
                  </a:lnTo>
                  <a:lnTo>
                    <a:pt x="7" y="0"/>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26" name="Freeform 20">
              <a:extLst>
                <a:ext uri="{FF2B5EF4-FFF2-40B4-BE49-F238E27FC236}">
                  <a16:creationId xmlns:a16="http://schemas.microsoft.com/office/drawing/2014/main" id="{DC32F059-F922-AF40-98A8-6EF1F6467463}"/>
                </a:ext>
              </a:extLst>
            </p:cNvPr>
            <p:cNvSpPr>
              <a:spLocks/>
            </p:cNvSpPr>
            <p:nvPr/>
          </p:nvSpPr>
          <p:spPr bwMode="auto">
            <a:xfrm>
              <a:off x="4140708" y="3143204"/>
              <a:ext cx="120849" cy="287536"/>
            </a:xfrm>
            <a:custGeom>
              <a:avLst/>
              <a:gdLst>
                <a:gd name="T0" fmla="*/ 0 w 203"/>
                <a:gd name="T1" fmla="*/ 0 h 483"/>
                <a:gd name="T2" fmla="*/ 0 w 203"/>
                <a:gd name="T3" fmla="*/ 483 h 483"/>
                <a:gd name="T4" fmla="*/ 203 w 203"/>
                <a:gd name="T5" fmla="*/ 483 h 483"/>
                <a:gd name="T6" fmla="*/ 203 w 203"/>
                <a:gd name="T7" fmla="*/ 477 h 483"/>
                <a:gd name="T8" fmla="*/ 7 w 203"/>
                <a:gd name="T9" fmla="*/ 477 h 483"/>
                <a:gd name="T10" fmla="*/ 7 w 203"/>
                <a:gd name="T11" fmla="*/ 0 h 483"/>
                <a:gd name="T12" fmla="*/ 0 w 203"/>
                <a:gd name="T13" fmla="*/ 0 h 483"/>
              </a:gdLst>
              <a:ahLst/>
              <a:cxnLst>
                <a:cxn ang="0">
                  <a:pos x="T0" y="T1"/>
                </a:cxn>
                <a:cxn ang="0">
                  <a:pos x="T2" y="T3"/>
                </a:cxn>
                <a:cxn ang="0">
                  <a:pos x="T4" y="T5"/>
                </a:cxn>
                <a:cxn ang="0">
                  <a:pos x="T6" y="T7"/>
                </a:cxn>
                <a:cxn ang="0">
                  <a:pos x="T8" y="T9"/>
                </a:cxn>
                <a:cxn ang="0">
                  <a:pos x="T10" y="T11"/>
                </a:cxn>
                <a:cxn ang="0">
                  <a:pos x="T12" y="T13"/>
                </a:cxn>
              </a:cxnLst>
              <a:rect l="0" t="0" r="r" b="b"/>
              <a:pathLst>
                <a:path w="203" h="483">
                  <a:moveTo>
                    <a:pt x="0" y="0"/>
                  </a:moveTo>
                  <a:lnTo>
                    <a:pt x="0" y="483"/>
                  </a:lnTo>
                  <a:lnTo>
                    <a:pt x="203" y="483"/>
                  </a:lnTo>
                  <a:lnTo>
                    <a:pt x="203" y="477"/>
                  </a:lnTo>
                  <a:lnTo>
                    <a:pt x="7" y="477"/>
                  </a:lnTo>
                  <a:lnTo>
                    <a:pt x="7"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27" name="Freeform 21">
              <a:extLst>
                <a:ext uri="{FF2B5EF4-FFF2-40B4-BE49-F238E27FC236}">
                  <a16:creationId xmlns:a16="http://schemas.microsoft.com/office/drawing/2014/main" id="{BD87E7D7-CDD1-A144-A16C-0774E35BA3CC}"/>
                </a:ext>
              </a:extLst>
            </p:cNvPr>
            <p:cNvSpPr>
              <a:spLocks/>
            </p:cNvSpPr>
            <p:nvPr/>
          </p:nvSpPr>
          <p:spPr bwMode="auto">
            <a:xfrm>
              <a:off x="4261557" y="3290842"/>
              <a:ext cx="944166" cy="276225"/>
            </a:xfrm>
            <a:custGeom>
              <a:avLst/>
              <a:gdLst>
                <a:gd name="T0" fmla="*/ 794 w 818"/>
                <a:gd name="T1" fmla="*/ 0 h 239"/>
                <a:gd name="T2" fmla="*/ 24 w 818"/>
                <a:gd name="T3" fmla="*/ 0 h 239"/>
                <a:gd name="T4" fmla="*/ 0 w 818"/>
                <a:gd name="T5" fmla="*/ 24 h 239"/>
                <a:gd name="T6" fmla="*/ 0 w 818"/>
                <a:gd name="T7" fmla="*/ 215 h 239"/>
                <a:gd name="T8" fmla="*/ 24 w 818"/>
                <a:gd name="T9" fmla="*/ 239 h 239"/>
                <a:gd name="T10" fmla="*/ 794 w 818"/>
                <a:gd name="T11" fmla="*/ 239 h 239"/>
                <a:gd name="T12" fmla="*/ 818 w 818"/>
                <a:gd name="T13" fmla="*/ 215 h 239"/>
                <a:gd name="T14" fmla="*/ 818 w 818"/>
                <a:gd name="T15" fmla="*/ 24 h 239"/>
                <a:gd name="T16" fmla="*/ 794 w 818"/>
                <a:gd name="T17"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8" h="239">
                  <a:moveTo>
                    <a:pt x="794" y="0"/>
                  </a:moveTo>
                  <a:cubicBezTo>
                    <a:pt x="24" y="0"/>
                    <a:pt x="24" y="0"/>
                    <a:pt x="24" y="0"/>
                  </a:cubicBezTo>
                  <a:cubicBezTo>
                    <a:pt x="11" y="0"/>
                    <a:pt x="0" y="11"/>
                    <a:pt x="0" y="24"/>
                  </a:cubicBezTo>
                  <a:cubicBezTo>
                    <a:pt x="0" y="215"/>
                    <a:pt x="0" y="215"/>
                    <a:pt x="0" y="215"/>
                  </a:cubicBezTo>
                  <a:cubicBezTo>
                    <a:pt x="0" y="228"/>
                    <a:pt x="11" y="239"/>
                    <a:pt x="24" y="239"/>
                  </a:cubicBezTo>
                  <a:cubicBezTo>
                    <a:pt x="794" y="239"/>
                    <a:pt x="794" y="239"/>
                    <a:pt x="794" y="239"/>
                  </a:cubicBezTo>
                  <a:cubicBezTo>
                    <a:pt x="807" y="239"/>
                    <a:pt x="818" y="228"/>
                    <a:pt x="818" y="215"/>
                  </a:cubicBezTo>
                  <a:cubicBezTo>
                    <a:pt x="818" y="24"/>
                    <a:pt x="818" y="24"/>
                    <a:pt x="818" y="24"/>
                  </a:cubicBezTo>
                  <a:cubicBezTo>
                    <a:pt x="818" y="11"/>
                    <a:pt x="807" y="0"/>
                    <a:pt x="794"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28" name="Rectangle 22">
              <a:extLst>
                <a:ext uri="{FF2B5EF4-FFF2-40B4-BE49-F238E27FC236}">
                  <a16:creationId xmlns:a16="http://schemas.microsoft.com/office/drawing/2014/main" id="{A90589C3-8390-DF47-857D-CB7933B1FDCB}"/>
                </a:ext>
              </a:extLst>
            </p:cNvPr>
            <p:cNvSpPr>
              <a:spLocks noChangeArrowheads="1"/>
            </p:cNvSpPr>
            <p:nvPr/>
          </p:nvSpPr>
          <p:spPr bwMode="auto">
            <a:xfrm>
              <a:off x="4144875" y="3849841"/>
              <a:ext cx="116681" cy="4763"/>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29" name="Rectangle 23">
              <a:extLst>
                <a:ext uri="{FF2B5EF4-FFF2-40B4-BE49-F238E27FC236}">
                  <a16:creationId xmlns:a16="http://schemas.microsoft.com/office/drawing/2014/main" id="{75385C82-FDA9-2945-A199-7E1F65FE9396}"/>
                </a:ext>
              </a:extLst>
            </p:cNvPr>
            <p:cNvSpPr>
              <a:spLocks noChangeArrowheads="1"/>
            </p:cNvSpPr>
            <p:nvPr/>
          </p:nvSpPr>
          <p:spPr bwMode="auto">
            <a:xfrm>
              <a:off x="4144875" y="3849841"/>
              <a:ext cx="116681"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0" name="Freeform 24">
              <a:extLst>
                <a:ext uri="{FF2B5EF4-FFF2-40B4-BE49-F238E27FC236}">
                  <a16:creationId xmlns:a16="http://schemas.microsoft.com/office/drawing/2014/main" id="{F5BAC75A-C1DE-E44A-8C37-EF4DEE48FB79}"/>
                </a:ext>
              </a:extLst>
            </p:cNvPr>
            <p:cNvSpPr>
              <a:spLocks/>
            </p:cNvSpPr>
            <p:nvPr/>
          </p:nvSpPr>
          <p:spPr bwMode="auto">
            <a:xfrm>
              <a:off x="4261557" y="3714704"/>
              <a:ext cx="944166" cy="275034"/>
            </a:xfrm>
            <a:custGeom>
              <a:avLst/>
              <a:gdLst>
                <a:gd name="T0" fmla="*/ 794 w 818"/>
                <a:gd name="T1" fmla="*/ 0 h 238"/>
                <a:gd name="T2" fmla="*/ 24 w 818"/>
                <a:gd name="T3" fmla="*/ 0 h 238"/>
                <a:gd name="T4" fmla="*/ 0 w 818"/>
                <a:gd name="T5" fmla="*/ 24 h 238"/>
                <a:gd name="T6" fmla="*/ 0 w 818"/>
                <a:gd name="T7" fmla="*/ 214 h 238"/>
                <a:gd name="T8" fmla="*/ 24 w 818"/>
                <a:gd name="T9" fmla="*/ 238 h 238"/>
                <a:gd name="T10" fmla="*/ 794 w 818"/>
                <a:gd name="T11" fmla="*/ 238 h 238"/>
                <a:gd name="T12" fmla="*/ 818 w 818"/>
                <a:gd name="T13" fmla="*/ 214 h 238"/>
                <a:gd name="T14" fmla="*/ 818 w 818"/>
                <a:gd name="T15" fmla="*/ 24 h 238"/>
                <a:gd name="T16" fmla="*/ 794 w 818"/>
                <a:gd name="T17"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8" h="238">
                  <a:moveTo>
                    <a:pt x="794" y="0"/>
                  </a:moveTo>
                  <a:cubicBezTo>
                    <a:pt x="24" y="0"/>
                    <a:pt x="24" y="0"/>
                    <a:pt x="24" y="0"/>
                  </a:cubicBezTo>
                  <a:cubicBezTo>
                    <a:pt x="11" y="0"/>
                    <a:pt x="0" y="10"/>
                    <a:pt x="0" y="24"/>
                  </a:cubicBezTo>
                  <a:cubicBezTo>
                    <a:pt x="0" y="214"/>
                    <a:pt x="0" y="214"/>
                    <a:pt x="0" y="214"/>
                  </a:cubicBezTo>
                  <a:cubicBezTo>
                    <a:pt x="0" y="228"/>
                    <a:pt x="11" y="238"/>
                    <a:pt x="24" y="238"/>
                  </a:cubicBezTo>
                  <a:cubicBezTo>
                    <a:pt x="794" y="238"/>
                    <a:pt x="794" y="238"/>
                    <a:pt x="794" y="238"/>
                  </a:cubicBezTo>
                  <a:cubicBezTo>
                    <a:pt x="807" y="238"/>
                    <a:pt x="818" y="228"/>
                    <a:pt x="818" y="214"/>
                  </a:cubicBezTo>
                  <a:cubicBezTo>
                    <a:pt x="818" y="24"/>
                    <a:pt x="818" y="24"/>
                    <a:pt x="818" y="24"/>
                  </a:cubicBezTo>
                  <a:cubicBezTo>
                    <a:pt x="818" y="10"/>
                    <a:pt x="807" y="0"/>
                    <a:pt x="794"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1" name="Rectangle 25">
              <a:extLst>
                <a:ext uri="{FF2B5EF4-FFF2-40B4-BE49-F238E27FC236}">
                  <a16:creationId xmlns:a16="http://schemas.microsoft.com/office/drawing/2014/main" id="{7A18E4A1-5A66-D04B-B470-DE18D096DDF2}"/>
                </a:ext>
              </a:extLst>
            </p:cNvPr>
            <p:cNvSpPr>
              <a:spLocks noChangeArrowheads="1"/>
            </p:cNvSpPr>
            <p:nvPr/>
          </p:nvSpPr>
          <p:spPr bwMode="auto">
            <a:xfrm>
              <a:off x="4144875" y="4272512"/>
              <a:ext cx="116681" cy="4763"/>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2" name="Rectangle 26">
              <a:extLst>
                <a:ext uri="{FF2B5EF4-FFF2-40B4-BE49-F238E27FC236}">
                  <a16:creationId xmlns:a16="http://schemas.microsoft.com/office/drawing/2014/main" id="{E3024995-6010-3F40-A39C-069A3D08BB1E}"/>
                </a:ext>
              </a:extLst>
            </p:cNvPr>
            <p:cNvSpPr>
              <a:spLocks noChangeArrowheads="1"/>
            </p:cNvSpPr>
            <p:nvPr/>
          </p:nvSpPr>
          <p:spPr bwMode="auto">
            <a:xfrm>
              <a:off x="4144875" y="4272512"/>
              <a:ext cx="116681"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3" name="Freeform 27">
              <a:extLst>
                <a:ext uri="{FF2B5EF4-FFF2-40B4-BE49-F238E27FC236}">
                  <a16:creationId xmlns:a16="http://schemas.microsoft.com/office/drawing/2014/main" id="{877D3316-A498-0A40-BE70-24D17E56C822}"/>
                </a:ext>
              </a:extLst>
            </p:cNvPr>
            <p:cNvSpPr>
              <a:spLocks/>
            </p:cNvSpPr>
            <p:nvPr/>
          </p:nvSpPr>
          <p:spPr bwMode="auto">
            <a:xfrm>
              <a:off x="4261557" y="4137376"/>
              <a:ext cx="944166" cy="276225"/>
            </a:xfrm>
            <a:custGeom>
              <a:avLst/>
              <a:gdLst>
                <a:gd name="T0" fmla="*/ 794 w 818"/>
                <a:gd name="T1" fmla="*/ 0 h 239"/>
                <a:gd name="T2" fmla="*/ 24 w 818"/>
                <a:gd name="T3" fmla="*/ 0 h 239"/>
                <a:gd name="T4" fmla="*/ 0 w 818"/>
                <a:gd name="T5" fmla="*/ 24 h 239"/>
                <a:gd name="T6" fmla="*/ 0 w 818"/>
                <a:gd name="T7" fmla="*/ 215 h 239"/>
                <a:gd name="T8" fmla="*/ 24 w 818"/>
                <a:gd name="T9" fmla="*/ 239 h 239"/>
                <a:gd name="T10" fmla="*/ 794 w 818"/>
                <a:gd name="T11" fmla="*/ 239 h 239"/>
                <a:gd name="T12" fmla="*/ 818 w 818"/>
                <a:gd name="T13" fmla="*/ 215 h 239"/>
                <a:gd name="T14" fmla="*/ 818 w 818"/>
                <a:gd name="T15" fmla="*/ 24 h 239"/>
                <a:gd name="T16" fmla="*/ 794 w 818"/>
                <a:gd name="T17"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8" h="239">
                  <a:moveTo>
                    <a:pt x="794" y="0"/>
                  </a:moveTo>
                  <a:cubicBezTo>
                    <a:pt x="24" y="0"/>
                    <a:pt x="24" y="0"/>
                    <a:pt x="24" y="0"/>
                  </a:cubicBezTo>
                  <a:cubicBezTo>
                    <a:pt x="11" y="0"/>
                    <a:pt x="0" y="11"/>
                    <a:pt x="0" y="24"/>
                  </a:cubicBezTo>
                  <a:cubicBezTo>
                    <a:pt x="0" y="215"/>
                    <a:pt x="0" y="215"/>
                    <a:pt x="0" y="215"/>
                  </a:cubicBezTo>
                  <a:cubicBezTo>
                    <a:pt x="0" y="228"/>
                    <a:pt x="11" y="239"/>
                    <a:pt x="24" y="239"/>
                  </a:cubicBezTo>
                  <a:cubicBezTo>
                    <a:pt x="794" y="239"/>
                    <a:pt x="794" y="239"/>
                    <a:pt x="794" y="239"/>
                  </a:cubicBezTo>
                  <a:cubicBezTo>
                    <a:pt x="807" y="239"/>
                    <a:pt x="818" y="228"/>
                    <a:pt x="818" y="215"/>
                  </a:cubicBezTo>
                  <a:cubicBezTo>
                    <a:pt x="818" y="24"/>
                    <a:pt x="818" y="24"/>
                    <a:pt x="818" y="24"/>
                  </a:cubicBezTo>
                  <a:cubicBezTo>
                    <a:pt x="818" y="11"/>
                    <a:pt x="807" y="0"/>
                    <a:pt x="794"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4" name="Rectangle 28">
              <a:extLst>
                <a:ext uri="{FF2B5EF4-FFF2-40B4-BE49-F238E27FC236}">
                  <a16:creationId xmlns:a16="http://schemas.microsoft.com/office/drawing/2014/main" id="{924D6418-986F-3C41-B37E-14CA5B623D2A}"/>
                </a:ext>
              </a:extLst>
            </p:cNvPr>
            <p:cNvSpPr>
              <a:spLocks noChangeArrowheads="1"/>
            </p:cNvSpPr>
            <p:nvPr/>
          </p:nvSpPr>
          <p:spPr bwMode="auto">
            <a:xfrm>
              <a:off x="4144875" y="4696375"/>
              <a:ext cx="116681" cy="4763"/>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5" name="Rectangle 29">
              <a:extLst>
                <a:ext uri="{FF2B5EF4-FFF2-40B4-BE49-F238E27FC236}">
                  <a16:creationId xmlns:a16="http://schemas.microsoft.com/office/drawing/2014/main" id="{C68AFB8D-459A-9647-A46F-F7CDB434D7D9}"/>
                </a:ext>
              </a:extLst>
            </p:cNvPr>
            <p:cNvSpPr>
              <a:spLocks noChangeArrowheads="1"/>
            </p:cNvSpPr>
            <p:nvPr/>
          </p:nvSpPr>
          <p:spPr bwMode="auto">
            <a:xfrm>
              <a:off x="4144875" y="4696375"/>
              <a:ext cx="116681"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6" name="Freeform 30">
              <a:extLst>
                <a:ext uri="{FF2B5EF4-FFF2-40B4-BE49-F238E27FC236}">
                  <a16:creationId xmlns:a16="http://schemas.microsoft.com/office/drawing/2014/main" id="{74E0C414-B7A7-724C-BBA7-8F154465D072}"/>
                </a:ext>
              </a:extLst>
            </p:cNvPr>
            <p:cNvSpPr>
              <a:spLocks/>
            </p:cNvSpPr>
            <p:nvPr/>
          </p:nvSpPr>
          <p:spPr bwMode="auto">
            <a:xfrm>
              <a:off x="4261557" y="4561239"/>
              <a:ext cx="944166" cy="275034"/>
            </a:xfrm>
            <a:custGeom>
              <a:avLst/>
              <a:gdLst>
                <a:gd name="T0" fmla="*/ 794 w 818"/>
                <a:gd name="T1" fmla="*/ 0 h 238"/>
                <a:gd name="T2" fmla="*/ 24 w 818"/>
                <a:gd name="T3" fmla="*/ 0 h 238"/>
                <a:gd name="T4" fmla="*/ 0 w 818"/>
                <a:gd name="T5" fmla="*/ 24 h 238"/>
                <a:gd name="T6" fmla="*/ 0 w 818"/>
                <a:gd name="T7" fmla="*/ 214 h 238"/>
                <a:gd name="T8" fmla="*/ 24 w 818"/>
                <a:gd name="T9" fmla="*/ 238 h 238"/>
                <a:gd name="T10" fmla="*/ 794 w 818"/>
                <a:gd name="T11" fmla="*/ 238 h 238"/>
                <a:gd name="T12" fmla="*/ 818 w 818"/>
                <a:gd name="T13" fmla="*/ 214 h 238"/>
                <a:gd name="T14" fmla="*/ 818 w 818"/>
                <a:gd name="T15" fmla="*/ 24 h 238"/>
                <a:gd name="T16" fmla="*/ 794 w 818"/>
                <a:gd name="T17"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8" h="238">
                  <a:moveTo>
                    <a:pt x="794" y="0"/>
                  </a:moveTo>
                  <a:cubicBezTo>
                    <a:pt x="24" y="0"/>
                    <a:pt x="24" y="0"/>
                    <a:pt x="24" y="0"/>
                  </a:cubicBezTo>
                  <a:cubicBezTo>
                    <a:pt x="11" y="0"/>
                    <a:pt x="0" y="10"/>
                    <a:pt x="0" y="24"/>
                  </a:cubicBezTo>
                  <a:cubicBezTo>
                    <a:pt x="0" y="214"/>
                    <a:pt x="0" y="214"/>
                    <a:pt x="0" y="214"/>
                  </a:cubicBezTo>
                  <a:cubicBezTo>
                    <a:pt x="0" y="228"/>
                    <a:pt x="11" y="238"/>
                    <a:pt x="24" y="238"/>
                  </a:cubicBezTo>
                  <a:cubicBezTo>
                    <a:pt x="794" y="238"/>
                    <a:pt x="794" y="238"/>
                    <a:pt x="794" y="238"/>
                  </a:cubicBezTo>
                  <a:cubicBezTo>
                    <a:pt x="807" y="238"/>
                    <a:pt x="818" y="228"/>
                    <a:pt x="818" y="214"/>
                  </a:cubicBezTo>
                  <a:cubicBezTo>
                    <a:pt x="818" y="24"/>
                    <a:pt x="818" y="24"/>
                    <a:pt x="818" y="24"/>
                  </a:cubicBezTo>
                  <a:cubicBezTo>
                    <a:pt x="818" y="10"/>
                    <a:pt x="807" y="0"/>
                    <a:pt x="794"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7" name="Freeform 31">
              <a:extLst>
                <a:ext uri="{FF2B5EF4-FFF2-40B4-BE49-F238E27FC236}">
                  <a16:creationId xmlns:a16="http://schemas.microsoft.com/office/drawing/2014/main" id="{F38A508A-7F5A-EF4D-BAB8-D916946C767D}"/>
                </a:ext>
              </a:extLst>
            </p:cNvPr>
            <p:cNvSpPr>
              <a:spLocks/>
            </p:cNvSpPr>
            <p:nvPr/>
          </p:nvSpPr>
          <p:spPr bwMode="auto">
            <a:xfrm>
              <a:off x="4140708" y="4701138"/>
              <a:ext cx="120849" cy="422672"/>
            </a:xfrm>
            <a:custGeom>
              <a:avLst/>
              <a:gdLst>
                <a:gd name="T0" fmla="*/ 7 w 203"/>
                <a:gd name="T1" fmla="*/ 0 h 710"/>
                <a:gd name="T2" fmla="*/ 0 w 203"/>
                <a:gd name="T3" fmla="*/ 0 h 710"/>
                <a:gd name="T4" fmla="*/ 0 w 203"/>
                <a:gd name="T5" fmla="*/ 710 h 710"/>
                <a:gd name="T6" fmla="*/ 203 w 203"/>
                <a:gd name="T7" fmla="*/ 710 h 710"/>
                <a:gd name="T8" fmla="*/ 203 w 203"/>
                <a:gd name="T9" fmla="*/ 702 h 710"/>
                <a:gd name="T10" fmla="*/ 7 w 203"/>
                <a:gd name="T11" fmla="*/ 702 h 710"/>
                <a:gd name="T12" fmla="*/ 7 w 203"/>
                <a:gd name="T13" fmla="*/ 0 h 710"/>
              </a:gdLst>
              <a:ahLst/>
              <a:cxnLst>
                <a:cxn ang="0">
                  <a:pos x="T0" y="T1"/>
                </a:cxn>
                <a:cxn ang="0">
                  <a:pos x="T2" y="T3"/>
                </a:cxn>
                <a:cxn ang="0">
                  <a:pos x="T4" y="T5"/>
                </a:cxn>
                <a:cxn ang="0">
                  <a:pos x="T6" y="T7"/>
                </a:cxn>
                <a:cxn ang="0">
                  <a:pos x="T8" y="T9"/>
                </a:cxn>
                <a:cxn ang="0">
                  <a:pos x="T10" y="T11"/>
                </a:cxn>
                <a:cxn ang="0">
                  <a:pos x="T12" y="T13"/>
                </a:cxn>
              </a:cxnLst>
              <a:rect l="0" t="0" r="r" b="b"/>
              <a:pathLst>
                <a:path w="203" h="710">
                  <a:moveTo>
                    <a:pt x="7" y="0"/>
                  </a:moveTo>
                  <a:lnTo>
                    <a:pt x="0" y="0"/>
                  </a:lnTo>
                  <a:lnTo>
                    <a:pt x="0" y="710"/>
                  </a:lnTo>
                  <a:lnTo>
                    <a:pt x="203" y="710"/>
                  </a:lnTo>
                  <a:lnTo>
                    <a:pt x="203" y="702"/>
                  </a:lnTo>
                  <a:lnTo>
                    <a:pt x="7" y="702"/>
                  </a:lnTo>
                  <a:lnTo>
                    <a:pt x="7" y="0"/>
                  </a:lnTo>
                  <a:close/>
                </a:path>
              </a:pathLst>
            </a:custGeom>
            <a:solidFill>
              <a:srgbClr val="C5C5C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8" name="Freeform 32">
              <a:extLst>
                <a:ext uri="{FF2B5EF4-FFF2-40B4-BE49-F238E27FC236}">
                  <a16:creationId xmlns:a16="http://schemas.microsoft.com/office/drawing/2014/main" id="{00987480-01A9-5F42-A306-868351D05D4E}"/>
                </a:ext>
              </a:extLst>
            </p:cNvPr>
            <p:cNvSpPr>
              <a:spLocks/>
            </p:cNvSpPr>
            <p:nvPr/>
          </p:nvSpPr>
          <p:spPr bwMode="auto">
            <a:xfrm>
              <a:off x="4140708" y="4701138"/>
              <a:ext cx="120849" cy="422672"/>
            </a:xfrm>
            <a:custGeom>
              <a:avLst/>
              <a:gdLst>
                <a:gd name="T0" fmla="*/ 7 w 203"/>
                <a:gd name="T1" fmla="*/ 0 h 710"/>
                <a:gd name="T2" fmla="*/ 0 w 203"/>
                <a:gd name="T3" fmla="*/ 0 h 710"/>
                <a:gd name="T4" fmla="*/ 0 w 203"/>
                <a:gd name="T5" fmla="*/ 710 h 710"/>
                <a:gd name="T6" fmla="*/ 203 w 203"/>
                <a:gd name="T7" fmla="*/ 710 h 710"/>
                <a:gd name="T8" fmla="*/ 203 w 203"/>
                <a:gd name="T9" fmla="*/ 702 h 710"/>
                <a:gd name="T10" fmla="*/ 7 w 203"/>
                <a:gd name="T11" fmla="*/ 702 h 710"/>
                <a:gd name="T12" fmla="*/ 7 w 203"/>
                <a:gd name="T13" fmla="*/ 0 h 710"/>
              </a:gdLst>
              <a:ahLst/>
              <a:cxnLst>
                <a:cxn ang="0">
                  <a:pos x="T0" y="T1"/>
                </a:cxn>
                <a:cxn ang="0">
                  <a:pos x="T2" y="T3"/>
                </a:cxn>
                <a:cxn ang="0">
                  <a:pos x="T4" y="T5"/>
                </a:cxn>
                <a:cxn ang="0">
                  <a:pos x="T6" y="T7"/>
                </a:cxn>
                <a:cxn ang="0">
                  <a:pos x="T8" y="T9"/>
                </a:cxn>
                <a:cxn ang="0">
                  <a:pos x="T10" y="T11"/>
                </a:cxn>
                <a:cxn ang="0">
                  <a:pos x="T12" y="T13"/>
                </a:cxn>
              </a:cxnLst>
              <a:rect l="0" t="0" r="r" b="b"/>
              <a:pathLst>
                <a:path w="203" h="710">
                  <a:moveTo>
                    <a:pt x="7" y="0"/>
                  </a:moveTo>
                  <a:lnTo>
                    <a:pt x="0" y="0"/>
                  </a:lnTo>
                  <a:lnTo>
                    <a:pt x="0" y="710"/>
                  </a:lnTo>
                  <a:lnTo>
                    <a:pt x="203" y="710"/>
                  </a:lnTo>
                  <a:lnTo>
                    <a:pt x="203" y="702"/>
                  </a:lnTo>
                  <a:lnTo>
                    <a:pt x="7" y="702"/>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9" name="Freeform 33">
              <a:extLst>
                <a:ext uri="{FF2B5EF4-FFF2-40B4-BE49-F238E27FC236}">
                  <a16:creationId xmlns:a16="http://schemas.microsoft.com/office/drawing/2014/main" id="{92848A44-5EB8-4D40-B919-8AC5664E2023}"/>
                </a:ext>
              </a:extLst>
            </p:cNvPr>
            <p:cNvSpPr>
              <a:spLocks/>
            </p:cNvSpPr>
            <p:nvPr/>
          </p:nvSpPr>
          <p:spPr bwMode="auto">
            <a:xfrm>
              <a:off x="4140708" y="4277275"/>
              <a:ext cx="4167" cy="423863"/>
            </a:xfrm>
            <a:custGeom>
              <a:avLst/>
              <a:gdLst>
                <a:gd name="T0" fmla="*/ 7 w 7"/>
                <a:gd name="T1" fmla="*/ 0 h 712"/>
                <a:gd name="T2" fmla="*/ 0 w 7"/>
                <a:gd name="T3" fmla="*/ 0 h 712"/>
                <a:gd name="T4" fmla="*/ 0 w 7"/>
                <a:gd name="T5" fmla="*/ 712 h 712"/>
                <a:gd name="T6" fmla="*/ 7 w 7"/>
                <a:gd name="T7" fmla="*/ 712 h 712"/>
                <a:gd name="T8" fmla="*/ 7 w 7"/>
                <a:gd name="T9" fmla="*/ 704 h 712"/>
                <a:gd name="T10" fmla="*/ 7 w 7"/>
                <a:gd name="T11" fmla="*/ 0 h 712"/>
              </a:gdLst>
              <a:ahLst/>
              <a:cxnLst>
                <a:cxn ang="0">
                  <a:pos x="T0" y="T1"/>
                </a:cxn>
                <a:cxn ang="0">
                  <a:pos x="T2" y="T3"/>
                </a:cxn>
                <a:cxn ang="0">
                  <a:pos x="T4" y="T5"/>
                </a:cxn>
                <a:cxn ang="0">
                  <a:pos x="T6" y="T7"/>
                </a:cxn>
                <a:cxn ang="0">
                  <a:pos x="T8" y="T9"/>
                </a:cxn>
                <a:cxn ang="0">
                  <a:pos x="T10" y="T11"/>
                </a:cxn>
              </a:cxnLst>
              <a:rect l="0" t="0" r="r" b="b"/>
              <a:pathLst>
                <a:path w="7" h="712">
                  <a:moveTo>
                    <a:pt x="7" y="0"/>
                  </a:moveTo>
                  <a:lnTo>
                    <a:pt x="0" y="0"/>
                  </a:lnTo>
                  <a:lnTo>
                    <a:pt x="0" y="712"/>
                  </a:lnTo>
                  <a:lnTo>
                    <a:pt x="7" y="712"/>
                  </a:lnTo>
                  <a:lnTo>
                    <a:pt x="7" y="704"/>
                  </a:lnTo>
                  <a:lnTo>
                    <a:pt x="7"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0" name="Freeform 34">
              <a:extLst>
                <a:ext uri="{FF2B5EF4-FFF2-40B4-BE49-F238E27FC236}">
                  <a16:creationId xmlns:a16="http://schemas.microsoft.com/office/drawing/2014/main" id="{253E8452-E9F9-F145-BA9F-76DCFEB87008}"/>
                </a:ext>
              </a:extLst>
            </p:cNvPr>
            <p:cNvSpPr>
              <a:spLocks/>
            </p:cNvSpPr>
            <p:nvPr/>
          </p:nvSpPr>
          <p:spPr bwMode="auto">
            <a:xfrm>
              <a:off x="4140708" y="4277275"/>
              <a:ext cx="4167" cy="423863"/>
            </a:xfrm>
            <a:custGeom>
              <a:avLst/>
              <a:gdLst>
                <a:gd name="T0" fmla="*/ 7 w 7"/>
                <a:gd name="T1" fmla="*/ 0 h 712"/>
                <a:gd name="T2" fmla="*/ 0 w 7"/>
                <a:gd name="T3" fmla="*/ 0 h 712"/>
                <a:gd name="T4" fmla="*/ 0 w 7"/>
                <a:gd name="T5" fmla="*/ 712 h 712"/>
                <a:gd name="T6" fmla="*/ 7 w 7"/>
                <a:gd name="T7" fmla="*/ 712 h 712"/>
                <a:gd name="T8" fmla="*/ 7 w 7"/>
                <a:gd name="T9" fmla="*/ 704 h 712"/>
                <a:gd name="T10" fmla="*/ 7 w 7"/>
                <a:gd name="T11" fmla="*/ 0 h 712"/>
              </a:gdLst>
              <a:ahLst/>
              <a:cxnLst>
                <a:cxn ang="0">
                  <a:pos x="T0" y="T1"/>
                </a:cxn>
                <a:cxn ang="0">
                  <a:pos x="T2" y="T3"/>
                </a:cxn>
                <a:cxn ang="0">
                  <a:pos x="T4" y="T5"/>
                </a:cxn>
                <a:cxn ang="0">
                  <a:pos x="T6" y="T7"/>
                </a:cxn>
                <a:cxn ang="0">
                  <a:pos x="T8" y="T9"/>
                </a:cxn>
                <a:cxn ang="0">
                  <a:pos x="T10" y="T11"/>
                </a:cxn>
              </a:cxnLst>
              <a:rect l="0" t="0" r="r" b="b"/>
              <a:pathLst>
                <a:path w="7" h="712">
                  <a:moveTo>
                    <a:pt x="7" y="0"/>
                  </a:moveTo>
                  <a:lnTo>
                    <a:pt x="0" y="0"/>
                  </a:lnTo>
                  <a:lnTo>
                    <a:pt x="0" y="712"/>
                  </a:lnTo>
                  <a:lnTo>
                    <a:pt x="7" y="712"/>
                  </a:lnTo>
                  <a:lnTo>
                    <a:pt x="7" y="704"/>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1" name="Freeform 35">
              <a:extLst>
                <a:ext uri="{FF2B5EF4-FFF2-40B4-BE49-F238E27FC236}">
                  <a16:creationId xmlns:a16="http://schemas.microsoft.com/office/drawing/2014/main" id="{259DA030-C8F8-5148-BE06-FAC891ED681D}"/>
                </a:ext>
              </a:extLst>
            </p:cNvPr>
            <p:cNvSpPr>
              <a:spLocks/>
            </p:cNvSpPr>
            <p:nvPr/>
          </p:nvSpPr>
          <p:spPr bwMode="auto">
            <a:xfrm>
              <a:off x="4140708" y="3854603"/>
              <a:ext cx="4167" cy="422672"/>
            </a:xfrm>
            <a:custGeom>
              <a:avLst/>
              <a:gdLst>
                <a:gd name="T0" fmla="*/ 7 w 7"/>
                <a:gd name="T1" fmla="*/ 0 h 710"/>
                <a:gd name="T2" fmla="*/ 0 w 7"/>
                <a:gd name="T3" fmla="*/ 0 h 710"/>
                <a:gd name="T4" fmla="*/ 0 w 7"/>
                <a:gd name="T5" fmla="*/ 710 h 710"/>
                <a:gd name="T6" fmla="*/ 7 w 7"/>
                <a:gd name="T7" fmla="*/ 710 h 710"/>
                <a:gd name="T8" fmla="*/ 7 w 7"/>
                <a:gd name="T9" fmla="*/ 702 h 710"/>
                <a:gd name="T10" fmla="*/ 7 w 7"/>
                <a:gd name="T11" fmla="*/ 0 h 710"/>
              </a:gdLst>
              <a:ahLst/>
              <a:cxnLst>
                <a:cxn ang="0">
                  <a:pos x="T0" y="T1"/>
                </a:cxn>
                <a:cxn ang="0">
                  <a:pos x="T2" y="T3"/>
                </a:cxn>
                <a:cxn ang="0">
                  <a:pos x="T4" y="T5"/>
                </a:cxn>
                <a:cxn ang="0">
                  <a:pos x="T6" y="T7"/>
                </a:cxn>
                <a:cxn ang="0">
                  <a:pos x="T8" y="T9"/>
                </a:cxn>
                <a:cxn ang="0">
                  <a:pos x="T10" y="T11"/>
                </a:cxn>
              </a:cxnLst>
              <a:rect l="0" t="0" r="r" b="b"/>
              <a:pathLst>
                <a:path w="7" h="710">
                  <a:moveTo>
                    <a:pt x="7" y="0"/>
                  </a:moveTo>
                  <a:lnTo>
                    <a:pt x="0" y="0"/>
                  </a:lnTo>
                  <a:lnTo>
                    <a:pt x="0" y="710"/>
                  </a:lnTo>
                  <a:lnTo>
                    <a:pt x="7" y="710"/>
                  </a:lnTo>
                  <a:lnTo>
                    <a:pt x="7" y="702"/>
                  </a:lnTo>
                  <a:lnTo>
                    <a:pt x="7"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2" name="Freeform 36">
              <a:extLst>
                <a:ext uri="{FF2B5EF4-FFF2-40B4-BE49-F238E27FC236}">
                  <a16:creationId xmlns:a16="http://schemas.microsoft.com/office/drawing/2014/main" id="{E2E6EFF7-A8C8-4343-A9DB-BF6183F45F1A}"/>
                </a:ext>
              </a:extLst>
            </p:cNvPr>
            <p:cNvSpPr>
              <a:spLocks/>
            </p:cNvSpPr>
            <p:nvPr/>
          </p:nvSpPr>
          <p:spPr bwMode="auto">
            <a:xfrm>
              <a:off x="4140708" y="3854603"/>
              <a:ext cx="4167" cy="422672"/>
            </a:xfrm>
            <a:custGeom>
              <a:avLst/>
              <a:gdLst>
                <a:gd name="T0" fmla="*/ 7 w 7"/>
                <a:gd name="T1" fmla="*/ 0 h 710"/>
                <a:gd name="T2" fmla="*/ 0 w 7"/>
                <a:gd name="T3" fmla="*/ 0 h 710"/>
                <a:gd name="T4" fmla="*/ 0 w 7"/>
                <a:gd name="T5" fmla="*/ 710 h 710"/>
                <a:gd name="T6" fmla="*/ 7 w 7"/>
                <a:gd name="T7" fmla="*/ 710 h 710"/>
                <a:gd name="T8" fmla="*/ 7 w 7"/>
                <a:gd name="T9" fmla="*/ 702 h 710"/>
                <a:gd name="T10" fmla="*/ 7 w 7"/>
                <a:gd name="T11" fmla="*/ 0 h 710"/>
              </a:gdLst>
              <a:ahLst/>
              <a:cxnLst>
                <a:cxn ang="0">
                  <a:pos x="T0" y="T1"/>
                </a:cxn>
                <a:cxn ang="0">
                  <a:pos x="T2" y="T3"/>
                </a:cxn>
                <a:cxn ang="0">
                  <a:pos x="T4" y="T5"/>
                </a:cxn>
                <a:cxn ang="0">
                  <a:pos x="T6" y="T7"/>
                </a:cxn>
                <a:cxn ang="0">
                  <a:pos x="T8" y="T9"/>
                </a:cxn>
                <a:cxn ang="0">
                  <a:pos x="T10" y="T11"/>
                </a:cxn>
              </a:cxnLst>
              <a:rect l="0" t="0" r="r" b="b"/>
              <a:pathLst>
                <a:path w="7" h="710">
                  <a:moveTo>
                    <a:pt x="7" y="0"/>
                  </a:moveTo>
                  <a:lnTo>
                    <a:pt x="0" y="0"/>
                  </a:lnTo>
                  <a:lnTo>
                    <a:pt x="0" y="710"/>
                  </a:lnTo>
                  <a:lnTo>
                    <a:pt x="7" y="710"/>
                  </a:lnTo>
                  <a:lnTo>
                    <a:pt x="7" y="702"/>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3" name="Freeform 37">
              <a:extLst>
                <a:ext uri="{FF2B5EF4-FFF2-40B4-BE49-F238E27FC236}">
                  <a16:creationId xmlns:a16="http://schemas.microsoft.com/office/drawing/2014/main" id="{CFAC660D-9C7D-D146-9EFB-DC8630F5F77B}"/>
                </a:ext>
              </a:extLst>
            </p:cNvPr>
            <p:cNvSpPr>
              <a:spLocks/>
            </p:cNvSpPr>
            <p:nvPr/>
          </p:nvSpPr>
          <p:spPr bwMode="auto">
            <a:xfrm>
              <a:off x="4140708" y="3430740"/>
              <a:ext cx="4167" cy="423863"/>
            </a:xfrm>
            <a:custGeom>
              <a:avLst/>
              <a:gdLst>
                <a:gd name="T0" fmla="*/ 7 w 7"/>
                <a:gd name="T1" fmla="*/ 0 h 712"/>
                <a:gd name="T2" fmla="*/ 0 w 7"/>
                <a:gd name="T3" fmla="*/ 0 h 712"/>
                <a:gd name="T4" fmla="*/ 0 w 7"/>
                <a:gd name="T5" fmla="*/ 712 h 712"/>
                <a:gd name="T6" fmla="*/ 7 w 7"/>
                <a:gd name="T7" fmla="*/ 712 h 712"/>
                <a:gd name="T8" fmla="*/ 7 w 7"/>
                <a:gd name="T9" fmla="*/ 704 h 712"/>
                <a:gd name="T10" fmla="*/ 7 w 7"/>
                <a:gd name="T11" fmla="*/ 0 h 712"/>
              </a:gdLst>
              <a:ahLst/>
              <a:cxnLst>
                <a:cxn ang="0">
                  <a:pos x="T0" y="T1"/>
                </a:cxn>
                <a:cxn ang="0">
                  <a:pos x="T2" y="T3"/>
                </a:cxn>
                <a:cxn ang="0">
                  <a:pos x="T4" y="T5"/>
                </a:cxn>
                <a:cxn ang="0">
                  <a:pos x="T6" y="T7"/>
                </a:cxn>
                <a:cxn ang="0">
                  <a:pos x="T8" y="T9"/>
                </a:cxn>
                <a:cxn ang="0">
                  <a:pos x="T10" y="T11"/>
                </a:cxn>
              </a:cxnLst>
              <a:rect l="0" t="0" r="r" b="b"/>
              <a:pathLst>
                <a:path w="7" h="712">
                  <a:moveTo>
                    <a:pt x="7" y="0"/>
                  </a:moveTo>
                  <a:lnTo>
                    <a:pt x="0" y="0"/>
                  </a:lnTo>
                  <a:lnTo>
                    <a:pt x="0" y="712"/>
                  </a:lnTo>
                  <a:lnTo>
                    <a:pt x="7" y="712"/>
                  </a:lnTo>
                  <a:lnTo>
                    <a:pt x="7" y="704"/>
                  </a:lnTo>
                  <a:lnTo>
                    <a:pt x="7"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4" name="Freeform 38">
              <a:extLst>
                <a:ext uri="{FF2B5EF4-FFF2-40B4-BE49-F238E27FC236}">
                  <a16:creationId xmlns:a16="http://schemas.microsoft.com/office/drawing/2014/main" id="{EE00E195-DB98-9147-88E7-676D96552705}"/>
                </a:ext>
              </a:extLst>
            </p:cNvPr>
            <p:cNvSpPr>
              <a:spLocks/>
            </p:cNvSpPr>
            <p:nvPr/>
          </p:nvSpPr>
          <p:spPr bwMode="auto">
            <a:xfrm>
              <a:off x="4140708" y="3430740"/>
              <a:ext cx="4167" cy="423863"/>
            </a:xfrm>
            <a:custGeom>
              <a:avLst/>
              <a:gdLst>
                <a:gd name="T0" fmla="*/ 7 w 7"/>
                <a:gd name="T1" fmla="*/ 0 h 712"/>
                <a:gd name="T2" fmla="*/ 0 w 7"/>
                <a:gd name="T3" fmla="*/ 0 h 712"/>
                <a:gd name="T4" fmla="*/ 0 w 7"/>
                <a:gd name="T5" fmla="*/ 712 h 712"/>
                <a:gd name="T6" fmla="*/ 7 w 7"/>
                <a:gd name="T7" fmla="*/ 712 h 712"/>
                <a:gd name="T8" fmla="*/ 7 w 7"/>
                <a:gd name="T9" fmla="*/ 704 h 712"/>
                <a:gd name="T10" fmla="*/ 7 w 7"/>
                <a:gd name="T11" fmla="*/ 0 h 712"/>
              </a:gdLst>
              <a:ahLst/>
              <a:cxnLst>
                <a:cxn ang="0">
                  <a:pos x="T0" y="T1"/>
                </a:cxn>
                <a:cxn ang="0">
                  <a:pos x="T2" y="T3"/>
                </a:cxn>
                <a:cxn ang="0">
                  <a:pos x="T4" y="T5"/>
                </a:cxn>
                <a:cxn ang="0">
                  <a:pos x="T6" y="T7"/>
                </a:cxn>
                <a:cxn ang="0">
                  <a:pos x="T8" y="T9"/>
                </a:cxn>
                <a:cxn ang="0">
                  <a:pos x="T10" y="T11"/>
                </a:cxn>
              </a:cxnLst>
              <a:rect l="0" t="0" r="r" b="b"/>
              <a:pathLst>
                <a:path w="7" h="712">
                  <a:moveTo>
                    <a:pt x="7" y="0"/>
                  </a:moveTo>
                  <a:lnTo>
                    <a:pt x="0" y="0"/>
                  </a:lnTo>
                  <a:lnTo>
                    <a:pt x="0" y="712"/>
                  </a:lnTo>
                  <a:lnTo>
                    <a:pt x="7" y="712"/>
                  </a:lnTo>
                  <a:lnTo>
                    <a:pt x="7" y="704"/>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5" name="Freeform 39">
              <a:extLst>
                <a:ext uri="{FF2B5EF4-FFF2-40B4-BE49-F238E27FC236}">
                  <a16:creationId xmlns:a16="http://schemas.microsoft.com/office/drawing/2014/main" id="{82F09198-A7E2-D343-BFEE-92441E2A2F84}"/>
                </a:ext>
              </a:extLst>
            </p:cNvPr>
            <p:cNvSpPr>
              <a:spLocks/>
            </p:cNvSpPr>
            <p:nvPr/>
          </p:nvSpPr>
          <p:spPr bwMode="auto">
            <a:xfrm>
              <a:off x="4140708" y="3143204"/>
              <a:ext cx="4167" cy="287536"/>
            </a:xfrm>
            <a:custGeom>
              <a:avLst/>
              <a:gdLst>
                <a:gd name="T0" fmla="*/ 7 w 7"/>
                <a:gd name="T1" fmla="*/ 0 h 483"/>
                <a:gd name="T2" fmla="*/ 0 w 7"/>
                <a:gd name="T3" fmla="*/ 0 h 483"/>
                <a:gd name="T4" fmla="*/ 0 w 7"/>
                <a:gd name="T5" fmla="*/ 483 h 483"/>
                <a:gd name="T6" fmla="*/ 7 w 7"/>
                <a:gd name="T7" fmla="*/ 483 h 483"/>
                <a:gd name="T8" fmla="*/ 7 w 7"/>
                <a:gd name="T9" fmla="*/ 477 h 483"/>
                <a:gd name="T10" fmla="*/ 7 w 7"/>
                <a:gd name="T11" fmla="*/ 0 h 483"/>
              </a:gdLst>
              <a:ahLst/>
              <a:cxnLst>
                <a:cxn ang="0">
                  <a:pos x="T0" y="T1"/>
                </a:cxn>
                <a:cxn ang="0">
                  <a:pos x="T2" y="T3"/>
                </a:cxn>
                <a:cxn ang="0">
                  <a:pos x="T4" y="T5"/>
                </a:cxn>
                <a:cxn ang="0">
                  <a:pos x="T6" y="T7"/>
                </a:cxn>
                <a:cxn ang="0">
                  <a:pos x="T8" y="T9"/>
                </a:cxn>
                <a:cxn ang="0">
                  <a:pos x="T10" y="T11"/>
                </a:cxn>
              </a:cxnLst>
              <a:rect l="0" t="0" r="r" b="b"/>
              <a:pathLst>
                <a:path w="7" h="483">
                  <a:moveTo>
                    <a:pt x="7" y="0"/>
                  </a:moveTo>
                  <a:lnTo>
                    <a:pt x="0" y="0"/>
                  </a:lnTo>
                  <a:lnTo>
                    <a:pt x="0" y="483"/>
                  </a:lnTo>
                  <a:lnTo>
                    <a:pt x="7" y="483"/>
                  </a:lnTo>
                  <a:lnTo>
                    <a:pt x="7" y="477"/>
                  </a:lnTo>
                  <a:lnTo>
                    <a:pt x="7"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6" name="Freeform 40">
              <a:extLst>
                <a:ext uri="{FF2B5EF4-FFF2-40B4-BE49-F238E27FC236}">
                  <a16:creationId xmlns:a16="http://schemas.microsoft.com/office/drawing/2014/main" id="{B1FA14CF-8CF5-A045-AA22-85DFC10AE7EF}"/>
                </a:ext>
              </a:extLst>
            </p:cNvPr>
            <p:cNvSpPr>
              <a:spLocks/>
            </p:cNvSpPr>
            <p:nvPr/>
          </p:nvSpPr>
          <p:spPr bwMode="auto">
            <a:xfrm>
              <a:off x="4140708" y="3143204"/>
              <a:ext cx="4167" cy="287536"/>
            </a:xfrm>
            <a:custGeom>
              <a:avLst/>
              <a:gdLst>
                <a:gd name="T0" fmla="*/ 7 w 7"/>
                <a:gd name="T1" fmla="*/ 0 h 483"/>
                <a:gd name="T2" fmla="*/ 0 w 7"/>
                <a:gd name="T3" fmla="*/ 0 h 483"/>
                <a:gd name="T4" fmla="*/ 0 w 7"/>
                <a:gd name="T5" fmla="*/ 483 h 483"/>
                <a:gd name="T6" fmla="*/ 7 w 7"/>
                <a:gd name="T7" fmla="*/ 483 h 483"/>
                <a:gd name="T8" fmla="*/ 7 w 7"/>
                <a:gd name="T9" fmla="*/ 477 h 483"/>
                <a:gd name="T10" fmla="*/ 7 w 7"/>
                <a:gd name="T11" fmla="*/ 0 h 483"/>
              </a:gdLst>
              <a:ahLst/>
              <a:cxnLst>
                <a:cxn ang="0">
                  <a:pos x="T0" y="T1"/>
                </a:cxn>
                <a:cxn ang="0">
                  <a:pos x="T2" y="T3"/>
                </a:cxn>
                <a:cxn ang="0">
                  <a:pos x="T4" y="T5"/>
                </a:cxn>
                <a:cxn ang="0">
                  <a:pos x="T6" y="T7"/>
                </a:cxn>
                <a:cxn ang="0">
                  <a:pos x="T8" y="T9"/>
                </a:cxn>
                <a:cxn ang="0">
                  <a:pos x="T10" y="T11"/>
                </a:cxn>
              </a:cxnLst>
              <a:rect l="0" t="0" r="r" b="b"/>
              <a:pathLst>
                <a:path w="7" h="483">
                  <a:moveTo>
                    <a:pt x="7" y="0"/>
                  </a:moveTo>
                  <a:lnTo>
                    <a:pt x="0" y="0"/>
                  </a:lnTo>
                  <a:lnTo>
                    <a:pt x="0" y="483"/>
                  </a:lnTo>
                  <a:lnTo>
                    <a:pt x="7" y="483"/>
                  </a:lnTo>
                  <a:lnTo>
                    <a:pt x="7" y="477"/>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7" name="Freeform 41">
              <a:extLst>
                <a:ext uri="{FF2B5EF4-FFF2-40B4-BE49-F238E27FC236}">
                  <a16:creationId xmlns:a16="http://schemas.microsoft.com/office/drawing/2014/main" id="{CCFCBE9D-C2DC-8F40-B516-676A335395AF}"/>
                </a:ext>
              </a:extLst>
            </p:cNvPr>
            <p:cNvSpPr>
              <a:spLocks/>
            </p:cNvSpPr>
            <p:nvPr/>
          </p:nvSpPr>
          <p:spPr bwMode="auto">
            <a:xfrm>
              <a:off x="4261557" y="4983911"/>
              <a:ext cx="944166" cy="275034"/>
            </a:xfrm>
            <a:custGeom>
              <a:avLst/>
              <a:gdLst>
                <a:gd name="T0" fmla="*/ 794 w 818"/>
                <a:gd name="T1" fmla="*/ 0 h 238"/>
                <a:gd name="T2" fmla="*/ 24 w 818"/>
                <a:gd name="T3" fmla="*/ 0 h 238"/>
                <a:gd name="T4" fmla="*/ 0 w 818"/>
                <a:gd name="T5" fmla="*/ 24 h 238"/>
                <a:gd name="T6" fmla="*/ 0 w 818"/>
                <a:gd name="T7" fmla="*/ 215 h 238"/>
                <a:gd name="T8" fmla="*/ 24 w 818"/>
                <a:gd name="T9" fmla="*/ 238 h 238"/>
                <a:gd name="T10" fmla="*/ 794 w 818"/>
                <a:gd name="T11" fmla="*/ 238 h 238"/>
                <a:gd name="T12" fmla="*/ 818 w 818"/>
                <a:gd name="T13" fmla="*/ 215 h 238"/>
                <a:gd name="T14" fmla="*/ 818 w 818"/>
                <a:gd name="T15" fmla="*/ 24 h 238"/>
                <a:gd name="T16" fmla="*/ 794 w 818"/>
                <a:gd name="T17"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8" h="238">
                  <a:moveTo>
                    <a:pt x="794" y="0"/>
                  </a:moveTo>
                  <a:cubicBezTo>
                    <a:pt x="24" y="0"/>
                    <a:pt x="24" y="0"/>
                    <a:pt x="24" y="0"/>
                  </a:cubicBezTo>
                  <a:cubicBezTo>
                    <a:pt x="11" y="0"/>
                    <a:pt x="0" y="11"/>
                    <a:pt x="0" y="24"/>
                  </a:cubicBezTo>
                  <a:cubicBezTo>
                    <a:pt x="0" y="215"/>
                    <a:pt x="0" y="215"/>
                    <a:pt x="0" y="215"/>
                  </a:cubicBezTo>
                  <a:cubicBezTo>
                    <a:pt x="0" y="228"/>
                    <a:pt x="11" y="238"/>
                    <a:pt x="24" y="238"/>
                  </a:cubicBezTo>
                  <a:cubicBezTo>
                    <a:pt x="794" y="238"/>
                    <a:pt x="794" y="238"/>
                    <a:pt x="794" y="238"/>
                  </a:cubicBezTo>
                  <a:cubicBezTo>
                    <a:pt x="807" y="238"/>
                    <a:pt x="818" y="228"/>
                    <a:pt x="818" y="215"/>
                  </a:cubicBezTo>
                  <a:cubicBezTo>
                    <a:pt x="818" y="24"/>
                    <a:pt x="818" y="24"/>
                    <a:pt x="818" y="24"/>
                  </a:cubicBezTo>
                  <a:cubicBezTo>
                    <a:pt x="818" y="11"/>
                    <a:pt x="807" y="0"/>
                    <a:pt x="794"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8" name="Freeform 42">
              <a:extLst>
                <a:ext uri="{FF2B5EF4-FFF2-40B4-BE49-F238E27FC236}">
                  <a16:creationId xmlns:a16="http://schemas.microsoft.com/office/drawing/2014/main" id="{DE6331AC-5286-E549-94BB-B9AE859C8B0A}"/>
                </a:ext>
              </a:extLst>
            </p:cNvPr>
            <p:cNvSpPr>
              <a:spLocks/>
            </p:cNvSpPr>
            <p:nvPr/>
          </p:nvSpPr>
          <p:spPr bwMode="auto">
            <a:xfrm>
              <a:off x="5500997" y="2777087"/>
              <a:ext cx="1181100" cy="366117"/>
            </a:xfrm>
            <a:custGeom>
              <a:avLst/>
              <a:gdLst>
                <a:gd name="T0" fmla="*/ 0 w 1023"/>
                <a:gd name="T1" fmla="*/ 32 h 317"/>
                <a:gd name="T2" fmla="*/ 32 w 1023"/>
                <a:gd name="T3" fmla="*/ 0 h 317"/>
                <a:gd name="T4" fmla="*/ 991 w 1023"/>
                <a:gd name="T5" fmla="*/ 0 h 317"/>
                <a:gd name="T6" fmla="*/ 1023 w 1023"/>
                <a:gd name="T7" fmla="*/ 32 h 317"/>
                <a:gd name="T8" fmla="*/ 1023 w 1023"/>
                <a:gd name="T9" fmla="*/ 286 h 317"/>
                <a:gd name="T10" fmla="*/ 991 w 1023"/>
                <a:gd name="T11" fmla="*/ 317 h 317"/>
                <a:gd name="T12" fmla="*/ 32 w 1023"/>
                <a:gd name="T13" fmla="*/ 317 h 317"/>
                <a:gd name="T14" fmla="*/ 0 w 1023"/>
                <a:gd name="T15" fmla="*/ 286 h 317"/>
                <a:gd name="T16" fmla="*/ 0 w 1023"/>
                <a:gd name="T17" fmla="*/ 32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3" h="317">
                  <a:moveTo>
                    <a:pt x="0" y="32"/>
                  </a:moveTo>
                  <a:cubicBezTo>
                    <a:pt x="0" y="14"/>
                    <a:pt x="14" y="0"/>
                    <a:pt x="32" y="0"/>
                  </a:cubicBezTo>
                  <a:cubicBezTo>
                    <a:pt x="991" y="0"/>
                    <a:pt x="991" y="0"/>
                    <a:pt x="991" y="0"/>
                  </a:cubicBezTo>
                  <a:cubicBezTo>
                    <a:pt x="1008" y="0"/>
                    <a:pt x="1023" y="14"/>
                    <a:pt x="1023" y="32"/>
                  </a:cubicBezTo>
                  <a:cubicBezTo>
                    <a:pt x="1023" y="286"/>
                    <a:pt x="1023" y="286"/>
                    <a:pt x="1023" y="286"/>
                  </a:cubicBezTo>
                  <a:cubicBezTo>
                    <a:pt x="1023" y="303"/>
                    <a:pt x="1008" y="317"/>
                    <a:pt x="991" y="317"/>
                  </a:cubicBezTo>
                  <a:cubicBezTo>
                    <a:pt x="32" y="317"/>
                    <a:pt x="32" y="317"/>
                    <a:pt x="32" y="317"/>
                  </a:cubicBezTo>
                  <a:cubicBezTo>
                    <a:pt x="14" y="317"/>
                    <a:pt x="0" y="303"/>
                    <a:pt x="0" y="286"/>
                  </a:cubicBezTo>
                  <a:lnTo>
                    <a:pt x="0" y="32"/>
                  </a:lnTo>
                  <a:close/>
                </a:path>
              </a:pathLst>
            </a:custGeom>
            <a:solidFill>
              <a:schemeClr val="accent4"/>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333333"/>
                </a:solidFill>
                <a:effectLst/>
                <a:uLnTx/>
                <a:uFillTx/>
                <a:latin typeface="Graphik" panose="020B0503030202060203" pitchFamily="34" charset="77"/>
                <a:ea typeface="+mn-ea"/>
                <a:cs typeface="+mn-cs"/>
              </a:endParaRPr>
            </a:p>
          </p:txBody>
        </p:sp>
        <p:sp>
          <p:nvSpPr>
            <p:cNvPr id="49" name="Freeform 43">
              <a:extLst>
                <a:ext uri="{FF2B5EF4-FFF2-40B4-BE49-F238E27FC236}">
                  <a16:creationId xmlns:a16="http://schemas.microsoft.com/office/drawing/2014/main" id="{19992471-471B-DE49-A2CF-D8E2A9D0002A}"/>
                </a:ext>
              </a:extLst>
            </p:cNvPr>
            <p:cNvSpPr>
              <a:spLocks/>
            </p:cNvSpPr>
            <p:nvPr/>
          </p:nvSpPr>
          <p:spPr bwMode="auto">
            <a:xfrm>
              <a:off x="5616488" y="3143204"/>
              <a:ext cx="120253" cy="287536"/>
            </a:xfrm>
            <a:custGeom>
              <a:avLst/>
              <a:gdLst>
                <a:gd name="T0" fmla="*/ 0 w 202"/>
                <a:gd name="T1" fmla="*/ 0 h 483"/>
                <a:gd name="T2" fmla="*/ 0 w 202"/>
                <a:gd name="T3" fmla="*/ 483 h 483"/>
                <a:gd name="T4" fmla="*/ 202 w 202"/>
                <a:gd name="T5" fmla="*/ 483 h 483"/>
                <a:gd name="T6" fmla="*/ 202 w 202"/>
                <a:gd name="T7" fmla="*/ 477 h 483"/>
                <a:gd name="T8" fmla="*/ 8 w 202"/>
                <a:gd name="T9" fmla="*/ 477 h 483"/>
                <a:gd name="T10" fmla="*/ 8 w 202"/>
                <a:gd name="T11" fmla="*/ 0 h 483"/>
                <a:gd name="T12" fmla="*/ 0 w 202"/>
                <a:gd name="T13" fmla="*/ 0 h 483"/>
                <a:gd name="T14" fmla="*/ 0 w 202"/>
                <a:gd name="T15" fmla="*/ 0 h 4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2" h="483">
                  <a:moveTo>
                    <a:pt x="0" y="0"/>
                  </a:moveTo>
                  <a:lnTo>
                    <a:pt x="0" y="483"/>
                  </a:lnTo>
                  <a:lnTo>
                    <a:pt x="202" y="483"/>
                  </a:lnTo>
                  <a:lnTo>
                    <a:pt x="202" y="477"/>
                  </a:lnTo>
                  <a:lnTo>
                    <a:pt x="8" y="477"/>
                  </a:lnTo>
                  <a:lnTo>
                    <a:pt x="8" y="0"/>
                  </a:lnTo>
                  <a:lnTo>
                    <a:pt x="0" y="0"/>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50" name="Freeform 44">
              <a:extLst>
                <a:ext uri="{FF2B5EF4-FFF2-40B4-BE49-F238E27FC236}">
                  <a16:creationId xmlns:a16="http://schemas.microsoft.com/office/drawing/2014/main" id="{F733A1B9-930E-5D40-A7A2-09541E900E28}"/>
                </a:ext>
              </a:extLst>
            </p:cNvPr>
            <p:cNvSpPr>
              <a:spLocks/>
            </p:cNvSpPr>
            <p:nvPr/>
          </p:nvSpPr>
          <p:spPr bwMode="auto">
            <a:xfrm>
              <a:off x="5616488" y="3143204"/>
              <a:ext cx="120253" cy="287536"/>
            </a:xfrm>
            <a:custGeom>
              <a:avLst/>
              <a:gdLst>
                <a:gd name="T0" fmla="*/ 0 w 202"/>
                <a:gd name="T1" fmla="*/ 0 h 483"/>
                <a:gd name="T2" fmla="*/ 0 w 202"/>
                <a:gd name="T3" fmla="*/ 483 h 483"/>
                <a:gd name="T4" fmla="*/ 202 w 202"/>
                <a:gd name="T5" fmla="*/ 483 h 483"/>
                <a:gd name="T6" fmla="*/ 202 w 202"/>
                <a:gd name="T7" fmla="*/ 477 h 483"/>
                <a:gd name="T8" fmla="*/ 8 w 202"/>
                <a:gd name="T9" fmla="*/ 477 h 483"/>
                <a:gd name="T10" fmla="*/ 8 w 202"/>
                <a:gd name="T11" fmla="*/ 0 h 483"/>
                <a:gd name="T12" fmla="*/ 0 w 202"/>
                <a:gd name="T13" fmla="*/ 0 h 483"/>
                <a:gd name="T14" fmla="*/ 0 w 202"/>
                <a:gd name="T15" fmla="*/ 0 h 4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2" h="483">
                  <a:moveTo>
                    <a:pt x="0" y="0"/>
                  </a:moveTo>
                  <a:lnTo>
                    <a:pt x="0" y="483"/>
                  </a:lnTo>
                  <a:lnTo>
                    <a:pt x="202" y="483"/>
                  </a:lnTo>
                  <a:lnTo>
                    <a:pt x="202" y="477"/>
                  </a:lnTo>
                  <a:lnTo>
                    <a:pt x="8" y="477"/>
                  </a:lnTo>
                  <a:lnTo>
                    <a:pt x="8" y="0"/>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51" name="Freeform 45">
              <a:extLst>
                <a:ext uri="{FF2B5EF4-FFF2-40B4-BE49-F238E27FC236}">
                  <a16:creationId xmlns:a16="http://schemas.microsoft.com/office/drawing/2014/main" id="{95EFA59A-4EEE-0F4D-8847-629AA76602D6}"/>
                </a:ext>
              </a:extLst>
            </p:cNvPr>
            <p:cNvSpPr>
              <a:spLocks/>
            </p:cNvSpPr>
            <p:nvPr/>
          </p:nvSpPr>
          <p:spPr bwMode="auto">
            <a:xfrm>
              <a:off x="5736741" y="3290842"/>
              <a:ext cx="945356" cy="276225"/>
            </a:xfrm>
            <a:custGeom>
              <a:avLst/>
              <a:gdLst>
                <a:gd name="T0" fmla="*/ 795 w 819"/>
                <a:gd name="T1" fmla="*/ 0 h 239"/>
                <a:gd name="T2" fmla="*/ 24 w 819"/>
                <a:gd name="T3" fmla="*/ 0 h 239"/>
                <a:gd name="T4" fmla="*/ 0 w 819"/>
                <a:gd name="T5" fmla="*/ 24 h 239"/>
                <a:gd name="T6" fmla="*/ 0 w 819"/>
                <a:gd name="T7" fmla="*/ 118 h 239"/>
                <a:gd name="T8" fmla="*/ 0 w 819"/>
                <a:gd name="T9" fmla="*/ 118 h 239"/>
                <a:gd name="T10" fmla="*/ 0 w 819"/>
                <a:gd name="T11" fmla="*/ 121 h 239"/>
                <a:gd name="T12" fmla="*/ 0 w 819"/>
                <a:gd name="T13" fmla="*/ 121 h 239"/>
                <a:gd name="T14" fmla="*/ 0 w 819"/>
                <a:gd name="T15" fmla="*/ 215 h 239"/>
                <a:gd name="T16" fmla="*/ 24 w 819"/>
                <a:gd name="T17" fmla="*/ 239 h 239"/>
                <a:gd name="T18" fmla="*/ 795 w 819"/>
                <a:gd name="T19" fmla="*/ 239 h 239"/>
                <a:gd name="T20" fmla="*/ 819 w 819"/>
                <a:gd name="T21" fmla="*/ 215 h 239"/>
                <a:gd name="T22" fmla="*/ 819 w 819"/>
                <a:gd name="T23" fmla="*/ 24 h 239"/>
                <a:gd name="T24" fmla="*/ 795 w 819"/>
                <a:gd name="T25"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9" h="239">
                  <a:moveTo>
                    <a:pt x="795" y="0"/>
                  </a:moveTo>
                  <a:cubicBezTo>
                    <a:pt x="24" y="0"/>
                    <a:pt x="24" y="0"/>
                    <a:pt x="24" y="0"/>
                  </a:cubicBezTo>
                  <a:cubicBezTo>
                    <a:pt x="11" y="0"/>
                    <a:pt x="0" y="11"/>
                    <a:pt x="0" y="24"/>
                  </a:cubicBezTo>
                  <a:cubicBezTo>
                    <a:pt x="0" y="118"/>
                    <a:pt x="0" y="118"/>
                    <a:pt x="0" y="118"/>
                  </a:cubicBezTo>
                  <a:cubicBezTo>
                    <a:pt x="0" y="118"/>
                    <a:pt x="0" y="118"/>
                    <a:pt x="0" y="118"/>
                  </a:cubicBezTo>
                  <a:cubicBezTo>
                    <a:pt x="0" y="121"/>
                    <a:pt x="0" y="121"/>
                    <a:pt x="0" y="121"/>
                  </a:cubicBezTo>
                  <a:cubicBezTo>
                    <a:pt x="0" y="121"/>
                    <a:pt x="0" y="121"/>
                    <a:pt x="0" y="121"/>
                  </a:cubicBezTo>
                  <a:cubicBezTo>
                    <a:pt x="0" y="215"/>
                    <a:pt x="0" y="215"/>
                    <a:pt x="0" y="215"/>
                  </a:cubicBezTo>
                  <a:cubicBezTo>
                    <a:pt x="0" y="228"/>
                    <a:pt x="11" y="239"/>
                    <a:pt x="24" y="239"/>
                  </a:cubicBezTo>
                  <a:cubicBezTo>
                    <a:pt x="795" y="239"/>
                    <a:pt x="795" y="239"/>
                    <a:pt x="795" y="239"/>
                  </a:cubicBezTo>
                  <a:cubicBezTo>
                    <a:pt x="808" y="239"/>
                    <a:pt x="819" y="228"/>
                    <a:pt x="819" y="215"/>
                  </a:cubicBezTo>
                  <a:cubicBezTo>
                    <a:pt x="819" y="24"/>
                    <a:pt x="819" y="24"/>
                    <a:pt x="819" y="24"/>
                  </a:cubicBezTo>
                  <a:cubicBezTo>
                    <a:pt x="819" y="11"/>
                    <a:pt x="808" y="0"/>
                    <a:pt x="795"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52" name="Rectangle 46">
              <a:extLst>
                <a:ext uri="{FF2B5EF4-FFF2-40B4-BE49-F238E27FC236}">
                  <a16:creationId xmlns:a16="http://schemas.microsoft.com/office/drawing/2014/main" id="{F1E9EA7A-15F2-4D41-8FF0-90BE7072D737}"/>
                </a:ext>
              </a:extLst>
            </p:cNvPr>
            <p:cNvSpPr>
              <a:spLocks noChangeArrowheads="1"/>
            </p:cNvSpPr>
            <p:nvPr/>
          </p:nvSpPr>
          <p:spPr bwMode="auto">
            <a:xfrm>
              <a:off x="5736741" y="3427169"/>
              <a:ext cx="596" cy="3572"/>
            </a:xfrm>
            <a:prstGeom prst="rect">
              <a:avLst/>
            </a:prstGeom>
            <a:solidFill>
              <a:srgbClr val="D6D6D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53" name="Rectangle 47">
              <a:extLst>
                <a:ext uri="{FF2B5EF4-FFF2-40B4-BE49-F238E27FC236}">
                  <a16:creationId xmlns:a16="http://schemas.microsoft.com/office/drawing/2014/main" id="{1B688E64-37C5-3541-BA3C-21C74AF83DA6}"/>
                </a:ext>
              </a:extLst>
            </p:cNvPr>
            <p:cNvSpPr>
              <a:spLocks noChangeArrowheads="1"/>
            </p:cNvSpPr>
            <p:nvPr/>
          </p:nvSpPr>
          <p:spPr bwMode="auto">
            <a:xfrm>
              <a:off x="5736741" y="3427169"/>
              <a:ext cx="596" cy="3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54" name="Rectangle 48">
              <a:extLst>
                <a:ext uri="{FF2B5EF4-FFF2-40B4-BE49-F238E27FC236}">
                  <a16:creationId xmlns:a16="http://schemas.microsoft.com/office/drawing/2014/main" id="{86A0BF55-65B4-9E41-9EC9-A751A7F4E5B9}"/>
                </a:ext>
              </a:extLst>
            </p:cNvPr>
            <p:cNvSpPr>
              <a:spLocks noChangeArrowheads="1"/>
            </p:cNvSpPr>
            <p:nvPr/>
          </p:nvSpPr>
          <p:spPr bwMode="auto">
            <a:xfrm>
              <a:off x="5621251" y="3849841"/>
              <a:ext cx="115491" cy="4763"/>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55" name="Rectangle 49">
              <a:extLst>
                <a:ext uri="{FF2B5EF4-FFF2-40B4-BE49-F238E27FC236}">
                  <a16:creationId xmlns:a16="http://schemas.microsoft.com/office/drawing/2014/main" id="{1C57A193-32C3-B443-918B-2FAE615E1962}"/>
                </a:ext>
              </a:extLst>
            </p:cNvPr>
            <p:cNvSpPr>
              <a:spLocks noChangeArrowheads="1"/>
            </p:cNvSpPr>
            <p:nvPr/>
          </p:nvSpPr>
          <p:spPr bwMode="auto">
            <a:xfrm>
              <a:off x="5621251" y="3849841"/>
              <a:ext cx="115491"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56" name="Freeform 50">
              <a:extLst>
                <a:ext uri="{FF2B5EF4-FFF2-40B4-BE49-F238E27FC236}">
                  <a16:creationId xmlns:a16="http://schemas.microsoft.com/office/drawing/2014/main" id="{E2940C7F-CA94-CE40-8684-7A38EED59578}"/>
                </a:ext>
              </a:extLst>
            </p:cNvPr>
            <p:cNvSpPr>
              <a:spLocks/>
            </p:cNvSpPr>
            <p:nvPr/>
          </p:nvSpPr>
          <p:spPr bwMode="auto">
            <a:xfrm>
              <a:off x="5736741" y="3714704"/>
              <a:ext cx="945356" cy="275034"/>
            </a:xfrm>
            <a:custGeom>
              <a:avLst/>
              <a:gdLst>
                <a:gd name="T0" fmla="*/ 795 w 819"/>
                <a:gd name="T1" fmla="*/ 0 h 238"/>
                <a:gd name="T2" fmla="*/ 24 w 819"/>
                <a:gd name="T3" fmla="*/ 0 h 238"/>
                <a:gd name="T4" fmla="*/ 0 w 819"/>
                <a:gd name="T5" fmla="*/ 24 h 238"/>
                <a:gd name="T6" fmla="*/ 0 w 819"/>
                <a:gd name="T7" fmla="*/ 117 h 238"/>
                <a:gd name="T8" fmla="*/ 0 w 819"/>
                <a:gd name="T9" fmla="*/ 117 h 238"/>
                <a:gd name="T10" fmla="*/ 0 w 819"/>
                <a:gd name="T11" fmla="*/ 121 h 238"/>
                <a:gd name="T12" fmla="*/ 0 w 819"/>
                <a:gd name="T13" fmla="*/ 121 h 238"/>
                <a:gd name="T14" fmla="*/ 0 w 819"/>
                <a:gd name="T15" fmla="*/ 214 h 238"/>
                <a:gd name="T16" fmla="*/ 24 w 819"/>
                <a:gd name="T17" fmla="*/ 238 h 238"/>
                <a:gd name="T18" fmla="*/ 795 w 819"/>
                <a:gd name="T19" fmla="*/ 238 h 238"/>
                <a:gd name="T20" fmla="*/ 819 w 819"/>
                <a:gd name="T21" fmla="*/ 214 h 238"/>
                <a:gd name="T22" fmla="*/ 819 w 819"/>
                <a:gd name="T23" fmla="*/ 24 h 238"/>
                <a:gd name="T24" fmla="*/ 795 w 819"/>
                <a:gd name="T25"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9" h="238">
                  <a:moveTo>
                    <a:pt x="795" y="0"/>
                  </a:moveTo>
                  <a:cubicBezTo>
                    <a:pt x="24" y="0"/>
                    <a:pt x="24" y="0"/>
                    <a:pt x="24" y="0"/>
                  </a:cubicBezTo>
                  <a:cubicBezTo>
                    <a:pt x="11" y="0"/>
                    <a:pt x="0" y="10"/>
                    <a:pt x="0" y="24"/>
                  </a:cubicBezTo>
                  <a:cubicBezTo>
                    <a:pt x="0" y="117"/>
                    <a:pt x="0" y="117"/>
                    <a:pt x="0" y="117"/>
                  </a:cubicBezTo>
                  <a:cubicBezTo>
                    <a:pt x="0" y="117"/>
                    <a:pt x="0" y="117"/>
                    <a:pt x="0" y="117"/>
                  </a:cubicBezTo>
                  <a:cubicBezTo>
                    <a:pt x="0" y="121"/>
                    <a:pt x="0" y="121"/>
                    <a:pt x="0" y="121"/>
                  </a:cubicBezTo>
                  <a:cubicBezTo>
                    <a:pt x="0" y="121"/>
                    <a:pt x="0" y="121"/>
                    <a:pt x="0" y="121"/>
                  </a:cubicBezTo>
                  <a:cubicBezTo>
                    <a:pt x="0" y="214"/>
                    <a:pt x="0" y="214"/>
                    <a:pt x="0" y="214"/>
                  </a:cubicBezTo>
                  <a:cubicBezTo>
                    <a:pt x="0" y="228"/>
                    <a:pt x="11" y="238"/>
                    <a:pt x="24" y="238"/>
                  </a:cubicBezTo>
                  <a:cubicBezTo>
                    <a:pt x="795" y="238"/>
                    <a:pt x="795" y="238"/>
                    <a:pt x="795" y="238"/>
                  </a:cubicBezTo>
                  <a:cubicBezTo>
                    <a:pt x="808" y="238"/>
                    <a:pt x="819" y="228"/>
                    <a:pt x="819" y="214"/>
                  </a:cubicBezTo>
                  <a:cubicBezTo>
                    <a:pt x="819" y="24"/>
                    <a:pt x="819" y="24"/>
                    <a:pt x="819" y="24"/>
                  </a:cubicBezTo>
                  <a:cubicBezTo>
                    <a:pt x="819" y="10"/>
                    <a:pt x="808" y="0"/>
                    <a:pt x="795"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57" name="Rectangle 51">
              <a:extLst>
                <a:ext uri="{FF2B5EF4-FFF2-40B4-BE49-F238E27FC236}">
                  <a16:creationId xmlns:a16="http://schemas.microsoft.com/office/drawing/2014/main" id="{BAD34B27-DE6C-0B46-9ADF-E4F92C4F956C}"/>
                </a:ext>
              </a:extLst>
            </p:cNvPr>
            <p:cNvSpPr>
              <a:spLocks noChangeArrowheads="1"/>
            </p:cNvSpPr>
            <p:nvPr/>
          </p:nvSpPr>
          <p:spPr bwMode="auto">
            <a:xfrm>
              <a:off x="5736741" y="3849841"/>
              <a:ext cx="596" cy="4763"/>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58" name="Rectangle 52">
              <a:extLst>
                <a:ext uri="{FF2B5EF4-FFF2-40B4-BE49-F238E27FC236}">
                  <a16:creationId xmlns:a16="http://schemas.microsoft.com/office/drawing/2014/main" id="{17BD1E4B-78B3-D84F-8879-B36675B85049}"/>
                </a:ext>
              </a:extLst>
            </p:cNvPr>
            <p:cNvSpPr>
              <a:spLocks noChangeArrowheads="1"/>
            </p:cNvSpPr>
            <p:nvPr/>
          </p:nvSpPr>
          <p:spPr bwMode="auto">
            <a:xfrm>
              <a:off x="5736741" y="3849841"/>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59" name="Freeform 53">
              <a:extLst>
                <a:ext uri="{FF2B5EF4-FFF2-40B4-BE49-F238E27FC236}">
                  <a16:creationId xmlns:a16="http://schemas.microsoft.com/office/drawing/2014/main" id="{45658DFA-F396-3648-83C6-F657C049B088}"/>
                </a:ext>
              </a:extLst>
            </p:cNvPr>
            <p:cNvSpPr>
              <a:spLocks/>
            </p:cNvSpPr>
            <p:nvPr/>
          </p:nvSpPr>
          <p:spPr bwMode="auto">
            <a:xfrm>
              <a:off x="5616488" y="3854603"/>
              <a:ext cx="120253" cy="422672"/>
            </a:xfrm>
            <a:custGeom>
              <a:avLst/>
              <a:gdLst>
                <a:gd name="T0" fmla="*/ 8 w 202"/>
                <a:gd name="T1" fmla="*/ 0 h 710"/>
                <a:gd name="T2" fmla="*/ 0 w 202"/>
                <a:gd name="T3" fmla="*/ 0 h 710"/>
                <a:gd name="T4" fmla="*/ 0 w 202"/>
                <a:gd name="T5" fmla="*/ 710 h 710"/>
                <a:gd name="T6" fmla="*/ 202 w 202"/>
                <a:gd name="T7" fmla="*/ 710 h 710"/>
                <a:gd name="T8" fmla="*/ 202 w 202"/>
                <a:gd name="T9" fmla="*/ 702 h 710"/>
                <a:gd name="T10" fmla="*/ 8 w 202"/>
                <a:gd name="T11" fmla="*/ 702 h 710"/>
                <a:gd name="T12" fmla="*/ 8 w 202"/>
                <a:gd name="T13" fmla="*/ 0 h 710"/>
              </a:gdLst>
              <a:ahLst/>
              <a:cxnLst>
                <a:cxn ang="0">
                  <a:pos x="T0" y="T1"/>
                </a:cxn>
                <a:cxn ang="0">
                  <a:pos x="T2" y="T3"/>
                </a:cxn>
                <a:cxn ang="0">
                  <a:pos x="T4" y="T5"/>
                </a:cxn>
                <a:cxn ang="0">
                  <a:pos x="T6" y="T7"/>
                </a:cxn>
                <a:cxn ang="0">
                  <a:pos x="T8" y="T9"/>
                </a:cxn>
                <a:cxn ang="0">
                  <a:pos x="T10" y="T11"/>
                </a:cxn>
                <a:cxn ang="0">
                  <a:pos x="T12" y="T13"/>
                </a:cxn>
              </a:cxnLst>
              <a:rect l="0" t="0" r="r" b="b"/>
              <a:pathLst>
                <a:path w="202" h="710">
                  <a:moveTo>
                    <a:pt x="8" y="0"/>
                  </a:moveTo>
                  <a:lnTo>
                    <a:pt x="0" y="0"/>
                  </a:lnTo>
                  <a:lnTo>
                    <a:pt x="0" y="710"/>
                  </a:lnTo>
                  <a:lnTo>
                    <a:pt x="202" y="710"/>
                  </a:lnTo>
                  <a:lnTo>
                    <a:pt x="202" y="702"/>
                  </a:lnTo>
                  <a:lnTo>
                    <a:pt x="8" y="702"/>
                  </a:lnTo>
                  <a:lnTo>
                    <a:pt x="8" y="0"/>
                  </a:lnTo>
                  <a:close/>
                </a:path>
              </a:pathLst>
            </a:custGeom>
            <a:solidFill>
              <a:srgbClr val="C5C5C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0" name="Freeform 54">
              <a:extLst>
                <a:ext uri="{FF2B5EF4-FFF2-40B4-BE49-F238E27FC236}">
                  <a16:creationId xmlns:a16="http://schemas.microsoft.com/office/drawing/2014/main" id="{9A7CBF0B-07E8-AE49-A15C-BF384D8EBB8E}"/>
                </a:ext>
              </a:extLst>
            </p:cNvPr>
            <p:cNvSpPr>
              <a:spLocks/>
            </p:cNvSpPr>
            <p:nvPr/>
          </p:nvSpPr>
          <p:spPr bwMode="auto">
            <a:xfrm>
              <a:off x="5616488" y="3854603"/>
              <a:ext cx="120253" cy="422672"/>
            </a:xfrm>
            <a:custGeom>
              <a:avLst/>
              <a:gdLst>
                <a:gd name="T0" fmla="*/ 8 w 202"/>
                <a:gd name="T1" fmla="*/ 0 h 710"/>
                <a:gd name="T2" fmla="*/ 0 w 202"/>
                <a:gd name="T3" fmla="*/ 0 h 710"/>
                <a:gd name="T4" fmla="*/ 0 w 202"/>
                <a:gd name="T5" fmla="*/ 710 h 710"/>
                <a:gd name="T6" fmla="*/ 202 w 202"/>
                <a:gd name="T7" fmla="*/ 710 h 710"/>
                <a:gd name="T8" fmla="*/ 202 w 202"/>
                <a:gd name="T9" fmla="*/ 702 h 710"/>
                <a:gd name="T10" fmla="*/ 8 w 202"/>
                <a:gd name="T11" fmla="*/ 702 h 710"/>
                <a:gd name="T12" fmla="*/ 8 w 202"/>
                <a:gd name="T13" fmla="*/ 0 h 710"/>
              </a:gdLst>
              <a:ahLst/>
              <a:cxnLst>
                <a:cxn ang="0">
                  <a:pos x="T0" y="T1"/>
                </a:cxn>
                <a:cxn ang="0">
                  <a:pos x="T2" y="T3"/>
                </a:cxn>
                <a:cxn ang="0">
                  <a:pos x="T4" y="T5"/>
                </a:cxn>
                <a:cxn ang="0">
                  <a:pos x="T6" y="T7"/>
                </a:cxn>
                <a:cxn ang="0">
                  <a:pos x="T8" y="T9"/>
                </a:cxn>
                <a:cxn ang="0">
                  <a:pos x="T10" y="T11"/>
                </a:cxn>
                <a:cxn ang="0">
                  <a:pos x="T12" y="T13"/>
                </a:cxn>
              </a:cxnLst>
              <a:rect l="0" t="0" r="r" b="b"/>
              <a:pathLst>
                <a:path w="202" h="710">
                  <a:moveTo>
                    <a:pt x="8" y="0"/>
                  </a:moveTo>
                  <a:lnTo>
                    <a:pt x="0" y="0"/>
                  </a:lnTo>
                  <a:lnTo>
                    <a:pt x="0" y="710"/>
                  </a:lnTo>
                  <a:lnTo>
                    <a:pt x="202" y="710"/>
                  </a:lnTo>
                  <a:lnTo>
                    <a:pt x="202" y="702"/>
                  </a:lnTo>
                  <a:lnTo>
                    <a:pt x="8" y="702"/>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1" name="Freeform 55">
              <a:extLst>
                <a:ext uri="{FF2B5EF4-FFF2-40B4-BE49-F238E27FC236}">
                  <a16:creationId xmlns:a16="http://schemas.microsoft.com/office/drawing/2014/main" id="{2F853F93-5678-F74F-A551-3F004FFCA34F}"/>
                </a:ext>
              </a:extLst>
            </p:cNvPr>
            <p:cNvSpPr>
              <a:spLocks/>
            </p:cNvSpPr>
            <p:nvPr/>
          </p:nvSpPr>
          <p:spPr bwMode="auto">
            <a:xfrm>
              <a:off x="5616488" y="3430740"/>
              <a:ext cx="4763" cy="423863"/>
            </a:xfrm>
            <a:custGeom>
              <a:avLst/>
              <a:gdLst>
                <a:gd name="T0" fmla="*/ 8 w 8"/>
                <a:gd name="T1" fmla="*/ 0 h 712"/>
                <a:gd name="T2" fmla="*/ 0 w 8"/>
                <a:gd name="T3" fmla="*/ 0 h 712"/>
                <a:gd name="T4" fmla="*/ 0 w 8"/>
                <a:gd name="T5" fmla="*/ 712 h 712"/>
                <a:gd name="T6" fmla="*/ 8 w 8"/>
                <a:gd name="T7" fmla="*/ 712 h 712"/>
                <a:gd name="T8" fmla="*/ 8 w 8"/>
                <a:gd name="T9" fmla="*/ 704 h 712"/>
                <a:gd name="T10" fmla="*/ 8 w 8"/>
                <a:gd name="T11" fmla="*/ 0 h 712"/>
              </a:gdLst>
              <a:ahLst/>
              <a:cxnLst>
                <a:cxn ang="0">
                  <a:pos x="T0" y="T1"/>
                </a:cxn>
                <a:cxn ang="0">
                  <a:pos x="T2" y="T3"/>
                </a:cxn>
                <a:cxn ang="0">
                  <a:pos x="T4" y="T5"/>
                </a:cxn>
                <a:cxn ang="0">
                  <a:pos x="T6" y="T7"/>
                </a:cxn>
                <a:cxn ang="0">
                  <a:pos x="T8" y="T9"/>
                </a:cxn>
                <a:cxn ang="0">
                  <a:pos x="T10" y="T11"/>
                </a:cxn>
              </a:cxnLst>
              <a:rect l="0" t="0" r="r" b="b"/>
              <a:pathLst>
                <a:path w="8" h="712">
                  <a:moveTo>
                    <a:pt x="8" y="0"/>
                  </a:moveTo>
                  <a:lnTo>
                    <a:pt x="0" y="0"/>
                  </a:lnTo>
                  <a:lnTo>
                    <a:pt x="0" y="712"/>
                  </a:lnTo>
                  <a:lnTo>
                    <a:pt x="8" y="712"/>
                  </a:lnTo>
                  <a:lnTo>
                    <a:pt x="8" y="704"/>
                  </a:lnTo>
                  <a:lnTo>
                    <a:pt x="8"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2" name="Freeform 56">
              <a:extLst>
                <a:ext uri="{FF2B5EF4-FFF2-40B4-BE49-F238E27FC236}">
                  <a16:creationId xmlns:a16="http://schemas.microsoft.com/office/drawing/2014/main" id="{D3E4C374-3A46-484C-B665-622DAB237662}"/>
                </a:ext>
              </a:extLst>
            </p:cNvPr>
            <p:cNvSpPr>
              <a:spLocks/>
            </p:cNvSpPr>
            <p:nvPr/>
          </p:nvSpPr>
          <p:spPr bwMode="auto">
            <a:xfrm>
              <a:off x="5616488" y="3430740"/>
              <a:ext cx="4763" cy="423863"/>
            </a:xfrm>
            <a:custGeom>
              <a:avLst/>
              <a:gdLst>
                <a:gd name="T0" fmla="*/ 8 w 8"/>
                <a:gd name="T1" fmla="*/ 0 h 712"/>
                <a:gd name="T2" fmla="*/ 0 w 8"/>
                <a:gd name="T3" fmla="*/ 0 h 712"/>
                <a:gd name="T4" fmla="*/ 0 w 8"/>
                <a:gd name="T5" fmla="*/ 712 h 712"/>
                <a:gd name="T6" fmla="*/ 8 w 8"/>
                <a:gd name="T7" fmla="*/ 712 h 712"/>
                <a:gd name="T8" fmla="*/ 8 w 8"/>
                <a:gd name="T9" fmla="*/ 704 h 712"/>
                <a:gd name="T10" fmla="*/ 8 w 8"/>
                <a:gd name="T11" fmla="*/ 0 h 712"/>
              </a:gdLst>
              <a:ahLst/>
              <a:cxnLst>
                <a:cxn ang="0">
                  <a:pos x="T0" y="T1"/>
                </a:cxn>
                <a:cxn ang="0">
                  <a:pos x="T2" y="T3"/>
                </a:cxn>
                <a:cxn ang="0">
                  <a:pos x="T4" y="T5"/>
                </a:cxn>
                <a:cxn ang="0">
                  <a:pos x="T6" y="T7"/>
                </a:cxn>
                <a:cxn ang="0">
                  <a:pos x="T8" y="T9"/>
                </a:cxn>
                <a:cxn ang="0">
                  <a:pos x="T10" y="T11"/>
                </a:cxn>
              </a:cxnLst>
              <a:rect l="0" t="0" r="r" b="b"/>
              <a:pathLst>
                <a:path w="8" h="712">
                  <a:moveTo>
                    <a:pt x="8" y="0"/>
                  </a:moveTo>
                  <a:lnTo>
                    <a:pt x="0" y="0"/>
                  </a:lnTo>
                  <a:lnTo>
                    <a:pt x="0" y="712"/>
                  </a:lnTo>
                  <a:lnTo>
                    <a:pt x="8" y="712"/>
                  </a:lnTo>
                  <a:lnTo>
                    <a:pt x="8" y="704"/>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3" name="Freeform 57">
              <a:extLst>
                <a:ext uri="{FF2B5EF4-FFF2-40B4-BE49-F238E27FC236}">
                  <a16:creationId xmlns:a16="http://schemas.microsoft.com/office/drawing/2014/main" id="{6739F62F-D22C-1146-8AF6-3F9992FB10E0}"/>
                </a:ext>
              </a:extLst>
            </p:cNvPr>
            <p:cNvSpPr>
              <a:spLocks/>
            </p:cNvSpPr>
            <p:nvPr/>
          </p:nvSpPr>
          <p:spPr bwMode="auto">
            <a:xfrm>
              <a:off x="5616488" y="3143204"/>
              <a:ext cx="4763" cy="287536"/>
            </a:xfrm>
            <a:custGeom>
              <a:avLst/>
              <a:gdLst>
                <a:gd name="T0" fmla="*/ 8 w 8"/>
                <a:gd name="T1" fmla="*/ 0 h 483"/>
                <a:gd name="T2" fmla="*/ 0 w 8"/>
                <a:gd name="T3" fmla="*/ 0 h 483"/>
                <a:gd name="T4" fmla="*/ 0 w 8"/>
                <a:gd name="T5" fmla="*/ 0 h 483"/>
                <a:gd name="T6" fmla="*/ 0 w 8"/>
                <a:gd name="T7" fmla="*/ 483 h 483"/>
                <a:gd name="T8" fmla="*/ 8 w 8"/>
                <a:gd name="T9" fmla="*/ 483 h 483"/>
                <a:gd name="T10" fmla="*/ 8 w 8"/>
                <a:gd name="T11" fmla="*/ 477 h 483"/>
                <a:gd name="T12" fmla="*/ 8 w 8"/>
                <a:gd name="T13" fmla="*/ 0 h 483"/>
              </a:gdLst>
              <a:ahLst/>
              <a:cxnLst>
                <a:cxn ang="0">
                  <a:pos x="T0" y="T1"/>
                </a:cxn>
                <a:cxn ang="0">
                  <a:pos x="T2" y="T3"/>
                </a:cxn>
                <a:cxn ang="0">
                  <a:pos x="T4" y="T5"/>
                </a:cxn>
                <a:cxn ang="0">
                  <a:pos x="T6" y="T7"/>
                </a:cxn>
                <a:cxn ang="0">
                  <a:pos x="T8" y="T9"/>
                </a:cxn>
                <a:cxn ang="0">
                  <a:pos x="T10" y="T11"/>
                </a:cxn>
                <a:cxn ang="0">
                  <a:pos x="T12" y="T13"/>
                </a:cxn>
              </a:cxnLst>
              <a:rect l="0" t="0" r="r" b="b"/>
              <a:pathLst>
                <a:path w="8" h="483">
                  <a:moveTo>
                    <a:pt x="8" y="0"/>
                  </a:moveTo>
                  <a:lnTo>
                    <a:pt x="0" y="0"/>
                  </a:lnTo>
                  <a:lnTo>
                    <a:pt x="0" y="0"/>
                  </a:lnTo>
                  <a:lnTo>
                    <a:pt x="0" y="483"/>
                  </a:lnTo>
                  <a:lnTo>
                    <a:pt x="8" y="483"/>
                  </a:lnTo>
                  <a:lnTo>
                    <a:pt x="8" y="477"/>
                  </a:lnTo>
                  <a:lnTo>
                    <a:pt x="8"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4" name="Freeform 58">
              <a:extLst>
                <a:ext uri="{FF2B5EF4-FFF2-40B4-BE49-F238E27FC236}">
                  <a16:creationId xmlns:a16="http://schemas.microsoft.com/office/drawing/2014/main" id="{2FCC6338-FDD9-944B-948A-85F361E6192B}"/>
                </a:ext>
              </a:extLst>
            </p:cNvPr>
            <p:cNvSpPr>
              <a:spLocks/>
            </p:cNvSpPr>
            <p:nvPr/>
          </p:nvSpPr>
          <p:spPr bwMode="auto">
            <a:xfrm>
              <a:off x="5616488" y="3143204"/>
              <a:ext cx="4763" cy="287536"/>
            </a:xfrm>
            <a:custGeom>
              <a:avLst/>
              <a:gdLst>
                <a:gd name="T0" fmla="*/ 8 w 8"/>
                <a:gd name="T1" fmla="*/ 0 h 483"/>
                <a:gd name="T2" fmla="*/ 0 w 8"/>
                <a:gd name="T3" fmla="*/ 0 h 483"/>
                <a:gd name="T4" fmla="*/ 0 w 8"/>
                <a:gd name="T5" fmla="*/ 0 h 483"/>
                <a:gd name="T6" fmla="*/ 0 w 8"/>
                <a:gd name="T7" fmla="*/ 483 h 483"/>
                <a:gd name="T8" fmla="*/ 8 w 8"/>
                <a:gd name="T9" fmla="*/ 483 h 483"/>
                <a:gd name="T10" fmla="*/ 8 w 8"/>
                <a:gd name="T11" fmla="*/ 477 h 483"/>
                <a:gd name="T12" fmla="*/ 8 w 8"/>
                <a:gd name="T13" fmla="*/ 0 h 483"/>
              </a:gdLst>
              <a:ahLst/>
              <a:cxnLst>
                <a:cxn ang="0">
                  <a:pos x="T0" y="T1"/>
                </a:cxn>
                <a:cxn ang="0">
                  <a:pos x="T2" y="T3"/>
                </a:cxn>
                <a:cxn ang="0">
                  <a:pos x="T4" y="T5"/>
                </a:cxn>
                <a:cxn ang="0">
                  <a:pos x="T6" y="T7"/>
                </a:cxn>
                <a:cxn ang="0">
                  <a:pos x="T8" y="T9"/>
                </a:cxn>
                <a:cxn ang="0">
                  <a:pos x="T10" y="T11"/>
                </a:cxn>
                <a:cxn ang="0">
                  <a:pos x="T12" y="T13"/>
                </a:cxn>
              </a:cxnLst>
              <a:rect l="0" t="0" r="r" b="b"/>
              <a:pathLst>
                <a:path w="8" h="483">
                  <a:moveTo>
                    <a:pt x="8" y="0"/>
                  </a:moveTo>
                  <a:lnTo>
                    <a:pt x="0" y="0"/>
                  </a:lnTo>
                  <a:lnTo>
                    <a:pt x="0" y="0"/>
                  </a:lnTo>
                  <a:lnTo>
                    <a:pt x="0" y="483"/>
                  </a:lnTo>
                  <a:lnTo>
                    <a:pt x="8" y="483"/>
                  </a:lnTo>
                  <a:lnTo>
                    <a:pt x="8" y="477"/>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5" name="Freeform 59">
              <a:extLst>
                <a:ext uri="{FF2B5EF4-FFF2-40B4-BE49-F238E27FC236}">
                  <a16:creationId xmlns:a16="http://schemas.microsoft.com/office/drawing/2014/main" id="{64DB4CAD-38CB-1C48-8E01-2D4CFA0F7A53}"/>
                </a:ext>
              </a:extLst>
            </p:cNvPr>
            <p:cNvSpPr>
              <a:spLocks/>
            </p:cNvSpPr>
            <p:nvPr/>
          </p:nvSpPr>
          <p:spPr bwMode="auto">
            <a:xfrm>
              <a:off x="5736741" y="4137376"/>
              <a:ext cx="945356" cy="276225"/>
            </a:xfrm>
            <a:custGeom>
              <a:avLst/>
              <a:gdLst>
                <a:gd name="T0" fmla="*/ 795 w 819"/>
                <a:gd name="T1" fmla="*/ 0 h 239"/>
                <a:gd name="T2" fmla="*/ 24 w 819"/>
                <a:gd name="T3" fmla="*/ 0 h 239"/>
                <a:gd name="T4" fmla="*/ 0 w 819"/>
                <a:gd name="T5" fmla="*/ 24 h 239"/>
                <a:gd name="T6" fmla="*/ 0 w 819"/>
                <a:gd name="T7" fmla="*/ 117 h 239"/>
                <a:gd name="T8" fmla="*/ 0 w 819"/>
                <a:gd name="T9" fmla="*/ 117 h 239"/>
                <a:gd name="T10" fmla="*/ 0 w 819"/>
                <a:gd name="T11" fmla="*/ 121 h 239"/>
                <a:gd name="T12" fmla="*/ 0 w 819"/>
                <a:gd name="T13" fmla="*/ 121 h 239"/>
                <a:gd name="T14" fmla="*/ 0 w 819"/>
                <a:gd name="T15" fmla="*/ 215 h 239"/>
                <a:gd name="T16" fmla="*/ 24 w 819"/>
                <a:gd name="T17" fmla="*/ 239 h 239"/>
                <a:gd name="T18" fmla="*/ 795 w 819"/>
                <a:gd name="T19" fmla="*/ 239 h 239"/>
                <a:gd name="T20" fmla="*/ 819 w 819"/>
                <a:gd name="T21" fmla="*/ 215 h 239"/>
                <a:gd name="T22" fmla="*/ 819 w 819"/>
                <a:gd name="T23" fmla="*/ 24 h 239"/>
                <a:gd name="T24" fmla="*/ 795 w 819"/>
                <a:gd name="T25"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9" h="239">
                  <a:moveTo>
                    <a:pt x="795" y="0"/>
                  </a:moveTo>
                  <a:cubicBezTo>
                    <a:pt x="24" y="0"/>
                    <a:pt x="24" y="0"/>
                    <a:pt x="24" y="0"/>
                  </a:cubicBezTo>
                  <a:cubicBezTo>
                    <a:pt x="11" y="0"/>
                    <a:pt x="0" y="11"/>
                    <a:pt x="0" y="24"/>
                  </a:cubicBezTo>
                  <a:cubicBezTo>
                    <a:pt x="0" y="117"/>
                    <a:pt x="0" y="117"/>
                    <a:pt x="0" y="117"/>
                  </a:cubicBezTo>
                  <a:cubicBezTo>
                    <a:pt x="0" y="117"/>
                    <a:pt x="0" y="117"/>
                    <a:pt x="0" y="117"/>
                  </a:cubicBezTo>
                  <a:cubicBezTo>
                    <a:pt x="0" y="121"/>
                    <a:pt x="0" y="121"/>
                    <a:pt x="0" y="121"/>
                  </a:cubicBezTo>
                  <a:cubicBezTo>
                    <a:pt x="0" y="121"/>
                    <a:pt x="0" y="121"/>
                    <a:pt x="0" y="121"/>
                  </a:cubicBezTo>
                  <a:cubicBezTo>
                    <a:pt x="0" y="215"/>
                    <a:pt x="0" y="215"/>
                    <a:pt x="0" y="215"/>
                  </a:cubicBezTo>
                  <a:cubicBezTo>
                    <a:pt x="0" y="228"/>
                    <a:pt x="11" y="239"/>
                    <a:pt x="24" y="239"/>
                  </a:cubicBezTo>
                  <a:cubicBezTo>
                    <a:pt x="795" y="239"/>
                    <a:pt x="795" y="239"/>
                    <a:pt x="795" y="239"/>
                  </a:cubicBezTo>
                  <a:cubicBezTo>
                    <a:pt x="808" y="239"/>
                    <a:pt x="819" y="228"/>
                    <a:pt x="819" y="215"/>
                  </a:cubicBezTo>
                  <a:cubicBezTo>
                    <a:pt x="819" y="24"/>
                    <a:pt x="819" y="24"/>
                    <a:pt x="819" y="24"/>
                  </a:cubicBezTo>
                  <a:cubicBezTo>
                    <a:pt x="819" y="11"/>
                    <a:pt x="808" y="0"/>
                    <a:pt x="795"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6" name="Rectangle 60">
              <a:extLst>
                <a:ext uri="{FF2B5EF4-FFF2-40B4-BE49-F238E27FC236}">
                  <a16:creationId xmlns:a16="http://schemas.microsoft.com/office/drawing/2014/main" id="{7D528C4F-A73A-D64C-A965-A20DCDDC1F1C}"/>
                </a:ext>
              </a:extLst>
            </p:cNvPr>
            <p:cNvSpPr>
              <a:spLocks noChangeArrowheads="1"/>
            </p:cNvSpPr>
            <p:nvPr/>
          </p:nvSpPr>
          <p:spPr bwMode="auto">
            <a:xfrm>
              <a:off x="5736741" y="4272512"/>
              <a:ext cx="596" cy="4763"/>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7" name="Rectangle 61">
              <a:extLst>
                <a:ext uri="{FF2B5EF4-FFF2-40B4-BE49-F238E27FC236}">
                  <a16:creationId xmlns:a16="http://schemas.microsoft.com/office/drawing/2014/main" id="{E8A0262A-AD87-FA49-A9B6-0B00EE57AC66}"/>
                </a:ext>
              </a:extLst>
            </p:cNvPr>
            <p:cNvSpPr>
              <a:spLocks noChangeArrowheads="1"/>
            </p:cNvSpPr>
            <p:nvPr/>
          </p:nvSpPr>
          <p:spPr bwMode="auto">
            <a:xfrm>
              <a:off x="5736741" y="4272512"/>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8" name="Freeform 62">
              <a:extLst>
                <a:ext uri="{FF2B5EF4-FFF2-40B4-BE49-F238E27FC236}">
                  <a16:creationId xmlns:a16="http://schemas.microsoft.com/office/drawing/2014/main" id="{4CB36E57-0763-5043-948C-E7163B3ACF52}"/>
                </a:ext>
              </a:extLst>
            </p:cNvPr>
            <p:cNvSpPr>
              <a:spLocks/>
            </p:cNvSpPr>
            <p:nvPr/>
          </p:nvSpPr>
          <p:spPr bwMode="auto">
            <a:xfrm>
              <a:off x="6976182" y="2777087"/>
              <a:ext cx="1180505" cy="366117"/>
            </a:xfrm>
            <a:custGeom>
              <a:avLst/>
              <a:gdLst>
                <a:gd name="T0" fmla="*/ 0 w 1023"/>
                <a:gd name="T1" fmla="*/ 32 h 317"/>
                <a:gd name="T2" fmla="*/ 32 w 1023"/>
                <a:gd name="T3" fmla="*/ 0 h 317"/>
                <a:gd name="T4" fmla="*/ 991 w 1023"/>
                <a:gd name="T5" fmla="*/ 0 h 317"/>
                <a:gd name="T6" fmla="*/ 1023 w 1023"/>
                <a:gd name="T7" fmla="*/ 32 h 317"/>
                <a:gd name="T8" fmla="*/ 1023 w 1023"/>
                <a:gd name="T9" fmla="*/ 286 h 317"/>
                <a:gd name="T10" fmla="*/ 991 w 1023"/>
                <a:gd name="T11" fmla="*/ 317 h 317"/>
                <a:gd name="T12" fmla="*/ 32 w 1023"/>
                <a:gd name="T13" fmla="*/ 317 h 317"/>
                <a:gd name="T14" fmla="*/ 0 w 1023"/>
                <a:gd name="T15" fmla="*/ 286 h 317"/>
                <a:gd name="T16" fmla="*/ 0 w 1023"/>
                <a:gd name="T17" fmla="*/ 32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3" h="317">
                  <a:moveTo>
                    <a:pt x="0" y="32"/>
                  </a:moveTo>
                  <a:cubicBezTo>
                    <a:pt x="0" y="14"/>
                    <a:pt x="15" y="0"/>
                    <a:pt x="32" y="0"/>
                  </a:cubicBezTo>
                  <a:cubicBezTo>
                    <a:pt x="991" y="0"/>
                    <a:pt x="991" y="0"/>
                    <a:pt x="991" y="0"/>
                  </a:cubicBezTo>
                  <a:cubicBezTo>
                    <a:pt x="1009" y="0"/>
                    <a:pt x="1023" y="14"/>
                    <a:pt x="1023" y="32"/>
                  </a:cubicBezTo>
                  <a:cubicBezTo>
                    <a:pt x="1023" y="286"/>
                    <a:pt x="1023" y="286"/>
                    <a:pt x="1023" y="286"/>
                  </a:cubicBezTo>
                  <a:cubicBezTo>
                    <a:pt x="1023" y="303"/>
                    <a:pt x="1009" y="317"/>
                    <a:pt x="991" y="317"/>
                  </a:cubicBezTo>
                  <a:cubicBezTo>
                    <a:pt x="32" y="317"/>
                    <a:pt x="32" y="317"/>
                    <a:pt x="32" y="317"/>
                  </a:cubicBezTo>
                  <a:cubicBezTo>
                    <a:pt x="15" y="317"/>
                    <a:pt x="0" y="303"/>
                    <a:pt x="0" y="286"/>
                  </a:cubicBezTo>
                  <a:lnTo>
                    <a:pt x="0" y="32"/>
                  </a:lnTo>
                  <a:close/>
                </a:path>
              </a:pathLst>
            </a:custGeom>
            <a:solidFill>
              <a:schemeClr val="accent5"/>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333333"/>
                </a:solidFill>
                <a:effectLst/>
                <a:uLnTx/>
                <a:uFillTx/>
                <a:latin typeface="Graphik" panose="020B0503030202060203" pitchFamily="34" charset="77"/>
                <a:ea typeface="+mn-ea"/>
                <a:cs typeface="+mn-cs"/>
              </a:endParaRPr>
            </a:p>
          </p:txBody>
        </p:sp>
        <p:sp>
          <p:nvSpPr>
            <p:cNvPr id="69" name="Freeform 63">
              <a:extLst>
                <a:ext uri="{FF2B5EF4-FFF2-40B4-BE49-F238E27FC236}">
                  <a16:creationId xmlns:a16="http://schemas.microsoft.com/office/drawing/2014/main" id="{92E6B476-C4BB-9342-9076-4263CA468636}"/>
                </a:ext>
              </a:extLst>
            </p:cNvPr>
            <p:cNvSpPr>
              <a:spLocks/>
            </p:cNvSpPr>
            <p:nvPr/>
          </p:nvSpPr>
          <p:spPr bwMode="auto">
            <a:xfrm>
              <a:off x="7092863" y="3143204"/>
              <a:ext cx="119658" cy="287536"/>
            </a:xfrm>
            <a:custGeom>
              <a:avLst/>
              <a:gdLst>
                <a:gd name="T0" fmla="*/ 0 w 201"/>
                <a:gd name="T1" fmla="*/ 0 h 483"/>
                <a:gd name="T2" fmla="*/ 0 w 201"/>
                <a:gd name="T3" fmla="*/ 483 h 483"/>
                <a:gd name="T4" fmla="*/ 201 w 201"/>
                <a:gd name="T5" fmla="*/ 483 h 483"/>
                <a:gd name="T6" fmla="*/ 201 w 201"/>
                <a:gd name="T7" fmla="*/ 477 h 483"/>
                <a:gd name="T8" fmla="*/ 8 w 201"/>
                <a:gd name="T9" fmla="*/ 477 h 483"/>
                <a:gd name="T10" fmla="*/ 8 w 201"/>
                <a:gd name="T11" fmla="*/ 0 h 483"/>
                <a:gd name="T12" fmla="*/ 0 w 201"/>
                <a:gd name="T13" fmla="*/ 0 h 483"/>
              </a:gdLst>
              <a:ahLst/>
              <a:cxnLst>
                <a:cxn ang="0">
                  <a:pos x="T0" y="T1"/>
                </a:cxn>
                <a:cxn ang="0">
                  <a:pos x="T2" y="T3"/>
                </a:cxn>
                <a:cxn ang="0">
                  <a:pos x="T4" y="T5"/>
                </a:cxn>
                <a:cxn ang="0">
                  <a:pos x="T6" y="T7"/>
                </a:cxn>
                <a:cxn ang="0">
                  <a:pos x="T8" y="T9"/>
                </a:cxn>
                <a:cxn ang="0">
                  <a:pos x="T10" y="T11"/>
                </a:cxn>
                <a:cxn ang="0">
                  <a:pos x="T12" y="T13"/>
                </a:cxn>
              </a:cxnLst>
              <a:rect l="0" t="0" r="r" b="b"/>
              <a:pathLst>
                <a:path w="201" h="483">
                  <a:moveTo>
                    <a:pt x="0" y="0"/>
                  </a:moveTo>
                  <a:lnTo>
                    <a:pt x="0" y="483"/>
                  </a:lnTo>
                  <a:lnTo>
                    <a:pt x="201" y="483"/>
                  </a:lnTo>
                  <a:lnTo>
                    <a:pt x="201" y="477"/>
                  </a:lnTo>
                  <a:lnTo>
                    <a:pt x="8" y="477"/>
                  </a:lnTo>
                  <a:lnTo>
                    <a:pt x="8" y="0"/>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0" name="Freeform 64">
              <a:extLst>
                <a:ext uri="{FF2B5EF4-FFF2-40B4-BE49-F238E27FC236}">
                  <a16:creationId xmlns:a16="http://schemas.microsoft.com/office/drawing/2014/main" id="{86B648EA-EE9D-854C-A811-86ACA551E4D2}"/>
                </a:ext>
              </a:extLst>
            </p:cNvPr>
            <p:cNvSpPr>
              <a:spLocks/>
            </p:cNvSpPr>
            <p:nvPr/>
          </p:nvSpPr>
          <p:spPr bwMode="auto">
            <a:xfrm>
              <a:off x="7092863" y="3143204"/>
              <a:ext cx="119658" cy="287536"/>
            </a:xfrm>
            <a:custGeom>
              <a:avLst/>
              <a:gdLst>
                <a:gd name="T0" fmla="*/ 0 w 201"/>
                <a:gd name="T1" fmla="*/ 0 h 483"/>
                <a:gd name="T2" fmla="*/ 0 w 201"/>
                <a:gd name="T3" fmla="*/ 483 h 483"/>
                <a:gd name="T4" fmla="*/ 201 w 201"/>
                <a:gd name="T5" fmla="*/ 483 h 483"/>
                <a:gd name="T6" fmla="*/ 201 w 201"/>
                <a:gd name="T7" fmla="*/ 477 h 483"/>
                <a:gd name="T8" fmla="*/ 8 w 201"/>
                <a:gd name="T9" fmla="*/ 477 h 483"/>
                <a:gd name="T10" fmla="*/ 8 w 201"/>
                <a:gd name="T11" fmla="*/ 0 h 483"/>
                <a:gd name="T12" fmla="*/ 0 w 201"/>
                <a:gd name="T13" fmla="*/ 0 h 483"/>
              </a:gdLst>
              <a:ahLst/>
              <a:cxnLst>
                <a:cxn ang="0">
                  <a:pos x="T0" y="T1"/>
                </a:cxn>
                <a:cxn ang="0">
                  <a:pos x="T2" y="T3"/>
                </a:cxn>
                <a:cxn ang="0">
                  <a:pos x="T4" y="T5"/>
                </a:cxn>
                <a:cxn ang="0">
                  <a:pos x="T6" y="T7"/>
                </a:cxn>
                <a:cxn ang="0">
                  <a:pos x="T8" y="T9"/>
                </a:cxn>
                <a:cxn ang="0">
                  <a:pos x="T10" y="T11"/>
                </a:cxn>
                <a:cxn ang="0">
                  <a:pos x="T12" y="T13"/>
                </a:cxn>
              </a:cxnLst>
              <a:rect l="0" t="0" r="r" b="b"/>
              <a:pathLst>
                <a:path w="201" h="483">
                  <a:moveTo>
                    <a:pt x="0" y="0"/>
                  </a:moveTo>
                  <a:lnTo>
                    <a:pt x="0" y="483"/>
                  </a:lnTo>
                  <a:lnTo>
                    <a:pt x="201" y="483"/>
                  </a:lnTo>
                  <a:lnTo>
                    <a:pt x="201" y="477"/>
                  </a:lnTo>
                  <a:lnTo>
                    <a:pt x="8" y="477"/>
                  </a:lnTo>
                  <a:lnTo>
                    <a:pt x="8"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1" name="Freeform 65">
              <a:extLst>
                <a:ext uri="{FF2B5EF4-FFF2-40B4-BE49-F238E27FC236}">
                  <a16:creationId xmlns:a16="http://schemas.microsoft.com/office/drawing/2014/main" id="{7B25D7BC-21BC-7940-BE37-4070CAE87DBB}"/>
                </a:ext>
              </a:extLst>
            </p:cNvPr>
            <p:cNvSpPr>
              <a:spLocks/>
            </p:cNvSpPr>
            <p:nvPr/>
          </p:nvSpPr>
          <p:spPr bwMode="auto">
            <a:xfrm>
              <a:off x="7212521" y="3290842"/>
              <a:ext cx="944166" cy="276225"/>
            </a:xfrm>
            <a:custGeom>
              <a:avLst/>
              <a:gdLst>
                <a:gd name="T0" fmla="*/ 794 w 818"/>
                <a:gd name="T1" fmla="*/ 0 h 239"/>
                <a:gd name="T2" fmla="*/ 24 w 818"/>
                <a:gd name="T3" fmla="*/ 0 h 239"/>
                <a:gd name="T4" fmla="*/ 0 w 818"/>
                <a:gd name="T5" fmla="*/ 24 h 239"/>
                <a:gd name="T6" fmla="*/ 0 w 818"/>
                <a:gd name="T7" fmla="*/ 118 h 239"/>
                <a:gd name="T8" fmla="*/ 0 w 818"/>
                <a:gd name="T9" fmla="*/ 118 h 239"/>
                <a:gd name="T10" fmla="*/ 0 w 818"/>
                <a:gd name="T11" fmla="*/ 121 h 239"/>
                <a:gd name="T12" fmla="*/ 0 w 818"/>
                <a:gd name="T13" fmla="*/ 121 h 239"/>
                <a:gd name="T14" fmla="*/ 0 w 818"/>
                <a:gd name="T15" fmla="*/ 215 h 239"/>
                <a:gd name="T16" fmla="*/ 24 w 818"/>
                <a:gd name="T17" fmla="*/ 239 h 239"/>
                <a:gd name="T18" fmla="*/ 794 w 818"/>
                <a:gd name="T19" fmla="*/ 239 h 239"/>
                <a:gd name="T20" fmla="*/ 818 w 818"/>
                <a:gd name="T21" fmla="*/ 215 h 239"/>
                <a:gd name="T22" fmla="*/ 818 w 818"/>
                <a:gd name="T23" fmla="*/ 24 h 239"/>
                <a:gd name="T24" fmla="*/ 794 w 818"/>
                <a:gd name="T25"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8" h="239">
                  <a:moveTo>
                    <a:pt x="794" y="0"/>
                  </a:moveTo>
                  <a:cubicBezTo>
                    <a:pt x="24" y="0"/>
                    <a:pt x="24" y="0"/>
                    <a:pt x="24" y="0"/>
                  </a:cubicBezTo>
                  <a:cubicBezTo>
                    <a:pt x="11" y="0"/>
                    <a:pt x="0" y="11"/>
                    <a:pt x="0" y="24"/>
                  </a:cubicBezTo>
                  <a:cubicBezTo>
                    <a:pt x="0" y="118"/>
                    <a:pt x="0" y="118"/>
                    <a:pt x="0" y="118"/>
                  </a:cubicBezTo>
                  <a:cubicBezTo>
                    <a:pt x="0" y="118"/>
                    <a:pt x="0" y="118"/>
                    <a:pt x="0" y="118"/>
                  </a:cubicBezTo>
                  <a:cubicBezTo>
                    <a:pt x="0" y="121"/>
                    <a:pt x="0" y="121"/>
                    <a:pt x="0" y="121"/>
                  </a:cubicBezTo>
                  <a:cubicBezTo>
                    <a:pt x="0" y="121"/>
                    <a:pt x="0" y="121"/>
                    <a:pt x="0" y="121"/>
                  </a:cubicBezTo>
                  <a:cubicBezTo>
                    <a:pt x="0" y="215"/>
                    <a:pt x="0" y="215"/>
                    <a:pt x="0" y="215"/>
                  </a:cubicBezTo>
                  <a:cubicBezTo>
                    <a:pt x="0" y="228"/>
                    <a:pt x="11" y="239"/>
                    <a:pt x="24" y="239"/>
                  </a:cubicBezTo>
                  <a:cubicBezTo>
                    <a:pt x="794" y="239"/>
                    <a:pt x="794" y="239"/>
                    <a:pt x="794" y="239"/>
                  </a:cubicBezTo>
                  <a:cubicBezTo>
                    <a:pt x="807" y="239"/>
                    <a:pt x="818" y="228"/>
                    <a:pt x="818" y="215"/>
                  </a:cubicBezTo>
                  <a:cubicBezTo>
                    <a:pt x="818" y="24"/>
                    <a:pt x="818" y="24"/>
                    <a:pt x="818" y="24"/>
                  </a:cubicBezTo>
                  <a:cubicBezTo>
                    <a:pt x="818" y="11"/>
                    <a:pt x="807" y="0"/>
                    <a:pt x="794"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2" name="Rectangle 66">
              <a:extLst>
                <a:ext uri="{FF2B5EF4-FFF2-40B4-BE49-F238E27FC236}">
                  <a16:creationId xmlns:a16="http://schemas.microsoft.com/office/drawing/2014/main" id="{260387CB-A95E-BD4A-963E-51D214DB4972}"/>
                </a:ext>
              </a:extLst>
            </p:cNvPr>
            <p:cNvSpPr>
              <a:spLocks noChangeArrowheads="1"/>
            </p:cNvSpPr>
            <p:nvPr/>
          </p:nvSpPr>
          <p:spPr bwMode="auto">
            <a:xfrm>
              <a:off x="7212521" y="3427169"/>
              <a:ext cx="596" cy="3572"/>
            </a:xfrm>
            <a:prstGeom prst="rect">
              <a:avLst/>
            </a:prstGeom>
            <a:solidFill>
              <a:srgbClr val="D6D6D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3" name="Rectangle 67">
              <a:extLst>
                <a:ext uri="{FF2B5EF4-FFF2-40B4-BE49-F238E27FC236}">
                  <a16:creationId xmlns:a16="http://schemas.microsoft.com/office/drawing/2014/main" id="{84266817-B28C-B249-AF91-53D35B95F4E0}"/>
                </a:ext>
              </a:extLst>
            </p:cNvPr>
            <p:cNvSpPr>
              <a:spLocks noChangeArrowheads="1"/>
            </p:cNvSpPr>
            <p:nvPr/>
          </p:nvSpPr>
          <p:spPr bwMode="auto">
            <a:xfrm>
              <a:off x="7212521" y="3427169"/>
              <a:ext cx="596" cy="3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4" name="Freeform 68">
              <a:extLst>
                <a:ext uri="{FF2B5EF4-FFF2-40B4-BE49-F238E27FC236}">
                  <a16:creationId xmlns:a16="http://schemas.microsoft.com/office/drawing/2014/main" id="{72B9449E-79BA-CF49-AAC5-00D25C21A814}"/>
                </a:ext>
              </a:extLst>
            </p:cNvPr>
            <p:cNvSpPr>
              <a:spLocks/>
            </p:cNvSpPr>
            <p:nvPr/>
          </p:nvSpPr>
          <p:spPr bwMode="auto">
            <a:xfrm>
              <a:off x="7092863" y="3430740"/>
              <a:ext cx="119658" cy="423863"/>
            </a:xfrm>
            <a:custGeom>
              <a:avLst/>
              <a:gdLst>
                <a:gd name="T0" fmla="*/ 8 w 201"/>
                <a:gd name="T1" fmla="*/ 0 h 712"/>
                <a:gd name="T2" fmla="*/ 0 w 201"/>
                <a:gd name="T3" fmla="*/ 0 h 712"/>
                <a:gd name="T4" fmla="*/ 0 w 201"/>
                <a:gd name="T5" fmla="*/ 712 h 712"/>
                <a:gd name="T6" fmla="*/ 201 w 201"/>
                <a:gd name="T7" fmla="*/ 712 h 712"/>
                <a:gd name="T8" fmla="*/ 201 w 201"/>
                <a:gd name="T9" fmla="*/ 704 h 712"/>
                <a:gd name="T10" fmla="*/ 8 w 201"/>
                <a:gd name="T11" fmla="*/ 704 h 712"/>
                <a:gd name="T12" fmla="*/ 8 w 201"/>
                <a:gd name="T13" fmla="*/ 0 h 712"/>
              </a:gdLst>
              <a:ahLst/>
              <a:cxnLst>
                <a:cxn ang="0">
                  <a:pos x="T0" y="T1"/>
                </a:cxn>
                <a:cxn ang="0">
                  <a:pos x="T2" y="T3"/>
                </a:cxn>
                <a:cxn ang="0">
                  <a:pos x="T4" y="T5"/>
                </a:cxn>
                <a:cxn ang="0">
                  <a:pos x="T6" y="T7"/>
                </a:cxn>
                <a:cxn ang="0">
                  <a:pos x="T8" y="T9"/>
                </a:cxn>
                <a:cxn ang="0">
                  <a:pos x="T10" y="T11"/>
                </a:cxn>
                <a:cxn ang="0">
                  <a:pos x="T12" y="T13"/>
                </a:cxn>
              </a:cxnLst>
              <a:rect l="0" t="0" r="r" b="b"/>
              <a:pathLst>
                <a:path w="201" h="712">
                  <a:moveTo>
                    <a:pt x="8" y="0"/>
                  </a:moveTo>
                  <a:lnTo>
                    <a:pt x="0" y="0"/>
                  </a:lnTo>
                  <a:lnTo>
                    <a:pt x="0" y="712"/>
                  </a:lnTo>
                  <a:lnTo>
                    <a:pt x="201" y="712"/>
                  </a:lnTo>
                  <a:lnTo>
                    <a:pt x="201" y="704"/>
                  </a:lnTo>
                  <a:lnTo>
                    <a:pt x="8" y="704"/>
                  </a:lnTo>
                  <a:lnTo>
                    <a:pt x="8" y="0"/>
                  </a:lnTo>
                  <a:close/>
                </a:path>
              </a:pathLst>
            </a:custGeom>
            <a:solidFill>
              <a:srgbClr val="C5C5C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5" name="Freeform 70">
              <a:extLst>
                <a:ext uri="{FF2B5EF4-FFF2-40B4-BE49-F238E27FC236}">
                  <a16:creationId xmlns:a16="http://schemas.microsoft.com/office/drawing/2014/main" id="{C6555C98-D342-AA4D-AB91-4C2191A3DD3E}"/>
                </a:ext>
              </a:extLst>
            </p:cNvPr>
            <p:cNvSpPr>
              <a:spLocks/>
            </p:cNvSpPr>
            <p:nvPr/>
          </p:nvSpPr>
          <p:spPr bwMode="auto">
            <a:xfrm>
              <a:off x="7092863" y="3143204"/>
              <a:ext cx="4763" cy="287536"/>
            </a:xfrm>
            <a:custGeom>
              <a:avLst/>
              <a:gdLst>
                <a:gd name="T0" fmla="*/ 8 w 8"/>
                <a:gd name="T1" fmla="*/ 0 h 483"/>
                <a:gd name="T2" fmla="*/ 0 w 8"/>
                <a:gd name="T3" fmla="*/ 0 h 483"/>
                <a:gd name="T4" fmla="*/ 0 w 8"/>
                <a:gd name="T5" fmla="*/ 483 h 483"/>
                <a:gd name="T6" fmla="*/ 8 w 8"/>
                <a:gd name="T7" fmla="*/ 483 h 483"/>
                <a:gd name="T8" fmla="*/ 8 w 8"/>
                <a:gd name="T9" fmla="*/ 477 h 483"/>
                <a:gd name="T10" fmla="*/ 8 w 8"/>
                <a:gd name="T11" fmla="*/ 0 h 483"/>
              </a:gdLst>
              <a:ahLst/>
              <a:cxnLst>
                <a:cxn ang="0">
                  <a:pos x="T0" y="T1"/>
                </a:cxn>
                <a:cxn ang="0">
                  <a:pos x="T2" y="T3"/>
                </a:cxn>
                <a:cxn ang="0">
                  <a:pos x="T4" y="T5"/>
                </a:cxn>
                <a:cxn ang="0">
                  <a:pos x="T6" y="T7"/>
                </a:cxn>
                <a:cxn ang="0">
                  <a:pos x="T8" y="T9"/>
                </a:cxn>
                <a:cxn ang="0">
                  <a:pos x="T10" y="T11"/>
                </a:cxn>
              </a:cxnLst>
              <a:rect l="0" t="0" r="r" b="b"/>
              <a:pathLst>
                <a:path w="8" h="483">
                  <a:moveTo>
                    <a:pt x="8" y="0"/>
                  </a:moveTo>
                  <a:lnTo>
                    <a:pt x="0" y="0"/>
                  </a:lnTo>
                  <a:lnTo>
                    <a:pt x="0" y="483"/>
                  </a:lnTo>
                  <a:lnTo>
                    <a:pt x="8" y="483"/>
                  </a:lnTo>
                  <a:lnTo>
                    <a:pt x="8" y="477"/>
                  </a:lnTo>
                  <a:lnTo>
                    <a:pt x="8"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6" name="Freeform 71">
              <a:extLst>
                <a:ext uri="{FF2B5EF4-FFF2-40B4-BE49-F238E27FC236}">
                  <a16:creationId xmlns:a16="http://schemas.microsoft.com/office/drawing/2014/main" id="{44D28BBF-EE18-1541-B067-4D7E4EDA8F09}"/>
                </a:ext>
              </a:extLst>
            </p:cNvPr>
            <p:cNvSpPr>
              <a:spLocks/>
            </p:cNvSpPr>
            <p:nvPr/>
          </p:nvSpPr>
          <p:spPr bwMode="auto">
            <a:xfrm>
              <a:off x="7092863" y="3143204"/>
              <a:ext cx="4763" cy="287536"/>
            </a:xfrm>
            <a:custGeom>
              <a:avLst/>
              <a:gdLst>
                <a:gd name="T0" fmla="*/ 8 w 8"/>
                <a:gd name="T1" fmla="*/ 0 h 483"/>
                <a:gd name="T2" fmla="*/ 0 w 8"/>
                <a:gd name="T3" fmla="*/ 0 h 483"/>
                <a:gd name="T4" fmla="*/ 0 w 8"/>
                <a:gd name="T5" fmla="*/ 483 h 483"/>
                <a:gd name="T6" fmla="*/ 8 w 8"/>
                <a:gd name="T7" fmla="*/ 483 h 483"/>
                <a:gd name="T8" fmla="*/ 8 w 8"/>
                <a:gd name="T9" fmla="*/ 477 h 483"/>
                <a:gd name="T10" fmla="*/ 8 w 8"/>
                <a:gd name="T11" fmla="*/ 0 h 483"/>
              </a:gdLst>
              <a:ahLst/>
              <a:cxnLst>
                <a:cxn ang="0">
                  <a:pos x="T0" y="T1"/>
                </a:cxn>
                <a:cxn ang="0">
                  <a:pos x="T2" y="T3"/>
                </a:cxn>
                <a:cxn ang="0">
                  <a:pos x="T4" y="T5"/>
                </a:cxn>
                <a:cxn ang="0">
                  <a:pos x="T6" y="T7"/>
                </a:cxn>
                <a:cxn ang="0">
                  <a:pos x="T8" y="T9"/>
                </a:cxn>
                <a:cxn ang="0">
                  <a:pos x="T10" y="T11"/>
                </a:cxn>
              </a:cxnLst>
              <a:rect l="0" t="0" r="r" b="b"/>
              <a:pathLst>
                <a:path w="8" h="483">
                  <a:moveTo>
                    <a:pt x="8" y="0"/>
                  </a:moveTo>
                  <a:lnTo>
                    <a:pt x="0" y="0"/>
                  </a:lnTo>
                  <a:lnTo>
                    <a:pt x="0" y="483"/>
                  </a:lnTo>
                  <a:lnTo>
                    <a:pt x="8" y="483"/>
                  </a:lnTo>
                  <a:lnTo>
                    <a:pt x="8" y="477"/>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7" name="Freeform 72">
              <a:extLst>
                <a:ext uri="{FF2B5EF4-FFF2-40B4-BE49-F238E27FC236}">
                  <a16:creationId xmlns:a16="http://schemas.microsoft.com/office/drawing/2014/main" id="{7957AD5A-2D34-7249-B762-20275962A50F}"/>
                </a:ext>
              </a:extLst>
            </p:cNvPr>
            <p:cNvSpPr>
              <a:spLocks/>
            </p:cNvSpPr>
            <p:nvPr/>
          </p:nvSpPr>
          <p:spPr bwMode="auto">
            <a:xfrm>
              <a:off x="7212521" y="3714704"/>
              <a:ext cx="944166" cy="275034"/>
            </a:xfrm>
            <a:custGeom>
              <a:avLst/>
              <a:gdLst>
                <a:gd name="T0" fmla="*/ 794 w 818"/>
                <a:gd name="T1" fmla="*/ 0 h 238"/>
                <a:gd name="T2" fmla="*/ 24 w 818"/>
                <a:gd name="T3" fmla="*/ 0 h 238"/>
                <a:gd name="T4" fmla="*/ 0 w 818"/>
                <a:gd name="T5" fmla="*/ 24 h 238"/>
                <a:gd name="T6" fmla="*/ 0 w 818"/>
                <a:gd name="T7" fmla="*/ 117 h 238"/>
                <a:gd name="T8" fmla="*/ 0 w 818"/>
                <a:gd name="T9" fmla="*/ 117 h 238"/>
                <a:gd name="T10" fmla="*/ 0 w 818"/>
                <a:gd name="T11" fmla="*/ 121 h 238"/>
                <a:gd name="T12" fmla="*/ 0 w 818"/>
                <a:gd name="T13" fmla="*/ 121 h 238"/>
                <a:gd name="T14" fmla="*/ 0 w 818"/>
                <a:gd name="T15" fmla="*/ 214 h 238"/>
                <a:gd name="T16" fmla="*/ 24 w 818"/>
                <a:gd name="T17" fmla="*/ 238 h 238"/>
                <a:gd name="T18" fmla="*/ 794 w 818"/>
                <a:gd name="T19" fmla="*/ 238 h 238"/>
                <a:gd name="T20" fmla="*/ 818 w 818"/>
                <a:gd name="T21" fmla="*/ 214 h 238"/>
                <a:gd name="T22" fmla="*/ 818 w 818"/>
                <a:gd name="T23" fmla="*/ 24 h 238"/>
                <a:gd name="T24" fmla="*/ 794 w 818"/>
                <a:gd name="T25"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8" h="238">
                  <a:moveTo>
                    <a:pt x="794" y="0"/>
                  </a:moveTo>
                  <a:cubicBezTo>
                    <a:pt x="24" y="0"/>
                    <a:pt x="24" y="0"/>
                    <a:pt x="24" y="0"/>
                  </a:cubicBezTo>
                  <a:cubicBezTo>
                    <a:pt x="11" y="0"/>
                    <a:pt x="0" y="10"/>
                    <a:pt x="0" y="24"/>
                  </a:cubicBezTo>
                  <a:cubicBezTo>
                    <a:pt x="0" y="117"/>
                    <a:pt x="0" y="117"/>
                    <a:pt x="0" y="117"/>
                  </a:cubicBezTo>
                  <a:cubicBezTo>
                    <a:pt x="0" y="117"/>
                    <a:pt x="0" y="117"/>
                    <a:pt x="0" y="117"/>
                  </a:cubicBezTo>
                  <a:cubicBezTo>
                    <a:pt x="0" y="121"/>
                    <a:pt x="0" y="121"/>
                    <a:pt x="0" y="121"/>
                  </a:cubicBezTo>
                  <a:cubicBezTo>
                    <a:pt x="0" y="121"/>
                    <a:pt x="0" y="121"/>
                    <a:pt x="0" y="121"/>
                  </a:cubicBezTo>
                  <a:cubicBezTo>
                    <a:pt x="0" y="214"/>
                    <a:pt x="0" y="214"/>
                    <a:pt x="0" y="214"/>
                  </a:cubicBezTo>
                  <a:cubicBezTo>
                    <a:pt x="0" y="228"/>
                    <a:pt x="11" y="238"/>
                    <a:pt x="24" y="238"/>
                  </a:cubicBezTo>
                  <a:cubicBezTo>
                    <a:pt x="794" y="238"/>
                    <a:pt x="794" y="238"/>
                    <a:pt x="794" y="238"/>
                  </a:cubicBezTo>
                  <a:cubicBezTo>
                    <a:pt x="807" y="238"/>
                    <a:pt x="818" y="228"/>
                    <a:pt x="818" y="214"/>
                  </a:cubicBezTo>
                  <a:cubicBezTo>
                    <a:pt x="818" y="24"/>
                    <a:pt x="818" y="24"/>
                    <a:pt x="818" y="24"/>
                  </a:cubicBezTo>
                  <a:cubicBezTo>
                    <a:pt x="818" y="10"/>
                    <a:pt x="807" y="0"/>
                    <a:pt x="794"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8" name="Rectangle 73">
              <a:extLst>
                <a:ext uri="{FF2B5EF4-FFF2-40B4-BE49-F238E27FC236}">
                  <a16:creationId xmlns:a16="http://schemas.microsoft.com/office/drawing/2014/main" id="{08E9060C-6AFE-F04D-B613-BB1F30A78FD8}"/>
                </a:ext>
              </a:extLst>
            </p:cNvPr>
            <p:cNvSpPr>
              <a:spLocks noChangeArrowheads="1"/>
            </p:cNvSpPr>
            <p:nvPr/>
          </p:nvSpPr>
          <p:spPr bwMode="auto">
            <a:xfrm>
              <a:off x="7212521" y="3849841"/>
              <a:ext cx="596" cy="4763"/>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9" name="Rectangle 74">
              <a:extLst>
                <a:ext uri="{FF2B5EF4-FFF2-40B4-BE49-F238E27FC236}">
                  <a16:creationId xmlns:a16="http://schemas.microsoft.com/office/drawing/2014/main" id="{DF4C5514-CEEA-2C42-8E17-5AB6560087CC}"/>
                </a:ext>
              </a:extLst>
            </p:cNvPr>
            <p:cNvSpPr>
              <a:spLocks noChangeArrowheads="1"/>
            </p:cNvSpPr>
            <p:nvPr/>
          </p:nvSpPr>
          <p:spPr bwMode="auto">
            <a:xfrm>
              <a:off x="7212521" y="3849841"/>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80" name="Freeform 75">
              <a:extLst>
                <a:ext uri="{FF2B5EF4-FFF2-40B4-BE49-F238E27FC236}">
                  <a16:creationId xmlns:a16="http://schemas.microsoft.com/office/drawing/2014/main" id="{EED2A8B2-7F20-B34A-BEF3-B129B5CF6974}"/>
                </a:ext>
              </a:extLst>
            </p:cNvPr>
            <p:cNvSpPr>
              <a:spLocks/>
            </p:cNvSpPr>
            <p:nvPr/>
          </p:nvSpPr>
          <p:spPr bwMode="auto">
            <a:xfrm>
              <a:off x="8452557" y="2777087"/>
              <a:ext cx="1180505" cy="366117"/>
            </a:xfrm>
            <a:custGeom>
              <a:avLst/>
              <a:gdLst>
                <a:gd name="T0" fmla="*/ 0 w 1023"/>
                <a:gd name="T1" fmla="*/ 32 h 317"/>
                <a:gd name="T2" fmla="*/ 31 w 1023"/>
                <a:gd name="T3" fmla="*/ 0 h 317"/>
                <a:gd name="T4" fmla="*/ 991 w 1023"/>
                <a:gd name="T5" fmla="*/ 0 h 317"/>
                <a:gd name="T6" fmla="*/ 1023 w 1023"/>
                <a:gd name="T7" fmla="*/ 32 h 317"/>
                <a:gd name="T8" fmla="*/ 1023 w 1023"/>
                <a:gd name="T9" fmla="*/ 286 h 317"/>
                <a:gd name="T10" fmla="*/ 991 w 1023"/>
                <a:gd name="T11" fmla="*/ 317 h 317"/>
                <a:gd name="T12" fmla="*/ 31 w 1023"/>
                <a:gd name="T13" fmla="*/ 317 h 317"/>
                <a:gd name="T14" fmla="*/ 0 w 1023"/>
                <a:gd name="T15" fmla="*/ 286 h 317"/>
                <a:gd name="T16" fmla="*/ 0 w 1023"/>
                <a:gd name="T17" fmla="*/ 32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3" h="317">
                  <a:moveTo>
                    <a:pt x="0" y="32"/>
                  </a:moveTo>
                  <a:cubicBezTo>
                    <a:pt x="0" y="14"/>
                    <a:pt x="14" y="0"/>
                    <a:pt x="31" y="0"/>
                  </a:cubicBezTo>
                  <a:cubicBezTo>
                    <a:pt x="991" y="0"/>
                    <a:pt x="991" y="0"/>
                    <a:pt x="991" y="0"/>
                  </a:cubicBezTo>
                  <a:cubicBezTo>
                    <a:pt x="1008" y="0"/>
                    <a:pt x="1023" y="14"/>
                    <a:pt x="1023" y="32"/>
                  </a:cubicBezTo>
                  <a:cubicBezTo>
                    <a:pt x="1023" y="286"/>
                    <a:pt x="1023" y="286"/>
                    <a:pt x="1023" y="286"/>
                  </a:cubicBezTo>
                  <a:cubicBezTo>
                    <a:pt x="1023" y="303"/>
                    <a:pt x="1008" y="317"/>
                    <a:pt x="991" y="317"/>
                  </a:cubicBezTo>
                  <a:cubicBezTo>
                    <a:pt x="31" y="317"/>
                    <a:pt x="31" y="317"/>
                    <a:pt x="31" y="317"/>
                  </a:cubicBezTo>
                  <a:cubicBezTo>
                    <a:pt x="14" y="317"/>
                    <a:pt x="0" y="303"/>
                    <a:pt x="0" y="286"/>
                  </a:cubicBezTo>
                  <a:lnTo>
                    <a:pt x="0" y="32"/>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333333"/>
                </a:solidFill>
                <a:effectLst/>
                <a:uLnTx/>
                <a:uFillTx/>
                <a:latin typeface="Graphik" panose="020B0503030202060203" pitchFamily="34" charset="77"/>
                <a:ea typeface="+mn-ea"/>
                <a:cs typeface="+mn-cs"/>
              </a:endParaRPr>
            </a:p>
          </p:txBody>
        </p:sp>
        <p:sp>
          <p:nvSpPr>
            <p:cNvPr id="81" name="Freeform 76">
              <a:extLst>
                <a:ext uri="{FF2B5EF4-FFF2-40B4-BE49-F238E27FC236}">
                  <a16:creationId xmlns:a16="http://schemas.microsoft.com/office/drawing/2014/main" id="{65B053E0-8C8F-494C-AD0B-D243BB3A77CF}"/>
                </a:ext>
              </a:extLst>
            </p:cNvPr>
            <p:cNvSpPr>
              <a:spLocks/>
            </p:cNvSpPr>
            <p:nvPr/>
          </p:nvSpPr>
          <p:spPr bwMode="auto">
            <a:xfrm>
              <a:off x="8568048" y="3143204"/>
              <a:ext cx="119658" cy="287536"/>
            </a:xfrm>
            <a:custGeom>
              <a:avLst/>
              <a:gdLst>
                <a:gd name="T0" fmla="*/ 0 w 201"/>
                <a:gd name="T1" fmla="*/ 0 h 483"/>
                <a:gd name="T2" fmla="*/ 0 w 201"/>
                <a:gd name="T3" fmla="*/ 483 h 483"/>
                <a:gd name="T4" fmla="*/ 201 w 201"/>
                <a:gd name="T5" fmla="*/ 483 h 483"/>
                <a:gd name="T6" fmla="*/ 201 w 201"/>
                <a:gd name="T7" fmla="*/ 477 h 483"/>
                <a:gd name="T8" fmla="*/ 7 w 201"/>
                <a:gd name="T9" fmla="*/ 477 h 483"/>
                <a:gd name="T10" fmla="*/ 7 w 201"/>
                <a:gd name="T11" fmla="*/ 0 h 483"/>
                <a:gd name="T12" fmla="*/ 0 w 201"/>
                <a:gd name="T13" fmla="*/ 0 h 483"/>
              </a:gdLst>
              <a:ahLst/>
              <a:cxnLst>
                <a:cxn ang="0">
                  <a:pos x="T0" y="T1"/>
                </a:cxn>
                <a:cxn ang="0">
                  <a:pos x="T2" y="T3"/>
                </a:cxn>
                <a:cxn ang="0">
                  <a:pos x="T4" y="T5"/>
                </a:cxn>
                <a:cxn ang="0">
                  <a:pos x="T6" y="T7"/>
                </a:cxn>
                <a:cxn ang="0">
                  <a:pos x="T8" y="T9"/>
                </a:cxn>
                <a:cxn ang="0">
                  <a:pos x="T10" y="T11"/>
                </a:cxn>
                <a:cxn ang="0">
                  <a:pos x="T12" y="T13"/>
                </a:cxn>
              </a:cxnLst>
              <a:rect l="0" t="0" r="r" b="b"/>
              <a:pathLst>
                <a:path w="201" h="483">
                  <a:moveTo>
                    <a:pt x="0" y="0"/>
                  </a:moveTo>
                  <a:lnTo>
                    <a:pt x="0" y="483"/>
                  </a:lnTo>
                  <a:lnTo>
                    <a:pt x="201" y="483"/>
                  </a:lnTo>
                  <a:lnTo>
                    <a:pt x="201" y="477"/>
                  </a:lnTo>
                  <a:lnTo>
                    <a:pt x="7" y="477"/>
                  </a:lnTo>
                  <a:lnTo>
                    <a:pt x="7" y="0"/>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82" name="Freeform 77">
              <a:extLst>
                <a:ext uri="{FF2B5EF4-FFF2-40B4-BE49-F238E27FC236}">
                  <a16:creationId xmlns:a16="http://schemas.microsoft.com/office/drawing/2014/main" id="{0A4869F1-0D35-1247-8B85-A25324FFE2FD}"/>
                </a:ext>
              </a:extLst>
            </p:cNvPr>
            <p:cNvSpPr>
              <a:spLocks/>
            </p:cNvSpPr>
            <p:nvPr/>
          </p:nvSpPr>
          <p:spPr bwMode="auto">
            <a:xfrm>
              <a:off x="8568048" y="3143204"/>
              <a:ext cx="119658" cy="287536"/>
            </a:xfrm>
            <a:custGeom>
              <a:avLst/>
              <a:gdLst>
                <a:gd name="T0" fmla="*/ 0 w 201"/>
                <a:gd name="T1" fmla="*/ 0 h 483"/>
                <a:gd name="T2" fmla="*/ 0 w 201"/>
                <a:gd name="T3" fmla="*/ 483 h 483"/>
                <a:gd name="T4" fmla="*/ 201 w 201"/>
                <a:gd name="T5" fmla="*/ 483 h 483"/>
                <a:gd name="T6" fmla="*/ 201 w 201"/>
                <a:gd name="T7" fmla="*/ 477 h 483"/>
                <a:gd name="T8" fmla="*/ 7 w 201"/>
                <a:gd name="T9" fmla="*/ 477 h 483"/>
                <a:gd name="T10" fmla="*/ 7 w 201"/>
                <a:gd name="T11" fmla="*/ 0 h 483"/>
                <a:gd name="T12" fmla="*/ 0 w 201"/>
                <a:gd name="T13" fmla="*/ 0 h 483"/>
              </a:gdLst>
              <a:ahLst/>
              <a:cxnLst>
                <a:cxn ang="0">
                  <a:pos x="T0" y="T1"/>
                </a:cxn>
                <a:cxn ang="0">
                  <a:pos x="T2" y="T3"/>
                </a:cxn>
                <a:cxn ang="0">
                  <a:pos x="T4" y="T5"/>
                </a:cxn>
                <a:cxn ang="0">
                  <a:pos x="T6" y="T7"/>
                </a:cxn>
                <a:cxn ang="0">
                  <a:pos x="T8" y="T9"/>
                </a:cxn>
                <a:cxn ang="0">
                  <a:pos x="T10" y="T11"/>
                </a:cxn>
                <a:cxn ang="0">
                  <a:pos x="T12" y="T13"/>
                </a:cxn>
              </a:cxnLst>
              <a:rect l="0" t="0" r="r" b="b"/>
              <a:pathLst>
                <a:path w="201" h="483">
                  <a:moveTo>
                    <a:pt x="0" y="0"/>
                  </a:moveTo>
                  <a:lnTo>
                    <a:pt x="0" y="483"/>
                  </a:lnTo>
                  <a:lnTo>
                    <a:pt x="201" y="483"/>
                  </a:lnTo>
                  <a:lnTo>
                    <a:pt x="201" y="477"/>
                  </a:lnTo>
                  <a:lnTo>
                    <a:pt x="7" y="477"/>
                  </a:lnTo>
                  <a:lnTo>
                    <a:pt x="7"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83" name="Freeform 78">
              <a:extLst>
                <a:ext uri="{FF2B5EF4-FFF2-40B4-BE49-F238E27FC236}">
                  <a16:creationId xmlns:a16="http://schemas.microsoft.com/office/drawing/2014/main" id="{8CD06870-0CB8-504A-8A3F-C0EF9FE7ED0B}"/>
                </a:ext>
              </a:extLst>
            </p:cNvPr>
            <p:cNvSpPr>
              <a:spLocks/>
            </p:cNvSpPr>
            <p:nvPr/>
          </p:nvSpPr>
          <p:spPr bwMode="auto">
            <a:xfrm>
              <a:off x="8687705" y="3290842"/>
              <a:ext cx="945356" cy="276225"/>
            </a:xfrm>
            <a:custGeom>
              <a:avLst/>
              <a:gdLst>
                <a:gd name="T0" fmla="*/ 795 w 819"/>
                <a:gd name="T1" fmla="*/ 0 h 239"/>
                <a:gd name="T2" fmla="*/ 24 w 819"/>
                <a:gd name="T3" fmla="*/ 0 h 239"/>
                <a:gd name="T4" fmla="*/ 0 w 819"/>
                <a:gd name="T5" fmla="*/ 24 h 239"/>
                <a:gd name="T6" fmla="*/ 0 w 819"/>
                <a:gd name="T7" fmla="*/ 118 h 239"/>
                <a:gd name="T8" fmla="*/ 0 w 819"/>
                <a:gd name="T9" fmla="*/ 118 h 239"/>
                <a:gd name="T10" fmla="*/ 0 w 819"/>
                <a:gd name="T11" fmla="*/ 121 h 239"/>
                <a:gd name="T12" fmla="*/ 0 w 819"/>
                <a:gd name="T13" fmla="*/ 121 h 239"/>
                <a:gd name="T14" fmla="*/ 0 w 819"/>
                <a:gd name="T15" fmla="*/ 215 h 239"/>
                <a:gd name="T16" fmla="*/ 24 w 819"/>
                <a:gd name="T17" fmla="*/ 239 h 239"/>
                <a:gd name="T18" fmla="*/ 795 w 819"/>
                <a:gd name="T19" fmla="*/ 239 h 239"/>
                <a:gd name="T20" fmla="*/ 819 w 819"/>
                <a:gd name="T21" fmla="*/ 215 h 239"/>
                <a:gd name="T22" fmla="*/ 819 w 819"/>
                <a:gd name="T23" fmla="*/ 24 h 239"/>
                <a:gd name="T24" fmla="*/ 795 w 819"/>
                <a:gd name="T25"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9" h="239">
                  <a:moveTo>
                    <a:pt x="795" y="0"/>
                  </a:moveTo>
                  <a:cubicBezTo>
                    <a:pt x="24" y="0"/>
                    <a:pt x="24" y="0"/>
                    <a:pt x="24" y="0"/>
                  </a:cubicBezTo>
                  <a:cubicBezTo>
                    <a:pt x="11" y="0"/>
                    <a:pt x="0" y="11"/>
                    <a:pt x="0" y="24"/>
                  </a:cubicBezTo>
                  <a:cubicBezTo>
                    <a:pt x="0" y="118"/>
                    <a:pt x="0" y="118"/>
                    <a:pt x="0" y="118"/>
                  </a:cubicBezTo>
                  <a:cubicBezTo>
                    <a:pt x="0" y="118"/>
                    <a:pt x="0" y="118"/>
                    <a:pt x="0" y="118"/>
                  </a:cubicBezTo>
                  <a:cubicBezTo>
                    <a:pt x="0" y="121"/>
                    <a:pt x="0" y="121"/>
                    <a:pt x="0" y="121"/>
                  </a:cubicBezTo>
                  <a:cubicBezTo>
                    <a:pt x="0" y="121"/>
                    <a:pt x="0" y="121"/>
                    <a:pt x="0" y="121"/>
                  </a:cubicBezTo>
                  <a:cubicBezTo>
                    <a:pt x="0" y="215"/>
                    <a:pt x="0" y="215"/>
                    <a:pt x="0" y="215"/>
                  </a:cubicBezTo>
                  <a:cubicBezTo>
                    <a:pt x="0" y="228"/>
                    <a:pt x="11" y="239"/>
                    <a:pt x="24" y="239"/>
                  </a:cubicBezTo>
                  <a:cubicBezTo>
                    <a:pt x="795" y="239"/>
                    <a:pt x="795" y="239"/>
                    <a:pt x="795" y="239"/>
                  </a:cubicBezTo>
                  <a:cubicBezTo>
                    <a:pt x="808" y="239"/>
                    <a:pt x="819" y="228"/>
                    <a:pt x="819" y="215"/>
                  </a:cubicBezTo>
                  <a:cubicBezTo>
                    <a:pt x="819" y="24"/>
                    <a:pt x="819" y="24"/>
                    <a:pt x="819" y="24"/>
                  </a:cubicBezTo>
                  <a:cubicBezTo>
                    <a:pt x="819" y="11"/>
                    <a:pt x="808" y="0"/>
                    <a:pt x="795"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84" name="Rectangle 79">
              <a:extLst>
                <a:ext uri="{FF2B5EF4-FFF2-40B4-BE49-F238E27FC236}">
                  <a16:creationId xmlns:a16="http://schemas.microsoft.com/office/drawing/2014/main" id="{D4B82B22-AB6A-7342-8189-09C5684FADED}"/>
                </a:ext>
              </a:extLst>
            </p:cNvPr>
            <p:cNvSpPr>
              <a:spLocks noChangeArrowheads="1"/>
            </p:cNvSpPr>
            <p:nvPr/>
          </p:nvSpPr>
          <p:spPr bwMode="auto">
            <a:xfrm>
              <a:off x="8687705" y="3427169"/>
              <a:ext cx="596" cy="3572"/>
            </a:xfrm>
            <a:prstGeom prst="rect">
              <a:avLst/>
            </a:prstGeom>
            <a:solidFill>
              <a:srgbClr val="D6D6D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85" name="Rectangle 80">
              <a:extLst>
                <a:ext uri="{FF2B5EF4-FFF2-40B4-BE49-F238E27FC236}">
                  <a16:creationId xmlns:a16="http://schemas.microsoft.com/office/drawing/2014/main" id="{41A03BB8-67FB-3343-AF5E-296852D1FF99}"/>
                </a:ext>
              </a:extLst>
            </p:cNvPr>
            <p:cNvSpPr>
              <a:spLocks noChangeArrowheads="1"/>
            </p:cNvSpPr>
            <p:nvPr/>
          </p:nvSpPr>
          <p:spPr bwMode="auto">
            <a:xfrm>
              <a:off x="8687705" y="3427169"/>
              <a:ext cx="596" cy="3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86" name="Rectangle 81">
              <a:extLst>
                <a:ext uri="{FF2B5EF4-FFF2-40B4-BE49-F238E27FC236}">
                  <a16:creationId xmlns:a16="http://schemas.microsoft.com/office/drawing/2014/main" id="{EBF26346-F97C-D44A-87F4-01AEBE1755FA}"/>
                </a:ext>
              </a:extLst>
            </p:cNvPr>
            <p:cNvSpPr>
              <a:spLocks noChangeArrowheads="1"/>
            </p:cNvSpPr>
            <p:nvPr/>
          </p:nvSpPr>
          <p:spPr bwMode="auto">
            <a:xfrm>
              <a:off x="8572215" y="3849841"/>
              <a:ext cx="115491" cy="4763"/>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87" name="Rectangle 82">
              <a:extLst>
                <a:ext uri="{FF2B5EF4-FFF2-40B4-BE49-F238E27FC236}">
                  <a16:creationId xmlns:a16="http://schemas.microsoft.com/office/drawing/2014/main" id="{69911099-216A-424A-B506-CEC5BED0CC40}"/>
                </a:ext>
              </a:extLst>
            </p:cNvPr>
            <p:cNvSpPr>
              <a:spLocks noChangeArrowheads="1"/>
            </p:cNvSpPr>
            <p:nvPr/>
          </p:nvSpPr>
          <p:spPr bwMode="auto">
            <a:xfrm>
              <a:off x="8572215" y="3849841"/>
              <a:ext cx="115491"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88" name="Freeform 83">
              <a:extLst>
                <a:ext uri="{FF2B5EF4-FFF2-40B4-BE49-F238E27FC236}">
                  <a16:creationId xmlns:a16="http://schemas.microsoft.com/office/drawing/2014/main" id="{7120A625-0D2F-1444-A0E6-A796803FBC2B}"/>
                </a:ext>
              </a:extLst>
            </p:cNvPr>
            <p:cNvSpPr>
              <a:spLocks/>
            </p:cNvSpPr>
            <p:nvPr/>
          </p:nvSpPr>
          <p:spPr bwMode="auto">
            <a:xfrm>
              <a:off x="8687705" y="3714704"/>
              <a:ext cx="945356" cy="275034"/>
            </a:xfrm>
            <a:custGeom>
              <a:avLst/>
              <a:gdLst>
                <a:gd name="T0" fmla="*/ 795 w 819"/>
                <a:gd name="T1" fmla="*/ 0 h 238"/>
                <a:gd name="T2" fmla="*/ 24 w 819"/>
                <a:gd name="T3" fmla="*/ 0 h 238"/>
                <a:gd name="T4" fmla="*/ 0 w 819"/>
                <a:gd name="T5" fmla="*/ 24 h 238"/>
                <a:gd name="T6" fmla="*/ 0 w 819"/>
                <a:gd name="T7" fmla="*/ 117 h 238"/>
                <a:gd name="T8" fmla="*/ 0 w 819"/>
                <a:gd name="T9" fmla="*/ 117 h 238"/>
                <a:gd name="T10" fmla="*/ 0 w 819"/>
                <a:gd name="T11" fmla="*/ 121 h 238"/>
                <a:gd name="T12" fmla="*/ 0 w 819"/>
                <a:gd name="T13" fmla="*/ 121 h 238"/>
                <a:gd name="T14" fmla="*/ 0 w 819"/>
                <a:gd name="T15" fmla="*/ 214 h 238"/>
                <a:gd name="T16" fmla="*/ 24 w 819"/>
                <a:gd name="T17" fmla="*/ 238 h 238"/>
                <a:gd name="T18" fmla="*/ 795 w 819"/>
                <a:gd name="T19" fmla="*/ 238 h 238"/>
                <a:gd name="T20" fmla="*/ 819 w 819"/>
                <a:gd name="T21" fmla="*/ 214 h 238"/>
                <a:gd name="T22" fmla="*/ 819 w 819"/>
                <a:gd name="T23" fmla="*/ 24 h 238"/>
                <a:gd name="T24" fmla="*/ 795 w 819"/>
                <a:gd name="T25"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9" h="238">
                  <a:moveTo>
                    <a:pt x="795" y="0"/>
                  </a:moveTo>
                  <a:cubicBezTo>
                    <a:pt x="24" y="0"/>
                    <a:pt x="24" y="0"/>
                    <a:pt x="24" y="0"/>
                  </a:cubicBezTo>
                  <a:cubicBezTo>
                    <a:pt x="11" y="0"/>
                    <a:pt x="0" y="10"/>
                    <a:pt x="0" y="24"/>
                  </a:cubicBezTo>
                  <a:cubicBezTo>
                    <a:pt x="0" y="117"/>
                    <a:pt x="0" y="117"/>
                    <a:pt x="0" y="117"/>
                  </a:cubicBezTo>
                  <a:cubicBezTo>
                    <a:pt x="0" y="117"/>
                    <a:pt x="0" y="117"/>
                    <a:pt x="0" y="117"/>
                  </a:cubicBezTo>
                  <a:cubicBezTo>
                    <a:pt x="0" y="121"/>
                    <a:pt x="0" y="121"/>
                    <a:pt x="0" y="121"/>
                  </a:cubicBezTo>
                  <a:cubicBezTo>
                    <a:pt x="0" y="121"/>
                    <a:pt x="0" y="121"/>
                    <a:pt x="0" y="121"/>
                  </a:cubicBezTo>
                  <a:cubicBezTo>
                    <a:pt x="0" y="214"/>
                    <a:pt x="0" y="214"/>
                    <a:pt x="0" y="214"/>
                  </a:cubicBezTo>
                  <a:cubicBezTo>
                    <a:pt x="0" y="228"/>
                    <a:pt x="11" y="238"/>
                    <a:pt x="24" y="238"/>
                  </a:cubicBezTo>
                  <a:cubicBezTo>
                    <a:pt x="795" y="238"/>
                    <a:pt x="795" y="238"/>
                    <a:pt x="795" y="238"/>
                  </a:cubicBezTo>
                  <a:cubicBezTo>
                    <a:pt x="808" y="238"/>
                    <a:pt x="819" y="228"/>
                    <a:pt x="819" y="214"/>
                  </a:cubicBezTo>
                  <a:cubicBezTo>
                    <a:pt x="819" y="24"/>
                    <a:pt x="819" y="24"/>
                    <a:pt x="819" y="24"/>
                  </a:cubicBezTo>
                  <a:cubicBezTo>
                    <a:pt x="819" y="10"/>
                    <a:pt x="808" y="0"/>
                    <a:pt x="795"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89" name="Rectangle 84">
              <a:extLst>
                <a:ext uri="{FF2B5EF4-FFF2-40B4-BE49-F238E27FC236}">
                  <a16:creationId xmlns:a16="http://schemas.microsoft.com/office/drawing/2014/main" id="{F59D63AD-A096-5D40-A037-1732BE7613D3}"/>
                </a:ext>
              </a:extLst>
            </p:cNvPr>
            <p:cNvSpPr>
              <a:spLocks noChangeArrowheads="1"/>
            </p:cNvSpPr>
            <p:nvPr/>
          </p:nvSpPr>
          <p:spPr bwMode="auto">
            <a:xfrm>
              <a:off x="8687705" y="3849841"/>
              <a:ext cx="596" cy="4763"/>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0" name="Rectangle 85">
              <a:extLst>
                <a:ext uri="{FF2B5EF4-FFF2-40B4-BE49-F238E27FC236}">
                  <a16:creationId xmlns:a16="http://schemas.microsoft.com/office/drawing/2014/main" id="{51D43D54-3559-0949-A368-AC53F22C39B9}"/>
                </a:ext>
              </a:extLst>
            </p:cNvPr>
            <p:cNvSpPr>
              <a:spLocks noChangeArrowheads="1"/>
            </p:cNvSpPr>
            <p:nvPr/>
          </p:nvSpPr>
          <p:spPr bwMode="auto">
            <a:xfrm>
              <a:off x="8687705" y="3849841"/>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1" name="Rectangle 86">
              <a:extLst>
                <a:ext uri="{FF2B5EF4-FFF2-40B4-BE49-F238E27FC236}">
                  <a16:creationId xmlns:a16="http://schemas.microsoft.com/office/drawing/2014/main" id="{44FC0E90-B6A3-234C-8A6E-167139B96E20}"/>
                </a:ext>
              </a:extLst>
            </p:cNvPr>
            <p:cNvSpPr>
              <a:spLocks noChangeArrowheads="1"/>
            </p:cNvSpPr>
            <p:nvPr/>
          </p:nvSpPr>
          <p:spPr bwMode="auto">
            <a:xfrm>
              <a:off x="8572215" y="4272512"/>
              <a:ext cx="115491" cy="4763"/>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2" name="Rectangle 87">
              <a:extLst>
                <a:ext uri="{FF2B5EF4-FFF2-40B4-BE49-F238E27FC236}">
                  <a16:creationId xmlns:a16="http://schemas.microsoft.com/office/drawing/2014/main" id="{71C9C7C8-884B-8142-AF5A-819579D377EF}"/>
                </a:ext>
              </a:extLst>
            </p:cNvPr>
            <p:cNvSpPr>
              <a:spLocks noChangeArrowheads="1"/>
            </p:cNvSpPr>
            <p:nvPr/>
          </p:nvSpPr>
          <p:spPr bwMode="auto">
            <a:xfrm>
              <a:off x="8572215" y="4272512"/>
              <a:ext cx="115491"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3" name="Freeform 88">
              <a:extLst>
                <a:ext uri="{FF2B5EF4-FFF2-40B4-BE49-F238E27FC236}">
                  <a16:creationId xmlns:a16="http://schemas.microsoft.com/office/drawing/2014/main" id="{D5004F7A-B793-A648-8E09-D139525F81E3}"/>
                </a:ext>
              </a:extLst>
            </p:cNvPr>
            <p:cNvSpPr>
              <a:spLocks/>
            </p:cNvSpPr>
            <p:nvPr/>
          </p:nvSpPr>
          <p:spPr bwMode="auto">
            <a:xfrm>
              <a:off x="8687705" y="4137376"/>
              <a:ext cx="945356" cy="276225"/>
            </a:xfrm>
            <a:custGeom>
              <a:avLst/>
              <a:gdLst>
                <a:gd name="T0" fmla="*/ 795 w 819"/>
                <a:gd name="T1" fmla="*/ 0 h 239"/>
                <a:gd name="T2" fmla="*/ 24 w 819"/>
                <a:gd name="T3" fmla="*/ 0 h 239"/>
                <a:gd name="T4" fmla="*/ 0 w 819"/>
                <a:gd name="T5" fmla="*/ 24 h 239"/>
                <a:gd name="T6" fmla="*/ 0 w 819"/>
                <a:gd name="T7" fmla="*/ 117 h 239"/>
                <a:gd name="T8" fmla="*/ 0 w 819"/>
                <a:gd name="T9" fmla="*/ 117 h 239"/>
                <a:gd name="T10" fmla="*/ 0 w 819"/>
                <a:gd name="T11" fmla="*/ 121 h 239"/>
                <a:gd name="T12" fmla="*/ 0 w 819"/>
                <a:gd name="T13" fmla="*/ 121 h 239"/>
                <a:gd name="T14" fmla="*/ 0 w 819"/>
                <a:gd name="T15" fmla="*/ 215 h 239"/>
                <a:gd name="T16" fmla="*/ 24 w 819"/>
                <a:gd name="T17" fmla="*/ 239 h 239"/>
                <a:gd name="T18" fmla="*/ 795 w 819"/>
                <a:gd name="T19" fmla="*/ 239 h 239"/>
                <a:gd name="T20" fmla="*/ 819 w 819"/>
                <a:gd name="T21" fmla="*/ 215 h 239"/>
                <a:gd name="T22" fmla="*/ 819 w 819"/>
                <a:gd name="T23" fmla="*/ 24 h 239"/>
                <a:gd name="T24" fmla="*/ 795 w 819"/>
                <a:gd name="T25"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9" h="239">
                  <a:moveTo>
                    <a:pt x="795" y="0"/>
                  </a:moveTo>
                  <a:cubicBezTo>
                    <a:pt x="24" y="0"/>
                    <a:pt x="24" y="0"/>
                    <a:pt x="24" y="0"/>
                  </a:cubicBezTo>
                  <a:cubicBezTo>
                    <a:pt x="11" y="0"/>
                    <a:pt x="0" y="11"/>
                    <a:pt x="0" y="24"/>
                  </a:cubicBezTo>
                  <a:cubicBezTo>
                    <a:pt x="0" y="117"/>
                    <a:pt x="0" y="117"/>
                    <a:pt x="0" y="117"/>
                  </a:cubicBezTo>
                  <a:cubicBezTo>
                    <a:pt x="0" y="117"/>
                    <a:pt x="0" y="117"/>
                    <a:pt x="0" y="117"/>
                  </a:cubicBezTo>
                  <a:cubicBezTo>
                    <a:pt x="0" y="121"/>
                    <a:pt x="0" y="121"/>
                    <a:pt x="0" y="121"/>
                  </a:cubicBezTo>
                  <a:cubicBezTo>
                    <a:pt x="0" y="121"/>
                    <a:pt x="0" y="121"/>
                    <a:pt x="0" y="121"/>
                  </a:cubicBezTo>
                  <a:cubicBezTo>
                    <a:pt x="0" y="215"/>
                    <a:pt x="0" y="215"/>
                    <a:pt x="0" y="215"/>
                  </a:cubicBezTo>
                  <a:cubicBezTo>
                    <a:pt x="0" y="228"/>
                    <a:pt x="11" y="239"/>
                    <a:pt x="24" y="239"/>
                  </a:cubicBezTo>
                  <a:cubicBezTo>
                    <a:pt x="795" y="239"/>
                    <a:pt x="795" y="239"/>
                    <a:pt x="795" y="239"/>
                  </a:cubicBezTo>
                  <a:cubicBezTo>
                    <a:pt x="808" y="239"/>
                    <a:pt x="819" y="228"/>
                    <a:pt x="819" y="215"/>
                  </a:cubicBezTo>
                  <a:cubicBezTo>
                    <a:pt x="819" y="24"/>
                    <a:pt x="819" y="24"/>
                    <a:pt x="819" y="24"/>
                  </a:cubicBezTo>
                  <a:cubicBezTo>
                    <a:pt x="819" y="11"/>
                    <a:pt x="808" y="0"/>
                    <a:pt x="795"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4" name="Rectangle 89">
              <a:extLst>
                <a:ext uri="{FF2B5EF4-FFF2-40B4-BE49-F238E27FC236}">
                  <a16:creationId xmlns:a16="http://schemas.microsoft.com/office/drawing/2014/main" id="{7536CFEE-E5F7-1C4F-ADAE-7CFE27EC831B}"/>
                </a:ext>
              </a:extLst>
            </p:cNvPr>
            <p:cNvSpPr>
              <a:spLocks noChangeArrowheads="1"/>
            </p:cNvSpPr>
            <p:nvPr/>
          </p:nvSpPr>
          <p:spPr bwMode="auto">
            <a:xfrm>
              <a:off x="8687705" y="4272512"/>
              <a:ext cx="596" cy="4763"/>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5" name="Rectangle 90">
              <a:extLst>
                <a:ext uri="{FF2B5EF4-FFF2-40B4-BE49-F238E27FC236}">
                  <a16:creationId xmlns:a16="http://schemas.microsoft.com/office/drawing/2014/main" id="{9377F8C8-C902-CE4B-BF4A-C8F8A1ABCA81}"/>
                </a:ext>
              </a:extLst>
            </p:cNvPr>
            <p:cNvSpPr>
              <a:spLocks noChangeArrowheads="1"/>
            </p:cNvSpPr>
            <p:nvPr/>
          </p:nvSpPr>
          <p:spPr bwMode="auto">
            <a:xfrm>
              <a:off x="8687705" y="4272512"/>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6" name="Rectangle 91">
              <a:extLst>
                <a:ext uri="{FF2B5EF4-FFF2-40B4-BE49-F238E27FC236}">
                  <a16:creationId xmlns:a16="http://schemas.microsoft.com/office/drawing/2014/main" id="{AF776B12-226B-234B-8C34-104F9E057526}"/>
                </a:ext>
              </a:extLst>
            </p:cNvPr>
            <p:cNvSpPr>
              <a:spLocks noChangeArrowheads="1"/>
            </p:cNvSpPr>
            <p:nvPr/>
          </p:nvSpPr>
          <p:spPr bwMode="auto">
            <a:xfrm>
              <a:off x="8572215" y="4696375"/>
              <a:ext cx="115491" cy="4763"/>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7" name="Rectangle 92">
              <a:extLst>
                <a:ext uri="{FF2B5EF4-FFF2-40B4-BE49-F238E27FC236}">
                  <a16:creationId xmlns:a16="http://schemas.microsoft.com/office/drawing/2014/main" id="{799972AE-1919-2D48-8517-4AA0930BBFA5}"/>
                </a:ext>
              </a:extLst>
            </p:cNvPr>
            <p:cNvSpPr>
              <a:spLocks noChangeArrowheads="1"/>
            </p:cNvSpPr>
            <p:nvPr/>
          </p:nvSpPr>
          <p:spPr bwMode="auto">
            <a:xfrm>
              <a:off x="8572215" y="4696375"/>
              <a:ext cx="115491"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8" name="Freeform 93">
              <a:extLst>
                <a:ext uri="{FF2B5EF4-FFF2-40B4-BE49-F238E27FC236}">
                  <a16:creationId xmlns:a16="http://schemas.microsoft.com/office/drawing/2014/main" id="{924CAF3F-89E3-0140-B4EB-13D6AC165C78}"/>
                </a:ext>
              </a:extLst>
            </p:cNvPr>
            <p:cNvSpPr>
              <a:spLocks/>
            </p:cNvSpPr>
            <p:nvPr/>
          </p:nvSpPr>
          <p:spPr bwMode="auto">
            <a:xfrm>
              <a:off x="8687705" y="4561239"/>
              <a:ext cx="945356" cy="275034"/>
            </a:xfrm>
            <a:custGeom>
              <a:avLst/>
              <a:gdLst>
                <a:gd name="T0" fmla="*/ 795 w 819"/>
                <a:gd name="T1" fmla="*/ 0 h 238"/>
                <a:gd name="T2" fmla="*/ 24 w 819"/>
                <a:gd name="T3" fmla="*/ 0 h 238"/>
                <a:gd name="T4" fmla="*/ 0 w 819"/>
                <a:gd name="T5" fmla="*/ 24 h 238"/>
                <a:gd name="T6" fmla="*/ 0 w 819"/>
                <a:gd name="T7" fmla="*/ 117 h 238"/>
                <a:gd name="T8" fmla="*/ 0 w 819"/>
                <a:gd name="T9" fmla="*/ 117 h 238"/>
                <a:gd name="T10" fmla="*/ 0 w 819"/>
                <a:gd name="T11" fmla="*/ 121 h 238"/>
                <a:gd name="T12" fmla="*/ 0 w 819"/>
                <a:gd name="T13" fmla="*/ 121 h 238"/>
                <a:gd name="T14" fmla="*/ 0 w 819"/>
                <a:gd name="T15" fmla="*/ 214 h 238"/>
                <a:gd name="T16" fmla="*/ 24 w 819"/>
                <a:gd name="T17" fmla="*/ 238 h 238"/>
                <a:gd name="T18" fmla="*/ 795 w 819"/>
                <a:gd name="T19" fmla="*/ 238 h 238"/>
                <a:gd name="T20" fmla="*/ 819 w 819"/>
                <a:gd name="T21" fmla="*/ 214 h 238"/>
                <a:gd name="T22" fmla="*/ 819 w 819"/>
                <a:gd name="T23" fmla="*/ 24 h 238"/>
                <a:gd name="T24" fmla="*/ 795 w 819"/>
                <a:gd name="T25"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9" h="238">
                  <a:moveTo>
                    <a:pt x="795" y="0"/>
                  </a:moveTo>
                  <a:cubicBezTo>
                    <a:pt x="24" y="0"/>
                    <a:pt x="24" y="0"/>
                    <a:pt x="24" y="0"/>
                  </a:cubicBezTo>
                  <a:cubicBezTo>
                    <a:pt x="11" y="0"/>
                    <a:pt x="0" y="10"/>
                    <a:pt x="0" y="24"/>
                  </a:cubicBezTo>
                  <a:cubicBezTo>
                    <a:pt x="0" y="117"/>
                    <a:pt x="0" y="117"/>
                    <a:pt x="0" y="117"/>
                  </a:cubicBezTo>
                  <a:cubicBezTo>
                    <a:pt x="0" y="117"/>
                    <a:pt x="0" y="117"/>
                    <a:pt x="0" y="117"/>
                  </a:cubicBezTo>
                  <a:cubicBezTo>
                    <a:pt x="0" y="121"/>
                    <a:pt x="0" y="121"/>
                    <a:pt x="0" y="121"/>
                  </a:cubicBezTo>
                  <a:cubicBezTo>
                    <a:pt x="0" y="121"/>
                    <a:pt x="0" y="121"/>
                    <a:pt x="0" y="121"/>
                  </a:cubicBezTo>
                  <a:cubicBezTo>
                    <a:pt x="0" y="214"/>
                    <a:pt x="0" y="214"/>
                    <a:pt x="0" y="214"/>
                  </a:cubicBezTo>
                  <a:cubicBezTo>
                    <a:pt x="0" y="228"/>
                    <a:pt x="11" y="238"/>
                    <a:pt x="24" y="238"/>
                  </a:cubicBezTo>
                  <a:cubicBezTo>
                    <a:pt x="795" y="238"/>
                    <a:pt x="795" y="238"/>
                    <a:pt x="795" y="238"/>
                  </a:cubicBezTo>
                  <a:cubicBezTo>
                    <a:pt x="808" y="238"/>
                    <a:pt x="819" y="228"/>
                    <a:pt x="819" y="214"/>
                  </a:cubicBezTo>
                  <a:cubicBezTo>
                    <a:pt x="819" y="24"/>
                    <a:pt x="819" y="24"/>
                    <a:pt x="819" y="24"/>
                  </a:cubicBezTo>
                  <a:cubicBezTo>
                    <a:pt x="819" y="10"/>
                    <a:pt x="808" y="0"/>
                    <a:pt x="795"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9" name="Rectangle 94">
              <a:extLst>
                <a:ext uri="{FF2B5EF4-FFF2-40B4-BE49-F238E27FC236}">
                  <a16:creationId xmlns:a16="http://schemas.microsoft.com/office/drawing/2014/main" id="{93681A58-DC07-0148-842B-5592FDDDD23C}"/>
                </a:ext>
              </a:extLst>
            </p:cNvPr>
            <p:cNvSpPr>
              <a:spLocks noChangeArrowheads="1"/>
            </p:cNvSpPr>
            <p:nvPr/>
          </p:nvSpPr>
          <p:spPr bwMode="auto">
            <a:xfrm>
              <a:off x="8687705" y="4696375"/>
              <a:ext cx="596" cy="4763"/>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0" name="Rectangle 95">
              <a:extLst>
                <a:ext uri="{FF2B5EF4-FFF2-40B4-BE49-F238E27FC236}">
                  <a16:creationId xmlns:a16="http://schemas.microsoft.com/office/drawing/2014/main" id="{DDBD2813-FB2A-9649-994D-A564C05BAB61}"/>
                </a:ext>
              </a:extLst>
            </p:cNvPr>
            <p:cNvSpPr>
              <a:spLocks noChangeArrowheads="1"/>
            </p:cNvSpPr>
            <p:nvPr/>
          </p:nvSpPr>
          <p:spPr bwMode="auto">
            <a:xfrm>
              <a:off x="8687705" y="4696375"/>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1" name="Rectangle 97">
              <a:extLst>
                <a:ext uri="{FF2B5EF4-FFF2-40B4-BE49-F238E27FC236}">
                  <a16:creationId xmlns:a16="http://schemas.microsoft.com/office/drawing/2014/main" id="{D91BADCF-B5D2-BF4C-A3A7-CE5C6B3710CF}"/>
                </a:ext>
              </a:extLst>
            </p:cNvPr>
            <p:cNvSpPr>
              <a:spLocks noChangeArrowheads="1"/>
            </p:cNvSpPr>
            <p:nvPr/>
          </p:nvSpPr>
          <p:spPr bwMode="auto">
            <a:xfrm>
              <a:off x="8572215" y="5119047"/>
              <a:ext cx="115491"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2" name="Freeform 98">
              <a:extLst>
                <a:ext uri="{FF2B5EF4-FFF2-40B4-BE49-F238E27FC236}">
                  <a16:creationId xmlns:a16="http://schemas.microsoft.com/office/drawing/2014/main" id="{26507BFA-E5D1-6C46-A571-D6DE2ECC20AC}"/>
                </a:ext>
              </a:extLst>
            </p:cNvPr>
            <p:cNvSpPr>
              <a:spLocks/>
            </p:cNvSpPr>
            <p:nvPr/>
          </p:nvSpPr>
          <p:spPr bwMode="auto">
            <a:xfrm>
              <a:off x="8687705" y="4983911"/>
              <a:ext cx="945356" cy="275034"/>
            </a:xfrm>
            <a:custGeom>
              <a:avLst/>
              <a:gdLst>
                <a:gd name="T0" fmla="*/ 795 w 819"/>
                <a:gd name="T1" fmla="*/ 0 h 238"/>
                <a:gd name="T2" fmla="*/ 24 w 819"/>
                <a:gd name="T3" fmla="*/ 0 h 238"/>
                <a:gd name="T4" fmla="*/ 0 w 819"/>
                <a:gd name="T5" fmla="*/ 24 h 238"/>
                <a:gd name="T6" fmla="*/ 0 w 819"/>
                <a:gd name="T7" fmla="*/ 117 h 238"/>
                <a:gd name="T8" fmla="*/ 0 w 819"/>
                <a:gd name="T9" fmla="*/ 117 h 238"/>
                <a:gd name="T10" fmla="*/ 0 w 819"/>
                <a:gd name="T11" fmla="*/ 121 h 238"/>
                <a:gd name="T12" fmla="*/ 0 w 819"/>
                <a:gd name="T13" fmla="*/ 121 h 238"/>
                <a:gd name="T14" fmla="*/ 0 w 819"/>
                <a:gd name="T15" fmla="*/ 215 h 238"/>
                <a:gd name="T16" fmla="*/ 24 w 819"/>
                <a:gd name="T17" fmla="*/ 238 h 238"/>
                <a:gd name="T18" fmla="*/ 795 w 819"/>
                <a:gd name="T19" fmla="*/ 238 h 238"/>
                <a:gd name="T20" fmla="*/ 819 w 819"/>
                <a:gd name="T21" fmla="*/ 215 h 238"/>
                <a:gd name="T22" fmla="*/ 819 w 819"/>
                <a:gd name="T23" fmla="*/ 24 h 238"/>
                <a:gd name="T24" fmla="*/ 795 w 819"/>
                <a:gd name="T25"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9" h="238">
                  <a:moveTo>
                    <a:pt x="795" y="0"/>
                  </a:moveTo>
                  <a:cubicBezTo>
                    <a:pt x="24" y="0"/>
                    <a:pt x="24" y="0"/>
                    <a:pt x="24" y="0"/>
                  </a:cubicBezTo>
                  <a:cubicBezTo>
                    <a:pt x="11" y="0"/>
                    <a:pt x="0" y="11"/>
                    <a:pt x="0" y="24"/>
                  </a:cubicBezTo>
                  <a:cubicBezTo>
                    <a:pt x="0" y="117"/>
                    <a:pt x="0" y="117"/>
                    <a:pt x="0" y="117"/>
                  </a:cubicBezTo>
                  <a:cubicBezTo>
                    <a:pt x="0" y="117"/>
                    <a:pt x="0" y="117"/>
                    <a:pt x="0" y="117"/>
                  </a:cubicBezTo>
                  <a:cubicBezTo>
                    <a:pt x="0" y="121"/>
                    <a:pt x="0" y="121"/>
                    <a:pt x="0" y="121"/>
                  </a:cubicBezTo>
                  <a:cubicBezTo>
                    <a:pt x="0" y="121"/>
                    <a:pt x="0" y="121"/>
                    <a:pt x="0" y="121"/>
                  </a:cubicBezTo>
                  <a:cubicBezTo>
                    <a:pt x="0" y="215"/>
                    <a:pt x="0" y="215"/>
                    <a:pt x="0" y="215"/>
                  </a:cubicBezTo>
                  <a:cubicBezTo>
                    <a:pt x="0" y="228"/>
                    <a:pt x="11" y="238"/>
                    <a:pt x="24" y="238"/>
                  </a:cubicBezTo>
                  <a:cubicBezTo>
                    <a:pt x="795" y="238"/>
                    <a:pt x="795" y="238"/>
                    <a:pt x="795" y="238"/>
                  </a:cubicBezTo>
                  <a:cubicBezTo>
                    <a:pt x="808" y="238"/>
                    <a:pt x="819" y="228"/>
                    <a:pt x="819" y="215"/>
                  </a:cubicBezTo>
                  <a:cubicBezTo>
                    <a:pt x="819" y="24"/>
                    <a:pt x="819" y="24"/>
                    <a:pt x="819" y="24"/>
                  </a:cubicBezTo>
                  <a:cubicBezTo>
                    <a:pt x="819" y="11"/>
                    <a:pt x="808" y="0"/>
                    <a:pt x="795"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3" name="Rectangle 99">
              <a:extLst>
                <a:ext uri="{FF2B5EF4-FFF2-40B4-BE49-F238E27FC236}">
                  <a16:creationId xmlns:a16="http://schemas.microsoft.com/office/drawing/2014/main" id="{C686CB38-0438-0C4C-B473-B77A0262BA00}"/>
                </a:ext>
              </a:extLst>
            </p:cNvPr>
            <p:cNvSpPr>
              <a:spLocks noChangeArrowheads="1"/>
            </p:cNvSpPr>
            <p:nvPr/>
          </p:nvSpPr>
          <p:spPr bwMode="auto">
            <a:xfrm>
              <a:off x="8687705" y="5119047"/>
              <a:ext cx="596" cy="4763"/>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4" name="Rectangle 100">
              <a:extLst>
                <a:ext uri="{FF2B5EF4-FFF2-40B4-BE49-F238E27FC236}">
                  <a16:creationId xmlns:a16="http://schemas.microsoft.com/office/drawing/2014/main" id="{AC2B2801-16ED-854C-9E4B-E82C95763BF9}"/>
                </a:ext>
              </a:extLst>
            </p:cNvPr>
            <p:cNvSpPr>
              <a:spLocks noChangeArrowheads="1"/>
            </p:cNvSpPr>
            <p:nvPr/>
          </p:nvSpPr>
          <p:spPr bwMode="auto">
            <a:xfrm>
              <a:off x="8687705" y="5119047"/>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5" name="Rectangle 102">
              <a:extLst>
                <a:ext uri="{FF2B5EF4-FFF2-40B4-BE49-F238E27FC236}">
                  <a16:creationId xmlns:a16="http://schemas.microsoft.com/office/drawing/2014/main" id="{D748169B-4BC5-2546-8507-6C19DBE42216}"/>
                </a:ext>
              </a:extLst>
            </p:cNvPr>
            <p:cNvSpPr>
              <a:spLocks noChangeArrowheads="1"/>
            </p:cNvSpPr>
            <p:nvPr/>
          </p:nvSpPr>
          <p:spPr bwMode="auto">
            <a:xfrm>
              <a:off x="8572215" y="5542909"/>
              <a:ext cx="115491"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6" name="Rectangle 104">
              <a:extLst>
                <a:ext uri="{FF2B5EF4-FFF2-40B4-BE49-F238E27FC236}">
                  <a16:creationId xmlns:a16="http://schemas.microsoft.com/office/drawing/2014/main" id="{E25563DB-5448-BE41-9A30-3593B2D48231}"/>
                </a:ext>
              </a:extLst>
            </p:cNvPr>
            <p:cNvSpPr>
              <a:spLocks noChangeArrowheads="1"/>
            </p:cNvSpPr>
            <p:nvPr/>
          </p:nvSpPr>
          <p:spPr bwMode="auto">
            <a:xfrm>
              <a:off x="8687705" y="5542909"/>
              <a:ext cx="596" cy="4763"/>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7" name="Rectangle 105">
              <a:extLst>
                <a:ext uri="{FF2B5EF4-FFF2-40B4-BE49-F238E27FC236}">
                  <a16:creationId xmlns:a16="http://schemas.microsoft.com/office/drawing/2014/main" id="{CA4EDD6B-DCFB-704D-805B-ECC01E018AB6}"/>
                </a:ext>
              </a:extLst>
            </p:cNvPr>
            <p:cNvSpPr>
              <a:spLocks noChangeArrowheads="1"/>
            </p:cNvSpPr>
            <p:nvPr/>
          </p:nvSpPr>
          <p:spPr bwMode="auto">
            <a:xfrm>
              <a:off x="8687705" y="5542909"/>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8" name="Freeform 106">
              <a:extLst>
                <a:ext uri="{FF2B5EF4-FFF2-40B4-BE49-F238E27FC236}">
                  <a16:creationId xmlns:a16="http://schemas.microsoft.com/office/drawing/2014/main" id="{899478B4-D68C-D248-B035-68419D8794E2}"/>
                </a:ext>
              </a:extLst>
            </p:cNvPr>
            <p:cNvSpPr>
              <a:spLocks noEditPoints="1"/>
            </p:cNvSpPr>
            <p:nvPr/>
          </p:nvSpPr>
          <p:spPr bwMode="auto">
            <a:xfrm>
              <a:off x="8568048" y="3430741"/>
              <a:ext cx="119658" cy="1688306"/>
            </a:xfrm>
            <a:custGeom>
              <a:avLst/>
              <a:gdLst>
                <a:gd name="T0" fmla="*/ 7 w 201"/>
                <a:gd name="T1" fmla="*/ 3556 h 4266"/>
                <a:gd name="T2" fmla="*/ 0 w 201"/>
                <a:gd name="T3" fmla="*/ 3556 h 4266"/>
                <a:gd name="T4" fmla="*/ 0 w 201"/>
                <a:gd name="T5" fmla="*/ 4266 h 4266"/>
                <a:gd name="T6" fmla="*/ 201 w 201"/>
                <a:gd name="T7" fmla="*/ 4266 h 4266"/>
                <a:gd name="T8" fmla="*/ 201 w 201"/>
                <a:gd name="T9" fmla="*/ 4258 h 4266"/>
                <a:gd name="T10" fmla="*/ 7 w 201"/>
                <a:gd name="T11" fmla="*/ 4258 h 4266"/>
                <a:gd name="T12" fmla="*/ 7 w 201"/>
                <a:gd name="T13" fmla="*/ 3556 h 4266"/>
                <a:gd name="T14" fmla="*/ 7 w 201"/>
                <a:gd name="T15" fmla="*/ 2844 h 4266"/>
                <a:gd name="T16" fmla="*/ 7 w 201"/>
                <a:gd name="T17" fmla="*/ 2844 h 4266"/>
                <a:gd name="T18" fmla="*/ 7 w 201"/>
                <a:gd name="T19" fmla="*/ 3548 h 4266"/>
                <a:gd name="T20" fmla="*/ 7 w 201"/>
                <a:gd name="T21" fmla="*/ 2844 h 4266"/>
                <a:gd name="T22" fmla="*/ 7 w 201"/>
                <a:gd name="T23" fmla="*/ 2134 h 4266"/>
                <a:gd name="T24" fmla="*/ 7 w 201"/>
                <a:gd name="T25" fmla="*/ 2134 h 4266"/>
                <a:gd name="T26" fmla="*/ 7 w 201"/>
                <a:gd name="T27" fmla="*/ 2836 h 4266"/>
                <a:gd name="T28" fmla="*/ 7 w 201"/>
                <a:gd name="T29" fmla="*/ 2836 h 4266"/>
                <a:gd name="T30" fmla="*/ 7 w 201"/>
                <a:gd name="T31" fmla="*/ 2134 h 4266"/>
                <a:gd name="T32" fmla="*/ 7 w 201"/>
                <a:gd name="T33" fmla="*/ 1422 h 4266"/>
                <a:gd name="T34" fmla="*/ 7 w 201"/>
                <a:gd name="T35" fmla="*/ 1422 h 4266"/>
                <a:gd name="T36" fmla="*/ 7 w 201"/>
                <a:gd name="T37" fmla="*/ 2126 h 4266"/>
                <a:gd name="T38" fmla="*/ 7 w 201"/>
                <a:gd name="T39" fmla="*/ 2126 h 4266"/>
                <a:gd name="T40" fmla="*/ 7 w 201"/>
                <a:gd name="T41" fmla="*/ 1422 h 4266"/>
                <a:gd name="T42" fmla="*/ 7 w 201"/>
                <a:gd name="T43" fmla="*/ 712 h 4266"/>
                <a:gd name="T44" fmla="*/ 7 w 201"/>
                <a:gd name="T45" fmla="*/ 712 h 4266"/>
                <a:gd name="T46" fmla="*/ 7 w 201"/>
                <a:gd name="T47" fmla="*/ 1414 h 4266"/>
                <a:gd name="T48" fmla="*/ 7 w 201"/>
                <a:gd name="T49" fmla="*/ 1414 h 4266"/>
                <a:gd name="T50" fmla="*/ 7 w 201"/>
                <a:gd name="T51" fmla="*/ 712 h 4266"/>
                <a:gd name="T52" fmla="*/ 7 w 201"/>
                <a:gd name="T53" fmla="*/ 0 h 4266"/>
                <a:gd name="T54" fmla="*/ 7 w 201"/>
                <a:gd name="T55" fmla="*/ 0 h 4266"/>
                <a:gd name="T56" fmla="*/ 7 w 201"/>
                <a:gd name="T57" fmla="*/ 704 h 4266"/>
                <a:gd name="T58" fmla="*/ 7 w 201"/>
                <a:gd name="T59" fmla="*/ 704 h 4266"/>
                <a:gd name="T60" fmla="*/ 7 w 201"/>
                <a:gd name="T61" fmla="*/ 0 h 4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01" h="4266">
                  <a:moveTo>
                    <a:pt x="7" y="3556"/>
                  </a:moveTo>
                  <a:lnTo>
                    <a:pt x="0" y="3556"/>
                  </a:lnTo>
                  <a:lnTo>
                    <a:pt x="0" y="4266"/>
                  </a:lnTo>
                  <a:lnTo>
                    <a:pt x="201" y="4266"/>
                  </a:lnTo>
                  <a:lnTo>
                    <a:pt x="201" y="4258"/>
                  </a:lnTo>
                  <a:lnTo>
                    <a:pt x="7" y="4258"/>
                  </a:lnTo>
                  <a:lnTo>
                    <a:pt x="7" y="3556"/>
                  </a:lnTo>
                  <a:close/>
                  <a:moveTo>
                    <a:pt x="7" y="2844"/>
                  </a:moveTo>
                  <a:lnTo>
                    <a:pt x="7" y="2844"/>
                  </a:lnTo>
                  <a:lnTo>
                    <a:pt x="7" y="3548"/>
                  </a:lnTo>
                  <a:lnTo>
                    <a:pt x="7" y="2844"/>
                  </a:lnTo>
                  <a:close/>
                  <a:moveTo>
                    <a:pt x="7" y="2134"/>
                  </a:moveTo>
                  <a:lnTo>
                    <a:pt x="7" y="2134"/>
                  </a:lnTo>
                  <a:lnTo>
                    <a:pt x="7" y="2836"/>
                  </a:lnTo>
                  <a:lnTo>
                    <a:pt x="7" y="2836"/>
                  </a:lnTo>
                  <a:lnTo>
                    <a:pt x="7" y="2134"/>
                  </a:lnTo>
                  <a:close/>
                  <a:moveTo>
                    <a:pt x="7" y="1422"/>
                  </a:moveTo>
                  <a:lnTo>
                    <a:pt x="7" y="1422"/>
                  </a:lnTo>
                  <a:lnTo>
                    <a:pt x="7" y="2126"/>
                  </a:lnTo>
                  <a:lnTo>
                    <a:pt x="7" y="2126"/>
                  </a:lnTo>
                  <a:lnTo>
                    <a:pt x="7" y="1422"/>
                  </a:lnTo>
                  <a:close/>
                  <a:moveTo>
                    <a:pt x="7" y="712"/>
                  </a:moveTo>
                  <a:lnTo>
                    <a:pt x="7" y="712"/>
                  </a:lnTo>
                  <a:lnTo>
                    <a:pt x="7" y="1414"/>
                  </a:lnTo>
                  <a:lnTo>
                    <a:pt x="7" y="1414"/>
                  </a:lnTo>
                  <a:lnTo>
                    <a:pt x="7" y="712"/>
                  </a:lnTo>
                  <a:close/>
                  <a:moveTo>
                    <a:pt x="7" y="0"/>
                  </a:moveTo>
                  <a:lnTo>
                    <a:pt x="7" y="0"/>
                  </a:lnTo>
                  <a:lnTo>
                    <a:pt x="7" y="704"/>
                  </a:lnTo>
                  <a:lnTo>
                    <a:pt x="7" y="704"/>
                  </a:lnTo>
                  <a:lnTo>
                    <a:pt x="7" y="0"/>
                  </a:lnTo>
                  <a:close/>
                </a:path>
              </a:pathLst>
            </a:custGeom>
            <a:solidFill>
              <a:srgbClr val="C5C5C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9" name="Freeform 108">
              <a:extLst>
                <a:ext uri="{FF2B5EF4-FFF2-40B4-BE49-F238E27FC236}">
                  <a16:creationId xmlns:a16="http://schemas.microsoft.com/office/drawing/2014/main" id="{8393058A-F335-694B-9DAF-4B1E4CB13644}"/>
                </a:ext>
              </a:extLst>
            </p:cNvPr>
            <p:cNvSpPr>
              <a:spLocks/>
            </p:cNvSpPr>
            <p:nvPr/>
          </p:nvSpPr>
          <p:spPr bwMode="auto">
            <a:xfrm>
              <a:off x="8572215" y="3143204"/>
              <a:ext cx="0" cy="287536"/>
            </a:xfrm>
            <a:custGeom>
              <a:avLst/>
              <a:gdLst>
                <a:gd name="T0" fmla="*/ 0 h 483"/>
                <a:gd name="T1" fmla="*/ 0 h 483"/>
                <a:gd name="T2" fmla="*/ 483 h 483"/>
                <a:gd name="T3" fmla="*/ 477 h 483"/>
                <a:gd name="T4" fmla="*/ 0 h 483"/>
              </a:gdLst>
              <a:ahLst/>
              <a:cxnLst>
                <a:cxn ang="0">
                  <a:pos x="0" y="T0"/>
                </a:cxn>
                <a:cxn ang="0">
                  <a:pos x="0" y="T1"/>
                </a:cxn>
                <a:cxn ang="0">
                  <a:pos x="0" y="T2"/>
                </a:cxn>
                <a:cxn ang="0">
                  <a:pos x="0" y="T3"/>
                </a:cxn>
                <a:cxn ang="0">
                  <a:pos x="0" y="T4"/>
                </a:cxn>
              </a:cxnLst>
              <a:rect l="0" t="0" r="r" b="b"/>
              <a:pathLst>
                <a:path h="483">
                  <a:moveTo>
                    <a:pt x="0" y="0"/>
                  </a:moveTo>
                  <a:lnTo>
                    <a:pt x="0" y="0"/>
                  </a:lnTo>
                  <a:lnTo>
                    <a:pt x="0" y="483"/>
                  </a:lnTo>
                  <a:lnTo>
                    <a:pt x="0" y="477"/>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10" name="Freeform 109">
              <a:extLst>
                <a:ext uri="{FF2B5EF4-FFF2-40B4-BE49-F238E27FC236}">
                  <a16:creationId xmlns:a16="http://schemas.microsoft.com/office/drawing/2014/main" id="{96A069A6-CF1B-1043-8237-3397959D3CB0}"/>
                </a:ext>
              </a:extLst>
            </p:cNvPr>
            <p:cNvSpPr>
              <a:spLocks/>
            </p:cNvSpPr>
            <p:nvPr/>
          </p:nvSpPr>
          <p:spPr bwMode="auto">
            <a:xfrm>
              <a:off x="8572215" y="3143204"/>
              <a:ext cx="0" cy="287536"/>
            </a:xfrm>
            <a:custGeom>
              <a:avLst/>
              <a:gdLst>
                <a:gd name="T0" fmla="*/ 0 h 483"/>
                <a:gd name="T1" fmla="*/ 0 h 483"/>
                <a:gd name="T2" fmla="*/ 483 h 483"/>
                <a:gd name="T3" fmla="*/ 477 h 483"/>
                <a:gd name="T4" fmla="*/ 0 h 483"/>
              </a:gdLst>
              <a:ahLst/>
              <a:cxnLst>
                <a:cxn ang="0">
                  <a:pos x="0" y="T0"/>
                </a:cxn>
                <a:cxn ang="0">
                  <a:pos x="0" y="T1"/>
                </a:cxn>
                <a:cxn ang="0">
                  <a:pos x="0" y="T2"/>
                </a:cxn>
                <a:cxn ang="0">
                  <a:pos x="0" y="T3"/>
                </a:cxn>
                <a:cxn ang="0">
                  <a:pos x="0" y="T4"/>
                </a:cxn>
              </a:cxnLst>
              <a:rect l="0" t="0" r="r" b="b"/>
              <a:pathLst>
                <a:path h="483">
                  <a:moveTo>
                    <a:pt x="0" y="0"/>
                  </a:moveTo>
                  <a:lnTo>
                    <a:pt x="0" y="0"/>
                  </a:lnTo>
                  <a:lnTo>
                    <a:pt x="0" y="483"/>
                  </a:lnTo>
                  <a:lnTo>
                    <a:pt x="0" y="47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11" name="Rectangle 110">
              <a:extLst>
                <a:ext uri="{FF2B5EF4-FFF2-40B4-BE49-F238E27FC236}">
                  <a16:creationId xmlns:a16="http://schemas.microsoft.com/office/drawing/2014/main" id="{8190A999-D383-6643-AB36-BC47795D6BCA}"/>
                </a:ext>
              </a:extLst>
            </p:cNvPr>
            <p:cNvSpPr>
              <a:spLocks noChangeArrowheads="1"/>
            </p:cNvSpPr>
            <p:nvPr/>
          </p:nvSpPr>
          <p:spPr bwMode="auto">
            <a:xfrm>
              <a:off x="8572215" y="3849841"/>
              <a:ext cx="596" cy="476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12" name="Rectangle 111">
              <a:extLst>
                <a:ext uri="{FF2B5EF4-FFF2-40B4-BE49-F238E27FC236}">
                  <a16:creationId xmlns:a16="http://schemas.microsoft.com/office/drawing/2014/main" id="{2796C602-53D4-6B45-AC39-D6887EB9E3A3}"/>
                </a:ext>
              </a:extLst>
            </p:cNvPr>
            <p:cNvSpPr>
              <a:spLocks noChangeArrowheads="1"/>
            </p:cNvSpPr>
            <p:nvPr/>
          </p:nvSpPr>
          <p:spPr bwMode="auto">
            <a:xfrm>
              <a:off x="8572215" y="3849841"/>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13" name="Rectangle 112">
              <a:extLst>
                <a:ext uri="{FF2B5EF4-FFF2-40B4-BE49-F238E27FC236}">
                  <a16:creationId xmlns:a16="http://schemas.microsoft.com/office/drawing/2014/main" id="{560A854F-AA70-304D-BC50-765FBE457EB3}"/>
                </a:ext>
              </a:extLst>
            </p:cNvPr>
            <p:cNvSpPr>
              <a:spLocks noChangeArrowheads="1"/>
            </p:cNvSpPr>
            <p:nvPr/>
          </p:nvSpPr>
          <p:spPr bwMode="auto">
            <a:xfrm>
              <a:off x="8572215" y="4272512"/>
              <a:ext cx="596" cy="476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14" name="Rectangle 113">
              <a:extLst>
                <a:ext uri="{FF2B5EF4-FFF2-40B4-BE49-F238E27FC236}">
                  <a16:creationId xmlns:a16="http://schemas.microsoft.com/office/drawing/2014/main" id="{C7E96424-6460-E743-9C7C-7A7E15C4B342}"/>
                </a:ext>
              </a:extLst>
            </p:cNvPr>
            <p:cNvSpPr>
              <a:spLocks noChangeArrowheads="1"/>
            </p:cNvSpPr>
            <p:nvPr/>
          </p:nvSpPr>
          <p:spPr bwMode="auto">
            <a:xfrm>
              <a:off x="8572215" y="4272512"/>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15" name="Rectangle 114">
              <a:extLst>
                <a:ext uri="{FF2B5EF4-FFF2-40B4-BE49-F238E27FC236}">
                  <a16:creationId xmlns:a16="http://schemas.microsoft.com/office/drawing/2014/main" id="{E668399B-8137-2D4A-8735-9E9516FA8D64}"/>
                </a:ext>
              </a:extLst>
            </p:cNvPr>
            <p:cNvSpPr>
              <a:spLocks noChangeArrowheads="1"/>
            </p:cNvSpPr>
            <p:nvPr/>
          </p:nvSpPr>
          <p:spPr bwMode="auto">
            <a:xfrm>
              <a:off x="8572215" y="4696375"/>
              <a:ext cx="596" cy="476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16" name="Rectangle 115">
              <a:extLst>
                <a:ext uri="{FF2B5EF4-FFF2-40B4-BE49-F238E27FC236}">
                  <a16:creationId xmlns:a16="http://schemas.microsoft.com/office/drawing/2014/main" id="{55B65674-3FE1-5443-99DE-A8B493C21FB4}"/>
                </a:ext>
              </a:extLst>
            </p:cNvPr>
            <p:cNvSpPr>
              <a:spLocks noChangeArrowheads="1"/>
            </p:cNvSpPr>
            <p:nvPr/>
          </p:nvSpPr>
          <p:spPr bwMode="auto">
            <a:xfrm>
              <a:off x="8572215" y="4696375"/>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17" name="Rectangle 116">
              <a:extLst>
                <a:ext uri="{FF2B5EF4-FFF2-40B4-BE49-F238E27FC236}">
                  <a16:creationId xmlns:a16="http://schemas.microsoft.com/office/drawing/2014/main" id="{7612A30E-0EF1-4B4C-BD6D-BB43DC49754A}"/>
                </a:ext>
              </a:extLst>
            </p:cNvPr>
            <p:cNvSpPr>
              <a:spLocks noChangeArrowheads="1"/>
            </p:cNvSpPr>
            <p:nvPr/>
          </p:nvSpPr>
          <p:spPr bwMode="auto">
            <a:xfrm>
              <a:off x="8572215" y="5119047"/>
              <a:ext cx="596" cy="476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18" name="Rectangle 117">
              <a:extLst>
                <a:ext uri="{FF2B5EF4-FFF2-40B4-BE49-F238E27FC236}">
                  <a16:creationId xmlns:a16="http://schemas.microsoft.com/office/drawing/2014/main" id="{FCB147EC-260E-874F-9E1C-F10A80826517}"/>
                </a:ext>
              </a:extLst>
            </p:cNvPr>
            <p:cNvSpPr>
              <a:spLocks noChangeArrowheads="1"/>
            </p:cNvSpPr>
            <p:nvPr/>
          </p:nvSpPr>
          <p:spPr bwMode="auto">
            <a:xfrm>
              <a:off x="8572215" y="5119047"/>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19" name="Freeform 118">
              <a:extLst>
                <a:ext uri="{FF2B5EF4-FFF2-40B4-BE49-F238E27FC236}">
                  <a16:creationId xmlns:a16="http://schemas.microsoft.com/office/drawing/2014/main" id="{0CA3F8DF-F75C-7F4F-9592-E401ECE88FA6}"/>
                </a:ext>
              </a:extLst>
            </p:cNvPr>
            <p:cNvSpPr>
              <a:spLocks noEditPoints="1"/>
            </p:cNvSpPr>
            <p:nvPr/>
          </p:nvSpPr>
          <p:spPr bwMode="auto">
            <a:xfrm>
              <a:off x="8572215" y="3430740"/>
              <a:ext cx="0" cy="841772"/>
            </a:xfrm>
            <a:custGeom>
              <a:avLst/>
              <a:gdLst>
                <a:gd name="T0" fmla="*/ 712 h 1414"/>
                <a:gd name="T1" fmla="*/ 712 h 1414"/>
                <a:gd name="T2" fmla="*/ 1414 h 1414"/>
                <a:gd name="T3" fmla="*/ 1414 h 1414"/>
                <a:gd name="T4" fmla="*/ 712 h 1414"/>
                <a:gd name="T5" fmla="*/ 0 h 1414"/>
                <a:gd name="T6" fmla="*/ 0 h 1414"/>
                <a:gd name="T7" fmla="*/ 704 h 1414"/>
                <a:gd name="T8" fmla="*/ 704 h 1414"/>
                <a:gd name="T9" fmla="*/ 0 h 1414"/>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Lst>
              <a:rect l="0" t="0" r="r" b="b"/>
              <a:pathLst>
                <a:path h="1414">
                  <a:moveTo>
                    <a:pt x="0" y="712"/>
                  </a:moveTo>
                  <a:lnTo>
                    <a:pt x="0" y="712"/>
                  </a:lnTo>
                  <a:lnTo>
                    <a:pt x="0" y="1414"/>
                  </a:lnTo>
                  <a:lnTo>
                    <a:pt x="0" y="1414"/>
                  </a:lnTo>
                  <a:lnTo>
                    <a:pt x="0" y="712"/>
                  </a:lnTo>
                  <a:close/>
                  <a:moveTo>
                    <a:pt x="0" y="0"/>
                  </a:moveTo>
                  <a:lnTo>
                    <a:pt x="0" y="0"/>
                  </a:lnTo>
                  <a:lnTo>
                    <a:pt x="0" y="704"/>
                  </a:lnTo>
                  <a:lnTo>
                    <a:pt x="0" y="704"/>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20" name="Freeform 119">
              <a:extLst>
                <a:ext uri="{FF2B5EF4-FFF2-40B4-BE49-F238E27FC236}">
                  <a16:creationId xmlns:a16="http://schemas.microsoft.com/office/drawing/2014/main" id="{453D6FC9-F0D6-9E44-92E1-7786E0C2336F}"/>
                </a:ext>
              </a:extLst>
            </p:cNvPr>
            <p:cNvSpPr>
              <a:spLocks noEditPoints="1"/>
            </p:cNvSpPr>
            <p:nvPr/>
          </p:nvSpPr>
          <p:spPr bwMode="auto">
            <a:xfrm>
              <a:off x="8572215" y="3430740"/>
              <a:ext cx="0" cy="841772"/>
            </a:xfrm>
            <a:custGeom>
              <a:avLst/>
              <a:gdLst>
                <a:gd name="T0" fmla="*/ 712 h 1414"/>
                <a:gd name="T1" fmla="*/ 712 h 1414"/>
                <a:gd name="T2" fmla="*/ 1414 h 1414"/>
                <a:gd name="T3" fmla="*/ 1414 h 1414"/>
                <a:gd name="T4" fmla="*/ 712 h 1414"/>
                <a:gd name="T5" fmla="*/ 0 h 1414"/>
                <a:gd name="T6" fmla="*/ 0 h 1414"/>
                <a:gd name="T7" fmla="*/ 704 h 1414"/>
                <a:gd name="T8" fmla="*/ 704 h 1414"/>
                <a:gd name="T9" fmla="*/ 0 h 1414"/>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Lst>
              <a:rect l="0" t="0" r="r" b="b"/>
              <a:pathLst>
                <a:path h="1414">
                  <a:moveTo>
                    <a:pt x="0" y="712"/>
                  </a:moveTo>
                  <a:lnTo>
                    <a:pt x="0" y="712"/>
                  </a:lnTo>
                  <a:lnTo>
                    <a:pt x="0" y="1414"/>
                  </a:lnTo>
                  <a:lnTo>
                    <a:pt x="0" y="1414"/>
                  </a:lnTo>
                  <a:lnTo>
                    <a:pt x="0" y="712"/>
                  </a:lnTo>
                  <a:moveTo>
                    <a:pt x="0" y="0"/>
                  </a:moveTo>
                  <a:lnTo>
                    <a:pt x="0" y="0"/>
                  </a:lnTo>
                  <a:lnTo>
                    <a:pt x="0" y="704"/>
                  </a:lnTo>
                  <a:lnTo>
                    <a:pt x="0" y="704"/>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21" name="Freeform 120">
              <a:extLst>
                <a:ext uri="{FF2B5EF4-FFF2-40B4-BE49-F238E27FC236}">
                  <a16:creationId xmlns:a16="http://schemas.microsoft.com/office/drawing/2014/main" id="{285B55FA-F2BB-7A4B-957E-5CA83E7DCC91}"/>
                </a:ext>
              </a:extLst>
            </p:cNvPr>
            <p:cNvSpPr>
              <a:spLocks/>
            </p:cNvSpPr>
            <p:nvPr/>
          </p:nvSpPr>
          <p:spPr bwMode="auto">
            <a:xfrm>
              <a:off x="8572215" y="3849841"/>
              <a:ext cx="0" cy="4763"/>
            </a:xfrm>
            <a:custGeom>
              <a:avLst/>
              <a:gdLst>
                <a:gd name="T0" fmla="*/ 0 h 8"/>
                <a:gd name="T1" fmla="*/ 0 h 8"/>
                <a:gd name="T2" fmla="*/ 8 h 8"/>
                <a:gd name="T3" fmla="*/ 0 h 8"/>
              </a:gdLst>
              <a:ahLst/>
              <a:cxnLst>
                <a:cxn ang="0">
                  <a:pos x="0" y="T0"/>
                </a:cxn>
                <a:cxn ang="0">
                  <a:pos x="0" y="T1"/>
                </a:cxn>
                <a:cxn ang="0">
                  <a:pos x="0" y="T2"/>
                </a:cxn>
                <a:cxn ang="0">
                  <a:pos x="0" y="T3"/>
                </a:cxn>
              </a:cxnLst>
              <a:rect l="0" t="0" r="r" b="b"/>
              <a:pathLst>
                <a:path h="8">
                  <a:moveTo>
                    <a:pt x="0" y="0"/>
                  </a:moveTo>
                  <a:lnTo>
                    <a:pt x="0" y="0"/>
                  </a:lnTo>
                  <a:lnTo>
                    <a:pt x="0" y="8"/>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22" name="Freeform 121">
              <a:extLst>
                <a:ext uri="{FF2B5EF4-FFF2-40B4-BE49-F238E27FC236}">
                  <a16:creationId xmlns:a16="http://schemas.microsoft.com/office/drawing/2014/main" id="{203A4D1E-945B-AC45-91D2-7E64EDF7548A}"/>
                </a:ext>
              </a:extLst>
            </p:cNvPr>
            <p:cNvSpPr>
              <a:spLocks/>
            </p:cNvSpPr>
            <p:nvPr/>
          </p:nvSpPr>
          <p:spPr bwMode="auto">
            <a:xfrm>
              <a:off x="8572215" y="3849841"/>
              <a:ext cx="0" cy="4763"/>
            </a:xfrm>
            <a:custGeom>
              <a:avLst/>
              <a:gdLst>
                <a:gd name="T0" fmla="*/ 0 h 8"/>
                <a:gd name="T1" fmla="*/ 0 h 8"/>
                <a:gd name="T2" fmla="*/ 8 h 8"/>
                <a:gd name="T3" fmla="*/ 0 h 8"/>
              </a:gdLst>
              <a:ahLst/>
              <a:cxnLst>
                <a:cxn ang="0">
                  <a:pos x="0" y="T0"/>
                </a:cxn>
                <a:cxn ang="0">
                  <a:pos x="0" y="T1"/>
                </a:cxn>
                <a:cxn ang="0">
                  <a:pos x="0" y="T2"/>
                </a:cxn>
                <a:cxn ang="0">
                  <a:pos x="0" y="T3"/>
                </a:cxn>
              </a:cxnLst>
              <a:rect l="0" t="0" r="r" b="b"/>
              <a:pathLst>
                <a:path h="8">
                  <a:moveTo>
                    <a:pt x="0" y="0"/>
                  </a:moveTo>
                  <a:lnTo>
                    <a:pt x="0" y="0"/>
                  </a:lnTo>
                  <a:lnTo>
                    <a:pt x="0" y="8"/>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23" name="Freeform 122">
              <a:extLst>
                <a:ext uri="{FF2B5EF4-FFF2-40B4-BE49-F238E27FC236}">
                  <a16:creationId xmlns:a16="http://schemas.microsoft.com/office/drawing/2014/main" id="{DAA468C1-FAB1-2948-8F65-B2AB44DCC5AB}"/>
                </a:ext>
              </a:extLst>
            </p:cNvPr>
            <p:cNvSpPr>
              <a:spLocks noEditPoints="1"/>
            </p:cNvSpPr>
            <p:nvPr/>
          </p:nvSpPr>
          <p:spPr bwMode="auto">
            <a:xfrm>
              <a:off x="8572215" y="4277275"/>
              <a:ext cx="0" cy="841772"/>
            </a:xfrm>
            <a:custGeom>
              <a:avLst/>
              <a:gdLst>
                <a:gd name="T0" fmla="*/ 712 h 1414"/>
                <a:gd name="T1" fmla="*/ 712 h 1414"/>
                <a:gd name="T2" fmla="*/ 1414 h 1414"/>
                <a:gd name="T3" fmla="*/ 712 h 1414"/>
                <a:gd name="T4" fmla="*/ 0 h 1414"/>
                <a:gd name="T5" fmla="*/ 0 h 1414"/>
                <a:gd name="T6" fmla="*/ 704 h 1414"/>
                <a:gd name="T7" fmla="*/ 704 h 1414"/>
                <a:gd name="T8" fmla="*/ 0 h 1414"/>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414">
                  <a:moveTo>
                    <a:pt x="0" y="712"/>
                  </a:moveTo>
                  <a:lnTo>
                    <a:pt x="0" y="712"/>
                  </a:lnTo>
                  <a:lnTo>
                    <a:pt x="0" y="1414"/>
                  </a:lnTo>
                  <a:lnTo>
                    <a:pt x="0" y="712"/>
                  </a:lnTo>
                  <a:close/>
                  <a:moveTo>
                    <a:pt x="0" y="0"/>
                  </a:moveTo>
                  <a:lnTo>
                    <a:pt x="0" y="0"/>
                  </a:lnTo>
                  <a:lnTo>
                    <a:pt x="0" y="704"/>
                  </a:lnTo>
                  <a:lnTo>
                    <a:pt x="0" y="704"/>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24" name="Freeform 123">
              <a:extLst>
                <a:ext uri="{FF2B5EF4-FFF2-40B4-BE49-F238E27FC236}">
                  <a16:creationId xmlns:a16="http://schemas.microsoft.com/office/drawing/2014/main" id="{B5F090B0-6BB5-7A49-AA3E-7767DD213733}"/>
                </a:ext>
              </a:extLst>
            </p:cNvPr>
            <p:cNvSpPr>
              <a:spLocks noEditPoints="1"/>
            </p:cNvSpPr>
            <p:nvPr/>
          </p:nvSpPr>
          <p:spPr bwMode="auto">
            <a:xfrm>
              <a:off x="8572215" y="4277275"/>
              <a:ext cx="0" cy="841772"/>
            </a:xfrm>
            <a:custGeom>
              <a:avLst/>
              <a:gdLst>
                <a:gd name="T0" fmla="*/ 712 h 1414"/>
                <a:gd name="T1" fmla="*/ 712 h 1414"/>
                <a:gd name="T2" fmla="*/ 1414 h 1414"/>
                <a:gd name="T3" fmla="*/ 712 h 1414"/>
                <a:gd name="T4" fmla="*/ 0 h 1414"/>
                <a:gd name="T5" fmla="*/ 0 h 1414"/>
                <a:gd name="T6" fmla="*/ 704 h 1414"/>
                <a:gd name="T7" fmla="*/ 704 h 1414"/>
                <a:gd name="T8" fmla="*/ 0 h 1414"/>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414">
                  <a:moveTo>
                    <a:pt x="0" y="712"/>
                  </a:moveTo>
                  <a:lnTo>
                    <a:pt x="0" y="712"/>
                  </a:lnTo>
                  <a:lnTo>
                    <a:pt x="0" y="1414"/>
                  </a:lnTo>
                  <a:lnTo>
                    <a:pt x="0" y="712"/>
                  </a:lnTo>
                  <a:moveTo>
                    <a:pt x="0" y="0"/>
                  </a:moveTo>
                  <a:lnTo>
                    <a:pt x="0" y="0"/>
                  </a:lnTo>
                  <a:lnTo>
                    <a:pt x="0" y="704"/>
                  </a:lnTo>
                  <a:lnTo>
                    <a:pt x="0" y="704"/>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25" name="Freeform 124">
              <a:extLst>
                <a:ext uri="{FF2B5EF4-FFF2-40B4-BE49-F238E27FC236}">
                  <a16:creationId xmlns:a16="http://schemas.microsoft.com/office/drawing/2014/main" id="{DB635650-7C1F-4740-A7C2-B89972FF921D}"/>
                </a:ext>
              </a:extLst>
            </p:cNvPr>
            <p:cNvSpPr>
              <a:spLocks/>
            </p:cNvSpPr>
            <p:nvPr/>
          </p:nvSpPr>
          <p:spPr bwMode="auto">
            <a:xfrm>
              <a:off x="8572215" y="4272512"/>
              <a:ext cx="0" cy="4763"/>
            </a:xfrm>
            <a:custGeom>
              <a:avLst/>
              <a:gdLst>
                <a:gd name="T0" fmla="*/ 0 h 8"/>
                <a:gd name="T1" fmla="*/ 0 h 8"/>
                <a:gd name="T2" fmla="*/ 8 h 8"/>
                <a:gd name="T3" fmla="*/ 0 h 8"/>
              </a:gdLst>
              <a:ahLst/>
              <a:cxnLst>
                <a:cxn ang="0">
                  <a:pos x="0" y="T0"/>
                </a:cxn>
                <a:cxn ang="0">
                  <a:pos x="0" y="T1"/>
                </a:cxn>
                <a:cxn ang="0">
                  <a:pos x="0" y="T2"/>
                </a:cxn>
                <a:cxn ang="0">
                  <a:pos x="0" y="T3"/>
                </a:cxn>
              </a:cxnLst>
              <a:rect l="0" t="0" r="r" b="b"/>
              <a:pathLst>
                <a:path h="8">
                  <a:moveTo>
                    <a:pt x="0" y="0"/>
                  </a:moveTo>
                  <a:lnTo>
                    <a:pt x="0" y="0"/>
                  </a:lnTo>
                  <a:lnTo>
                    <a:pt x="0" y="8"/>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26" name="Freeform 125">
              <a:extLst>
                <a:ext uri="{FF2B5EF4-FFF2-40B4-BE49-F238E27FC236}">
                  <a16:creationId xmlns:a16="http://schemas.microsoft.com/office/drawing/2014/main" id="{B0BE90DE-614E-F441-90C3-BC19FE14F1E2}"/>
                </a:ext>
              </a:extLst>
            </p:cNvPr>
            <p:cNvSpPr>
              <a:spLocks/>
            </p:cNvSpPr>
            <p:nvPr/>
          </p:nvSpPr>
          <p:spPr bwMode="auto">
            <a:xfrm>
              <a:off x="8572215" y="4272512"/>
              <a:ext cx="0" cy="4763"/>
            </a:xfrm>
            <a:custGeom>
              <a:avLst/>
              <a:gdLst>
                <a:gd name="T0" fmla="*/ 0 h 8"/>
                <a:gd name="T1" fmla="*/ 0 h 8"/>
                <a:gd name="T2" fmla="*/ 8 h 8"/>
                <a:gd name="T3" fmla="*/ 0 h 8"/>
              </a:gdLst>
              <a:ahLst/>
              <a:cxnLst>
                <a:cxn ang="0">
                  <a:pos x="0" y="T0"/>
                </a:cxn>
                <a:cxn ang="0">
                  <a:pos x="0" y="T1"/>
                </a:cxn>
                <a:cxn ang="0">
                  <a:pos x="0" y="T2"/>
                </a:cxn>
                <a:cxn ang="0">
                  <a:pos x="0" y="T3"/>
                </a:cxn>
              </a:cxnLst>
              <a:rect l="0" t="0" r="r" b="b"/>
              <a:pathLst>
                <a:path h="8">
                  <a:moveTo>
                    <a:pt x="0" y="0"/>
                  </a:moveTo>
                  <a:lnTo>
                    <a:pt x="0" y="0"/>
                  </a:lnTo>
                  <a:lnTo>
                    <a:pt x="0" y="8"/>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27" name="Rectangle 126">
              <a:extLst>
                <a:ext uri="{FF2B5EF4-FFF2-40B4-BE49-F238E27FC236}">
                  <a16:creationId xmlns:a16="http://schemas.microsoft.com/office/drawing/2014/main" id="{D15EC6AC-8013-E140-BD37-4EAC7CBA2CF6}"/>
                </a:ext>
              </a:extLst>
            </p:cNvPr>
            <p:cNvSpPr>
              <a:spLocks noChangeArrowheads="1"/>
            </p:cNvSpPr>
            <p:nvPr/>
          </p:nvSpPr>
          <p:spPr bwMode="auto">
            <a:xfrm>
              <a:off x="8572215" y="4696375"/>
              <a:ext cx="596" cy="4763"/>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28" name="Rectangle 127">
              <a:extLst>
                <a:ext uri="{FF2B5EF4-FFF2-40B4-BE49-F238E27FC236}">
                  <a16:creationId xmlns:a16="http://schemas.microsoft.com/office/drawing/2014/main" id="{BCCF0E0E-A334-8147-BCA3-871172A13B90}"/>
                </a:ext>
              </a:extLst>
            </p:cNvPr>
            <p:cNvSpPr>
              <a:spLocks noChangeArrowheads="1"/>
            </p:cNvSpPr>
            <p:nvPr/>
          </p:nvSpPr>
          <p:spPr bwMode="auto">
            <a:xfrm>
              <a:off x="8572215" y="4696375"/>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29" name="Freeform 129">
              <a:extLst>
                <a:ext uri="{FF2B5EF4-FFF2-40B4-BE49-F238E27FC236}">
                  <a16:creationId xmlns:a16="http://schemas.microsoft.com/office/drawing/2014/main" id="{C75AF067-6482-6543-9223-5476BC880540}"/>
                </a:ext>
              </a:extLst>
            </p:cNvPr>
            <p:cNvSpPr>
              <a:spLocks/>
            </p:cNvSpPr>
            <p:nvPr/>
          </p:nvSpPr>
          <p:spPr bwMode="auto">
            <a:xfrm>
              <a:off x="8568048" y="5123809"/>
              <a:ext cx="4167" cy="423863"/>
            </a:xfrm>
            <a:custGeom>
              <a:avLst/>
              <a:gdLst>
                <a:gd name="T0" fmla="*/ 7 w 7"/>
                <a:gd name="T1" fmla="*/ 0 h 712"/>
                <a:gd name="T2" fmla="*/ 0 w 7"/>
                <a:gd name="T3" fmla="*/ 0 h 712"/>
                <a:gd name="T4" fmla="*/ 0 w 7"/>
                <a:gd name="T5" fmla="*/ 712 h 712"/>
                <a:gd name="T6" fmla="*/ 7 w 7"/>
                <a:gd name="T7" fmla="*/ 712 h 712"/>
                <a:gd name="T8" fmla="*/ 7 w 7"/>
                <a:gd name="T9" fmla="*/ 704 h 712"/>
                <a:gd name="T10" fmla="*/ 7 w 7"/>
                <a:gd name="T11" fmla="*/ 704 h 712"/>
                <a:gd name="T12" fmla="*/ 7 w 7"/>
                <a:gd name="T13" fmla="*/ 0 h 712"/>
              </a:gdLst>
              <a:ahLst/>
              <a:cxnLst>
                <a:cxn ang="0">
                  <a:pos x="T0" y="T1"/>
                </a:cxn>
                <a:cxn ang="0">
                  <a:pos x="T2" y="T3"/>
                </a:cxn>
                <a:cxn ang="0">
                  <a:pos x="T4" y="T5"/>
                </a:cxn>
                <a:cxn ang="0">
                  <a:pos x="T6" y="T7"/>
                </a:cxn>
                <a:cxn ang="0">
                  <a:pos x="T8" y="T9"/>
                </a:cxn>
                <a:cxn ang="0">
                  <a:pos x="T10" y="T11"/>
                </a:cxn>
                <a:cxn ang="0">
                  <a:pos x="T12" y="T13"/>
                </a:cxn>
              </a:cxnLst>
              <a:rect l="0" t="0" r="r" b="b"/>
              <a:pathLst>
                <a:path w="7" h="712">
                  <a:moveTo>
                    <a:pt x="7" y="0"/>
                  </a:moveTo>
                  <a:lnTo>
                    <a:pt x="0" y="0"/>
                  </a:lnTo>
                  <a:lnTo>
                    <a:pt x="0" y="712"/>
                  </a:lnTo>
                  <a:lnTo>
                    <a:pt x="7" y="712"/>
                  </a:lnTo>
                  <a:lnTo>
                    <a:pt x="7" y="704"/>
                  </a:lnTo>
                  <a:lnTo>
                    <a:pt x="7" y="704"/>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30" name="Freeform 130">
              <a:extLst>
                <a:ext uri="{FF2B5EF4-FFF2-40B4-BE49-F238E27FC236}">
                  <a16:creationId xmlns:a16="http://schemas.microsoft.com/office/drawing/2014/main" id="{4A2FD9F5-6F1B-2E44-8FC0-099212D9D0C2}"/>
                </a:ext>
              </a:extLst>
            </p:cNvPr>
            <p:cNvSpPr>
              <a:spLocks noEditPoints="1"/>
            </p:cNvSpPr>
            <p:nvPr/>
          </p:nvSpPr>
          <p:spPr bwMode="auto">
            <a:xfrm>
              <a:off x="8572215" y="3430740"/>
              <a:ext cx="0" cy="841772"/>
            </a:xfrm>
            <a:custGeom>
              <a:avLst/>
              <a:gdLst>
                <a:gd name="T0" fmla="*/ 712 h 1414"/>
                <a:gd name="T1" fmla="*/ 712 h 1414"/>
                <a:gd name="T2" fmla="*/ 1414 h 1414"/>
                <a:gd name="T3" fmla="*/ 1414 h 1414"/>
                <a:gd name="T4" fmla="*/ 712 h 1414"/>
                <a:gd name="T5" fmla="*/ 0 h 1414"/>
                <a:gd name="T6" fmla="*/ 0 h 1414"/>
                <a:gd name="T7" fmla="*/ 704 h 1414"/>
                <a:gd name="T8" fmla="*/ 704 h 1414"/>
                <a:gd name="T9" fmla="*/ 0 h 1414"/>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Lst>
              <a:rect l="0" t="0" r="r" b="b"/>
              <a:pathLst>
                <a:path h="1414">
                  <a:moveTo>
                    <a:pt x="0" y="712"/>
                  </a:moveTo>
                  <a:lnTo>
                    <a:pt x="0" y="712"/>
                  </a:lnTo>
                  <a:lnTo>
                    <a:pt x="0" y="1414"/>
                  </a:lnTo>
                  <a:lnTo>
                    <a:pt x="0" y="1414"/>
                  </a:lnTo>
                  <a:lnTo>
                    <a:pt x="0" y="712"/>
                  </a:lnTo>
                  <a:close/>
                  <a:moveTo>
                    <a:pt x="0" y="0"/>
                  </a:moveTo>
                  <a:lnTo>
                    <a:pt x="0" y="0"/>
                  </a:lnTo>
                  <a:lnTo>
                    <a:pt x="0" y="704"/>
                  </a:lnTo>
                  <a:lnTo>
                    <a:pt x="0" y="704"/>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31" name="Freeform 131">
              <a:extLst>
                <a:ext uri="{FF2B5EF4-FFF2-40B4-BE49-F238E27FC236}">
                  <a16:creationId xmlns:a16="http://schemas.microsoft.com/office/drawing/2014/main" id="{DAAD8C52-0DF8-4B45-99F9-DC55823DD5C7}"/>
                </a:ext>
              </a:extLst>
            </p:cNvPr>
            <p:cNvSpPr>
              <a:spLocks noEditPoints="1"/>
            </p:cNvSpPr>
            <p:nvPr/>
          </p:nvSpPr>
          <p:spPr bwMode="auto">
            <a:xfrm>
              <a:off x="8572215" y="3430740"/>
              <a:ext cx="0" cy="841772"/>
            </a:xfrm>
            <a:custGeom>
              <a:avLst/>
              <a:gdLst>
                <a:gd name="T0" fmla="*/ 712 h 1414"/>
                <a:gd name="T1" fmla="*/ 712 h 1414"/>
                <a:gd name="T2" fmla="*/ 1414 h 1414"/>
                <a:gd name="T3" fmla="*/ 1414 h 1414"/>
                <a:gd name="T4" fmla="*/ 712 h 1414"/>
                <a:gd name="T5" fmla="*/ 0 h 1414"/>
                <a:gd name="T6" fmla="*/ 0 h 1414"/>
                <a:gd name="T7" fmla="*/ 704 h 1414"/>
                <a:gd name="T8" fmla="*/ 704 h 1414"/>
                <a:gd name="T9" fmla="*/ 0 h 1414"/>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Lst>
              <a:rect l="0" t="0" r="r" b="b"/>
              <a:pathLst>
                <a:path h="1414">
                  <a:moveTo>
                    <a:pt x="0" y="712"/>
                  </a:moveTo>
                  <a:lnTo>
                    <a:pt x="0" y="712"/>
                  </a:lnTo>
                  <a:lnTo>
                    <a:pt x="0" y="1414"/>
                  </a:lnTo>
                  <a:lnTo>
                    <a:pt x="0" y="1414"/>
                  </a:lnTo>
                  <a:lnTo>
                    <a:pt x="0" y="712"/>
                  </a:lnTo>
                  <a:moveTo>
                    <a:pt x="0" y="0"/>
                  </a:moveTo>
                  <a:lnTo>
                    <a:pt x="0" y="0"/>
                  </a:lnTo>
                  <a:lnTo>
                    <a:pt x="0" y="704"/>
                  </a:lnTo>
                  <a:lnTo>
                    <a:pt x="0" y="704"/>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32" name="Rectangle 132">
              <a:extLst>
                <a:ext uri="{FF2B5EF4-FFF2-40B4-BE49-F238E27FC236}">
                  <a16:creationId xmlns:a16="http://schemas.microsoft.com/office/drawing/2014/main" id="{3667B59E-07F3-9849-BF24-8C5A6E8FEDA0}"/>
                </a:ext>
              </a:extLst>
            </p:cNvPr>
            <p:cNvSpPr>
              <a:spLocks noChangeArrowheads="1"/>
            </p:cNvSpPr>
            <p:nvPr/>
          </p:nvSpPr>
          <p:spPr bwMode="auto">
            <a:xfrm>
              <a:off x="8572215" y="3849841"/>
              <a:ext cx="596" cy="4763"/>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33" name="Rectangle 133">
              <a:extLst>
                <a:ext uri="{FF2B5EF4-FFF2-40B4-BE49-F238E27FC236}">
                  <a16:creationId xmlns:a16="http://schemas.microsoft.com/office/drawing/2014/main" id="{65161934-D7DF-FA49-BC89-AFE43AB4C7C4}"/>
                </a:ext>
              </a:extLst>
            </p:cNvPr>
            <p:cNvSpPr>
              <a:spLocks noChangeArrowheads="1"/>
            </p:cNvSpPr>
            <p:nvPr/>
          </p:nvSpPr>
          <p:spPr bwMode="auto">
            <a:xfrm>
              <a:off x="8572215" y="3849841"/>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34" name="Freeform 134">
              <a:extLst>
                <a:ext uri="{FF2B5EF4-FFF2-40B4-BE49-F238E27FC236}">
                  <a16:creationId xmlns:a16="http://schemas.microsoft.com/office/drawing/2014/main" id="{1F75E2D7-562E-474D-B852-E1CDEFF854A7}"/>
                </a:ext>
              </a:extLst>
            </p:cNvPr>
            <p:cNvSpPr>
              <a:spLocks noEditPoints="1"/>
            </p:cNvSpPr>
            <p:nvPr/>
          </p:nvSpPr>
          <p:spPr bwMode="auto">
            <a:xfrm>
              <a:off x="8568048" y="4277275"/>
              <a:ext cx="4167" cy="846534"/>
            </a:xfrm>
            <a:custGeom>
              <a:avLst/>
              <a:gdLst>
                <a:gd name="T0" fmla="*/ 7 w 7"/>
                <a:gd name="T1" fmla="*/ 712 h 1422"/>
                <a:gd name="T2" fmla="*/ 0 w 7"/>
                <a:gd name="T3" fmla="*/ 712 h 1422"/>
                <a:gd name="T4" fmla="*/ 0 w 7"/>
                <a:gd name="T5" fmla="*/ 1422 h 1422"/>
                <a:gd name="T6" fmla="*/ 7 w 7"/>
                <a:gd name="T7" fmla="*/ 1422 h 1422"/>
                <a:gd name="T8" fmla="*/ 7 w 7"/>
                <a:gd name="T9" fmla="*/ 1414 h 1422"/>
                <a:gd name="T10" fmla="*/ 7 w 7"/>
                <a:gd name="T11" fmla="*/ 1414 h 1422"/>
                <a:gd name="T12" fmla="*/ 7 w 7"/>
                <a:gd name="T13" fmla="*/ 712 h 1422"/>
                <a:gd name="T14" fmla="*/ 7 w 7"/>
                <a:gd name="T15" fmla="*/ 0 h 1422"/>
                <a:gd name="T16" fmla="*/ 7 w 7"/>
                <a:gd name="T17" fmla="*/ 0 h 1422"/>
                <a:gd name="T18" fmla="*/ 7 w 7"/>
                <a:gd name="T19" fmla="*/ 704 h 1422"/>
                <a:gd name="T20" fmla="*/ 7 w 7"/>
                <a:gd name="T21" fmla="*/ 0 h 1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 h="1422">
                  <a:moveTo>
                    <a:pt x="7" y="712"/>
                  </a:moveTo>
                  <a:lnTo>
                    <a:pt x="0" y="712"/>
                  </a:lnTo>
                  <a:lnTo>
                    <a:pt x="0" y="1422"/>
                  </a:lnTo>
                  <a:lnTo>
                    <a:pt x="7" y="1422"/>
                  </a:lnTo>
                  <a:lnTo>
                    <a:pt x="7" y="1414"/>
                  </a:lnTo>
                  <a:lnTo>
                    <a:pt x="7" y="1414"/>
                  </a:lnTo>
                  <a:lnTo>
                    <a:pt x="7" y="712"/>
                  </a:lnTo>
                  <a:close/>
                  <a:moveTo>
                    <a:pt x="7" y="0"/>
                  </a:moveTo>
                  <a:lnTo>
                    <a:pt x="7" y="0"/>
                  </a:lnTo>
                  <a:lnTo>
                    <a:pt x="7" y="704"/>
                  </a:lnTo>
                  <a:lnTo>
                    <a:pt x="7"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35" name="Freeform 135">
              <a:extLst>
                <a:ext uri="{FF2B5EF4-FFF2-40B4-BE49-F238E27FC236}">
                  <a16:creationId xmlns:a16="http://schemas.microsoft.com/office/drawing/2014/main" id="{6CBBF9C3-3825-AB44-8E0D-D050F96FC9AA}"/>
                </a:ext>
              </a:extLst>
            </p:cNvPr>
            <p:cNvSpPr>
              <a:spLocks noEditPoints="1"/>
            </p:cNvSpPr>
            <p:nvPr/>
          </p:nvSpPr>
          <p:spPr bwMode="auto">
            <a:xfrm>
              <a:off x="8568048" y="4277275"/>
              <a:ext cx="4167" cy="846534"/>
            </a:xfrm>
            <a:custGeom>
              <a:avLst/>
              <a:gdLst>
                <a:gd name="T0" fmla="*/ 7 w 7"/>
                <a:gd name="T1" fmla="*/ 712 h 1422"/>
                <a:gd name="T2" fmla="*/ 0 w 7"/>
                <a:gd name="T3" fmla="*/ 712 h 1422"/>
                <a:gd name="T4" fmla="*/ 0 w 7"/>
                <a:gd name="T5" fmla="*/ 1422 h 1422"/>
                <a:gd name="T6" fmla="*/ 7 w 7"/>
                <a:gd name="T7" fmla="*/ 1422 h 1422"/>
                <a:gd name="T8" fmla="*/ 7 w 7"/>
                <a:gd name="T9" fmla="*/ 1414 h 1422"/>
                <a:gd name="T10" fmla="*/ 7 w 7"/>
                <a:gd name="T11" fmla="*/ 1414 h 1422"/>
                <a:gd name="T12" fmla="*/ 7 w 7"/>
                <a:gd name="T13" fmla="*/ 712 h 1422"/>
                <a:gd name="T14" fmla="*/ 7 w 7"/>
                <a:gd name="T15" fmla="*/ 0 h 1422"/>
                <a:gd name="T16" fmla="*/ 7 w 7"/>
                <a:gd name="T17" fmla="*/ 0 h 1422"/>
                <a:gd name="T18" fmla="*/ 7 w 7"/>
                <a:gd name="T19" fmla="*/ 704 h 1422"/>
                <a:gd name="T20" fmla="*/ 7 w 7"/>
                <a:gd name="T21" fmla="*/ 0 h 1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 h="1422">
                  <a:moveTo>
                    <a:pt x="7" y="712"/>
                  </a:moveTo>
                  <a:lnTo>
                    <a:pt x="0" y="712"/>
                  </a:lnTo>
                  <a:lnTo>
                    <a:pt x="0" y="1422"/>
                  </a:lnTo>
                  <a:lnTo>
                    <a:pt x="7" y="1422"/>
                  </a:lnTo>
                  <a:lnTo>
                    <a:pt x="7" y="1414"/>
                  </a:lnTo>
                  <a:lnTo>
                    <a:pt x="7" y="1414"/>
                  </a:lnTo>
                  <a:lnTo>
                    <a:pt x="7" y="712"/>
                  </a:lnTo>
                  <a:moveTo>
                    <a:pt x="7" y="0"/>
                  </a:moveTo>
                  <a:lnTo>
                    <a:pt x="7" y="0"/>
                  </a:lnTo>
                  <a:lnTo>
                    <a:pt x="7" y="704"/>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36" name="Rectangle 136">
              <a:extLst>
                <a:ext uri="{FF2B5EF4-FFF2-40B4-BE49-F238E27FC236}">
                  <a16:creationId xmlns:a16="http://schemas.microsoft.com/office/drawing/2014/main" id="{5B25B7BB-09AA-F145-999C-3813D4A3F3D6}"/>
                </a:ext>
              </a:extLst>
            </p:cNvPr>
            <p:cNvSpPr>
              <a:spLocks noChangeArrowheads="1"/>
            </p:cNvSpPr>
            <p:nvPr/>
          </p:nvSpPr>
          <p:spPr bwMode="auto">
            <a:xfrm>
              <a:off x="8572215" y="4272512"/>
              <a:ext cx="596" cy="4763"/>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37" name="Rectangle 137">
              <a:extLst>
                <a:ext uri="{FF2B5EF4-FFF2-40B4-BE49-F238E27FC236}">
                  <a16:creationId xmlns:a16="http://schemas.microsoft.com/office/drawing/2014/main" id="{63B615C8-E4B3-2C41-8FE8-387C4CEAB46D}"/>
                </a:ext>
              </a:extLst>
            </p:cNvPr>
            <p:cNvSpPr>
              <a:spLocks noChangeArrowheads="1"/>
            </p:cNvSpPr>
            <p:nvPr/>
          </p:nvSpPr>
          <p:spPr bwMode="auto">
            <a:xfrm>
              <a:off x="8572215" y="4272512"/>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38" name="Freeform 138">
              <a:extLst>
                <a:ext uri="{FF2B5EF4-FFF2-40B4-BE49-F238E27FC236}">
                  <a16:creationId xmlns:a16="http://schemas.microsoft.com/office/drawing/2014/main" id="{F9C1773C-C293-BE49-87EA-642CB8ACABDE}"/>
                </a:ext>
              </a:extLst>
            </p:cNvPr>
            <p:cNvSpPr>
              <a:spLocks noEditPoints="1"/>
            </p:cNvSpPr>
            <p:nvPr/>
          </p:nvSpPr>
          <p:spPr bwMode="auto">
            <a:xfrm>
              <a:off x="8572215" y="3430740"/>
              <a:ext cx="0" cy="841772"/>
            </a:xfrm>
            <a:custGeom>
              <a:avLst/>
              <a:gdLst>
                <a:gd name="T0" fmla="*/ 712 h 1414"/>
                <a:gd name="T1" fmla="*/ 712 h 1414"/>
                <a:gd name="T2" fmla="*/ 1414 h 1414"/>
                <a:gd name="T3" fmla="*/ 712 h 1414"/>
                <a:gd name="T4" fmla="*/ 0 h 1414"/>
                <a:gd name="T5" fmla="*/ 0 h 1414"/>
                <a:gd name="T6" fmla="*/ 704 h 1414"/>
                <a:gd name="T7" fmla="*/ 704 h 1414"/>
                <a:gd name="T8" fmla="*/ 0 h 1414"/>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414">
                  <a:moveTo>
                    <a:pt x="0" y="712"/>
                  </a:moveTo>
                  <a:lnTo>
                    <a:pt x="0" y="712"/>
                  </a:lnTo>
                  <a:lnTo>
                    <a:pt x="0" y="1414"/>
                  </a:lnTo>
                  <a:lnTo>
                    <a:pt x="0" y="712"/>
                  </a:lnTo>
                  <a:close/>
                  <a:moveTo>
                    <a:pt x="0" y="0"/>
                  </a:moveTo>
                  <a:lnTo>
                    <a:pt x="0" y="0"/>
                  </a:lnTo>
                  <a:lnTo>
                    <a:pt x="0" y="704"/>
                  </a:lnTo>
                  <a:lnTo>
                    <a:pt x="0" y="704"/>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39" name="Freeform 139">
              <a:extLst>
                <a:ext uri="{FF2B5EF4-FFF2-40B4-BE49-F238E27FC236}">
                  <a16:creationId xmlns:a16="http://schemas.microsoft.com/office/drawing/2014/main" id="{FB1EBEA0-7753-B44B-B7B2-90E950DD7710}"/>
                </a:ext>
              </a:extLst>
            </p:cNvPr>
            <p:cNvSpPr>
              <a:spLocks noEditPoints="1"/>
            </p:cNvSpPr>
            <p:nvPr/>
          </p:nvSpPr>
          <p:spPr bwMode="auto">
            <a:xfrm>
              <a:off x="8572215" y="3430740"/>
              <a:ext cx="0" cy="841772"/>
            </a:xfrm>
            <a:custGeom>
              <a:avLst/>
              <a:gdLst>
                <a:gd name="T0" fmla="*/ 712 h 1414"/>
                <a:gd name="T1" fmla="*/ 712 h 1414"/>
                <a:gd name="T2" fmla="*/ 1414 h 1414"/>
                <a:gd name="T3" fmla="*/ 712 h 1414"/>
                <a:gd name="T4" fmla="*/ 0 h 1414"/>
                <a:gd name="T5" fmla="*/ 0 h 1414"/>
                <a:gd name="T6" fmla="*/ 704 h 1414"/>
                <a:gd name="T7" fmla="*/ 704 h 1414"/>
                <a:gd name="T8" fmla="*/ 0 h 1414"/>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414">
                  <a:moveTo>
                    <a:pt x="0" y="712"/>
                  </a:moveTo>
                  <a:lnTo>
                    <a:pt x="0" y="712"/>
                  </a:lnTo>
                  <a:lnTo>
                    <a:pt x="0" y="1414"/>
                  </a:lnTo>
                  <a:lnTo>
                    <a:pt x="0" y="712"/>
                  </a:lnTo>
                  <a:moveTo>
                    <a:pt x="0" y="0"/>
                  </a:moveTo>
                  <a:lnTo>
                    <a:pt x="0" y="0"/>
                  </a:lnTo>
                  <a:lnTo>
                    <a:pt x="0" y="704"/>
                  </a:lnTo>
                  <a:lnTo>
                    <a:pt x="0" y="704"/>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40" name="Rectangle 140">
              <a:extLst>
                <a:ext uri="{FF2B5EF4-FFF2-40B4-BE49-F238E27FC236}">
                  <a16:creationId xmlns:a16="http://schemas.microsoft.com/office/drawing/2014/main" id="{00CF92B8-DB5A-5749-BAF1-3E6C746AD0C0}"/>
                </a:ext>
              </a:extLst>
            </p:cNvPr>
            <p:cNvSpPr>
              <a:spLocks noChangeArrowheads="1"/>
            </p:cNvSpPr>
            <p:nvPr/>
          </p:nvSpPr>
          <p:spPr bwMode="auto">
            <a:xfrm>
              <a:off x="8572215" y="3143204"/>
              <a:ext cx="596" cy="287536"/>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41" name="Freeform 141">
              <a:extLst>
                <a:ext uri="{FF2B5EF4-FFF2-40B4-BE49-F238E27FC236}">
                  <a16:creationId xmlns:a16="http://schemas.microsoft.com/office/drawing/2014/main" id="{F901A7B9-0184-0C46-9B3C-43A22DAE87CA}"/>
                </a:ext>
              </a:extLst>
            </p:cNvPr>
            <p:cNvSpPr>
              <a:spLocks/>
            </p:cNvSpPr>
            <p:nvPr/>
          </p:nvSpPr>
          <p:spPr bwMode="auto">
            <a:xfrm>
              <a:off x="8572215" y="3143204"/>
              <a:ext cx="0" cy="287536"/>
            </a:xfrm>
            <a:custGeom>
              <a:avLst/>
              <a:gdLst>
                <a:gd name="T0" fmla="*/ 0 h 483"/>
                <a:gd name="T1" fmla="*/ 483 h 483"/>
                <a:gd name="T2" fmla="*/ 483 h 483"/>
                <a:gd name="T3" fmla="*/ 0 h 483"/>
              </a:gdLst>
              <a:ahLst/>
              <a:cxnLst>
                <a:cxn ang="0">
                  <a:pos x="0" y="T0"/>
                </a:cxn>
                <a:cxn ang="0">
                  <a:pos x="0" y="T1"/>
                </a:cxn>
                <a:cxn ang="0">
                  <a:pos x="0" y="T2"/>
                </a:cxn>
                <a:cxn ang="0">
                  <a:pos x="0" y="T3"/>
                </a:cxn>
              </a:cxnLst>
              <a:rect l="0" t="0" r="r" b="b"/>
              <a:pathLst>
                <a:path h="483">
                  <a:moveTo>
                    <a:pt x="0" y="0"/>
                  </a:moveTo>
                  <a:lnTo>
                    <a:pt x="0" y="483"/>
                  </a:lnTo>
                  <a:lnTo>
                    <a:pt x="0" y="48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42" name="Freeform 142">
              <a:extLst>
                <a:ext uri="{FF2B5EF4-FFF2-40B4-BE49-F238E27FC236}">
                  <a16:creationId xmlns:a16="http://schemas.microsoft.com/office/drawing/2014/main" id="{D71C1CF6-04C5-884D-BF80-29EE3293E3AC}"/>
                </a:ext>
              </a:extLst>
            </p:cNvPr>
            <p:cNvSpPr>
              <a:spLocks/>
            </p:cNvSpPr>
            <p:nvPr/>
          </p:nvSpPr>
          <p:spPr bwMode="auto">
            <a:xfrm>
              <a:off x="8572215" y="3849841"/>
              <a:ext cx="0" cy="4763"/>
            </a:xfrm>
            <a:custGeom>
              <a:avLst/>
              <a:gdLst>
                <a:gd name="T0" fmla="*/ 0 h 8"/>
                <a:gd name="T1" fmla="*/ 0 h 8"/>
                <a:gd name="T2" fmla="*/ 8 h 8"/>
                <a:gd name="T3" fmla="*/ 0 h 8"/>
              </a:gdLst>
              <a:ahLst/>
              <a:cxnLst>
                <a:cxn ang="0">
                  <a:pos x="0" y="T0"/>
                </a:cxn>
                <a:cxn ang="0">
                  <a:pos x="0" y="T1"/>
                </a:cxn>
                <a:cxn ang="0">
                  <a:pos x="0" y="T2"/>
                </a:cxn>
                <a:cxn ang="0">
                  <a:pos x="0" y="T3"/>
                </a:cxn>
              </a:cxnLst>
              <a:rect l="0" t="0" r="r" b="b"/>
              <a:pathLst>
                <a:path h="8">
                  <a:moveTo>
                    <a:pt x="0" y="0"/>
                  </a:moveTo>
                  <a:lnTo>
                    <a:pt x="0" y="0"/>
                  </a:lnTo>
                  <a:lnTo>
                    <a:pt x="0" y="8"/>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43" name="Freeform 143">
              <a:extLst>
                <a:ext uri="{FF2B5EF4-FFF2-40B4-BE49-F238E27FC236}">
                  <a16:creationId xmlns:a16="http://schemas.microsoft.com/office/drawing/2014/main" id="{80ACC5DA-8D6A-924F-8628-7974A335DCAA}"/>
                </a:ext>
              </a:extLst>
            </p:cNvPr>
            <p:cNvSpPr>
              <a:spLocks/>
            </p:cNvSpPr>
            <p:nvPr/>
          </p:nvSpPr>
          <p:spPr bwMode="auto">
            <a:xfrm>
              <a:off x="8572215" y="3849841"/>
              <a:ext cx="0" cy="4763"/>
            </a:xfrm>
            <a:custGeom>
              <a:avLst/>
              <a:gdLst>
                <a:gd name="T0" fmla="*/ 0 h 8"/>
                <a:gd name="T1" fmla="*/ 0 h 8"/>
                <a:gd name="T2" fmla="*/ 8 h 8"/>
                <a:gd name="T3" fmla="*/ 0 h 8"/>
              </a:gdLst>
              <a:ahLst/>
              <a:cxnLst>
                <a:cxn ang="0">
                  <a:pos x="0" y="T0"/>
                </a:cxn>
                <a:cxn ang="0">
                  <a:pos x="0" y="T1"/>
                </a:cxn>
                <a:cxn ang="0">
                  <a:pos x="0" y="T2"/>
                </a:cxn>
                <a:cxn ang="0">
                  <a:pos x="0" y="T3"/>
                </a:cxn>
              </a:cxnLst>
              <a:rect l="0" t="0" r="r" b="b"/>
              <a:pathLst>
                <a:path h="8">
                  <a:moveTo>
                    <a:pt x="0" y="0"/>
                  </a:moveTo>
                  <a:lnTo>
                    <a:pt x="0" y="0"/>
                  </a:lnTo>
                  <a:lnTo>
                    <a:pt x="0" y="8"/>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44" name="Freeform 144">
              <a:extLst>
                <a:ext uri="{FF2B5EF4-FFF2-40B4-BE49-F238E27FC236}">
                  <a16:creationId xmlns:a16="http://schemas.microsoft.com/office/drawing/2014/main" id="{0F64ECBE-4597-1744-AE88-5643319F4AD4}"/>
                </a:ext>
              </a:extLst>
            </p:cNvPr>
            <p:cNvSpPr>
              <a:spLocks/>
            </p:cNvSpPr>
            <p:nvPr/>
          </p:nvSpPr>
          <p:spPr bwMode="auto">
            <a:xfrm>
              <a:off x="8568048" y="4277275"/>
              <a:ext cx="4167" cy="423863"/>
            </a:xfrm>
            <a:custGeom>
              <a:avLst/>
              <a:gdLst>
                <a:gd name="T0" fmla="*/ 7 w 7"/>
                <a:gd name="T1" fmla="*/ 0 h 712"/>
                <a:gd name="T2" fmla="*/ 0 w 7"/>
                <a:gd name="T3" fmla="*/ 0 h 712"/>
                <a:gd name="T4" fmla="*/ 0 w 7"/>
                <a:gd name="T5" fmla="*/ 712 h 712"/>
                <a:gd name="T6" fmla="*/ 7 w 7"/>
                <a:gd name="T7" fmla="*/ 712 h 712"/>
                <a:gd name="T8" fmla="*/ 7 w 7"/>
                <a:gd name="T9" fmla="*/ 704 h 712"/>
                <a:gd name="T10" fmla="*/ 7 w 7"/>
                <a:gd name="T11" fmla="*/ 704 h 712"/>
                <a:gd name="T12" fmla="*/ 7 w 7"/>
                <a:gd name="T13" fmla="*/ 0 h 712"/>
              </a:gdLst>
              <a:ahLst/>
              <a:cxnLst>
                <a:cxn ang="0">
                  <a:pos x="T0" y="T1"/>
                </a:cxn>
                <a:cxn ang="0">
                  <a:pos x="T2" y="T3"/>
                </a:cxn>
                <a:cxn ang="0">
                  <a:pos x="T4" y="T5"/>
                </a:cxn>
                <a:cxn ang="0">
                  <a:pos x="T6" y="T7"/>
                </a:cxn>
                <a:cxn ang="0">
                  <a:pos x="T8" y="T9"/>
                </a:cxn>
                <a:cxn ang="0">
                  <a:pos x="T10" y="T11"/>
                </a:cxn>
                <a:cxn ang="0">
                  <a:pos x="T12" y="T13"/>
                </a:cxn>
              </a:cxnLst>
              <a:rect l="0" t="0" r="r" b="b"/>
              <a:pathLst>
                <a:path w="7" h="712">
                  <a:moveTo>
                    <a:pt x="7" y="0"/>
                  </a:moveTo>
                  <a:lnTo>
                    <a:pt x="0" y="0"/>
                  </a:lnTo>
                  <a:lnTo>
                    <a:pt x="0" y="712"/>
                  </a:lnTo>
                  <a:lnTo>
                    <a:pt x="7" y="712"/>
                  </a:lnTo>
                  <a:lnTo>
                    <a:pt x="7" y="704"/>
                  </a:lnTo>
                  <a:lnTo>
                    <a:pt x="7" y="704"/>
                  </a:lnTo>
                  <a:lnTo>
                    <a:pt x="7"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45" name="Freeform 145">
              <a:extLst>
                <a:ext uri="{FF2B5EF4-FFF2-40B4-BE49-F238E27FC236}">
                  <a16:creationId xmlns:a16="http://schemas.microsoft.com/office/drawing/2014/main" id="{68E0F9D8-77B2-6648-A5DE-00359E5E666A}"/>
                </a:ext>
              </a:extLst>
            </p:cNvPr>
            <p:cNvSpPr>
              <a:spLocks/>
            </p:cNvSpPr>
            <p:nvPr/>
          </p:nvSpPr>
          <p:spPr bwMode="auto">
            <a:xfrm>
              <a:off x="8568048" y="4277275"/>
              <a:ext cx="4167" cy="423863"/>
            </a:xfrm>
            <a:custGeom>
              <a:avLst/>
              <a:gdLst>
                <a:gd name="T0" fmla="*/ 7 w 7"/>
                <a:gd name="T1" fmla="*/ 0 h 712"/>
                <a:gd name="T2" fmla="*/ 0 w 7"/>
                <a:gd name="T3" fmla="*/ 0 h 712"/>
                <a:gd name="T4" fmla="*/ 0 w 7"/>
                <a:gd name="T5" fmla="*/ 712 h 712"/>
                <a:gd name="T6" fmla="*/ 7 w 7"/>
                <a:gd name="T7" fmla="*/ 712 h 712"/>
                <a:gd name="T8" fmla="*/ 7 w 7"/>
                <a:gd name="T9" fmla="*/ 704 h 712"/>
                <a:gd name="T10" fmla="*/ 7 w 7"/>
                <a:gd name="T11" fmla="*/ 704 h 712"/>
                <a:gd name="T12" fmla="*/ 7 w 7"/>
                <a:gd name="T13" fmla="*/ 0 h 712"/>
              </a:gdLst>
              <a:ahLst/>
              <a:cxnLst>
                <a:cxn ang="0">
                  <a:pos x="T0" y="T1"/>
                </a:cxn>
                <a:cxn ang="0">
                  <a:pos x="T2" y="T3"/>
                </a:cxn>
                <a:cxn ang="0">
                  <a:pos x="T4" y="T5"/>
                </a:cxn>
                <a:cxn ang="0">
                  <a:pos x="T6" y="T7"/>
                </a:cxn>
                <a:cxn ang="0">
                  <a:pos x="T8" y="T9"/>
                </a:cxn>
                <a:cxn ang="0">
                  <a:pos x="T10" y="T11"/>
                </a:cxn>
                <a:cxn ang="0">
                  <a:pos x="T12" y="T13"/>
                </a:cxn>
              </a:cxnLst>
              <a:rect l="0" t="0" r="r" b="b"/>
              <a:pathLst>
                <a:path w="7" h="712">
                  <a:moveTo>
                    <a:pt x="7" y="0"/>
                  </a:moveTo>
                  <a:lnTo>
                    <a:pt x="0" y="0"/>
                  </a:lnTo>
                  <a:lnTo>
                    <a:pt x="0" y="712"/>
                  </a:lnTo>
                  <a:lnTo>
                    <a:pt x="7" y="712"/>
                  </a:lnTo>
                  <a:lnTo>
                    <a:pt x="7" y="704"/>
                  </a:lnTo>
                  <a:lnTo>
                    <a:pt x="7" y="704"/>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46" name="Freeform 146">
              <a:extLst>
                <a:ext uri="{FF2B5EF4-FFF2-40B4-BE49-F238E27FC236}">
                  <a16:creationId xmlns:a16="http://schemas.microsoft.com/office/drawing/2014/main" id="{26B4F547-5B67-F640-B924-6401F50C2673}"/>
                </a:ext>
              </a:extLst>
            </p:cNvPr>
            <p:cNvSpPr>
              <a:spLocks noEditPoints="1"/>
            </p:cNvSpPr>
            <p:nvPr/>
          </p:nvSpPr>
          <p:spPr bwMode="auto">
            <a:xfrm>
              <a:off x="8568048" y="3430740"/>
              <a:ext cx="4167" cy="846534"/>
            </a:xfrm>
            <a:custGeom>
              <a:avLst/>
              <a:gdLst>
                <a:gd name="T0" fmla="*/ 7 w 7"/>
                <a:gd name="T1" fmla="*/ 712 h 1422"/>
                <a:gd name="T2" fmla="*/ 0 w 7"/>
                <a:gd name="T3" fmla="*/ 712 h 1422"/>
                <a:gd name="T4" fmla="*/ 0 w 7"/>
                <a:gd name="T5" fmla="*/ 1422 h 1422"/>
                <a:gd name="T6" fmla="*/ 7 w 7"/>
                <a:gd name="T7" fmla="*/ 1422 h 1422"/>
                <a:gd name="T8" fmla="*/ 7 w 7"/>
                <a:gd name="T9" fmla="*/ 1414 h 1422"/>
                <a:gd name="T10" fmla="*/ 7 w 7"/>
                <a:gd name="T11" fmla="*/ 1414 h 1422"/>
                <a:gd name="T12" fmla="*/ 7 w 7"/>
                <a:gd name="T13" fmla="*/ 712 h 1422"/>
                <a:gd name="T14" fmla="*/ 7 w 7"/>
                <a:gd name="T15" fmla="*/ 0 h 1422"/>
                <a:gd name="T16" fmla="*/ 7 w 7"/>
                <a:gd name="T17" fmla="*/ 0 h 1422"/>
                <a:gd name="T18" fmla="*/ 7 w 7"/>
                <a:gd name="T19" fmla="*/ 704 h 1422"/>
                <a:gd name="T20" fmla="*/ 7 w 7"/>
                <a:gd name="T21" fmla="*/ 0 h 1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 h="1422">
                  <a:moveTo>
                    <a:pt x="7" y="712"/>
                  </a:moveTo>
                  <a:lnTo>
                    <a:pt x="0" y="712"/>
                  </a:lnTo>
                  <a:lnTo>
                    <a:pt x="0" y="1422"/>
                  </a:lnTo>
                  <a:lnTo>
                    <a:pt x="7" y="1422"/>
                  </a:lnTo>
                  <a:lnTo>
                    <a:pt x="7" y="1414"/>
                  </a:lnTo>
                  <a:lnTo>
                    <a:pt x="7" y="1414"/>
                  </a:lnTo>
                  <a:lnTo>
                    <a:pt x="7" y="712"/>
                  </a:lnTo>
                  <a:close/>
                  <a:moveTo>
                    <a:pt x="7" y="0"/>
                  </a:moveTo>
                  <a:lnTo>
                    <a:pt x="7" y="0"/>
                  </a:lnTo>
                  <a:lnTo>
                    <a:pt x="7" y="704"/>
                  </a:lnTo>
                  <a:lnTo>
                    <a:pt x="7"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47" name="Freeform 147">
              <a:extLst>
                <a:ext uri="{FF2B5EF4-FFF2-40B4-BE49-F238E27FC236}">
                  <a16:creationId xmlns:a16="http://schemas.microsoft.com/office/drawing/2014/main" id="{17AA67C8-8B6D-B74C-8CA5-AE9CF98E4B14}"/>
                </a:ext>
              </a:extLst>
            </p:cNvPr>
            <p:cNvSpPr>
              <a:spLocks noEditPoints="1"/>
            </p:cNvSpPr>
            <p:nvPr/>
          </p:nvSpPr>
          <p:spPr bwMode="auto">
            <a:xfrm>
              <a:off x="8568048" y="3430740"/>
              <a:ext cx="4167" cy="846534"/>
            </a:xfrm>
            <a:custGeom>
              <a:avLst/>
              <a:gdLst>
                <a:gd name="T0" fmla="*/ 7 w 7"/>
                <a:gd name="T1" fmla="*/ 712 h 1422"/>
                <a:gd name="T2" fmla="*/ 0 w 7"/>
                <a:gd name="T3" fmla="*/ 712 h 1422"/>
                <a:gd name="T4" fmla="*/ 0 w 7"/>
                <a:gd name="T5" fmla="*/ 1422 h 1422"/>
                <a:gd name="T6" fmla="*/ 7 w 7"/>
                <a:gd name="T7" fmla="*/ 1422 h 1422"/>
                <a:gd name="T8" fmla="*/ 7 w 7"/>
                <a:gd name="T9" fmla="*/ 1414 h 1422"/>
                <a:gd name="T10" fmla="*/ 7 w 7"/>
                <a:gd name="T11" fmla="*/ 1414 h 1422"/>
                <a:gd name="T12" fmla="*/ 7 w 7"/>
                <a:gd name="T13" fmla="*/ 712 h 1422"/>
                <a:gd name="T14" fmla="*/ 7 w 7"/>
                <a:gd name="T15" fmla="*/ 0 h 1422"/>
                <a:gd name="T16" fmla="*/ 7 w 7"/>
                <a:gd name="T17" fmla="*/ 0 h 1422"/>
                <a:gd name="T18" fmla="*/ 7 w 7"/>
                <a:gd name="T19" fmla="*/ 704 h 1422"/>
                <a:gd name="T20" fmla="*/ 7 w 7"/>
                <a:gd name="T21" fmla="*/ 0 h 1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 h="1422">
                  <a:moveTo>
                    <a:pt x="7" y="712"/>
                  </a:moveTo>
                  <a:lnTo>
                    <a:pt x="0" y="712"/>
                  </a:lnTo>
                  <a:lnTo>
                    <a:pt x="0" y="1422"/>
                  </a:lnTo>
                  <a:lnTo>
                    <a:pt x="7" y="1422"/>
                  </a:lnTo>
                  <a:lnTo>
                    <a:pt x="7" y="1414"/>
                  </a:lnTo>
                  <a:lnTo>
                    <a:pt x="7" y="1414"/>
                  </a:lnTo>
                  <a:lnTo>
                    <a:pt x="7" y="712"/>
                  </a:lnTo>
                  <a:moveTo>
                    <a:pt x="7" y="0"/>
                  </a:moveTo>
                  <a:lnTo>
                    <a:pt x="7" y="0"/>
                  </a:lnTo>
                  <a:lnTo>
                    <a:pt x="7" y="704"/>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48" name="Freeform 148">
              <a:extLst>
                <a:ext uri="{FF2B5EF4-FFF2-40B4-BE49-F238E27FC236}">
                  <a16:creationId xmlns:a16="http://schemas.microsoft.com/office/drawing/2014/main" id="{6D8CF50B-5DF4-134D-90C9-5C4C05D2F302}"/>
                </a:ext>
              </a:extLst>
            </p:cNvPr>
            <p:cNvSpPr>
              <a:spLocks/>
            </p:cNvSpPr>
            <p:nvPr/>
          </p:nvSpPr>
          <p:spPr bwMode="auto">
            <a:xfrm>
              <a:off x="8568048" y="3430740"/>
              <a:ext cx="4167" cy="423863"/>
            </a:xfrm>
            <a:custGeom>
              <a:avLst/>
              <a:gdLst>
                <a:gd name="T0" fmla="*/ 7 w 7"/>
                <a:gd name="T1" fmla="*/ 0 h 712"/>
                <a:gd name="T2" fmla="*/ 0 w 7"/>
                <a:gd name="T3" fmla="*/ 0 h 712"/>
                <a:gd name="T4" fmla="*/ 0 w 7"/>
                <a:gd name="T5" fmla="*/ 712 h 712"/>
                <a:gd name="T6" fmla="*/ 7 w 7"/>
                <a:gd name="T7" fmla="*/ 712 h 712"/>
                <a:gd name="T8" fmla="*/ 7 w 7"/>
                <a:gd name="T9" fmla="*/ 704 h 712"/>
                <a:gd name="T10" fmla="*/ 7 w 7"/>
                <a:gd name="T11" fmla="*/ 704 h 712"/>
                <a:gd name="T12" fmla="*/ 7 w 7"/>
                <a:gd name="T13" fmla="*/ 0 h 712"/>
              </a:gdLst>
              <a:ahLst/>
              <a:cxnLst>
                <a:cxn ang="0">
                  <a:pos x="T0" y="T1"/>
                </a:cxn>
                <a:cxn ang="0">
                  <a:pos x="T2" y="T3"/>
                </a:cxn>
                <a:cxn ang="0">
                  <a:pos x="T4" y="T5"/>
                </a:cxn>
                <a:cxn ang="0">
                  <a:pos x="T6" y="T7"/>
                </a:cxn>
                <a:cxn ang="0">
                  <a:pos x="T8" y="T9"/>
                </a:cxn>
                <a:cxn ang="0">
                  <a:pos x="T10" y="T11"/>
                </a:cxn>
                <a:cxn ang="0">
                  <a:pos x="T12" y="T13"/>
                </a:cxn>
              </a:cxnLst>
              <a:rect l="0" t="0" r="r" b="b"/>
              <a:pathLst>
                <a:path w="7" h="712">
                  <a:moveTo>
                    <a:pt x="7" y="0"/>
                  </a:moveTo>
                  <a:lnTo>
                    <a:pt x="0" y="0"/>
                  </a:lnTo>
                  <a:lnTo>
                    <a:pt x="0" y="712"/>
                  </a:lnTo>
                  <a:lnTo>
                    <a:pt x="7" y="712"/>
                  </a:lnTo>
                  <a:lnTo>
                    <a:pt x="7" y="704"/>
                  </a:lnTo>
                  <a:lnTo>
                    <a:pt x="7" y="704"/>
                  </a:lnTo>
                  <a:lnTo>
                    <a:pt x="7"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49" name="Freeform 149">
              <a:extLst>
                <a:ext uri="{FF2B5EF4-FFF2-40B4-BE49-F238E27FC236}">
                  <a16:creationId xmlns:a16="http://schemas.microsoft.com/office/drawing/2014/main" id="{3A7F6D6D-D964-014C-9595-6D92518AAE84}"/>
                </a:ext>
              </a:extLst>
            </p:cNvPr>
            <p:cNvSpPr>
              <a:spLocks/>
            </p:cNvSpPr>
            <p:nvPr/>
          </p:nvSpPr>
          <p:spPr bwMode="auto">
            <a:xfrm>
              <a:off x="8568048" y="3430740"/>
              <a:ext cx="4167" cy="423863"/>
            </a:xfrm>
            <a:custGeom>
              <a:avLst/>
              <a:gdLst>
                <a:gd name="T0" fmla="*/ 7 w 7"/>
                <a:gd name="T1" fmla="*/ 0 h 712"/>
                <a:gd name="T2" fmla="*/ 0 w 7"/>
                <a:gd name="T3" fmla="*/ 0 h 712"/>
                <a:gd name="T4" fmla="*/ 0 w 7"/>
                <a:gd name="T5" fmla="*/ 712 h 712"/>
                <a:gd name="T6" fmla="*/ 7 w 7"/>
                <a:gd name="T7" fmla="*/ 712 h 712"/>
                <a:gd name="T8" fmla="*/ 7 w 7"/>
                <a:gd name="T9" fmla="*/ 704 h 712"/>
                <a:gd name="T10" fmla="*/ 7 w 7"/>
                <a:gd name="T11" fmla="*/ 704 h 712"/>
                <a:gd name="T12" fmla="*/ 7 w 7"/>
                <a:gd name="T13" fmla="*/ 0 h 712"/>
              </a:gdLst>
              <a:ahLst/>
              <a:cxnLst>
                <a:cxn ang="0">
                  <a:pos x="T0" y="T1"/>
                </a:cxn>
                <a:cxn ang="0">
                  <a:pos x="T2" y="T3"/>
                </a:cxn>
                <a:cxn ang="0">
                  <a:pos x="T4" y="T5"/>
                </a:cxn>
                <a:cxn ang="0">
                  <a:pos x="T6" y="T7"/>
                </a:cxn>
                <a:cxn ang="0">
                  <a:pos x="T8" y="T9"/>
                </a:cxn>
                <a:cxn ang="0">
                  <a:pos x="T10" y="T11"/>
                </a:cxn>
                <a:cxn ang="0">
                  <a:pos x="T12" y="T13"/>
                </a:cxn>
              </a:cxnLst>
              <a:rect l="0" t="0" r="r" b="b"/>
              <a:pathLst>
                <a:path w="7" h="712">
                  <a:moveTo>
                    <a:pt x="7" y="0"/>
                  </a:moveTo>
                  <a:lnTo>
                    <a:pt x="0" y="0"/>
                  </a:lnTo>
                  <a:lnTo>
                    <a:pt x="0" y="712"/>
                  </a:lnTo>
                  <a:lnTo>
                    <a:pt x="7" y="712"/>
                  </a:lnTo>
                  <a:lnTo>
                    <a:pt x="7" y="704"/>
                  </a:lnTo>
                  <a:lnTo>
                    <a:pt x="7" y="704"/>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50" name="Rectangle 150">
              <a:extLst>
                <a:ext uri="{FF2B5EF4-FFF2-40B4-BE49-F238E27FC236}">
                  <a16:creationId xmlns:a16="http://schemas.microsoft.com/office/drawing/2014/main" id="{FE30A95D-E28A-AB4E-9851-9773304D05DA}"/>
                </a:ext>
              </a:extLst>
            </p:cNvPr>
            <p:cNvSpPr>
              <a:spLocks noChangeArrowheads="1"/>
            </p:cNvSpPr>
            <p:nvPr/>
          </p:nvSpPr>
          <p:spPr bwMode="auto">
            <a:xfrm>
              <a:off x="8568048" y="3143204"/>
              <a:ext cx="4167" cy="287536"/>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51" name="Rectangle 151">
              <a:extLst>
                <a:ext uri="{FF2B5EF4-FFF2-40B4-BE49-F238E27FC236}">
                  <a16:creationId xmlns:a16="http://schemas.microsoft.com/office/drawing/2014/main" id="{1C218A01-115E-514D-A8B7-FE26692E6390}"/>
                </a:ext>
              </a:extLst>
            </p:cNvPr>
            <p:cNvSpPr>
              <a:spLocks noChangeArrowheads="1"/>
            </p:cNvSpPr>
            <p:nvPr/>
          </p:nvSpPr>
          <p:spPr bwMode="auto">
            <a:xfrm>
              <a:off x="8568048" y="3143204"/>
              <a:ext cx="4167" cy="287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52" name="TextBox 151">
              <a:extLst>
                <a:ext uri="{FF2B5EF4-FFF2-40B4-BE49-F238E27FC236}">
                  <a16:creationId xmlns:a16="http://schemas.microsoft.com/office/drawing/2014/main" id="{8E146C9A-AEB1-7340-A098-4459BBE44228}"/>
                </a:ext>
              </a:extLst>
            </p:cNvPr>
            <p:cNvSpPr txBox="1"/>
            <p:nvPr/>
          </p:nvSpPr>
          <p:spPr>
            <a:xfrm>
              <a:off x="2789943" y="3355720"/>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53" name="TextBox 152">
              <a:extLst>
                <a:ext uri="{FF2B5EF4-FFF2-40B4-BE49-F238E27FC236}">
                  <a16:creationId xmlns:a16="http://schemas.microsoft.com/office/drawing/2014/main" id="{3F8B996B-1633-1D4C-B5E9-779DC580E1B2}"/>
                </a:ext>
              </a:extLst>
            </p:cNvPr>
            <p:cNvSpPr txBox="1"/>
            <p:nvPr/>
          </p:nvSpPr>
          <p:spPr>
            <a:xfrm>
              <a:off x="2793475" y="3779582"/>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54" name="TextBox 153">
              <a:extLst>
                <a:ext uri="{FF2B5EF4-FFF2-40B4-BE49-F238E27FC236}">
                  <a16:creationId xmlns:a16="http://schemas.microsoft.com/office/drawing/2014/main" id="{C88D0C09-CC3A-364C-850E-B5AF070151F4}"/>
                </a:ext>
              </a:extLst>
            </p:cNvPr>
            <p:cNvSpPr txBox="1"/>
            <p:nvPr/>
          </p:nvSpPr>
          <p:spPr>
            <a:xfrm>
              <a:off x="4270173" y="3354440"/>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55" name="TextBox 154">
              <a:extLst>
                <a:ext uri="{FF2B5EF4-FFF2-40B4-BE49-F238E27FC236}">
                  <a16:creationId xmlns:a16="http://schemas.microsoft.com/office/drawing/2014/main" id="{9C88DFBB-B349-224D-A62E-9453278FE6DA}"/>
                </a:ext>
              </a:extLst>
            </p:cNvPr>
            <p:cNvSpPr txBox="1"/>
            <p:nvPr/>
          </p:nvSpPr>
          <p:spPr>
            <a:xfrm>
              <a:off x="4270173" y="3778304"/>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56" name="TextBox 155">
              <a:extLst>
                <a:ext uri="{FF2B5EF4-FFF2-40B4-BE49-F238E27FC236}">
                  <a16:creationId xmlns:a16="http://schemas.microsoft.com/office/drawing/2014/main" id="{A2B6670B-70B3-5C4D-A68C-2AAFE5A0AFF6}"/>
                </a:ext>
              </a:extLst>
            </p:cNvPr>
            <p:cNvSpPr txBox="1"/>
            <p:nvPr/>
          </p:nvSpPr>
          <p:spPr>
            <a:xfrm>
              <a:off x="4270173" y="4203373"/>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57" name="TextBox 156">
              <a:extLst>
                <a:ext uri="{FF2B5EF4-FFF2-40B4-BE49-F238E27FC236}">
                  <a16:creationId xmlns:a16="http://schemas.microsoft.com/office/drawing/2014/main" id="{DFD64F5F-6082-F442-9906-49C4764822CD}"/>
                </a:ext>
              </a:extLst>
            </p:cNvPr>
            <p:cNvSpPr txBox="1"/>
            <p:nvPr/>
          </p:nvSpPr>
          <p:spPr>
            <a:xfrm>
              <a:off x="4270173" y="4627235"/>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58" name="TextBox 157">
              <a:extLst>
                <a:ext uri="{FF2B5EF4-FFF2-40B4-BE49-F238E27FC236}">
                  <a16:creationId xmlns:a16="http://schemas.microsoft.com/office/drawing/2014/main" id="{F492DD2A-92D2-4147-8B59-473BBF26D5B1}"/>
                </a:ext>
              </a:extLst>
            </p:cNvPr>
            <p:cNvSpPr txBox="1"/>
            <p:nvPr/>
          </p:nvSpPr>
          <p:spPr>
            <a:xfrm>
              <a:off x="4270173" y="5054487"/>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59" name="TextBox 158">
              <a:extLst>
                <a:ext uri="{FF2B5EF4-FFF2-40B4-BE49-F238E27FC236}">
                  <a16:creationId xmlns:a16="http://schemas.microsoft.com/office/drawing/2014/main" id="{A37447C3-3E82-3F4E-85FF-1683F965C0B2}"/>
                </a:ext>
              </a:extLst>
            </p:cNvPr>
            <p:cNvSpPr txBox="1"/>
            <p:nvPr/>
          </p:nvSpPr>
          <p:spPr>
            <a:xfrm>
              <a:off x="8691093" y="3353321"/>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60" name="TextBox 159">
              <a:extLst>
                <a:ext uri="{FF2B5EF4-FFF2-40B4-BE49-F238E27FC236}">
                  <a16:creationId xmlns:a16="http://schemas.microsoft.com/office/drawing/2014/main" id="{FB8FEC53-4BF3-5D40-9B45-F346458080DA}"/>
                </a:ext>
              </a:extLst>
            </p:cNvPr>
            <p:cNvSpPr txBox="1"/>
            <p:nvPr/>
          </p:nvSpPr>
          <p:spPr>
            <a:xfrm>
              <a:off x="8691093" y="3777185"/>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61" name="TextBox 160">
              <a:extLst>
                <a:ext uri="{FF2B5EF4-FFF2-40B4-BE49-F238E27FC236}">
                  <a16:creationId xmlns:a16="http://schemas.microsoft.com/office/drawing/2014/main" id="{DF92530A-C5DF-6C45-9B4F-461EAAD06EF4}"/>
                </a:ext>
              </a:extLst>
            </p:cNvPr>
            <p:cNvSpPr txBox="1"/>
            <p:nvPr/>
          </p:nvSpPr>
          <p:spPr>
            <a:xfrm>
              <a:off x="8691093" y="4202254"/>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62" name="TextBox 161">
              <a:extLst>
                <a:ext uri="{FF2B5EF4-FFF2-40B4-BE49-F238E27FC236}">
                  <a16:creationId xmlns:a16="http://schemas.microsoft.com/office/drawing/2014/main" id="{85E1941C-7445-1746-9FD3-692A671FC82D}"/>
                </a:ext>
              </a:extLst>
            </p:cNvPr>
            <p:cNvSpPr txBox="1"/>
            <p:nvPr/>
          </p:nvSpPr>
          <p:spPr>
            <a:xfrm>
              <a:off x="8691093" y="4626117"/>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63" name="TextBox 162">
              <a:extLst>
                <a:ext uri="{FF2B5EF4-FFF2-40B4-BE49-F238E27FC236}">
                  <a16:creationId xmlns:a16="http://schemas.microsoft.com/office/drawing/2014/main" id="{275FD3FA-DAA8-0F4E-A4AB-65FB82739102}"/>
                </a:ext>
              </a:extLst>
            </p:cNvPr>
            <p:cNvSpPr txBox="1"/>
            <p:nvPr/>
          </p:nvSpPr>
          <p:spPr>
            <a:xfrm>
              <a:off x="8691093" y="5053368"/>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64" name="TextBox 163">
              <a:extLst>
                <a:ext uri="{FF2B5EF4-FFF2-40B4-BE49-F238E27FC236}">
                  <a16:creationId xmlns:a16="http://schemas.microsoft.com/office/drawing/2014/main" id="{FBAB6E8A-BB29-3F47-B40A-35777E5D8A72}"/>
                </a:ext>
              </a:extLst>
            </p:cNvPr>
            <p:cNvSpPr txBox="1"/>
            <p:nvPr/>
          </p:nvSpPr>
          <p:spPr>
            <a:xfrm>
              <a:off x="7214431" y="3361490"/>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65" name="TextBox 164">
              <a:extLst>
                <a:ext uri="{FF2B5EF4-FFF2-40B4-BE49-F238E27FC236}">
                  <a16:creationId xmlns:a16="http://schemas.microsoft.com/office/drawing/2014/main" id="{1EF82755-6E5E-314E-A41C-207FBC309876}"/>
                </a:ext>
              </a:extLst>
            </p:cNvPr>
            <p:cNvSpPr txBox="1"/>
            <p:nvPr/>
          </p:nvSpPr>
          <p:spPr>
            <a:xfrm>
              <a:off x="7214431" y="3785353"/>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66" name="TextBox 165">
              <a:extLst>
                <a:ext uri="{FF2B5EF4-FFF2-40B4-BE49-F238E27FC236}">
                  <a16:creationId xmlns:a16="http://schemas.microsoft.com/office/drawing/2014/main" id="{060A5A1F-6D03-6C4E-ADAC-37BEB79964D2}"/>
                </a:ext>
              </a:extLst>
            </p:cNvPr>
            <p:cNvSpPr txBox="1"/>
            <p:nvPr/>
          </p:nvSpPr>
          <p:spPr>
            <a:xfrm>
              <a:off x="5743225" y="3361490"/>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67" name="TextBox 166">
              <a:extLst>
                <a:ext uri="{FF2B5EF4-FFF2-40B4-BE49-F238E27FC236}">
                  <a16:creationId xmlns:a16="http://schemas.microsoft.com/office/drawing/2014/main" id="{C49F2F55-74C5-E045-9839-49138C42F813}"/>
                </a:ext>
              </a:extLst>
            </p:cNvPr>
            <p:cNvSpPr txBox="1"/>
            <p:nvPr/>
          </p:nvSpPr>
          <p:spPr>
            <a:xfrm>
              <a:off x="5743225" y="3785353"/>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68" name="TextBox 167">
              <a:extLst>
                <a:ext uri="{FF2B5EF4-FFF2-40B4-BE49-F238E27FC236}">
                  <a16:creationId xmlns:a16="http://schemas.microsoft.com/office/drawing/2014/main" id="{58F3C8AF-8551-9243-A1F9-30834AA9438E}"/>
                </a:ext>
              </a:extLst>
            </p:cNvPr>
            <p:cNvSpPr txBox="1"/>
            <p:nvPr/>
          </p:nvSpPr>
          <p:spPr>
            <a:xfrm>
              <a:off x="5736146" y="4212788"/>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69" name="TextBox 168">
              <a:extLst>
                <a:ext uri="{FF2B5EF4-FFF2-40B4-BE49-F238E27FC236}">
                  <a16:creationId xmlns:a16="http://schemas.microsoft.com/office/drawing/2014/main" id="{3B7A4495-252A-9740-8000-6DD73E4D955A}"/>
                </a:ext>
              </a:extLst>
            </p:cNvPr>
            <p:cNvSpPr txBox="1"/>
            <p:nvPr/>
          </p:nvSpPr>
          <p:spPr>
            <a:xfrm>
              <a:off x="2550034" y="2880821"/>
              <a:ext cx="1178678" cy="207749"/>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750" b="0" i="0" u="none" strike="noStrike" kern="1200" cap="none" spc="0" normalizeH="0" baseline="0" noProof="0">
                <a:ln>
                  <a:noFill/>
                </a:ln>
                <a:solidFill>
                  <a:srgbClr val="FFFFFF"/>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70" name="TextBox 169">
              <a:extLst>
                <a:ext uri="{FF2B5EF4-FFF2-40B4-BE49-F238E27FC236}">
                  <a16:creationId xmlns:a16="http://schemas.microsoft.com/office/drawing/2014/main" id="{67CD565A-41AA-584B-9A83-B77DF00FA980}"/>
                </a:ext>
              </a:extLst>
            </p:cNvPr>
            <p:cNvSpPr txBox="1"/>
            <p:nvPr/>
          </p:nvSpPr>
          <p:spPr>
            <a:xfrm>
              <a:off x="4025218" y="2886677"/>
              <a:ext cx="1178678" cy="207749"/>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750" b="0" i="0" u="none" strike="noStrike" kern="1200" cap="none" spc="0" normalizeH="0" baseline="0" noProof="0">
                <a:ln>
                  <a:noFill/>
                </a:ln>
                <a:solidFill>
                  <a:srgbClr val="FFFFFF"/>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71" name="TextBox 170">
              <a:extLst>
                <a:ext uri="{FF2B5EF4-FFF2-40B4-BE49-F238E27FC236}">
                  <a16:creationId xmlns:a16="http://schemas.microsoft.com/office/drawing/2014/main" id="{8AF9DE6A-EAFB-7644-94CC-B96F704DDC31}"/>
                </a:ext>
              </a:extLst>
            </p:cNvPr>
            <p:cNvSpPr txBox="1"/>
            <p:nvPr/>
          </p:nvSpPr>
          <p:spPr>
            <a:xfrm>
              <a:off x="5500403" y="2882766"/>
              <a:ext cx="1178678" cy="207749"/>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750"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72" name="TextBox 171">
              <a:extLst>
                <a:ext uri="{FF2B5EF4-FFF2-40B4-BE49-F238E27FC236}">
                  <a16:creationId xmlns:a16="http://schemas.microsoft.com/office/drawing/2014/main" id="{B0AC0D98-C572-0B44-B3E2-F3456538B679}"/>
                </a:ext>
              </a:extLst>
            </p:cNvPr>
            <p:cNvSpPr txBox="1"/>
            <p:nvPr/>
          </p:nvSpPr>
          <p:spPr>
            <a:xfrm>
              <a:off x="6975587" y="2875050"/>
              <a:ext cx="1178678" cy="207749"/>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750"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73" name="TextBox 172">
              <a:extLst>
                <a:ext uri="{FF2B5EF4-FFF2-40B4-BE49-F238E27FC236}">
                  <a16:creationId xmlns:a16="http://schemas.microsoft.com/office/drawing/2014/main" id="{9D45CAEA-F516-1D4B-A753-4FAB4161FBAB}"/>
                </a:ext>
              </a:extLst>
            </p:cNvPr>
            <p:cNvSpPr txBox="1"/>
            <p:nvPr/>
          </p:nvSpPr>
          <p:spPr>
            <a:xfrm>
              <a:off x="8450771" y="2886105"/>
              <a:ext cx="1178678" cy="207749"/>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750"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74" name="Freeform 42">
              <a:extLst>
                <a:ext uri="{FF2B5EF4-FFF2-40B4-BE49-F238E27FC236}">
                  <a16:creationId xmlns:a16="http://schemas.microsoft.com/office/drawing/2014/main" id="{742582A3-CD90-CB47-936F-38565A7EA2AD}"/>
                </a:ext>
              </a:extLst>
            </p:cNvPr>
            <p:cNvSpPr>
              <a:spLocks/>
            </p:cNvSpPr>
            <p:nvPr/>
          </p:nvSpPr>
          <p:spPr bwMode="auto">
            <a:xfrm>
              <a:off x="5504014" y="1947328"/>
              <a:ext cx="1181100" cy="366117"/>
            </a:xfrm>
            <a:custGeom>
              <a:avLst/>
              <a:gdLst>
                <a:gd name="T0" fmla="*/ 0 w 1023"/>
                <a:gd name="T1" fmla="*/ 32 h 317"/>
                <a:gd name="T2" fmla="*/ 32 w 1023"/>
                <a:gd name="T3" fmla="*/ 0 h 317"/>
                <a:gd name="T4" fmla="*/ 991 w 1023"/>
                <a:gd name="T5" fmla="*/ 0 h 317"/>
                <a:gd name="T6" fmla="*/ 1023 w 1023"/>
                <a:gd name="T7" fmla="*/ 32 h 317"/>
                <a:gd name="T8" fmla="*/ 1023 w 1023"/>
                <a:gd name="T9" fmla="*/ 286 h 317"/>
                <a:gd name="T10" fmla="*/ 991 w 1023"/>
                <a:gd name="T11" fmla="*/ 317 h 317"/>
                <a:gd name="T12" fmla="*/ 32 w 1023"/>
                <a:gd name="T13" fmla="*/ 317 h 317"/>
                <a:gd name="T14" fmla="*/ 0 w 1023"/>
                <a:gd name="T15" fmla="*/ 286 h 317"/>
                <a:gd name="T16" fmla="*/ 0 w 1023"/>
                <a:gd name="T17" fmla="*/ 32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3" h="317">
                  <a:moveTo>
                    <a:pt x="0" y="32"/>
                  </a:moveTo>
                  <a:cubicBezTo>
                    <a:pt x="0" y="14"/>
                    <a:pt x="14" y="0"/>
                    <a:pt x="32" y="0"/>
                  </a:cubicBezTo>
                  <a:cubicBezTo>
                    <a:pt x="991" y="0"/>
                    <a:pt x="991" y="0"/>
                    <a:pt x="991" y="0"/>
                  </a:cubicBezTo>
                  <a:cubicBezTo>
                    <a:pt x="1008" y="0"/>
                    <a:pt x="1023" y="14"/>
                    <a:pt x="1023" y="32"/>
                  </a:cubicBezTo>
                  <a:cubicBezTo>
                    <a:pt x="1023" y="286"/>
                    <a:pt x="1023" y="286"/>
                    <a:pt x="1023" y="286"/>
                  </a:cubicBezTo>
                  <a:cubicBezTo>
                    <a:pt x="1023" y="303"/>
                    <a:pt x="1008" y="317"/>
                    <a:pt x="991" y="317"/>
                  </a:cubicBezTo>
                  <a:cubicBezTo>
                    <a:pt x="32" y="317"/>
                    <a:pt x="32" y="317"/>
                    <a:pt x="32" y="317"/>
                  </a:cubicBezTo>
                  <a:cubicBezTo>
                    <a:pt x="14" y="317"/>
                    <a:pt x="0" y="303"/>
                    <a:pt x="0" y="286"/>
                  </a:cubicBezTo>
                  <a:lnTo>
                    <a:pt x="0" y="32"/>
                  </a:lnTo>
                  <a:close/>
                </a:path>
              </a:pathLst>
            </a:custGeom>
            <a:solidFill>
              <a:srgbClr val="333333"/>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333333"/>
                </a:solidFill>
                <a:effectLst/>
                <a:uLnTx/>
                <a:uFillTx/>
                <a:latin typeface="Graphik" panose="020B0503030202060203" pitchFamily="34" charset="77"/>
                <a:ea typeface="+mn-ea"/>
                <a:cs typeface="+mn-cs"/>
              </a:endParaRPr>
            </a:p>
          </p:txBody>
        </p:sp>
        <p:sp>
          <p:nvSpPr>
            <p:cNvPr id="175" name="TextBox 174">
              <a:extLst>
                <a:ext uri="{FF2B5EF4-FFF2-40B4-BE49-F238E27FC236}">
                  <a16:creationId xmlns:a16="http://schemas.microsoft.com/office/drawing/2014/main" id="{5DC80615-A149-014D-A2E5-36A32654C140}"/>
                </a:ext>
              </a:extLst>
            </p:cNvPr>
            <p:cNvSpPr txBox="1"/>
            <p:nvPr/>
          </p:nvSpPr>
          <p:spPr>
            <a:xfrm>
              <a:off x="5503419" y="2053006"/>
              <a:ext cx="1178678" cy="207749"/>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750" b="0" i="0" u="none" strike="noStrike" kern="1200" cap="none" spc="0" normalizeH="0" baseline="0" noProof="0">
                <a:ln>
                  <a:noFill/>
                </a:ln>
                <a:solidFill>
                  <a:srgbClr val="FFFFFF"/>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cxnSp>
          <p:nvCxnSpPr>
            <p:cNvPr id="176" name="Straight Connector 175">
              <a:extLst>
                <a:ext uri="{FF2B5EF4-FFF2-40B4-BE49-F238E27FC236}">
                  <a16:creationId xmlns:a16="http://schemas.microsoft.com/office/drawing/2014/main" id="{A7348CF3-93BC-A946-96A6-6269875D2DEE}"/>
                </a:ext>
              </a:extLst>
            </p:cNvPr>
            <p:cNvCxnSpPr/>
            <p:nvPr/>
          </p:nvCxnSpPr>
          <p:spPr>
            <a:xfrm>
              <a:off x="3122716" y="2540577"/>
              <a:ext cx="5953991" cy="0"/>
            </a:xfrm>
            <a:prstGeom prst="line">
              <a:avLst/>
            </a:prstGeom>
            <a:ln>
              <a:solidFill>
                <a:srgbClr val="C5C5C5"/>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EEBDECB4-3E9A-7546-B358-C5B2EA164747}"/>
                </a:ext>
              </a:extLst>
            </p:cNvPr>
            <p:cNvCxnSpPr/>
            <p:nvPr/>
          </p:nvCxnSpPr>
          <p:spPr>
            <a:xfrm>
              <a:off x="3122716" y="2540577"/>
              <a:ext cx="0" cy="236510"/>
            </a:xfrm>
            <a:prstGeom prst="line">
              <a:avLst/>
            </a:prstGeom>
            <a:ln>
              <a:solidFill>
                <a:srgbClr val="C5C5C5"/>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09067E9C-D024-B549-8C2C-35BA9BD6D187}"/>
                </a:ext>
              </a:extLst>
            </p:cNvPr>
            <p:cNvCxnSpPr/>
            <p:nvPr/>
          </p:nvCxnSpPr>
          <p:spPr>
            <a:xfrm>
              <a:off x="4618265" y="2540577"/>
              <a:ext cx="0" cy="236510"/>
            </a:xfrm>
            <a:prstGeom prst="line">
              <a:avLst/>
            </a:prstGeom>
            <a:ln>
              <a:solidFill>
                <a:srgbClr val="C5C5C5"/>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AFCF4F6B-7218-184E-A86C-E090FC14EB78}"/>
                </a:ext>
              </a:extLst>
            </p:cNvPr>
            <p:cNvCxnSpPr/>
            <p:nvPr/>
          </p:nvCxnSpPr>
          <p:spPr>
            <a:xfrm>
              <a:off x="6078187" y="2540577"/>
              <a:ext cx="0" cy="236510"/>
            </a:xfrm>
            <a:prstGeom prst="line">
              <a:avLst/>
            </a:prstGeom>
            <a:ln>
              <a:solidFill>
                <a:srgbClr val="C5C5C5"/>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2D6D8A17-8DC2-2646-AAD2-8BC4B5DF8A05}"/>
                </a:ext>
              </a:extLst>
            </p:cNvPr>
            <p:cNvCxnSpPr/>
            <p:nvPr/>
          </p:nvCxnSpPr>
          <p:spPr>
            <a:xfrm>
              <a:off x="7556665" y="2540577"/>
              <a:ext cx="0" cy="236510"/>
            </a:xfrm>
            <a:prstGeom prst="line">
              <a:avLst/>
            </a:prstGeom>
            <a:ln>
              <a:solidFill>
                <a:srgbClr val="C5C5C5"/>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1F08FBA6-F19A-834B-81D1-5F6DD655F4B7}"/>
                </a:ext>
              </a:extLst>
            </p:cNvPr>
            <p:cNvCxnSpPr/>
            <p:nvPr/>
          </p:nvCxnSpPr>
          <p:spPr>
            <a:xfrm>
              <a:off x="9076707" y="2540577"/>
              <a:ext cx="0" cy="236510"/>
            </a:xfrm>
            <a:prstGeom prst="line">
              <a:avLst/>
            </a:prstGeom>
            <a:ln>
              <a:solidFill>
                <a:srgbClr val="C5C5C5"/>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2FDC7546-7F90-CE43-BA17-2D126DA945F4}"/>
                </a:ext>
              </a:extLst>
            </p:cNvPr>
            <p:cNvCxnSpPr/>
            <p:nvPr/>
          </p:nvCxnSpPr>
          <p:spPr>
            <a:xfrm>
              <a:off x="6078187" y="2313445"/>
              <a:ext cx="0" cy="236510"/>
            </a:xfrm>
            <a:prstGeom prst="line">
              <a:avLst/>
            </a:prstGeom>
            <a:ln>
              <a:solidFill>
                <a:srgbClr val="C5C5C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4456814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3">
            <a:extLst>
              <a:ext uri="{FF2B5EF4-FFF2-40B4-BE49-F238E27FC236}">
                <a16:creationId xmlns:a16="http://schemas.microsoft.com/office/drawing/2014/main" id="{89742F2A-AEBF-D441-900D-25CA5573BFEC}"/>
              </a:ext>
            </a:extLst>
          </p:cNvPr>
          <p:cNvSpPr txBox="1">
            <a:spLocks/>
          </p:cNvSpPr>
          <p:nvPr/>
        </p:nvSpPr>
        <p:spPr>
          <a:xfrm>
            <a:off x="11471566" y="6257742"/>
            <a:ext cx="431079" cy="3890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0" rtl="0" eaLnBrk="1" fontAlgn="auto" latinLnBrk="0" hangingPunct="1">
              <a:lnSpc>
                <a:spcPct val="100000"/>
              </a:lnSpc>
              <a:spcBef>
                <a:spcPts val="0"/>
              </a:spcBef>
              <a:spcAft>
                <a:spcPts val="0"/>
              </a:spcAft>
              <a:buClrTx/>
              <a:buSzTx/>
              <a:buFontTx/>
              <a:buNone/>
              <a:tabLst/>
              <a:defRPr/>
            </a:pPr>
            <a:fld id="{FCEE2C88-6C8F-484D-AF69-578F576B1F44}" type="slidenum">
              <a:rPr kumimoji="0" lang="en-US" sz="1000" b="0" i="0" u="none" strike="noStrike" kern="1200" cap="none" spc="0" normalizeH="0" baseline="0" noProof="0" smtClean="0">
                <a:ln>
                  <a:noFill/>
                </a:ln>
                <a:solidFill>
                  <a:prstClr val="white">
                    <a:lumMod val="50000"/>
                  </a:prstClr>
                </a:solidFill>
                <a:effectLst/>
                <a:uLnTx/>
                <a:uFillTx/>
                <a:latin typeface="Roboto Light" panose="02000000000000000000" pitchFamily="2" charset="0"/>
                <a:ea typeface="Roboto Light" panose="02000000000000000000" pitchFamily="2" charset="0"/>
                <a:cs typeface="+mn-cs"/>
              </a:rPr>
              <a:pPr marL="0" marR="0" lvl="0" indent="0" algn="ctr" defTabSz="914340" rtl="0" eaLnBrk="1" fontAlgn="auto" latinLnBrk="0" hangingPunct="1">
                <a:lnSpc>
                  <a:spcPct val="100000"/>
                </a:lnSpc>
                <a:spcBef>
                  <a:spcPts val="0"/>
                </a:spcBef>
                <a:spcAft>
                  <a:spcPts val="0"/>
                </a:spcAft>
                <a:buClrTx/>
                <a:buSzTx/>
                <a:buFontTx/>
                <a:buNone/>
                <a:tabLst/>
                <a:defRPr/>
              </a:pPr>
              <a:t>3</a:t>
            </a:fld>
            <a:endParaRPr kumimoji="0" lang="en-US" sz="1000" b="0" i="0" u="none" strike="noStrike" kern="1200" cap="none" spc="0" normalizeH="0" baseline="0" noProof="0">
              <a:ln>
                <a:noFill/>
              </a:ln>
              <a:solidFill>
                <a:prstClr val="white">
                  <a:lumMod val="50000"/>
                </a:prstClr>
              </a:solidFill>
              <a:effectLst/>
              <a:uLnTx/>
              <a:uFillTx/>
              <a:latin typeface="Roboto Light" panose="02000000000000000000" pitchFamily="2" charset="0"/>
              <a:ea typeface="Roboto Light" panose="02000000000000000000" pitchFamily="2" charset="0"/>
              <a:cs typeface="+mn-cs"/>
            </a:endParaRPr>
          </a:p>
        </p:txBody>
      </p:sp>
      <p:sp>
        <p:nvSpPr>
          <p:cNvPr id="17" name="Slide Number Placeholder 3">
            <a:extLst>
              <a:ext uri="{FF2B5EF4-FFF2-40B4-BE49-F238E27FC236}">
                <a16:creationId xmlns:a16="http://schemas.microsoft.com/office/drawing/2014/main" id="{2BFB9839-07C8-FC4F-A7F6-8439DD2C8255}"/>
              </a:ext>
            </a:extLst>
          </p:cNvPr>
          <p:cNvSpPr txBox="1">
            <a:spLocks/>
          </p:cNvSpPr>
          <p:nvPr/>
        </p:nvSpPr>
        <p:spPr>
          <a:xfrm>
            <a:off x="11471566" y="6257741"/>
            <a:ext cx="431079" cy="389083"/>
          </a:xfrm>
          <a:prstGeom prst="rect">
            <a:avLst/>
          </a:prstGeom>
        </p:spPr>
        <p:txBody>
          <a:bodyPr vert="horz" lIns="0" tIns="0" rIns="0" bIns="0" rtlCol="0" anchor="ctr"/>
          <a:lstStyle>
            <a:defPPr>
              <a:defRPr lang="en-US"/>
            </a:defPPr>
            <a:lvl1pPr marL="0" algn="ctr" defTabSz="914377" rtl="0" eaLnBrk="1" latinLnBrk="0" hangingPunct="1">
              <a:defRPr sz="1000" kern="1200">
                <a:solidFill>
                  <a:schemeClr val="bg1">
                    <a:lumMod val="50000"/>
                  </a:schemeClr>
                </a:solidFill>
                <a:latin typeface="Roboto Light" panose="02000000000000000000" pitchFamily="2" charset="0"/>
                <a:ea typeface="Roboto Light" panose="02000000000000000000" pitchFamily="2" charset="0"/>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fld id="{FCEE2C88-6C8F-484D-AF69-578F576B1F44}" type="slidenum">
              <a:rPr kumimoji="0" lang="en-US" sz="1000" b="0" i="0" u="none" strike="noStrike" kern="1200" cap="none" spc="0" normalizeH="0" baseline="0" noProof="0">
                <a:ln>
                  <a:noFill/>
                </a:ln>
                <a:solidFill>
                  <a:prstClr val="white">
                    <a:lumMod val="50000"/>
                  </a:prstClr>
                </a:solidFill>
                <a:effectLst/>
                <a:uLnTx/>
                <a:uFillTx/>
                <a:latin typeface="Roboto Light" panose="02000000000000000000" pitchFamily="2" charset="0"/>
                <a:ea typeface="Roboto Light" panose="02000000000000000000" pitchFamily="2" charset="0"/>
                <a:cs typeface="+mn-cs"/>
              </a:rPr>
              <a:pPr marL="0" marR="0" lvl="0" indent="0" algn="ctr" defTabSz="914377" rtl="0" eaLnBrk="1" fontAlgn="auto" latinLnBrk="0" hangingPunct="1">
                <a:lnSpc>
                  <a:spcPct val="100000"/>
                </a:lnSpc>
                <a:spcBef>
                  <a:spcPts val="0"/>
                </a:spcBef>
                <a:spcAft>
                  <a:spcPts val="0"/>
                </a:spcAft>
                <a:buClrTx/>
                <a:buSzTx/>
                <a:buFontTx/>
                <a:buNone/>
                <a:tabLst/>
                <a:defRPr/>
              </a:pPr>
              <a:t>3</a:t>
            </a:fld>
            <a:endParaRPr kumimoji="0" lang="en-US" sz="1000" b="0" i="0" u="none" strike="noStrike" kern="1200" cap="none" spc="0" normalizeH="0" baseline="0" noProof="0">
              <a:ln>
                <a:noFill/>
              </a:ln>
              <a:solidFill>
                <a:prstClr val="white">
                  <a:lumMod val="50000"/>
                </a:prstClr>
              </a:solidFill>
              <a:effectLst/>
              <a:uLnTx/>
              <a:uFillTx/>
              <a:latin typeface="Roboto Light" panose="02000000000000000000" pitchFamily="2" charset="0"/>
              <a:ea typeface="Roboto Light" panose="02000000000000000000" pitchFamily="2" charset="0"/>
              <a:cs typeface="+mn-cs"/>
            </a:endParaRPr>
          </a:p>
        </p:txBody>
      </p:sp>
      <p:sp>
        <p:nvSpPr>
          <p:cNvPr id="19" name="Text Placeholder 8">
            <a:extLst>
              <a:ext uri="{FF2B5EF4-FFF2-40B4-BE49-F238E27FC236}">
                <a16:creationId xmlns:a16="http://schemas.microsoft.com/office/drawing/2014/main" id="{F0C68A32-3114-FD48-8E4C-020A37ADADF6}"/>
              </a:ext>
            </a:extLst>
          </p:cNvPr>
          <p:cNvSpPr txBox="1">
            <a:spLocks/>
          </p:cNvSpPr>
          <p:nvPr/>
        </p:nvSpPr>
        <p:spPr>
          <a:xfrm>
            <a:off x="412586" y="339365"/>
            <a:ext cx="10905239" cy="775451"/>
          </a:xfrm>
          <a:prstGeom prst="rect">
            <a:avLst/>
          </a:prstGeom>
        </p:spPr>
        <p:txBody>
          <a:bodyPr/>
          <a:lst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200" b="1" i="0" u="none" strike="noStrike" kern="1200" cap="none" spc="0" normalizeH="0" baseline="0" noProof="0">
                <a:ln>
                  <a:noFill/>
                </a:ln>
                <a:solidFill>
                  <a:srgbClr val="000000"/>
                </a:solidFill>
                <a:effectLst/>
                <a:uLnTx/>
                <a:uFillTx/>
                <a:latin typeface="Graphik"/>
                <a:ea typeface="+mn-ea"/>
                <a:cs typeface="+mn-cs"/>
              </a:rPr>
              <a:t>Title – 2 lines text. Kanye, Adam Neumann, Elizabeth Holmes all walk into a Lower East Side bar and …</a:t>
            </a:r>
          </a:p>
        </p:txBody>
      </p:sp>
      <p:grpSp>
        <p:nvGrpSpPr>
          <p:cNvPr id="2" name="Group 1">
            <a:extLst>
              <a:ext uri="{FF2B5EF4-FFF2-40B4-BE49-F238E27FC236}">
                <a16:creationId xmlns:a16="http://schemas.microsoft.com/office/drawing/2014/main" id="{9111FFCA-9B2F-4D2F-985F-0D81910DDEB2}"/>
              </a:ext>
            </a:extLst>
          </p:cNvPr>
          <p:cNvGrpSpPr/>
          <p:nvPr/>
        </p:nvGrpSpPr>
        <p:grpSpPr>
          <a:xfrm>
            <a:off x="2550033" y="1947328"/>
            <a:ext cx="7083029" cy="4023016"/>
            <a:chOff x="2550033" y="1947328"/>
            <a:chExt cx="7083029" cy="4023016"/>
          </a:xfrm>
        </p:grpSpPr>
        <p:sp>
          <p:nvSpPr>
            <p:cNvPr id="5" name="Rectangle 153">
              <a:extLst>
                <a:ext uri="{FF2B5EF4-FFF2-40B4-BE49-F238E27FC236}">
                  <a16:creationId xmlns:a16="http://schemas.microsoft.com/office/drawing/2014/main" id="{1F7600CC-B837-1940-9641-2B1ED09AE87E}"/>
                </a:ext>
              </a:extLst>
            </p:cNvPr>
            <p:cNvSpPr>
              <a:spLocks noChangeArrowheads="1"/>
            </p:cNvSpPr>
            <p:nvPr/>
          </p:nvSpPr>
          <p:spPr bwMode="auto">
            <a:xfrm>
              <a:off x="8687705" y="5965582"/>
              <a:ext cx="596" cy="4762"/>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 name="Rectangle 154">
              <a:extLst>
                <a:ext uri="{FF2B5EF4-FFF2-40B4-BE49-F238E27FC236}">
                  <a16:creationId xmlns:a16="http://schemas.microsoft.com/office/drawing/2014/main" id="{A23C951C-B074-E04B-9BC4-EA72BA5791DB}"/>
                </a:ext>
              </a:extLst>
            </p:cNvPr>
            <p:cNvSpPr>
              <a:spLocks noChangeArrowheads="1"/>
            </p:cNvSpPr>
            <p:nvPr/>
          </p:nvSpPr>
          <p:spPr bwMode="auto">
            <a:xfrm>
              <a:off x="8687705" y="5965582"/>
              <a:ext cx="596" cy="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8" name="Freeform 5">
              <a:extLst>
                <a:ext uri="{FF2B5EF4-FFF2-40B4-BE49-F238E27FC236}">
                  <a16:creationId xmlns:a16="http://schemas.microsoft.com/office/drawing/2014/main" id="{082EFC33-6999-FA45-A4EA-651B13DB91A0}"/>
                </a:ext>
              </a:extLst>
            </p:cNvPr>
            <p:cNvSpPr>
              <a:spLocks/>
            </p:cNvSpPr>
            <p:nvPr/>
          </p:nvSpPr>
          <p:spPr bwMode="auto">
            <a:xfrm>
              <a:off x="2550033" y="2777087"/>
              <a:ext cx="1180505" cy="366117"/>
            </a:xfrm>
            <a:custGeom>
              <a:avLst/>
              <a:gdLst>
                <a:gd name="T0" fmla="*/ 0 w 1023"/>
                <a:gd name="T1" fmla="*/ 32 h 317"/>
                <a:gd name="T2" fmla="*/ 32 w 1023"/>
                <a:gd name="T3" fmla="*/ 0 h 317"/>
                <a:gd name="T4" fmla="*/ 991 w 1023"/>
                <a:gd name="T5" fmla="*/ 0 h 317"/>
                <a:gd name="T6" fmla="*/ 1023 w 1023"/>
                <a:gd name="T7" fmla="*/ 32 h 317"/>
                <a:gd name="T8" fmla="*/ 1023 w 1023"/>
                <a:gd name="T9" fmla="*/ 286 h 317"/>
                <a:gd name="T10" fmla="*/ 991 w 1023"/>
                <a:gd name="T11" fmla="*/ 317 h 317"/>
                <a:gd name="T12" fmla="*/ 32 w 1023"/>
                <a:gd name="T13" fmla="*/ 317 h 317"/>
                <a:gd name="T14" fmla="*/ 0 w 1023"/>
                <a:gd name="T15" fmla="*/ 286 h 317"/>
                <a:gd name="T16" fmla="*/ 0 w 1023"/>
                <a:gd name="T17" fmla="*/ 32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3" h="317">
                  <a:moveTo>
                    <a:pt x="0" y="32"/>
                  </a:moveTo>
                  <a:cubicBezTo>
                    <a:pt x="0" y="14"/>
                    <a:pt x="14" y="0"/>
                    <a:pt x="32" y="0"/>
                  </a:cubicBezTo>
                  <a:cubicBezTo>
                    <a:pt x="991" y="0"/>
                    <a:pt x="991" y="0"/>
                    <a:pt x="991" y="0"/>
                  </a:cubicBezTo>
                  <a:cubicBezTo>
                    <a:pt x="1008" y="0"/>
                    <a:pt x="1023" y="14"/>
                    <a:pt x="1023" y="32"/>
                  </a:cubicBezTo>
                  <a:cubicBezTo>
                    <a:pt x="1023" y="286"/>
                    <a:pt x="1023" y="286"/>
                    <a:pt x="1023" y="286"/>
                  </a:cubicBezTo>
                  <a:cubicBezTo>
                    <a:pt x="1023" y="303"/>
                    <a:pt x="1008" y="317"/>
                    <a:pt x="991" y="317"/>
                  </a:cubicBezTo>
                  <a:cubicBezTo>
                    <a:pt x="32" y="317"/>
                    <a:pt x="32" y="317"/>
                    <a:pt x="32" y="317"/>
                  </a:cubicBezTo>
                  <a:cubicBezTo>
                    <a:pt x="14" y="317"/>
                    <a:pt x="0" y="303"/>
                    <a:pt x="0" y="286"/>
                  </a:cubicBezTo>
                  <a:lnTo>
                    <a:pt x="0" y="32"/>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333333"/>
                </a:solidFill>
                <a:effectLst/>
                <a:uLnTx/>
                <a:uFillTx/>
                <a:latin typeface="Graphik" panose="020B0503030202060203" pitchFamily="34" charset="77"/>
                <a:ea typeface="+mn-ea"/>
                <a:cs typeface="+mn-cs"/>
              </a:endParaRPr>
            </a:p>
          </p:txBody>
        </p:sp>
        <p:sp>
          <p:nvSpPr>
            <p:cNvPr id="9" name="Freeform 6">
              <a:extLst>
                <a:ext uri="{FF2B5EF4-FFF2-40B4-BE49-F238E27FC236}">
                  <a16:creationId xmlns:a16="http://schemas.microsoft.com/office/drawing/2014/main" id="{875B440D-B2AA-554F-87E5-9266B90FA698}"/>
                </a:ext>
              </a:extLst>
            </p:cNvPr>
            <p:cNvSpPr>
              <a:spLocks/>
            </p:cNvSpPr>
            <p:nvPr/>
          </p:nvSpPr>
          <p:spPr bwMode="auto">
            <a:xfrm>
              <a:off x="2665524" y="3143204"/>
              <a:ext cx="120253" cy="287536"/>
            </a:xfrm>
            <a:custGeom>
              <a:avLst/>
              <a:gdLst>
                <a:gd name="T0" fmla="*/ 0 w 202"/>
                <a:gd name="T1" fmla="*/ 0 h 483"/>
                <a:gd name="T2" fmla="*/ 0 w 202"/>
                <a:gd name="T3" fmla="*/ 483 h 483"/>
                <a:gd name="T4" fmla="*/ 202 w 202"/>
                <a:gd name="T5" fmla="*/ 483 h 483"/>
                <a:gd name="T6" fmla="*/ 202 w 202"/>
                <a:gd name="T7" fmla="*/ 477 h 483"/>
                <a:gd name="T8" fmla="*/ 8 w 202"/>
                <a:gd name="T9" fmla="*/ 477 h 483"/>
                <a:gd name="T10" fmla="*/ 8 w 202"/>
                <a:gd name="T11" fmla="*/ 0 h 483"/>
                <a:gd name="T12" fmla="*/ 0 w 202"/>
                <a:gd name="T13" fmla="*/ 0 h 483"/>
              </a:gdLst>
              <a:ahLst/>
              <a:cxnLst>
                <a:cxn ang="0">
                  <a:pos x="T0" y="T1"/>
                </a:cxn>
                <a:cxn ang="0">
                  <a:pos x="T2" y="T3"/>
                </a:cxn>
                <a:cxn ang="0">
                  <a:pos x="T4" y="T5"/>
                </a:cxn>
                <a:cxn ang="0">
                  <a:pos x="T6" y="T7"/>
                </a:cxn>
                <a:cxn ang="0">
                  <a:pos x="T8" y="T9"/>
                </a:cxn>
                <a:cxn ang="0">
                  <a:pos x="T10" y="T11"/>
                </a:cxn>
                <a:cxn ang="0">
                  <a:pos x="T12" y="T13"/>
                </a:cxn>
              </a:cxnLst>
              <a:rect l="0" t="0" r="r" b="b"/>
              <a:pathLst>
                <a:path w="202" h="483">
                  <a:moveTo>
                    <a:pt x="0" y="0"/>
                  </a:moveTo>
                  <a:lnTo>
                    <a:pt x="0" y="483"/>
                  </a:lnTo>
                  <a:lnTo>
                    <a:pt x="202" y="483"/>
                  </a:lnTo>
                  <a:lnTo>
                    <a:pt x="202" y="477"/>
                  </a:lnTo>
                  <a:lnTo>
                    <a:pt x="8" y="477"/>
                  </a:lnTo>
                  <a:lnTo>
                    <a:pt x="8" y="0"/>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 name="Freeform 7">
              <a:extLst>
                <a:ext uri="{FF2B5EF4-FFF2-40B4-BE49-F238E27FC236}">
                  <a16:creationId xmlns:a16="http://schemas.microsoft.com/office/drawing/2014/main" id="{CC40922B-9EF1-B24C-BD98-AE5C15367E43}"/>
                </a:ext>
              </a:extLst>
            </p:cNvPr>
            <p:cNvSpPr>
              <a:spLocks/>
            </p:cNvSpPr>
            <p:nvPr/>
          </p:nvSpPr>
          <p:spPr bwMode="auto">
            <a:xfrm>
              <a:off x="2665524" y="3143204"/>
              <a:ext cx="120253" cy="287536"/>
            </a:xfrm>
            <a:custGeom>
              <a:avLst/>
              <a:gdLst>
                <a:gd name="T0" fmla="*/ 0 w 202"/>
                <a:gd name="T1" fmla="*/ 0 h 483"/>
                <a:gd name="T2" fmla="*/ 0 w 202"/>
                <a:gd name="T3" fmla="*/ 483 h 483"/>
                <a:gd name="T4" fmla="*/ 202 w 202"/>
                <a:gd name="T5" fmla="*/ 483 h 483"/>
                <a:gd name="T6" fmla="*/ 202 w 202"/>
                <a:gd name="T7" fmla="*/ 477 h 483"/>
                <a:gd name="T8" fmla="*/ 8 w 202"/>
                <a:gd name="T9" fmla="*/ 477 h 483"/>
                <a:gd name="T10" fmla="*/ 8 w 202"/>
                <a:gd name="T11" fmla="*/ 0 h 483"/>
                <a:gd name="T12" fmla="*/ 0 w 202"/>
                <a:gd name="T13" fmla="*/ 0 h 483"/>
              </a:gdLst>
              <a:ahLst/>
              <a:cxnLst>
                <a:cxn ang="0">
                  <a:pos x="T0" y="T1"/>
                </a:cxn>
                <a:cxn ang="0">
                  <a:pos x="T2" y="T3"/>
                </a:cxn>
                <a:cxn ang="0">
                  <a:pos x="T4" y="T5"/>
                </a:cxn>
                <a:cxn ang="0">
                  <a:pos x="T6" y="T7"/>
                </a:cxn>
                <a:cxn ang="0">
                  <a:pos x="T8" y="T9"/>
                </a:cxn>
                <a:cxn ang="0">
                  <a:pos x="T10" y="T11"/>
                </a:cxn>
                <a:cxn ang="0">
                  <a:pos x="T12" y="T13"/>
                </a:cxn>
              </a:cxnLst>
              <a:rect l="0" t="0" r="r" b="b"/>
              <a:pathLst>
                <a:path w="202" h="483">
                  <a:moveTo>
                    <a:pt x="0" y="0"/>
                  </a:moveTo>
                  <a:lnTo>
                    <a:pt x="0" y="483"/>
                  </a:lnTo>
                  <a:lnTo>
                    <a:pt x="202" y="483"/>
                  </a:lnTo>
                  <a:lnTo>
                    <a:pt x="202" y="477"/>
                  </a:lnTo>
                  <a:lnTo>
                    <a:pt x="8" y="477"/>
                  </a:lnTo>
                  <a:lnTo>
                    <a:pt x="8"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1" name="Freeform 8">
              <a:extLst>
                <a:ext uri="{FF2B5EF4-FFF2-40B4-BE49-F238E27FC236}">
                  <a16:creationId xmlns:a16="http://schemas.microsoft.com/office/drawing/2014/main" id="{499E91E2-84B0-1940-9896-680FFF37CBAD}"/>
                </a:ext>
              </a:extLst>
            </p:cNvPr>
            <p:cNvSpPr>
              <a:spLocks/>
            </p:cNvSpPr>
            <p:nvPr/>
          </p:nvSpPr>
          <p:spPr bwMode="auto">
            <a:xfrm>
              <a:off x="2785777" y="3290842"/>
              <a:ext cx="944761" cy="276225"/>
            </a:xfrm>
            <a:custGeom>
              <a:avLst/>
              <a:gdLst>
                <a:gd name="T0" fmla="*/ 795 w 819"/>
                <a:gd name="T1" fmla="*/ 0 h 239"/>
                <a:gd name="T2" fmla="*/ 24 w 819"/>
                <a:gd name="T3" fmla="*/ 0 h 239"/>
                <a:gd name="T4" fmla="*/ 0 w 819"/>
                <a:gd name="T5" fmla="*/ 24 h 239"/>
                <a:gd name="T6" fmla="*/ 0 w 819"/>
                <a:gd name="T7" fmla="*/ 118 h 239"/>
                <a:gd name="T8" fmla="*/ 0 w 819"/>
                <a:gd name="T9" fmla="*/ 118 h 239"/>
                <a:gd name="T10" fmla="*/ 0 w 819"/>
                <a:gd name="T11" fmla="*/ 121 h 239"/>
                <a:gd name="T12" fmla="*/ 0 w 819"/>
                <a:gd name="T13" fmla="*/ 121 h 239"/>
                <a:gd name="T14" fmla="*/ 0 w 819"/>
                <a:gd name="T15" fmla="*/ 215 h 239"/>
                <a:gd name="T16" fmla="*/ 24 w 819"/>
                <a:gd name="T17" fmla="*/ 239 h 239"/>
                <a:gd name="T18" fmla="*/ 795 w 819"/>
                <a:gd name="T19" fmla="*/ 239 h 239"/>
                <a:gd name="T20" fmla="*/ 819 w 819"/>
                <a:gd name="T21" fmla="*/ 215 h 239"/>
                <a:gd name="T22" fmla="*/ 819 w 819"/>
                <a:gd name="T23" fmla="*/ 24 h 239"/>
                <a:gd name="T24" fmla="*/ 795 w 819"/>
                <a:gd name="T25"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9" h="239">
                  <a:moveTo>
                    <a:pt x="795" y="0"/>
                  </a:moveTo>
                  <a:cubicBezTo>
                    <a:pt x="24" y="0"/>
                    <a:pt x="24" y="0"/>
                    <a:pt x="24" y="0"/>
                  </a:cubicBezTo>
                  <a:cubicBezTo>
                    <a:pt x="11" y="0"/>
                    <a:pt x="0" y="11"/>
                    <a:pt x="0" y="24"/>
                  </a:cubicBezTo>
                  <a:cubicBezTo>
                    <a:pt x="0" y="118"/>
                    <a:pt x="0" y="118"/>
                    <a:pt x="0" y="118"/>
                  </a:cubicBezTo>
                  <a:cubicBezTo>
                    <a:pt x="0" y="118"/>
                    <a:pt x="0" y="118"/>
                    <a:pt x="0" y="118"/>
                  </a:cubicBezTo>
                  <a:cubicBezTo>
                    <a:pt x="0" y="121"/>
                    <a:pt x="0" y="121"/>
                    <a:pt x="0" y="121"/>
                  </a:cubicBezTo>
                  <a:cubicBezTo>
                    <a:pt x="0" y="121"/>
                    <a:pt x="0" y="121"/>
                    <a:pt x="0" y="121"/>
                  </a:cubicBezTo>
                  <a:cubicBezTo>
                    <a:pt x="0" y="215"/>
                    <a:pt x="0" y="215"/>
                    <a:pt x="0" y="215"/>
                  </a:cubicBezTo>
                  <a:cubicBezTo>
                    <a:pt x="0" y="228"/>
                    <a:pt x="11" y="239"/>
                    <a:pt x="24" y="239"/>
                  </a:cubicBezTo>
                  <a:cubicBezTo>
                    <a:pt x="795" y="239"/>
                    <a:pt x="795" y="239"/>
                    <a:pt x="795" y="239"/>
                  </a:cubicBezTo>
                  <a:cubicBezTo>
                    <a:pt x="808" y="239"/>
                    <a:pt x="819" y="228"/>
                    <a:pt x="819" y="215"/>
                  </a:cubicBezTo>
                  <a:cubicBezTo>
                    <a:pt x="819" y="24"/>
                    <a:pt x="819" y="24"/>
                    <a:pt x="819" y="24"/>
                  </a:cubicBezTo>
                  <a:cubicBezTo>
                    <a:pt x="819" y="11"/>
                    <a:pt x="808" y="0"/>
                    <a:pt x="795"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2" name="Rectangle 9">
              <a:extLst>
                <a:ext uri="{FF2B5EF4-FFF2-40B4-BE49-F238E27FC236}">
                  <a16:creationId xmlns:a16="http://schemas.microsoft.com/office/drawing/2014/main" id="{A52433CE-03DE-9E40-9FBF-1C95CB8604BB}"/>
                </a:ext>
              </a:extLst>
            </p:cNvPr>
            <p:cNvSpPr>
              <a:spLocks noChangeArrowheads="1"/>
            </p:cNvSpPr>
            <p:nvPr/>
          </p:nvSpPr>
          <p:spPr bwMode="auto">
            <a:xfrm>
              <a:off x="2785777" y="3427169"/>
              <a:ext cx="596" cy="3572"/>
            </a:xfrm>
            <a:prstGeom prst="rect">
              <a:avLst/>
            </a:prstGeom>
            <a:solidFill>
              <a:srgbClr val="D6D6D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3" name="Rectangle 10">
              <a:extLst>
                <a:ext uri="{FF2B5EF4-FFF2-40B4-BE49-F238E27FC236}">
                  <a16:creationId xmlns:a16="http://schemas.microsoft.com/office/drawing/2014/main" id="{E60536EB-5B36-0F42-AEB2-D8E69F8518CA}"/>
                </a:ext>
              </a:extLst>
            </p:cNvPr>
            <p:cNvSpPr>
              <a:spLocks noChangeArrowheads="1"/>
            </p:cNvSpPr>
            <p:nvPr/>
          </p:nvSpPr>
          <p:spPr bwMode="auto">
            <a:xfrm>
              <a:off x="2785777" y="3427169"/>
              <a:ext cx="596" cy="3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4" name="Freeform 11">
              <a:extLst>
                <a:ext uri="{FF2B5EF4-FFF2-40B4-BE49-F238E27FC236}">
                  <a16:creationId xmlns:a16="http://schemas.microsoft.com/office/drawing/2014/main" id="{D05F373E-B0A5-4C4D-A6A9-8ECA8393070C}"/>
                </a:ext>
              </a:extLst>
            </p:cNvPr>
            <p:cNvSpPr>
              <a:spLocks/>
            </p:cNvSpPr>
            <p:nvPr/>
          </p:nvSpPr>
          <p:spPr bwMode="auto">
            <a:xfrm>
              <a:off x="2665524" y="3430740"/>
              <a:ext cx="120253" cy="423863"/>
            </a:xfrm>
            <a:custGeom>
              <a:avLst/>
              <a:gdLst>
                <a:gd name="T0" fmla="*/ 8 w 202"/>
                <a:gd name="T1" fmla="*/ 0 h 712"/>
                <a:gd name="T2" fmla="*/ 0 w 202"/>
                <a:gd name="T3" fmla="*/ 0 h 712"/>
                <a:gd name="T4" fmla="*/ 0 w 202"/>
                <a:gd name="T5" fmla="*/ 712 h 712"/>
                <a:gd name="T6" fmla="*/ 202 w 202"/>
                <a:gd name="T7" fmla="*/ 712 h 712"/>
                <a:gd name="T8" fmla="*/ 202 w 202"/>
                <a:gd name="T9" fmla="*/ 704 h 712"/>
                <a:gd name="T10" fmla="*/ 8 w 202"/>
                <a:gd name="T11" fmla="*/ 704 h 712"/>
                <a:gd name="T12" fmla="*/ 8 w 202"/>
                <a:gd name="T13" fmla="*/ 0 h 712"/>
              </a:gdLst>
              <a:ahLst/>
              <a:cxnLst>
                <a:cxn ang="0">
                  <a:pos x="T0" y="T1"/>
                </a:cxn>
                <a:cxn ang="0">
                  <a:pos x="T2" y="T3"/>
                </a:cxn>
                <a:cxn ang="0">
                  <a:pos x="T4" y="T5"/>
                </a:cxn>
                <a:cxn ang="0">
                  <a:pos x="T6" y="T7"/>
                </a:cxn>
                <a:cxn ang="0">
                  <a:pos x="T8" y="T9"/>
                </a:cxn>
                <a:cxn ang="0">
                  <a:pos x="T10" y="T11"/>
                </a:cxn>
                <a:cxn ang="0">
                  <a:pos x="T12" y="T13"/>
                </a:cxn>
              </a:cxnLst>
              <a:rect l="0" t="0" r="r" b="b"/>
              <a:pathLst>
                <a:path w="202" h="712">
                  <a:moveTo>
                    <a:pt x="8" y="0"/>
                  </a:moveTo>
                  <a:lnTo>
                    <a:pt x="0" y="0"/>
                  </a:lnTo>
                  <a:lnTo>
                    <a:pt x="0" y="712"/>
                  </a:lnTo>
                  <a:lnTo>
                    <a:pt x="202" y="712"/>
                  </a:lnTo>
                  <a:lnTo>
                    <a:pt x="202" y="704"/>
                  </a:lnTo>
                  <a:lnTo>
                    <a:pt x="8" y="704"/>
                  </a:lnTo>
                  <a:lnTo>
                    <a:pt x="8" y="0"/>
                  </a:lnTo>
                  <a:close/>
                </a:path>
              </a:pathLst>
            </a:custGeom>
            <a:solidFill>
              <a:srgbClr val="C5C5C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6" name="Freeform 12">
              <a:extLst>
                <a:ext uri="{FF2B5EF4-FFF2-40B4-BE49-F238E27FC236}">
                  <a16:creationId xmlns:a16="http://schemas.microsoft.com/office/drawing/2014/main" id="{5AC41827-4C01-2F46-B804-B74E78E68758}"/>
                </a:ext>
              </a:extLst>
            </p:cNvPr>
            <p:cNvSpPr>
              <a:spLocks/>
            </p:cNvSpPr>
            <p:nvPr/>
          </p:nvSpPr>
          <p:spPr bwMode="auto">
            <a:xfrm>
              <a:off x="2665524" y="3430740"/>
              <a:ext cx="120253" cy="423863"/>
            </a:xfrm>
            <a:custGeom>
              <a:avLst/>
              <a:gdLst>
                <a:gd name="T0" fmla="*/ 8 w 202"/>
                <a:gd name="T1" fmla="*/ 0 h 712"/>
                <a:gd name="T2" fmla="*/ 0 w 202"/>
                <a:gd name="T3" fmla="*/ 0 h 712"/>
                <a:gd name="T4" fmla="*/ 0 w 202"/>
                <a:gd name="T5" fmla="*/ 712 h 712"/>
                <a:gd name="T6" fmla="*/ 202 w 202"/>
                <a:gd name="T7" fmla="*/ 712 h 712"/>
                <a:gd name="T8" fmla="*/ 202 w 202"/>
                <a:gd name="T9" fmla="*/ 704 h 712"/>
                <a:gd name="T10" fmla="*/ 8 w 202"/>
                <a:gd name="T11" fmla="*/ 704 h 712"/>
                <a:gd name="T12" fmla="*/ 8 w 202"/>
                <a:gd name="T13" fmla="*/ 0 h 712"/>
              </a:gdLst>
              <a:ahLst/>
              <a:cxnLst>
                <a:cxn ang="0">
                  <a:pos x="T0" y="T1"/>
                </a:cxn>
                <a:cxn ang="0">
                  <a:pos x="T2" y="T3"/>
                </a:cxn>
                <a:cxn ang="0">
                  <a:pos x="T4" y="T5"/>
                </a:cxn>
                <a:cxn ang="0">
                  <a:pos x="T6" y="T7"/>
                </a:cxn>
                <a:cxn ang="0">
                  <a:pos x="T8" y="T9"/>
                </a:cxn>
                <a:cxn ang="0">
                  <a:pos x="T10" y="T11"/>
                </a:cxn>
                <a:cxn ang="0">
                  <a:pos x="T12" y="T13"/>
                </a:cxn>
              </a:cxnLst>
              <a:rect l="0" t="0" r="r" b="b"/>
              <a:pathLst>
                <a:path w="202" h="712">
                  <a:moveTo>
                    <a:pt x="8" y="0"/>
                  </a:moveTo>
                  <a:lnTo>
                    <a:pt x="0" y="0"/>
                  </a:lnTo>
                  <a:lnTo>
                    <a:pt x="0" y="712"/>
                  </a:lnTo>
                  <a:lnTo>
                    <a:pt x="202" y="712"/>
                  </a:lnTo>
                  <a:lnTo>
                    <a:pt x="202" y="704"/>
                  </a:lnTo>
                  <a:lnTo>
                    <a:pt x="8" y="704"/>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8" name="Freeform 13">
              <a:extLst>
                <a:ext uri="{FF2B5EF4-FFF2-40B4-BE49-F238E27FC236}">
                  <a16:creationId xmlns:a16="http://schemas.microsoft.com/office/drawing/2014/main" id="{C7B4B6A1-DB7B-D944-913B-6367685D946F}"/>
                </a:ext>
              </a:extLst>
            </p:cNvPr>
            <p:cNvSpPr>
              <a:spLocks/>
            </p:cNvSpPr>
            <p:nvPr/>
          </p:nvSpPr>
          <p:spPr bwMode="auto">
            <a:xfrm>
              <a:off x="2665524" y="3143204"/>
              <a:ext cx="4763" cy="287536"/>
            </a:xfrm>
            <a:custGeom>
              <a:avLst/>
              <a:gdLst>
                <a:gd name="T0" fmla="*/ 8 w 8"/>
                <a:gd name="T1" fmla="*/ 0 h 483"/>
                <a:gd name="T2" fmla="*/ 0 w 8"/>
                <a:gd name="T3" fmla="*/ 0 h 483"/>
                <a:gd name="T4" fmla="*/ 0 w 8"/>
                <a:gd name="T5" fmla="*/ 483 h 483"/>
                <a:gd name="T6" fmla="*/ 8 w 8"/>
                <a:gd name="T7" fmla="*/ 483 h 483"/>
                <a:gd name="T8" fmla="*/ 8 w 8"/>
                <a:gd name="T9" fmla="*/ 477 h 483"/>
                <a:gd name="T10" fmla="*/ 8 w 8"/>
                <a:gd name="T11" fmla="*/ 0 h 483"/>
              </a:gdLst>
              <a:ahLst/>
              <a:cxnLst>
                <a:cxn ang="0">
                  <a:pos x="T0" y="T1"/>
                </a:cxn>
                <a:cxn ang="0">
                  <a:pos x="T2" y="T3"/>
                </a:cxn>
                <a:cxn ang="0">
                  <a:pos x="T4" y="T5"/>
                </a:cxn>
                <a:cxn ang="0">
                  <a:pos x="T6" y="T7"/>
                </a:cxn>
                <a:cxn ang="0">
                  <a:pos x="T8" y="T9"/>
                </a:cxn>
                <a:cxn ang="0">
                  <a:pos x="T10" y="T11"/>
                </a:cxn>
              </a:cxnLst>
              <a:rect l="0" t="0" r="r" b="b"/>
              <a:pathLst>
                <a:path w="8" h="483">
                  <a:moveTo>
                    <a:pt x="8" y="0"/>
                  </a:moveTo>
                  <a:lnTo>
                    <a:pt x="0" y="0"/>
                  </a:lnTo>
                  <a:lnTo>
                    <a:pt x="0" y="483"/>
                  </a:lnTo>
                  <a:lnTo>
                    <a:pt x="8" y="483"/>
                  </a:lnTo>
                  <a:lnTo>
                    <a:pt x="8" y="477"/>
                  </a:lnTo>
                  <a:lnTo>
                    <a:pt x="8"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20" name="Freeform 14">
              <a:extLst>
                <a:ext uri="{FF2B5EF4-FFF2-40B4-BE49-F238E27FC236}">
                  <a16:creationId xmlns:a16="http://schemas.microsoft.com/office/drawing/2014/main" id="{25A3ECCE-6927-704D-8533-888E4EA7641D}"/>
                </a:ext>
              </a:extLst>
            </p:cNvPr>
            <p:cNvSpPr>
              <a:spLocks/>
            </p:cNvSpPr>
            <p:nvPr/>
          </p:nvSpPr>
          <p:spPr bwMode="auto">
            <a:xfrm>
              <a:off x="2665524" y="3143204"/>
              <a:ext cx="4763" cy="287536"/>
            </a:xfrm>
            <a:custGeom>
              <a:avLst/>
              <a:gdLst>
                <a:gd name="T0" fmla="*/ 8 w 8"/>
                <a:gd name="T1" fmla="*/ 0 h 483"/>
                <a:gd name="T2" fmla="*/ 0 w 8"/>
                <a:gd name="T3" fmla="*/ 0 h 483"/>
                <a:gd name="T4" fmla="*/ 0 w 8"/>
                <a:gd name="T5" fmla="*/ 483 h 483"/>
                <a:gd name="T6" fmla="*/ 8 w 8"/>
                <a:gd name="T7" fmla="*/ 483 h 483"/>
                <a:gd name="T8" fmla="*/ 8 w 8"/>
                <a:gd name="T9" fmla="*/ 477 h 483"/>
                <a:gd name="T10" fmla="*/ 8 w 8"/>
                <a:gd name="T11" fmla="*/ 0 h 483"/>
              </a:gdLst>
              <a:ahLst/>
              <a:cxnLst>
                <a:cxn ang="0">
                  <a:pos x="T0" y="T1"/>
                </a:cxn>
                <a:cxn ang="0">
                  <a:pos x="T2" y="T3"/>
                </a:cxn>
                <a:cxn ang="0">
                  <a:pos x="T4" y="T5"/>
                </a:cxn>
                <a:cxn ang="0">
                  <a:pos x="T6" y="T7"/>
                </a:cxn>
                <a:cxn ang="0">
                  <a:pos x="T8" y="T9"/>
                </a:cxn>
                <a:cxn ang="0">
                  <a:pos x="T10" y="T11"/>
                </a:cxn>
              </a:cxnLst>
              <a:rect l="0" t="0" r="r" b="b"/>
              <a:pathLst>
                <a:path w="8" h="483">
                  <a:moveTo>
                    <a:pt x="8" y="0"/>
                  </a:moveTo>
                  <a:lnTo>
                    <a:pt x="0" y="0"/>
                  </a:lnTo>
                  <a:lnTo>
                    <a:pt x="0" y="483"/>
                  </a:lnTo>
                  <a:lnTo>
                    <a:pt x="8" y="483"/>
                  </a:lnTo>
                  <a:lnTo>
                    <a:pt x="8" y="477"/>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21" name="Freeform 15">
              <a:extLst>
                <a:ext uri="{FF2B5EF4-FFF2-40B4-BE49-F238E27FC236}">
                  <a16:creationId xmlns:a16="http://schemas.microsoft.com/office/drawing/2014/main" id="{4306CDB3-C9E8-BE41-9A13-802D464F34D3}"/>
                </a:ext>
              </a:extLst>
            </p:cNvPr>
            <p:cNvSpPr>
              <a:spLocks/>
            </p:cNvSpPr>
            <p:nvPr/>
          </p:nvSpPr>
          <p:spPr bwMode="auto">
            <a:xfrm>
              <a:off x="2785777" y="3714704"/>
              <a:ext cx="944761" cy="275034"/>
            </a:xfrm>
            <a:custGeom>
              <a:avLst/>
              <a:gdLst>
                <a:gd name="T0" fmla="*/ 795 w 819"/>
                <a:gd name="T1" fmla="*/ 0 h 238"/>
                <a:gd name="T2" fmla="*/ 24 w 819"/>
                <a:gd name="T3" fmla="*/ 0 h 238"/>
                <a:gd name="T4" fmla="*/ 0 w 819"/>
                <a:gd name="T5" fmla="*/ 24 h 238"/>
                <a:gd name="T6" fmla="*/ 0 w 819"/>
                <a:gd name="T7" fmla="*/ 117 h 238"/>
                <a:gd name="T8" fmla="*/ 0 w 819"/>
                <a:gd name="T9" fmla="*/ 117 h 238"/>
                <a:gd name="T10" fmla="*/ 0 w 819"/>
                <a:gd name="T11" fmla="*/ 121 h 238"/>
                <a:gd name="T12" fmla="*/ 0 w 819"/>
                <a:gd name="T13" fmla="*/ 121 h 238"/>
                <a:gd name="T14" fmla="*/ 0 w 819"/>
                <a:gd name="T15" fmla="*/ 214 h 238"/>
                <a:gd name="T16" fmla="*/ 24 w 819"/>
                <a:gd name="T17" fmla="*/ 238 h 238"/>
                <a:gd name="T18" fmla="*/ 795 w 819"/>
                <a:gd name="T19" fmla="*/ 238 h 238"/>
                <a:gd name="T20" fmla="*/ 819 w 819"/>
                <a:gd name="T21" fmla="*/ 214 h 238"/>
                <a:gd name="T22" fmla="*/ 819 w 819"/>
                <a:gd name="T23" fmla="*/ 24 h 238"/>
                <a:gd name="T24" fmla="*/ 795 w 819"/>
                <a:gd name="T25"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9" h="238">
                  <a:moveTo>
                    <a:pt x="795" y="0"/>
                  </a:moveTo>
                  <a:cubicBezTo>
                    <a:pt x="24" y="0"/>
                    <a:pt x="24" y="0"/>
                    <a:pt x="24" y="0"/>
                  </a:cubicBezTo>
                  <a:cubicBezTo>
                    <a:pt x="11" y="0"/>
                    <a:pt x="0" y="10"/>
                    <a:pt x="0" y="24"/>
                  </a:cubicBezTo>
                  <a:cubicBezTo>
                    <a:pt x="0" y="117"/>
                    <a:pt x="0" y="117"/>
                    <a:pt x="0" y="117"/>
                  </a:cubicBezTo>
                  <a:cubicBezTo>
                    <a:pt x="0" y="117"/>
                    <a:pt x="0" y="117"/>
                    <a:pt x="0" y="117"/>
                  </a:cubicBezTo>
                  <a:cubicBezTo>
                    <a:pt x="0" y="121"/>
                    <a:pt x="0" y="121"/>
                    <a:pt x="0" y="121"/>
                  </a:cubicBezTo>
                  <a:cubicBezTo>
                    <a:pt x="0" y="121"/>
                    <a:pt x="0" y="121"/>
                    <a:pt x="0" y="121"/>
                  </a:cubicBezTo>
                  <a:cubicBezTo>
                    <a:pt x="0" y="214"/>
                    <a:pt x="0" y="214"/>
                    <a:pt x="0" y="214"/>
                  </a:cubicBezTo>
                  <a:cubicBezTo>
                    <a:pt x="0" y="228"/>
                    <a:pt x="11" y="238"/>
                    <a:pt x="24" y="238"/>
                  </a:cubicBezTo>
                  <a:cubicBezTo>
                    <a:pt x="795" y="238"/>
                    <a:pt x="795" y="238"/>
                    <a:pt x="795" y="238"/>
                  </a:cubicBezTo>
                  <a:cubicBezTo>
                    <a:pt x="808" y="238"/>
                    <a:pt x="819" y="228"/>
                    <a:pt x="819" y="214"/>
                  </a:cubicBezTo>
                  <a:cubicBezTo>
                    <a:pt x="819" y="24"/>
                    <a:pt x="819" y="24"/>
                    <a:pt x="819" y="24"/>
                  </a:cubicBezTo>
                  <a:cubicBezTo>
                    <a:pt x="819" y="10"/>
                    <a:pt x="808" y="0"/>
                    <a:pt x="795"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22" name="Rectangle 16">
              <a:extLst>
                <a:ext uri="{FF2B5EF4-FFF2-40B4-BE49-F238E27FC236}">
                  <a16:creationId xmlns:a16="http://schemas.microsoft.com/office/drawing/2014/main" id="{417C81BF-2252-DD41-A22A-46C463783FF3}"/>
                </a:ext>
              </a:extLst>
            </p:cNvPr>
            <p:cNvSpPr>
              <a:spLocks noChangeArrowheads="1"/>
            </p:cNvSpPr>
            <p:nvPr/>
          </p:nvSpPr>
          <p:spPr bwMode="auto">
            <a:xfrm>
              <a:off x="2785777" y="3849841"/>
              <a:ext cx="596" cy="4763"/>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23" name="Rectangle 17">
              <a:extLst>
                <a:ext uri="{FF2B5EF4-FFF2-40B4-BE49-F238E27FC236}">
                  <a16:creationId xmlns:a16="http://schemas.microsoft.com/office/drawing/2014/main" id="{EED28E34-9300-1141-B90F-02D4A654717E}"/>
                </a:ext>
              </a:extLst>
            </p:cNvPr>
            <p:cNvSpPr>
              <a:spLocks noChangeArrowheads="1"/>
            </p:cNvSpPr>
            <p:nvPr/>
          </p:nvSpPr>
          <p:spPr bwMode="auto">
            <a:xfrm>
              <a:off x="2785777" y="3849841"/>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24" name="Freeform 18">
              <a:extLst>
                <a:ext uri="{FF2B5EF4-FFF2-40B4-BE49-F238E27FC236}">
                  <a16:creationId xmlns:a16="http://schemas.microsoft.com/office/drawing/2014/main" id="{F2620D2E-81C3-9846-BFCD-4CFE07104D88}"/>
                </a:ext>
              </a:extLst>
            </p:cNvPr>
            <p:cNvSpPr>
              <a:spLocks/>
            </p:cNvSpPr>
            <p:nvPr/>
          </p:nvSpPr>
          <p:spPr bwMode="auto">
            <a:xfrm>
              <a:off x="4025217" y="2777087"/>
              <a:ext cx="1180505" cy="366117"/>
            </a:xfrm>
            <a:custGeom>
              <a:avLst/>
              <a:gdLst>
                <a:gd name="T0" fmla="*/ 0 w 1023"/>
                <a:gd name="T1" fmla="*/ 32 h 317"/>
                <a:gd name="T2" fmla="*/ 32 w 1023"/>
                <a:gd name="T3" fmla="*/ 0 h 317"/>
                <a:gd name="T4" fmla="*/ 991 w 1023"/>
                <a:gd name="T5" fmla="*/ 0 h 317"/>
                <a:gd name="T6" fmla="*/ 1023 w 1023"/>
                <a:gd name="T7" fmla="*/ 32 h 317"/>
                <a:gd name="T8" fmla="*/ 1023 w 1023"/>
                <a:gd name="T9" fmla="*/ 286 h 317"/>
                <a:gd name="T10" fmla="*/ 991 w 1023"/>
                <a:gd name="T11" fmla="*/ 317 h 317"/>
                <a:gd name="T12" fmla="*/ 32 w 1023"/>
                <a:gd name="T13" fmla="*/ 317 h 317"/>
                <a:gd name="T14" fmla="*/ 0 w 1023"/>
                <a:gd name="T15" fmla="*/ 286 h 317"/>
                <a:gd name="T16" fmla="*/ 0 w 1023"/>
                <a:gd name="T17" fmla="*/ 32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3" h="317">
                  <a:moveTo>
                    <a:pt x="0" y="32"/>
                  </a:moveTo>
                  <a:cubicBezTo>
                    <a:pt x="0" y="14"/>
                    <a:pt x="14" y="0"/>
                    <a:pt x="32" y="0"/>
                  </a:cubicBezTo>
                  <a:cubicBezTo>
                    <a:pt x="991" y="0"/>
                    <a:pt x="991" y="0"/>
                    <a:pt x="991" y="0"/>
                  </a:cubicBezTo>
                  <a:cubicBezTo>
                    <a:pt x="1009" y="0"/>
                    <a:pt x="1023" y="14"/>
                    <a:pt x="1023" y="32"/>
                  </a:cubicBezTo>
                  <a:cubicBezTo>
                    <a:pt x="1023" y="286"/>
                    <a:pt x="1023" y="286"/>
                    <a:pt x="1023" y="286"/>
                  </a:cubicBezTo>
                  <a:cubicBezTo>
                    <a:pt x="1023" y="303"/>
                    <a:pt x="1009" y="317"/>
                    <a:pt x="991" y="317"/>
                  </a:cubicBezTo>
                  <a:cubicBezTo>
                    <a:pt x="32" y="317"/>
                    <a:pt x="32" y="317"/>
                    <a:pt x="32" y="317"/>
                  </a:cubicBezTo>
                  <a:cubicBezTo>
                    <a:pt x="14" y="317"/>
                    <a:pt x="0" y="303"/>
                    <a:pt x="0" y="286"/>
                  </a:cubicBezTo>
                  <a:lnTo>
                    <a:pt x="0" y="32"/>
                  </a:ln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333333"/>
                </a:solidFill>
                <a:effectLst/>
                <a:uLnTx/>
                <a:uFillTx/>
                <a:latin typeface="Graphik" panose="020B0503030202060203" pitchFamily="34" charset="77"/>
                <a:ea typeface="+mn-ea"/>
                <a:cs typeface="+mn-cs"/>
              </a:endParaRPr>
            </a:p>
          </p:txBody>
        </p:sp>
        <p:sp>
          <p:nvSpPr>
            <p:cNvPr id="25" name="Freeform 19">
              <a:extLst>
                <a:ext uri="{FF2B5EF4-FFF2-40B4-BE49-F238E27FC236}">
                  <a16:creationId xmlns:a16="http://schemas.microsoft.com/office/drawing/2014/main" id="{286A7AA6-0547-AA4E-ADC6-FEEA2DD24E59}"/>
                </a:ext>
              </a:extLst>
            </p:cNvPr>
            <p:cNvSpPr>
              <a:spLocks/>
            </p:cNvSpPr>
            <p:nvPr/>
          </p:nvSpPr>
          <p:spPr bwMode="auto">
            <a:xfrm>
              <a:off x="4140708" y="3143204"/>
              <a:ext cx="120849" cy="287536"/>
            </a:xfrm>
            <a:custGeom>
              <a:avLst/>
              <a:gdLst>
                <a:gd name="T0" fmla="*/ 0 w 203"/>
                <a:gd name="T1" fmla="*/ 0 h 483"/>
                <a:gd name="T2" fmla="*/ 0 w 203"/>
                <a:gd name="T3" fmla="*/ 483 h 483"/>
                <a:gd name="T4" fmla="*/ 203 w 203"/>
                <a:gd name="T5" fmla="*/ 483 h 483"/>
                <a:gd name="T6" fmla="*/ 203 w 203"/>
                <a:gd name="T7" fmla="*/ 477 h 483"/>
                <a:gd name="T8" fmla="*/ 7 w 203"/>
                <a:gd name="T9" fmla="*/ 477 h 483"/>
                <a:gd name="T10" fmla="*/ 7 w 203"/>
                <a:gd name="T11" fmla="*/ 0 h 483"/>
                <a:gd name="T12" fmla="*/ 0 w 203"/>
                <a:gd name="T13" fmla="*/ 0 h 483"/>
              </a:gdLst>
              <a:ahLst/>
              <a:cxnLst>
                <a:cxn ang="0">
                  <a:pos x="T0" y="T1"/>
                </a:cxn>
                <a:cxn ang="0">
                  <a:pos x="T2" y="T3"/>
                </a:cxn>
                <a:cxn ang="0">
                  <a:pos x="T4" y="T5"/>
                </a:cxn>
                <a:cxn ang="0">
                  <a:pos x="T6" y="T7"/>
                </a:cxn>
                <a:cxn ang="0">
                  <a:pos x="T8" y="T9"/>
                </a:cxn>
                <a:cxn ang="0">
                  <a:pos x="T10" y="T11"/>
                </a:cxn>
                <a:cxn ang="0">
                  <a:pos x="T12" y="T13"/>
                </a:cxn>
              </a:cxnLst>
              <a:rect l="0" t="0" r="r" b="b"/>
              <a:pathLst>
                <a:path w="203" h="483">
                  <a:moveTo>
                    <a:pt x="0" y="0"/>
                  </a:moveTo>
                  <a:lnTo>
                    <a:pt x="0" y="483"/>
                  </a:lnTo>
                  <a:lnTo>
                    <a:pt x="203" y="483"/>
                  </a:lnTo>
                  <a:lnTo>
                    <a:pt x="203" y="477"/>
                  </a:lnTo>
                  <a:lnTo>
                    <a:pt x="7" y="477"/>
                  </a:lnTo>
                  <a:lnTo>
                    <a:pt x="7" y="0"/>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26" name="Freeform 20">
              <a:extLst>
                <a:ext uri="{FF2B5EF4-FFF2-40B4-BE49-F238E27FC236}">
                  <a16:creationId xmlns:a16="http://schemas.microsoft.com/office/drawing/2014/main" id="{DC32F059-F922-AF40-98A8-6EF1F6467463}"/>
                </a:ext>
              </a:extLst>
            </p:cNvPr>
            <p:cNvSpPr>
              <a:spLocks/>
            </p:cNvSpPr>
            <p:nvPr/>
          </p:nvSpPr>
          <p:spPr bwMode="auto">
            <a:xfrm>
              <a:off x="4140708" y="3143204"/>
              <a:ext cx="120849" cy="287536"/>
            </a:xfrm>
            <a:custGeom>
              <a:avLst/>
              <a:gdLst>
                <a:gd name="T0" fmla="*/ 0 w 203"/>
                <a:gd name="T1" fmla="*/ 0 h 483"/>
                <a:gd name="T2" fmla="*/ 0 w 203"/>
                <a:gd name="T3" fmla="*/ 483 h 483"/>
                <a:gd name="T4" fmla="*/ 203 w 203"/>
                <a:gd name="T5" fmla="*/ 483 h 483"/>
                <a:gd name="T6" fmla="*/ 203 w 203"/>
                <a:gd name="T7" fmla="*/ 477 h 483"/>
                <a:gd name="T8" fmla="*/ 7 w 203"/>
                <a:gd name="T9" fmla="*/ 477 h 483"/>
                <a:gd name="T10" fmla="*/ 7 w 203"/>
                <a:gd name="T11" fmla="*/ 0 h 483"/>
                <a:gd name="T12" fmla="*/ 0 w 203"/>
                <a:gd name="T13" fmla="*/ 0 h 483"/>
              </a:gdLst>
              <a:ahLst/>
              <a:cxnLst>
                <a:cxn ang="0">
                  <a:pos x="T0" y="T1"/>
                </a:cxn>
                <a:cxn ang="0">
                  <a:pos x="T2" y="T3"/>
                </a:cxn>
                <a:cxn ang="0">
                  <a:pos x="T4" y="T5"/>
                </a:cxn>
                <a:cxn ang="0">
                  <a:pos x="T6" y="T7"/>
                </a:cxn>
                <a:cxn ang="0">
                  <a:pos x="T8" y="T9"/>
                </a:cxn>
                <a:cxn ang="0">
                  <a:pos x="T10" y="T11"/>
                </a:cxn>
                <a:cxn ang="0">
                  <a:pos x="T12" y="T13"/>
                </a:cxn>
              </a:cxnLst>
              <a:rect l="0" t="0" r="r" b="b"/>
              <a:pathLst>
                <a:path w="203" h="483">
                  <a:moveTo>
                    <a:pt x="0" y="0"/>
                  </a:moveTo>
                  <a:lnTo>
                    <a:pt x="0" y="483"/>
                  </a:lnTo>
                  <a:lnTo>
                    <a:pt x="203" y="483"/>
                  </a:lnTo>
                  <a:lnTo>
                    <a:pt x="203" y="477"/>
                  </a:lnTo>
                  <a:lnTo>
                    <a:pt x="7" y="477"/>
                  </a:lnTo>
                  <a:lnTo>
                    <a:pt x="7"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27" name="Freeform 21">
              <a:extLst>
                <a:ext uri="{FF2B5EF4-FFF2-40B4-BE49-F238E27FC236}">
                  <a16:creationId xmlns:a16="http://schemas.microsoft.com/office/drawing/2014/main" id="{BD87E7D7-CDD1-A144-A16C-0774E35BA3CC}"/>
                </a:ext>
              </a:extLst>
            </p:cNvPr>
            <p:cNvSpPr>
              <a:spLocks/>
            </p:cNvSpPr>
            <p:nvPr/>
          </p:nvSpPr>
          <p:spPr bwMode="auto">
            <a:xfrm>
              <a:off x="4261557" y="3290842"/>
              <a:ext cx="944166" cy="276225"/>
            </a:xfrm>
            <a:custGeom>
              <a:avLst/>
              <a:gdLst>
                <a:gd name="T0" fmla="*/ 794 w 818"/>
                <a:gd name="T1" fmla="*/ 0 h 239"/>
                <a:gd name="T2" fmla="*/ 24 w 818"/>
                <a:gd name="T3" fmla="*/ 0 h 239"/>
                <a:gd name="T4" fmla="*/ 0 w 818"/>
                <a:gd name="T5" fmla="*/ 24 h 239"/>
                <a:gd name="T6" fmla="*/ 0 w 818"/>
                <a:gd name="T7" fmla="*/ 215 h 239"/>
                <a:gd name="T8" fmla="*/ 24 w 818"/>
                <a:gd name="T9" fmla="*/ 239 h 239"/>
                <a:gd name="T10" fmla="*/ 794 w 818"/>
                <a:gd name="T11" fmla="*/ 239 h 239"/>
                <a:gd name="T12" fmla="*/ 818 w 818"/>
                <a:gd name="T13" fmla="*/ 215 h 239"/>
                <a:gd name="T14" fmla="*/ 818 w 818"/>
                <a:gd name="T15" fmla="*/ 24 h 239"/>
                <a:gd name="T16" fmla="*/ 794 w 818"/>
                <a:gd name="T17"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8" h="239">
                  <a:moveTo>
                    <a:pt x="794" y="0"/>
                  </a:moveTo>
                  <a:cubicBezTo>
                    <a:pt x="24" y="0"/>
                    <a:pt x="24" y="0"/>
                    <a:pt x="24" y="0"/>
                  </a:cubicBezTo>
                  <a:cubicBezTo>
                    <a:pt x="11" y="0"/>
                    <a:pt x="0" y="11"/>
                    <a:pt x="0" y="24"/>
                  </a:cubicBezTo>
                  <a:cubicBezTo>
                    <a:pt x="0" y="215"/>
                    <a:pt x="0" y="215"/>
                    <a:pt x="0" y="215"/>
                  </a:cubicBezTo>
                  <a:cubicBezTo>
                    <a:pt x="0" y="228"/>
                    <a:pt x="11" y="239"/>
                    <a:pt x="24" y="239"/>
                  </a:cubicBezTo>
                  <a:cubicBezTo>
                    <a:pt x="794" y="239"/>
                    <a:pt x="794" y="239"/>
                    <a:pt x="794" y="239"/>
                  </a:cubicBezTo>
                  <a:cubicBezTo>
                    <a:pt x="807" y="239"/>
                    <a:pt x="818" y="228"/>
                    <a:pt x="818" y="215"/>
                  </a:cubicBezTo>
                  <a:cubicBezTo>
                    <a:pt x="818" y="24"/>
                    <a:pt x="818" y="24"/>
                    <a:pt x="818" y="24"/>
                  </a:cubicBezTo>
                  <a:cubicBezTo>
                    <a:pt x="818" y="11"/>
                    <a:pt x="807" y="0"/>
                    <a:pt x="794"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28" name="Rectangle 22">
              <a:extLst>
                <a:ext uri="{FF2B5EF4-FFF2-40B4-BE49-F238E27FC236}">
                  <a16:creationId xmlns:a16="http://schemas.microsoft.com/office/drawing/2014/main" id="{A90589C3-8390-DF47-857D-CB7933B1FDCB}"/>
                </a:ext>
              </a:extLst>
            </p:cNvPr>
            <p:cNvSpPr>
              <a:spLocks noChangeArrowheads="1"/>
            </p:cNvSpPr>
            <p:nvPr/>
          </p:nvSpPr>
          <p:spPr bwMode="auto">
            <a:xfrm>
              <a:off x="4144875" y="3849841"/>
              <a:ext cx="116681" cy="4763"/>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29" name="Rectangle 23">
              <a:extLst>
                <a:ext uri="{FF2B5EF4-FFF2-40B4-BE49-F238E27FC236}">
                  <a16:creationId xmlns:a16="http://schemas.microsoft.com/office/drawing/2014/main" id="{75385C82-FDA9-2945-A199-7E1F65FE9396}"/>
                </a:ext>
              </a:extLst>
            </p:cNvPr>
            <p:cNvSpPr>
              <a:spLocks noChangeArrowheads="1"/>
            </p:cNvSpPr>
            <p:nvPr/>
          </p:nvSpPr>
          <p:spPr bwMode="auto">
            <a:xfrm>
              <a:off x="4144875" y="3849841"/>
              <a:ext cx="116681"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0" name="Freeform 24">
              <a:extLst>
                <a:ext uri="{FF2B5EF4-FFF2-40B4-BE49-F238E27FC236}">
                  <a16:creationId xmlns:a16="http://schemas.microsoft.com/office/drawing/2014/main" id="{F5BAC75A-C1DE-E44A-8C37-EF4DEE48FB79}"/>
                </a:ext>
              </a:extLst>
            </p:cNvPr>
            <p:cNvSpPr>
              <a:spLocks/>
            </p:cNvSpPr>
            <p:nvPr/>
          </p:nvSpPr>
          <p:spPr bwMode="auto">
            <a:xfrm>
              <a:off x="4261557" y="3714704"/>
              <a:ext cx="944166" cy="275034"/>
            </a:xfrm>
            <a:custGeom>
              <a:avLst/>
              <a:gdLst>
                <a:gd name="T0" fmla="*/ 794 w 818"/>
                <a:gd name="T1" fmla="*/ 0 h 238"/>
                <a:gd name="T2" fmla="*/ 24 w 818"/>
                <a:gd name="T3" fmla="*/ 0 h 238"/>
                <a:gd name="T4" fmla="*/ 0 w 818"/>
                <a:gd name="T5" fmla="*/ 24 h 238"/>
                <a:gd name="T6" fmla="*/ 0 w 818"/>
                <a:gd name="T7" fmla="*/ 214 h 238"/>
                <a:gd name="T8" fmla="*/ 24 w 818"/>
                <a:gd name="T9" fmla="*/ 238 h 238"/>
                <a:gd name="T10" fmla="*/ 794 w 818"/>
                <a:gd name="T11" fmla="*/ 238 h 238"/>
                <a:gd name="T12" fmla="*/ 818 w 818"/>
                <a:gd name="T13" fmla="*/ 214 h 238"/>
                <a:gd name="T14" fmla="*/ 818 w 818"/>
                <a:gd name="T15" fmla="*/ 24 h 238"/>
                <a:gd name="T16" fmla="*/ 794 w 818"/>
                <a:gd name="T17"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8" h="238">
                  <a:moveTo>
                    <a:pt x="794" y="0"/>
                  </a:moveTo>
                  <a:cubicBezTo>
                    <a:pt x="24" y="0"/>
                    <a:pt x="24" y="0"/>
                    <a:pt x="24" y="0"/>
                  </a:cubicBezTo>
                  <a:cubicBezTo>
                    <a:pt x="11" y="0"/>
                    <a:pt x="0" y="10"/>
                    <a:pt x="0" y="24"/>
                  </a:cubicBezTo>
                  <a:cubicBezTo>
                    <a:pt x="0" y="214"/>
                    <a:pt x="0" y="214"/>
                    <a:pt x="0" y="214"/>
                  </a:cubicBezTo>
                  <a:cubicBezTo>
                    <a:pt x="0" y="228"/>
                    <a:pt x="11" y="238"/>
                    <a:pt x="24" y="238"/>
                  </a:cubicBezTo>
                  <a:cubicBezTo>
                    <a:pt x="794" y="238"/>
                    <a:pt x="794" y="238"/>
                    <a:pt x="794" y="238"/>
                  </a:cubicBezTo>
                  <a:cubicBezTo>
                    <a:pt x="807" y="238"/>
                    <a:pt x="818" y="228"/>
                    <a:pt x="818" y="214"/>
                  </a:cubicBezTo>
                  <a:cubicBezTo>
                    <a:pt x="818" y="24"/>
                    <a:pt x="818" y="24"/>
                    <a:pt x="818" y="24"/>
                  </a:cubicBezTo>
                  <a:cubicBezTo>
                    <a:pt x="818" y="10"/>
                    <a:pt x="807" y="0"/>
                    <a:pt x="794"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1" name="Rectangle 25">
              <a:extLst>
                <a:ext uri="{FF2B5EF4-FFF2-40B4-BE49-F238E27FC236}">
                  <a16:creationId xmlns:a16="http://schemas.microsoft.com/office/drawing/2014/main" id="{7A18E4A1-5A66-D04B-B470-DE18D096DDF2}"/>
                </a:ext>
              </a:extLst>
            </p:cNvPr>
            <p:cNvSpPr>
              <a:spLocks noChangeArrowheads="1"/>
            </p:cNvSpPr>
            <p:nvPr/>
          </p:nvSpPr>
          <p:spPr bwMode="auto">
            <a:xfrm>
              <a:off x="4144875" y="4272512"/>
              <a:ext cx="116681" cy="4763"/>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2" name="Rectangle 26">
              <a:extLst>
                <a:ext uri="{FF2B5EF4-FFF2-40B4-BE49-F238E27FC236}">
                  <a16:creationId xmlns:a16="http://schemas.microsoft.com/office/drawing/2014/main" id="{E3024995-6010-3F40-A39C-069A3D08BB1E}"/>
                </a:ext>
              </a:extLst>
            </p:cNvPr>
            <p:cNvSpPr>
              <a:spLocks noChangeArrowheads="1"/>
            </p:cNvSpPr>
            <p:nvPr/>
          </p:nvSpPr>
          <p:spPr bwMode="auto">
            <a:xfrm>
              <a:off x="4144875" y="4272512"/>
              <a:ext cx="116681"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3" name="Freeform 27">
              <a:extLst>
                <a:ext uri="{FF2B5EF4-FFF2-40B4-BE49-F238E27FC236}">
                  <a16:creationId xmlns:a16="http://schemas.microsoft.com/office/drawing/2014/main" id="{877D3316-A498-0A40-BE70-24D17E56C822}"/>
                </a:ext>
              </a:extLst>
            </p:cNvPr>
            <p:cNvSpPr>
              <a:spLocks/>
            </p:cNvSpPr>
            <p:nvPr/>
          </p:nvSpPr>
          <p:spPr bwMode="auto">
            <a:xfrm>
              <a:off x="4261557" y="4137376"/>
              <a:ext cx="944166" cy="276225"/>
            </a:xfrm>
            <a:custGeom>
              <a:avLst/>
              <a:gdLst>
                <a:gd name="T0" fmla="*/ 794 w 818"/>
                <a:gd name="T1" fmla="*/ 0 h 239"/>
                <a:gd name="T2" fmla="*/ 24 w 818"/>
                <a:gd name="T3" fmla="*/ 0 h 239"/>
                <a:gd name="T4" fmla="*/ 0 w 818"/>
                <a:gd name="T5" fmla="*/ 24 h 239"/>
                <a:gd name="T6" fmla="*/ 0 w 818"/>
                <a:gd name="T7" fmla="*/ 215 h 239"/>
                <a:gd name="T8" fmla="*/ 24 w 818"/>
                <a:gd name="T9" fmla="*/ 239 h 239"/>
                <a:gd name="T10" fmla="*/ 794 w 818"/>
                <a:gd name="T11" fmla="*/ 239 h 239"/>
                <a:gd name="T12" fmla="*/ 818 w 818"/>
                <a:gd name="T13" fmla="*/ 215 h 239"/>
                <a:gd name="T14" fmla="*/ 818 w 818"/>
                <a:gd name="T15" fmla="*/ 24 h 239"/>
                <a:gd name="T16" fmla="*/ 794 w 818"/>
                <a:gd name="T17"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8" h="239">
                  <a:moveTo>
                    <a:pt x="794" y="0"/>
                  </a:moveTo>
                  <a:cubicBezTo>
                    <a:pt x="24" y="0"/>
                    <a:pt x="24" y="0"/>
                    <a:pt x="24" y="0"/>
                  </a:cubicBezTo>
                  <a:cubicBezTo>
                    <a:pt x="11" y="0"/>
                    <a:pt x="0" y="11"/>
                    <a:pt x="0" y="24"/>
                  </a:cubicBezTo>
                  <a:cubicBezTo>
                    <a:pt x="0" y="215"/>
                    <a:pt x="0" y="215"/>
                    <a:pt x="0" y="215"/>
                  </a:cubicBezTo>
                  <a:cubicBezTo>
                    <a:pt x="0" y="228"/>
                    <a:pt x="11" y="239"/>
                    <a:pt x="24" y="239"/>
                  </a:cubicBezTo>
                  <a:cubicBezTo>
                    <a:pt x="794" y="239"/>
                    <a:pt x="794" y="239"/>
                    <a:pt x="794" y="239"/>
                  </a:cubicBezTo>
                  <a:cubicBezTo>
                    <a:pt x="807" y="239"/>
                    <a:pt x="818" y="228"/>
                    <a:pt x="818" y="215"/>
                  </a:cubicBezTo>
                  <a:cubicBezTo>
                    <a:pt x="818" y="24"/>
                    <a:pt x="818" y="24"/>
                    <a:pt x="818" y="24"/>
                  </a:cubicBezTo>
                  <a:cubicBezTo>
                    <a:pt x="818" y="11"/>
                    <a:pt x="807" y="0"/>
                    <a:pt x="794"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4" name="Rectangle 28">
              <a:extLst>
                <a:ext uri="{FF2B5EF4-FFF2-40B4-BE49-F238E27FC236}">
                  <a16:creationId xmlns:a16="http://schemas.microsoft.com/office/drawing/2014/main" id="{924D6418-986F-3C41-B37E-14CA5B623D2A}"/>
                </a:ext>
              </a:extLst>
            </p:cNvPr>
            <p:cNvSpPr>
              <a:spLocks noChangeArrowheads="1"/>
            </p:cNvSpPr>
            <p:nvPr/>
          </p:nvSpPr>
          <p:spPr bwMode="auto">
            <a:xfrm>
              <a:off x="4144875" y="4696375"/>
              <a:ext cx="116681" cy="4763"/>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5" name="Rectangle 29">
              <a:extLst>
                <a:ext uri="{FF2B5EF4-FFF2-40B4-BE49-F238E27FC236}">
                  <a16:creationId xmlns:a16="http://schemas.microsoft.com/office/drawing/2014/main" id="{C68AFB8D-459A-9647-A46F-F7CDB434D7D9}"/>
                </a:ext>
              </a:extLst>
            </p:cNvPr>
            <p:cNvSpPr>
              <a:spLocks noChangeArrowheads="1"/>
            </p:cNvSpPr>
            <p:nvPr/>
          </p:nvSpPr>
          <p:spPr bwMode="auto">
            <a:xfrm>
              <a:off x="4144875" y="4696375"/>
              <a:ext cx="116681"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6" name="Freeform 30">
              <a:extLst>
                <a:ext uri="{FF2B5EF4-FFF2-40B4-BE49-F238E27FC236}">
                  <a16:creationId xmlns:a16="http://schemas.microsoft.com/office/drawing/2014/main" id="{74E0C414-B7A7-724C-BBA7-8F154465D072}"/>
                </a:ext>
              </a:extLst>
            </p:cNvPr>
            <p:cNvSpPr>
              <a:spLocks/>
            </p:cNvSpPr>
            <p:nvPr/>
          </p:nvSpPr>
          <p:spPr bwMode="auto">
            <a:xfrm>
              <a:off x="4261557" y="4561239"/>
              <a:ext cx="944166" cy="275034"/>
            </a:xfrm>
            <a:custGeom>
              <a:avLst/>
              <a:gdLst>
                <a:gd name="T0" fmla="*/ 794 w 818"/>
                <a:gd name="T1" fmla="*/ 0 h 238"/>
                <a:gd name="T2" fmla="*/ 24 w 818"/>
                <a:gd name="T3" fmla="*/ 0 h 238"/>
                <a:gd name="T4" fmla="*/ 0 w 818"/>
                <a:gd name="T5" fmla="*/ 24 h 238"/>
                <a:gd name="T6" fmla="*/ 0 w 818"/>
                <a:gd name="T7" fmla="*/ 214 h 238"/>
                <a:gd name="T8" fmla="*/ 24 w 818"/>
                <a:gd name="T9" fmla="*/ 238 h 238"/>
                <a:gd name="T10" fmla="*/ 794 w 818"/>
                <a:gd name="T11" fmla="*/ 238 h 238"/>
                <a:gd name="T12" fmla="*/ 818 w 818"/>
                <a:gd name="T13" fmla="*/ 214 h 238"/>
                <a:gd name="T14" fmla="*/ 818 w 818"/>
                <a:gd name="T15" fmla="*/ 24 h 238"/>
                <a:gd name="T16" fmla="*/ 794 w 818"/>
                <a:gd name="T17"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8" h="238">
                  <a:moveTo>
                    <a:pt x="794" y="0"/>
                  </a:moveTo>
                  <a:cubicBezTo>
                    <a:pt x="24" y="0"/>
                    <a:pt x="24" y="0"/>
                    <a:pt x="24" y="0"/>
                  </a:cubicBezTo>
                  <a:cubicBezTo>
                    <a:pt x="11" y="0"/>
                    <a:pt x="0" y="10"/>
                    <a:pt x="0" y="24"/>
                  </a:cubicBezTo>
                  <a:cubicBezTo>
                    <a:pt x="0" y="214"/>
                    <a:pt x="0" y="214"/>
                    <a:pt x="0" y="214"/>
                  </a:cubicBezTo>
                  <a:cubicBezTo>
                    <a:pt x="0" y="228"/>
                    <a:pt x="11" y="238"/>
                    <a:pt x="24" y="238"/>
                  </a:cubicBezTo>
                  <a:cubicBezTo>
                    <a:pt x="794" y="238"/>
                    <a:pt x="794" y="238"/>
                    <a:pt x="794" y="238"/>
                  </a:cubicBezTo>
                  <a:cubicBezTo>
                    <a:pt x="807" y="238"/>
                    <a:pt x="818" y="228"/>
                    <a:pt x="818" y="214"/>
                  </a:cubicBezTo>
                  <a:cubicBezTo>
                    <a:pt x="818" y="24"/>
                    <a:pt x="818" y="24"/>
                    <a:pt x="818" y="24"/>
                  </a:cubicBezTo>
                  <a:cubicBezTo>
                    <a:pt x="818" y="10"/>
                    <a:pt x="807" y="0"/>
                    <a:pt x="794"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7" name="Freeform 31">
              <a:extLst>
                <a:ext uri="{FF2B5EF4-FFF2-40B4-BE49-F238E27FC236}">
                  <a16:creationId xmlns:a16="http://schemas.microsoft.com/office/drawing/2014/main" id="{F38A508A-7F5A-EF4D-BAB8-D916946C767D}"/>
                </a:ext>
              </a:extLst>
            </p:cNvPr>
            <p:cNvSpPr>
              <a:spLocks/>
            </p:cNvSpPr>
            <p:nvPr/>
          </p:nvSpPr>
          <p:spPr bwMode="auto">
            <a:xfrm>
              <a:off x="4140708" y="4701138"/>
              <a:ext cx="120849" cy="422672"/>
            </a:xfrm>
            <a:custGeom>
              <a:avLst/>
              <a:gdLst>
                <a:gd name="T0" fmla="*/ 7 w 203"/>
                <a:gd name="T1" fmla="*/ 0 h 710"/>
                <a:gd name="T2" fmla="*/ 0 w 203"/>
                <a:gd name="T3" fmla="*/ 0 h 710"/>
                <a:gd name="T4" fmla="*/ 0 w 203"/>
                <a:gd name="T5" fmla="*/ 710 h 710"/>
                <a:gd name="T6" fmla="*/ 203 w 203"/>
                <a:gd name="T7" fmla="*/ 710 h 710"/>
                <a:gd name="T8" fmla="*/ 203 w 203"/>
                <a:gd name="T9" fmla="*/ 702 h 710"/>
                <a:gd name="T10" fmla="*/ 7 w 203"/>
                <a:gd name="T11" fmla="*/ 702 h 710"/>
                <a:gd name="T12" fmla="*/ 7 w 203"/>
                <a:gd name="T13" fmla="*/ 0 h 710"/>
              </a:gdLst>
              <a:ahLst/>
              <a:cxnLst>
                <a:cxn ang="0">
                  <a:pos x="T0" y="T1"/>
                </a:cxn>
                <a:cxn ang="0">
                  <a:pos x="T2" y="T3"/>
                </a:cxn>
                <a:cxn ang="0">
                  <a:pos x="T4" y="T5"/>
                </a:cxn>
                <a:cxn ang="0">
                  <a:pos x="T6" y="T7"/>
                </a:cxn>
                <a:cxn ang="0">
                  <a:pos x="T8" y="T9"/>
                </a:cxn>
                <a:cxn ang="0">
                  <a:pos x="T10" y="T11"/>
                </a:cxn>
                <a:cxn ang="0">
                  <a:pos x="T12" y="T13"/>
                </a:cxn>
              </a:cxnLst>
              <a:rect l="0" t="0" r="r" b="b"/>
              <a:pathLst>
                <a:path w="203" h="710">
                  <a:moveTo>
                    <a:pt x="7" y="0"/>
                  </a:moveTo>
                  <a:lnTo>
                    <a:pt x="0" y="0"/>
                  </a:lnTo>
                  <a:lnTo>
                    <a:pt x="0" y="710"/>
                  </a:lnTo>
                  <a:lnTo>
                    <a:pt x="203" y="710"/>
                  </a:lnTo>
                  <a:lnTo>
                    <a:pt x="203" y="702"/>
                  </a:lnTo>
                  <a:lnTo>
                    <a:pt x="7" y="702"/>
                  </a:lnTo>
                  <a:lnTo>
                    <a:pt x="7" y="0"/>
                  </a:lnTo>
                  <a:close/>
                </a:path>
              </a:pathLst>
            </a:custGeom>
            <a:solidFill>
              <a:srgbClr val="C5C5C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8" name="Freeform 32">
              <a:extLst>
                <a:ext uri="{FF2B5EF4-FFF2-40B4-BE49-F238E27FC236}">
                  <a16:creationId xmlns:a16="http://schemas.microsoft.com/office/drawing/2014/main" id="{00987480-01A9-5F42-A306-868351D05D4E}"/>
                </a:ext>
              </a:extLst>
            </p:cNvPr>
            <p:cNvSpPr>
              <a:spLocks/>
            </p:cNvSpPr>
            <p:nvPr/>
          </p:nvSpPr>
          <p:spPr bwMode="auto">
            <a:xfrm>
              <a:off x="4140708" y="4701138"/>
              <a:ext cx="120849" cy="422672"/>
            </a:xfrm>
            <a:custGeom>
              <a:avLst/>
              <a:gdLst>
                <a:gd name="T0" fmla="*/ 7 w 203"/>
                <a:gd name="T1" fmla="*/ 0 h 710"/>
                <a:gd name="T2" fmla="*/ 0 w 203"/>
                <a:gd name="T3" fmla="*/ 0 h 710"/>
                <a:gd name="T4" fmla="*/ 0 w 203"/>
                <a:gd name="T5" fmla="*/ 710 h 710"/>
                <a:gd name="T6" fmla="*/ 203 w 203"/>
                <a:gd name="T7" fmla="*/ 710 h 710"/>
                <a:gd name="T8" fmla="*/ 203 w 203"/>
                <a:gd name="T9" fmla="*/ 702 h 710"/>
                <a:gd name="T10" fmla="*/ 7 w 203"/>
                <a:gd name="T11" fmla="*/ 702 h 710"/>
                <a:gd name="T12" fmla="*/ 7 w 203"/>
                <a:gd name="T13" fmla="*/ 0 h 710"/>
              </a:gdLst>
              <a:ahLst/>
              <a:cxnLst>
                <a:cxn ang="0">
                  <a:pos x="T0" y="T1"/>
                </a:cxn>
                <a:cxn ang="0">
                  <a:pos x="T2" y="T3"/>
                </a:cxn>
                <a:cxn ang="0">
                  <a:pos x="T4" y="T5"/>
                </a:cxn>
                <a:cxn ang="0">
                  <a:pos x="T6" y="T7"/>
                </a:cxn>
                <a:cxn ang="0">
                  <a:pos x="T8" y="T9"/>
                </a:cxn>
                <a:cxn ang="0">
                  <a:pos x="T10" y="T11"/>
                </a:cxn>
                <a:cxn ang="0">
                  <a:pos x="T12" y="T13"/>
                </a:cxn>
              </a:cxnLst>
              <a:rect l="0" t="0" r="r" b="b"/>
              <a:pathLst>
                <a:path w="203" h="710">
                  <a:moveTo>
                    <a:pt x="7" y="0"/>
                  </a:moveTo>
                  <a:lnTo>
                    <a:pt x="0" y="0"/>
                  </a:lnTo>
                  <a:lnTo>
                    <a:pt x="0" y="710"/>
                  </a:lnTo>
                  <a:lnTo>
                    <a:pt x="203" y="710"/>
                  </a:lnTo>
                  <a:lnTo>
                    <a:pt x="203" y="702"/>
                  </a:lnTo>
                  <a:lnTo>
                    <a:pt x="7" y="702"/>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9" name="Freeform 33">
              <a:extLst>
                <a:ext uri="{FF2B5EF4-FFF2-40B4-BE49-F238E27FC236}">
                  <a16:creationId xmlns:a16="http://schemas.microsoft.com/office/drawing/2014/main" id="{92848A44-5EB8-4D40-B919-8AC5664E2023}"/>
                </a:ext>
              </a:extLst>
            </p:cNvPr>
            <p:cNvSpPr>
              <a:spLocks/>
            </p:cNvSpPr>
            <p:nvPr/>
          </p:nvSpPr>
          <p:spPr bwMode="auto">
            <a:xfrm>
              <a:off x="4140708" y="4277275"/>
              <a:ext cx="4167" cy="423863"/>
            </a:xfrm>
            <a:custGeom>
              <a:avLst/>
              <a:gdLst>
                <a:gd name="T0" fmla="*/ 7 w 7"/>
                <a:gd name="T1" fmla="*/ 0 h 712"/>
                <a:gd name="T2" fmla="*/ 0 w 7"/>
                <a:gd name="T3" fmla="*/ 0 h 712"/>
                <a:gd name="T4" fmla="*/ 0 w 7"/>
                <a:gd name="T5" fmla="*/ 712 h 712"/>
                <a:gd name="T6" fmla="*/ 7 w 7"/>
                <a:gd name="T7" fmla="*/ 712 h 712"/>
                <a:gd name="T8" fmla="*/ 7 w 7"/>
                <a:gd name="T9" fmla="*/ 704 h 712"/>
                <a:gd name="T10" fmla="*/ 7 w 7"/>
                <a:gd name="T11" fmla="*/ 0 h 712"/>
              </a:gdLst>
              <a:ahLst/>
              <a:cxnLst>
                <a:cxn ang="0">
                  <a:pos x="T0" y="T1"/>
                </a:cxn>
                <a:cxn ang="0">
                  <a:pos x="T2" y="T3"/>
                </a:cxn>
                <a:cxn ang="0">
                  <a:pos x="T4" y="T5"/>
                </a:cxn>
                <a:cxn ang="0">
                  <a:pos x="T6" y="T7"/>
                </a:cxn>
                <a:cxn ang="0">
                  <a:pos x="T8" y="T9"/>
                </a:cxn>
                <a:cxn ang="0">
                  <a:pos x="T10" y="T11"/>
                </a:cxn>
              </a:cxnLst>
              <a:rect l="0" t="0" r="r" b="b"/>
              <a:pathLst>
                <a:path w="7" h="712">
                  <a:moveTo>
                    <a:pt x="7" y="0"/>
                  </a:moveTo>
                  <a:lnTo>
                    <a:pt x="0" y="0"/>
                  </a:lnTo>
                  <a:lnTo>
                    <a:pt x="0" y="712"/>
                  </a:lnTo>
                  <a:lnTo>
                    <a:pt x="7" y="712"/>
                  </a:lnTo>
                  <a:lnTo>
                    <a:pt x="7" y="704"/>
                  </a:lnTo>
                  <a:lnTo>
                    <a:pt x="7"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0" name="Freeform 34">
              <a:extLst>
                <a:ext uri="{FF2B5EF4-FFF2-40B4-BE49-F238E27FC236}">
                  <a16:creationId xmlns:a16="http://schemas.microsoft.com/office/drawing/2014/main" id="{253E8452-E9F9-F145-BA9F-76DCFEB87008}"/>
                </a:ext>
              </a:extLst>
            </p:cNvPr>
            <p:cNvSpPr>
              <a:spLocks/>
            </p:cNvSpPr>
            <p:nvPr/>
          </p:nvSpPr>
          <p:spPr bwMode="auto">
            <a:xfrm>
              <a:off x="4140708" y="4277275"/>
              <a:ext cx="4167" cy="423863"/>
            </a:xfrm>
            <a:custGeom>
              <a:avLst/>
              <a:gdLst>
                <a:gd name="T0" fmla="*/ 7 w 7"/>
                <a:gd name="T1" fmla="*/ 0 h 712"/>
                <a:gd name="T2" fmla="*/ 0 w 7"/>
                <a:gd name="T3" fmla="*/ 0 h 712"/>
                <a:gd name="T4" fmla="*/ 0 w 7"/>
                <a:gd name="T5" fmla="*/ 712 h 712"/>
                <a:gd name="T6" fmla="*/ 7 w 7"/>
                <a:gd name="T7" fmla="*/ 712 h 712"/>
                <a:gd name="T8" fmla="*/ 7 w 7"/>
                <a:gd name="T9" fmla="*/ 704 h 712"/>
                <a:gd name="T10" fmla="*/ 7 w 7"/>
                <a:gd name="T11" fmla="*/ 0 h 712"/>
              </a:gdLst>
              <a:ahLst/>
              <a:cxnLst>
                <a:cxn ang="0">
                  <a:pos x="T0" y="T1"/>
                </a:cxn>
                <a:cxn ang="0">
                  <a:pos x="T2" y="T3"/>
                </a:cxn>
                <a:cxn ang="0">
                  <a:pos x="T4" y="T5"/>
                </a:cxn>
                <a:cxn ang="0">
                  <a:pos x="T6" y="T7"/>
                </a:cxn>
                <a:cxn ang="0">
                  <a:pos x="T8" y="T9"/>
                </a:cxn>
                <a:cxn ang="0">
                  <a:pos x="T10" y="T11"/>
                </a:cxn>
              </a:cxnLst>
              <a:rect l="0" t="0" r="r" b="b"/>
              <a:pathLst>
                <a:path w="7" h="712">
                  <a:moveTo>
                    <a:pt x="7" y="0"/>
                  </a:moveTo>
                  <a:lnTo>
                    <a:pt x="0" y="0"/>
                  </a:lnTo>
                  <a:lnTo>
                    <a:pt x="0" y="712"/>
                  </a:lnTo>
                  <a:lnTo>
                    <a:pt x="7" y="712"/>
                  </a:lnTo>
                  <a:lnTo>
                    <a:pt x="7" y="704"/>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1" name="Freeform 35">
              <a:extLst>
                <a:ext uri="{FF2B5EF4-FFF2-40B4-BE49-F238E27FC236}">
                  <a16:creationId xmlns:a16="http://schemas.microsoft.com/office/drawing/2014/main" id="{259DA030-C8F8-5148-BE06-FAC891ED681D}"/>
                </a:ext>
              </a:extLst>
            </p:cNvPr>
            <p:cNvSpPr>
              <a:spLocks/>
            </p:cNvSpPr>
            <p:nvPr/>
          </p:nvSpPr>
          <p:spPr bwMode="auto">
            <a:xfrm>
              <a:off x="4140708" y="3854603"/>
              <a:ext cx="4167" cy="422672"/>
            </a:xfrm>
            <a:custGeom>
              <a:avLst/>
              <a:gdLst>
                <a:gd name="T0" fmla="*/ 7 w 7"/>
                <a:gd name="T1" fmla="*/ 0 h 710"/>
                <a:gd name="T2" fmla="*/ 0 w 7"/>
                <a:gd name="T3" fmla="*/ 0 h 710"/>
                <a:gd name="T4" fmla="*/ 0 w 7"/>
                <a:gd name="T5" fmla="*/ 710 h 710"/>
                <a:gd name="T6" fmla="*/ 7 w 7"/>
                <a:gd name="T7" fmla="*/ 710 h 710"/>
                <a:gd name="T8" fmla="*/ 7 w 7"/>
                <a:gd name="T9" fmla="*/ 702 h 710"/>
                <a:gd name="T10" fmla="*/ 7 w 7"/>
                <a:gd name="T11" fmla="*/ 0 h 710"/>
              </a:gdLst>
              <a:ahLst/>
              <a:cxnLst>
                <a:cxn ang="0">
                  <a:pos x="T0" y="T1"/>
                </a:cxn>
                <a:cxn ang="0">
                  <a:pos x="T2" y="T3"/>
                </a:cxn>
                <a:cxn ang="0">
                  <a:pos x="T4" y="T5"/>
                </a:cxn>
                <a:cxn ang="0">
                  <a:pos x="T6" y="T7"/>
                </a:cxn>
                <a:cxn ang="0">
                  <a:pos x="T8" y="T9"/>
                </a:cxn>
                <a:cxn ang="0">
                  <a:pos x="T10" y="T11"/>
                </a:cxn>
              </a:cxnLst>
              <a:rect l="0" t="0" r="r" b="b"/>
              <a:pathLst>
                <a:path w="7" h="710">
                  <a:moveTo>
                    <a:pt x="7" y="0"/>
                  </a:moveTo>
                  <a:lnTo>
                    <a:pt x="0" y="0"/>
                  </a:lnTo>
                  <a:lnTo>
                    <a:pt x="0" y="710"/>
                  </a:lnTo>
                  <a:lnTo>
                    <a:pt x="7" y="710"/>
                  </a:lnTo>
                  <a:lnTo>
                    <a:pt x="7" y="702"/>
                  </a:lnTo>
                  <a:lnTo>
                    <a:pt x="7"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2" name="Freeform 36">
              <a:extLst>
                <a:ext uri="{FF2B5EF4-FFF2-40B4-BE49-F238E27FC236}">
                  <a16:creationId xmlns:a16="http://schemas.microsoft.com/office/drawing/2014/main" id="{E2E6EFF7-A8C8-4343-A9DB-BF6183F45F1A}"/>
                </a:ext>
              </a:extLst>
            </p:cNvPr>
            <p:cNvSpPr>
              <a:spLocks/>
            </p:cNvSpPr>
            <p:nvPr/>
          </p:nvSpPr>
          <p:spPr bwMode="auto">
            <a:xfrm>
              <a:off x="4140708" y="3854603"/>
              <a:ext cx="4167" cy="422672"/>
            </a:xfrm>
            <a:custGeom>
              <a:avLst/>
              <a:gdLst>
                <a:gd name="T0" fmla="*/ 7 w 7"/>
                <a:gd name="T1" fmla="*/ 0 h 710"/>
                <a:gd name="T2" fmla="*/ 0 w 7"/>
                <a:gd name="T3" fmla="*/ 0 h 710"/>
                <a:gd name="T4" fmla="*/ 0 w 7"/>
                <a:gd name="T5" fmla="*/ 710 h 710"/>
                <a:gd name="T6" fmla="*/ 7 w 7"/>
                <a:gd name="T7" fmla="*/ 710 h 710"/>
                <a:gd name="T8" fmla="*/ 7 w 7"/>
                <a:gd name="T9" fmla="*/ 702 h 710"/>
                <a:gd name="T10" fmla="*/ 7 w 7"/>
                <a:gd name="T11" fmla="*/ 0 h 710"/>
              </a:gdLst>
              <a:ahLst/>
              <a:cxnLst>
                <a:cxn ang="0">
                  <a:pos x="T0" y="T1"/>
                </a:cxn>
                <a:cxn ang="0">
                  <a:pos x="T2" y="T3"/>
                </a:cxn>
                <a:cxn ang="0">
                  <a:pos x="T4" y="T5"/>
                </a:cxn>
                <a:cxn ang="0">
                  <a:pos x="T6" y="T7"/>
                </a:cxn>
                <a:cxn ang="0">
                  <a:pos x="T8" y="T9"/>
                </a:cxn>
                <a:cxn ang="0">
                  <a:pos x="T10" y="T11"/>
                </a:cxn>
              </a:cxnLst>
              <a:rect l="0" t="0" r="r" b="b"/>
              <a:pathLst>
                <a:path w="7" h="710">
                  <a:moveTo>
                    <a:pt x="7" y="0"/>
                  </a:moveTo>
                  <a:lnTo>
                    <a:pt x="0" y="0"/>
                  </a:lnTo>
                  <a:lnTo>
                    <a:pt x="0" y="710"/>
                  </a:lnTo>
                  <a:lnTo>
                    <a:pt x="7" y="710"/>
                  </a:lnTo>
                  <a:lnTo>
                    <a:pt x="7" y="702"/>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3" name="Freeform 37">
              <a:extLst>
                <a:ext uri="{FF2B5EF4-FFF2-40B4-BE49-F238E27FC236}">
                  <a16:creationId xmlns:a16="http://schemas.microsoft.com/office/drawing/2014/main" id="{CFAC660D-9C7D-D146-9EFB-DC8630F5F77B}"/>
                </a:ext>
              </a:extLst>
            </p:cNvPr>
            <p:cNvSpPr>
              <a:spLocks/>
            </p:cNvSpPr>
            <p:nvPr/>
          </p:nvSpPr>
          <p:spPr bwMode="auto">
            <a:xfrm>
              <a:off x="4140708" y="3430740"/>
              <a:ext cx="4167" cy="423863"/>
            </a:xfrm>
            <a:custGeom>
              <a:avLst/>
              <a:gdLst>
                <a:gd name="T0" fmla="*/ 7 w 7"/>
                <a:gd name="T1" fmla="*/ 0 h 712"/>
                <a:gd name="T2" fmla="*/ 0 w 7"/>
                <a:gd name="T3" fmla="*/ 0 h 712"/>
                <a:gd name="T4" fmla="*/ 0 w 7"/>
                <a:gd name="T5" fmla="*/ 712 h 712"/>
                <a:gd name="T6" fmla="*/ 7 w 7"/>
                <a:gd name="T7" fmla="*/ 712 h 712"/>
                <a:gd name="T8" fmla="*/ 7 w 7"/>
                <a:gd name="T9" fmla="*/ 704 h 712"/>
                <a:gd name="T10" fmla="*/ 7 w 7"/>
                <a:gd name="T11" fmla="*/ 0 h 712"/>
              </a:gdLst>
              <a:ahLst/>
              <a:cxnLst>
                <a:cxn ang="0">
                  <a:pos x="T0" y="T1"/>
                </a:cxn>
                <a:cxn ang="0">
                  <a:pos x="T2" y="T3"/>
                </a:cxn>
                <a:cxn ang="0">
                  <a:pos x="T4" y="T5"/>
                </a:cxn>
                <a:cxn ang="0">
                  <a:pos x="T6" y="T7"/>
                </a:cxn>
                <a:cxn ang="0">
                  <a:pos x="T8" y="T9"/>
                </a:cxn>
                <a:cxn ang="0">
                  <a:pos x="T10" y="T11"/>
                </a:cxn>
              </a:cxnLst>
              <a:rect l="0" t="0" r="r" b="b"/>
              <a:pathLst>
                <a:path w="7" h="712">
                  <a:moveTo>
                    <a:pt x="7" y="0"/>
                  </a:moveTo>
                  <a:lnTo>
                    <a:pt x="0" y="0"/>
                  </a:lnTo>
                  <a:lnTo>
                    <a:pt x="0" y="712"/>
                  </a:lnTo>
                  <a:lnTo>
                    <a:pt x="7" y="712"/>
                  </a:lnTo>
                  <a:lnTo>
                    <a:pt x="7" y="704"/>
                  </a:lnTo>
                  <a:lnTo>
                    <a:pt x="7"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4" name="Freeform 38">
              <a:extLst>
                <a:ext uri="{FF2B5EF4-FFF2-40B4-BE49-F238E27FC236}">
                  <a16:creationId xmlns:a16="http://schemas.microsoft.com/office/drawing/2014/main" id="{EE00E195-DB98-9147-88E7-676D96552705}"/>
                </a:ext>
              </a:extLst>
            </p:cNvPr>
            <p:cNvSpPr>
              <a:spLocks/>
            </p:cNvSpPr>
            <p:nvPr/>
          </p:nvSpPr>
          <p:spPr bwMode="auto">
            <a:xfrm>
              <a:off x="4140708" y="3430740"/>
              <a:ext cx="4167" cy="423863"/>
            </a:xfrm>
            <a:custGeom>
              <a:avLst/>
              <a:gdLst>
                <a:gd name="T0" fmla="*/ 7 w 7"/>
                <a:gd name="T1" fmla="*/ 0 h 712"/>
                <a:gd name="T2" fmla="*/ 0 w 7"/>
                <a:gd name="T3" fmla="*/ 0 h 712"/>
                <a:gd name="T4" fmla="*/ 0 w 7"/>
                <a:gd name="T5" fmla="*/ 712 h 712"/>
                <a:gd name="T6" fmla="*/ 7 w 7"/>
                <a:gd name="T7" fmla="*/ 712 h 712"/>
                <a:gd name="T8" fmla="*/ 7 w 7"/>
                <a:gd name="T9" fmla="*/ 704 h 712"/>
                <a:gd name="T10" fmla="*/ 7 w 7"/>
                <a:gd name="T11" fmla="*/ 0 h 712"/>
              </a:gdLst>
              <a:ahLst/>
              <a:cxnLst>
                <a:cxn ang="0">
                  <a:pos x="T0" y="T1"/>
                </a:cxn>
                <a:cxn ang="0">
                  <a:pos x="T2" y="T3"/>
                </a:cxn>
                <a:cxn ang="0">
                  <a:pos x="T4" y="T5"/>
                </a:cxn>
                <a:cxn ang="0">
                  <a:pos x="T6" y="T7"/>
                </a:cxn>
                <a:cxn ang="0">
                  <a:pos x="T8" y="T9"/>
                </a:cxn>
                <a:cxn ang="0">
                  <a:pos x="T10" y="T11"/>
                </a:cxn>
              </a:cxnLst>
              <a:rect l="0" t="0" r="r" b="b"/>
              <a:pathLst>
                <a:path w="7" h="712">
                  <a:moveTo>
                    <a:pt x="7" y="0"/>
                  </a:moveTo>
                  <a:lnTo>
                    <a:pt x="0" y="0"/>
                  </a:lnTo>
                  <a:lnTo>
                    <a:pt x="0" y="712"/>
                  </a:lnTo>
                  <a:lnTo>
                    <a:pt x="7" y="712"/>
                  </a:lnTo>
                  <a:lnTo>
                    <a:pt x="7" y="704"/>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5" name="Freeform 39">
              <a:extLst>
                <a:ext uri="{FF2B5EF4-FFF2-40B4-BE49-F238E27FC236}">
                  <a16:creationId xmlns:a16="http://schemas.microsoft.com/office/drawing/2014/main" id="{82F09198-A7E2-D343-BFEE-92441E2A2F84}"/>
                </a:ext>
              </a:extLst>
            </p:cNvPr>
            <p:cNvSpPr>
              <a:spLocks/>
            </p:cNvSpPr>
            <p:nvPr/>
          </p:nvSpPr>
          <p:spPr bwMode="auto">
            <a:xfrm>
              <a:off x="4140708" y="3143204"/>
              <a:ext cx="4167" cy="287536"/>
            </a:xfrm>
            <a:custGeom>
              <a:avLst/>
              <a:gdLst>
                <a:gd name="T0" fmla="*/ 7 w 7"/>
                <a:gd name="T1" fmla="*/ 0 h 483"/>
                <a:gd name="T2" fmla="*/ 0 w 7"/>
                <a:gd name="T3" fmla="*/ 0 h 483"/>
                <a:gd name="T4" fmla="*/ 0 w 7"/>
                <a:gd name="T5" fmla="*/ 483 h 483"/>
                <a:gd name="T6" fmla="*/ 7 w 7"/>
                <a:gd name="T7" fmla="*/ 483 h 483"/>
                <a:gd name="T8" fmla="*/ 7 w 7"/>
                <a:gd name="T9" fmla="*/ 477 h 483"/>
                <a:gd name="T10" fmla="*/ 7 w 7"/>
                <a:gd name="T11" fmla="*/ 0 h 483"/>
              </a:gdLst>
              <a:ahLst/>
              <a:cxnLst>
                <a:cxn ang="0">
                  <a:pos x="T0" y="T1"/>
                </a:cxn>
                <a:cxn ang="0">
                  <a:pos x="T2" y="T3"/>
                </a:cxn>
                <a:cxn ang="0">
                  <a:pos x="T4" y="T5"/>
                </a:cxn>
                <a:cxn ang="0">
                  <a:pos x="T6" y="T7"/>
                </a:cxn>
                <a:cxn ang="0">
                  <a:pos x="T8" y="T9"/>
                </a:cxn>
                <a:cxn ang="0">
                  <a:pos x="T10" y="T11"/>
                </a:cxn>
              </a:cxnLst>
              <a:rect l="0" t="0" r="r" b="b"/>
              <a:pathLst>
                <a:path w="7" h="483">
                  <a:moveTo>
                    <a:pt x="7" y="0"/>
                  </a:moveTo>
                  <a:lnTo>
                    <a:pt x="0" y="0"/>
                  </a:lnTo>
                  <a:lnTo>
                    <a:pt x="0" y="483"/>
                  </a:lnTo>
                  <a:lnTo>
                    <a:pt x="7" y="483"/>
                  </a:lnTo>
                  <a:lnTo>
                    <a:pt x="7" y="477"/>
                  </a:lnTo>
                  <a:lnTo>
                    <a:pt x="7"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6" name="Freeform 40">
              <a:extLst>
                <a:ext uri="{FF2B5EF4-FFF2-40B4-BE49-F238E27FC236}">
                  <a16:creationId xmlns:a16="http://schemas.microsoft.com/office/drawing/2014/main" id="{B1FA14CF-8CF5-A045-AA22-85DFC10AE7EF}"/>
                </a:ext>
              </a:extLst>
            </p:cNvPr>
            <p:cNvSpPr>
              <a:spLocks/>
            </p:cNvSpPr>
            <p:nvPr/>
          </p:nvSpPr>
          <p:spPr bwMode="auto">
            <a:xfrm>
              <a:off x="4140708" y="3143204"/>
              <a:ext cx="4167" cy="287536"/>
            </a:xfrm>
            <a:custGeom>
              <a:avLst/>
              <a:gdLst>
                <a:gd name="T0" fmla="*/ 7 w 7"/>
                <a:gd name="T1" fmla="*/ 0 h 483"/>
                <a:gd name="T2" fmla="*/ 0 w 7"/>
                <a:gd name="T3" fmla="*/ 0 h 483"/>
                <a:gd name="T4" fmla="*/ 0 w 7"/>
                <a:gd name="T5" fmla="*/ 483 h 483"/>
                <a:gd name="T6" fmla="*/ 7 w 7"/>
                <a:gd name="T7" fmla="*/ 483 h 483"/>
                <a:gd name="T8" fmla="*/ 7 w 7"/>
                <a:gd name="T9" fmla="*/ 477 h 483"/>
                <a:gd name="T10" fmla="*/ 7 w 7"/>
                <a:gd name="T11" fmla="*/ 0 h 483"/>
              </a:gdLst>
              <a:ahLst/>
              <a:cxnLst>
                <a:cxn ang="0">
                  <a:pos x="T0" y="T1"/>
                </a:cxn>
                <a:cxn ang="0">
                  <a:pos x="T2" y="T3"/>
                </a:cxn>
                <a:cxn ang="0">
                  <a:pos x="T4" y="T5"/>
                </a:cxn>
                <a:cxn ang="0">
                  <a:pos x="T6" y="T7"/>
                </a:cxn>
                <a:cxn ang="0">
                  <a:pos x="T8" y="T9"/>
                </a:cxn>
                <a:cxn ang="0">
                  <a:pos x="T10" y="T11"/>
                </a:cxn>
              </a:cxnLst>
              <a:rect l="0" t="0" r="r" b="b"/>
              <a:pathLst>
                <a:path w="7" h="483">
                  <a:moveTo>
                    <a:pt x="7" y="0"/>
                  </a:moveTo>
                  <a:lnTo>
                    <a:pt x="0" y="0"/>
                  </a:lnTo>
                  <a:lnTo>
                    <a:pt x="0" y="483"/>
                  </a:lnTo>
                  <a:lnTo>
                    <a:pt x="7" y="483"/>
                  </a:lnTo>
                  <a:lnTo>
                    <a:pt x="7" y="477"/>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7" name="Freeform 41">
              <a:extLst>
                <a:ext uri="{FF2B5EF4-FFF2-40B4-BE49-F238E27FC236}">
                  <a16:creationId xmlns:a16="http://schemas.microsoft.com/office/drawing/2014/main" id="{CCFCBE9D-C2DC-8F40-B516-676A335395AF}"/>
                </a:ext>
              </a:extLst>
            </p:cNvPr>
            <p:cNvSpPr>
              <a:spLocks/>
            </p:cNvSpPr>
            <p:nvPr/>
          </p:nvSpPr>
          <p:spPr bwMode="auto">
            <a:xfrm>
              <a:off x="4261557" y="4983911"/>
              <a:ext cx="944166" cy="275034"/>
            </a:xfrm>
            <a:custGeom>
              <a:avLst/>
              <a:gdLst>
                <a:gd name="T0" fmla="*/ 794 w 818"/>
                <a:gd name="T1" fmla="*/ 0 h 238"/>
                <a:gd name="T2" fmla="*/ 24 w 818"/>
                <a:gd name="T3" fmla="*/ 0 h 238"/>
                <a:gd name="T4" fmla="*/ 0 w 818"/>
                <a:gd name="T5" fmla="*/ 24 h 238"/>
                <a:gd name="T6" fmla="*/ 0 w 818"/>
                <a:gd name="T7" fmla="*/ 215 h 238"/>
                <a:gd name="T8" fmla="*/ 24 w 818"/>
                <a:gd name="T9" fmla="*/ 238 h 238"/>
                <a:gd name="T10" fmla="*/ 794 w 818"/>
                <a:gd name="T11" fmla="*/ 238 h 238"/>
                <a:gd name="T12" fmla="*/ 818 w 818"/>
                <a:gd name="T13" fmla="*/ 215 h 238"/>
                <a:gd name="T14" fmla="*/ 818 w 818"/>
                <a:gd name="T15" fmla="*/ 24 h 238"/>
                <a:gd name="T16" fmla="*/ 794 w 818"/>
                <a:gd name="T17"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18" h="238">
                  <a:moveTo>
                    <a:pt x="794" y="0"/>
                  </a:moveTo>
                  <a:cubicBezTo>
                    <a:pt x="24" y="0"/>
                    <a:pt x="24" y="0"/>
                    <a:pt x="24" y="0"/>
                  </a:cubicBezTo>
                  <a:cubicBezTo>
                    <a:pt x="11" y="0"/>
                    <a:pt x="0" y="11"/>
                    <a:pt x="0" y="24"/>
                  </a:cubicBezTo>
                  <a:cubicBezTo>
                    <a:pt x="0" y="215"/>
                    <a:pt x="0" y="215"/>
                    <a:pt x="0" y="215"/>
                  </a:cubicBezTo>
                  <a:cubicBezTo>
                    <a:pt x="0" y="228"/>
                    <a:pt x="11" y="238"/>
                    <a:pt x="24" y="238"/>
                  </a:cubicBezTo>
                  <a:cubicBezTo>
                    <a:pt x="794" y="238"/>
                    <a:pt x="794" y="238"/>
                    <a:pt x="794" y="238"/>
                  </a:cubicBezTo>
                  <a:cubicBezTo>
                    <a:pt x="807" y="238"/>
                    <a:pt x="818" y="228"/>
                    <a:pt x="818" y="215"/>
                  </a:cubicBezTo>
                  <a:cubicBezTo>
                    <a:pt x="818" y="24"/>
                    <a:pt x="818" y="24"/>
                    <a:pt x="818" y="24"/>
                  </a:cubicBezTo>
                  <a:cubicBezTo>
                    <a:pt x="818" y="11"/>
                    <a:pt x="807" y="0"/>
                    <a:pt x="794"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8" name="Freeform 42">
              <a:extLst>
                <a:ext uri="{FF2B5EF4-FFF2-40B4-BE49-F238E27FC236}">
                  <a16:creationId xmlns:a16="http://schemas.microsoft.com/office/drawing/2014/main" id="{DE6331AC-5286-E549-94BB-B9AE859C8B0A}"/>
                </a:ext>
              </a:extLst>
            </p:cNvPr>
            <p:cNvSpPr>
              <a:spLocks/>
            </p:cNvSpPr>
            <p:nvPr/>
          </p:nvSpPr>
          <p:spPr bwMode="auto">
            <a:xfrm>
              <a:off x="5500997" y="2777087"/>
              <a:ext cx="1181100" cy="366117"/>
            </a:xfrm>
            <a:custGeom>
              <a:avLst/>
              <a:gdLst>
                <a:gd name="T0" fmla="*/ 0 w 1023"/>
                <a:gd name="T1" fmla="*/ 32 h 317"/>
                <a:gd name="T2" fmla="*/ 32 w 1023"/>
                <a:gd name="T3" fmla="*/ 0 h 317"/>
                <a:gd name="T4" fmla="*/ 991 w 1023"/>
                <a:gd name="T5" fmla="*/ 0 h 317"/>
                <a:gd name="T6" fmla="*/ 1023 w 1023"/>
                <a:gd name="T7" fmla="*/ 32 h 317"/>
                <a:gd name="T8" fmla="*/ 1023 w 1023"/>
                <a:gd name="T9" fmla="*/ 286 h 317"/>
                <a:gd name="T10" fmla="*/ 991 w 1023"/>
                <a:gd name="T11" fmla="*/ 317 h 317"/>
                <a:gd name="T12" fmla="*/ 32 w 1023"/>
                <a:gd name="T13" fmla="*/ 317 h 317"/>
                <a:gd name="T14" fmla="*/ 0 w 1023"/>
                <a:gd name="T15" fmla="*/ 286 h 317"/>
                <a:gd name="T16" fmla="*/ 0 w 1023"/>
                <a:gd name="T17" fmla="*/ 32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3" h="317">
                  <a:moveTo>
                    <a:pt x="0" y="32"/>
                  </a:moveTo>
                  <a:cubicBezTo>
                    <a:pt x="0" y="14"/>
                    <a:pt x="14" y="0"/>
                    <a:pt x="32" y="0"/>
                  </a:cubicBezTo>
                  <a:cubicBezTo>
                    <a:pt x="991" y="0"/>
                    <a:pt x="991" y="0"/>
                    <a:pt x="991" y="0"/>
                  </a:cubicBezTo>
                  <a:cubicBezTo>
                    <a:pt x="1008" y="0"/>
                    <a:pt x="1023" y="14"/>
                    <a:pt x="1023" y="32"/>
                  </a:cubicBezTo>
                  <a:cubicBezTo>
                    <a:pt x="1023" y="286"/>
                    <a:pt x="1023" y="286"/>
                    <a:pt x="1023" y="286"/>
                  </a:cubicBezTo>
                  <a:cubicBezTo>
                    <a:pt x="1023" y="303"/>
                    <a:pt x="1008" y="317"/>
                    <a:pt x="991" y="317"/>
                  </a:cubicBezTo>
                  <a:cubicBezTo>
                    <a:pt x="32" y="317"/>
                    <a:pt x="32" y="317"/>
                    <a:pt x="32" y="317"/>
                  </a:cubicBezTo>
                  <a:cubicBezTo>
                    <a:pt x="14" y="317"/>
                    <a:pt x="0" y="303"/>
                    <a:pt x="0" y="286"/>
                  </a:cubicBezTo>
                  <a:lnTo>
                    <a:pt x="0" y="32"/>
                  </a:lnTo>
                  <a:close/>
                </a:path>
              </a:pathLst>
            </a:custGeom>
            <a:solidFill>
              <a:schemeClr val="accent4"/>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333333"/>
                </a:solidFill>
                <a:effectLst/>
                <a:uLnTx/>
                <a:uFillTx/>
                <a:latin typeface="Graphik" panose="020B0503030202060203" pitchFamily="34" charset="77"/>
                <a:ea typeface="+mn-ea"/>
                <a:cs typeface="+mn-cs"/>
              </a:endParaRPr>
            </a:p>
          </p:txBody>
        </p:sp>
        <p:sp>
          <p:nvSpPr>
            <p:cNvPr id="49" name="Freeform 43">
              <a:extLst>
                <a:ext uri="{FF2B5EF4-FFF2-40B4-BE49-F238E27FC236}">
                  <a16:creationId xmlns:a16="http://schemas.microsoft.com/office/drawing/2014/main" id="{19992471-471B-DE49-A2CF-D8E2A9D0002A}"/>
                </a:ext>
              </a:extLst>
            </p:cNvPr>
            <p:cNvSpPr>
              <a:spLocks/>
            </p:cNvSpPr>
            <p:nvPr/>
          </p:nvSpPr>
          <p:spPr bwMode="auto">
            <a:xfrm>
              <a:off x="5616488" y="3143204"/>
              <a:ext cx="120253" cy="287536"/>
            </a:xfrm>
            <a:custGeom>
              <a:avLst/>
              <a:gdLst>
                <a:gd name="T0" fmla="*/ 0 w 202"/>
                <a:gd name="T1" fmla="*/ 0 h 483"/>
                <a:gd name="T2" fmla="*/ 0 w 202"/>
                <a:gd name="T3" fmla="*/ 483 h 483"/>
                <a:gd name="T4" fmla="*/ 202 w 202"/>
                <a:gd name="T5" fmla="*/ 483 h 483"/>
                <a:gd name="T6" fmla="*/ 202 w 202"/>
                <a:gd name="T7" fmla="*/ 477 h 483"/>
                <a:gd name="T8" fmla="*/ 8 w 202"/>
                <a:gd name="T9" fmla="*/ 477 h 483"/>
                <a:gd name="T10" fmla="*/ 8 w 202"/>
                <a:gd name="T11" fmla="*/ 0 h 483"/>
                <a:gd name="T12" fmla="*/ 0 w 202"/>
                <a:gd name="T13" fmla="*/ 0 h 483"/>
                <a:gd name="T14" fmla="*/ 0 w 202"/>
                <a:gd name="T15" fmla="*/ 0 h 4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2" h="483">
                  <a:moveTo>
                    <a:pt x="0" y="0"/>
                  </a:moveTo>
                  <a:lnTo>
                    <a:pt x="0" y="483"/>
                  </a:lnTo>
                  <a:lnTo>
                    <a:pt x="202" y="483"/>
                  </a:lnTo>
                  <a:lnTo>
                    <a:pt x="202" y="477"/>
                  </a:lnTo>
                  <a:lnTo>
                    <a:pt x="8" y="477"/>
                  </a:lnTo>
                  <a:lnTo>
                    <a:pt x="8" y="0"/>
                  </a:lnTo>
                  <a:lnTo>
                    <a:pt x="0" y="0"/>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50" name="Freeform 44">
              <a:extLst>
                <a:ext uri="{FF2B5EF4-FFF2-40B4-BE49-F238E27FC236}">
                  <a16:creationId xmlns:a16="http://schemas.microsoft.com/office/drawing/2014/main" id="{F733A1B9-930E-5D40-A7A2-09541E900E28}"/>
                </a:ext>
              </a:extLst>
            </p:cNvPr>
            <p:cNvSpPr>
              <a:spLocks/>
            </p:cNvSpPr>
            <p:nvPr/>
          </p:nvSpPr>
          <p:spPr bwMode="auto">
            <a:xfrm>
              <a:off x="5616488" y="3143204"/>
              <a:ext cx="120253" cy="287536"/>
            </a:xfrm>
            <a:custGeom>
              <a:avLst/>
              <a:gdLst>
                <a:gd name="T0" fmla="*/ 0 w 202"/>
                <a:gd name="T1" fmla="*/ 0 h 483"/>
                <a:gd name="T2" fmla="*/ 0 w 202"/>
                <a:gd name="T3" fmla="*/ 483 h 483"/>
                <a:gd name="T4" fmla="*/ 202 w 202"/>
                <a:gd name="T5" fmla="*/ 483 h 483"/>
                <a:gd name="T6" fmla="*/ 202 w 202"/>
                <a:gd name="T7" fmla="*/ 477 h 483"/>
                <a:gd name="T8" fmla="*/ 8 w 202"/>
                <a:gd name="T9" fmla="*/ 477 h 483"/>
                <a:gd name="T10" fmla="*/ 8 w 202"/>
                <a:gd name="T11" fmla="*/ 0 h 483"/>
                <a:gd name="T12" fmla="*/ 0 w 202"/>
                <a:gd name="T13" fmla="*/ 0 h 483"/>
                <a:gd name="T14" fmla="*/ 0 w 202"/>
                <a:gd name="T15" fmla="*/ 0 h 48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02" h="483">
                  <a:moveTo>
                    <a:pt x="0" y="0"/>
                  </a:moveTo>
                  <a:lnTo>
                    <a:pt x="0" y="483"/>
                  </a:lnTo>
                  <a:lnTo>
                    <a:pt x="202" y="483"/>
                  </a:lnTo>
                  <a:lnTo>
                    <a:pt x="202" y="477"/>
                  </a:lnTo>
                  <a:lnTo>
                    <a:pt x="8" y="477"/>
                  </a:lnTo>
                  <a:lnTo>
                    <a:pt x="8" y="0"/>
                  </a:lnTo>
                  <a:lnTo>
                    <a:pt x="0"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51" name="Freeform 45">
              <a:extLst>
                <a:ext uri="{FF2B5EF4-FFF2-40B4-BE49-F238E27FC236}">
                  <a16:creationId xmlns:a16="http://schemas.microsoft.com/office/drawing/2014/main" id="{95EFA59A-4EEE-0F4D-8847-629AA76602D6}"/>
                </a:ext>
              </a:extLst>
            </p:cNvPr>
            <p:cNvSpPr>
              <a:spLocks/>
            </p:cNvSpPr>
            <p:nvPr/>
          </p:nvSpPr>
          <p:spPr bwMode="auto">
            <a:xfrm>
              <a:off x="5736741" y="3290842"/>
              <a:ext cx="945356" cy="276225"/>
            </a:xfrm>
            <a:custGeom>
              <a:avLst/>
              <a:gdLst>
                <a:gd name="T0" fmla="*/ 795 w 819"/>
                <a:gd name="T1" fmla="*/ 0 h 239"/>
                <a:gd name="T2" fmla="*/ 24 w 819"/>
                <a:gd name="T3" fmla="*/ 0 h 239"/>
                <a:gd name="T4" fmla="*/ 0 w 819"/>
                <a:gd name="T5" fmla="*/ 24 h 239"/>
                <a:gd name="T6" fmla="*/ 0 w 819"/>
                <a:gd name="T7" fmla="*/ 118 h 239"/>
                <a:gd name="T8" fmla="*/ 0 w 819"/>
                <a:gd name="T9" fmla="*/ 118 h 239"/>
                <a:gd name="T10" fmla="*/ 0 w 819"/>
                <a:gd name="T11" fmla="*/ 121 h 239"/>
                <a:gd name="T12" fmla="*/ 0 w 819"/>
                <a:gd name="T13" fmla="*/ 121 h 239"/>
                <a:gd name="T14" fmla="*/ 0 w 819"/>
                <a:gd name="T15" fmla="*/ 215 h 239"/>
                <a:gd name="T16" fmla="*/ 24 w 819"/>
                <a:gd name="T17" fmla="*/ 239 h 239"/>
                <a:gd name="T18" fmla="*/ 795 w 819"/>
                <a:gd name="T19" fmla="*/ 239 h 239"/>
                <a:gd name="T20" fmla="*/ 819 w 819"/>
                <a:gd name="T21" fmla="*/ 215 h 239"/>
                <a:gd name="T22" fmla="*/ 819 w 819"/>
                <a:gd name="T23" fmla="*/ 24 h 239"/>
                <a:gd name="T24" fmla="*/ 795 w 819"/>
                <a:gd name="T25"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9" h="239">
                  <a:moveTo>
                    <a:pt x="795" y="0"/>
                  </a:moveTo>
                  <a:cubicBezTo>
                    <a:pt x="24" y="0"/>
                    <a:pt x="24" y="0"/>
                    <a:pt x="24" y="0"/>
                  </a:cubicBezTo>
                  <a:cubicBezTo>
                    <a:pt x="11" y="0"/>
                    <a:pt x="0" y="11"/>
                    <a:pt x="0" y="24"/>
                  </a:cubicBezTo>
                  <a:cubicBezTo>
                    <a:pt x="0" y="118"/>
                    <a:pt x="0" y="118"/>
                    <a:pt x="0" y="118"/>
                  </a:cubicBezTo>
                  <a:cubicBezTo>
                    <a:pt x="0" y="118"/>
                    <a:pt x="0" y="118"/>
                    <a:pt x="0" y="118"/>
                  </a:cubicBezTo>
                  <a:cubicBezTo>
                    <a:pt x="0" y="121"/>
                    <a:pt x="0" y="121"/>
                    <a:pt x="0" y="121"/>
                  </a:cubicBezTo>
                  <a:cubicBezTo>
                    <a:pt x="0" y="121"/>
                    <a:pt x="0" y="121"/>
                    <a:pt x="0" y="121"/>
                  </a:cubicBezTo>
                  <a:cubicBezTo>
                    <a:pt x="0" y="215"/>
                    <a:pt x="0" y="215"/>
                    <a:pt x="0" y="215"/>
                  </a:cubicBezTo>
                  <a:cubicBezTo>
                    <a:pt x="0" y="228"/>
                    <a:pt x="11" y="239"/>
                    <a:pt x="24" y="239"/>
                  </a:cubicBezTo>
                  <a:cubicBezTo>
                    <a:pt x="795" y="239"/>
                    <a:pt x="795" y="239"/>
                    <a:pt x="795" y="239"/>
                  </a:cubicBezTo>
                  <a:cubicBezTo>
                    <a:pt x="808" y="239"/>
                    <a:pt x="819" y="228"/>
                    <a:pt x="819" y="215"/>
                  </a:cubicBezTo>
                  <a:cubicBezTo>
                    <a:pt x="819" y="24"/>
                    <a:pt x="819" y="24"/>
                    <a:pt x="819" y="24"/>
                  </a:cubicBezTo>
                  <a:cubicBezTo>
                    <a:pt x="819" y="11"/>
                    <a:pt x="808" y="0"/>
                    <a:pt x="795"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52" name="Rectangle 46">
              <a:extLst>
                <a:ext uri="{FF2B5EF4-FFF2-40B4-BE49-F238E27FC236}">
                  <a16:creationId xmlns:a16="http://schemas.microsoft.com/office/drawing/2014/main" id="{F1E9EA7A-15F2-4D41-8FF0-90BE7072D737}"/>
                </a:ext>
              </a:extLst>
            </p:cNvPr>
            <p:cNvSpPr>
              <a:spLocks noChangeArrowheads="1"/>
            </p:cNvSpPr>
            <p:nvPr/>
          </p:nvSpPr>
          <p:spPr bwMode="auto">
            <a:xfrm>
              <a:off x="5736741" y="3427169"/>
              <a:ext cx="596" cy="3572"/>
            </a:xfrm>
            <a:prstGeom prst="rect">
              <a:avLst/>
            </a:prstGeom>
            <a:solidFill>
              <a:srgbClr val="D6D6D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53" name="Rectangle 47">
              <a:extLst>
                <a:ext uri="{FF2B5EF4-FFF2-40B4-BE49-F238E27FC236}">
                  <a16:creationId xmlns:a16="http://schemas.microsoft.com/office/drawing/2014/main" id="{1B688E64-37C5-3541-BA3C-21C74AF83DA6}"/>
                </a:ext>
              </a:extLst>
            </p:cNvPr>
            <p:cNvSpPr>
              <a:spLocks noChangeArrowheads="1"/>
            </p:cNvSpPr>
            <p:nvPr/>
          </p:nvSpPr>
          <p:spPr bwMode="auto">
            <a:xfrm>
              <a:off x="5736741" y="3427169"/>
              <a:ext cx="596" cy="3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54" name="Rectangle 48">
              <a:extLst>
                <a:ext uri="{FF2B5EF4-FFF2-40B4-BE49-F238E27FC236}">
                  <a16:creationId xmlns:a16="http://schemas.microsoft.com/office/drawing/2014/main" id="{86A0BF55-65B4-9E41-9EC9-A751A7F4E5B9}"/>
                </a:ext>
              </a:extLst>
            </p:cNvPr>
            <p:cNvSpPr>
              <a:spLocks noChangeArrowheads="1"/>
            </p:cNvSpPr>
            <p:nvPr/>
          </p:nvSpPr>
          <p:spPr bwMode="auto">
            <a:xfrm>
              <a:off x="5621251" y="3849841"/>
              <a:ext cx="115491" cy="4763"/>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55" name="Rectangle 49">
              <a:extLst>
                <a:ext uri="{FF2B5EF4-FFF2-40B4-BE49-F238E27FC236}">
                  <a16:creationId xmlns:a16="http://schemas.microsoft.com/office/drawing/2014/main" id="{1C57A193-32C3-B443-918B-2FAE615E1962}"/>
                </a:ext>
              </a:extLst>
            </p:cNvPr>
            <p:cNvSpPr>
              <a:spLocks noChangeArrowheads="1"/>
            </p:cNvSpPr>
            <p:nvPr/>
          </p:nvSpPr>
          <p:spPr bwMode="auto">
            <a:xfrm>
              <a:off x="5621251" y="3849841"/>
              <a:ext cx="115491"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56" name="Freeform 50">
              <a:extLst>
                <a:ext uri="{FF2B5EF4-FFF2-40B4-BE49-F238E27FC236}">
                  <a16:creationId xmlns:a16="http://schemas.microsoft.com/office/drawing/2014/main" id="{E2940C7F-CA94-CE40-8684-7A38EED59578}"/>
                </a:ext>
              </a:extLst>
            </p:cNvPr>
            <p:cNvSpPr>
              <a:spLocks/>
            </p:cNvSpPr>
            <p:nvPr/>
          </p:nvSpPr>
          <p:spPr bwMode="auto">
            <a:xfrm>
              <a:off x="5736741" y="3714704"/>
              <a:ext cx="945356" cy="275034"/>
            </a:xfrm>
            <a:custGeom>
              <a:avLst/>
              <a:gdLst>
                <a:gd name="T0" fmla="*/ 795 w 819"/>
                <a:gd name="T1" fmla="*/ 0 h 238"/>
                <a:gd name="T2" fmla="*/ 24 w 819"/>
                <a:gd name="T3" fmla="*/ 0 h 238"/>
                <a:gd name="T4" fmla="*/ 0 w 819"/>
                <a:gd name="T5" fmla="*/ 24 h 238"/>
                <a:gd name="T6" fmla="*/ 0 w 819"/>
                <a:gd name="T7" fmla="*/ 117 h 238"/>
                <a:gd name="T8" fmla="*/ 0 w 819"/>
                <a:gd name="T9" fmla="*/ 117 h 238"/>
                <a:gd name="T10" fmla="*/ 0 w 819"/>
                <a:gd name="T11" fmla="*/ 121 h 238"/>
                <a:gd name="T12" fmla="*/ 0 w 819"/>
                <a:gd name="T13" fmla="*/ 121 h 238"/>
                <a:gd name="T14" fmla="*/ 0 w 819"/>
                <a:gd name="T15" fmla="*/ 214 h 238"/>
                <a:gd name="T16" fmla="*/ 24 w 819"/>
                <a:gd name="T17" fmla="*/ 238 h 238"/>
                <a:gd name="T18" fmla="*/ 795 w 819"/>
                <a:gd name="T19" fmla="*/ 238 h 238"/>
                <a:gd name="T20" fmla="*/ 819 w 819"/>
                <a:gd name="T21" fmla="*/ 214 h 238"/>
                <a:gd name="T22" fmla="*/ 819 w 819"/>
                <a:gd name="T23" fmla="*/ 24 h 238"/>
                <a:gd name="T24" fmla="*/ 795 w 819"/>
                <a:gd name="T25"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9" h="238">
                  <a:moveTo>
                    <a:pt x="795" y="0"/>
                  </a:moveTo>
                  <a:cubicBezTo>
                    <a:pt x="24" y="0"/>
                    <a:pt x="24" y="0"/>
                    <a:pt x="24" y="0"/>
                  </a:cubicBezTo>
                  <a:cubicBezTo>
                    <a:pt x="11" y="0"/>
                    <a:pt x="0" y="10"/>
                    <a:pt x="0" y="24"/>
                  </a:cubicBezTo>
                  <a:cubicBezTo>
                    <a:pt x="0" y="117"/>
                    <a:pt x="0" y="117"/>
                    <a:pt x="0" y="117"/>
                  </a:cubicBezTo>
                  <a:cubicBezTo>
                    <a:pt x="0" y="117"/>
                    <a:pt x="0" y="117"/>
                    <a:pt x="0" y="117"/>
                  </a:cubicBezTo>
                  <a:cubicBezTo>
                    <a:pt x="0" y="121"/>
                    <a:pt x="0" y="121"/>
                    <a:pt x="0" y="121"/>
                  </a:cubicBezTo>
                  <a:cubicBezTo>
                    <a:pt x="0" y="121"/>
                    <a:pt x="0" y="121"/>
                    <a:pt x="0" y="121"/>
                  </a:cubicBezTo>
                  <a:cubicBezTo>
                    <a:pt x="0" y="214"/>
                    <a:pt x="0" y="214"/>
                    <a:pt x="0" y="214"/>
                  </a:cubicBezTo>
                  <a:cubicBezTo>
                    <a:pt x="0" y="228"/>
                    <a:pt x="11" y="238"/>
                    <a:pt x="24" y="238"/>
                  </a:cubicBezTo>
                  <a:cubicBezTo>
                    <a:pt x="795" y="238"/>
                    <a:pt x="795" y="238"/>
                    <a:pt x="795" y="238"/>
                  </a:cubicBezTo>
                  <a:cubicBezTo>
                    <a:pt x="808" y="238"/>
                    <a:pt x="819" y="228"/>
                    <a:pt x="819" y="214"/>
                  </a:cubicBezTo>
                  <a:cubicBezTo>
                    <a:pt x="819" y="24"/>
                    <a:pt x="819" y="24"/>
                    <a:pt x="819" y="24"/>
                  </a:cubicBezTo>
                  <a:cubicBezTo>
                    <a:pt x="819" y="10"/>
                    <a:pt x="808" y="0"/>
                    <a:pt x="795"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57" name="Rectangle 51">
              <a:extLst>
                <a:ext uri="{FF2B5EF4-FFF2-40B4-BE49-F238E27FC236}">
                  <a16:creationId xmlns:a16="http://schemas.microsoft.com/office/drawing/2014/main" id="{BAD34B27-DE6C-0B46-9ADF-E4F92C4F956C}"/>
                </a:ext>
              </a:extLst>
            </p:cNvPr>
            <p:cNvSpPr>
              <a:spLocks noChangeArrowheads="1"/>
            </p:cNvSpPr>
            <p:nvPr/>
          </p:nvSpPr>
          <p:spPr bwMode="auto">
            <a:xfrm>
              <a:off x="5736741" y="3849841"/>
              <a:ext cx="596" cy="4763"/>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58" name="Rectangle 52">
              <a:extLst>
                <a:ext uri="{FF2B5EF4-FFF2-40B4-BE49-F238E27FC236}">
                  <a16:creationId xmlns:a16="http://schemas.microsoft.com/office/drawing/2014/main" id="{17BD1E4B-78B3-D84F-8879-B36675B85049}"/>
                </a:ext>
              </a:extLst>
            </p:cNvPr>
            <p:cNvSpPr>
              <a:spLocks noChangeArrowheads="1"/>
            </p:cNvSpPr>
            <p:nvPr/>
          </p:nvSpPr>
          <p:spPr bwMode="auto">
            <a:xfrm>
              <a:off x="5736741" y="3849841"/>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59" name="Freeform 53">
              <a:extLst>
                <a:ext uri="{FF2B5EF4-FFF2-40B4-BE49-F238E27FC236}">
                  <a16:creationId xmlns:a16="http://schemas.microsoft.com/office/drawing/2014/main" id="{45658DFA-F396-3648-83C6-F657C049B088}"/>
                </a:ext>
              </a:extLst>
            </p:cNvPr>
            <p:cNvSpPr>
              <a:spLocks/>
            </p:cNvSpPr>
            <p:nvPr/>
          </p:nvSpPr>
          <p:spPr bwMode="auto">
            <a:xfrm>
              <a:off x="5616488" y="3854603"/>
              <a:ext cx="120253" cy="422672"/>
            </a:xfrm>
            <a:custGeom>
              <a:avLst/>
              <a:gdLst>
                <a:gd name="T0" fmla="*/ 8 w 202"/>
                <a:gd name="T1" fmla="*/ 0 h 710"/>
                <a:gd name="T2" fmla="*/ 0 w 202"/>
                <a:gd name="T3" fmla="*/ 0 h 710"/>
                <a:gd name="T4" fmla="*/ 0 w 202"/>
                <a:gd name="T5" fmla="*/ 710 h 710"/>
                <a:gd name="T6" fmla="*/ 202 w 202"/>
                <a:gd name="T7" fmla="*/ 710 h 710"/>
                <a:gd name="T8" fmla="*/ 202 w 202"/>
                <a:gd name="T9" fmla="*/ 702 h 710"/>
                <a:gd name="T10" fmla="*/ 8 w 202"/>
                <a:gd name="T11" fmla="*/ 702 h 710"/>
                <a:gd name="T12" fmla="*/ 8 w 202"/>
                <a:gd name="T13" fmla="*/ 0 h 710"/>
              </a:gdLst>
              <a:ahLst/>
              <a:cxnLst>
                <a:cxn ang="0">
                  <a:pos x="T0" y="T1"/>
                </a:cxn>
                <a:cxn ang="0">
                  <a:pos x="T2" y="T3"/>
                </a:cxn>
                <a:cxn ang="0">
                  <a:pos x="T4" y="T5"/>
                </a:cxn>
                <a:cxn ang="0">
                  <a:pos x="T6" y="T7"/>
                </a:cxn>
                <a:cxn ang="0">
                  <a:pos x="T8" y="T9"/>
                </a:cxn>
                <a:cxn ang="0">
                  <a:pos x="T10" y="T11"/>
                </a:cxn>
                <a:cxn ang="0">
                  <a:pos x="T12" y="T13"/>
                </a:cxn>
              </a:cxnLst>
              <a:rect l="0" t="0" r="r" b="b"/>
              <a:pathLst>
                <a:path w="202" h="710">
                  <a:moveTo>
                    <a:pt x="8" y="0"/>
                  </a:moveTo>
                  <a:lnTo>
                    <a:pt x="0" y="0"/>
                  </a:lnTo>
                  <a:lnTo>
                    <a:pt x="0" y="710"/>
                  </a:lnTo>
                  <a:lnTo>
                    <a:pt x="202" y="710"/>
                  </a:lnTo>
                  <a:lnTo>
                    <a:pt x="202" y="702"/>
                  </a:lnTo>
                  <a:lnTo>
                    <a:pt x="8" y="702"/>
                  </a:lnTo>
                  <a:lnTo>
                    <a:pt x="8" y="0"/>
                  </a:lnTo>
                  <a:close/>
                </a:path>
              </a:pathLst>
            </a:custGeom>
            <a:solidFill>
              <a:srgbClr val="C5C5C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0" name="Freeform 54">
              <a:extLst>
                <a:ext uri="{FF2B5EF4-FFF2-40B4-BE49-F238E27FC236}">
                  <a16:creationId xmlns:a16="http://schemas.microsoft.com/office/drawing/2014/main" id="{9A7CBF0B-07E8-AE49-A15C-BF384D8EBB8E}"/>
                </a:ext>
              </a:extLst>
            </p:cNvPr>
            <p:cNvSpPr>
              <a:spLocks/>
            </p:cNvSpPr>
            <p:nvPr/>
          </p:nvSpPr>
          <p:spPr bwMode="auto">
            <a:xfrm>
              <a:off x="5616488" y="3854603"/>
              <a:ext cx="120253" cy="422672"/>
            </a:xfrm>
            <a:custGeom>
              <a:avLst/>
              <a:gdLst>
                <a:gd name="T0" fmla="*/ 8 w 202"/>
                <a:gd name="T1" fmla="*/ 0 h 710"/>
                <a:gd name="T2" fmla="*/ 0 w 202"/>
                <a:gd name="T3" fmla="*/ 0 h 710"/>
                <a:gd name="T4" fmla="*/ 0 w 202"/>
                <a:gd name="T5" fmla="*/ 710 h 710"/>
                <a:gd name="T6" fmla="*/ 202 w 202"/>
                <a:gd name="T7" fmla="*/ 710 h 710"/>
                <a:gd name="T8" fmla="*/ 202 w 202"/>
                <a:gd name="T9" fmla="*/ 702 h 710"/>
                <a:gd name="T10" fmla="*/ 8 w 202"/>
                <a:gd name="T11" fmla="*/ 702 h 710"/>
                <a:gd name="T12" fmla="*/ 8 w 202"/>
                <a:gd name="T13" fmla="*/ 0 h 710"/>
              </a:gdLst>
              <a:ahLst/>
              <a:cxnLst>
                <a:cxn ang="0">
                  <a:pos x="T0" y="T1"/>
                </a:cxn>
                <a:cxn ang="0">
                  <a:pos x="T2" y="T3"/>
                </a:cxn>
                <a:cxn ang="0">
                  <a:pos x="T4" y="T5"/>
                </a:cxn>
                <a:cxn ang="0">
                  <a:pos x="T6" y="T7"/>
                </a:cxn>
                <a:cxn ang="0">
                  <a:pos x="T8" y="T9"/>
                </a:cxn>
                <a:cxn ang="0">
                  <a:pos x="T10" y="T11"/>
                </a:cxn>
                <a:cxn ang="0">
                  <a:pos x="T12" y="T13"/>
                </a:cxn>
              </a:cxnLst>
              <a:rect l="0" t="0" r="r" b="b"/>
              <a:pathLst>
                <a:path w="202" h="710">
                  <a:moveTo>
                    <a:pt x="8" y="0"/>
                  </a:moveTo>
                  <a:lnTo>
                    <a:pt x="0" y="0"/>
                  </a:lnTo>
                  <a:lnTo>
                    <a:pt x="0" y="710"/>
                  </a:lnTo>
                  <a:lnTo>
                    <a:pt x="202" y="710"/>
                  </a:lnTo>
                  <a:lnTo>
                    <a:pt x="202" y="702"/>
                  </a:lnTo>
                  <a:lnTo>
                    <a:pt x="8" y="702"/>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1" name="Freeform 55">
              <a:extLst>
                <a:ext uri="{FF2B5EF4-FFF2-40B4-BE49-F238E27FC236}">
                  <a16:creationId xmlns:a16="http://schemas.microsoft.com/office/drawing/2014/main" id="{2F853F93-5678-F74F-A551-3F004FFCA34F}"/>
                </a:ext>
              </a:extLst>
            </p:cNvPr>
            <p:cNvSpPr>
              <a:spLocks/>
            </p:cNvSpPr>
            <p:nvPr/>
          </p:nvSpPr>
          <p:spPr bwMode="auto">
            <a:xfrm>
              <a:off x="5616488" y="3430740"/>
              <a:ext cx="4763" cy="423863"/>
            </a:xfrm>
            <a:custGeom>
              <a:avLst/>
              <a:gdLst>
                <a:gd name="T0" fmla="*/ 8 w 8"/>
                <a:gd name="T1" fmla="*/ 0 h 712"/>
                <a:gd name="T2" fmla="*/ 0 w 8"/>
                <a:gd name="T3" fmla="*/ 0 h 712"/>
                <a:gd name="T4" fmla="*/ 0 w 8"/>
                <a:gd name="T5" fmla="*/ 712 h 712"/>
                <a:gd name="T6" fmla="*/ 8 w 8"/>
                <a:gd name="T7" fmla="*/ 712 h 712"/>
                <a:gd name="T8" fmla="*/ 8 w 8"/>
                <a:gd name="T9" fmla="*/ 704 h 712"/>
                <a:gd name="T10" fmla="*/ 8 w 8"/>
                <a:gd name="T11" fmla="*/ 0 h 712"/>
              </a:gdLst>
              <a:ahLst/>
              <a:cxnLst>
                <a:cxn ang="0">
                  <a:pos x="T0" y="T1"/>
                </a:cxn>
                <a:cxn ang="0">
                  <a:pos x="T2" y="T3"/>
                </a:cxn>
                <a:cxn ang="0">
                  <a:pos x="T4" y="T5"/>
                </a:cxn>
                <a:cxn ang="0">
                  <a:pos x="T6" y="T7"/>
                </a:cxn>
                <a:cxn ang="0">
                  <a:pos x="T8" y="T9"/>
                </a:cxn>
                <a:cxn ang="0">
                  <a:pos x="T10" y="T11"/>
                </a:cxn>
              </a:cxnLst>
              <a:rect l="0" t="0" r="r" b="b"/>
              <a:pathLst>
                <a:path w="8" h="712">
                  <a:moveTo>
                    <a:pt x="8" y="0"/>
                  </a:moveTo>
                  <a:lnTo>
                    <a:pt x="0" y="0"/>
                  </a:lnTo>
                  <a:lnTo>
                    <a:pt x="0" y="712"/>
                  </a:lnTo>
                  <a:lnTo>
                    <a:pt x="8" y="712"/>
                  </a:lnTo>
                  <a:lnTo>
                    <a:pt x="8" y="704"/>
                  </a:lnTo>
                  <a:lnTo>
                    <a:pt x="8"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2" name="Freeform 56">
              <a:extLst>
                <a:ext uri="{FF2B5EF4-FFF2-40B4-BE49-F238E27FC236}">
                  <a16:creationId xmlns:a16="http://schemas.microsoft.com/office/drawing/2014/main" id="{D3E4C374-3A46-484C-B665-622DAB237662}"/>
                </a:ext>
              </a:extLst>
            </p:cNvPr>
            <p:cNvSpPr>
              <a:spLocks/>
            </p:cNvSpPr>
            <p:nvPr/>
          </p:nvSpPr>
          <p:spPr bwMode="auto">
            <a:xfrm>
              <a:off x="5616488" y="3430740"/>
              <a:ext cx="4763" cy="423863"/>
            </a:xfrm>
            <a:custGeom>
              <a:avLst/>
              <a:gdLst>
                <a:gd name="T0" fmla="*/ 8 w 8"/>
                <a:gd name="T1" fmla="*/ 0 h 712"/>
                <a:gd name="T2" fmla="*/ 0 w 8"/>
                <a:gd name="T3" fmla="*/ 0 h 712"/>
                <a:gd name="T4" fmla="*/ 0 w 8"/>
                <a:gd name="T5" fmla="*/ 712 h 712"/>
                <a:gd name="T6" fmla="*/ 8 w 8"/>
                <a:gd name="T7" fmla="*/ 712 h 712"/>
                <a:gd name="T8" fmla="*/ 8 w 8"/>
                <a:gd name="T9" fmla="*/ 704 h 712"/>
                <a:gd name="T10" fmla="*/ 8 w 8"/>
                <a:gd name="T11" fmla="*/ 0 h 712"/>
              </a:gdLst>
              <a:ahLst/>
              <a:cxnLst>
                <a:cxn ang="0">
                  <a:pos x="T0" y="T1"/>
                </a:cxn>
                <a:cxn ang="0">
                  <a:pos x="T2" y="T3"/>
                </a:cxn>
                <a:cxn ang="0">
                  <a:pos x="T4" y="T5"/>
                </a:cxn>
                <a:cxn ang="0">
                  <a:pos x="T6" y="T7"/>
                </a:cxn>
                <a:cxn ang="0">
                  <a:pos x="T8" y="T9"/>
                </a:cxn>
                <a:cxn ang="0">
                  <a:pos x="T10" y="T11"/>
                </a:cxn>
              </a:cxnLst>
              <a:rect l="0" t="0" r="r" b="b"/>
              <a:pathLst>
                <a:path w="8" h="712">
                  <a:moveTo>
                    <a:pt x="8" y="0"/>
                  </a:moveTo>
                  <a:lnTo>
                    <a:pt x="0" y="0"/>
                  </a:lnTo>
                  <a:lnTo>
                    <a:pt x="0" y="712"/>
                  </a:lnTo>
                  <a:lnTo>
                    <a:pt x="8" y="712"/>
                  </a:lnTo>
                  <a:lnTo>
                    <a:pt x="8" y="704"/>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3" name="Freeform 57">
              <a:extLst>
                <a:ext uri="{FF2B5EF4-FFF2-40B4-BE49-F238E27FC236}">
                  <a16:creationId xmlns:a16="http://schemas.microsoft.com/office/drawing/2014/main" id="{6739F62F-D22C-1146-8AF6-3F9992FB10E0}"/>
                </a:ext>
              </a:extLst>
            </p:cNvPr>
            <p:cNvSpPr>
              <a:spLocks/>
            </p:cNvSpPr>
            <p:nvPr/>
          </p:nvSpPr>
          <p:spPr bwMode="auto">
            <a:xfrm>
              <a:off x="5616488" y="3143204"/>
              <a:ext cx="4763" cy="287536"/>
            </a:xfrm>
            <a:custGeom>
              <a:avLst/>
              <a:gdLst>
                <a:gd name="T0" fmla="*/ 8 w 8"/>
                <a:gd name="T1" fmla="*/ 0 h 483"/>
                <a:gd name="T2" fmla="*/ 0 w 8"/>
                <a:gd name="T3" fmla="*/ 0 h 483"/>
                <a:gd name="T4" fmla="*/ 0 w 8"/>
                <a:gd name="T5" fmla="*/ 0 h 483"/>
                <a:gd name="T6" fmla="*/ 0 w 8"/>
                <a:gd name="T7" fmla="*/ 483 h 483"/>
                <a:gd name="T8" fmla="*/ 8 w 8"/>
                <a:gd name="T9" fmla="*/ 483 h 483"/>
                <a:gd name="T10" fmla="*/ 8 w 8"/>
                <a:gd name="T11" fmla="*/ 477 h 483"/>
                <a:gd name="T12" fmla="*/ 8 w 8"/>
                <a:gd name="T13" fmla="*/ 0 h 483"/>
              </a:gdLst>
              <a:ahLst/>
              <a:cxnLst>
                <a:cxn ang="0">
                  <a:pos x="T0" y="T1"/>
                </a:cxn>
                <a:cxn ang="0">
                  <a:pos x="T2" y="T3"/>
                </a:cxn>
                <a:cxn ang="0">
                  <a:pos x="T4" y="T5"/>
                </a:cxn>
                <a:cxn ang="0">
                  <a:pos x="T6" y="T7"/>
                </a:cxn>
                <a:cxn ang="0">
                  <a:pos x="T8" y="T9"/>
                </a:cxn>
                <a:cxn ang="0">
                  <a:pos x="T10" y="T11"/>
                </a:cxn>
                <a:cxn ang="0">
                  <a:pos x="T12" y="T13"/>
                </a:cxn>
              </a:cxnLst>
              <a:rect l="0" t="0" r="r" b="b"/>
              <a:pathLst>
                <a:path w="8" h="483">
                  <a:moveTo>
                    <a:pt x="8" y="0"/>
                  </a:moveTo>
                  <a:lnTo>
                    <a:pt x="0" y="0"/>
                  </a:lnTo>
                  <a:lnTo>
                    <a:pt x="0" y="0"/>
                  </a:lnTo>
                  <a:lnTo>
                    <a:pt x="0" y="483"/>
                  </a:lnTo>
                  <a:lnTo>
                    <a:pt x="8" y="483"/>
                  </a:lnTo>
                  <a:lnTo>
                    <a:pt x="8" y="477"/>
                  </a:lnTo>
                  <a:lnTo>
                    <a:pt x="8"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4" name="Freeform 58">
              <a:extLst>
                <a:ext uri="{FF2B5EF4-FFF2-40B4-BE49-F238E27FC236}">
                  <a16:creationId xmlns:a16="http://schemas.microsoft.com/office/drawing/2014/main" id="{2FCC6338-FDD9-944B-948A-85F361E6192B}"/>
                </a:ext>
              </a:extLst>
            </p:cNvPr>
            <p:cNvSpPr>
              <a:spLocks/>
            </p:cNvSpPr>
            <p:nvPr/>
          </p:nvSpPr>
          <p:spPr bwMode="auto">
            <a:xfrm>
              <a:off x="5616488" y="3143204"/>
              <a:ext cx="4763" cy="287536"/>
            </a:xfrm>
            <a:custGeom>
              <a:avLst/>
              <a:gdLst>
                <a:gd name="T0" fmla="*/ 8 w 8"/>
                <a:gd name="T1" fmla="*/ 0 h 483"/>
                <a:gd name="T2" fmla="*/ 0 w 8"/>
                <a:gd name="T3" fmla="*/ 0 h 483"/>
                <a:gd name="T4" fmla="*/ 0 w 8"/>
                <a:gd name="T5" fmla="*/ 0 h 483"/>
                <a:gd name="T6" fmla="*/ 0 w 8"/>
                <a:gd name="T7" fmla="*/ 483 h 483"/>
                <a:gd name="T8" fmla="*/ 8 w 8"/>
                <a:gd name="T9" fmla="*/ 483 h 483"/>
                <a:gd name="T10" fmla="*/ 8 w 8"/>
                <a:gd name="T11" fmla="*/ 477 h 483"/>
                <a:gd name="T12" fmla="*/ 8 w 8"/>
                <a:gd name="T13" fmla="*/ 0 h 483"/>
              </a:gdLst>
              <a:ahLst/>
              <a:cxnLst>
                <a:cxn ang="0">
                  <a:pos x="T0" y="T1"/>
                </a:cxn>
                <a:cxn ang="0">
                  <a:pos x="T2" y="T3"/>
                </a:cxn>
                <a:cxn ang="0">
                  <a:pos x="T4" y="T5"/>
                </a:cxn>
                <a:cxn ang="0">
                  <a:pos x="T6" y="T7"/>
                </a:cxn>
                <a:cxn ang="0">
                  <a:pos x="T8" y="T9"/>
                </a:cxn>
                <a:cxn ang="0">
                  <a:pos x="T10" y="T11"/>
                </a:cxn>
                <a:cxn ang="0">
                  <a:pos x="T12" y="T13"/>
                </a:cxn>
              </a:cxnLst>
              <a:rect l="0" t="0" r="r" b="b"/>
              <a:pathLst>
                <a:path w="8" h="483">
                  <a:moveTo>
                    <a:pt x="8" y="0"/>
                  </a:moveTo>
                  <a:lnTo>
                    <a:pt x="0" y="0"/>
                  </a:lnTo>
                  <a:lnTo>
                    <a:pt x="0" y="0"/>
                  </a:lnTo>
                  <a:lnTo>
                    <a:pt x="0" y="483"/>
                  </a:lnTo>
                  <a:lnTo>
                    <a:pt x="8" y="483"/>
                  </a:lnTo>
                  <a:lnTo>
                    <a:pt x="8" y="477"/>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5" name="Freeform 59">
              <a:extLst>
                <a:ext uri="{FF2B5EF4-FFF2-40B4-BE49-F238E27FC236}">
                  <a16:creationId xmlns:a16="http://schemas.microsoft.com/office/drawing/2014/main" id="{64DB4CAD-38CB-1C48-8E01-2D4CFA0F7A53}"/>
                </a:ext>
              </a:extLst>
            </p:cNvPr>
            <p:cNvSpPr>
              <a:spLocks/>
            </p:cNvSpPr>
            <p:nvPr/>
          </p:nvSpPr>
          <p:spPr bwMode="auto">
            <a:xfrm>
              <a:off x="5736741" y="4137376"/>
              <a:ext cx="945356" cy="276225"/>
            </a:xfrm>
            <a:custGeom>
              <a:avLst/>
              <a:gdLst>
                <a:gd name="T0" fmla="*/ 795 w 819"/>
                <a:gd name="T1" fmla="*/ 0 h 239"/>
                <a:gd name="T2" fmla="*/ 24 w 819"/>
                <a:gd name="T3" fmla="*/ 0 h 239"/>
                <a:gd name="T4" fmla="*/ 0 w 819"/>
                <a:gd name="T5" fmla="*/ 24 h 239"/>
                <a:gd name="T6" fmla="*/ 0 w 819"/>
                <a:gd name="T7" fmla="*/ 117 h 239"/>
                <a:gd name="T8" fmla="*/ 0 w 819"/>
                <a:gd name="T9" fmla="*/ 117 h 239"/>
                <a:gd name="T10" fmla="*/ 0 w 819"/>
                <a:gd name="T11" fmla="*/ 121 h 239"/>
                <a:gd name="T12" fmla="*/ 0 w 819"/>
                <a:gd name="T13" fmla="*/ 121 h 239"/>
                <a:gd name="T14" fmla="*/ 0 w 819"/>
                <a:gd name="T15" fmla="*/ 215 h 239"/>
                <a:gd name="T16" fmla="*/ 24 w 819"/>
                <a:gd name="T17" fmla="*/ 239 h 239"/>
                <a:gd name="T18" fmla="*/ 795 w 819"/>
                <a:gd name="T19" fmla="*/ 239 h 239"/>
                <a:gd name="T20" fmla="*/ 819 w 819"/>
                <a:gd name="T21" fmla="*/ 215 h 239"/>
                <a:gd name="T22" fmla="*/ 819 w 819"/>
                <a:gd name="T23" fmla="*/ 24 h 239"/>
                <a:gd name="T24" fmla="*/ 795 w 819"/>
                <a:gd name="T25"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9" h="239">
                  <a:moveTo>
                    <a:pt x="795" y="0"/>
                  </a:moveTo>
                  <a:cubicBezTo>
                    <a:pt x="24" y="0"/>
                    <a:pt x="24" y="0"/>
                    <a:pt x="24" y="0"/>
                  </a:cubicBezTo>
                  <a:cubicBezTo>
                    <a:pt x="11" y="0"/>
                    <a:pt x="0" y="11"/>
                    <a:pt x="0" y="24"/>
                  </a:cubicBezTo>
                  <a:cubicBezTo>
                    <a:pt x="0" y="117"/>
                    <a:pt x="0" y="117"/>
                    <a:pt x="0" y="117"/>
                  </a:cubicBezTo>
                  <a:cubicBezTo>
                    <a:pt x="0" y="117"/>
                    <a:pt x="0" y="117"/>
                    <a:pt x="0" y="117"/>
                  </a:cubicBezTo>
                  <a:cubicBezTo>
                    <a:pt x="0" y="121"/>
                    <a:pt x="0" y="121"/>
                    <a:pt x="0" y="121"/>
                  </a:cubicBezTo>
                  <a:cubicBezTo>
                    <a:pt x="0" y="121"/>
                    <a:pt x="0" y="121"/>
                    <a:pt x="0" y="121"/>
                  </a:cubicBezTo>
                  <a:cubicBezTo>
                    <a:pt x="0" y="215"/>
                    <a:pt x="0" y="215"/>
                    <a:pt x="0" y="215"/>
                  </a:cubicBezTo>
                  <a:cubicBezTo>
                    <a:pt x="0" y="228"/>
                    <a:pt x="11" y="239"/>
                    <a:pt x="24" y="239"/>
                  </a:cubicBezTo>
                  <a:cubicBezTo>
                    <a:pt x="795" y="239"/>
                    <a:pt x="795" y="239"/>
                    <a:pt x="795" y="239"/>
                  </a:cubicBezTo>
                  <a:cubicBezTo>
                    <a:pt x="808" y="239"/>
                    <a:pt x="819" y="228"/>
                    <a:pt x="819" y="215"/>
                  </a:cubicBezTo>
                  <a:cubicBezTo>
                    <a:pt x="819" y="24"/>
                    <a:pt x="819" y="24"/>
                    <a:pt x="819" y="24"/>
                  </a:cubicBezTo>
                  <a:cubicBezTo>
                    <a:pt x="819" y="11"/>
                    <a:pt x="808" y="0"/>
                    <a:pt x="795"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6" name="Rectangle 60">
              <a:extLst>
                <a:ext uri="{FF2B5EF4-FFF2-40B4-BE49-F238E27FC236}">
                  <a16:creationId xmlns:a16="http://schemas.microsoft.com/office/drawing/2014/main" id="{7D528C4F-A73A-D64C-A965-A20DCDDC1F1C}"/>
                </a:ext>
              </a:extLst>
            </p:cNvPr>
            <p:cNvSpPr>
              <a:spLocks noChangeArrowheads="1"/>
            </p:cNvSpPr>
            <p:nvPr/>
          </p:nvSpPr>
          <p:spPr bwMode="auto">
            <a:xfrm>
              <a:off x="5736741" y="4272512"/>
              <a:ext cx="596" cy="4763"/>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7" name="Rectangle 61">
              <a:extLst>
                <a:ext uri="{FF2B5EF4-FFF2-40B4-BE49-F238E27FC236}">
                  <a16:creationId xmlns:a16="http://schemas.microsoft.com/office/drawing/2014/main" id="{E8A0262A-AD87-FA49-A9B6-0B00EE57AC66}"/>
                </a:ext>
              </a:extLst>
            </p:cNvPr>
            <p:cNvSpPr>
              <a:spLocks noChangeArrowheads="1"/>
            </p:cNvSpPr>
            <p:nvPr/>
          </p:nvSpPr>
          <p:spPr bwMode="auto">
            <a:xfrm>
              <a:off x="5736741" y="4272512"/>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8" name="Freeform 62">
              <a:extLst>
                <a:ext uri="{FF2B5EF4-FFF2-40B4-BE49-F238E27FC236}">
                  <a16:creationId xmlns:a16="http://schemas.microsoft.com/office/drawing/2014/main" id="{4CB36E57-0763-5043-948C-E7163B3ACF52}"/>
                </a:ext>
              </a:extLst>
            </p:cNvPr>
            <p:cNvSpPr>
              <a:spLocks/>
            </p:cNvSpPr>
            <p:nvPr/>
          </p:nvSpPr>
          <p:spPr bwMode="auto">
            <a:xfrm>
              <a:off x="6976182" y="2777087"/>
              <a:ext cx="1180505" cy="366117"/>
            </a:xfrm>
            <a:custGeom>
              <a:avLst/>
              <a:gdLst>
                <a:gd name="T0" fmla="*/ 0 w 1023"/>
                <a:gd name="T1" fmla="*/ 32 h 317"/>
                <a:gd name="T2" fmla="*/ 32 w 1023"/>
                <a:gd name="T3" fmla="*/ 0 h 317"/>
                <a:gd name="T4" fmla="*/ 991 w 1023"/>
                <a:gd name="T5" fmla="*/ 0 h 317"/>
                <a:gd name="T6" fmla="*/ 1023 w 1023"/>
                <a:gd name="T7" fmla="*/ 32 h 317"/>
                <a:gd name="T8" fmla="*/ 1023 w 1023"/>
                <a:gd name="T9" fmla="*/ 286 h 317"/>
                <a:gd name="T10" fmla="*/ 991 w 1023"/>
                <a:gd name="T11" fmla="*/ 317 h 317"/>
                <a:gd name="T12" fmla="*/ 32 w 1023"/>
                <a:gd name="T13" fmla="*/ 317 h 317"/>
                <a:gd name="T14" fmla="*/ 0 w 1023"/>
                <a:gd name="T15" fmla="*/ 286 h 317"/>
                <a:gd name="T16" fmla="*/ 0 w 1023"/>
                <a:gd name="T17" fmla="*/ 32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3" h="317">
                  <a:moveTo>
                    <a:pt x="0" y="32"/>
                  </a:moveTo>
                  <a:cubicBezTo>
                    <a:pt x="0" y="14"/>
                    <a:pt x="15" y="0"/>
                    <a:pt x="32" y="0"/>
                  </a:cubicBezTo>
                  <a:cubicBezTo>
                    <a:pt x="991" y="0"/>
                    <a:pt x="991" y="0"/>
                    <a:pt x="991" y="0"/>
                  </a:cubicBezTo>
                  <a:cubicBezTo>
                    <a:pt x="1009" y="0"/>
                    <a:pt x="1023" y="14"/>
                    <a:pt x="1023" y="32"/>
                  </a:cubicBezTo>
                  <a:cubicBezTo>
                    <a:pt x="1023" y="286"/>
                    <a:pt x="1023" y="286"/>
                    <a:pt x="1023" y="286"/>
                  </a:cubicBezTo>
                  <a:cubicBezTo>
                    <a:pt x="1023" y="303"/>
                    <a:pt x="1009" y="317"/>
                    <a:pt x="991" y="317"/>
                  </a:cubicBezTo>
                  <a:cubicBezTo>
                    <a:pt x="32" y="317"/>
                    <a:pt x="32" y="317"/>
                    <a:pt x="32" y="317"/>
                  </a:cubicBezTo>
                  <a:cubicBezTo>
                    <a:pt x="15" y="317"/>
                    <a:pt x="0" y="303"/>
                    <a:pt x="0" y="286"/>
                  </a:cubicBezTo>
                  <a:lnTo>
                    <a:pt x="0" y="32"/>
                  </a:lnTo>
                  <a:close/>
                </a:path>
              </a:pathLst>
            </a:custGeom>
            <a:solidFill>
              <a:schemeClr val="accent5"/>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333333"/>
                </a:solidFill>
                <a:effectLst/>
                <a:uLnTx/>
                <a:uFillTx/>
                <a:latin typeface="Graphik" panose="020B0503030202060203" pitchFamily="34" charset="77"/>
                <a:ea typeface="+mn-ea"/>
                <a:cs typeface="+mn-cs"/>
              </a:endParaRPr>
            </a:p>
          </p:txBody>
        </p:sp>
        <p:sp>
          <p:nvSpPr>
            <p:cNvPr id="69" name="Freeform 63">
              <a:extLst>
                <a:ext uri="{FF2B5EF4-FFF2-40B4-BE49-F238E27FC236}">
                  <a16:creationId xmlns:a16="http://schemas.microsoft.com/office/drawing/2014/main" id="{92E6B476-C4BB-9342-9076-4263CA468636}"/>
                </a:ext>
              </a:extLst>
            </p:cNvPr>
            <p:cNvSpPr>
              <a:spLocks/>
            </p:cNvSpPr>
            <p:nvPr/>
          </p:nvSpPr>
          <p:spPr bwMode="auto">
            <a:xfrm>
              <a:off x="7092863" y="3143204"/>
              <a:ext cx="119658" cy="287536"/>
            </a:xfrm>
            <a:custGeom>
              <a:avLst/>
              <a:gdLst>
                <a:gd name="T0" fmla="*/ 0 w 201"/>
                <a:gd name="T1" fmla="*/ 0 h 483"/>
                <a:gd name="T2" fmla="*/ 0 w 201"/>
                <a:gd name="T3" fmla="*/ 483 h 483"/>
                <a:gd name="T4" fmla="*/ 201 w 201"/>
                <a:gd name="T5" fmla="*/ 483 h 483"/>
                <a:gd name="T6" fmla="*/ 201 w 201"/>
                <a:gd name="T7" fmla="*/ 477 h 483"/>
                <a:gd name="T8" fmla="*/ 8 w 201"/>
                <a:gd name="T9" fmla="*/ 477 h 483"/>
                <a:gd name="T10" fmla="*/ 8 w 201"/>
                <a:gd name="T11" fmla="*/ 0 h 483"/>
                <a:gd name="T12" fmla="*/ 0 w 201"/>
                <a:gd name="T13" fmla="*/ 0 h 483"/>
              </a:gdLst>
              <a:ahLst/>
              <a:cxnLst>
                <a:cxn ang="0">
                  <a:pos x="T0" y="T1"/>
                </a:cxn>
                <a:cxn ang="0">
                  <a:pos x="T2" y="T3"/>
                </a:cxn>
                <a:cxn ang="0">
                  <a:pos x="T4" y="T5"/>
                </a:cxn>
                <a:cxn ang="0">
                  <a:pos x="T6" y="T7"/>
                </a:cxn>
                <a:cxn ang="0">
                  <a:pos x="T8" y="T9"/>
                </a:cxn>
                <a:cxn ang="0">
                  <a:pos x="T10" y="T11"/>
                </a:cxn>
                <a:cxn ang="0">
                  <a:pos x="T12" y="T13"/>
                </a:cxn>
              </a:cxnLst>
              <a:rect l="0" t="0" r="r" b="b"/>
              <a:pathLst>
                <a:path w="201" h="483">
                  <a:moveTo>
                    <a:pt x="0" y="0"/>
                  </a:moveTo>
                  <a:lnTo>
                    <a:pt x="0" y="483"/>
                  </a:lnTo>
                  <a:lnTo>
                    <a:pt x="201" y="483"/>
                  </a:lnTo>
                  <a:lnTo>
                    <a:pt x="201" y="477"/>
                  </a:lnTo>
                  <a:lnTo>
                    <a:pt x="8" y="477"/>
                  </a:lnTo>
                  <a:lnTo>
                    <a:pt x="8" y="0"/>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0" name="Freeform 64">
              <a:extLst>
                <a:ext uri="{FF2B5EF4-FFF2-40B4-BE49-F238E27FC236}">
                  <a16:creationId xmlns:a16="http://schemas.microsoft.com/office/drawing/2014/main" id="{86B648EA-EE9D-854C-A811-86ACA551E4D2}"/>
                </a:ext>
              </a:extLst>
            </p:cNvPr>
            <p:cNvSpPr>
              <a:spLocks/>
            </p:cNvSpPr>
            <p:nvPr/>
          </p:nvSpPr>
          <p:spPr bwMode="auto">
            <a:xfrm>
              <a:off x="7092863" y="3143204"/>
              <a:ext cx="119658" cy="287536"/>
            </a:xfrm>
            <a:custGeom>
              <a:avLst/>
              <a:gdLst>
                <a:gd name="T0" fmla="*/ 0 w 201"/>
                <a:gd name="T1" fmla="*/ 0 h 483"/>
                <a:gd name="T2" fmla="*/ 0 w 201"/>
                <a:gd name="T3" fmla="*/ 483 h 483"/>
                <a:gd name="T4" fmla="*/ 201 w 201"/>
                <a:gd name="T5" fmla="*/ 483 h 483"/>
                <a:gd name="T6" fmla="*/ 201 w 201"/>
                <a:gd name="T7" fmla="*/ 477 h 483"/>
                <a:gd name="T8" fmla="*/ 8 w 201"/>
                <a:gd name="T9" fmla="*/ 477 h 483"/>
                <a:gd name="T10" fmla="*/ 8 w 201"/>
                <a:gd name="T11" fmla="*/ 0 h 483"/>
                <a:gd name="T12" fmla="*/ 0 w 201"/>
                <a:gd name="T13" fmla="*/ 0 h 483"/>
              </a:gdLst>
              <a:ahLst/>
              <a:cxnLst>
                <a:cxn ang="0">
                  <a:pos x="T0" y="T1"/>
                </a:cxn>
                <a:cxn ang="0">
                  <a:pos x="T2" y="T3"/>
                </a:cxn>
                <a:cxn ang="0">
                  <a:pos x="T4" y="T5"/>
                </a:cxn>
                <a:cxn ang="0">
                  <a:pos x="T6" y="T7"/>
                </a:cxn>
                <a:cxn ang="0">
                  <a:pos x="T8" y="T9"/>
                </a:cxn>
                <a:cxn ang="0">
                  <a:pos x="T10" y="T11"/>
                </a:cxn>
                <a:cxn ang="0">
                  <a:pos x="T12" y="T13"/>
                </a:cxn>
              </a:cxnLst>
              <a:rect l="0" t="0" r="r" b="b"/>
              <a:pathLst>
                <a:path w="201" h="483">
                  <a:moveTo>
                    <a:pt x="0" y="0"/>
                  </a:moveTo>
                  <a:lnTo>
                    <a:pt x="0" y="483"/>
                  </a:lnTo>
                  <a:lnTo>
                    <a:pt x="201" y="483"/>
                  </a:lnTo>
                  <a:lnTo>
                    <a:pt x="201" y="477"/>
                  </a:lnTo>
                  <a:lnTo>
                    <a:pt x="8" y="477"/>
                  </a:lnTo>
                  <a:lnTo>
                    <a:pt x="8"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1" name="Freeform 65">
              <a:extLst>
                <a:ext uri="{FF2B5EF4-FFF2-40B4-BE49-F238E27FC236}">
                  <a16:creationId xmlns:a16="http://schemas.microsoft.com/office/drawing/2014/main" id="{7B25D7BC-21BC-7940-BE37-4070CAE87DBB}"/>
                </a:ext>
              </a:extLst>
            </p:cNvPr>
            <p:cNvSpPr>
              <a:spLocks/>
            </p:cNvSpPr>
            <p:nvPr/>
          </p:nvSpPr>
          <p:spPr bwMode="auto">
            <a:xfrm>
              <a:off x="7212521" y="3290842"/>
              <a:ext cx="944166" cy="276225"/>
            </a:xfrm>
            <a:custGeom>
              <a:avLst/>
              <a:gdLst>
                <a:gd name="T0" fmla="*/ 794 w 818"/>
                <a:gd name="T1" fmla="*/ 0 h 239"/>
                <a:gd name="T2" fmla="*/ 24 w 818"/>
                <a:gd name="T3" fmla="*/ 0 h 239"/>
                <a:gd name="T4" fmla="*/ 0 w 818"/>
                <a:gd name="T5" fmla="*/ 24 h 239"/>
                <a:gd name="T6" fmla="*/ 0 w 818"/>
                <a:gd name="T7" fmla="*/ 118 h 239"/>
                <a:gd name="T8" fmla="*/ 0 w 818"/>
                <a:gd name="T9" fmla="*/ 118 h 239"/>
                <a:gd name="T10" fmla="*/ 0 w 818"/>
                <a:gd name="T11" fmla="*/ 121 h 239"/>
                <a:gd name="T12" fmla="*/ 0 w 818"/>
                <a:gd name="T13" fmla="*/ 121 h 239"/>
                <a:gd name="T14" fmla="*/ 0 w 818"/>
                <a:gd name="T15" fmla="*/ 215 h 239"/>
                <a:gd name="T16" fmla="*/ 24 w 818"/>
                <a:gd name="T17" fmla="*/ 239 h 239"/>
                <a:gd name="T18" fmla="*/ 794 w 818"/>
                <a:gd name="T19" fmla="*/ 239 h 239"/>
                <a:gd name="T20" fmla="*/ 818 w 818"/>
                <a:gd name="T21" fmla="*/ 215 h 239"/>
                <a:gd name="T22" fmla="*/ 818 w 818"/>
                <a:gd name="T23" fmla="*/ 24 h 239"/>
                <a:gd name="T24" fmla="*/ 794 w 818"/>
                <a:gd name="T25"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8" h="239">
                  <a:moveTo>
                    <a:pt x="794" y="0"/>
                  </a:moveTo>
                  <a:cubicBezTo>
                    <a:pt x="24" y="0"/>
                    <a:pt x="24" y="0"/>
                    <a:pt x="24" y="0"/>
                  </a:cubicBezTo>
                  <a:cubicBezTo>
                    <a:pt x="11" y="0"/>
                    <a:pt x="0" y="11"/>
                    <a:pt x="0" y="24"/>
                  </a:cubicBezTo>
                  <a:cubicBezTo>
                    <a:pt x="0" y="118"/>
                    <a:pt x="0" y="118"/>
                    <a:pt x="0" y="118"/>
                  </a:cubicBezTo>
                  <a:cubicBezTo>
                    <a:pt x="0" y="118"/>
                    <a:pt x="0" y="118"/>
                    <a:pt x="0" y="118"/>
                  </a:cubicBezTo>
                  <a:cubicBezTo>
                    <a:pt x="0" y="121"/>
                    <a:pt x="0" y="121"/>
                    <a:pt x="0" y="121"/>
                  </a:cubicBezTo>
                  <a:cubicBezTo>
                    <a:pt x="0" y="121"/>
                    <a:pt x="0" y="121"/>
                    <a:pt x="0" y="121"/>
                  </a:cubicBezTo>
                  <a:cubicBezTo>
                    <a:pt x="0" y="215"/>
                    <a:pt x="0" y="215"/>
                    <a:pt x="0" y="215"/>
                  </a:cubicBezTo>
                  <a:cubicBezTo>
                    <a:pt x="0" y="228"/>
                    <a:pt x="11" y="239"/>
                    <a:pt x="24" y="239"/>
                  </a:cubicBezTo>
                  <a:cubicBezTo>
                    <a:pt x="794" y="239"/>
                    <a:pt x="794" y="239"/>
                    <a:pt x="794" y="239"/>
                  </a:cubicBezTo>
                  <a:cubicBezTo>
                    <a:pt x="807" y="239"/>
                    <a:pt x="818" y="228"/>
                    <a:pt x="818" y="215"/>
                  </a:cubicBezTo>
                  <a:cubicBezTo>
                    <a:pt x="818" y="24"/>
                    <a:pt x="818" y="24"/>
                    <a:pt x="818" y="24"/>
                  </a:cubicBezTo>
                  <a:cubicBezTo>
                    <a:pt x="818" y="11"/>
                    <a:pt x="807" y="0"/>
                    <a:pt x="794"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2" name="Rectangle 66">
              <a:extLst>
                <a:ext uri="{FF2B5EF4-FFF2-40B4-BE49-F238E27FC236}">
                  <a16:creationId xmlns:a16="http://schemas.microsoft.com/office/drawing/2014/main" id="{260387CB-A95E-BD4A-963E-51D214DB4972}"/>
                </a:ext>
              </a:extLst>
            </p:cNvPr>
            <p:cNvSpPr>
              <a:spLocks noChangeArrowheads="1"/>
            </p:cNvSpPr>
            <p:nvPr/>
          </p:nvSpPr>
          <p:spPr bwMode="auto">
            <a:xfrm>
              <a:off x="7212521" y="3427169"/>
              <a:ext cx="596" cy="3572"/>
            </a:xfrm>
            <a:prstGeom prst="rect">
              <a:avLst/>
            </a:prstGeom>
            <a:solidFill>
              <a:srgbClr val="D6D6D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3" name="Rectangle 67">
              <a:extLst>
                <a:ext uri="{FF2B5EF4-FFF2-40B4-BE49-F238E27FC236}">
                  <a16:creationId xmlns:a16="http://schemas.microsoft.com/office/drawing/2014/main" id="{84266817-B28C-B249-AF91-53D35B95F4E0}"/>
                </a:ext>
              </a:extLst>
            </p:cNvPr>
            <p:cNvSpPr>
              <a:spLocks noChangeArrowheads="1"/>
            </p:cNvSpPr>
            <p:nvPr/>
          </p:nvSpPr>
          <p:spPr bwMode="auto">
            <a:xfrm>
              <a:off x="7212521" y="3427169"/>
              <a:ext cx="596" cy="3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4" name="Freeform 68">
              <a:extLst>
                <a:ext uri="{FF2B5EF4-FFF2-40B4-BE49-F238E27FC236}">
                  <a16:creationId xmlns:a16="http://schemas.microsoft.com/office/drawing/2014/main" id="{72B9449E-79BA-CF49-AAC5-00D25C21A814}"/>
                </a:ext>
              </a:extLst>
            </p:cNvPr>
            <p:cNvSpPr>
              <a:spLocks/>
            </p:cNvSpPr>
            <p:nvPr/>
          </p:nvSpPr>
          <p:spPr bwMode="auto">
            <a:xfrm>
              <a:off x="7092863" y="3430740"/>
              <a:ext cx="119658" cy="423863"/>
            </a:xfrm>
            <a:custGeom>
              <a:avLst/>
              <a:gdLst>
                <a:gd name="T0" fmla="*/ 8 w 201"/>
                <a:gd name="T1" fmla="*/ 0 h 712"/>
                <a:gd name="T2" fmla="*/ 0 w 201"/>
                <a:gd name="T3" fmla="*/ 0 h 712"/>
                <a:gd name="T4" fmla="*/ 0 w 201"/>
                <a:gd name="T5" fmla="*/ 712 h 712"/>
                <a:gd name="T6" fmla="*/ 201 w 201"/>
                <a:gd name="T7" fmla="*/ 712 h 712"/>
                <a:gd name="T8" fmla="*/ 201 w 201"/>
                <a:gd name="T9" fmla="*/ 704 h 712"/>
                <a:gd name="T10" fmla="*/ 8 w 201"/>
                <a:gd name="T11" fmla="*/ 704 h 712"/>
                <a:gd name="T12" fmla="*/ 8 w 201"/>
                <a:gd name="T13" fmla="*/ 0 h 712"/>
              </a:gdLst>
              <a:ahLst/>
              <a:cxnLst>
                <a:cxn ang="0">
                  <a:pos x="T0" y="T1"/>
                </a:cxn>
                <a:cxn ang="0">
                  <a:pos x="T2" y="T3"/>
                </a:cxn>
                <a:cxn ang="0">
                  <a:pos x="T4" y="T5"/>
                </a:cxn>
                <a:cxn ang="0">
                  <a:pos x="T6" y="T7"/>
                </a:cxn>
                <a:cxn ang="0">
                  <a:pos x="T8" y="T9"/>
                </a:cxn>
                <a:cxn ang="0">
                  <a:pos x="T10" y="T11"/>
                </a:cxn>
                <a:cxn ang="0">
                  <a:pos x="T12" y="T13"/>
                </a:cxn>
              </a:cxnLst>
              <a:rect l="0" t="0" r="r" b="b"/>
              <a:pathLst>
                <a:path w="201" h="712">
                  <a:moveTo>
                    <a:pt x="8" y="0"/>
                  </a:moveTo>
                  <a:lnTo>
                    <a:pt x="0" y="0"/>
                  </a:lnTo>
                  <a:lnTo>
                    <a:pt x="0" y="712"/>
                  </a:lnTo>
                  <a:lnTo>
                    <a:pt x="201" y="712"/>
                  </a:lnTo>
                  <a:lnTo>
                    <a:pt x="201" y="704"/>
                  </a:lnTo>
                  <a:lnTo>
                    <a:pt x="8" y="704"/>
                  </a:lnTo>
                  <a:lnTo>
                    <a:pt x="8" y="0"/>
                  </a:lnTo>
                  <a:close/>
                </a:path>
              </a:pathLst>
            </a:custGeom>
            <a:solidFill>
              <a:srgbClr val="C5C5C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5" name="Freeform 70">
              <a:extLst>
                <a:ext uri="{FF2B5EF4-FFF2-40B4-BE49-F238E27FC236}">
                  <a16:creationId xmlns:a16="http://schemas.microsoft.com/office/drawing/2014/main" id="{C6555C98-D342-AA4D-AB91-4C2191A3DD3E}"/>
                </a:ext>
              </a:extLst>
            </p:cNvPr>
            <p:cNvSpPr>
              <a:spLocks/>
            </p:cNvSpPr>
            <p:nvPr/>
          </p:nvSpPr>
          <p:spPr bwMode="auto">
            <a:xfrm>
              <a:off x="7092863" y="3143204"/>
              <a:ext cx="4763" cy="287536"/>
            </a:xfrm>
            <a:custGeom>
              <a:avLst/>
              <a:gdLst>
                <a:gd name="T0" fmla="*/ 8 w 8"/>
                <a:gd name="T1" fmla="*/ 0 h 483"/>
                <a:gd name="T2" fmla="*/ 0 w 8"/>
                <a:gd name="T3" fmla="*/ 0 h 483"/>
                <a:gd name="T4" fmla="*/ 0 w 8"/>
                <a:gd name="T5" fmla="*/ 483 h 483"/>
                <a:gd name="T6" fmla="*/ 8 w 8"/>
                <a:gd name="T7" fmla="*/ 483 h 483"/>
                <a:gd name="T8" fmla="*/ 8 w 8"/>
                <a:gd name="T9" fmla="*/ 477 h 483"/>
                <a:gd name="T10" fmla="*/ 8 w 8"/>
                <a:gd name="T11" fmla="*/ 0 h 483"/>
              </a:gdLst>
              <a:ahLst/>
              <a:cxnLst>
                <a:cxn ang="0">
                  <a:pos x="T0" y="T1"/>
                </a:cxn>
                <a:cxn ang="0">
                  <a:pos x="T2" y="T3"/>
                </a:cxn>
                <a:cxn ang="0">
                  <a:pos x="T4" y="T5"/>
                </a:cxn>
                <a:cxn ang="0">
                  <a:pos x="T6" y="T7"/>
                </a:cxn>
                <a:cxn ang="0">
                  <a:pos x="T8" y="T9"/>
                </a:cxn>
                <a:cxn ang="0">
                  <a:pos x="T10" y="T11"/>
                </a:cxn>
              </a:cxnLst>
              <a:rect l="0" t="0" r="r" b="b"/>
              <a:pathLst>
                <a:path w="8" h="483">
                  <a:moveTo>
                    <a:pt x="8" y="0"/>
                  </a:moveTo>
                  <a:lnTo>
                    <a:pt x="0" y="0"/>
                  </a:lnTo>
                  <a:lnTo>
                    <a:pt x="0" y="483"/>
                  </a:lnTo>
                  <a:lnTo>
                    <a:pt x="8" y="483"/>
                  </a:lnTo>
                  <a:lnTo>
                    <a:pt x="8" y="477"/>
                  </a:lnTo>
                  <a:lnTo>
                    <a:pt x="8"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6" name="Freeform 71">
              <a:extLst>
                <a:ext uri="{FF2B5EF4-FFF2-40B4-BE49-F238E27FC236}">
                  <a16:creationId xmlns:a16="http://schemas.microsoft.com/office/drawing/2014/main" id="{44D28BBF-EE18-1541-B067-4D7E4EDA8F09}"/>
                </a:ext>
              </a:extLst>
            </p:cNvPr>
            <p:cNvSpPr>
              <a:spLocks/>
            </p:cNvSpPr>
            <p:nvPr/>
          </p:nvSpPr>
          <p:spPr bwMode="auto">
            <a:xfrm>
              <a:off x="7092863" y="3143204"/>
              <a:ext cx="4763" cy="287536"/>
            </a:xfrm>
            <a:custGeom>
              <a:avLst/>
              <a:gdLst>
                <a:gd name="T0" fmla="*/ 8 w 8"/>
                <a:gd name="T1" fmla="*/ 0 h 483"/>
                <a:gd name="T2" fmla="*/ 0 w 8"/>
                <a:gd name="T3" fmla="*/ 0 h 483"/>
                <a:gd name="T4" fmla="*/ 0 w 8"/>
                <a:gd name="T5" fmla="*/ 483 h 483"/>
                <a:gd name="T6" fmla="*/ 8 w 8"/>
                <a:gd name="T7" fmla="*/ 483 h 483"/>
                <a:gd name="T8" fmla="*/ 8 w 8"/>
                <a:gd name="T9" fmla="*/ 477 h 483"/>
                <a:gd name="T10" fmla="*/ 8 w 8"/>
                <a:gd name="T11" fmla="*/ 0 h 483"/>
              </a:gdLst>
              <a:ahLst/>
              <a:cxnLst>
                <a:cxn ang="0">
                  <a:pos x="T0" y="T1"/>
                </a:cxn>
                <a:cxn ang="0">
                  <a:pos x="T2" y="T3"/>
                </a:cxn>
                <a:cxn ang="0">
                  <a:pos x="T4" y="T5"/>
                </a:cxn>
                <a:cxn ang="0">
                  <a:pos x="T6" y="T7"/>
                </a:cxn>
                <a:cxn ang="0">
                  <a:pos x="T8" y="T9"/>
                </a:cxn>
                <a:cxn ang="0">
                  <a:pos x="T10" y="T11"/>
                </a:cxn>
              </a:cxnLst>
              <a:rect l="0" t="0" r="r" b="b"/>
              <a:pathLst>
                <a:path w="8" h="483">
                  <a:moveTo>
                    <a:pt x="8" y="0"/>
                  </a:moveTo>
                  <a:lnTo>
                    <a:pt x="0" y="0"/>
                  </a:lnTo>
                  <a:lnTo>
                    <a:pt x="0" y="483"/>
                  </a:lnTo>
                  <a:lnTo>
                    <a:pt x="8" y="483"/>
                  </a:lnTo>
                  <a:lnTo>
                    <a:pt x="8" y="477"/>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7" name="Freeform 72">
              <a:extLst>
                <a:ext uri="{FF2B5EF4-FFF2-40B4-BE49-F238E27FC236}">
                  <a16:creationId xmlns:a16="http://schemas.microsoft.com/office/drawing/2014/main" id="{7957AD5A-2D34-7249-B762-20275962A50F}"/>
                </a:ext>
              </a:extLst>
            </p:cNvPr>
            <p:cNvSpPr>
              <a:spLocks/>
            </p:cNvSpPr>
            <p:nvPr/>
          </p:nvSpPr>
          <p:spPr bwMode="auto">
            <a:xfrm>
              <a:off x="7212521" y="3714704"/>
              <a:ext cx="944166" cy="275034"/>
            </a:xfrm>
            <a:custGeom>
              <a:avLst/>
              <a:gdLst>
                <a:gd name="T0" fmla="*/ 794 w 818"/>
                <a:gd name="T1" fmla="*/ 0 h 238"/>
                <a:gd name="T2" fmla="*/ 24 w 818"/>
                <a:gd name="T3" fmla="*/ 0 h 238"/>
                <a:gd name="T4" fmla="*/ 0 w 818"/>
                <a:gd name="T5" fmla="*/ 24 h 238"/>
                <a:gd name="T6" fmla="*/ 0 w 818"/>
                <a:gd name="T7" fmla="*/ 117 h 238"/>
                <a:gd name="T8" fmla="*/ 0 w 818"/>
                <a:gd name="T9" fmla="*/ 117 h 238"/>
                <a:gd name="T10" fmla="*/ 0 w 818"/>
                <a:gd name="T11" fmla="*/ 121 h 238"/>
                <a:gd name="T12" fmla="*/ 0 w 818"/>
                <a:gd name="T13" fmla="*/ 121 h 238"/>
                <a:gd name="T14" fmla="*/ 0 w 818"/>
                <a:gd name="T15" fmla="*/ 214 h 238"/>
                <a:gd name="T16" fmla="*/ 24 w 818"/>
                <a:gd name="T17" fmla="*/ 238 h 238"/>
                <a:gd name="T18" fmla="*/ 794 w 818"/>
                <a:gd name="T19" fmla="*/ 238 h 238"/>
                <a:gd name="T20" fmla="*/ 818 w 818"/>
                <a:gd name="T21" fmla="*/ 214 h 238"/>
                <a:gd name="T22" fmla="*/ 818 w 818"/>
                <a:gd name="T23" fmla="*/ 24 h 238"/>
                <a:gd name="T24" fmla="*/ 794 w 818"/>
                <a:gd name="T25"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8" h="238">
                  <a:moveTo>
                    <a:pt x="794" y="0"/>
                  </a:moveTo>
                  <a:cubicBezTo>
                    <a:pt x="24" y="0"/>
                    <a:pt x="24" y="0"/>
                    <a:pt x="24" y="0"/>
                  </a:cubicBezTo>
                  <a:cubicBezTo>
                    <a:pt x="11" y="0"/>
                    <a:pt x="0" y="10"/>
                    <a:pt x="0" y="24"/>
                  </a:cubicBezTo>
                  <a:cubicBezTo>
                    <a:pt x="0" y="117"/>
                    <a:pt x="0" y="117"/>
                    <a:pt x="0" y="117"/>
                  </a:cubicBezTo>
                  <a:cubicBezTo>
                    <a:pt x="0" y="117"/>
                    <a:pt x="0" y="117"/>
                    <a:pt x="0" y="117"/>
                  </a:cubicBezTo>
                  <a:cubicBezTo>
                    <a:pt x="0" y="121"/>
                    <a:pt x="0" y="121"/>
                    <a:pt x="0" y="121"/>
                  </a:cubicBezTo>
                  <a:cubicBezTo>
                    <a:pt x="0" y="121"/>
                    <a:pt x="0" y="121"/>
                    <a:pt x="0" y="121"/>
                  </a:cubicBezTo>
                  <a:cubicBezTo>
                    <a:pt x="0" y="214"/>
                    <a:pt x="0" y="214"/>
                    <a:pt x="0" y="214"/>
                  </a:cubicBezTo>
                  <a:cubicBezTo>
                    <a:pt x="0" y="228"/>
                    <a:pt x="11" y="238"/>
                    <a:pt x="24" y="238"/>
                  </a:cubicBezTo>
                  <a:cubicBezTo>
                    <a:pt x="794" y="238"/>
                    <a:pt x="794" y="238"/>
                    <a:pt x="794" y="238"/>
                  </a:cubicBezTo>
                  <a:cubicBezTo>
                    <a:pt x="807" y="238"/>
                    <a:pt x="818" y="228"/>
                    <a:pt x="818" y="214"/>
                  </a:cubicBezTo>
                  <a:cubicBezTo>
                    <a:pt x="818" y="24"/>
                    <a:pt x="818" y="24"/>
                    <a:pt x="818" y="24"/>
                  </a:cubicBezTo>
                  <a:cubicBezTo>
                    <a:pt x="818" y="10"/>
                    <a:pt x="807" y="0"/>
                    <a:pt x="794"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8" name="Rectangle 73">
              <a:extLst>
                <a:ext uri="{FF2B5EF4-FFF2-40B4-BE49-F238E27FC236}">
                  <a16:creationId xmlns:a16="http://schemas.microsoft.com/office/drawing/2014/main" id="{08E9060C-6AFE-F04D-B613-BB1F30A78FD8}"/>
                </a:ext>
              </a:extLst>
            </p:cNvPr>
            <p:cNvSpPr>
              <a:spLocks noChangeArrowheads="1"/>
            </p:cNvSpPr>
            <p:nvPr/>
          </p:nvSpPr>
          <p:spPr bwMode="auto">
            <a:xfrm>
              <a:off x="7212521" y="3849841"/>
              <a:ext cx="596" cy="4763"/>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9" name="Rectangle 74">
              <a:extLst>
                <a:ext uri="{FF2B5EF4-FFF2-40B4-BE49-F238E27FC236}">
                  <a16:creationId xmlns:a16="http://schemas.microsoft.com/office/drawing/2014/main" id="{DF4C5514-CEEA-2C42-8E17-5AB6560087CC}"/>
                </a:ext>
              </a:extLst>
            </p:cNvPr>
            <p:cNvSpPr>
              <a:spLocks noChangeArrowheads="1"/>
            </p:cNvSpPr>
            <p:nvPr/>
          </p:nvSpPr>
          <p:spPr bwMode="auto">
            <a:xfrm>
              <a:off x="7212521" y="3849841"/>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80" name="Freeform 75">
              <a:extLst>
                <a:ext uri="{FF2B5EF4-FFF2-40B4-BE49-F238E27FC236}">
                  <a16:creationId xmlns:a16="http://schemas.microsoft.com/office/drawing/2014/main" id="{EED2A8B2-7F20-B34A-BEF3-B129B5CF6974}"/>
                </a:ext>
              </a:extLst>
            </p:cNvPr>
            <p:cNvSpPr>
              <a:spLocks/>
            </p:cNvSpPr>
            <p:nvPr/>
          </p:nvSpPr>
          <p:spPr bwMode="auto">
            <a:xfrm>
              <a:off x="8452557" y="2777087"/>
              <a:ext cx="1180505" cy="366117"/>
            </a:xfrm>
            <a:custGeom>
              <a:avLst/>
              <a:gdLst>
                <a:gd name="T0" fmla="*/ 0 w 1023"/>
                <a:gd name="T1" fmla="*/ 32 h 317"/>
                <a:gd name="T2" fmla="*/ 31 w 1023"/>
                <a:gd name="T3" fmla="*/ 0 h 317"/>
                <a:gd name="T4" fmla="*/ 991 w 1023"/>
                <a:gd name="T5" fmla="*/ 0 h 317"/>
                <a:gd name="T6" fmla="*/ 1023 w 1023"/>
                <a:gd name="T7" fmla="*/ 32 h 317"/>
                <a:gd name="T8" fmla="*/ 1023 w 1023"/>
                <a:gd name="T9" fmla="*/ 286 h 317"/>
                <a:gd name="T10" fmla="*/ 991 w 1023"/>
                <a:gd name="T11" fmla="*/ 317 h 317"/>
                <a:gd name="T12" fmla="*/ 31 w 1023"/>
                <a:gd name="T13" fmla="*/ 317 h 317"/>
                <a:gd name="T14" fmla="*/ 0 w 1023"/>
                <a:gd name="T15" fmla="*/ 286 h 317"/>
                <a:gd name="T16" fmla="*/ 0 w 1023"/>
                <a:gd name="T17" fmla="*/ 32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3" h="317">
                  <a:moveTo>
                    <a:pt x="0" y="32"/>
                  </a:moveTo>
                  <a:cubicBezTo>
                    <a:pt x="0" y="14"/>
                    <a:pt x="14" y="0"/>
                    <a:pt x="31" y="0"/>
                  </a:cubicBezTo>
                  <a:cubicBezTo>
                    <a:pt x="991" y="0"/>
                    <a:pt x="991" y="0"/>
                    <a:pt x="991" y="0"/>
                  </a:cubicBezTo>
                  <a:cubicBezTo>
                    <a:pt x="1008" y="0"/>
                    <a:pt x="1023" y="14"/>
                    <a:pt x="1023" y="32"/>
                  </a:cubicBezTo>
                  <a:cubicBezTo>
                    <a:pt x="1023" y="286"/>
                    <a:pt x="1023" y="286"/>
                    <a:pt x="1023" y="286"/>
                  </a:cubicBezTo>
                  <a:cubicBezTo>
                    <a:pt x="1023" y="303"/>
                    <a:pt x="1008" y="317"/>
                    <a:pt x="991" y="317"/>
                  </a:cubicBezTo>
                  <a:cubicBezTo>
                    <a:pt x="31" y="317"/>
                    <a:pt x="31" y="317"/>
                    <a:pt x="31" y="317"/>
                  </a:cubicBezTo>
                  <a:cubicBezTo>
                    <a:pt x="14" y="317"/>
                    <a:pt x="0" y="303"/>
                    <a:pt x="0" y="286"/>
                  </a:cubicBezTo>
                  <a:lnTo>
                    <a:pt x="0" y="32"/>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333333"/>
                </a:solidFill>
                <a:effectLst/>
                <a:uLnTx/>
                <a:uFillTx/>
                <a:latin typeface="Graphik" panose="020B0503030202060203" pitchFamily="34" charset="77"/>
                <a:ea typeface="+mn-ea"/>
                <a:cs typeface="+mn-cs"/>
              </a:endParaRPr>
            </a:p>
          </p:txBody>
        </p:sp>
        <p:sp>
          <p:nvSpPr>
            <p:cNvPr id="81" name="Freeform 76">
              <a:extLst>
                <a:ext uri="{FF2B5EF4-FFF2-40B4-BE49-F238E27FC236}">
                  <a16:creationId xmlns:a16="http://schemas.microsoft.com/office/drawing/2014/main" id="{65B053E0-8C8F-494C-AD0B-D243BB3A77CF}"/>
                </a:ext>
              </a:extLst>
            </p:cNvPr>
            <p:cNvSpPr>
              <a:spLocks/>
            </p:cNvSpPr>
            <p:nvPr/>
          </p:nvSpPr>
          <p:spPr bwMode="auto">
            <a:xfrm>
              <a:off x="8568048" y="3143204"/>
              <a:ext cx="119658" cy="287536"/>
            </a:xfrm>
            <a:custGeom>
              <a:avLst/>
              <a:gdLst>
                <a:gd name="T0" fmla="*/ 0 w 201"/>
                <a:gd name="T1" fmla="*/ 0 h 483"/>
                <a:gd name="T2" fmla="*/ 0 w 201"/>
                <a:gd name="T3" fmla="*/ 483 h 483"/>
                <a:gd name="T4" fmla="*/ 201 w 201"/>
                <a:gd name="T5" fmla="*/ 483 h 483"/>
                <a:gd name="T6" fmla="*/ 201 w 201"/>
                <a:gd name="T7" fmla="*/ 477 h 483"/>
                <a:gd name="T8" fmla="*/ 7 w 201"/>
                <a:gd name="T9" fmla="*/ 477 h 483"/>
                <a:gd name="T10" fmla="*/ 7 w 201"/>
                <a:gd name="T11" fmla="*/ 0 h 483"/>
                <a:gd name="T12" fmla="*/ 0 w 201"/>
                <a:gd name="T13" fmla="*/ 0 h 483"/>
              </a:gdLst>
              <a:ahLst/>
              <a:cxnLst>
                <a:cxn ang="0">
                  <a:pos x="T0" y="T1"/>
                </a:cxn>
                <a:cxn ang="0">
                  <a:pos x="T2" y="T3"/>
                </a:cxn>
                <a:cxn ang="0">
                  <a:pos x="T4" y="T5"/>
                </a:cxn>
                <a:cxn ang="0">
                  <a:pos x="T6" y="T7"/>
                </a:cxn>
                <a:cxn ang="0">
                  <a:pos x="T8" y="T9"/>
                </a:cxn>
                <a:cxn ang="0">
                  <a:pos x="T10" y="T11"/>
                </a:cxn>
                <a:cxn ang="0">
                  <a:pos x="T12" y="T13"/>
                </a:cxn>
              </a:cxnLst>
              <a:rect l="0" t="0" r="r" b="b"/>
              <a:pathLst>
                <a:path w="201" h="483">
                  <a:moveTo>
                    <a:pt x="0" y="0"/>
                  </a:moveTo>
                  <a:lnTo>
                    <a:pt x="0" y="483"/>
                  </a:lnTo>
                  <a:lnTo>
                    <a:pt x="201" y="483"/>
                  </a:lnTo>
                  <a:lnTo>
                    <a:pt x="201" y="477"/>
                  </a:lnTo>
                  <a:lnTo>
                    <a:pt x="7" y="477"/>
                  </a:lnTo>
                  <a:lnTo>
                    <a:pt x="7" y="0"/>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82" name="Freeform 77">
              <a:extLst>
                <a:ext uri="{FF2B5EF4-FFF2-40B4-BE49-F238E27FC236}">
                  <a16:creationId xmlns:a16="http://schemas.microsoft.com/office/drawing/2014/main" id="{0A4869F1-0D35-1247-8B85-A25324FFE2FD}"/>
                </a:ext>
              </a:extLst>
            </p:cNvPr>
            <p:cNvSpPr>
              <a:spLocks/>
            </p:cNvSpPr>
            <p:nvPr/>
          </p:nvSpPr>
          <p:spPr bwMode="auto">
            <a:xfrm>
              <a:off x="8568048" y="3143204"/>
              <a:ext cx="119658" cy="287536"/>
            </a:xfrm>
            <a:custGeom>
              <a:avLst/>
              <a:gdLst>
                <a:gd name="T0" fmla="*/ 0 w 201"/>
                <a:gd name="T1" fmla="*/ 0 h 483"/>
                <a:gd name="T2" fmla="*/ 0 w 201"/>
                <a:gd name="T3" fmla="*/ 483 h 483"/>
                <a:gd name="T4" fmla="*/ 201 w 201"/>
                <a:gd name="T5" fmla="*/ 483 h 483"/>
                <a:gd name="T6" fmla="*/ 201 w 201"/>
                <a:gd name="T7" fmla="*/ 477 h 483"/>
                <a:gd name="T8" fmla="*/ 7 w 201"/>
                <a:gd name="T9" fmla="*/ 477 h 483"/>
                <a:gd name="T10" fmla="*/ 7 w 201"/>
                <a:gd name="T11" fmla="*/ 0 h 483"/>
                <a:gd name="T12" fmla="*/ 0 w 201"/>
                <a:gd name="T13" fmla="*/ 0 h 483"/>
              </a:gdLst>
              <a:ahLst/>
              <a:cxnLst>
                <a:cxn ang="0">
                  <a:pos x="T0" y="T1"/>
                </a:cxn>
                <a:cxn ang="0">
                  <a:pos x="T2" y="T3"/>
                </a:cxn>
                <a:cxn ang="0">
                  <a:pos x="T4" y="T5"/>
                </a:cxn>
                <a:cxn ang="0">
                  <a:pos x="T6" y="T7"/>
                </a:cxn>
                <a:cxn ang="0">
                  <a:pos x="T8" y="T9"/>
                </a:cxn>
                <a:cxn ang="0">
                  <a:pos x="T10" y="T11"/>
                </a:cxn>
                <a:cxn ang="0">
                  <a:pos x="T12" y="T13"/>
                </a:cxn>
              </a:cxnLst>
              <a:rect l="0" t="0" r="r" b="b"/>
              <a:pathLst>
                <a:path w="201" h="483">
                  <a:moveTo>
                    <a:pt x="0" y="0"/>
                  </a:moveTo>
                  <a:lnTo>
                    <a:pt x="0" y="483"/>
                  </a:lnTo>
                  <a:lnTo>
                    <a:pt x="201" y="483"/>
                  </a:lnTo>
                  <a:lnTo>
                    <a:pt x="201" y="477"/>
                  </a:lnTo>
                  <a:lnTo>
                    <a:pt x="7" y="477"/>
                  </a:lnTo>
                  <a:lnTo>
                    <a:pt x="7" y="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83" name="Freeform 78">
              <a:extLst>
                <a:ext uri="{FF2B5EF4-FFF2-40B4-BE49-F238E27FC236}">
                  <a16:creationId xmlns:a16="http://schemas.microsoft.com/office/drawing/2014/main" id="{8CD06870-0CB8-504A-8A3F-C0EF9FE7ED0B}"/>
                </a:ext>
              </a:extLst>
            </p:cNvPr>
            <p:cNvSpPr>
              <a:spLocks/>
            </p:cNvSpPr>
            <p:nvPr/>
          </p:nvSpPr>
          <p:spPr bwMode="auto">
            <a:xfrm>
              <a:off x="8687705" y="3290842"/>
              <a:ext cx="945356" cy="276225"/>
            </a:xfrm>
            <a:custGeom>
              <a:avLst/>
              <a:gdLst>
                <a:gd name="T0" fmla="*/ 795 w 819"/>
                <a:gd name="T1" fmla="*/ 0 h 239"/>
                <a:gd name="T2" fmla="*/ 24 w 819"/>
                <a:gd name="T3" fmla="*/ 0 h 239"/>
                <a:gd name="T4" fmla="*/ 0 w 819"/>
                <a:gd name="T5" fmla="*/ 24 h 239"/>
                <a:gd name="T6" fmla="*/ 0 w 819"/>
                <a:gd name="T7" fmla="*/ 118 h 239"/>
                <a:gd name="T8" fmla="*/ 0 w 819"/>
                <a:gd name="T9" fmla="*/ 118 h 239"/>
                <a:gd name="T10" fmla="*/ 0 w 819"/>
                <a:gd name="T11" fmla="*/ 121 h 239"/>
                <a:gd name="T12" fmla="*/ 0 w 819"/>
                <a:gd name="T13" fmla="*/ 121 h 239"/>
                <a:gd name="T14" fmla="*/ 0 w 819"/>
                <a:gd name="T15" fmla="*/ 215 h 239"/>
                <a:gd name="T16" fmla="*/ 24 w 819"/>
                <a:gd name="T17" fmla="*/ 239 h 239"/>
                <a:gd name="T18" fmla="*/ 795 w 819"/>
                <a:gd name="T19" fmla="*/ 239 h 239"/>
                <a:gd name="T20" fmla="*/ 819 w 819"/>
                <a:gd name="T21" fmla="*/ 215 h 239"/>
                <a:gd name="T22" fmla="*/ 819 w 819"/>
                <a:gd name="T23" fmla="*/ 24 h 239"/>
                <a:gd name="T24" fmla="*/ 795 w 819"/>
                <a:gd name="T25"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9" h="239">
                  <a:moveTo>
                    <a:pt x="795" y="0"/>
                  </a:moveTo>
                  <a:cubicBezTo>
                    <a:pt x="24" y="0"/>
                    <a:pt x="24" y="0"/>
                    <a:pt x="24" y="0"/>
                  </a:cubicBezTo>
                  <a:cubicBezTo>
                    <a:pt x="11" y="0"/>
                    <a:pt x="0" y="11"/>
                    <a:pt x="0" y="24"/>
                  </a:cubicBezTo>
                  <a:cubicBezTo>
                    <a:pt x="0" y="118"/>
                    <a:pt x="0" y="118"/>
                    <a:pt x="0" y="118"/>
                  </a:cubicBezTo>
                  <a:cubicBezTo>
                    <a:pt x="0" y="118"/>
                    <a:pt x="0" y="118"/>
                    <a:pt x="0" y="118"/>
                  </a:cubicBezTo>
                  <a:cubicBezTo>
                    <a:pt x="0" y="121"/>
                    <a:pt x="0" y="121"/>
                    <a:pt x="0" y="121"/>
                  </a:cubicBezTo>
                  <a:cubicBezTo>
                    <a:pt x="0" y="121"/>
                    <a:pt x="0" y="121"/>
                    <a:pt x="0" y="121"/>
                  </a:cubicBezTo>
                  <a:cubicBezTo>
                    <a:pt x="0" y="215"/>
                    <a:pt x="0" y="215"/>
                    <a:pt x="0" y="215"/>
                  </a:cubicBezTo>
                  <a:cubicBezTo>
                    <a:pt x="0" y="228"/>
                    <a:pt x="11" y="239"/>
                    <a:pt x="24" y="239"/>
                  </a:cubicBezTo>
                  <a:cubicBezTo>
                    <a:pt x="795" y="239"/>
                    <a:pt x="795" y="239"/>
                    <a:pt x="795" y="239"/>
                  </a:cubicBezTo>
                  <a:cubicBezTo>
                    <a:pt x="808" y="239"/>
                    <a:pt x="819" y="228"/>
                    <a:pt x="819" y="215"/>
                  </a:cubicBezTo>
                  <a:cubicBezTo>
                    <a:pt x="819" y="24"/>
                    <a:pt x="819" y="24"/>
                    <a:pt x="819" y="24"/>
                  </a:cubicBezTo>
                  <a:cubicBezTo>
                    <a:pt x="819" y="11"/>
                    <a:pt x="808" y="0"/>
                    <a:pt x="795"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84" name="Rectangle 79">
              <a:extLst>
                <a:ext uri="{FF2B5EF4-FFF2-40B4-BE49-F238E27FC236}">
                  <a16:creationId xmlns:a16="http://schemas.microsoft.com/office/drawing/2014/main" id="{D4B82B22-AB6A-7342-8189-09C5684FADED}"/>
                </a:ext>
              </a:extLst>
            </p:cNvPr>
            <p:cNvSpPr>
              <a:spLocks noChangeArrowheads="1"/>
            </p:cNvSpPr>
            <p:nvPr/>
          </p:nvSpPr>
          <p:spPr bwMode="auto">
            <a:xfrm>
              <a:off x="8687705" y="3427169"/>
              <a:ext cx="596" cy="3572"/>
            </a:xfrm>
            <a:prstGeom prst="rect">
              <a:avLst/>
            </a:prstGeom>
            <a:solidFill>
              <a:srgbClr val="D6D6D6"/>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85" name="Rectangle 80">
              <a:extLst>
                <a:ext uri="{FF2B5EF4-FFF2-40B4-BE49-F238E27FC236}">
                  <a16:creationId xmlns:a16="http://schemas.microsoft.com/office/drawing/2014/main" id="{41A03BB8-67FB-3343-AF5E-296852D1FF99}"/>
                </a:ext>
              </a:extLst>
            </p:cNvPr>
            <p:cNvSpPr>
              <a:spLocks noChangeArrowheads="1"/>
            </p:cNvSpPr>
            <p:nvPr/>
          </p:nvSpPr>
          <p:spPr bwMode="auto">
            <a:xfrm>
              <a:off x="8687705" y="3427169"/>
              <a:ext cx="596" cy="35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86" name="Rectangle 81">
              <a:extLst>
                <a:ext uri="{FF2B5EF4-FFF2-40B4-BE49-F238E27FC236}">
                  <a16:creationId xmlns:a16="http://schemas.microsoft.com/office/drawing/2014/main" id="{EBF26346-F97C-D44A-87F4-01AEBE1755FA}"/>
                </a:ext>
              </a:extLst>
            </p:cNvPr>
            <p:cNvSpPr>
              <a:spLocks noChangeArrowheads="1"/>
            </p:cNvSpPr>
            <p:nvPr/>
          </p:nvSpPr>
          <p:spPr bwMode="auto">
            <a:xfrm>
              <a:off x="8572215" y="3849841"/>
              <a:ext cx="115491" cy="4763"/>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87" name="Rectangle 82">
              <a:extLst>
                <a:ext uri="{FF2B5EF4-FFF2-40B4-BE49-F238E27FC236}">
                  <a16:creationId xmlns:a16="http://schemas.microsoft.com/office/drawing/2014/main" id="{69911099-216A-424A-B506-CEC5BED0CC40}"/>
                </a:ext>
              </a:extLst>
            </p:cNvPr>
            <p:cNvSpPr>
              <a:spLocks noChangeArrowheads="1"/>
            </p:cNvSpPr>
            <p:nvPr/>
          </p:nvSpPr>
          <p:spPr bwMode="auto">
            <a:xfrm>
              <a:off x="8572215" y="3849841"/>
              <a:ext cx="115491"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88" name="Freeform 83">
              <a:extLst>
                <a:ext uri="{FF2B5EF4-FFF2-40B4-BE49-F238E27FC236}">
                  <a16:creationId xmlns:a16="http://schemas.microsoft.com/office/drawing/2014/main" id="{7120A625-0D2F-1444-A0E6-A796803FBC2B}"/>
                </a:ext>
              </a:extLst>
            </p:cNvPr>
            <p:cNvSpPr>
              <a:spLocks/>
            </p:cNvSpPr>
            <p:nvPr/>
          </p:nvSpPr>
          <p:spPr bwMode="auto">
            <a:xfrm>
              <a:off x="8687705" y="3714704"/>
              <a:ext cx="945356" cy="275034"/>
            </a:xfrm>
            <a:custGeom>
              <a:avLst/>
              <a:gdLst>
                <a:gd name="T0" fmla="*/ 795 w 819"/>
                <a:gd name="T1" fmla="*/ 0 h 238"/>
                <a:gd name="T2" fmla="*/ 24 w 819"/>
                <a:gd name="T3" fmla="*/ 0 h 238"/>
                <a:gd name="T4" fmla="*/ 0 w 819"/>
                <a:gd name="T5" fmla="*/ 24 h 238"/>
                <a:gd name="T6" fmla="*/ 0 w 819"/>
                <a:gd name="T7" fmla="*/ 117 h 238"/>
                <a:gd name="T8" fmla="*/ 0 w 819"/>
                <a:gd name="T9" fmla="*/ 117 h 238"/>
                <a:gd name="T10" fmla="*/ 0 w 819"/>
                <a:gd name="T11" fmla="*/ 121 h 238"/>
                <a:gd name="T12" fmla="*/ 0 w 819"/>
                <a:gd name="T13" fmla="*/ 121 h 238"/>
                <a:gd name="T14" fmla="*/ 0 w 819"/>
                <a:gd name="T15" fmla="*/ 214 h 238"/>
                <a:gd name="T16" fmla="*/ 24 w 819"/>
                <a:gd name="T17" fmla="*/ 238 h 238"/>
                <a:gd name="T18" fmla="*/ 795 w 819"/>
                <a:gd name="T19" fmla="*/ 238 h 238"/>
                <a:gd name="T20" fmla="*/ 819 w 819"/>
                <a:gd name="T21" fmla="*/ 214 h 238"/>
                <a:gd name="T22" fmla="*/ 819 w 819"/>
                <a:gd name="T23" fmla="*/ 24 h 238"/>
                <a:gd name="T24" fmla="*/ 795 w 819"/>
                <a:gd name="T25"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9" h="238">
                  <a:moveTo>
                    <a:pt x="795" y="0"/>
                  </a:moveTo>
                  <a:cubicBezTo>
                    <a:pt x="24" y="0"/>
                    <a:pt x="24" y="0"/>
                    <a:pt x="24" y="0"/>
                  </a:cubicBezTo>
                  <a:cubicBezTo>
                    <a:pt x="11" y="0"/>
                    <a:pt x="0" y="10"/>
                    <a:pt x="0" y="24"/>
                  </a:cubicBezTo>
                  <a:cubicBezTo>
                    <a:pt x="0" y="117"/>
                    <a:pt x="0" y="117"/>
                    <a:pt x="0" y="117"/>
                  </a:cubicBezTo>
                  <a:cubicBezTo>
                    <a:pt x="0" y="117"/>
                    <a:pt x="0" y="117"/>
                    <a:pt x="0" y="117"/>
                  </a:cubicBezTo>
                  <a:cubicBezTo>
                    <a:pt x="0" y="121"/>
                    <a:pt x="0" y="121"/>
                    <a:pt x="0" y="121"/>
                  </a:cubicBezTo>
                  <a:cubicBezTo>
                    <a:pt x="0" y="121"/>
                    <a:pt x="0" y="121"/>
                    <a:pt x="0" y="121"/>
                  </a:cubicBezTo>
                  <a:cubicBezTo>
                    <a:pt x="0" y="214"/>
                    <a:pt x="0" y="214"/>
                    <a:pt x="0" y="214"/>
                  </a:cubicBezTo>
                  <a:cubicBezTo>
                    <a:pt x="0" y="228"/>
                    <a:pt x="11" y="238"/>
                    <a:pt x="24" y="238"/>
                  </a:cubicBezTo>
                  <a:cubicBezTo>
                    <a:pt x="795" y="238"/>
                    <a:pt x="795" y="238"/>
                    <a:pt x="795" y="238"/>
                  </a:cubicBezTo>
                  <a:cubicBezTo>
                    <a:pt x="808" y="238"/>
                    <a:pt x="819" y="228"/>
                    <a:pt x="819" y="214"/>
                  </a:cubicBezTo>
                  <a:cubicBezTo>
                    <a:pt x="819" y="24"/>
                    <a:pt x="819" y="24"/>
                    <a:pt x="819" y="24"/>
                  </a:cubicBezTo>
                  <a:cubicBezTo>
                    <a:pt x="819" y="10"/>
                    <a:pt x="808" y="0"/>
                    <a:pt x="795"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89" name="Rectangle 84">
              <a:extLst>
                <a:ext uri="{FF2B5EF4-FFF2-40B4-BE49-F238E27FC236}">
                  <a16:creationId xmlns:a16="http://schemas.microsoft.com/office/drawing/2014/main" id="{F59D63AD-A096-5D40-A037-1732BE7613D3}"/>
                </a:ext>
              </a:extLst>
            </p:cNvPr>
            <p:cNvSpPr>
              <a:spLocks noChangeArrowheads="1"/>
            </p:cNvSpPr>
            <p:nvPr/>
          </p:nvSpPr>
          <p:spPr bwMode="auto">
            <a:xfrm>
              <a:off x="8687705" y="3849841"/>
              <a:ext cx="596" cy="4763"/>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0" name="Rectangle 85">
              <a:extLst>
                <a:ext uri="{FF2B5EF4-FFF2-40B4-BE49-F238E27FC236}">
                  <a16:creationId xmlns:a16="http://schemas.microsoft.com/office/drawing/2014/main" id="{51D43D54-3559-0949-A368-AC53F22C39B9}"/>
                </a:ext>
              </a:extLst>
            </p:cNvPr>
            <p:cNvSpPr>
              <a:spLocks noChangeArrowheads="1"/>
            </p:cNvSpPr>
            <p:nvPr/>
          </p:nvSpPr>
          <p:spPr bwMode="auto">
            <a:xfrm>
              <a:off x="8687705" y="3849841"/>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1" name="Rectangle 86">
              <a:extLst>
                <a:ext uri="{FF2B5EF4-FFF2-40B4-BE49-F238E27FC236}">
                  <a16:creationId xmlns:a16="http://schemas.microsoft.com/office/drawing/2014/main" id="{44FC0E90-B6A3-234C-8A6E-167139B96E20}"/>
                </a:ext>
              </a:extLst>
            </p:cNvPr>
            <p:cNvSpPr>
              <a:spLocks noChangeArrowheads="1"/>
            </p:cNvSpPr>
            <p:nvPr/>
          </p:nvSpPr>
          <p:spPr bwMode="auto">
            <a:xfrm>
              <a:off x="8572215" y="4272512"/>
              <a:ext cx="115491" cy="4763"/>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2" name="Rectangle 87">
              <a:extLst>
                <a:ext uri="{FF2B5EF4-FFF2-40B4-BE49-F238E27FC236}">
                  <a16:creationId xmlns:a16="http://schemas.microsoft.com/office/drawing/2014/main" id="{71C9C7C8-884B-8142-AF5A-819579D377EF}"/>
                </a:ext>
              </a:extLst>
            </p:cNvPr>
            <p:cNvSpPr>
              <a:spLocks noChangeArrowheads="1"/>
            </p:cNvSpPr>
            <p:nvPr/>
          </p:nvSpPr>
          <p:spPr bwMode="auto">
            <a:xfrm>
              <a:off x="8572215" y="4272512"/>
              <a:ext cx="115491"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3" name="Freeform 88">
              <a:extLst>
                <a:ext uri="{FF2B5EF4-FFF2-40B4-BE49-F238E27FC236}">
                  <a16:creationId xmlns:a16="http://schemas.microsoft.com/office/drawing/2014/main" id="{D5004F7A-B793-A648-8E09-D139525F81E3}"/>
                </a:ext>
              </a:extLst>
            </p:cNvPr>
            <p:cNvSpPr>
              <a:spLocks/>
            </p:cNvSpPr>
            <p:nvPr/>
          </p:nvSpPr>
          <p:spPr bwMode="auto">
            <a:xfrm>
              <a:off x="8687705" y="4137376"/>
              <a:ext cx="945356" cy="276225"/>
            </a:xfrm>
            <a:custGeom>
              <a:avLst/>
              <a:gdLst>
                <a:gd name="T0" fmla="*/ 795 w 819"/>
                <a:gd name="T1" fmla="*/ 0 h 239"/>
                <a:gd name="T2" fmla="*/ 24 w 819"/>
                <a:gd name="T3" fmla="*/ 0 h 239"/>
                <a:gd name="T4" fmla="*/ 0 w 819"/>
                <a:gd name="T5" fmla="*/ 24 h 239"/>
                <a:gd name="T6" fmla="*/ 0 w 819"/>
                <a:gd name="T7" fmla="*/ 117 h 239"/>
                <a:gd name="T8" fmla="*/ 0 w 819"/>
                <a:gd name="T9" fmla="*/ 117 h 239"/>
                <a:gd name="T10" fmla="*/ 0 w 819"/>
                <a:gd name="T11" fmla="*/ 121 h 239"/>
                <a:gd name="T12" fmla="*/ 0 w 819"/>
                <a:gd name="T13" fmla="*/ 121 h 239"/>
                <a:gd name="T14" fmla="*/ 0 w 819"/>
                <a:gd name="T15" fmla="*/ 215 h 239"/>
                <a:gd name="T16" fmla="*/ 24 w 819"/>
                <a:gd name="T17" fmla="*/ 239 h 239"/>
                <a:gd name="T18" fmla="*/ 795 w 819"/>
                <a:gd name="T19" fmla="*/ 239 h 239"/>
                <a:gd name="T20" fmla="*/ 819 w 819"/>
                <a:gd name="T21" fmla="*/ 215 h 239"/>
                <a:gd name="T22" fmla="*/ 819 w 819"/>
                <a:gd name="T23" fmla="*/ 24 h 239"/>
                <a:gd name="T24" fmla="*/ 795 w 819"/>
                <a:gd name="T25"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9" h="239">
                  <a:moveTo>
                    <a:pt x="795" y="0"/>
                  </a:moveTo>
                  <a:cubicBezTo>
                    <a:pt x="24" y="0"/>
                    <a:pt x="24" y="0"/>
                    <a:pt x="24" y="0"/>
                  </a:cubicBezTo>
                  <a:cubicBezTo>
                    <a:pt x="11" y="0"/>
                    <a:pt x="0" y="11"/>
                    <a:pt x="0" y="24"/>
                  </a:cubicBezTo>
                  <a:cubicBezTo>
                    <a:pt x="0" y="117"/>
                    <a:pt x="0" y="117"/>
                    <a:pt x="0" y="117"/>
                  </a:cubicBezTo>
                  <a:cubicBezTo>
                    <a:pt x="0" y="117"/>
                    <a:pt x="0" y="117"/>
                    <a:pt x="0" y="117"/>
                  </a:cubicBezTo>
                  <a:cubicBezTo>
                    <a:pt x="0" y="121"/>
                    <a:pt x="0" y="121"/>
                    <a:pt x="0" y="121"/>
                  </a:cubicBezTo>
                  <a:cubicBezTo>
                    <a:pt x="0" y="121"/>
                    <a:pt x="0" y="121"/>
                    <a:pt x="0" y="121"/>
                  </a:cubicBezTo>
                  <a:cubicBezTo>
                    <a:pt x="0" y="215"/>
                    <a:pt x="0" y="215"/>
                    <a:pt x="0" y="215"/>
                  </a:cubicBezTo>
                  <a:cubicBezTo>
                    <a:pt x="0" y="228"/>
                    <a:pt x="11" y="239"/>
                    <a:pt x="24" y="239"/>
                  </a:cubicBezTo>
                  <a:cubicBezTo>
                    <a:pt x="795" y="239"/>
                    <a:pt x="795" y="239"/>
                    <a:pt x="795" y="239"/>
                  </a:cubicBezTo>
                  <a:cubicBezTo>
                    <a:pt x="808" y="239"/>
                    <a:pt x="819" y="228"/>
                    <a:pt x="819" y="215"/>
                  </a:cubicBezTo>
                  <a:cubicBezTo>
                    <a:pt x="819" y="24"/>
                    <a:pt x="819" y="24"/>
                    <a:pt x="819" y="24"/>
                  </a:cubicBezTo>
                  <a:cubicBezTo>
                    <a:pt x="819" y="11"/>
                    <a:pt x="808" y="0"/>
                    <a:pt x="795"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4" name="Rectangle 89">
              <a:extLst>
                <a:ext uri="{FF2B5EF4-FFF2-40B4-BE49-F238E27FC236}">
                  <a16:creationId xmlns:a16="http://schemas.microsoft.com/office/drawing/2014/main" id="{7536CFEE-E5F7-1C4F-ADAE-7CFE27EC831B}"/>
                </a:ext>
              </a:extLst>
            </p:cNvPr>
            <p:cNvSpPr>
              <a:spLocks noChangeArrowheads="1"/>
            </p:cNvSpPr>
            <p:nvPr/>
          </p:nvSpPr>
          <p:spPr bwMode="auto">
            <a:xfrm>
              <a:off x="8687705" y="4272512"/>
              <a:ext cx="596" cy="4763"/>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5" name="Rectangle 90">
              <a:extLst>
                <a:ext uri="{FF2B5EF4-FFF2-40B4-BE49-F238E27FC236}">
                  <a16:creationId xmlns:a16="http://schemas.microsoft.com/office/drawing/2014/main" id="{9377F8C8-C902-CE4B-BF4A-C8F8A1ABCA81}"/>
                </a:ext>
              </a:extLst>
            </p:cNvPr>
            <p:cNvSpPr>
              <a:spLocks noChangeArrowheads="1"/>
            </p:cNvSpPr>
            <p:nvPr/>
          </p:nvSpPr>
          <p:spPr bwMode="auto">
            <a:xfrm>
              <a:off x="8687705" y="4272512"/>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6" name="Rectangle 91">
              <a:extLst>
                <a:ext uri="{FF2B5EF4-FFF2-40B4-BE49-F238E27FC236}">
                  <a16:creationId xmlns:a16="http://schemas.microsoft.com/office/drawing/2014/main" id="{AF776B12-226B-234B-8C34-104F9E057526}"/>
                </a:ext>
              </a:extLst>
            </p:cNvPr>
            <p:cNvSpPr>
              <a:spLocks noChangeArrowheads="1"/>
            </p:cNvSpPr>
            <p:nvPr/>
          </p:nvSpPr>
          <p:spPr bwMode="auto">
            <a:xfrm>
              <a:off x="8572215" y="4696375"/>
              <a:ext cx="115491" cy="4763"/>
            </a:xfrm>
            <a:prstGeom prst="rect">
              <a:avLst/>
            </a:prstGeom>
            <a:solidFill>
              <a:srgbClr val="C5C5C5"/>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7" name="Rectangle 92">
              <a:extLst>
                <a:ext uri="{FF2B5EF4-FFF2-40B4-BE49-F238E27FC236}">
                  <a16:creationId xmlns:a16="http://schemas.microsoft.com/office/drawing/2014/main" id="{799972AE-1919-2D48-8517-4AA0930BBFA5}"/>
                </a:ext>
              </a:extLst>
            </p:cNvPr>
            <p:cNvSpPr>
              <a:spLocks noChangeArrowheads="1"/>
            </p:cNvSpPr>
            <p:nvPr/>
          </p:nvSpPr>
          <p:spPr bwMode="auto">
            <a:xfrm>
              <a:off x="8572215" y="4696375"/>
              <a:ext cx="115491"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8" name="Freeform 93">
              <a:extLst>
                <a:ext uri="{FF2B5EF4-FFF2-40B4-BE49-F238E27FC236}">
                  <a16:creationId xmlns:a16="http://schemas.microsoft.com/office/drawing/2014/main" id="{924CAF3F-89E3-0140-B4EB-13D6AC165C78}"/>
                </a:ext>
              </a:extLst>
            </p:cNvPr>
            <p:cNvSpPr>
              <a:spLocks/>
            </p:cNvSpPr>
            <p:nvPr/>
          </p:nvSpPr>
          <p:spPr bwMode="auto">
            <a:xfrm>
              <a:off x="8687705" y="4561239"/>
              <a:ext cx="945356" cy="275034"/>
            </a:xfrm>
            <a:custGeom>
              <a:avLst/>
              <a:gdLst>
                <a:gd name="T0" fmla="*/ 795 w 819"/>
                <a:gd name="T1" fmla="*/ 0 h 238"/>
                <a:gd name="T2" fmla="*/ 24 w 819"/>
                <a:gd name="T3" fmla="*/ 0 h 238"/>
                <a:gd name="T4" fmla="*/ 0 w 819"/>
                <a:gd name="T5" fmla="*/ 24 h 238"/>
                <a:gd name="T6" fmla="*/ 0 w 819"/>
                <a:gd name="T7" fmla="*/ 117 h 238"/>
                <a:gd name="T8" fmla="*/ 0 w 819"/>
                <a:gd name="T9" fmla="*/ 117 h 238"/>
                <a:gd name="T10" fmla="*/ 0 w 819"/>
                <a:gd name="T11" fmla="*/ 121 h 238"/>
                <a:gd name="T12" fmla="*/ 0 w 819"/>
                <a:gd name="T13" fmla="*/ 121 h 238"/>
                <a:gd name="T14" fmla="*/ 0 w 819"/>
                <a:gd name="T15" fmla="*/ 214 h 238"/>
                <a:gd name="T16" fmla="*/ 24 w 819"/>
                <a:gd name="T17" fmla="*/ 238 h 238"/>
                <a:gd name="T18" fmla="*/ 795 w 819"/>
                <a:gd name="T19" fmla="*/ 238 h 238"/>
                <a:gd name="T20" fmla="*/ 819 w 819"/>
                <a:gd name="T21" fmla="*/ 214 h 238"/>
                <a:gd name="T22" fmla="*/ 819 w 819"/>
                <a:gd name="T23" fmla="*/ 24 h 238"/>
                <a:gd name="T24" fmla="*/ 795 w 819"/>
                <a:gd name="T25"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9" h="238">
                  <a:moveTo>
                    <a:pt x="795" y="0"/>
                  </a:moveTo>
                  <a:cubicBezTo>
                    <a:pt x="24" y="0"/>
                    <a:pt x="24" y="0"/>
                    <a:pt x="24" y="0"/>
                  </a:cubicBezTo>
                  <a:cubicBezTo>
                    <a:pt x="11" y="0"/>
                    <a:pt x="0" y="10"/>
                    <a:pt x="0" y="24"/>
                  </a:cubicBezTo>
                  <a:cubicBezTo>
                    <a:pt x="0" y="117"/>
                    <a:pt x="0" y="117"/>
                    <a:pt x="0" y="117"/>
                  </a:cubicBezTo>
                  <a:cubicBezTo>
                    <a:pt x="0" y="117"/>
                    <a:pt x="0" y="117"/>
                    <a:pt x="0" y="117"/>
                  </a:cubicBezTo>
                  <a:cubicBezTo>
                    <a:pt x="0" y="121"/>
                    <a:pt x="0" y="121"/>
                    <a:pt x="0" y="121"/>
                  </a:cubicBezTo>
                  <a:cubicBezTo>
                    <a:pt x="0" y="121"/>
                    <a:pt x="0" y="121"/>
                    <a:pt x="0" y="121"/>
                  </a:cubicBezTo>
                  <a:cubicBezTo>
                    <a:pt x="0" y="214"/>
                    <a:pt x="0" y="214"/>
                    <a:pt x="0" y="214"/>
                  </a:cubicBezTo>
                  <a:cubicBezTo>
                    <a:pt x="0" y="228"/>
                    <a:pt x="11" y="238"/>
                    <a:pt x="24" y="238"/>
                  </a:cubicBezTo>
                  <a:cubicBezTo>
                    <a:pt x="795" y="238"/>
                    <a:pt x="795" y="238"/>
                    <a:pt x="795" y="238"/>
                  </a:cubicBezTo>
                  <a:cubicBezTo>
                    <a:pt x="808" y="238"/>
                    <a:pt x="819" y="228"/>
                    <a:pt x="819" y="214"/>
                  </a:cubicBezTo>
                  <a:cubicBezTo>
                    <a:pt x="819" y="24"/>
                    <a:pt x="819" y="24"/>
                    <a:pt x="819" y="24"/>
                  </a:cubicBezTo>
                  <a:cubicBezTo>
                    <a:pt x="819" y="10"/>
                    <a:pt x="808" y="0"/>
                    <a:pt x="795"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9" name="Rectangle 94">
              <a:extLst>
                <a:ext uri="{FF2B5EF4-FFF2-40B4-BE49-F238E27FC236}">
                  <a16:creationId xmlns:a16="http://schemas.microsoft.com/office/drawing/2014/main" id="{93681A58-DC07-0148-842B-5592FDDDD23C}"/>
                </a:ext>
              </a:extLst>
            </p:cNvPr>
            <p:cNvSpPr>
              <a:spLocks noChangeArrowheads="1"/>
            </p:cNvSpPr>
            <p:nvPr/>
          </p:nvSpPr>
          <p:spPr bwMode="auto">
            <a:xfrm>
              <a:off x="8687705" y="4696375"/>
              <a:ext cx="596" cy="4763"/>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0" name="Rectangle 95">
              <a:extLst>
                <a:ext uri="{FF2B5EF4-FFF2-40B4-BE49-F238E27FC236}">
                  <a16:creationId xmlns:a16="http://schemas.microsoft.com/office/drawing/2014/main" id="{DDBD2813-FB2A-9649-994D-A564C05BAB61}"/>
                </a:ext>
              </a:extLst>
            </p:cNvPr>
            <p:cNvSpPr>
              <a:spLocks noChangeArrowheads="1"/>
            </p:cNvSpPr>
            <p:nvPr/>
          </p:nvSpPr>
          <p:spPr bwMode="auto">
            <a:xfrm>
              <a:off x="8687705" y="4696375"/>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1" name="Rectangle 97">
              <a:extLst>
                <a:ext uri="{FF2B5EF4-FFF2-40B4-BE49-F238E27FC236}">
                  <a16:creationId xmlns:a16="http://schemas.microsoft.com/office/drawing/2014/main" id="{D91BADCF-B5D2-BF4C-A3A7-CE5C6B3710CF}"/>
                </a:ext>
              </a:extLst>
            </p:cNvPr>
            <p:cNvSpPr>
              <a:spLocks noChangeArrowheads="1"/>
            </p:cNvSpPr>
            <p:nvPr/>
          </p:nvSpPr>
          <p:spPr bwMode="auto">
            <a:xfrm>
              <a:off x="8572215" y="5119047"/>
              <a:ext cx="115491"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2" name="Freeform 98">
              <a:extLst>
                <a:ext uri="{FF2B5EF4-FFF2-40B4-BE49-F238E27FC236}">
                  <a16:creationId xmlns:a16="http://schemas.microsoft.com/office/drawing/2014/main" id="{26507BFA-E5D1-6C46-A571-D6DE2ECC20AC}"/>
                </a:ext>
              </a:extLst>
            </p:cNvPr>
            <p:cNvSpPr>
              <a:spLocks/>
            </p:cNvSpPr>
            <p:nvPr/>
          </p:nvSpPr>
          <p:spPr bwMode="auto">
            <a:xfrm>
              <a:off x="8687705" y="4983911"/>
              <a:ext cx="945356" cy="275034"/>
            </a:xfrm>
            <a:custGeom>
              <a:avLst/>
              <a:gdLst>
                <a:gd name="T0" fmla="*/ 795 w 819"/>
                <a:gd name="T1" fmla="*/ 0 h 238"/>
                <a:gd name="T2" fmla="*/ 24 w 819"/>
                <a:gd name="T3" fmla="*/ 0 h 238"/>
                <a:gd name="T4" fmla="*/ 0 w 819"/>
                <a:gd name="T5" fmla="*/ 24 h 238"/>
                <a:gd name="T6" fmla="*/ 0 w 819"/>
                <a:gd name="T7" fmla="*/ 117 h 238"/>
                <a:gd name="T8" fmla="*/ 0 w 819"/>
                <a:gd name="T9" fmla="*/ 117 h 238"/>
                <a:gd name="T10" fmla="*/ 0 w 819"/>
                <a:gd name="T11" fmla="*/ 121 h 238"/>
                <a:gd name="T12" fmla="*/ 0 w 819"/>
                <a:gd name="T13" fmla="*/ 121 h 238"/>
                <a:gd name="T14" fmla="*/ 0 w 819"/>
                <a:gd name="T15" fmla="*/ 215 h 238"/>
                <a:gd name="T16" fmla="*/ 24 w 819"/>
                <a:gd name="T17" fmla="*/ 238 h 238"/>
                <a:gd name="T18" fmla="*/ 795 w 819"/>
                <a:gd name="T19" fmla="*/ 238 h 238"/>
                <a:gd name="T20" fmla="*/ 819 w 819"/>
                <a:gd name="T21" fmla="*/ 215 h 238"/>
                <a:gd name="T22" fmla="*/ 819 w 819"/>
                <a:gd name="T23" fmla="*/ 24 h 238"/>
                <a:gd name="T24" fmla="*/ 795 w 819"/>
                <a:gd name="T25" fmla="*/ 0 h 2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9" h="238">
                  <a:moveTo>
                    <a:pt x="795" y="0"/>
                  </a:moveTo>
                  <a:cubicBezTo>
                    <a:pt x="24" y="0"/>
                    <a:pt x="24" y="0"/>
                    <a:pt x="24" y="0"/>
                  </a:cubicBezTo>
                  <a:cubicBezTo>
                    <a:pt x="11" y="0"/>
                    <a:pt x="0" y="11"/>
                    <a:pt x="0" y="24"/>
                  </a:cubicBezTo>
                  <a:cubicBezTo>
                    <a:pt x="0" y="117"/>
                    <a:pt x="0" y="117"/>
                    <a:pt x="0" y="117"/>
                  </a:cubicBezTo>
                  <a:cubicBezTo>
                    <a:pt x="0" y="117"/>
                    <a:pt x="0" y="117"/>
                    <a:pt x="0" y="117"/>
                  </a:cubicBezTo>
                  <a:cubicBezTo>
                    <a:pt x="0" y="121"/>
                    <a:pt x="0" y="121"/>
                    <a:pt x="0" y="121"/>
                  </a:cubicBezTo>
                  <a:cubicBezTo>
                    <a:pt x="0" y="121"/>
                    <a:pt x="0" y="121"/>
                    <a:pt x="0" y="121"/>
                  </a:cubicBezTo>
                  <a:cubicBezTo>
                    <a:pt x="0" y="215"/>
                    <a:pt x="0" y="215"/>
                    <a:pt x="0" y="215"/>
                  </a:cubicBezTo>
                  <a:cubicBezTo>
                    <a:pt x="0" y="228"/>
                    <a:pt x="11" y="238"/>
                    <a:pt x="24" y="238"/>
                  </a:cubicBezTo>
                  <a:cubicBezTo>
                    <a:pt x="795" y="238"/>
                    <a:pt x="795" y="238"/>
                    <a:pt x="795" y="238"/>
                  </a:cubicBezTo>
                  <a:cubicBezTo>
                    <a:pt x="808" y="238"/>
                    <a:pt x="819" y="228"/>
                    <a:pt x="819" y="215"/>
                  </a:cubicBezTo>
                  <a:cubicBezTo>
                    <a:pt x="819" y="24"/>
                    <a:pt x="819" y="24"/>
                    <a:pt x="819" y="24"/>
                  </a:cubicBezTo>
                  <a:cubicBezTo>
                    <a:pt x="819" y="11"/>
                    <a:pt x="808" y="0"/>
                    <a:pt x="795" y="0"/>
                  </a:cubicBezTo>
                </a:path>
              </a:pathLst>
            </a:custGeom>
            <a:solidFill>
              <a:schemeClr val="bg1">
                <a:lumMod val="95000"/>
              </a:schemeClr>
            </a:solidFill>
            <a:ln>
              <a:solidFill>
                <a:schemeClr val="bg1">
                  <a:lumMod val="85000"/>
                </a:schemeClr>
              </a:solid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3" name="Rectangle 99">
              <a:extLst>
                <a:ext uri="{FF2B5EF4-FFF2-40B4-BE49-F238E27FC236}">
                  <a16:creationId xmlns:a16="http://schemas.microsoft.com/office/drawing/2014/main" id="{C686CB38-0438-0C4C-B473-B77A0262BA00}"/>
                </a:ext>
              </a:extLst>
            </p:cNvPr>
            <p:cNvSpPr>
              <a:spLocks noChangeArrowheads="1"/>
            </p:cNvSpPr>
            <p:nvPr/>
          </p:nvSpPr>
          <p:spPr bwMode="auto">
            <a:xfrm>
              <a:off x="8687705" y="5119047"/>
              <a:ext cx="596" cy="4763"/>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4" name="Rectangle 100">
              <a:extLst>
                <a:ext uri="{FF2B5EF4-FFF2-40B4-BE49-F238E27FC236}">
                  <a16:creationId xmlns:a16="http://schemas.microsoft.com/office/drawing/2014/main" id="{AC2B2801-16ED-854C-9E4B-E82C95763BF9}"/>
                </a:ext>
              </a:extLst>
            </p:cNvPr>
            <p:cNvSpPr>
              <a:spLocks noChangeArrowheads="1"/>
            </p:cNvSpPr>
            <p:nvPr/>
          </p:nvSpPr>
          <p:spPr bwMode="auto">
            <a:xfrm>
              <a:off x="8687705" y="5119047"/>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5" name="Rectangle 102">
              <a:extLst>
                <a:ext uri="{FF2B5EF4-FFF2-40B4-BE49-F238E27FC236}">
                  <a16:creationId xmlns:a16="http://schemas.microsoft.com/office/drawing/2014/main" id="{D748169B-4BC5-2546-8507-6C19DBE42216}"/>
                </a:ext>
              </a:extLst>
            </p:cNvPr>
            <p:cNvSpPr>
              <a:spLocks noChangeArrowheads="1"/>
            </p:cNvSpPr>
            <p:nvPr/>
          </p:nvSpPr>
          <p:spPr bwMode="auto">
            <a:xfrm>
              <a:off x="8572215" y="5542909"/>
              <a:ext cx="115491"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6" name="Rectangle 104">
              <a:extLst>
                <a:ext uri="{FF2B5EF4-FFF2-40B4-BE49-F238E27FC236}">
                  <a16:creationId xmlns:a16="http://schemas.microsoft.com/office/drawing/2014/main" id="{E25563DB-5448-BE41-9A30-3593B2D48231}"/>
                </a:ext>
              </a:extLst>
            </p:cNvPr>
            <p:cNvSpPr>
              <a:spLocks noChangeArrowheads="1"/>
            </p:cNvSpPr>
            <p:nvPr/>
          </p:nvSpPr>
          <p:spPr bwMode="auto">
            <a:xfrm>
              <a:off x="8687705" y="5542909"/>
              <a:ext cx="596" cy="4763"/>
            </a:xfrm>
            <a:prstGeom prst="rect">
              <a:avLst/>
            </a:prstGeom>
            <a:solidFill>
              <a:srgbClr val="D7D7D7"/>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7" name="Rectangle 105">
              <a:extLst>
                <a:ext uri="{FF2B5EF4-FFF2-40B4-BE49-F238E27FC236}">
                  <a16:creationId xmlns:a16="http://schemas.microsoft.com/office/drawing/2014/main" id="{CA4EDD6B-DCFB-704D-805B-ECC01E018AB6}"/>
                </a:ext>
              </a:extLst>
            </p:cNvPr>
            <p:cNvSpPr>
              <a:spLocks noChangeArrowheads="1"/>
            </p:cNvSpPr>
            <p:nvPr/>
          </p:nvSpPr>
          <p:spPr bwMode="auto">
            <a:xfrm>
              <a:off x="8687705" y="5542909"/>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8" name="Freeform 106">
              <a:extLst>
                <a:ext uri="{FF2B5EF4-FFF2-40B4-BE49-F238E27FC236}">
                  <a16:creationId xmlns:a16="http://schemas.microsoft.com/office/drawing/2014/main" id="{899478B4-D68C-D248-B035-68419D8794E2}"/>
                </a:ext>
              </a:extLst>
            </p:cNvPr>
            <p:cNvSpPr>
              <a:spLocks noEditPoints="1"/>
            </p:cNvSpPr>
            <p:nvPr/>
          </p:nvSpPr>
          <p:spPr bwMode="auto">
            <a:xfrm>
              <a:off x="8568048" y="3430741"/>
              <a:ext cx="119658" cy="1688306"/>
            </a:xfrm>
            <a:custGeom>
              <a:avLst/>
              <a:gdLst>
                <a:gd name="T0" fmla="*/ 7 w 201"/>
                <a:gd name="T1" fmla="*/ 3556 h 4266"/>
                <a:gd name="T2" fmla="*/ 0 w 201"/>
                <a:gd name="T3" fmla="*/ 3556 h 4266"/>
                <a:gd name="T4" fmla="*/ 0 w 201"/>
                <a:gd name="T5" fmla="*/ 4266 h 4266"/>
                <a:gd name="T6" fmla="*/ 201 w 201"/>
                <a:gd name="T7" fmla="*/ 4266 h 4266"/>
                <a:gd name="T8" fmla="*/ 201 w 201"/>
                <a:gd name="T9" fmla="*/ 4258 h 4266"/>
                <a:gd name="T10" fmla="*/ 7 w 201"/>
                <a:gd name="T11" fmla="*/ 4258 h 4266"/>
                <a:gd name="T12" fmla="*/ 7 w 201"/>
                <a:gd name="T13" fmla="*/ 3556 h 4266"/>
                <a:gd name="T14" fmla="*/ 7 w 201"/>
                <a:gd name="T15" fmla="*/ 2844 h 4266"/>
                <a:gd name="T16" fmla="*/ 7 w 201"/>
                <a:gd name="T17" fmla="*/ 2844 h 4266"/>
                <a:gd name="T18" fmla="*/ 7 w 201"/>
                <a:gd name="T19" fmla="*/ 3548 h 4266"/>
                <a:gd name="T20" fmla="*/ 7 w 201"/>
                <a:gd name="T21" fmla="*/ 2844 h 4266"/>
                <a:gd name="T22" fmla="*/ 7 w 201"/>
                <a:gd name="T23" fmla="*/ 2134 h 4266"/>
                <a:gd name="T24" fmla="*/ 7 w 201"/>
                <a:gd name="T25" fmla="*/ 2134 h 4266"/>
                <a:gd name="T26" fmla="*/ 7 w 201"/>
                <a:gd name="T27" fmla="*/ 2836 h 4266"/>
                <a:gd name="T28" fmla="*/ 7 w 201"/>
                <a:gd name="T29" fmla="*/ 2836 h 4266"/>
                <a:gd name="T30" fmla="*/ 7 w 201"/>
                <a:gd name="T31" fmla="*/ 2134 h 4266"/>
                <a:gd name="T32" fmla="*/ 7 w 201"/>
                <a:gd name="T33" fmla="*/ 1422 h 4266"/>
                <a:gd name="T34" fmla="*/ 7 w 201"/>
                <a:gd name="T35" fmla="*/ 1422 h 4266"/>
                <a:gd name="T36" fmla="*/ 7 w 201"/>
                <a:gd name="T37" fmla="*/ 2126 h 4266"/>
                <a:gd name="T38" fmla="*/ 7 w 201"/>
                <a:gd name="T39" fmla="*/ 2126 h 4266"/>
                <a:gd name="T40" fmla="*/ 7 w 201"/>
                <a:gd name="T41" fmla="*/ 1422 h 4266"/>
                <a:gd name="T42" fmla="*/ 7 w 201"/>
                <a:gd name="T43" fmla="*/ 712 h 4266"/>
                <a:gd name="T44" fmla="*/ 7 w 201"/>
                <a:gd name="T45" fmla="*/ 712 h 4266"/>
                <a:gd name="T46" fmla="*/ 7 w 201"/>
                <a:gd name="T47" fmla="*/ 1414 h 4266"/>
                <a:gd name="T48" fmla="*/ 7 w 201"/>
                <a:gd name="T49" fmla="*/ 1414 h 4266"/>
                <a:gd name="T50" fmla="*/ 7 w 201"/>
                <a:gd name="T51" fmla="*/ 712 h 4266"/>
                <a:gd name="T52" fmla="*/ 7 w 201"/>
                <a:gd name="T53" fmla="*/ 0 h 4266"/>
                <a:gd name="T54" fmla="*/ 7 w 201"/>
                <a:gd name="T55" fmla="*/ 0 h 4266"/>
                <a:gd name="T56" fmla="*/ 7 w 201"/>
                <a:gd name="T57" fmla="*/ 704 h 4266"/>
                <a:gd name="T58" fmla="*/ 7 w 201"/>
                <a:gd name="T59" fmla="*/ 704 h 4266"/>
                <a:gd name="T60" fmla="*/ 7 w 201"/>
                <a:gd name="T61" fmla="*/ 0 h 42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01" h="4266">
                  <a:moveTo>
                    <a:pt x="7" y="3556"/>
                  </a:moveTo>
                  <a:lnTo>
                    <a:pt x="0" y="3556"/>
                  </a:lnTo>
                  <a:lnTo>
                    <a:pt x="0" y="4266"/>
                  </a:lnTo>
                  <a:lnTo>
                    <a:pt x="201" y="4266"/>
                  </a:lnTo>
                  <a:lnTo>
                    <a:pt x="201" y="4258"/>
                  </a:lnTo>
                  <a:lnTo>
                    <a:pt x="7" y="4258"/>
                  </a:lnTo>
                  <a:lnTo>
                    <a:pt x="7" y="3556"/>
                  </a:lnTo>
                  <a:close/>
                  <a:moveTo>
                    <a:pt x="7" y="2844"/>
                  </a:moveTo>
                  <a:lnTo>
                    <a:pt x="7" y="2844"/>
                  </a:lnTo>
                  <a:lnTo>
                    <a:pt x="7" y="3548"/>
                  </a:lnTo>
                  <a:lnTo>
                    <a:pt x="7" y="2844"/>
                  </a:lnTo>
                  <a:close/>
                  <a:moveTo>
                    <a:pt x="7" y="2134"/>
                  </a:moveTo>
                  <a:lnTo>
                    <a:pt x="7" y="2134"/>
                  </a:lnTo>
                  <a:lnTo>
                    <a:pt x="7" y="2836"/>
                  </a:lnTo>
                  <a:lnTo>
                    <a:pt x="7" y="2836"/>
                  </a:lnTo>
                  <a:lnTo>
                    <a:pt x="7" y="2134"/>
                  </a:lnTo>
                  <a:close/>
                  <a:moveTo>
                    <a:pt x="7" y="1422"/>
                  </a:moveTo>
                  <a:lnTo>
                    <a:pt x="7" y="1422"/>
                  </a:lnTo>
                  <a:lnTo>
                    <a:pt x="7" y="2126"/>
                  </a:lnTo>
                  <a:lnTo>
                    <a:pt x="7" y="2126"/>
                  </a:lnTo>
                  <a:lnTo>
                    <a:pt x="7" y="1422"/>
                  </a:lnTo>
                  <a:close/>
                  <a:moveTo>
                    <a:pt x="7" y="712"/>
                  </a:moveTo>
                  <a:lnTo>
                    <a:pt x="7" y="712"/>
                  </a:lnTo>
                  <a:lnTo>
                    <a:pt x="7" y="1414"/>
                  </a:lnTo>
                  <a:lnTo>
                    <a:pt x="7" y="1414"/>
                  </a:lnTo>
                  <a:lnTo>
                    <a:pt x="7" y="712"/>
                  </a:lnTo>
                  <a:close/>
                  <a:moveTo>
                    <a:pt x="7" y="0"/>
                  </a:moveTo>
                  <a:lnTo>
                    <a:pt x="7" y="0"/>
                  </a:lnTo>
                  <a:lnTo>
                    <a:pt x="7" y="704"/>
                  </a:lnTo>
                  <a:lnTo>
                    <a:pt x="7" y="704"/>
                  </a:lnTo>
                  <a:lnTo>
                    <a:pt x="7" y="0"/>
                  </a:lnTo>
                  <a:close/>
                </a:path>
              </a:pathLst>
            </a:custGeom>
            <a:solidFill>
              <a:srgbClr val="C5C5C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9" name="Freeform 108">
              <a:extLst>
                <a:ext uri="{FF2B5EF4-FFF2-40B4-BE49-F238E27FC236}">
                  <a16:creationId xmlns:a16="http://schemas.microsoft.com/office/drawing/2014/main" id="{8393058A-F335-694B-9DAF-4B1E4CB13644}"/>
                </a:ext>
              </a:extLst>
            </p:cNvPr>
            <p:cNvSpPr>
              <a:spLocks/>
            </p:cNvSpPr>
            <p:nvPr/>
          </p:nvSpPr>
          <p:spPr bwMode="auto">
            <a:xfrm>
              <a:off x="8572215" y="3143204"/>
              <a:ext cx="0" cy="287536"/>
            </a:xfrm>
            <a:custGeom>
              <a:avLst/>
              <a:gdLst>
                <a:gd name="T0" fmla="*/ 0 h 483"/>
                <a:gd name="T1" fmla="*/ 0 h 483"/>
                <a:gd name="T2" fmla="*/ 483 h 483"/>
                <a:gd name="T3" fmla="*/ 477 h 483"/>
                <a:gd name="T4" fmla="*/ 0 h 483"/>
              </a:gdLst>
              <a:ahLst/>
              <a:cxnLst>
                <a:cxn ang="0">
                  <a:pos x="0" y="T0"/>
                </a:cxn>
                <a:cxn ang="0">
                  <a:pos x="0" y="T1"/>
                </a:cxn>
                <a:cxn ang="0">
                  <a:pos x="0" y="T2"/>
                </a:cxn>
                <a:cxn ang="0">
                  <a:pos x="0" y="T3"/>
                </a:cxn>
                <a:cxn ang="0">
                  <a:pos x="0" y="T4"/>
                </a:cxn>
              </a:cxnLst>
              <a:rect l="0" t="0" r="r" b="b"/>
              <a:pathLst>
                <a:path h="483">
                  <a:moveTo>
                    <a:pt x="0" y="0"/>
                  </a:moveTo>
                  <a:lnTo>
                    <a:pt x="0" y="0"/>
                  </a:lnTo>
                  <a:lnTo>
                    <a:pt x="0" y="483"/>
                  </a:lnTo>
                  <a:lnTo>
                    <a:pt x="0" y="477"/>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10" name="Freeform 109">
              <a:extLst>
                <a:ext uri="{FF2B5EF4-FFF2-40B4-BE49-F238E27FC236}">
                  <a16:creationId xmlns:a16="http://schemas.microsoft.com/office/drawing/2014/main" id="{96A069A6-CF1B-1043-8237-3397959D3CB0}"/>
                </a:ext>
              </a:extLst>
            </p:cNvPr>
            <p:cNvSpPr>
              <a:spLocks/>
            </p:cNvSpPr>
            <p:nvPr/>
          </p:nvSpPr>
          <p:spPr bwMode="auto">
            <a:xfrm>
              <a:off x="8572215" y="3143204"/>
              <a:ext cx="0" cy="287536"/>
            </a:xfrm>
            <a:custGeom>
              <a:avLst/>
              <a:gdLst>
                <a:gd name="T0" fmla="*/ 0 h 483"/>
                <a:gd name="T1" fmla="*/ 0 h 483"/>
                <a:gd name="T2" fmla="*/ 483 h 483"/>
                <a:gd name="T3" fmla="*/ 477 h 483"/>
                <a:gd name="T4" fmla="*/ 0 h 483"/>
              </a:gdLst>
              <a:ahLst/>
              <a:cxnLst>
                <a:cxn ang="0">
                  <a:pos x="0" y="T0"/>
                </a:cxn>
                <a:cxn ang="0">
                  <a:pos x="0" y="T1"/>
                </a:cxn>
                <a:cxn ang="0">
                  <a:pos x="0" y="T2"/>
                </a:cxn>
                <a:cxn ang="0">
                  <a:pos x="0" y="T3"/>
                </a:cxn>
                <a:cxn ang="0">
                  <a:pos x="0" y="T4"/>
                </a:cxn>
              </a:cxnLst>
              <a:rect l="0" t="0" r="r" b="b"/>
              <a:pathLst>
                <a:path h="483">
                  <a:moveTo>
                    <a:pt x="0" y="0"/>
                  </a:moveTo>
                  <a:lnTo>
                    <a:pt x="0" y="0"/>
                  </a:lnTo>
                  <a:lnTo>
                    <a:pt x="0" y="483"/>
                  </a:lnTo>
                  <a:lnTo>
                    <a:pt x="0" y="477"/>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11" name="Rectangle 110">
              <a:extLst>
                <a:ext uri="{FF2B5EF4-FFF2-40B4-BE49-F238E27FC236}">
                  <a16:creationId xmlns:a16="http://schemas.microsoft.com/office/drawing/2014/main" id="{8190A999-D383-6643-AB36-BC47795D6BCA}"/>
                </a:ext>
              </a:extLst>
            </p:cNvPr>
            <p:cNvSpPr>
              <a:spLocks noChangeArrowheads="1"/>
            </p:cNvSpPr>
            <p:nvPr/>
          </p:nvSpPr>
          <p:spPr bwMode="auto">
            <a:xfrm>
              <a:off x="8572215" y="3849841"/>
              <a:ext cx="596" cy="476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12" name="Rectangle 111">
              <a:extLst>
                <a:ext uri="{FF2B5EF4-FFF2-40B4-BE49-F238E27FC236}">
                  <a16:creationId xmlns:a16="http://schemas.microsoft.com/office/drawing/2014/main" id="{2796C602-53D4-6B45-AC39-D6887EB9E3A3}"/>
                </a:ext>
              </a:extLst>
            </p:cNvPr>
            <p:cNvSpPr>
              <a:spLocks noChangeArrowheads="1"/>
            </p:cNvSpPr>
            <p:nvPr/>
          </p:nvSpPr>
          <p:spPr bwMode="auto">
            <a:xfrm>
              <a:off x="8572215" y="3849841"/>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13" name="Rectangle 112">
              <a:extLst>
                <a:ext uri="{FF2B5EF4-FFF2-40B4-BE49-F238E27FC236}">
                  <a16:creationId xmlns:a16="http://schemas.microsoft.com/office/drawing/2014/main" id="{560A854F-AA70-304D-BC50-765FBE457EB3}"/>
                </a:ext>
              </a:extLst>
            </p:cNvPr>
            <p:cNvSpPr>
              <a:spLocks noChangeArrowheads="1"/>
            </p:cNvSpPr>
            <p:nvPr/>
          </p:nvSpPr>
          <p:spPr bwMode="auto">
            <a:xfrm>
              <a:off x="8572215" y="4272512"/>
              <a:ext cx="596" cy="476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14" name="Rectangle 113">
              <a:extLst>
                <a:ext uri="{FF2B5EF4-FFF2-40B4-BE49-F238E27FC236}">
                  <a16:creationId xmlns:a16="http://schemas.microsoft.com/office/drawing/2014/main" id="{C7E96424-6460-E743-9C7C-7A7E15C4B342}"/>
                </a:ext>
              </a:extLst>
            </p:cNvPr>
            <p:cNvSpPr>
              <a:spLocks noChangeArrowheads="1"/>
            </p:cNvSpPr>
            <p:nvPr/>
          </p:nvSpPr>
          <p:spPr bwMode="auto">
            <a:xfrm>
              <a:off x="8572215" y="4272512"/>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15" name="Rectangle 114">
              <a:extLst>
                <a:ext uri="{FF2B5EF4-FFF2-40B4-BE49-F238E27FC236}">
                  <a16:creationId xmlns:a16="http://schemas.microsoft.com/office/drawing/2014/main" id="{E668399B-8137-2D4A-8735-9E9516FA8D64}"/>
                </a:ext>
              </a:extLst>
            </p:cNvPr>
            <p:cNvSpPr>
              <a:spLocks noChangeArrowheads="1"/>
            </p:cNvSpPr>
            <p:nvPr/>
          </p:nvSpPr>
          <p:spPr bwMode="auto">
            <a:xfrm>
              <a:off x="8572215" y="4696375"/>
              <a:ext cx="596" cy="476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16" name="Rectangle 115">
              <a:extLst>
                <a:ext uri="{FF2B5EF4-FFF2-40B4-BE49-F238E27FC236}">
                  <a16:creationId xmlns:a16="http://schemas.microsoft.com/office/drawing/2014/main" id="{55B65674-3FE1-5443-99DE-A8B493C21FB4}"/>
                </a:ext>
              </a:extLst>
            </p:cNvPr>
            <p:cNvSpPr>
              <a:spLocks noChangeArrowheads="1"/>
            </p:cNvSpPr>
            <p:nvPr/>
          </p:nvSpPr>
          <p:spPr bwMode="auto">
            <a:xfrm>
              <a:off x="8572215" y="4696375"/>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17" name="Rectangle 116">
              <a:extLst>
                <a:ext uri="{FF2B5EF4-FFF2-40B4-BE49-F238E27FC236}">
                  <a16:creationId xmlns:a16="http://schemas.microsoft.com/office/drawing/2014/main" id="{7612A30E-0EF1-4B4C-BD6D-BB43DC49754A}"/>
                </a:ext>
              </a:extLst>
            </p:cNvPr>
            <p:cNvSpPr>
              <a:spLocks noChangeArrowheads="1"/>
            </p:cNvSpPr>
            <p:nvPr/>
          </p:nvSpPr>
          <p:spPr bwMode="auto">
            <a:xfrm>
              <a:off x="8572215" y="5119047"/>
              <a:ext cx="596" cy="4763"/>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18" name="Rectangle 117">
              <a:extLst>
                <a:ext uri="{FF2B5EF4-FFF2-40B4-BE49-F238E27FC236}">
                  <a16:creationId xmlns:a16="http://schemas.microsoft.com/office/drawing/2014/main" id="{FCB147EC-260E-874F-9E1C-F10A80826517}"/>
                </a:ext>
              </a:extLst>
            </p:cNvPr>
            <p:cNvSpPr>
              <a:spLocks noChangeArrowheads="1"/>
            </p:cNvSpPr>
            <p:nvPr/>
          </p:nvSpPr>
          <p:spPr bwMode="auto">
            <a:xfrm>
              <a:off x="8572215" y="5119047"/>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19" name="Freeform 118">
              <a:extLst>
                <a:ext uri="{FF2B5EF4-FFF2-40B4-BE49-F238E27FC236}">
                  <a16:creationId xmlns:a16="http://schemas.microsoft.com/office/drawing/2014/main" id="{0CA3F8DF-F75C-7F4F-9592-E401ECE88FA6}"/>
                </a:ext>
              </a:extLst>
            </p:cNvPr>
            <p:cNvSpPr>
              <a:spLocks noEditPoints="1"/>
            </p:cNvSpPr>
            <p:nvPr/>
          </p:nvSpPr>
          <p:spPr bwMode="auto">
            <a:xfrm>
              <a:off x="8572215" y="3430740"/>
              <a:ext cx="0" cy="841772"/>
            </a:xfrm>
            <a:custGeom>
              <a:avLst/>
              <a:gdLst>
                <a:gd name="T0" fmla="*/ 712 h 1414"/>
                <a:gd name="T1" fmla="*/ 712 h 1414"/>
                <a:gd name="T2" fmla="*/ 1414 h 1414"/>
                <a:gd name="T3" fmla="*/ 1414 h 1414"/>
                <a:gd name="T4" fmla="*/ 712 h 1414"/>
                <a:gd name="T5" fmla="*/ 0 h 1414"/>
                <a:gd name="T6" fmla="*/ 0 h 1414"/>
                <a:gd name="T7" fmla="*/ 704 h 1414"/>
                <a:gd name="T8" fmla="*/ 704 h 1414"/>
                <a:gd name="T9" fmla="*/ 0 h 1414"/>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Lst>
              <a:rect l="0" t="0" r="r" b="b"/>
              <a:pathLst>
                <a:path h="1414">
                  <a:moveTo>
                    <a:pt x="0" y="712"/>
                  </a:moveTo>
                  <a:lnTo>
                    <a:pt x="0" y="712"/>
                  </a:lnTo>
                  <a:lnTo>
                    <a:pt x="0" y="1414"/>
                  </a:lnTo>
                  <a:lnTo>
                    <a:pt x="0" y="1414"/>
                  </a:lnTo>
                  <a:lnTo>
                    <a:pt x="0" y="712"/>
                  </a:lnTo>
                  <a:close/>
                  <a:moveTo>
                    <a:pt x="0" y="0"/>
                  </a:moveTo>
                  <a:lnTo>
                    <a:pt x="0" y="0"/>
                  </a:lnTo>
                  <a:lnTo>
                    <a:pt x="0" y="704"/>
                  </a:lnTo>
                  <a:lnTo>
                    <a:pt x="0" y="704"/>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20" name="Freeform 119">
              <a:extLst>
                <a:ext uri="{FF2B5EF4-FFF2-40B4-BE49-F238E27FC236}">
                  <a16:creationId xmlns:a16="http://schemas.microsoft.com/office/drawing/2014/main" id="{453D6FC9-F0D6-9E44-92E1-7786E0C2336F}"/>
                </a:ext>
              </a:extLst>
            </p:cNvPr>
            <p:cNvSpPr>
              <a:spLocks noEditPoints="1"/>
            </p:cNvSpPr>
            <p:nvPr/>
          </p:nvSpPr>
          <p:spPr bwMode="auto">
            <a:xfrm>
              <a:off x="8572215" y="3430740"/>
              <a:ext cx="0" cy="841772"/>
            </a:xfrm>
            <a:custGeom>
              <a:avLst/>
              <a:gdLst>
                <a:gd name="T0" fmla="*/ 712 h 1414"/>
                <a:gd name="T1" fmla="*/ 712 h 1414"/>
                <a:gd name="T2" fmla="*/ 1414 h 1414"/>
                <a:gd name="T3" fmla="*/ 1414 h 1414"/>
                <a:gd name="T4" fmla="*/ 712 h 1414"/>
                <a:gd name="T5" fmla="*/ 0 h 1414"/>
                <a:gd name="T6" fmla="*/ 0 h 1414"/>
                <a:gd name="T7" fmla="*/ 704 h 1414"/>
                <a:gd name="T8" fmla="*/ 704 h 1414"/>
                <a:gd name="T9" fmla="*/ 0 h 1414"/>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Lst>
              <a:rect l="0" t="0" r="r" b="b"/>
              <a:pathLst>
                <a:path h="1414">
                  <a:moveTo>
                    <a:pt x="0" y="712"/>
                  </a:moveTo>
                  <a:lnTo>
                    <a:pt x="0" y="712"/>
                  </a:lnTo>
                  <a:lnTo>
                    <a:pt x="0" y="1414"/>
                  </a:lnTo>
                  <a:lnTo>
                    <a:pt x="0" y="1414"/>
                  </a:lnTo>
                  <a:lnTo>
                    <a:pt x="0" y="712"/>
                  </a:lnTo>
                  <a:moveTo>
                    <a:pt x="0" y="0"/>
                  </a:moveTo>
                  <a:lnTo>
                    <a:pt x="0" y="0"/>
                  </a:lnTo>
                  <a:lnTo>
                    <a:pt x="0" y="704"/>
                  </a:lnTo>
                  <a:lnTo>
                    <a:pt x="0" y="704"/>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21" name="Freeform 120">
              <a:extLst>
                <a:ext uri="{FF2B5EF4-FFF2-40B4-BE49-F238E27FC236}">
                  <a16:creationId xmlns:a16="http://schemas.microsoft.com/office/drawing/2014/main" id="{285B55FA-F2BB-7A4B-957E-5CA83E7DCC91}"/>
                </a:ext>
              </a:extLst>
            </p:cNvPr>
            <p:cNvSpPr>
              <a:spLocks/>
            </p:cNvSpPr>
            <p:nvPr/>
          </p:nvSpPr>
          <p:spPr bwMode="auto">
            <a:xfrm>
              <a:off x="8572215" y="3849841"/>
              <a:ext cx="0" cy="4763"/>
            </a:xfrm>
            <a:custGeom>
              <a:avLst/>
              <a:gdLst>
                <a:gd name="T0" fmla="*/ 0 h 8"/>
                <a:gd name="T1" fmla="*/ 0 h 8"/>
                <a:gd name="T2" fmla="*/ 8 h 8"/>
                <a:gd name="T3" fmla="*/ 0 h 8"/>
              </a:gdLst>
              <a:ahLst/>
              <a:cxnLst>
                <a:cxn ang="0">
                  <a:pos x="0" y="T0"/>
                </a:cxn>
                <a:cxn ang="0">
                  <a:pos x="0" y="T1"/>
                </a:cxn>
                <a:cxn ang="0">
                  <a:pos x="0" y="T2"/>
                </a:cxn>
                <a:cxn ang="0">
                  <a:pos x="0" y="T3"/>
                </a:cxn>
              </a:cxnLst>
              <a:rect l="0" t="0" r="r" b="b"/>
              <a:pathLst>
                <a:path h="8">
                  <a:moveTo>
                    <a:pt x="0" y="0"/>
                  </a:moveTo>
                  <a:lnTo>
                    <a:pt x="0" y="0"/>
                  </a:lnTo>
                  <a:lnTo>
                    <a:pt x="0" y="8"/>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22" name="Freeform 121">
              <a:extLst>
                <a:ext uri="{FF2B5EF4-FFF2-40B4-BE49-F238E27FC236}">
                  <a16:creationId xmlns:a16="http://schemas.microsoft.com/office/drawing/2014/main" id="{203A4D1E-945B-AC45-91D2-7E64EDF7548A}"/>
                </a:ext>
              </a:extLst>
            </p:cNvPr>
            <p:cNvSpPr>
              <a:spLocks/>
            </p:cNvSpPr>
            <p:nvPr/>
          </p:nvSpPr>
          <p:spPr bwMode="auto">
            <a:xfrm>
              <a:off x="8572215" y="3849841"/>
              <a:ext cx="0" cy="4763"/>
            </a:xfrm>
            <a:custGeom>
              <a:avLst/>
              <a:gdLst>
                <a:gd name="T0" fmla="*/ 0 h 8"/>
                <a:gd name="T1" fmla="*/ 0 h 8"/>
                <a:gd name="T2" fmla="*/ 8 h 8"/>
                <a:gd name="T3" fmla="*/ 0 h 8"/>
              </a:gdLst>
              <a:ahLst/>
              <a:cxnLst>
                <a:cxn ang="0">
                  <a:pos x="0" y="T0"/>
                </a:cxn>
                <a:cxn ang="0">
                  <a:pos x="0" y="T1"/>
                </a:cxn>
                <a:cxn ang="0">
                  <a:pos x="0" y="T2"/>
                </a:cxn>
                <a:cxn ang="0">
                  <a:pos x="0" y="T3"/>
                </a:cxn>
              </a:cxnLst>
              <a:rect l="0" t="0" r="r" b="b"/>
              <a:pathLst>
                <a:path h="8">
                  <a:moveTo>
                    <a:pt x="0" y="0"/>
                  </a:moveTo>
                  <a:lnTo>
                    <a:pt x="0" y="0"/>
                  </a:lnTo>
                  <a:lnTo>
                    <a:pt x="0" y="8"/>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23" name="Freeform 122">
              <a:extLst>
                <a:ext uri="{FF2B5EF4-FFF2-40B4-BE49-F238E27FC236}">
                  <a16:creationId xmlns:a16="http://schemas.microsoft.com/office/drawing/2014/main" id="{DAA468C1-FAB1-2948-8F65-B2AB44DCC5AB}"/>
                </a:ext>
              </a:extLst>
            </p:cNvPr>
            <p:cNvSpPr>
              <a:spLocks noEditPoints="1"/>
            </p:cNvSpPr>
            <p:nvPr/>
          </p:nvSpPr>
          <p:spPr bwMode="auto">
            <a:xfrm>
              <a:off x="8572215" y="4277275"/>
              <a:ext cx="0" cy="841772"/>
            </a:xfrm>
            <a:custGeom>
              <a:avLst/>
              <a:gdLst>
                <a:gd name="T0" fmla="*/ 712 h 1414"/>
                <a:gd name="T1" fmla="*/ 712 h 1414"/>
                <a:gd name="T2" fmla="*/ 1414 h 1414"/>
                <a:gd name="T3" fmla="*/ 712 h 1414"/>
                <a:gd name="T4" fmla="*/ 0 h 1414"/>
                <a:gd name="T5" fmla="*/ 0 h 1414"/>
                <a:gd name="T6" fmla="*/ 704 h 1414"/>
                <a:gd name="T7" fmla="*/ 704 h 1414"/>
                <a:gd name="T8" fmla="*/ 0 h 1414"/>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414">
                  <a:moveTo>
                    <a:pt x="0" y="712"/>
                  </a:moveTo>
                  <a:lnTo>
                    <a:pt x="0" y="712"/>
                  </a:lnTo>
                  <a:lnTo>
                    <a:pt x="0" y="1414"/>
                  </a:lnTo>
                  <a:lnTo>
                    <a:pt x="0" y="712"/>
                  </a:lnTo>
                  <a:close/>
                  <a:moveTo>
                    <a:pt x="0" y="0"/>
                  </a:moveTo>
                  <a:lnTo>
                    <a:pt x="0" y="0"/>
                  </a:lnTo>
                  <a:lnTo>
                    <a:pt x="0" y="704"/>
                  </a:lnTo>
                  <a:lnTo>
                    <a:pt x="0" y="704"/>
                  </a:lnTo>
                  <a:lnTo>
                    <a:pt x="0" y="0"/>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24" name="Freeform 123">
              <a:extLst>
                <a:ext uri="{FF2B5EF4-FFF2-40B4-BE49-F238E27FC236}">
                  <a16:creationId xmlns:a16="http://schemas.microsoft.com/office/drawing/2014/main" id="{B5F090B0-6BB5-7A49-AA3E-7767DD213733}"/>
                </a:ext>
              </a:extLst>
            </p:cNvPr>
            <p:cNvSpPr>
              <a:spLocks noEditPoints="1"/>
            </p:cNvSpPr>
            <p:nvPr/>
          </p:nvSpPr>
          <p:spPr bwMode="auto">
            <a:xfrm>
              <a:off x="8572215" y="4277275"/>
              <a:ext cx="0" cy="841772"/>
            </a:xfrm>
            <a:custGeom>
              <a:avLst/>
              <a:gdLst>
                <a:gd name="T0" fmla="*/ 712 h 1414"/>
                <a:gd name="T1" fmla="*/ 712 h 1414"/>
                <a:gd name="T2" fmla="*/ 1414 h 1414"/>
                <a:gd name="T3" fmla="*/ 712 h 1414"/>
                <a:gd name="T4" fmla="*/ 0 h 1414"/>
                <a:gd name="T5" fmla="*/ 0 h 1414"/>
                <a:gd name="T6" fmla="*/ 704 h 1414"/>
                <a:gd name="T7" fmla="*/ 704 h 1414"/>
                <a:gd name="T8" fmla="*/ 0 h 1414"/>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414">
                  <a:moveTo>
                    <a:pt x="0" y="712"/>
                  </a:moveTo>
                  <a:lnTo>
                    <a:pt x="0" y="712"/>
                  </a:lnTo>
                  <a:lnTo>
                    <a:pt x="0" y="1414"/>
                  </a:lnTo>
                  <a:lnTo>
                    <a:pt x="0" y="712"/>
                  </a:lnTo>
                  <a:moveTo>
                    <a:pt x="0" y="0"/>
                  </a:moveTo>
                  <a:lnTo>
                    <a:pt x="0" y="0"/>
                  </a:lnTo>
                  <a:lnTo>
                    <a:pt x="0" y="704"/>
                  </a:lnTo>
                  <a:lnTo>
                    <a:pt x="0" y="704"/>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25" name="Freeform 124">
              <a:extLst>
                <a:ext uri="{FF2B5EF4-FFF2-40B4-BE49-F238E27FC236}">
                  <a16:creationId xmlns:a16="http://schemas.microsoft.com/office/drawing/2014/main" id="{DB635650-7C1F-4740-A7C2-B89972FF921D}"/>
                </a:ext>
              </a:extLst>
            </p:cNvPr>
            <p:cNvSpPr>
              <a:spLocks/>
            </p:cNvSpPr>
            <p:nvPr/>
          </p:nvSpPr>
          <p:spPr bwMode="auto">
            <a:xfrm>
              <a:off x="8572215" y="4272512"/>
              <a:ext cx="0" cy="4763"/>
            </a:xfrm>
            <a:custGeom>
              <a:avLst/>
              <a:gdLst>
                <a:gd name="T0" fmla="*/ 0 h 8"/>
                <a:gd name="T1" fmla="*/ 0 h 8"/>
                <a:gd name="T2" fmla="*/ 8 h 8"/>
                <a:gd name="T3" fmla="*/ 0 h 8"/>
              </a:gdLst>
              <a:ahLst/>
              <a:cxnLst>
                <a:cxn ang="0">
                  <a:pos x="0" y="T0"/>
                </a:cxn>
                <a:cxn ang="0">
                  <a:pos x="0" y="T1"/>
                </a:cxn>
                <a:cxn ang="0">
                  <a:pos x="0" y="T2"/>
                </a:cxn>
                <a:cxn ang="0">
                  <a:pos x="0" y="T3"/>
                </a:cxn>
              </a:cxnLst>
              <a:rect l="0" t="0" r="r" b="b"/>
              <a:pathLst>
                <a:path h="8">
                  <a:moveTo>
                    <a:pt x="0" y="0"/>
                  </a:moveTo>
                  <a:lnTo>
                    <a:pt x="0" y="0"/>
                  </a:lnTo>
                  <a:lnTo>
                    <a:pt x="0" y="8"/>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26" name="Freeform 125">
              <a:extLst>
                <a:ext uri="{FF2B5EF4-FFF2-40B4-BE49-F238E27FC236}">
                  <a16:creationId xmlns:a16="http://schemas.microsoft.com/office/drawing/2014/main" id="{B0BE90DE-614E-F441-90C3-BC19FE14F1E2}"/>
                </a:ext>
              </a:extLst>
            </p:cNvPr>
            <p:cNvSpPr>
              <a:spLocks/>
            </p:cNvSpPr>
            <p:nvPr/>
          </p:nvSpPr>
          <p:spPr bwMode="auto">
            <a:xfrm>
              <a:off x="8572215" y="4272512"/>
              <a:ext cx="0" cy="4763"/>
            </a:xfrm>
            <a:custGeom>
              <a:avLst/>
              <a:gdLst>
                <a:gd name="T0" fmla="*/ 0 h 8"/>
                <a:gd name="T1" fmla="*/ 0 h 8"/>
                <a:gd name="T2" fmla="*/ 8 h 8"/>
                <a:gd name="T3" fmla="*/ 0 h 8"/>
              </a:gdLst>
              <a:ahLst/>
              <a:cxnLst>
                <a:cxn ang="0">
                  <a:pos x="0" y="T0"/>
                </a:cxn>
                <a:cxn ang="0">
                  <a:pos x="0" y="T1"/>
                </a:cxn>
                <a:cxn ang="0">
                  <a:pos x="0" y="T2"/>
                </a:cxn>
                <a:cxn ang="0">
                  <a:pos x="0" y="T3"/>
                </a:cxn>
              </a:cxnLst>
              <a:rect l="0" t="0" r="r" b="b"/>
              <a:pathLst>
                <a:path h="8">
                  <a:moveTo>
                    <a:pt x="0" y="0"/>
                  </a:moveTo>
                  <a:lnTo>
                    <a:pt x="0" y="0"/>
                  </a:lnTo>
                  <a:lnTo>
                    <a:pt x="0" y="8"/>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27" name="Rectangle 126">
              <a:extLst>
                <a:ext uri="{FF2B5EF4-FFF2-40B4-BE49-F238E27FC236}">
                  <a16:creationId xmlns:a16="http://schemas.microsoft.com/office/drawing/2014/main" id="{D15EC6AC-8013-E140-BD37-4EAC7CBA2CF6}"/>
                </a:ext>
              </a:extLst>
            </p:cNvPr>
            <p:cNvSpPr>
              <a:spLocks noChangeArrowheads="1"/>
            </p:cNvSpPr>
            <p:nvPr/>
          </p:nvSpPr>
          <p:spPr bwMode="auto">
            <a:xfrm>
              <a:off x="8572215" y="4696375"/>
              <a:ext cx="596" cy="4763"/>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28" name="Rectangle 127">
              <a:extLst>
                <a:ext uri="{FF2B5EF4-FFF2-40B4-BE49-F238E27FC236}">
                  <a16:creationId xmlns:a16="http://schemas.microsoft.com/office/drawing/2014/main" id="{BCCF0E0E-A334-8147-BCA3-871172A13B90}"/>
                </a:ext>
              </a:extLst>
            </p:cNvPr>
            <p:cNvSpPr>
              <a:spLocks noChangeArrowheads="1"/>
            </p:cNvSpPr>
            <p:nvPr/>
          </p:nvSpPr>
          <p:spPr bwMode="auto">
            <a:xfrm>
              <a:off x="8572215" y="4696375"/>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29" name="Freeform 129">
              <a:extLst>
                <a:ext uri="{FF2B5EF4-FFF2-40B4-BE49-F238E27FC236}">
                  <a16:creationId xmlns:a16="http://schemas.microsoft.com/office/drawing/2014/main" id="{C75AF067-6482-6543-9223-5476BC880540}"/>
                </a:ext>
              </a:extLst>
            </p:cNvPr>
            <p:cNvSpPr>
              <a:spLocks/>
            </p:cNvSpPr>
            <p:nvPr/>
          </p:nvSpPr>
          <p:spPr bwMode="auto">
            <a:xfrm>
              <a:off x="8568048" y="5123809"/>
              <a:ext cx="4167" cy="423863"/>
            </a:xfrm>
            <a:custGeom>
              <a:avLst/>
              <a:gdLst>
                <a:gd name="T0" fmla="*/ 7 w 7"/>
                <a:gd name="T1" fmla="*/ 0 h 712"/>
                <a:gd name="T2" fmla="*/ 0 w 7"/>
                <a:gd name="T3" fmla="*/ 0 h 712"/>
                <a:gd name="T4" fmla="*/ 0 w 7"/>
                <a:gd name="T5" fmla="*/ 712 h 712"/>
                <a:gd name="T6" fmla="*/ 7 w 7"/>
                <a:gd name="T7" fmla="*/ 712 h 712"/>
                <a:gd name="T8" fmla="*/ 7 w 7"/>
                <a:gd name="T9" fmla="*/ 704 h 712"/>
                <a:gd name="T10" fmla="*/ 7 w 7"/>
                <a:gd name="T11" fmla="*/ 704 h 712"/>
                <a:gd name="T12" fmla="*/ 7 w 7"/>
                <a:gd name="T13" fmla="*/ 0 h 712"/>
              </a:gdLst>
              <a:ahLst/>
              <a:cxnLst>
                <a:cxn ang="0">
                  <a:pos x="T0" y="T1"/>
                </a:cxn>
                <a:cxn ang="0">
                  <a:pos x="T2" y="T3"/>
                </a:cxn>
                <a:cxn ang="0">
                  <a:pos x="T4" y="T5"/>
                </a:cxn>
                <a:cxn ang="0">
                  <a:pos x="T6" y="T7"/>
                </a:cxn>
                <a:cxn ang="0">
                  <a:pos x="T8" y="T9"/>
                </a:cxn>
                <a:cxn ang="0">
                  <a:pos x="T10" y="T11"/>
                </a:cxn>
                <a:cxn ang="0">
                  <a:pos x="T12" y="T13"/>
                </a:cxn>
              </a:cxnLst>
              <a:rect l="0" t="0" r="r" b="b"/>
              <a:pathLst>
                <a:path w="7" h="712">
                  <a:moveTo>
                    <a:pt x="7" y="0"/>
                  </a:moveTo>
                  <a:lnTo>
                    <a:pt x="0" y="0"/>
                  </a:lnTo>
                  <a:lnTo>
                    <a:pt x="0" y="712"/>
                  </a:lnTo>
                  <a:lnTo>
                    <a:pt x="7" y="712"/>
                  </a:lnTo>
                  <a:lnTo>
                    <a:pt x="7" y="704"/>
                  </a:lnTo>
                  <a:lnTo>
                    <a:pt x="7" y="704"/>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30" name="Freeform 130">
              <a:extLst>
                <a:ext uri="{FF2B5EF4-FFF2-40B4-BE49-F238E27FC236}">
                  <a16:creationId xmlns:a16="http://schemas.microsoft.com/office/drawing/2014/main" id="{4A2FD9F5-6F1B-2E44-8FC0-099212D9D0C2}"/>
                </a:ext>
              </a:extLst>
            </p:cNvPr>
            <p:cNvSpPr>
              <a:spLocks noEditPoints="1"/>
            </p:cNvSpPr>
            <p:nvPr/>
          </p:nvSpPr>
          <p:spPr bwMode="auto">
            <a:xfrm>
              <a:off x="8572215" y="3430740"/>
              <a:ext cx="0" cy="841772"/>
            </a:xfrm>
            <a:custGeom>
              <a:avLst/>
              <a:gdLst>
                <a:gd name="T0" fmla="*/ 712 h 1414"/>
                <a:gd name="T1" fmla="*/ 712 h 1414"/>
                <a:gd name="T2" fmla="*/ 1414 h 1414"/>
                <a:gd name="T3" fmla="*/ 1414 h 1414"/>
                <a:gd name="T4" fmla="*/ 712 h 1414"/>
                <a:gd name="T5" fmla="*/ 0 h 1414"/>
                <a:gd name="T6" fmla="*/ 0 h 1414"/>
                <a:gd name="T7" fmla="*/ 704 h 1414"/>
                <a:gd name="T8" fmla="*/ 704 h 1414"/>
                <a:gd name="T9" fmla="*/ 0 h 1414"/>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Lst>
              <a:rect l="0" t="0" r="r" b="b"/>
              <a:pathLst>
                <a:path h="1414">
                  <a:moveTo>
                    <a:pt x="0" y="712"/>
                  </a:moveTo>
                  <a:lnTo>
                    <a:pt x="0" y="712"/>
                  </a:lnTo>
                  <a:lnTo>
                    <a:pt x="0" y="1414"/>
                  </a:lnTo>
                  <a:lnTo>
                    <a:pt x="0" y="1414"/>
                  </a:lnTo>
                  <a:lnTo>
                    <a:pt x="0" y="712"/>
                  </a:lnTo>
                  <a:close/>
                  <a:moveTo>
                    <a:pt x="0" y="0"/>
                  </a:moveTo>
                  <a:lnTo>
                    <a:pt x="0" y="0"/>
                  </a:lnTo>
                  <a:lnTo>
                    <a:pt x="0" y="704"/>
                  </a:lnTo>
                  <a:lnTo>
                    <a:pt x="0" y="704"/>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31" name="Freeform 131">
              <a:extLst>
                <a:ext uri="{FF2B5EF4-FFF2-40B4-BE49-F238E27FC236}">
                  <a16:creationId xmlns:a16="http://schemas.microsoft.com/office/drawing/2014/main" id="{DAAD8C52-0DF8-4B45-99F9-DC55823DD5C7}"/>
                </a:ext>
              </a:extLst>
            </p:cNvPr>
            <p:cNvSpPr>
              <a:spLocks noEditPoints="1"/>
            </p:cNvSpPr>
            <p:nvPr/>
          </p:nvSpPr>
          <p:spPr bwMode="auto">
            <a:xfrm>
              <a:off x="8572215" y="3430740"/>
              <a:ext cx="0" cy="841772"/>
            </a:xfrm>
            <a:custGeom>
              <a:avLst/>
              <a:gdLst>
                <a:gd name="T0" fmla="*/ 712 h 1414"/>
                <a:gd name="T1" fmla="*/ 712 h 1414"/>
                <a:gd name="T2" fmla="*/ 1414 h 1414"/>
                <a:gd name="T3" fmla="*/ 1414 h 1414"/>
                <a:gd name="T4" fmla="*/ 712 h 1414"/>
                <a:gd name="T5" fmla="*/ 0 h 1414"/>
                <a:gd name="T6" fmla="*/ 0 h 1414"/>
                <a:gd name="T7" fmla="*/ 704 h 1414"/>
                <a:gd name="T8" fmla="*/ 704 h 1414"/>
                <a:gd name="T9" fmla="*/ 0 h 1414"/>
              </a:gdLst>
              <a:ahLst/>
              <a:cxnLst>
                <a:cxn ang="0">
                  <a:pos x="0" y="T0"/>
                </a:cxn>
                <a:cxn ang="0">
                  <a:pos x="0" y="T1"/>
                </a:cxn>
                <a:cxn ang="0">
                  <a:pos x="0" y="T2"/>
                </a:cxn>
                <a:cxn ang="0">
                  <a:pos x="0" y="T3"/>
                </a:cxn>
                <a:cxn ang="0">
                  <a:pos x="0" y="T4"/>
                </a:cxn>
                <a:cxn ang="0">
                  <a:pos x="0" y="T5"/>
                </a:cxn>
                <a:cxn ang="0">
                  <a:pos x="0" y="T6"/>
                </a:cxn>
                <a:cxn ang="0">
                  <a:pos x="0" y="T7"/>
                </a:cxn>
                <a:cxn ang="0">
                  <a:pos x="0" y="T8"/>
                </a:cxn>
                <a:cxn ang="0">
                  <a:pos x="0" y="T9"/>
                </a:cxn>
              </a:cxnLst>
              <a:rect l="0" t="0" r="r" b="b"/>
              <a:pathLst>
                <a:path h="1414">
                  <a:moveTo>
                    <a:pt x="0" y="712"/>
                  </a:moveTo>
                  <a:lnTo>
                    <a:pt x="0" y="712"/>
                  </a:lnTo>
                  <a:lnTo>
                    <a:pt x="0" y="1414"/>
                  </a:lnTo>
                  <a:lnTo>
                    <a:pt x="0" y="1414"/>
                  </a:lnTo>
                  <a:lnTo>
                    <a:pt x="0" y="712"/>
                  </a:lnTo>
                  <a:moveTo>
                    <a:pt x="0" y="0"/>
                  </a:moveTo>
                  <a:lnTo>
                    <a:pt x="0" y="0"/>
                  </a:lnTo>
                  <a:lnTo>
                    <a:pt x="0" y="704"/>
                  </a:lnTo>
                  <a:lnTo>
                    <a:pt x="0" y="704"/>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32" name="Rectangle 132">
              <a:extLst>
                <a:ext uri="{FF2B5EF4-FFF2-40B4-BE49-F238E27FC236}">
                  <a16:creationId xmlns:a16="http://schemas.microsoft.com/office/drawing/2014/main" id="{3667B59E-07F3-9849-BF24-8C5A6E8FEDA0}"/>
                </a:ext>
              </a:extLst>
            </p:cNvPr>
            <p:cNvSpPr>
              <a:spLocks noChangeArrowheads="1"/>
            </p:cNvSpPr>
            <p:nvPr/>
          </p:nvSpPr>
          <p:spPr bwMode="auto">
            <a:xfrm>
              <a:off x="8572215" y="3849841"/>
              <a:ext cx="596" cy="4763"/>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33" name="Rectangle 133">
              <a:extLst>
                <a:ext uri="{FF2B5EF4-FFF2-40B4-BE49-F238E27FC236}">
                  <a16:creationId xmlns:a16="http://schemas.microsoft.com/office/drawing/2014/main" id="{65161934-D7DF-FA49-BC89-AFE43AB4C7C4}"/>
                </a:ext>
              </a:extLst>
            </p:cNvPr>
            <p:cNvSpPr>
              <a:spLocks noChangeArrowheads="1"/>
            </p:cNvSpPr>
            <p:nvPr/>
          </p:nvSpPr>
          <p:spPr bwMode="auto">
            <a:xfrm>
              <a:off x="8572215" y="3849841"/>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34" name="Freeform 134">
              <a:extLst>
                <a:ext uri="{FF2B5EF4-FFF2-40B4-BE49-F238E27FC236}">
                  <a16:creationId xmlns:a16="http://schemas.microsoft.com/office/drawing/2014/main" id="{1F75E2D7-562E-474D-B852-E1CDEFF854A7}"/>
                </a:ext>
              </a:extLst>
            </p:cNvPr>
            <p:cNvSpPr>
              <a:spLocks noEditPoints="1"/>
            </p:cNvSpPr>
            <p:nvPr/>
          </p:nvSpPr>
          <p:spPr bwMode="auto">
            <a:xfrm>
              <a:off x="8568048" y="4277275"/>
              <a:ext cx="4167" cy="846534"/>
            </a:xfrm>
            <a:custGeom>
              <a:avLst/>
              <a:gdLst>
                <a:gd name="T0" fmla="*/ 7 w 7"/>
                <a:gd name="T1" fmla="*/ 712 h 1422"/>
                <a:gd name="T2" fmla="*/ 0 w 7"/>
                <a:gd name="T3" fmla="*/ 712 h 1422"/>
                <a:gd name="T4" fmla="*/ 0 w 7"/>
                <a:gd name="T5" fmla="*/ 1422 h 1422"/>
                <a:gd name="T6" fmla="*/ 7 w 7"/>
                <a:gd name="T7" fmla="*/ 1422 h 1422"/>
                <a:gd name="T8" fmla="*/ 7 w 7"/>
                <a:gd name="T9" fmla="*/ 1414 h 1422"/>
                <a:gd name="T10" fmla="*/ 7 w 7"/>
                <a:gd name="T11" fmla="*/ 1414 h 1422"/>
                <a:gd name="T12" fmla="*/ 7 w 7"/>
                <a:gd name="T13" fmla="*/ 712 h 1422"/>
                <a:gd name="T14" fmla="*/ 7 w 7"/>
                <a:gd name="T15" fmla="*/ 0 h 1422"/>
                <a:gd name="T16" fmla="*/ 7 w 7"/>
                <a:gd name="T17" fmla="*/ 0 h 1422"/>
                <a:gd name="T18" fmla="*/ 7 w 7"/>
                <a:gd name="T19" fmla="*/ 704 h 1422"/>
                <a:gd name="T20" fmla="*/ 7 w 7"/>
                <a:gd name="T21" fmla="*/ 0 h 1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 h="1422">
                  <a:moveTo>
                    <a:pt x="7" y="712"/>
                  </a:moveTo>
                  <a:lnTo>
                    <a:pt x="0" y="712"/>
                  </a:lnTo>
                  <a:lnTo>
                    <a:pt x="0" y="1422"/>
                  </a:lnTo>
                  <a:lnTo>
                    <a:pt x="7" y="1422"/>
                  </a:lnTo>
                  <a:lnTo>
                    <a:pt x="7" y="1414"/>
                  </a:lnTo>
                  <a:lnTo>
                    <a:pt x="7" y="1414"/>
                  </a:lnTo>
                  <a:lnTo>
                    <a:pt x="7" y="712"/>
                  </a:lnTo>
                  <a:close/>
                  <a:moveTo>
                    <a:pt x="7" y="0"/>
                  </a:moveTo>
                  <a:lnTo>
                    <a:pt x="7" y="0"/>
                  </a:lnTo>
                  <a:lnTo>
                    <a:pt x="7" y="704"/>
                  </a:lnTo>
                  <a:lnTo>
                    <a:pt x="7"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35" name="Freeform 135">
              <a:extLst>
                <a:ext uri="{FF2B5EF4-FFF2-40B4-BE49-F238E27FC236}">
                  <a16:creationId xmlns:a16="http://schemas.microsoft.com/office/drawing/2014/main" id="{6CBBF9C3-3825-AB44-8E0D-D050F96FC9AA}"/>
                </a:ext>
              </a:extLst>
            </p:cNvPr>
            <p:cNvSpPr>
              <a:spLocks noEditPoints="1"/>
            </p:cNvSpPr>
            <p:nvPr/>
          </p:nvSpPr>
          <p:spPr bwMode="auto">
            <a:xfrm>
              <a:off x="8568048" y="4277275"/>
              <a:ext cx="4167" cy="846534"/>
            </a:xfrm>
            <a:custGeom>
              <a:avLst/>
              <a:gdLst>
                <a:gd name="T0" fmla="*/ 7 w 7"/>
                <a:gd name="T1" fmla="*/ 712 h 1422"/>
                <a:gd name="T2" fmla="*/ 0 w 7"/>
                <a:gd name="T3" fmla="*/ 712 h 1422"/>
                <a:gd name="T4" fmla="*/ 0 w 7"/>
                <a:gd name="T5" fmla="*/ 1422 h 1422"/>
                <a:gd name="T6" fmla="*/ 7 w 7"/>
                <a:gd name="T7" fmla="*/ 1422 h 1422"/>
                <a:gd name="T8" fmla="*/ 7 w 7"/>
                <a:gd name="T9" fmla="*/ 1414 h 1422"/>
                <a:gd name="T10" fmla="*/ 7 w 7"/>
                <a:gd name="T11" fmla="*/ 1414 h 1422"/>
                <a:gd name="T12" fmla="*/ 7 w 7"/>
                <a:gd name="T13" fmla="*/ 712 h 1422"/>
                <a:gd name="T14" fmla="*/ 7 w 7"/>
                <a:gd name="T15" fmla="*/ 0 h 1422"/>
                <a:gd name="T16" fmla="*/ 7 w 7"/>
                <a:gd name="T17" fmla="*/ 0 h 1422"/>
                <a:gd name="T18" fmla="*/ 7 w 7"/>
                <a:gd name="T19" fmla="*/ 704 h 1422"/>
                <a:gd name="T20" fmla="*/ 7 w 7"/>
                <a:gd name="T21" fmla="*/ 0 h 1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 h="1422">
                  <a:moveTo>
                    <a:pt x="7" y="712"/>
                  </a:moveTo>
                  <a:lnTo>
                    <a:pt x="0" y="712"/>
                  </a:lnTo>
                  <a:lnTo>
                    <a:pt x="0" y="1422"/>
                  </a:lnTo>
                  <a:lnTo>
                    <a:pt x="7" y="1422"/>
                  </a:lnTo>
                  <a:lnTo>
                    <a:pt x="7" y="1414"/>
                  </a:lnTo>
                  <a:lnTo>
                    <a:pt x="7" y="1414"/>
                  </a:lnTo>
                  <a:lnTo>
                    <a:pt x="7" y="712"/>
                  </a:lnTo>
                  <a:moveTo>
                    <a:pt x="7" y="0"/>
                  </a:moveTo>
                  <a:lnTo>
                    <a:pt x="7" y="0"/>
                  </a:lnTo>
                  <a:lnTo>
                    <a:pt x="7" y="704"/>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36" name="Rectangle 136">
              <a:extLst>
                <a:ext uri="{FF2B5EF4-FFF2-40B4-BE49-F238E27FC236}">
                  <a16:creationId xmlns:a16="http://schemas.microsoft.com/office/drawing/2014/main" id="{5B25B7BB-09AA-F145-999C-3813D4A3F3D6}"/>
                </a:ext>
              </a:extLst>
            </p:cNvPr>
            <p:cNvSpPr>
              <a:spLocks noChangeArrowheads="1"/>
            </p:cNvSpPr>
            <p:nvPr/>
          </p:nvSpPr>
          <p:spPr bwMode="auto">
            <a:xfrm>
              <a:off x="8572215" y="4272512"/>
              <a:ext cx="596" cy="4763"/>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37" name="Rectangle 137">
              <a:extLst>
                <a:ext uri="{FF2B5EF4-FFF2-40B4-BE49-F238E27FC236}">
                  <a16:creationId xmlns:a16="http://schemas.microsoft.com/office/drawing/2014/main" id="{63B615C8-E4B3-2C41-8FE8-387C4CEAB46D}"/>
                </a:ext>
              </a:extLst>
            </p:cNvPr>
            <p:cNvSpPr>
              <a:spLocks noChangeArrowheads="1"/>
            </p:cNvSpPr>
            <p:nvPr/>
          </p:nvSpPr>
          <p:spPr bwMode="auto">
            <a:xfrm>
              <a:off x="8572215" y="4272512"/>
              <a:ext cx="596" cy="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38" name="Freeform 138">
              <a:extLst>
                <a:ext uri="{FF2B5EF4-FFF2-40B4-BE49-F238E27FC236}">
                  <a16:creationId xmlns:a16="http://schemas.microsoft.com/office/drawing/2014/main" id="{F9C1773C-C293-BE49-87EA-642CB8ACABDE}"/>
                </a:ext>
              </a:extLst>
            </p:cNvPr>
            <p:cNvSpPr>
              <a:spLocks noEditPoints="1"/>
            </p:cNvSpPr>
            <p:nvPr/>
          </p:nvSpPr>
          <p:spPr bwMode="auto">
            <a:xfrm>
              <a:off x="8572215" y="3430740"/>
              <a:ext cx="0" cy="841772"/>
            </a:xfrm>
            <a:custGeom>
              <a:avLst/>
              <a:gdLst>
                <a:gd name="T0" fmla="*/ 712 h 1414"/>
                <a:gd name="T1" fmla="*/ 712 h 1414"/>
                <a:gd name="T2" fmla="*/ 1414 h 1414"/>
                <a:gd name="T3" fmla="*/ 712 h 1414"/>
                <a:gd name="T4" fmla="*/ 0 h 1414"/>
                <a:gd name="T5" fmla="*/ 0 h 1414"/>
                <a:gd name="T6" fmla="*/ 704 h 1414"/>
                <a:gd name="T7" fmla="*/ 704 h 1414"/>
                <a:gd name="T8" fmla="*/ 0 h 1414"/>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414">
                  <a:moveTo>
                    <a:pt x="0" y="712"/>
                  </a:moveTo>
                  <a:lnTo>
                    <a:pt x="0" y="712"/>
                  </a:lnTo>
                  <a:lnTo>
                    <a:pt x="0" y="1414"/>
                  </a:lnTo>
                  <a:lnTo>
                    <a:pt x="0" y="712"/>
                  </a:lnTo>
                  <a:close/>
                  <a:moveTo>
                    <a:pt x="0" y="0"/>
                  </a:moveTo>
                  <a:lnTo>
                    <a:pt x="0" y="0"/>
                  </a:lnTo>
                  <a:lnTo>
                    <a:pt x="0" y="704"/>
                  </a:lnTo>
                  <a:lnTo>
                    <a:pt x="0" y="704"/>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39" name="Freeform 139">
              <a:extLst>
                <a:ext uri="{FF2B5EF4-FFF2-40B4-BE49-F238E27FC236}">
                  <a16:creationId xmlns:a16="http://schemas.microsoft.com/office/drawing/2014/main" id="{FB1EBEA0-7753-B44B-B7B2-90E950DD7710}"/>
                </a:ext>
              </a:extLst>
            </p:cNvPr>
            <p:cNvSpPr>
              <a:spLocks noEditPoints="1"/>
            </p:cNvSpPr>
            <p:nvPr/>
          </p:nvSpPr>
          <p:spPr bwMode="auto">
            <a:xfrm>
              <a:off x="8572215" y="3430740"/>
              <a:ext cx="0" cy="841772"/>
            </a:xfrm>
            <a:custGeom>
              <a:avLst/>
              <a:gdLst>
                <a:gd name="T0" fmla="*/ 712 h 1414"/>
                <a:gd name="T1" fmla="*/ 712 h 1414"/>
                <a:gd name="T2" fmla="*/ 1414 h 1414"/>
                <a:gd name="T3" fmla="*/ 712 h 1414"/>
                <a:gd name="T4" fmla="*/ 0 h 1414"/>
                <a:gd name="T5" fmla="*/ 0 h 1414"/>
                <a:gd name="T6" fmla="*/ 704 h 1414"/>
                <a:gd name="T7" fmla="*/ 704 h 1414"/>
                <a:gd name="T8" fmla="*/ 0 h 1414"/>
              </a:gdLst>
              <a:ahLst/>
              <a:cxnLst>
                <a:cxn ang="0">
                  <a:pos x="0" y="T0"/>
                </a:cxn>
                <a:cxn ang="0">
                  <a:pos x="0" y="T1"/>
                </a:cxn>
                <a:cxn ang="0">
                  <a:pos x="0" y="T2"/>
                </a:cxn>
                <a:cxn ang="0">
                  <a:pos x="0" y="T3"/>
                </a:cxn>
                <a:cxn ang="0">
                  <a:pos x="0" y="T4"/>
                </a:cxn>
                <a:cxn ang="0">
                  <a:pos x="0" y="T5"/>
                </a:cxn>
                <a:cxn ang="0">
                  <a:pos x="0" y="T6"/>
                </a:cxn>
                <a:cxn ang="0">
                  <a:pos x="0" y="T7"/>
                </a:cxn>
                <a:cxn ang="0">
                  <a:pos x="0" y="T8"/>
                </a:cxn>
              </a:cxnLst>
              <a:rect l="0" t="0" r="r" b="b"/>
              <a:pathLst>
                <a:path h="1414">
                  <a:moveTo>
                    <a:pt x="0" y="712"/>
                  </a:moveTo>
                  <a:lnTo>
                    <a:pt x="0" y="712"/>
                  </a:lnTo>
                  <a:lnTo>
                    <a:pt x="0" y="1414"/>
                  </a:lnTo>
                  <a:lnTo>
                    <a:pt x="0" y="712"/>
                  </a:lnTo>
                  <a:moveTo>
                    <a:pt x="0" y="0"/>
                  </a:moveTo>
                  <a:lnTo>
                    <a:pt x="0" y="0"/>
                  </a:lnTo>
                  <a:lnTo>
                    <a:pt x="0" y="704"/>
                  </a:lnTo>
                  <a:lnTo>
                    <a:pt x="0" y="704"/>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40" name="Rectangle 140">
              <a:extLst>
                <a:ext uri="{FF2B5EF4-FFF2-40B4-BE49-F238E27FC236}">
                  <a16:creationId xmlns:a16="http://schemas.microsoft.com/office/drawing/2014/main" id="{00CF92B8-DB5A-5749-BAF1-3E6C746AD0C0}"/>
                </a:ext>
              </a:extLst>
            </p:cNvPr>
            <p:cNvSpPr>
              <a:spLocks noChangeArrowheads="1"/>
            </p:cNvSpPr>
            <p:nvPr/>
          </p:nvSpPr>
          <p:spPr bwMode="auto">
            <a:xfrm>
              <a:off x="8572215" y="3143204"/>
              <a:ext cx="596" cy="287536"/>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41" name="Freeform 141">
              <a:extLst>
                <a:ext uri="{FF2B5EF4-FFF2-40B4-BE49-F238E27FC236}">
                  <a16:creationId xmlns:a16="http://schemas.microsoft.com/office/drawing/2014/main" id="{F901A7B9-0184-0C46-9B3C-43A22DAE87CA}"/>
                </a:ext>
              </a:extLst>
            </p:cNvPr>
            <p:cNvSpPr>
              <a:spLocks/>
            </p:cNvSpPr>
            <p:nvPr/>
          </p:nvSpPr>
          <p:spPr bwMode="auto">
            <a:xfrm>
              <a:off x="8572215" y="3143204"/>
              <a:ext cx="0" cy="287536"/>
            </a:xfrm>
            <a:custGeom>
              <a:avLst/>
              <a:gdLst>
                <a:gd name="T0" fmla="*/ 0 h 483"/>
                <a:gd name="T1" fmla="*/ 483 h 483"/>
                <a:gd name="T2" fmla="*/ 483 h 483"/>
                <a:gd name="T3" fmla="*/ 0 h 483"/>
              </a:gdLst>
              <a:ahLst/>
              <a:cxnLst>
                <a:cxn ang="0">
                  <a:pos x="0" y="T0"/>
                </a:cxn>
                <a:cxn ang="0">
                  <a:pos x="0" y="T1"/>
                </a:cxn>
                <a:cxn ang="0">
                  <a:pos x="0" y="T2"/>
                </a:cxn>
                <a:cxn ang="0">
                  <a:pos x="0" y="T3"/>
                </a:cxn>
              </a:cxnLst>
              <a:rect l="0" t="0" r="r" b="b"/>
              <a:pathLst>
                <a:path h="483">
                  <a:moveTo>
                    <a:pt x="0" y="0"/>
                  </a:moveTo>
                  <a:lnTo>
                    <a:pt x="0" y="483"/>
                  </a:lnTo>
                  <a:lnTo>
                    <a:pt x="0" y="483"/>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42" name="Freeform 142">
              <a:extLst>
                <a:ext uri="{FF2B5EF4-FFF2-40B4-BE49-F238E27FC236}">
                  <a16:creationId xmlns:a16="http://schemas.microsoft.com/office/drawing/2014/main" id="{D71C1CF6-04C5-884D-BF80-29EE3293E3AC}"/>
                </a:ext>
              </a:extLst>
            </p:cNvPr>
            <p:cNvSpPr>
              <a:spLocks/>
            </p:cNvSpPr>
            <p:nvPr/>
          </p:nvSpPr>
          <p:spPr bwMode="auto">
            <a:xfrm>
              <a:off x="8572215" y="3849841"/>
              <a:ext cx="0" cy="4763"/>
            </a:xfrm>
            <a:custGeom>
              <a:avLst/>
              <a:gdLst>
                <a:gd name="T0" fmla="*/ 0 h 8"/>
                <a:gd name="T1" fmla="*/ 0 h 8"/>
                <a:gd name="T2" fmla="*/ 8 h 8"/>
                <a:gd name="T3" fmla="*/ 0 h 8"/>
              </a:gdLst>
              <a:ahLst/>
              <a:cxnLst>
                <a:cxn ang="0">
                  <a:pos x="0" y="T0"/>
                </a:cxn>
                <a:cxn ang="0">
                  <a:pos x="0" y="T1"/>
                </a:cxn>
                <a:cxn ang="0">
                  <a:pos x="0" y="T2"/>
                </a:cxn>
                <a:cxn ang="0">
                  <a:pos x="0" y="T3"/>
                </a:cxn>
              </a:cxnLst>
              <a:rect l="0" t="0" r="r" b="b"/>
              <a:pathLst>
                <a:path h="8">
                  <a:moveTo>
                    <a:pt x="0" y="0"/>
                  </a:moveTo>
                  <a:lnTo>
                    <a:pt x="0" y="0"/>
                  </a:lnTo>
                  <a:lnTo>
                    <a:pt x="0" y="8"/>
                  </a:lnTo>
                  <a:lnTo>
                    <a:pt x="0"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43" name="Freeform 143">
              <a:extLst>
                <a:ext uri="{FF2B5EF4-FFF2-40B4-BE49-F238E27FC236}">
                  <a16:creationId xmlns:a16="http://schemas.microsoft.com/office/drawing/2014/main" id="{80ACC5DA-8D6A-924F-8628-7974A335DCAA}"/>
                </a:ext>
              </a:extLst>
            </p:cNvPr>
            <p:cNvSpPr>
              <a:spLocks/>
            </p:cNvSpPr>
            <p:nvPr/>
          </p:nvSpPr>
          <p:spPr bwMode="auto">
            <a:xfrm>
              <a:off x="8572215" y="3849841"/>
              <a:ext cx="0" cy="4763"/>
            </a:xfrm>
            <a:custGeom>
              <a:avLst/>
              <a:gdLst>
                <a:gd name="T0" fmla="*/ 0 h 8"/>
                <a:gd name="T1" fmla="*/ 0 h 8"/>
                <a:gd name="T2" fmla="*/ 8 h 8"/>
                <a:gd name="T3" fmla="*/ 0 h 8"/>
              </a:gdLst>
              <a:ahLst/>
              <a:cxnLst>
                <a:cxn ang="0">
                  <a:pos x="0" y="T0"/>
                </a:cxn>
                <a:cxn ang="0">
                  <a:pos x="0" y="T1"/>
                </a:cxn>
                <a:cxn ang="0">
                  <a:pos x="0" y="T2"/>
                </a:cxn>
                <a:cxn ang="0">
                  <a:pos x="0" y="T3"/>
                </a:cxn>
              </a:cxnLst>
              <a:rect l="0" t="0" r="r" b="b"/>
              <a:pathLst>
                <a:path h="8">
                  <a:moveTo>
                    <a:pt x="0" y="0"/>
                  </a:moveTo>
                  <a:lnTo>
                    <a:pt x="0" y="0"/>
                  </a:lnTo>
                  <a:lnTo>
                    <a:pt x="0" y="8"/>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44" name="Freeform 144">
              <a:extLst>
                <a:ext uri="{FF2B5EF4-FFF2-40B4-BE49-F238E27FC236}">
                  <a16:creationId xmlns:a16="http://schemas.microsoft.com/office/drawing/2014/main" id="{0F64ECBE-4597-1744-AE88-5643319F4AD4}"/>
                </a:ext>
              </a:extLst>
            </p:cNvPr>
            <p:cNvSpPr>
              <a:spLocks/>
            </p:cNvSpPr>
            <p:nvPr/>
          </p:nvSpPr>
          <p:spPr bwMode="auto">
            <a:xfrm>
              <a:off x="8568048" y="4277275"/>
              <a:ext cx="4167" cy="423863"/>
            </a:xfrm>
            <a:custGeom>
              <a:avLst/>
              <a:gdLst>
                <a:gd name="T0" fmla="*/ 7 w 7"/>
                <a:gd name="T1" fmla="*/ 0 h 712"/>
                <a:gd name="T2" fmla="*/ 0 w 7"/>
                <a:gd name="T3" fmla="*/ 0 h 712"/>
                <a:gd name="T4" fmla="*/ 0 w 7"/>
                <a:gd name="T5" fmla="*/ 712 h 712"/>
                <a:gd name="T6" fmla="*/ 7 w 7"/>
                <a:gd name="T7" fmla="*/ 712 h 712"/>
                <a:gd name="T8" fmla="*/ 7 w 7"/>
                <a:gd name="T9" fmla="*/ 704 h 712"/>
                <a:gd name="T10" fmla="*/ 7 w 7"/>
                <a:gd name="T11" fmla="*/ 704 h 712"/>
                <a:gd name="T12" fmla="*/ 7 w 7"/>
                <a:gd name="T13" fmla="*/ 0 h 712"/>
              </a:gdLst>
              <a:ahLst/>
              <a:cxnLst>
                <a:cxn ang="0">
                  <a:pos x="T0" y="T1"/>
                </a:cxn>
                <a:cxn ang="0">
                  <a:pos x="T2" y="T3"/>
                </a:cxn>
                <a:cxn ang="0">
                  <a:pos x="T4" y="T5"/>
                </a:cxn>
                <a:cxn ang="0">
                  <a:pos x="T6" y="T7"/>
                </a:cxn>
                <a:cxn ang="0">
                  <a:pos x="T8" y="T9"/>
                </a:cxn>
                <a:cxn ang="0">
                  <a:pos x="T10" y="T11"/>
                </a:cxn>
                <a:cxn ang="0">
                  <a:pos x="T12" y="T13"/>
                </a:cxn>
              </a:cxnLst>
              <a:rect l="0" t="0" r="r" b="b"/>
              <a:pathLst>
                <a:path w="7" h="712">
                  <a:moveTo>
                    <a:pt x="7" y="0"/>
                  </a:moveTo>
                  <a:lnTo>
                    <a:pt x="0" y="0"/>
                  </a:lnTo>
                  <a:lnTo>
                    <a:pt x="0" y="712"/>
                  </a:lnTo>
                  <a:lnTo>
                    <a:pt x="7" y="712"/>
                  </a:lnTo>
                  <a:lnTo>
                    <a:pt x="7" y="704"/>
                  </a:lnTo>
                  <a:lnTo>
                    <a:pt x="7" y="704"/>
                  </a:lnTo>
                  <a:lnTo>
                    <a:pt x="7"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45" name="Freeform 145">
              <a:extLst>
                <a:ext uri="{FF2B5EF4-FFF2-40B4-BE49-F238E27FC236}">
                  <a16:creationId xmlns:a16="http://schemas.microsoft.com/office/drawing/2014/main" id="{68E0F9D8-77B2-6648-A5DE-00359E5E666A}"/>
                </a:ext>
              </a:extLst>
            </p:cNvPr>
            <p:cNvSpPr>
              <a:spLocks/>
            </p:cNvSpPr>
            <p:nvPr/>
          </p:nvSpPr>
          <p:spPr bwMode="auto">
            <a:xfrm>
              <a:off x="8568048" y="4277275"/>
              <a:ext cx="4167" cy="423863"/>
            </a:xfrm>
            <a:custGeom>
              <a:avLst/>
              <a:gdLst>
                <a:gd name="T0" fmla="*/ 7 w 7"/>
                <a:gd name="T1" fmla="*/ 0 h 712"/>
                <a:gd name="T2" fmla="*/ 0 w 7"/>
                <a:gd name="T3" fmla="*/ 0 h 712"/>
                <a:gd name="T4" fmla="*/ 0 w 7"/>
                <a:gd name="T5" fmla="*/ 712 h 712"/>
                <a:gd name="T6" fmla="*/ 7 w 7"/>
                <a:gd name="T7" fmla="*/ 712 h 712"/>
                <a:gd name="T8" fmla="*/ 7 w 7"/>
                <a:gd name="T9" fmla="*/ 704 h 712"/>
                <a:gd name="T10" fmla="*/ 7 w 7"/>
                <a:gd name="T11" fmla="*/ 704 h 712"/>
                <a:gd name="T12" fmla="*/ 7 w 7"/>
                <a:gd name="T13" fmla="*/ 0 h 712"/>
              </a:gdLst>
              <a:ahLst/>
              <a:cxnLst>
                <a:cxn ang="0">
                  <a:pos x="T0" y="T1"/>
                </a:cxn>
                <a:cxn ang="0">
                  <a:pos x="T2" y="T3"/>
                </a:cxn>
                <a:cxn ang="0">
                  <a:pos x="T4" y="T5"/>
                </a:cxn>
                <a:cxn ang="0">
                  <a:pos x="T6" y="T7"/>
                </a:cxn>
                <a:cxn ang="0">
                  <a:pos x="T8" y="T9"/>
                </a:cxn>
                <a:cxn ang="0">
                  <a:pos x="T10" y="T11"/>
                </a:cxn>
                <a:cxn ang="0">
                  <a:pos x="T12" y="T13"/>
                </a:cxn>
              </a:cxnLst>
              <a:rect l="0" t="0" r="r" b="b"/>
              <a:pathLst>
                <a:path w="7" h="712">
                  <a:moveTo>
                    <a:pt x="7" y="0"/>
                  </a:moveTo>
                  <a:lnTo>
                    <a:pt x="0" y="0"/>
                  </a:lnTo>
                  <a:lnTo>
                    <a:pt x="0" y="712"/>
                  </a:lnTo>
                  <a:lnTo>
                    <a:pt x="7" y="712"/>
                  </a:lnTo>
                  <a:lnTo>
                    <a:pt x="7" y="704"/>
                  </a:lnTo>
                  <a:lnTo>
                    <a:pt x="7" y="704"/>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46" name="Freeform 146">
              <a:extLst>
                <a:ext uri="{FF2B5EF4-FFF2-40B4-BE49-F238E27FC236}">
                  <a16:creationId xmlns:a16="http://schemas.microsoft.com/office/drawing/2014/main" id="{26B4F547-5B67-F640-B924-6401F50C2673}"/>
                </a:ext>
              </a:extLst>
            </p:cNvPr>
            <p:cNvSpPr>
              <a:spLocks noEditPoints="1"/>
            </p:cNvSpPr>
            <p:nvPr/>
          </p:nvSpPr>
          <p:spPr bwMode="auto">
            <a:xfrm>
              <a:off x="8568048" y="3430740"/>
              <a:ext cx="4167" cy="846534"/>
            </a:xfrm>
            <a:custGeom>
              <a:avLst/>
              <a:gdLst>
                <a:gd name="T0" fmla="*/ 7 w 7"/>
                <a:gd name="T1" fmla="*/ 712 h 1422"/>
                <a:gd name="T2" fmla="*/ 0 w 7"/>
                <a:gd name="T3" fmla="*/ 712 h 1422"/>
                <a:gd name="T4" fmla="*/ 0 w 7"/>
                <a:gd name="T5" fmla="*/ 1422 h 1422"/>
                <a:gd name="T6" fmla="*/ 7 w 7"/>
                <a:gd name="T7" fmla="*/ 1422 h 1422"/>
                <a:gd name="T8" fmla="*/ 7 w 7"/>
                <a:gd name="T9" fmla="*/ 1414 h 1422"/>
                <a:gd name="T10" fmla="*/ 7 w 7"/>
                <a:gd name="T11" fmla="*/ 1414 h 1422"/>
                <a:gd name="T12" fmla="*/ 7 w 7"/>
                <a:gd name="T13" fmla="*/ 712 h 1422"/>
                <a:gd name="T14" fmla="*/ 7 w 7"/>
                <a:gd name="T15" fmla="*/ 0 h 1422"/>
                <a:gd name="T16" fmla="*/ 7 w 7"/>
                <a:gd name="T17" fmla="*/ 0 h 1422"/>
                <a:gd name="T18" fmla="*/ 7 w 7"/>
                <a:gd name="T19" fmla="*/ 704 h 1422"/>
                <a:gd name="T20" fmla="*/ 7 w 7"/>
                <a:gd name="T21" fmla="*/ 0 h 1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 h="1422">
                  <a:moveTo>
                    <a:pt x="7" y="712"/>
                  </a:moveTo>
                  <a:lnTo>
                    <a:pt x="0" y="712"/>
                  </a:lnTo>
                  <a:lnTo>
                    <a:pt x="0" y="1422"/>
                  </a:lnTo>
                  <a:lnTo>
                    <a:pt x="7" y="1422"/>
                  </a:lnTo>
                  <a:lnTo>
                    <a:pt x="7" y="1414"/>
                  </a:lnTo>
                  <a:lnTo>
                    <a:pt x="7" y="1414"/>
                  </a:lnTo>
                  <a:lnTo>
                    <a:pt x="7" y="712"/>
                  </a:lnTo>
                  <a:close/>
                  <a:moveTo>
                    <a:pt x="7" y="0"/>
                  </a:moveTo>
                  <a:lnTo>
                    <a:pt x="7" y="0"/>
                  </a:lnTo>
                  <a:lnTo>
                    <a:pt x="7" y="704"/>
                  </a:lnTo>
                  <a:lnTo>
                    <a:pt x="7"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47" name="Freeform 147">
              <a:extLst>
                <a:ext uri="{FF2B5EF4-FFF2-40B4-BE49-F238E27FC236}">
                  <a16:creationId xmlns:a16="http://schemas.microsoft.com/office/drawing/2014/main" id="{17AA67C8-8B6D-B74C-8CA5-AE9CF98E4B14}"/>
                </a:ext>
              </a:extLst>
            </p:cNvPr>
            <p:cNvSpPr>
              <a:spLocks noEditPoints="1"/>
            </p:cNvSpPr>
            <p:nvPr/>
          </p:nvSpPr>
          <p:spPr bwMode="auto">
            <a:xfrm>
              <a:off x="8568048" y="3430740"/>
              <a:ext cx="4167" cy="846534"/>
            </a:xfrm>
            <a:custGeom>
              <a:avLst/>
              <a:gdLst>
                <a:gd name="T0" fmla="*/ 7 w 7"/>
                <a:gd name="T1" fmla="*/ 712 h 1422"/>
                <a:gd name="T2" fmla="*/ 0 w 7"/>
                <a:gd name="T3" fmla="*/ 712 h 1422"/>
                <a:gd name="T4" fmla="*/ 0 w 7"/>
                <a:gd name="T5" fmla="*/ 1422 h 1422"/>
                <a:gd name="T6" fmla="*/ 7 w 7"/>
                <a:gd name="T7" fmla="*/ 1422 h 1422"/>
                <a:gd name="T8" fmla="*/ 7 w 7"/>
                <a:gd name="T9" fmla="*/ 1414 h 1422"/>
                <a:gd name="T10" fmla="*/ 7 w 7"/>
                <a:gd name="T11" fmla="*/ 1414 h 1422"/>
                <a:gd name="T12" fmla="*/ 7 w 7"/>
                <a:gd name="T13" fmla="*/ 712 h 1422"/>
                <a:gd name="T14" fmla="*/ 7 w 7"/>
                <a:gd name="T15" fmla="*/ 0 h 1422"/>
                <a:gd name="T16" fmla="*/ 7 w 7"/>
                <a:gd name="T17" fmla="*/ 0 h 1422"/>
                <a:gd name="T18" fmla="*/ 7 w 7"/>
                <a:gd name="T19" fmla="*/ 704 h 1422"/>
                <a:gd name="T20" fmla="*/ 7 w 7"/>
                <a:gd name="T21" fmla="*/ 0 h 14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 h="1422">
                  <a:moveTo>
                    <a:pt x="7" y="712"/>
                  </a:moveTo>
                  <a:lnTo>
                    <a:pt x="0" y="712"/>
                  </a:lnTo>
                  <a:lnTo>
                    <a:pt x="0" y="1422"/>
                  </a:lnTo>
                  <a:lnTo>
                    <a:pt x="7" y="1422"/>
                  </a:lnTo>
                  <a:lnTo>
                    <a:pt x="7" y="1414"/>
                  </a:lnTo>
                  <a:lnTo>
                    <a:pt x="7" y="1414"/>
                  </a:lnTo>
                  <a:lnTo>
                    <a:pt x="7" y="712"/>
                  </a:lnTo>
                  <a:moveTo>
                    <a:pt x="7" y="0"/>
                  </a:moveTo>
                  <a:lnTo>
                    <a:pt x="7" y="0"/>
                  </a:lnTo>
                  <a:lnTo>
                    <a:pt x="7" y="704"/>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48" name="Freeform 148">
              <a:extLst>
                <a:ext uri="{FF2B5EF4-FFF2-40B4-BE49-F238E27FC236}">
                  <a16:creationId xmlns:a16="http://schemas.microsoft.com/office/drawing/2014/main" id="{6D8CF50B-5DF4-134D-90C9-5C4C05D2F302}"/>
                </a:ext>
              </a:extLst>
            </p:cNvPr>
            <p:cNvSpPr>
              <a:spLocks/>
            </p:cNvSpPr>
            <p:nvPr/>
          </p:nvSpPr>
          <p:spPr bwMode="auto">
            <a:xfrm>
              <a:off x="8568048" y="3430740"/>
              <a:ext cx="4167" cy="423863"/>
            </a:xfrm>
            <a:custGeom>
              <a:avLst/>
              <a:gdLst>
                <a:gd name="T0" fmla="*/ 7 w 7"/>
                <a:gd name="T1" fmla="*/ 0 h 712"/>
                <a:gd name="T2" fmla="*/ 0 w 7"/>
                <a:gd name="T3" fmla="*/ 0 h 712"/>
                <a:gd name="T4" fmla="*/ 0 w 7"/>
                <a:gd name="T5" fmla="*/ 712 h 712"/>
                <a:gd name="T6" fmla="*/ 7 w 7"/>
                <a:gd name="T7" fmla="*/ 712 h 712"/>
                <a:gd name="T8" fmla="*/ 7 w 7"/>
                <a:gd name="T9" fmla="*/ 704 h 712"/>
                <a:gd name="T10" fmla="*/ 7 w 7"/>
                <a:gd name="T11" fmla="*/ 704 h 712"/>
                <a:gd name="T12" fmla="*/ 7 w 7"/>
                <a:gd name="T13" fmla="*/ 0 h 712"/>
              </a:gdLst>
              <a:ahLst/>
              <a:cxnLst>
                <a:cxn ang="0">
                  <a:pos x="T0" y="T1"/>
                </a:cxn>
                <a:cxn ang="0">
                  <a:pos x="T2" y="T3"/>
                </a:cxn>
                <a:cxn ang="0">
                  <a:pos x="T4" y="T5"/>
                </a:cxn>
                <a:cxn ang="0">
                  <a:pos x="T6" y="T7"/>
                </a:cxn>
                <a:cxn ang="0">
                  <a:pos x="T8" y="T9"/>
                </a:cxn>
                <a:cxn ang="0">
                  <a:pos x="T10" y="T11"/>
                </a:cxn>
                <a:cxn ang="0">
                  <a:pos x="T12" y="T13"/>
                </a:cxn>
              </a:cxnLst>
              <a:rect l="0" t="0" r="r" b="b"/>
              <a:pathLst>
                <a:path w="7" h="712">
                  <a:moveTo>
                    <a:pt x="7" y="0"/>
                  </a:moveTo>
                  <a:lnTo>
                    <a:pt x="0" y="0"/>
                  </a:lnTo>
                  <a:lnTo>
                    <a:pt x="0" y="712"/>
                  </a:lnTo>
                  <a:lnTo>
                    <a:pt x="7" y="712"/>
                  </a:lnTo>
                  <a:lnTo>
                    <a:pt x="7" y="704"/>
                  </a:lnTo>
                  <a:lnTo>
                    <a:pt x="7" y="704"/>
                  </a:lnTo>
                  <a:lnTo>
                    <a:pt x="7" y="0"/>
                  </a:lnTo>
                  <a:close/>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49" name="Freeform 149">
              <a:extLst>
                <a:ext uri="{FF2B5EF4-FFF2-40B4-BE49-F238E27FC236}">
                  <a16:creationId xmlns:a16="http://schemas.microsoft.com/office/drawing/2014/main" id="{3A7F6D6D-D964-014C-9595-6D92518AAE84}"/>
                </a:ext>
              </a:extLst>
            </p:cNvPr>
            <p:cNvSpPr>
              <a:spLocks/>
            </p:cNvSpPr>
            <p:nvPr/>
          </p:nvSpPr>
          <p:spPr bwMode="auto">
            <a:xfrm>
              <a:off x="8568048" y="3430740"/>
              <a:ext cx="4167" cy="423863"/>
            </a:xfrm>
            <a:custGeom>
              <a:avLst/>
              <a:gdLst>
                <a:gd name="T0" fmla="*/ 7 w 7"/>
                <a:gd name="T1" fmla="*/ 0 h 712"/>
                <a:gd name="T2" fmla="*/ 0 w 7"/>
                <a:gd name="T3" fmla="*/ 0 h 712"/>
                <a:gd name="T4" fmla="*/ 0 w 7"/>
                <a:gd name="T5" fmla="*/ 712 h 712"/>
                <a:gd name="T6" fmla="*/ 7 w 7"/>
                <a:gd name="T7" fmla="*/ 712 h 712"/>
                <a:gd name="T8" fmla="*/ 7 w 7"/>
                <a:gd name="T9" fmla="*/ 704 h 712"/>
                <a:gd name="T10" fmla="*/ 7 w 7"/>
                <a:gd name="T11" fmla="*/ 704 h 712"/>
                <a:gd name="T12" fmla="*/ 7 w 7"/>
                <a:gd name="T13" fmla="*/ 0 h 712"/>
              </a:gdLst>
              <a:ahLst/>
              <a:cxnLst>
                <a:cxn ang="0">
                  <a:pos x="T0" y="T1"/>
                </a:cxn>
                <a:cxn ang="0">
                  <a:pos x="T2" y="T3"/>
                </a:cxn>
                <a:cxn ang="0">
                  <a:pos x="T4" y="T5"/>
                </a:cxn>
                <a:cxn ang="0">
                  <a:pos x="T6" y="T7"/>
                </a:cxn>
                <a:cxn ang="0">
                  <a:pos x="T8" y="T9"/>
                </a:cxn>
                <a:cxn ang="0">
                  <a:pos x="T10" y="T11"/>
                </a:cxn>
                <a:cxn ang="0">
                  <a:pos x="T12" y="T13"/>
                </a:cxn>
              </a:cxnLst>
              <a:rect l="0" t="0" r="r" b="b"/>
              <a:pathLst>
                <a:path w="7" h="712">
                  <a:moveTo>
                    <a:pt x="7" y="0"/>
                  </a:moveTo>
                  <a:lnTo>
                    <a:pt x="0" y="0"/>
                  </a:lnTo>
                  <a:lnTo>
                    <a:pt x="0" y="712"/>
                  </a:lnTo>
                  <a:lnTo>
                    <a:pt x="7" y="712"/>
                  </a:lnTo>
                  <a:lnTo>
                    <a:pt x="7" y="704"/>
                  </a:lnTo>
                  <a:lnTo>
                    <a:pt x="7" y="704"/>
                  </a:lnTo>
                  <a:lnTo>
                    <a:pt x="7"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50" name="Rectangle 150">
              <a:extLst>
                <a:ext uri="{FF2B5EF4-FFF2-40B4-BE49-F238E27FC236}">
                  <a16:creationId xmlns:a16="http://schemas.microsoft.com/office/drawing/2014/main" id="{FE30A95D-E28A-AB4E-9851-9773304D05DA}"/>
                </a:ext>
              </a:extLst>
            </p:cNvPr>
            <p:cNvSpPr>
              <a:spLocks noChangeArrowheads="1"/>
            </p:cNvSpPr>
            <p:nvPr/>
          </p:nvSpPr>
          <p:spPr bwMode="auto">
            <a:xfrm>
              <a:off x="8568048" y="3143204"/>
              <a:ext cx="4167" cy="287536"/>
            </a:xfrm>
            <a:prstGeom prst="rect">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51" name="Rectangle 151">
              <a:extLst>
                <a:ext uri="{FF2B5EF4-FFF2-40B4-BE49-F238E27FC236}">
                  <a16:creationId xmlns:a16="http://schemas.microsoft.com/office/drawing/2014/main" id="{1C218A01-115E-514D-A8B7-FE26692E6390}"/>
                </a:ext>
              </a:extLst>
            </p:cNvPr>
            <p:cNvSpPr>
              <a:spLocks noChangeArrowheads="1"/>
            </p:cNvSpPr>
            <p:nvPr/>
          </p:nvSpPr>
          <p:spPr bwMode="auto">
            <a:xfrm>
              <a:off x="8568048" y="3143204"/>
              <a:ext cx="4167" cy="2875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52" name="TextBox 151">
              <a:extLst>
                <a:ext uri="{FF2B5EF4-FFF2-40B4-BE49-F238E27FC236}">
                  <a16:creationId xmlns:a16="http://schemas.microsoft.com/office/drawing/2014/main" id="{8E146C9A-AEB1-7340-A098-4459BBE44228}"/>
                </a:ext>
              </a:extLst>
            </p:cNvPr>
            <p:cNvSpPr txBox="1"/>
            <p:nvPr/>
          </p:nvSpPr>
          <p:spPr>
            <a:xfrm>
              <a:off x="2789943" y="3355720"/>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53" name="TextBox 152">
              <a:extLst>
                <a:ext uri="{FF2B5EF4-FFF2-40B4-BE49-F238E27FC236}">
                  <a16:creationId xmlns:a16="http://schemas.microsoft.com/office/drawing/2014/main" id="{3F8B996B-1633-1D4C-B5E9-779DC580E1B2}"/>
                </a:ext>
              </a:extLst>
            </p:cNvPr>
            <p:cNvSpPr txBox="1"/>
            <p:nvPr/>
          </p:nvSpPr>
          <p:spPr>
            <a:xfrm>
              <a:off x="2793475" y="3779582"/>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54" name="TextBox 153">
              <a:extLst>
                <a:ext uri="{FF2B5EF4-FFF2-40B4-BE49-F238E27FC236}">
                  <a16:creationId xmlns:a16="http://schemas.microsoft.com/office/drawing/2014/main" id="{C88D0C09-CC3A-364C-850E-B5AF070151F4}"/>
                </a:ext>
              </a:extLst>
            </p:cNvPr>
            <p:cNvSpPr txBox="1"/>
            <p:nvPr/>
          </p:nvSpPr>
          <p:spPr>
            <a:xfrm>
              <a:off x="4270173" y="3354440"/>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55" name="TextBox 154">
              <a:extLst>
                <a:ext uri="{FF2B5EF4-FFF2-40B4-BE49-F238E27FC236}">
                  <a16:creationId xmlns:a16="http://schemas.microsoft.com/office/drawing/2014/main" id="{9C88DFBB-B349-224D-A62E-9453278FE6DA}"/>
                </a:ext>
              </a:extLst>
            </p:cNvPr>
            <p:cNvSpPr txBox="1"/>
            <p:nvPr/>
          </p:nvSpPr>
          <p:spPr>
            <a:xfrm>
              <a:off x="4270173" y="3778304"/>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56" name="TextBox 155">
              <a:extLst>
                <a:ext uri="{FF2B5EF4-FFF2-40B4-BE49-F238E27FC236}">
                  <a16:creationId xmlns:a16="http://schemas.microsoft.com/office/drawing/2014/main" id="{A2B6670B-70B3-5C4D-A68C-2AAFE5A0AFF6}"/>
                </a:ext>
              </a:extLst>
            </p:cNvPr>
            <p:cNvSpPr txBox="1"/>
            <p:nvPr/>
          </p:nvSpPr>
          <p:spPr>
            <a:xfrm>
              <a:off x="4270173" y="4203373"/>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57" name="TextBox 156">
              <a:extLst>
                <a:ext uri="{FF2B5EF4-FFF2-40B4-BE49-F238E27FC236}">
                  <a16:creationId xmlns:a16="http://schemas.microsoft.com/office/drawing/2014/main" id="{DFD64F5F-6082-F442-9906-49C4764822CD}"/>
                </a:ext>
              </a:extLst>
            </p:cNvPr>
            <p:cNvSpPr txBox="1"/>
            <p:nvPr/>
          </p:nvSpPr>
          <p:spPr>
            <a:xfrm>
              <a:off x="4270173" y="4627235"/>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58" name="TextBox 157">
              <a:extLst>
                <a:ext uri="{FF2B5EF4-FFF2-40B4-BE49-F238E27FC236}">
                  <a16:creationId xmlns:a16="http://schemas.microsoft.com/office/drawing/2014/main" id="{F492DD2A-92D2-4147-8B59-473BBF26D5B1}"/>
                </a:ext>
              </a:extLst>
            </p:cNvPr>
            <p:cNvSpPr txBox="1"/>
            <p:nvPr/>
          </p:nvSpPr>
          <p:spPr>
            <a:xfrm>
              <a:off x="4270173" y="5054487"/>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59" name="TextBox 158">
              <a:extLst>
                <a:ext uri="{FF2B5EF4-FFF2-40B4-BE49-F238E27FC236}">
                  <a16:creationId xmlns:a16="http://schemas.microsoft.com/office/drawing/2014/main" id="{A37447C3-3E82-3F4E-85FF-1683F965C0B2}"/>
                </a:ext>
              </a:extLst>
            </p:cNvPr>
            <p:cNvSpPr txBox="1"/>
            <p:nvPr/>
          </p:nvSpPr>
          <p:spPr>
            <a:xfrm>
              <a:off x="8691093" y="3353321"/>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60" name="TextBox 159">
              <a:extLst>
                <a:ext uri="{FF2B5EF4-FFF2-40B4-BE49-F238E27FC236}">
                  <a16:creationId xmlns:a16="http://schemas.microsoft.com/office/drawing/2014/main" id="{FB8FEC53-4BF3-5D40-9B45-F346458080DA}"/>
                </a:ext>
              </a:extLst>
            </p:cNvPr>
            <p:cNvSpPr txBox="1"/>
            <p:nvPr/>
          </p:nvSpPr>
          <p:spPr>
            <a:xfrm>
              <a:off x="8691093" y="3777185"/>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61" name="TextBox 160">
              <a:extLst>
                <a:ext uri="{FF2B5EF4-FFF2-40B4-BE49-F238E27FC236}">
                  <a16:creationId xmlns:a16="http://schemas.microsoft.com/office/drawing/2014/main" id="{DF92530A-C5DF-6C45-9B4F-461EAAD06EF4}"/>
                </a:ext>
              </a:extLst>
            </p:cNvPr>
            <p:cNvSpPr txBox="1"/>
            <p:nvPr/>
          </p:nvSpPr>
          <p:spPr>
            <a:xfrm>
              <a:off x="8691093" y="4202254"/>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62" name="TextBox 161">
              <a:extLst>
                <a:ext uri="{FF2B5EF4-FFF2-40B4-BE49-F238E27FC236}">
                  <a16:creationId xmlns:a16="http://schemas.microsoft.com/office/drawing/2014/main" id="{85E1941C-7445-1746-9FD3-692A671FC82D}"/>
                </a:ext>
              </a:extLst>
            </p:cNvPr>
            <p:cNvSpPr txBox="1"/>
            <p:nvPr/>
          </p:nvSpPr>
          <p:spPr>
            <a:xfrm>
              <a:off x="8691093" y="4626117"/>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63" name="TextBox 162">
              <a:extLst>
                <a:ext uri="{FF2B5EF4-FFF2-40B4-BE49-F238E27FC236}">
                  <a16:creationId xmlns:a16="http://schemas.microsoft.com/office/drawing/2014/main" id="{275FD3FA-DAA8-0F4E-A4AB-65FB82739102}"/>
                </a:ext>
              </a:extLst>
            </p:cNvPr>
            <p:cNvSpPr txBox="1"/>
            <p:nvPr/>
          </p:nvSpPr>
          <p:spPr>
            <a:xfrm>
              <a:off x="8691093" y="5053368"/>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64" name="TextBox 163">
              <a:extLst>
                <a:ext uri="{FF2B5EF4-FFF2-40B4-BE49-F238E27FC236}">
                  <a16:creationId xmlns:a16="http://schemas.microsoft.com/office/drawing/2014/main" id="{FBAB6E8A-BB29-3F47-B40A-35777E5D8A72}"/>
                </a:ext>
              </a:extLst>
            </p:cNvPr>
            <p:cNvSpPr txBox="1"/>
            <p:nvPr/>
          </p:nvSpPr>
          <p:spPr>
            <a:xfrm>
              <a:off x="7214431" y="3361490"/>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65" name="TextBox 164">
              <a:extLst>
                <a:ext uri="{FF2B5EF4-FFF2-40B4-BE49-F238E27FC236}">
                  <a16:creationId xmlns:a16="http://schemas.microsoft.com/office/drawing/2014/main" id="{1EF82755-6E5E-314E-A41C-207FBC309876}"/>
                </a:ext>
              </a:extLst>
            </p:cNvPr>
            <p:cNvSpPr txBox="1"/>
            <p:nvPr/>
          </p:nvSpPr>
          <p:spPr>
            <a:xfrm>
              <a:off x="7214431" y="3785353"/>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66" name="TextBox 165">
              <a:extLst>
                <a:ext uri="{FF2B5EF4-FFF2-40B4-BE49-F238E27FC236}">
                  <a16:creationId xmlns:a16="http://schemas.microsoft.com/office/drawing/2014/main" id="{060A5A1F-6D03-6C4E-ADAC-37BEB79964D2}"/>
                </a:ext>
              </a:extLst>
            </p:cNvPr>
            <p:cNvSpPr txBox="1"/>
            <p:nvPr/>
          </p:nvSpPr>
          <p:spPr>
            <a:xfrm>
              <a:off x="5743225" y="3361490"/>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67" name="TextBox 166">
              <a:extLst>
                <a:ext uri="{FF2B5EF4-FFF2-40B4-BE49-F238E27FC236}">
                  <a16:creationId xmlns:a16="http://schemas.microsoft.com/office/drawing/2014/main" id="{C49F2F55-74C5-E045-9839-49138C42F813}"/>
                </a:ext>
              </a:extLst>
            </p:cNvPr>
            <p:cNvSpPr txBox="1"/>
            <p:nvPr/>
          </p:nvSpPr>
          <p:spPr>
            <a:xfrm>
              <a:off x="5743225" y="3785353"/>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68" name="TextBox 167">
              <a:extLst>
                <a:ext uri="{FF2B5EF4-FFF2-40B4-BE49-F238E27FC236}">
                  <a16:creationId xmlns:a16="http://schemas.microsoft.com/office/drawing/2014/main" id="{58F3C8AF-8551-9243-A1F9-30834AA9438E}"/>
                </a:ext>
              </a:extLst>
            </p:cNvPr>
            <p:cNvSpPr txBox="1"/>
            <p:nvPr/>
          </p:nvSpPr>
          <p:spPr>
            <a:xfrm>
              <a:off x="5736146" y="4212788"/>
              <a:ext cx="935237" cy="196208"/>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675"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69" name="TextBox 168">
              <a:extLst>
                <a:ext uri="{FF2B5EF4-FFF2-40B4-BE49-F238E27FC236}">
                  <a16:creationId xmlns:a16="http://schemas.microsoft.com/office/drawing/2014/main" id="{3B7A4495-252A-9740-8000-6DD73E4D955A}"/>
                </a:ext>
              </a:extLst>
            </p:cNvPr>
            <p:cNvSpPr txBox="1"/>
            <p:nvPr/>
          </p:nvSpPr>
          <p:spPr>
            <a:xfrm>
              <a:off x="2550034" y="2880821"/>
              <a:ext cx="1178678" cy="207749"/>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750" b="0" i="0" u="none" strike="noStrike" kern="1200" cap="none" spc="0" normalizeH="0" baseline="0" noProof="0">
                <a:ln>
                  <a:noFill/>
                </a:ln>
                <a:solidFill>
                  <a:srgbClr val="FFFFFF"/>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70" name="TextBox 169">
              <a:extLst>
                <a:ext uri="{FF2B5EF4-FFF2-40B4-BE49-F238E27FC236}">
                  <a16:creationId xmlns:a16="http://schemas.microsoft.com/office/drawing/2014/main" id="{67CD565A-41AA-584B-9A83-B77DF00FA980}"/>
                </a:ext>
              </a:extLst>
            </p:cNvPr>
            <p:cNvSpPr txBox="1"/>
            <p:nvPr/>
          </p:nvSpPr>
          <p:spPr>
            <a:xfrm>
              <a:off x="4025218" y="2886677"/>
              <a:ext cx="1178678" cy="207749"/>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750" b="0" i="0" u="none" strike="noStrike" kern="1200" cap="none" spc="0" normalizeH="0" baseline="0" noProof="0">
                <a:ln>
                  <a:noFill/>
                </a:ln>
                <a:solidFill>
                  <a:srgbClr val="FFFFFF"/>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71" name="TextBox 170">
              <a:extLst>
                <a:ext uri="{FF2B5EF4-FFF2-40B4-BE49-F238E27FC236}">
                  <a16:creationId xmlns:a16="http://schemas.microsoft.com/office/drawing/2014/main" id="{8AF9DE6A-EAFB-7644-94CC-B96F704DDC31}"/>
                </a:ext>
              </a:extLst>
            </p:cNvPr>
            <p:cNvSpPr txBox="1"/>
            <p:nvPr/>
          </p:nvSpPr>
          <p:spPr>
            <a:xfrm>
              <a:off x="5500403" y="2882766"/>
              <a:ext cx="1178678" cy="207749"/>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750"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72" name="TextBox 171">
              <a:extLst>
                <a:ext uri="{FF2B5EF4-FFF2-40B4-BE49-F238E27FC236}">
                  <a16:creationId xmlns:a16="http://schemas.microsoft.com/office/drawing/2014/main" id="{B0AC0D98-C572-0B44-B3E2-F3456538B679}"/>
                </a:ext>
              </a:extLst>
            </p:cNvPr>
            <p:cNvSpPr txBox="1"/>
            <p:nvPr/>
          </p:nvSpPr>
          <p:spPr>
            <a:xfrm>
              <a:off x="6975587" y="2875050"/>
              <a:ext cx="1178678" cy="207749"/>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750"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73" name="TextBox 172">
              <a:extLst>
                <a:ext uri="{FF2B5EF4-FFF2-40B4-BE49-F238E27FC236}">
                  <a16:creationId xmlns:a16="http://schemas.microsoft.com/office/drawing/2014/main" id="{9D45CAEA-F516-1D4B-A753-4FAB4161FBAB}"/>
                </a:ext>
              </a:extLst>
            </p:cNvPr>
            <p:cNvSpPr txBox="1"/>
            <p:nvPr/>
          </p:nvSpPr>
          <p:spPr>
            <a:xfrm>
              <a:off x="8450771" y="2886105"/>
              <a:ext cx="1178678" cy="207749"/>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750" b="0" i="0" u="none" strike="noStrike" kern="1200" cap="none" spc="0" normalizeH="0" baseline="0" noProof="0">
                <a:ln>
                  <a:noFill/>
                </a:ln>
                <a:solidFill>
                  <a:srgbClr val="000000"/>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sp>
          <p:nvSpPr>
            <p:cNvPr id="174" name="Freeform 42">
              <a:extLst>
                <a:ext uri="{FF2B5EF4-FFF2-40B4-BE49-F238E27FC236}">
                  <a16:creationId xmlns:a16="http://schemas.microsoft.com/office/drawing/2014/main" id="{742582A3-CD90-CB47-936F-38565A7EA2AD}"/>
                </a:ext>
              </a:extLst>
            </p:cNvPr>
            <p:cNvSpPr>
              <a:spLocks/>
            </p:cNvSpPr>
            <p:nvPr/>
          </p:nvSpPr>
          <p:spPr bwMode="auto">
            <a:xfrm>
              <a:off x="5504014" y="1947328"/>
              <a:ext cx="1181100" cy="366117"/>
            </a:xfrm>
            <a:custGeom>
              <a:avLst/>
              <a:gdLst>
                <a:gd name="T0" fmla="*/ 0 w 1023"/>
                <a:gd name="T1" fmla="*/ 32 h 317"/>
                <a:gd name="T2" fmla="*/ 32 w 1023"/>
                <a:gd name="T3" fmla="*/ 0 h 317"/>
                <a:gd name="T4" fmla="*/ 991 w 1023"/>
                <a:gd name="T5" fmla="*/ 0 h 317"/>
                <a:gd name="T6" fmla="*/ 1023 w 1023"/>
                <a:gd name="T7" fmla="*/ 32 h 317"/>
                <a:gd name="T8" fmla="*/ 1023 w 1023"/>
                <a:gd name="T9" fmla="*/ 286 h 317"/>
                <a:gd name="T10" fmla="*/ 991 w 1023"/>
                <a:gd name="T11" fmla="*/ 317 h 317"/>
                <a:gd name="T12" fmla="*/ 32 w 1023"/>
                <a:gd name="T13" fmla="*/ 317 h 317"/>
                <a:gd name="T14" fmla="*/ 0 w 1023"/>
                <a:gd name="T15" fmla="*/ 286 h 317"/>
                <a:gd name="T16" fmla="*/ 0 w 1023"/>
                <a:gd name="T17" fmla="*/ 32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023" h="317">
                  <a:moveTo>
                    <a:pt x="0" y="32"/>
                  </a:moveTo>
                  <a:cubicBezTo>
                    <a:pt x="0" y="14"/>
                    <a:pt x="14" y="0"/>
                    <a:pt x="32" y="0"/>
                  </a:cubicBezTo>
                  <a:cubicBezTo>
                    <a:pt x="991" y="0"/>
                    <a:pt x="991" y="0"/>
                    <a:pt x="991" y="0"/>
                  </a:cubicBezTo>
                  <a:cubicBezTo>
                    <a:pt x="1008" y="0"/>
                    <a:pt x="1023" y="14"/>
                    <a:pt x="1023" y="32"/>
                  </a:cubicBezTo>
                  <a:cubicBezTo>
                    <a:pt x="1023" y="286"/>
                    <a:pt x="1023" y="286"/>
                    <a:pt x="1023" y="286"/>
                  </a:cubicBezTo>
                  <a:cubicBezTo>
                    <a:pt x="1023" y="303"/>
                    <a:pt x="1008" y="317"/>
                    <a:pt x="991" y="317"/>
                  </a:cubicBezTo>
                  <a:cubicBezTo>
                    <a:pt x="32" y="317"/>
                    <a:pt x="32" y="317"/>
                    <a:pt x="32" y="317"/>
                  </a:cubicBezTo>
                  <a:cubicBezTo>
                    <a:pt x="14" y="317"/>
                    <a:pt x="0" y="303"/>
                    <a:pt x="0" y="286"/>
                  </a:cubicBezTo>
                  <a:lnTo>
                    <a:pt x="0" y="32"/>
                  </a:lnTo>
                  <a:close/>
                </a:path>
              </a:pathLst>
            </a:custGeom>
            <a:solidFill>
              <a:srgbClr val="333333"/>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333333"/>
                </a:solidFill>
                <a:effectLst/>
                <a:uLnTx/>
                <a:uFillTx/>
                <a:latin typeface="Graphik" panose="020B0503030202060203" pitchFamily="34" charset="77"/>
                <a:ea typeface="+mn-ea"/>
                <a:cs typeface="+mn-cs"/>
              </a:endParaRPr>
            </a:p>
          </p:txBody>
        </p:sp>
        <p:sp>
          <p:nvSpPr>
            <p:cNvPr id="175" name="TextBox 174">
              <a:extLst>
                <a:ext uri="{FF2B5EF4-FFF2-40B4-BE49-F238E27FC236}">
                  <a16:creationId xmlns:a16="http://schemas.microsoft.com/office/drawing/2014/main" id="{5DC80615-A149-014D-A2E5-36A32654C140}"/>
                </a:ext>
              </a:extLst>
            </p:cNvPr>
            <p:cNvSpPr txBox="1"/>
            <p:nvPr/>
          </p:nvSpPr>
          <p:spPr>
            <a:xfrm>
              <a:off x="5503419" y="2053006"/>
              <a:ext cx="1178678" cy="207749"/>
            </a:xfrm>
            <a:prstGeom prst="rect">
              <a:avLst/>
            </a:prstGeom>
            <a:noFill/>
          </p:spPr>
          <p:txBody>
            <a:bodyPr wrap="square" rtlCol="0">
              <a:sp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Lato Regular" panose="020F0502020204030203" pitchFamily="34" charset="0"/>
                  <a:cs typeface="Lato" panose="020F0502020204030203" pitchFamily="34" charset="0"/>
                </a:rPr>
                <a:t>Your Text Here</a:t>
              </a:r>
              <a:endParaRPr kumimoji="0" lang="id-ID" sz="750" b="0" i="0" u="none" strike="noStrike" kern="1200" cap="none" spc="0" normalizeH="0" baseline="0" noProof="0">
                <a:ln>
                  <a:noFill/>
                </a:ln>
                <a:solidFill>
                  <a:srgbClr val="FFFFFF"/>
                </a:solidFill>
                <a:effectLst/>
                <a:uLnTx/>
                <a:uFillTx/>
                <a:latin typeface="Graphik" panose="020B0503030202060203" pitchFamily="34" charset="77"/>
                <a:ea typeface="Lato Regular" panose="020F0502020204030203" pitchFamily="34" charset="0"/>
                <a:cs typeface="Lato" panose="020F0502020204030203" pitchFamily="34" charset="0"/>
              </a:endParaRPr>
            </a:p>
          </p:txBody>
        </p:sp>
        <p:cxnSp>
          <p:nvCxnSpPr>
            <p:cNvPr id="176" name="Straight Connector 175">
              <a:extLst>
                <a:ext uri="{FF2B5EF4-FFF2-40B4-BE49-F238E27FC236}">
                  <a16:creationId xmlns:a16="http://schemas.microsoft.com/office/drawing/2014/main" id="{A7348CF3-93BC-A946-96A6-6269875D2DEE}"/>
                </a:ext>
              </a:extLst>
            </p:cNvPr>
            <p:cNvCxnSpPr/>
            <p:nvPr/>
          </p:nvCxnSpPr>
          <p:spPr>
            <a:xfrm>
              <a:off x="3122716" y="2540577"/>
              <a:ext cx="5953991" cy="0"/>
            </a:xfrm>
            <a:prstGeom prst="line">
              <a:avLst/>
            </a:prstGeom>
            <a:ln>
              <a:solidFill>
                <a:srgbClr val="C5C5C5"/>
              </a:solidFill>
            </a:ln>
          </p:spPr>
          <p:style>
            <a:lnRef idx="1">
              <a:schemeClr val="accent1"/>
            </a:lnRef>
            <a:fillRef idx="0">
              <a:schemeClr val="accent1"/>
            </a:fillRef>
            <a:effectRef idx="0">
              <a:schemeClr val="accent1"/>
            </a:effectRef>
            <a:fontRef idx="minor">
              <a:schemeClr val="tx1"/>
            </a:fontRef>
          </p:style>
        </p:cxnSp>
        <p:cxnSp>
          <p:nvCxnSpPr>
            <p:cNvPr id="177" name="Straight Connector 176">
              <a:extLst>
                <a:ext uri="{FF2B5EF4-FFF2-40B4-BE49-F238E27FC236}">
                  <a16:creationId xmlns:a16="http://schemas.microsoft.com/office/drawing/2014/main" id="{EEBDECB4-3E9A-7546-B358-C5B2EA164747}"/>
                </a:ext>
              </a:extLst>
            </p:cNvPr>
            <p:cNvCxnSpPr/>
            <p:nvPr/>
          </p:nvCxnSpPr>
          <p:spPr>
            <a:xfrm>
              <a:off x="3122716" y="2540577"/>
              <a:ext cx="0" cy="236510"/>
            </a:xfrm>
            <a:prstGeom prst="line">
              <a:avLst/>
            </a:prstGeom>
            <a:ln>
              <a:solidFill>
                <a:srgbClr val="C5C5C5"/>
              </a:solidFill>
            </a:ln>
          </p:spPr>
          <p:style>
            <a:lnRef idx="1">
              <a:schemeClr val="accent1"/>
            </a:lnRef>
            <a:fillRef idx="0">
              <a:schemeClr val="accent1"/>
            </a:fillRef>
            <a:effectRef idx="0">
              <a:schemeClr val="accent1"/>
            </a:effectRef>
            <a:fontRef idx="minor">
              <a:schemeClr val="tx1"/>
            </a:fontRef>
          </p:style>
        </p:cxnSp>
        <p:cxnSp>
          <p:nvCxnSpPr>
            <p:cNvPr id="178" name="Straight Connector 177">
              <a:extLst>
                <a:ext uri="{FF2B5EF4-FFF2-40B4-BE49-F238E27FC236}">
                  <a16:creationId xmlns:a16="http://schemas.microsoft.com/office/drawing/2014/main" id="{09067E9C-D024-B549-8C2C-35BA9BD6D187}"/>
                </a:ext>
              </a:extLst>
            </p:cNvPr>
            <p:cNvCxnSpPr/>
            <p:nvPr/>
          </p:nvCxnSpPr>
          <p:spPr>
            <a:xfrm>
              <a:off x="4618265" y="2540577"/>
              <a:ext cx="0" cy="236510"/>
            </a:xfrm>
            <a:prstGeom prst="line">
              <a:avLst/>
            </a:prstGeom>
            <a:ln>
              <a:solidFill>
                <a:srgbClr val="C5C5C5"/>
              </a:solidFill>
            </a:ln>
          </p:spPr>
          <p:style>
            <a:lnRef idx="1">
              <a:schemeClr val="accent1"/>
            </a:lnRef>
            <a:fillRef idx="0">
              <a:schemeClr val="accent1"/>
            </a:fillRef>
            <a:effectRef idx="0">
              <a:schemeClr val="accent1"/>
            </a:effectRef>
            <a:fontRef idx="minor">
              <a:schemeClr val="tx1"/>
            </a:fontRef>
          </p:style>
        </p:cxnSp>
        <p:cxnSp>
          <p:nvCxnSpPr>
            <p:cNvPr id="179" name="Straight Connector 178">
              <a:extLst>
                <a:ext uri="{FF2B5EF4-FFF2-40B4-BE49-F238E27FC236}">
                  <a16:creationId xmlns:a16="http://schemas.microsoft.com/office/drawing/2014/main" id="{AFCF4F6B-7218-184E-A86C-E090FC14EB78}"/>
                </a:ext>
              </a:extLst>
            </p:cNvPr>
            <p:cNvCxnSpPr/>
            <p:nvPr/>
          </p:nvCxnSpPr>
          <p:spPr>
            <a:xfrm>
              <a:off x="6078187" y="2540577"/>
              <a:ext cx="0" cy="236510"/>
            </a:xfrm>
            <a:prstGeom prst="line">
              <a:avLst/>
            </a:prstGeom>
            <a:ln>
              <a:solidFill>
                <a:srgbClr val="C5C5C5"/>
              </a:solidFill>
            </a:ln>
          </p:spPr>
          <p:style>
            <a:lnRef idx="1">
              <a:schemeClr val="accent1"/>
            </a:lnRef>
            <a:fillRef idx="0">
              <a:schemeClr val="accent1"/>
            </a:fillRef>
            <a:effectRef idx="0">
              <a:schemeClr val="accent1"/>
            </a:effectRef>
            <a:fontRef idx="minor">
              <a:schemeClr val="tx1"/>
            </a:fontRef>
          </p:style>
        </p:cxnSp>
        <p:cxnSp>
          <p:nvCxnSpPr>
            <p:cNvPr id="180" name="Straight Connector 179">
              <a:extLst>
                <a:ext uri="{FF2B5EF4-FFF2-40B4-BE49-F238E27FC236}">
                  <a16:creationId xmlns:a16="http://schemas.microsoft.com/office/drawing/2014/main" id="{2D6D8A17-8DC2-2646-AAD2-8BC4B5DF8A05}"/>
                </a:ext>
              </a:extLst>
            </p:cNvPr>
            <p:cNvCxnSpPr/>
            <p:nvPr/>
          </p:nvCxnSpPr>
          <p:spPr>
            <a:xfrm>
              <a:off x="7556665" y="2540577"/>
              <a:ext cx="0" cy="236510"/>
            </a:xfrm>
            <a:prstGeom prst="line">
              <a:avLst/>
            </a:prstGeom>
            <a:ln>
              <a:solidFill>
                <a:srgbClr val="C5C5C5"/>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a:extLst>
                <a:ext uri="{FF2B5EF4-FFF2-40B4-BE49-F238E27FC236}">
                  <a16:creationId xmlns:a16="http://schemas.microsoft.com/office/drawing/2014/main" id="{1F08FBA6-F19A-834B-81D1-5F6DD655F4B7}"/>
                </a:ext>
              </a:extLst>
            </p:cNvPr>
            <p:cNvCxnSpPr/>
            <p:nvPr/>
          </p:nvCxnSpPr>
          <p:spPr>
            <a:xfrm>
              <a:off x="9076707" y="2540577"/>
              <a:ext cx="0" cy="236510"/>
            </a:xfrm>
            <a:prstGeom prst="line">
              <a:avLst/>
            </a:prstGeom>
            <a:ln>
              <a:solidFill>
                <a:srgbClr val="C5C5C5"/>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a:extLst>
                <a:ext uri="{FF2B5EF4-FFF2-40B4-BE49-F238E27FC236}">
                  <a16:creationId xmlns:a16="http://schemas.microsoft.com/office/drawing/2014/main" id="{2FDC7546-7F90-CE43-BA17-2D126DA945F4}"/>
                </a:ext>
              </a:extLst>
            </p:cNvPr>
            <p:cNvCxnSpPr/>
            <p:nvPr/>
          </p:nvCxnSpPr>
          <p:spPr>
            <a:xfrm>
              <a:off x="6078187" y="2313445"/>
              <a:ext cx="0" cy="236510"/>
            </a:xfrm>
            <a:prstGeom prst="line">
              <a:avLst/>
            </a:prstGeom>
            <a:ln>
              <a:solidFill>
                <a:srgbClr val="C5C5C5"/>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501075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3">
            <a:extLst>
              <a:ext uri="{FF2B5EF4-FFF2-40B4-BE49-F238E27FC236}">
                <a16:creationId xmlns:a16="http://schemas.microsoft.com/office/drawing/2014/main" id="{89742F2A-AEBF-D441-900D-25CA5573BFEC}"/>
              </a:ext>
            </a:extLst>
          </p:cNvPr>
          <p:cNvSpPr txBox="1">
            <a:spLocks/>
          </p:cNvSpPr>
          <p:nvPr/>
        </p:nvSpPr>
        <p:spPr>
          <a:xfrm>
            <a:off x="11471566" y="6257742"/>
            <a:ext cx="431079" cy="3890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0" rtl="0" eaLnBrk="1" fontAlgn="auto" latinLnBrk="0" hangingPunct="1">
              <a:lnSpc>
                <a:spcPct val="100000"/>
              </a:lnSpc>
              <a:spcBef>
                <a:spcPts val="0"/>
              </a:spcBef>
              <a:spcAft>
                <a:spcPts val="0"/>
              </a:spcAft>
              <a:buClrTx/>
              <a:buSzTx/>
              <a:buFontTx/>
              <a:buNone/>
              <a:tabLst/>
              <a:defRPr/>
            </a:pPr>
            <a:fld id="{FCEE2C88-6C8F-484D-AF69-578F576B1F44}" type="slidenum">
              <a:rPr kumimoji="0" lang="en-US" sz="1000" b="0" i="0" u="none" strike="noStrike" kern="1200" cap="none" spc="0" normalizeH="0" baseline="0" noProof="0" smtClean="0">
                <a:ln>
                  <a:noFill/>
                </a:ln>
                <a:solidFill>
                  <a:prstClr val="white">
                    <a:lumMod val="50000"/>
                  </a:prstClr>
                </a:solidFill>
                <a:effectLst/>
                <a:uLnTx/>
                <a:uFillTx/>
                <a:latin typeface="Roboto Light" panose="02000000000000000000" pitchFamily="2" charset="0"/>
                <a:ea typeface="Roboto Light" panose="02000000000000000000" pitchFamily="2" charset="0"/>
                <a:cs typeface="+mn-cs"/>
              </a:rPr>
              <a:pPr marL="0" marR="0" lvl="0" indent="0" algn="ctr" defTabSz="914340" rtl="0" eaLnBrk="1" fontAlgn="auto" latinLnBrk="0" hangingPunct="1">
                <a:lnSpc>
                  <a:spcPct val="100000"/>
                </a:lnSpc>
                <a:spcBef>
                  <a:spcPts val="0"/>
                </a:spcBef>
                <a:spcAft>
                  <a:spcPts val="0"/>
                </a:spcAft>
                <a:buClrTx/>
                <a:buSzTx/>
                <a:buFontTx/>
                <a:buNone/>
                <a:tabLst/>
                <a:defRPr/>
              </a:pPr>
              <a:t>4</a:t>
            </a:fld>
            <a:endParaRPr kumimoji="0" lang="en-US" sz="1000" b="0" i="0" u="none" strike="noStrike" kern="1200" cap="none" spc="0" normalizeH="0" baseline="0" noProof="0">
              <a:ln>
                <a:noFill/>
              </a:ln>
              <a:solidFill>
                <a:prstClr val="white">
                  <a:lumMod val="50000"/>
                </a:prstClr>
              </a:solidFill>
              <a:effectLst/>
              <a:uLnTx/>
              <a:uFillTx/>
              <a:latin typeface="Roboto Light" panose="02000000000000000000" pitchFamily="2" charset="0"/>
              <a:ea typeface="Roboto Light" panose="02000000000000000000" pitchFamily="2" charset="0"/>
              <a:cs typeface="+mn-cs"/>
            </a:endParaRPr>
          </a:p>
        </p:txBody>
      </p:sp>
      <p:sp>
        <p:nvSpPr>
          <p:cNvPr id="17" name="Slide Number Placeholder 3">
            <a:extLst>
              <a:ext uri="{FF2B5EF4-FFF2-40B4-BE49-F238E27FC236}">
                <a16:creationId xmlns:a16="http://schemas.microsoft.com/office/drawing/2014/main" id="{2BFB9839-07C8-FC4F-A7F6-8439DD2C8255}"/>
              </a:ext>
            </a:extLst>
          </p:cNvPr>
          <p:cNvSpPr txBox="1">
            <a:spLocks/>
          </p:cNvSpPr>
          <p:nvPr/>
        </p:nvSpPr>
        <p:spPr>
          <a:xfrm>
            <a:off x="11471566" y="6257741"/>
            <a:ext cx="431079" cy="389083"/>
          </a:xfrm>
          <a:prstGeom prst="rect">
            <a:avLst/>
          </a:prstGeom>
        </p:spPr>
        <p:txBody>
          <a:bodyPr vert="horz" lIns="0" tIns="0" rIns="0" bIns="0" rtlCol="0" anchor="ctr"/>
          <a:lstStyle>
            <a:defPPr>
              <a:defRPr lang="en-US"/>
            </a:defPPr>
            <a:lvl1pPr marL="0" algn="ctr" defTabSz="914377" rtl="0" eaLnBrk="1" latinLnBrk="0" hangingPunct="1">
              <a:defRPr sz="1000" kern="1200">
                <a:solidFill>
                  <a:schemeClr val="bg1">
                    <a:lumMod val="50000"/>
                  </a:schemeClr>
                </a:solidFill>
                <a:latin typeface="Roboto Light" panose="02000000000000000000" pitchFamily="2" charset="0"/>
                <a:ea typeface="Roboto Light" panose="02000000000000000000" pitchFamily="2" charset="0"/>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fld id="{FCEE2C88-6C8F-484D-AF69-578F576B1F44}" type="slidenum">
              <a:rPr kumimoji="0" lang="en-US" sz="1000" b="0" i="0" u="none" strike="noStrike" kern="1200" cap="none" spc="0" normalizeH="0" baseline="0" noProof="0">
                <a:ln>
                  <a:noFill/>
                </a:ln>
                <a:solidFill>
                  <a:prstClr val="white">
                    <a:lumMod val="50000"/>
                  </a:prstClr>
                </a:solidFill>
                <a:effectLst/>
                <a:uLnTx/>
                <a:uFillTx/>
                <a:latin typeface="Roboto Light" panose="02000000000000000000" pitchFamily="2" charset="0"/>
                <a:ea typeface="Roboto Light" panose="02000000000000000000" pitchFamily="2" charset="0"/>
                <a:cs typeface="+mn-cs"/>
              </a:rPr>
              <a:pPr marL="0" marR="0" lvl="0" indent="0" algn="ctr" defTabSz="914377" rtl="0" eaLnBrk="1" fontAlgn="auto" latinLnBrk="0" hangingPunct="1">
                <a:lnSpc>
                  <a:spcPct val="100000"/>
                </a:lnSpc>
                <a:spcBef>
                  <a:spcPts val="0"/>
                </a:spcBef>
                <a:spcAft>
                  <a:spcPts val="0"/>
                </a:spcAft>
                <a:buClrTx/>
                <a:buSzTx/>
                <a:buFontTx/>
                <a:buNone/>
                <a:tabLst/>
                <a:defRPr/>
              </a:pPr>
              <a:t>4</a:t>
            </a:fld>
            <a:endParaRPr kumimoji="0" lang="en-US" sz="1000" b="0" i="0" u="none" strike="noStrike" kern="1200" cap="none" spc="0" normalizeH="0" baseline="0" noProof="0">
              <a:ln>
                <a:noFill/>
              </a:ln>
              <a:solidFill>
                <a:prstClr val="white">
                  <a:lumMod val="50000"/>
                </a:prstClr>
              </a:solidFill>
              <a:effectLst/>
              <a:uLnTx/>
              <a:uFillTx/>
              <a:latin typeface="Roboto Light" panose="02000000000000000000" pitchFamily="2" charset="0"/>
              <a:ea typeface="Roboto Light" panose="02000000000000000000" pitchFamily="2" charset="0"/>
              <a:cs typeface="+mn-cs"/>
            </a:endParaRPr>
          </a:p>
        </p:txBody>
      </p:sp>
      <p:sp>
        <p:nvSpPr>
          <p:cNvPr id="19" name="Text Placeholder 8">
            <a:extLst>
              <a:ext uri="{FF2B5EF4-FFF2-40B4-BE49-F238E27FC236}">
                <a16:creationId xmlns:a16="http://schemas.microsoft.com/office/drawing/2014/main" id="{F0C68A32-3114-FD48-8E4C-020A37ADADF6}"/>
              </a:ext>
            </a:extLst>
          </p:cNvPr>
          <p:cNvSpPr txBox="1">
            <a:spLocks/>
          </p:cNvSpPr>
          <p:nvPr/>
        </p:nvSpPr>
        <p:spPr>
          <a:xfrm>
            <a:off x="412586" y="339365"/>
            <a:ext cx="10905239" cy="775451"/>
          </a:xfrm>
          <a:prstGeom prst="rect">
            <a:avLst/>
          </a:prstGeom>
        </p:spPr>
        <p:txBody>
          <a:bodyPr/>
          <a:lst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200" b="1" i="0" u="none" strike="noStrike" kern="1200" cap="none" spc="0" normalizeH="0" baseline="0" noProof="0">
                <a:ln>
                  <a:noFill/>
                </a:ln>
                <a:solidFill>
                  <a:srgbClr val="000000"/>
                </a:solidFill>
                <a:effectLst/>
                <a:uLnTx/>
                <a:uFillTx/>
                <a:latin typeface="Graphik"/>
                <a:ea typeface="+mn-ea"/>
                <a:cs typeface="+mn-cs"/>
              </a:rPr>
              <a:t>Title – 2 lines text. Kanye, Adam Neumann, Elizabeth Holmes all walk into a Lower East Side bar and …</a:t>
            </a:r>
          </a:p>
        </p:txBody>
      </p:sp>
      <p:sp>
        <p:nvSpPr>
          <p:cNvPr id="5" name="TextBox 4">
            <a:extLst>
              <a:ext uri="{FF2B5EF4-FFF2-40B4-BE49-F238E27FC236}">
                <a16:creationId xmlns:a16="http://schemas.microsoft.com/office/drawing/2014/main" id="{FAEA174A-2A08-3546-B2E7-242DB9742A31}"/>
              </a:ext>
            </a:extLst>
          </p:cNvPr>
          <p:cNvSpPr txBox="1"/>
          <p:nvPr/>
        </p:nvSpPr>
        <p:spPr>
          <a:xfrm>
            <a:off x="2044192" y="1968890"/>
            <a:ext cx="7990860" cy="761745"/>
          </a:xfrm>
          <a:prstGeom prst="rect">
            <a:avLst/>
          </a:prstGeom>
          <a:noFill/>
        </p:spPr>
        <p:txBody>
          <a:bodyPr wrap="square" lIns="68579" tIns="34289" rIns="68579" bIns="34289" rtlCol="0">
            <a:spAutoFit/>
          </a:bodyPr>
          <a:lstStyle/>
          <a:p>
            <a:pPr marL="0" marR="0" lvl="0" indent="0" algn="l" defTabSz="685733"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Lorem Ipsum 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popularized in the 1960s with the release of Letterset sheets containing Lorem Ipsum passages, and more recently with desktop publishing software like Aldus PageMaker including versions of Lorem Ipsum.</a:t>
            </a:r>
          </a:p>
        </p:txBody>
      </p:sp>
      <p:grpSp>
        <p:nvGrpSpPr>
          <p:cNvPr id="6" name="Group 5">
            <a:extLst>
              <a:ext uri="{FF2B5EF4-FFF2-40B4-BE49-F238E27FC236}">
                <a16:creationId xmlns:a16="http://schemas.microsoft.com/office/drawing/2014/main" id="{41533C8D-DACB-3149-AFFF-7CBC5E9CDCB2}"/>
              </a:ext>
            </a:extLst>
          </p:cNvPr>
          <p:cNvGrpSpPr/>
          <p:nvPr/>
        </p:nvGrpSpPr>
        <p:grpSpPr>
          <a:xfrm>
            <a:off x="2131081" y="2752486"/>
            <a:ext cx="2720663" cy="2892203"/>
            <a:chOff x="1618882" y="5053963"/>
            <a:chExt cx="7255101" cy="7712541"/>
          </a:xfrm>
        </p:grpSpPr>
        <p:grpSp>
          <p:nvGrpSpPr>
            <p:cNvPr id="7" name="Group 6">
              <a:extLst>
                <a:ext uri="{FF2B5EF4-FFF2-40B4-BE49-F238E27FC236}">
                  <a16:creationId xmlns:a16="http://schemas.microsoft.com/office/drawing/2014/main" id="{BC7BFDF1-9B63-6842-9877-446521BF16A4}"/>
                </a:ext>
              </a:extLst>
            </p:cNvPr>
            <p:cNvGrpSpPr/>
            <p:nvPr/>
          </p:nvGrpSpPr>
          <p:grpSpPr>
            <a:xfrm>
              <a:off x="1618882" y="5053963"/>
              <a:ext cx="7255101" cy="7712541"/>
              <a:chOff x="1618882" y="5054879"/>
              <a:chExt cx="7255101" cy="7712541"/>
            </a:xfrm>
          </p:grpSpPr>
          <p:sp>
            <p:nvSpPr>
              <p:cNvPr id="13" name="Oval 12">
                <a:extLst>
                  <a:ext uri="{FF2B5EF4-FFF2-40B4-BE49-F238E27FC236}">
                    <a16:creationId xmlns:a16="http://schemas.microsoft.com/office/drawing/2014/main" id="{3305A40A-0D00-8C42-B7C9-BCC1D49CDE56}"/>
                  </a:ext>
                </a:extLst>
              </p:cNvPr>
              <p:cNvSpPr/>
              <p:nvPr/>
            </p:nvSpPr>
            <p:spPr>
              <a:xfrm>
                <a:off x="4383639" y="5054879"/>
                <a:ext cx="1702514" cy="1702514"/>
              </a:xfrm>
              <a:prstGeom prst="ellipse">
                <a:avLst/>
              </a:prstGeom>
              <a:solidFill>
                <a:schemeClr val="accent1"/>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grpSp>
            <p:nvGrpSpPr>
              <p:cNvPr id="14" name="Group 13">
                <a:extLst>
                  <a:ext uri="{FF2B5EF4-FFF2-40B4-BE49-F238E27FC236}">
                    <a16:creationId xmlns:a16="http://schemas.microsoft.com/office/drawing/2014/main" id="{C6ADE21D-C9F2-864D-8FBE-AD0BBB46B116}"/>
                  </a:ext>
                </a:extLst>
              </p:cNvPr>
              <p:cNvGrpSpPr/>
              <p:nvPr/>
            </p:nvGrpSpPr>
            <p:grpSpPr>
              <a:xfrm>
                <a:off x="1717342" y="5829318"/>
                <a:ext cx="7027834" cy="6127309"/>
                <a:chOff x="8935901" y="5878756"/>
                <a:chExt cx="7027834" cy="6127309"/>
              </a:xfrm>
            </p:grpSpPr>
            <p:sp>
              <p:nvSpPr>
                <p:cNvPr id="28" name="Freeform 29">
                  <a:extLst>
                    <a:ext uri="{FF2B5EF4-FFF2-40B4-BE49-F238E27FC236}">
                      <a16:creationId xmlns:a16="http://schemas.microsoft.com/office/drawing/2014/main" id="{7213701D-D745-AC4E-ABF6-AA88DF197B74}"/>
                    </a:ext>
                  </a:extLst>
                </p:cNvPr>
                <p:cNvSpPr>
                  <a:spLocks/>
                </p:cNvSpPr>
                <p:nvPr/>
              </p:nvSpPr>
              <p:spPr bwMode="auto">
                <a:xfrm>
                  <a:off x="12711343" y="10234004"/>
                  <a:ext cx="789748" cy="887111"/>
                </a:xfrm>
                <a:custGeom>
                  <a:avLst/>
                  <a:gdLst>
                    <a:gd name="T0" fmla="*/ 121 w 154"/>
                    <a:gd name="T1" fmla="*/ 128 h 173"/>
                    <a:gd name="T2" fmla="*/ 121 w 154"/>
                    <a:gd name="T3" fmla="*/ 173 h 173"/>
                    <a:gd name="T4" fmla="*/ 137 w 154"/>
                    <a:gd name="T5" fmla="*/ 171 h 173"/>
                    <a:gd name="T6" fmla="*/ 154 w 154"/>
                    <a:gd name="T7" fmla="*/ 173 h 173"/>
                    <a:gd name="T8" fmla="*/ 154 w 154"/>
                    <a:gd name="T9" fmla="*/ 128 h 173"/>
                    <a:gd name="T10" fmla="*/ 110 w 154"/>
                    <a:gd name="T11" fmla="*/ 54 h 173"/>
                    <a:gd name="T12" fmla="*/ 17 w 154"/>
                    <a:gd name="T13" fmla="*/ 0 h 173"/>
                    <a:gd name="T14" fmla="*/ 0 w 154"/>
                    <a:gd name="T15" fmla="*/ 28 h 173"/>
                    <a:gd name="T16" fmla="*/ 91 w 154"/>
                    <a:gd name="T17" fmla="*/ 81 h 173"/>
                    <a:gd name="T18" fmla="*/ 121 w 154"/>
                    <a:gd name="T19" fmla="*/ 128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4" h="173">
                      <a:moveTo>
                        <a:pt x="121" y="128"/>
                      </a:moveTo>
                      <a:cubicBezTo>
                        <a:pt x="121" y="173"/>
                        <a:pt x="121" y="173"/>
                        <a:pt x="121" y="173"/>
                      </a:cubicBezTo>
                      <a:cubicBezTo>
                        <a:pt x="126" y="172"/>
                        <a:pt x="132" y="171"/>
                        <a:pt x="137" y="171"/>
                      </a:cubicBezTo>
                      <a:cubicBezTo>
                        <a:pt x="143" y="171"/>
                        <a:pt x="148" y="172"/>
                        <a:pt x="154" y="173"/>
                      </a:cubicBezTo>
                      <a:cubicBezTo>
                        <a:pt x="154" y="128"/>
                        <a:pt x="154" y="128"/>
                        <a:pt x="154" y="128"/>
                      </a:cubicBezTo>
                      <a:cubicBezTo>
                        <a:pt x="153" y="98"/>
                        <a:pt x="134" y="70"/>
                        <a:pt x="110" y="54"/>
                      </a:cubicBezTo>
                      <a:cubicBezTo>
                        <a:pt x="17" y="0"/>
                        <a:pt x="17" y="0"/>
                        <a:pt x="17" y="0"/>
                      </a:cubicBezTo>
                      <a:cubicBezTo>
                        <a:pt x="13" y="11"/>
                        <a:pt x="7" y="20"/>
                        <a:pt x="0" y="28"/>
                      </a:cubicBezTo>
                      <a:cubicBezTo>
                        <a:pt x="91" y="81"/>
                        <a:pt x="91" y="81"/>
                        <a:pt x="91" y="81"/>
                      </a:cubicBezTo>
                      <a:cubicBezTo>
                        <a:pt x="107" y="90"/>
                        <a:pt x="121" y="112"/>
                        <a:pt x="121" y="128"/>
                      </a:cubicBezTo>
                      <a:close/>
                    </a:path>
                  </a:pathLst>
                </a:custGeom>
                <a:solidFill>
                  <a:schemeClr val="accent1">
                    <a:lumMod val="75000"/>
                  </a:schemeClr>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29" name="Freeform 10">
                  <a:extLst>
                    <a:ext uri="{FF2B5EF4-FFF2-40B4-BE49-F238E27FC236}">
                      <a16:creationId xmlns:a16="http://schemas.microsoft.com/office/drawing/2014/main" id="{5BCBC7F7-1862-9B42-AFB0-ECAAB2887685}"/>
                    </a:ext>
                  </a:extLst>
                </p:cNvPr>
                <p:cNvSpPr>
                  <a:spLocks noEditPoints="1"/>
                </p:cNvSpPr>
                <p:nvPr/>
              </p:nvSpPr>
              <p:spPr bwMode="auto">
                <a:xfrm>
                  <a:off x="12009212" y="5878756"/>
                  <a:ext cx="897932" cy="895767"/>
                </a:xfrm>
                <a:custGeom>
                  <a:avLst/>
                  <a:gdLst>
                    <a:gd name="T0" fmla="*/ 88 w 175"/>
                    <a:gd name="T1" fmla="*/ 0 h 175"/>
                    <a:gd name="T2" fmla="*/ 0 w 175"/>
                    <a:gd name="T3" fmla="*/ 88 h 175"/>
                    <a:gd name="T4" fmla="*/ 88 w 175"/>
                    <a:gd name="T5" fmla="*/ 175 h 175"/>
                    <a:gd name="T6" fmla="*/ 175 w 175"/>
                    <a:gd name="T7" fmla="*/ 88 h 175"/>
                    <a:gd name="T8" fmla="*/ 88 w 175"/>
                    <a:gd name="T9" fmla="*/ 0 h 175"/>
                    <a:gd name="T10" fmla="*/ 88 w 175"/>
                    <a:gd name="T11" fmla="*/ 143 h 175"/>
                    <a:gd name="T12" fmla="*/ 33 w 175"/>
                    <a:gd name="T13" fmla="*/ 88 h 175"/>
                    <a:gd name="T14" fmla="*/ 88 w 175"/>
                    <a:gd name="T15" fmla="*/ 32 h 175"/>
                    <a:gd name="T16" fmla="*/ 143 w 175"/>
                    <a:gd name="T17" fmla="*/ 88 h 175"/>
                    <a:gd name="T18" fmla="*/ 88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8" y="0"/>
                      </a:moveTo>
                      <a:cubicBezTo>
                        <a:pt x="39" y="0"/>
                        <a:pt x="0" y="39"/>
                        <a:pt x="0" y="88"/>
                      </a:cubicBezTo>
                      <a:cubicBezTo>
                        <a:pt x="0" y="136"/>
                        <a:pt x="39" y="175"/>
                        <a:pt x="88" y="175"/>
                      </a:cubicBezTo>
                      <a:cubicBezTo>
                        <a:pt x="136" y="175"/>
                        <a:pt x="175" y="136"/>
                        <a:pt x="175" y="88"/>
                      </a:cubicBezTo>
                      <a:cubicBezTo>
                        <a:pt x="175" y="39"/>
                        <a:pt x="136" y="0"/>
                        <a:pt x="88" y="0"/>
                      </a:cubicBezTo>
                      <a:close/>
                      <a:moveTo>
                        <a:pt x="88" y="143"/>
                      </a:moveTo>
                      <a:cubicBezTo>
                        <a:pt x="57" y="143"/>
                        <a:pt x="33" y="118"/>
                        <a:pt x="33" y="88"/>
                      </a:cubicBezTo>
                      <a:cubicBezTo>
                        <a:pt x="33" y="57"/>
                        <a:pt x="57" y="32"/>
                        <a:pt x="88" y="32"/>
                      </a:cubicBezTo>
                      <a:cubicBezTo>
                        <a:pt x="118" y="32"/>
                        <a:pt x="143" y="57"/>
                        <a:pt x="143" y="88"/>
                      </a:cubicBezTo>
                      <a:cubicBezTo>
                        <a:pt x="143" y="118"/>
                        <a:pt x="118" y="143"/>
                        <a:pt x="88" y="143"/>
                      </a:cubicBezTo>
                      <a:close/>
                    </a:path>
                  </a:pathLst>
                </a:custGeom>
                <a:solidFill>
                  <a:schemeClr val="accent1"/>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0" name="Freeform 11">
                  <a:extLst>
                    <a:ext uri="{FF2B5EF4-FFF2-40B4-BE49-F238E27FC236}">
                      <a16:creationId xmlns:a16="http://schemas.microsoft.com/office/drawing/2014/main" id="{D952380C-6C2A-8741-A987-9F3409FC2199}"/>
                    </a:ext>
                  </a:extLst>
                </p:cNvPr>
                <p:cNvSpPr>
                  <a:spLocks noEditPoints="1"/>
                </p:cNvSpPr>
                <p:nvPr/>
              </p:nvSpPr>
              <p:spPr bwMode="auto">
                <a:xfrm>
                  <a:off x="13045618" y="8152792"/>
                  <a:ext cx="895767" cy="895767"/>
                </a:xfrm>
                <a:custGeom>
                  <a:avLst/>
                  <a:gdLst>
                    <a:gd name="T0" fmla="*/ 88 w 175"/>
                    <a:gd name="T1" fmla="*/ 0 h 175"/>
                    <a:gd name="T2" fmla="*/ 0 w 175"/>
                    <a:gd name="T3" fmla="*/ 88 h 175"/>
                    <a:gd name="T4" fmla="*/ 88 w 175"/>
                    <a:gd name="T5" fmla="*/ 175 h 175"/>
                    <a:gd name="T6" fmla="*/ 175 w 175"/>
                    <a:gd name="T7" fmla="*/ 88 h 175"/>
                    <a:gd name="T8" fmla="*/ 88 w 175"/>
                    <a:gd name="T9" fmla="*/ 0 h 175"/>
                    <a:gd name="T10" fmla="*/ 88 w 175"/>
                    <a:gd name="T11" fmla="*/ 143 h 175"/>
                    <a:gd name="T12" fmla="*/ 32 w 175"/>
                    <a:gd name="T13" fmla="*/ 88 h 175"/>
                    <a:gd name="T14" fmla="*/ 88 w 175"/>
                    <a:gd name="T15" fmla="*/ 33 h 175"/>
                    <a:gd name="T16" fmla="*/ 143 w 175"/>
                    <a:gd name="T17" fmla="*/ 88 h 175"/>
                    <a:gd name="T18" fmla="*/ 88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8" y="0"/>
                      </a:moveTo>
                      <a:cubicBezTo>
                        <a:pt x="39" y="0"/>
                        <a:pt x="0" y="40"/>
                        <a:pt x="0" y="88"/>
                      </a:cubicBezTo>
                      <a:cubicBezTo>
                        <a:pt x="0" y="136"/>
                        <a:pt x="39" y="175"/>
                        <a:pt x="88" y="175"/>
                      </a:cubicBezTo>
                      <a:cubicBezTo>
                        <a:pt x="136" y="175"/>
                        <a:pt x="175" y="136"/>
                        <a:pt x="175" y="88"/>
                      </a:cubicBezTo>
                      <a:cubicBezTo>
                        <a:pt x="175" y="40"/>
                        <a:pt x="136" y="0"/>
                        <a:pt x="88" y="0"/>
                      </a:cubicBezTo>
                      <a:close/>
                      <a:moveTo>
                        <a:pt x="88" y="143"/>
                      </a:moveTo>
                      <a:cubicBezTo>
                        <a:pt x="57" y="143"/>
                        <a:pt x="32" y="118"/>
                        <a:pt x="32" y="88"/>
                      </a:cubicBezTo>
                      <a:cubicBezTo>
                        <a:pt x="32" y="57"/>
                        <a:pt x="57" y="33"/>
                        <a:pt x="88" y="33"/>
                      </a:cubicBezTo>
                      <a:cubicBezTo>
                        <a:pt x="118" y="33"/>
                        <a:pt x="143" y="57"/>
                        <a:pt x="143" y="88"/>
                      </a:cubicBezTo>
                      <a:cubicBezTo>
                        <a:pt x="143" y="118"/>
                        <a:pt x="118" y="143"/>
                        <a:pt x="88" y="143"/>
                      </a:cubicBezTo>
                      <a:close/>
                    </a:path>
                  </a:pathLst>
                </a:custGeom>
                <a:solidFill>
                  <a:schemeClr val="accent1"/>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1" name="Freeform 13">
                  <a:extLst>
                    <a:ext uri="{FF2B5EF4-FFF2-40B4-BE49-F238E27FC236}">
                      <a16:creationId xmlns:a16="http://schemas.microsoft.com/office/drawing/2014/main" id="{99D079D8-BA5B-E64E-98CE-DAC9738C1EC7}"/>
                    </a:ext>
                  </a:extLst>
                </p:cNvPr>
                <p:cNvSpPr>
                  <a:spLocks noEditPoints="1"/>
                </p:cNvSpPr>
                <p:nvPr/>
              </p:nvSpPr>
              <p:spPr bwMode="auto">
                <a:xfrm>
                  <a:off x="10974969" y="8152790"/>
                  <a:ext cx="895767" cy="895767"/>
                </a:xfrm>
                <a:custGeom>
                  <a:avLst/>
                  <a:gdLst>
                    <a:gd name="T0" fmla="*/ 88 w 175"/>
                    <a:gd name="T1" fmla="*/ 0 h 175"/>
                    <a:gd name="T2" fmla="*/ 0 w 175"/>
                    <a:gd name="T3" fmla="*/ 88 h 175"/>
                    <a:gd name="T4" fmla="*/ 88 w 175"/>
                    <a:gd name="T5" fmla="*/ 175 h 175"/>
                    <a:gd name="T6" fmla="*/ 175 w 175"/>
                    <a:gd name="T7" fmla="*/ 88 h 175"/>
                    <a:gd name="T8" fmla="*/ 88 w 175"/>
                    <a:gd name="T9" fmla="*/ 0 h 175"/>
                    <a:gd name="T10" fmla="*/ 88 w 175"/>
                    <a:gd name="T11" fmla="*/ 143 h 175"/>
                    <a:gd name="T12" fmla="*/ 33 w 175"/>
                    <a:gd name="T13" fmla="*/ 88 h 175"/>
                    <a:gd name="T14" fmla="*/ 88 w 175"/>
                    <a:gd name="T15" fmla="*/ 33 h 175"/>
                    <a:gd name="T16" fmla="*/ 143 w 175"/>
                    <a:gd name="T17" fmla="*/ 88 h 175"/>
                    <a:gd name="T18" fmla="*/ 88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8" y="0"/>
                      </a:moveTo>
                      <a:cubicBezTo>
                        <a:pt x="39" y="0"/>
                        <a:pt x="0" y="40"/>
                        <a:pt x="0" y="88"/>
                      </a:cubicBezTo>
                      <a:cubicBezTo>
                        <a:pt x="0" y="136"/>
                        <a:pt x="39" y="175"/>
                        <a:pt x="88" y="175"/>
                      </a:cubicBezTo>
                      <a:cubicBezTo>
                        <a:pt x="136" y="175"/>
                        <a:pt x="175" y="136"/>
                        <a:pt x="175" y="88"/>
                      </a:cubicBezTo>
                      <a:cubicBezTo>
                        <a:pt x="175" y="40"/>
                        <a:pt x="136" y="0"/>
                        <a:pt x="88" y="0"/>
                      </a:cubicBezTo>
                      <a:close/>
                      <a:moveTo>
                        <a:pt x="88" y="143"/>
                      </a:moveTo>
                      <a:cubicBezTo>
                        <a:pt x="57" y="143"/>
                        <a:pt x="33" y="118"/>
                        <a:pt x="33" y="88"/>
                      </a:cubicBezTo>
                      <a:cubicBezTo>
                        <a:pt x="33" y="57"/>
                        <a:pt x="57" y="33"/>
                        <a:pt x="88" y="33"/>
                      </a:cubicBezTo>
                      <a:cubicBezTo>
                        <a:pt x="118" y="33"/>
                        <a:pt x="143" y="57"/>
                        <a:pt x="143" y="88"/>
                      </a:cubicBezTo>
                      <a:cubicBezTo>
                        <a:pt x="143" y="118"/>
                        <a:pt x="118" y="143"/>
                        <a:pt x="88" y="143"/>
                      </a:cubicBezTo>
                      <a:close/>
                    </a:path>
                  </a:pathLst>
                </a:custGeom>
                <a:solidFill>
                  <a:schemeClr val="accent2"/>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2" name="Freeform 25">
                  <a:extLst>
                    <a:ext uri="{FF2B5EF4-FFF2-40B4-BE49-F238E27FC236}">
                      <a16:creationId xmlns:a16="http://schemas.microsoft.com/office/drawing/2014/main" id="{C25D012B-0A92-7B40-A587-24F15A6866FD}"/>
                    </a:ext>
                  </a:extLst>
                </p:cNvPr>
                <p:cNvSpPr>
                  <a:spLocks/>
                </p:cNvSpPr>
                <p:nvPr/>
              </p:nvSpPr>
              <p:spPr bwMode="auto">
                <a:xfrm>
                  <a:off x="11338467" y="6765868"/>
                  <a:ext cx="1205174" cy="1397741"/>
                </a:xfrm>
                <a:custGeom>
                  <a:avLst/>
                  <a:gdLst>
                    <a:gd name="T0" fmla="*/ 235 w 235"/>
                    <a:gd name="T1" fmla="*/ 0 h 273"/>
                    <a:gd name="T2" fmla="*/ 219 w 235"/>
                    <a:gd name="T3" fmla="*/ 2 h 273"/>
                    <a:gd name="T4" fmla="*/ 202 w 235"/>
                    <a:gd name="T5" fmla="*/ 0 h 273"/>
                    <a:gd name="T6" fmla="*/ 202 w 235"/>
                    <a:gd name="T7" fmla="*/ 39 h 273"/>
                    <a:gd name="T8" fmla="*/ 172 w 235"/>
                    <a:gd name="T9" fmla="*/ 86 h 273"/>
                    <a:gd name="T10" fmla="*/ 114 w 235"/>
                    <a:gd name="T11" fmla="*/ 120 h 273"/>
                    <a:gd name="T12" fmla="*/ 114 w 235"/>
                    <a:gd name="T13" fmla="*/ 120 h 273"/>
                    <a:gd name="T14" fmla="*/ 44 w 235"/>
                    <a:gd name="T15" fmla="*/ 160 h 273"/>
                    <a:gd name="T16" fmla="*/ 0 w 235"/>
                    <a:gd name="T17" fmla="*/ 234 h 273"/>
                    <a:gd name="T18" fmla="*/ 0 w 235"/>
                    <a:gd name="T19" fmla="*/ 273 h 273"/>
                    <a:gd name="T20" fmla="*/ 17 w 235"/>
                    <a:gd name="T21" fmla="*/ 271 h 273"/>
                    <a:gd name="T22" fmla="*/ 33 w 235"/>
                    <a:gd name="T23" fmla="*/ 273 h 273"/>
                    <a:gd name="T24" fmla="*/ 33 w 235"/>
                    <a:gd name="T25" fmla="*/ 235 h 273"/>
                    <a:gd name="T26" fmla="*/ 63 w 235"/>
                    <a:gd name="T27" fmla="*/ 187 h 273"/>
                    <a:gd name="T28" fmla="*/ 121 w 235"/>
                    <a:gd name="T29" fmla="*/ 153 h 273"/>
                    <a:gd name="T30" fmla="*/ 121 w 235"/>
                    <a:gd name="T31" fmla="*/ 153 h 273"/>
                    <a:gd name="T32" fmla="*/ 191 w 235"/>
                    <a:gd name="T33" fmla="*/ 113 h 273"/>
                    <a:gd name="T34" fmla="*/ 235 w 235"/>
                    <a:gd name="T35" fmla="*/ 39 h 273"/>
                    <a:gd name="T36" fmla="*/ 235 w 235"/>
                    <a:gd name="T37" fmla="*/ 0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5" h="273">
                      <a:moveTo>
                        <a:pt x="235" y="0"/>
                      </a:moveTo>
                      <a:cubicBezTo>
                        <a:pt x="230" y="1"/>
                        <a:pt x="224" y="2"/>
                        <a:pt x="219" y="2"/>
                      </a:cubicBezTo>
                      <a:cubicBezTo>
                        <a:pt x="213" y="2"/>
                        <a:pt x="208" y="1"/>
                        <a:pt x="202" y="0"/>
                      </a:cubicBezTo>
                      <a:cubicBezTo>
                        <a:pt x="202" y="39"/>
                        <a:pt x="202" y="39"/>
                        <a:pt x="202" y="39"/>
                      </a:cubicBezTo>
                      <a:cubicBezTo>
                        <a:pt x="202" y="55"/>
                        <a:pt x="189" y="77"/>
                        <a:pt x="172" y="86"/>
                      </a:cubicBezTo>
                      <a:cubicBezTo>
                        <a:pt x="114" y="120"/>
                        <a:pt x="114" y="120"/>
                        <a:pt x="114" y="120"/>
                      </a:cubicBezTo>
                      <a:cubicBezTo>
                        <a:pt x="114" y="120"/>
                        <a:pt x="114" y="120"/>
                        <a:pt x="114" y="120"/>
                      </a:cubicBezTo>
                      <a:cubicBezTo>
                        <a:pt x="44" y="160"/>
                        <a:pt x="44" y="160"/>
                        <a:pt x="44" y="160"/>
                      </a:cubicBezTo>
                      <a:cubicBezTo>
                        <a:pt x="20" y="176"/>
                        <a:pt x="1" y="204"/>
                        <a:pt x="0" y="234"/>
                      </a:cubicBezTo>
                      <a:cubicBezTo>
                        <a:pt x="0" y="273"/>
                        <a:pt x="0" y="273"/>
                        <a:pt x="0" y="273"/>
                      </a:cubicBezTo>
                      <a:cubicBezTo>
                        <a:pt x="6" y="272"/>
                        <a:pt x="11" y="271"/>
                        <a:pt x="17" y="271"/>
                      </a:cubicBezTo>
                      <a:cubicBezTo>
                        <a:pt x="22" y="271"/>
                        <a:pt x="28" y="272"/>
                        <a:pt x="33" y="273"/>
                      </a:cubicBezTo>
                      <a:cubicBezTo>
                        <a:pt x="33" y="235"/>
                        <a:pt x="33" y="235"/>
                        <a:pt x="33" y="235"/>
                      </a:cubicBezTo>
                      <a:cubicBezTo>
                        <a:pt x="33" y="218"/>
                        <a:pt x="47" y="197"/>
                        <a:pt x="63" y="187"/>
                      </a:cubicBezTo>
                      <a:cubicBezTo>
                        <a:pt x="121" y="153"/>
                        <a:pt x="121" y="153"/>
                        <a:pt x="121" y="153"/>
                      </a:cubicBezTo>
                      <a:cubicBezTo>
                        <a:pt x="121" y="153"/>
                        <a:pt x="121" y="153"/>
                        <a:pt x="121" y="153"/>
                      </a:cubicBezTo>
                      <a:cubicBezTo>
                        <a:pt x="191" y="113"/>
                        <a:pt x="191" y="113"/>
                        <a:pt x="191" y="113"/>
                      </a:cubicBezTo>
                      <a:cubicBezTo>
                        <a:pt x="216" y="97"/>
                        <a:pt x="234" y="69"/>
                        <a:pt x="235" y="39"/>
                      </a:cubicBezTo>
                      <a:lnTo>
                        <a:pt x="235" y="0"/>
                      </a:lnTo>
                      <a:close/>
                    </a:path>
                  </a:pathLst>
                </a:custGeom>
                <a:solidFill>
                  <a:schemeClr val="accent2">
                    <a:lumMod val="75000"/>
                  </a:schemeClr>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3" name="Freeform 26">
                  <a:extLst>
                    <a:ext uri="{FF2B5EF4-FFF2-40B4-BE49-F238E27FC236}">
                      <a16:creationId xmlns:a16="http://schemas.microsoft.com/office/drawing/2014/main" id="{A9822D4B-F8A1-B044-9E32-0368F9958473}"/>
                    </a:ext>
                  </a:extLst>
                </p:cNvPr>
                <p:cNvSpPr>
                  <a:spLocks/>
                </p:cNvSpPr>
                <p:nvPr/>
              </p:nvSpPr>
              <p:spPr bwMode="auto">
                <a:xfrm>
                  <a:off x="12372703" y="6765866"/>
                  <a:ext cx="1205174" cy="1397741"/>
                </a:xfrm>
                <a:custGeom>
                  <a:avLst/>
                  <a:gdLst>
                    <a:gd name="T0" fmla="*/ 172 w 235"/>
                    <a:gd name="T1" fmla="*/ 187 h 273"/>
                    <a:gd name="T2" fmla="*/ 202 w 235"/>
                    <a:gd name="T3" fmla="*/ 235 h 273"/>
                    <a:gd name="T4" fmla="*/ 202 w 235"/>
                    <a:gd name="T5" fmla="*/ 273 h 273"/>
                    <a:gd name="T6" fmla="*/ 219 w 235"/>
                    <a:gd name="T7" fmla="*/ 271 h 273"/>
                    <a:gd name="T8" fmla="*/ 235 w 235"/>
                    <a:gd name="T9" fmla="*/ 273 h 273"/>
                    <a:gd name="T10" fmla="*/ 235 w 235"/>
                    <a:gd name="T11" fmla="*/ 234 h 273"/>
                    <a:gd name="T12" fmla="*/ 191 w 235"/>
                    <a:gd name="T13" fmla="*/ 160 h 273"/>
                    <a:gd name="T14" fmla="*/ 121 w 235"/>
                    <a:gd name="T15" fmla="*/ 120 h 273"/>
                    <a:gd name="T16" fmla="*/ 121 w 235"/>
                    <a:gd name="T17" fmla="*/ 120 h 273"/>
                    <a:gd name="T18" fmla="*/ 63 w 235"/>
                    <a:gd name="T19" fmla="*/ 86 h 273"/>
                    <a:gd name="T20" fmla="*/ 33 w 235"/>
                    <a:gd name="T21" fmla="*/ 39 h 273"/>
                    <a:gd name="T22" fmla="*/ 33 w 235"/>
                    <a:gd name="T23" fmla="*/ 0 h 273"/>
                    <a:gd name="T24" fmla="*/ 17 w 235"/>
                    <a:gd name="T25" fmla="*/ 2 h 273"/>
                    <a:gd name="T26" fmla="*/ 0 w 235"/>
                    <a:gd name="T27" fmla="*/ 0 h 273"/>
                    <a:gd name="T28" fmla="*/ 0 w 235"/>
                    <a:gd name="T29" fmla="*/ 39 h 273"/>
                    <a:gd name="T30" fmla="*/ 44 w 235"/>
                    <a:gd name="T31" fmla="*/ 113 h 273"/>
                    <a:gd name="T32" fmla="*/ 114 w 235"/>
                    <a:gd name="T33" fmla="*/ 153 h 273"/>
                    <a:gd name="T34" fmla="*/ 114 w 235"/>
                    <a:gd name="T35" fmla="*/ 153 h 273"/>
                    <a:gd name="T36" fmla="*/ 172 w 235"/>
                    <a:gd name="T37" fmla="*/ 187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5" h="273">
                      <a:moveTo>
                        <a:pt x="172" y="187"/>
                      </a:moveTo>
                      <a:cubicBezTo>
                        <a:pt x="189" y="197"/>
                        <a:pt x="202" y="218"/>
                        <a:pt x="202" y="235"/>
                      </a:cubicBezTo>
                      <a:cubicBezTo>
                        <a:pt x="202" y="273"/>
                        <a:pt x="202" y="273"/>
                        <a:pt x="202" y="273"/>
                      </a:cubicBezTo>
                      <a:cubicBezTo>
                        <a:pt x="208" y="272"/>
                        <a:pt x="213" y="271"/>
                        <a:pt x="219" y="271"/>
                      </a:cubicBezTo>
                      <a:cubicBezTo>
                        <a:pt x="224" y="271"/>
                        <a:pt x="230" y="272"/>
                        <a:pt x="235" y="273"/>
                      </a:cubicBezTo>
                      <a:cubicBezTo>
                        <a:pt x="235" y="234"/>
                        <a:pt x="235" y="234"/>
                        <a:pt x="235" y="234"/>
                      </a:cubicBezTo>
                      <a:cubicBezTo>
                        <a:pt x="234" y="204"/>
                        <a:pt x="215" y="176"/>
                        <a:pt x="191" y="160"/>
                      </a:cubicBezTo>
                      <a:cubicBezTo>
                        <a:pt x="121" y="120"/>
                        <a:pt x="121" y="120"/>
                        <a:pt x="121" y="120"/>
                      </a:cubicBezTo>
                      <a:cubicBezTo>
                        <a:pt x="121" y="120"/>
                        <a:pt x="121" y="120"/>
                        <a:pt x="121" y="120"/>
                      </a:cubicBezTo>
                      <a:cubicBezTo>
                        <a:pt x="63" y="86"/>
                        <a:pt x="63" y="86"/>
                        <a:pt x="63" y="86"/>
                      </a:cubicBezTo>
                      <a:cubicBezTo>
                        <a:pt x="46" y="77"/>
                        <a:pt x="33" y="55"/>
                        <a:pt x="33" y="39"/>
                      </a:cubicBezTo>
                      <a:cubicBezTo>
                        <a:pt x="33" y="0"/>
                        <a:pt x="33" y="0"/>
                        <a:pt x="33" y="0"/>
                      </a:cubicBezTo>
                      <a:cubicBezTo>
                        <a:pt x="28" y="1"/>
                        <a:pt x="22" y="2"/>
                        <a:pt x="17" y="2"/>
                      </a:cubicBezTo>
                      <a:cubicBezTo>
                        <a:pt x="11" y="2"/>
                        <a:pt x="6" y="1"/>
                        <a:pt x="0" y="0"/>
                      </a:cubicBezTo>
                      <a:cubicBezTo>
                        <a:pt x="0" y="39"/>
                        <a:pt x="0" y="39"/>
                        <a:pt x="0" y="39"/>
                      </a:cubicBezTo>
                      <a:cubicBezTo>
                        <a:pt x="1" y="69"/>
                        <a:pt x="20" y="97"/>
                        <a:pt x="44" y="113"/>
                      </a:cubicBezTo>
                      <a:cubicBezTo>
                        <a:pt x="114" y="153"/>
                        <a:pt x="114" y="153"/>
                        <a:pt x="114" y="153"/>
                      </a:cubicBezTo>
                      <a:cubicBezTo>
                        <a:pt x="114" y="153"/>
                        <a:pt x="114" y="153"/>
                        <a:pt x="114" y="153"/>
                      </a:cubicBezTo>
                      <a:lnTo>
                        <a:pt x="172" y="187"/>
                      </a:lnTo>
                      <a:close/>
                    </a:path>
                  </a:pathLst>
                </a:custGeom>
                <a:solidFill>
                  <a:schemeClr val="accent1">
                    <a:lumMod val="75000"/>
                  </a:schemeClr>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4" name="Freeform 9">
                  <a:extLst>
                    <a:ext uri="{FF2B5EF4-FFF2-40B4-BE49-F238E27FC236}">
                      <a16:creationId xmlns:a16="http://schemas.microsoft.com/office/drawing/2014/main" id="{8C0A7D4E-3C99-944F-9623-83D666B81521}"/>
                    </a:ext>
                  </a:extLst>
                </p:cNvPr>
                <p:cNvSpPr>
                  <a:spLocks noEditPoints="1"/>
                </p:cNvSpPr>
                <p:nvPr/>
              </p:nvSpPr>
              <p:spPr bwMode="auto">
                <a:xfrm>
                  <a:off x="12000146" y="9630327"/>
                  <a:ext cx="897932" cy="895767"/>
                </a:xfrm>
                <a:custGeom>
                  <a:avLst/>
                  <a:gdLst>
                    <a:gd name="T0" fmla="*/ 87 w 175"/>
                    <a:gd name="T1" fmla="*/ 0 h 175"/>
                    <a:gd name="T2" fmla="*/ 0 w 175"/>
                    <a:gd name="T3" fmla="*/ 88 h 175"/>
                    <a:gd name="T4" fmla="*/ 87 w 175"/>
                    <a:gd name="T5" fmla="*/ 175 h 175"/>
                    <a:gd name="T6" fmla="*/ 175 w 175"/>
                    <a:gd name="T7" fmla="*/ 88 h 175"/>
                    <a:gd name="T8" fmla="*/ 87 w 175"/>
                    <a:gd name="T9" fmla="*/ 0 h 175"/>
                    <a:gd name="T10" fmla="*/ 87 w 175"/>
                    <a:gd name="T11" fmla="*/ 143 h 175"/>
                    <a:gd name="T12" fmla="*/ 32 w 175"/>
                    <a:gd name="T13" fmla="*/ 88 h 175"/>
                    <a:gd name="T14" fmla="*/ 87 w 175"/>
                    <a:gd name="T15" fmla="*/ 33 h 175"/>
                    <a:gd name="T16" fmla="*/ 142 w 175"/>
                    <a:gd name="T17" fmla="*/ 88 h 175"/>
                    <a:gd name="T18" fmla="*/ 87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7" y="0"/>
                      </a:moveTo>
                      <a:cubicBezTo>
                        <a:pt x="39" y="0"/>
                        <a:pt x="0" y="40"/>
                        <a:pt x="0" y="88"/>
                      </a:cubicBezTo>
                      <a:cubicBezTo>
                        <a:pt x="0" y="136"/>
                        <a:pt x="39" y="175"/>
                        <a:pt x="87" y="175"/>
                      </a:cubicBezTo>
                      <a:cubicBezTo>
                        <a:pt x="136" y="175"/>
                        <a:pt x="175" y="136"/>
                        <a:pt x="175" y="88"/>
                      </a:cubicBezTo>
                      <a:cubicBezTo>
                        <a:pt x="175" y="40"/>
                        <a:pt x="136" y="0"/>
                        <a:pt x="87" y="0"/>
                      </a:cubicBezTo>
                      <a:close/>
                      <a:moveTo>
                        <a:pt x="87" y="143"/>
                      </a:moveTo>
                      <a:cubicBezTo>
                        <a:pt x="57" y="143"/>
                        <a:pt x="32" y="118"/>
                        <a:pt x="32" y="88"/>
                      </a:cubicBezTo>
                      <a:cubicBezTo>
                        <a:pt x="32" y="58"/>
                        <a:pt x="57" y="33"/>
                        <a:pt x="87" y="33"/>
                      </a:cubicBezTo>
                      <a:cubicBezTo>
                        <a:pt x="118" y="33"/>
                        <a:pt x="142" y="58"/>
                        <a:pt x="142" y="88"/>
                      </a:cubicBezTo>
                      <a:cubicBezTo>
                        <a:pt x="142" y="118"/>
                        <a:pt x="118" y="143"/>
                        <a:pt x="87" y="143"/>
                      </a:cubicBezTo>
                      <a:close/>
                    </a:path>
                  </a:pathLst>
                </a:custGeom>
                <a:solidFill>
                  <a:schemeClr val="accent1"/>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5" name="Freeform 20">
                  <a:extLst>
                    <a:ext uri="{FF2B5EF4-FFF2-40B4-BE49-F238E27FC236}">
                      <a16:creationId xmlns:a16="http://schemas.microsoft.com/office/drawing/2014/main" id="{CA708483-240F-C74B-B106-3A206301DA7F}"/>
                    </a:ext>
                  </a:extLst>
                </p:cNvPr>
                <p:cNvSpPr>
                  <a:spLocks noEditPoints="1"/>
                </p:cNvSpPr>
                <p:nvPr/>
              </p:nvSpPr>
              <p:spPr bwMode="auto">
                <a:xfrm>
                  <a:off x="9966234" y="9630327"/>
                  <a:ext cx="897932" cy="895767"/>
                </a:xfrm>
                <a:custGeom>
                  <a:avLst/>
                  <a:gdLst>
                    <a:gd name="T0" fmla="*/ 87 w 175"/>
                    <a:gd name="T1" fmla="*/ 0 h 175"/>
                    <a:gd name="T2" fmla="*/ 0 w 175"/>
                    <a:gd name="T3" fmla="*/ 88 h 175"/>
                    <a:gd name="T4" fmla="*/ 87 w 175"/>
                    <a:gd name="T5" fmla="*/ 175 h 175"/>
                    <a:gd name="T6" fmla="*/ 175 w 175"/>
                    <a:gd name="T7" fmla="*/ 88 h 175"/>
                    <a:gd name="T8" fmla="*/ 87 w 175"/>
                    <a:gd name="T9" fmla="*/ 0 h 175"/>
                    <a:gd name="T10" fmla="*/ 87 w 175"/>
                    <a:gd name="T11" fmla="*/ 143 h 175"/>
                    <a:gd name="T12" fmla="*/ 32 w 175"/>
                    <a:gd name="T13" fmla="*/ 88 h 175"/>
                    <a:gd name="T14" fmla="*/ 87 w 175"/>
                    <a:gd name="T15" fmla="*/ 33 h 175"/>
                    <a:gd name="T16" fmla="*/ 142 w 175"/>
                    <a:gd name="T17" fmla="*/ 88 h 175"/>
                    <a:gd name="T18" fmla="*/ 87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7" y="0"/>
                      </a:moveTo>
                      <a:cubicBezTo>
                        <a:pt x="39" y="0"/>
                        <a:pt x="0" y="40"/>
                        <a:pt x="0" y="88"/>
                      </a:cubicBezTo>
                      <a:cubicBezTo>
                        <a:pt x="0" y="136"/>
                        <a:pt x="39" y="175"/>
                        <a:pt x="87" y="175"/>
                      </a:cubicBezTo>
                      <a:cubicBezTo>
                        <a:pt x="135" y="175"/>
                        <a:pt x="175" y="136"/>
                        <a:pt x="175" y="88"/>
                      </a:cubicBezTo>
                      <a:cubicBezTo>
                        <a:pt x="175" y="40"/>
                        <a:pt x="135" y="0"/>
                        <a:pt x="87" y="0"/>
                      </a:cubicBezTo>
                      <a:close/>
                      <a:moveTo>
                        <a:pt x="87" y="143"/>
                      </a:moveTo>
                      <a:cubicBezTo>
                        <a:pt x="57" y="143"/>
                        <a:pt x="32" y="118"/>
                        <a:pt x="32" y="88"/>
                      </a:cubicBezTo>
                      <a:cubicBezTo>
                        <a:pt x="32" y="58"/>
                        <a:pt x="57" y="33"/>
                        <a:pt x="87" y="33"/>
                      </a:cubicBezTo>
                      <a:cubicBezTo>
                        <a:pt x="117" y="33"/>
                        <a:pt x="142" y="58"/>
                        <a:pt x="142" y="88"/>
                      </a:cubicBezTo>
                      <a:cubicBezTo>
                        <a:pt x="142" y="118"/>
                        <a:pt x="117" y="143"/>
                        <a:pt x="87" y="143"/>
                      </a:cubicBezTo>
                      <a:close/>
                    </a:path>
                  </a:pathLst>
                </a:custGeom>
                <a:solidFill>
                  <a:schemeClr val="accent2"/>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6" name="Freeform 28">
                  <a:extLst>
                    <a:ext uri="{FF2B5EF4-FFF2-40B4-BE49-F238E27FC236}">
                      <a16:creationId xmlns:a16="http://schemas.microsoft.com/office/drawing/2014/main" id="{BA39D889-9E54-B44F-B8F0-EAEEC3E4109D}"/>
                    </a:ext>
                  </a:extLst>
                </p:cNvPr>
                <p:cNvSpPr>
                  <a:spLocks/>
                </p:cNvSpPr>
                <p:nvPr/>
              </p:nvSpPr>
              <p:spPr bwMode="auto">
                <a:xfrm>
                  <a:off x="10310260" y="8754033"/>
                  <a:ext cx="778927" cy="891439"/>
                </a:xfrm>
                <a:custGeom>
                  <a:avLst/>
                  <a:gdLst>
                    <a:gd name="T0" fmla="*/ 20 w 152"/>
                    <a:gd name="T1" fmla="*/ 171 h 174"/>
                    <a:gd name="T2" fmla="*/ 32 w 152"/>
                    <a:gd name="T3" fmla="*/ 172 h 174"/>
                    <a:gd name="T4" fmla="*/ 32 w 152"/>
                    <a:gd name="T5" fmla="*/ 127 h 174"/>
                    <a:gd name="T6" fmla="*/ 62 w 152"/>
                    <a:gd name="T7" fmla="*/ 80 h 174"/>
                    <a:gd name="T8" fmla="*/ 152 w 152"/>
                    <a:gd name="T9" fmla="*/ 28 h 174"/>
                    <a:gd name="T10" fmla="*/ 135 w 152"/>
                    <a:gd name="T11" fmla="*/ 0 h 174"/>
                    <a:gd name="T12" fmla="*/ 43 w 152"/>
                    <a:gd name="T13" fmla="*/ 53 h 174"/>
                    <a:gd name="T14" fmla="*/ 0 w 152"/>
                    <a:gd name="T15" fmla="*/ 127 h 174"/>
                    <a:gd name="T16" fmla="*/ 0 w 152"/>
                    <a:gd name="T17" fmla="*/ 174 h 174"/>
                    <a:gd name="T18" fmla="*/ 20 w 152"/>
                    <a:gd name="T19" fmla="*/ 17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4">
                      <a:moveTo>
                        <a:pt x="20" y="171"/>
                      </a:moveTo>
                      <a:cubicBezTo>
                        <a:pt x="24" y="171"/>
                        <a:pt x="28" y="172"/>
                        <a:pt x="32" y="172"/>
                      </a:cubicBezTo>
                      <a:cubicBezTo>
                        <a:pt x="32" y="127"/>
                        <a:pt x="32" y="127"/>
                        <a:pt x="32" y="127"/>
                      </a:cubicBezTo>
                      <a:cubicBezTo>
                        <a:pt x="32" y="111"/>
                        <a:pt x="46" y="89"/>
                        <a:pt x="62" y="80"/>
                      </a:cubicBezTo>
                      <a:cubicBezTo>
                        <a:pt x="152" y="28"/>
                        <a:pt x="152" y="28"/>
                        <a:pt x="152" y="28"/>
                      </a:cubicBezTo>
                      <a:cubicBezTo>
                        <a:pt x="144" y="20"/>
                        <a:pt x="139" y="10"/>
                        <a:pt x="135" y="0"/>
                      </a:cubicBezTo>
                      <a:cubicBezTo>
                        <a:pt x="43" y="53"/>
                        <a:pt x="43" y="53"/>
                        <a:pt x="43" y="53"/>
                      </a:cubicBezTo>
                      <a:cubicBezTo>
                        <a:pt x="19" y="69"/>
                        <a:pt x="0" y="97"/>
                        <a:pt x="0" y="127"/>
                      </a:cubicBezTo>
                      <a:cubicBezTo>
                        <a:pt x="0" y="174"/>
                        <a:pt x="0" y="174"/>
                        <a:pt x="0" y="174"/>
                      </a:cubicBezTo>
                      <a:cubicBezTo>
                        <a:pt x="6" y="172"/>
                        <a:pt x="13" y="171"/>
                        <a:pt x="20" y="171"/>
                      </a:cubicBezTo>
                      <a:close/>
                    </a:path>
                  </a:pathLst>
                </a:custGeom>
                <a:solidFill>
                  <a:schemeClr val="accent2">
                    <a:lumMod val="75000"/>
                  </a:schemeClr>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7" name="Freeform 29">
                  <a:extLst>
                    <a:ext uri="{FF2B5EF4-FFF2-40B4-BE49-F238E27FC236}">
                      <a16:creationId xmlns:a16="http://schemas.microsoft.com/office/drawing/2014/main" id="{BEEA9C59-6322-F94C-B208-CC0D1DB57C26}"/>
                    </a:ext>
                  </a:extLst>
                </p:cNvPr>
                <p:cNvSpPr>
                  <a:spLocks/>
                </p:cNvSpPr>
                <p:nvPr/>
              </p:nvSpPr>
              <p:spPr bwMode="auto">
                <a:xfrm>
                  <a:off x="11744831" y="8754033"/>
                  <a:ext cx="789748" cy="887111"/>
                </a:xfrm>
                <a:custGeom>
                  <a:avLst/>
                  <a:gdLst>
                    <a:gd name="T0" fmla="*/ 121 w 154"/>
                    <a:gd name="T1" fmla="*/ 128 h 173"/>
                    <a:gd name="T2" fmla="*/ 121 w 154"/>
                    <a:gd name="T3" fmla="*/ 173 h 173"/>
                    <a:gd name="T4" fmla="*/ 137 w 154"/>
                    <a:gd name="T5" fmla="*/ 171 h 173"/>
                    <a:gd name="T6" fmla="*/ 154 w 154"/>
                    <a:gd name="T7" fmla="*/ 173 h 173"/>
                    <a:gd name="T8" fmla="*/ 154 w 154"/>
                    <a:gd name="T9" fmla="*/ 128 h 173"/>
                    <a:gd name="T10" fmla="*/ 110 w 154"/>
                    <a:gd name="T11" fmla="*/ 54 h 173"/>
                    <a:gd name="T12" fmla="*/ 17 w 154"/>
                    <a:gd name="T13" fmla="*/ 0 h 173"/>
                    <a:gd name="T14" fmla="*/ 0 w 154"/>
                    <a:gd name="T15" fmla="*/ 28 h 173"/>
                    <a:gd name="T16" fmla="*/ 91 w 154"/>
                    <a:gd name="T17" fmla="*/ 81 h 173"/>
                    <a:gd name="T18" fmla="*/ 121 w 154"/>
                    <a:gd name="T19" fmla="*/ 128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4" h="173">
                      <a:moveTo>
                        <a:pt x="121" y="128"/>
                      </a:moveTo>
                      <a:cubicBezTo>
                        <a:pt x="121" y="173"/>
                        <a:pt x="121" y="173"/>
                        <a:pt x="121" y="173"/>
                      </a:cubicBezTo>
                      <a:cubicBezTo>
                        <a:pt x="126" y="172"/>
                        <a:pt x="132" y="171"/>
                        <a:pt x="137" y="171"/>
                      </a:cubicBezTo>
                      <a:cubicBezTo>
                        <a:pt x="143" y="171"/>
                        <a:pt x="148" y="172"/>
                        <a:pt x="154" y="173"/>
                      </a:cubicBezTo>
                      <a:cubicBezTo>
                        <a:pt x="154" y="128"/>
                        <a:pt x="154" y="128"/>
                        <a:pt x="154" y="128"/>
                      </a:cubicBezTo>
                      <a:cubicBezTo>
                        <a:pt x="153" y="98"/>
                        <a:pt x="134" y="70"/>
                        <a:pt x="110" y="54"/>
                      </a:cubicBezTo>
                      <a:cubicBezTo>
                        <a:pt x="17" y="0"/>
                        <a:pt x="17" y="0"/>
                        <a:pt x="17" y="0"/>
                      </a:cubicBezTo>
                      <a:cubicBezTo>
                        <a:pt x="13" y="11"/>
                        <a:pt x="7" y="20"/>
                        <a:pt x="0" y="28"/>
                      </a:cubicBezTo>
                      <a:cubicBezTo>
                        <a:pt x="91" y="81"/>
                        <a:pt x="91" y="81"/>
                        <a:pt x="91" y="81"/>
                      </a:cubicBezTo>
                      <a:cubicBezTo>
                        <a:pt x="107" y="90"/>
                        <a:pt x="121" y="112"/>
                        <a:pt x="121" y="128"/>
                      </a:cubicBezTo>
                      <a:close/>
                    </a:path>
                  </a:pathLst>
                </a:custGeom>
                <a:solidFill>
                  <a:schemeClr val="accent1">
                    <a:lumMod val="75000"/>
                  </a:schemeClr>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8" name="Freeform 9">
                  <a:extLst>
                    <a:ext uri="{FF2B5EF4-FFF2-40B4-BE49-F238E27FC236}">
                      <a16:creationId xmlns:a16="http://schemas.microsoft.com/office/drawing/2014/main" id="{28995582-12BE-6846-9DAE-F404CA64E2D1}"/>
                    </a:ext>
                  </a:extLst>
                </p:cNvPr>
                <p:cNvSpPr>
                  <a:spLocks noEditPoints="1"/>
                </p:cNvSpPr>
                <p:nvPr/>
              </p:nvSpPr>
              <p:spPr bwMode="auto">
                <a:xfrm>
                  <a:off x="14084189" y="9630327"/>
                  <a:ext cx="897932" cy="895767"/>
                </a:xfrm>
                <a:custGeom>
                  <a:avLst/>
                  <a:gdLst>
                    <a:gd name="T0" fmla="*/ 87 w 175"/>
                    <a:gd name="T1" fmla="*/ 0 h 175"/>
                    <a:gd name="T2" fmla="*/ 0 w 175"/>
                    <a:gd name="T3" fmla="*/ 88 h 175"/>
                    <a:gd name="T4" fmla="*/ 87 w 175"/>
                    <a:gd name="T5" fmla="*/ 175 h 175"/>
                    <a:gd name="T6" fmla="*/ 175 w 175"/>
                    <a:gd name="T7" fmla="*/ 88 h 175"/>
                    <a:gd name="T8" fmla="*/ 87 w 175"/>
                    <a:gd name="T9" fmla="*/ 0 h 175"/>
                    <a:gd name="T10" fmla="*/ 87 w 175"/>
                    <a:gd name="T11" fmla="*/ 143 h 175"/>
                    <a:gd name="T12" fmla="*/ 32 w 175"/>
                    <a:gd name="T13" fmla="*/ 88 h 175"/>
                    <a:gd name="T14" fmla="*/ 87 w 175"/>
                    <a:gd name="T15" fmla="*/ 33 h 175"/>
                    <a:gd name="T16" fmla="*/ 142 w 175"/>
                    <a:gd name="T17" fmla="*/ 88 h 175"/>
                    <a:gd name="T18" fmla="*/ 87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7" y="0"/>
                      </a:moveTo>
                      <a:cubicBezTo>
                        <a:pt x="39" y="0"/>
                        <a:pt x="0" y="40"/>
                        <a:pt x="0" y="88"/>
                      </a:cubicBezTo>
                      <a:cubicBezTo>
                        <a:pt x="0" y="136"/>
                        <a:pt x="39" y="175"/>
                        <a:pt x="87" y="175"/>
                      </a:cubicBezTo>
                      <a:cubicBezTo>
                        <a:pt x="136" y="175"/>
                        <a:pt x="175" y="136"/>
                        <a:pt x="175" y="88"/>
                      </a:cubicBezTo>
                      <a:cubicBezTo>
                        <a:pt x="175" y="40"/>
                        <a:pt x="136" y="0"/>
                        <a:pt x="87" y="0"/>
                      </a:cubicBezTo>
                      <a:close/>
                      <a:moveTo>
                        <a:pt x="87" y="143"/>
                      </a:moveTo>
                      <a:cubicBezTo>
                        <a:pt x="57" y="143"/>
                        <a:pt x="32" y="118"/>
                        <a:pt x="32" y="88"/>
                      </a:cubicBezTo>
                      <a:cubicBezTo>
                        <a:pt x="32" y="58"/>
                        <a:pt x="57" y="33"/>
                        <a:pt x="87" y="33"/>
                      </a:cubicBezTo>
                      <a:cubicBezTo>
                        <a:pt x="118" y="33"/>
                        <a:pt x="142" y="58"/>
                        <a:pt x="142" y="88"/>
                      </a:cubicBezTo>
                      <a:cubicBezTo>
                        <a:pt x="142" y="118"/>
                        <a:pt x="118" y="143"/>
                        <a:pt x="87" y="143"/>
                      </a:cubicBezTo>
                      <a:close/>
                    </a:path>
                  </a:pathLst>
                </a:custGeom>
                <a:solidFill>
                  <a:schemeClr val="accent1"/>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39" name="Freeform 29">
                  <a:extLst>
                    <a:ext uri="{FF2B5EF4-FFF2-40B4-BE49-F238E27FC236}">
                      <a16:creationId xmlns:a16="http://schemas.microsoft.com/office/drawing/2014/main" id="{72704903-C4A9-A944-ADF3-69636E9ECA7A}"/>
                    </a:ext>
                  </a:extLst>
                </p:cNvPr>
                <p:cNvSpPr>
                  <a:spLocks/>
                </p:cNvSpPr>
                <p:nvPr/>
              </p:nvSpPr>
              <p:spPr bwMode="auto">
                <a:xfrm>
                  <a:off x="13828873" y="8754033"/>
                  <a:ext cx="789748" cy="887111"/>
                </a:xfrm>
                <a:custGeom>
                  <a:avLst/>
                  <a:gdLst>
                    <a:gd name="T0" fmla="*/ 121 w 154"/>
                    <a:gd name="T1" fmla="*/ 128 h 173"/>
                    <a:gd name="T2" fmla="*/ 121 w 154"/>
                    <a:gd name="T3" fmla="*/ 173 h 173"/>
                    <a:gd name="T4" fmla="*/ 137 w 154"/>
                    <a:gd name="T5" fmla="*/ 171 h 173"/>
                    <a:gd name="T6" fmla="*/ 154 w 154"/>
                    <a:gd name="T7" fmla="*/ 173 h 173"/>
                    <a:gd name="T8" fmla="*/ 154 w 154"/>
                    <a:gd name="T9" fmla="*/ 128 h 173"/>
                    <a:gd name="T10" fmla="*/ 110 w 154"/>
                    <a:gd name="T11" fmla="*/ 54 h 173"/>
                    <a:gd name="T12" fmla="*/ 17 w 154"/>
                    <a:gd name="T13" fmla="*/ 0 h 173"/>
                    <a:gd name="T14" fmla="*/ 0 w 154"/>
                    <a:gd name="T15" fmla="*/ 28 h 173"/>
                    <a:gd name="T16" fmla="*/ 91 w 154"/>
                    <a:gd name="T17" fmla="*/ 81 h 173"/>
                    <a:gd name="T18" fmla="*/ 121 w 154"/>
                    <a:gd name="T19" fmla="*/ 128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4" h="173">
                      <a:moveTo>
                        <a:pt x="121" y="128"/>
                      </a:moveTo>
                      <a:cubicBezTo>
                        <a:pt x="121" y="173"/>
                        <a:pt x="121" y="173"/>
                        <a:pt x="121" y="173"/>
                      </a:cubicBezTo>
                      <a:cubicBezTo>
                        <a:pt x="126" y="172"/>
                        <a:pt x="132" y="171"/>
                        <a:pt x="137" y="171"/>
                      </a:cubicBezTo>
                      <a:cubicBezTo>
                        <a:pt x="143" y="171"/>
                        <a:pt x="148" y="172"/>
                        <a:pt x="154" y="173"/>
                      </a:cubicBezTo>
                      <a:cubicBezTo>
                        <a:pt x="154" y="128"/>
                        <a:pt x="154" y="128"/>
                        <a:pt x="154" y="128"/>
                      </a:cubicBezTo>
                      <a:cubicBezTo>
                        <a:pt x="153" y="98"/>
                        <a:pt x="134" y="70"/>
                        <a:pt x="110" y="54"/>
                      </a:cubicBezTo>
                      <a:cubicBezTo>
                        <a:pt x="17" y="0"/>
                        <a:pt x="17" y="0"/>
                        <a:pt x="17" y="0"/>
                      </a:cubicBezTo>
                      <a:cubicBezTo>
                        <a:pt x="13" y="11"/>
                        <a:pt x="7" y="20"/>
                        <a:pt x="0" y="28"/>
                      </a:cubicBezTo>
                      <a:cubicBezTo>
                        <a:pt x="91" y="81"/>
                        <a:pt x="91" y="81"/>
                        <a:pt x="91" y="81"/>
                      </a:cubicBezTo>
                      <a:cubicBezTo>
                        <a:pt x="107" y="90"/>
                        <a:pt x="121" y="112"/>
                        <a:pt x="121" y="128"/>
                      </a:cubicBezTo>
                      <a:close/>
                    </a:path>
                  </a:pathLst>
                </a:custGeom>
                <a:solidFill>
                  <a:schemeClr val="accent1">
                    <a:lumMod val="75000"/>
                  </a:schemeClr>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0" name="Freeform 9">
                  <a:extLst>
                    <a:ext uri="{FF2B5EF4-FFF2-40B4-BE49-F238E27FC236}">
                      <a16:creationId xmlns:a16="http://schemas.microsoft.com/office/drawing/2014/main" id="{28BB1F03-7F46-854A-B16C-907061BB72DC}"/>
                    </a:ext>
                  </a:extLst>
                </p:cNvPr>
                <p:cNvSpPr>
                  <a:spLocks noEditPoints="1"/>
                </p:cNvSpPr>
                <p:nvPr/>
              </p:nvSpPr>
              <p:spPr bwMode="auto">
                <a:xfrm>
                  <a:off x="15065803" y="11110298"/>
                  <a:ext cx="897932" cy="895767"/>
                </a:xfrm>
                <a:custGeom>
                  <a:avLst/>
                  <a:gdLst>
                    <a:gd name="T0" fmla="*/ 87 w 175"/>
                    <a:gd name="T1" fmla="*/ 0 h 175"/>
                    <a:gd name="T2" fmla="*/ 0 w 175"/>
                    <a:gd name="T3" fmla="*/ 88 h 175"/>
                    <a:gd name="T4" fmla="*/ 87 w 175"/>
                    <a:gd name="T5" fmla="*/ 175 h 175"/>
                    <a:gd name="T6" fmla="*/ 175 w 175"/>
                    <a:gd name="T7" fmla="*/ 88 h 175"/>
                    <a:gd name="T8" fmla="*/ 87 w 175"/>
                    <a:gd name="T9" fmla="*/ 0 h 175"/>
                    <a:gd name="T10" fmla="*/ 87 w 175"/>
                    <a:gd name="T11" fmla="*/ 143 h 175"/>
                    <a:gd name="T12" fmla="*/ 32 w 175"/>
                    <a:gd name="T13" fmla="*/ 88 h 175"/>
                    <a:gd name="T14" fmla="*/ 87 w 175"/>
                    <a:gd name="T15" fmla="*/ 33 h 175"/>
                    <a:gd name="T16" fmla="*/ 142 w 175"/>
                    <a:gd name="T17" fmla="*/ 88 h 175"/>
                    <a:gd name="T18" fmla="*/ 87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7" y="0"/>
                      </a:moveTo>
                      <a:cubicBezTo>
                        <a:pt x="39" y="0"/>
                        <a:pt x="0" y="40"/>
                        <a:pt x="0" y="88"/>
                      </a:cubicBezTo>
                      <a:cubicBezTo>
                        <a:pt x="0" y="136"/>
                        <a:pt x="39" y="175"/>
                        <a:pt x="87" y="175"/>
                      </a:cubicBezTo>
                      <a:cubicBezTo>
                        <a:pt x="136" y="175"/>
                        <a:pt x="175" y="136"/>
                        <a:pt x="175" y="88"/>
                      </a:cubicBezTo>
                      <a:cubicBezTo>
                        <a:pt x="175" y="40"/>
                        <a:pt x="136" y="0"/>
                        <a:pt x="87" y="0"/>
                      </a:cubicBezTo>
                      <a:close/>
                      <a:moveTo>
                        <a:pt x="87" y="143"/>
                      </a:moveTo>
                      <a:cubicBezTo>
                        <a:pt x="57" y="143"/>
                        <a:pt x="32" y="118"/>
                        <a:pt x="32" y="88"/>
                      </a:cubicBezTo>
                      <a:cubicBezTo>
                        <a:pt x="32" y="58"/>
                        <a:pt x="57" y="33"/>
                        <a:pt x="87" y="33"/>
                      </a:cubicBezTo>
                      <a:cubicBezTo>
                        <a:pt x="118" y="33"/>
                        <a:pt x="142" y="58"/>
                        <a:pt x="142" y="88"/>
                      </a:cubicBezTo>
                      <a:cubicBezTo>
                        <a:pt x="142" y="118"/>
                        <a:pt x="118" y="143"/>
                        <a:pt x="87" y="143"/>
                      </a:cubicBezTo>
                      <a:close/>
                    </a:path>
                  </a:pathLst>
                </a:custGeom>
                <a:solidFill>
                  <a:schemeClr val="accent1"/>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1" name="Freeform 29">
                  <a:extLst>
                    <a:ext uri="{FF2B5EF4-FFF2-40B4-BE49-F238E27FC236}">
                      <a16:creationId xmlns:a16="http://schemas.microsoft.com/office/drawing/2014/main" id="{5DC750CB-9977-6444-8FE4-607BE19B9B80}"/>
                    </a:ext>
                  </a:extLst>
                </p:cNvPr>
                <p:cNvSpPr>
                  <a:spLocks/>
                </p:cNvSpPr>
                <p:nvPr/>
              </p:nvSpPr>
              <p:spPr bwMode="auto">
                <a:xfrm>
                  <a:off x="14810488" y="10234004"/>
                  <a:ext cx="789748" cy="887111"/>
                </a:xfrm>
                <a:custGeom>
                  <a:avLst/>
                  <a:gdLst>
                    <a:gd name="T0" fmla="*/ 121 w 154"/>
                    <a:gd name="T1" fmla="*/ 128 h 173"/>
                    <a:gd name="T2" fmla="*/ 121 w 154"/>
                    <a:gd name="T3" fmla="*/ 173 h 173"/>
                    <a:gd name="T4" fmla="*/ 137 w 154"/>
                    <a:gd name="T5" fmla="*/ 171 h 173"/>
                    <a:gd name="T6" fmla="*/ 154 w 154"/>
                    <a:gd name="T7" fmla="*/ 173 h 173"/>
                    <a:gd name="T8" fmla="*/ 154 w 154"/>
                    <a:gd name="T9" fmla="*/ 128 h 173"/>
                    <a:gd name="T10" fmla="*/ 110 w 154"/>
                    <a:gd name="T11" fmla="*/ 54 h 173"/>
                    <a:gd name="T12" fmla="*/ 17 w 154"/>
                    <a:gd name="T13" fmla="*/ 0 h 173"/>
                    <a:gd name="T14" fmla="*/ 0 w 154"/>
                    <a:gd name="T15" fmla="*/ 28 h 173"/>
                    <a:gd name="T16" fmla="*/ 91 w 154"/>
                    <a:gd name="T17" fmla="*/ 81 h 173"/>
                    <a:gd name="T18" fmla="*/ 121 w 154"/>
                    <a:gd name="T19" fmla="*/ 128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4" h="173">
                      <a:moveTo>
                        <a:pt x="121" y="128"/>
                      </a:moveTo>
                      <a:cubicBezTo>
                        <a:pt x="121" y="173"/>
                        <a:pt x="121" y="173"/>
                        <a:pt x="121" y="173"/>
                      </a:cubicBezTo>
                      <a:cubicBezTo>
                        <a:pt x="126" y="172"/>
                        <a:pt x="132" y="171"/>
                        <a:pt x="137" y="171"/>
                      </a:cubicBezTo>
                      <a:cubicBezTo>
                        <a:pt x="143" y="171"/>
                        <a:pt x="148" y="172"/>
                        <a:pt x="154" y="173"/>
                      </a:cubicBezTo>
                      <a:cubicBezTo>
                        <a:pt x="154" y="128"/>
                        <a:pt x="154" y="128"/>
                        <a:pt x="154" y="128"/>
                      </a:cubicBezTo>
                      <a:cubicBezTo>
                        <a:pt x="153" y="98"/>
                        <a:pt x="134" y="70"/>
                        <a:pt x="110" y="54"/>
                      </a:cubicBezTo>
                      <a:cubicBezTo>
                        <a:pt x="17" y="0"/>
                        <a:pt x="17" y="0"/>
                        <a:pt x="17" y="0"/>
                      </a:cubicBezTo>
                      <a:cubicBezTo>
                        <a:pt x="13" y="11"/>
                        <a:pt x="7" y="20"/>
                        <a:pt x="0" y="28"/>
                      </a:cubicBezTo>
                      <a:cubicBezTo>
                        <a:pt x="91" y="81"/>
                        <a:pt x="91" y="81"/>
                        <a:pt x="91" y="81"/>
                      </a:cubicBezTo>
                      <a:cubicBezTo>
                        <a:pt x="107" y="90"/>
                        <a:pt x="121" y="112"/>
                        <a:pt x="121" y="128"/>
                      </a:cubicBezTo>
                      <a:close/>
                    </a:path>
                  </a:pathLst>
                </a:custGeom>
                <a:solidFill>
                  <a:schemeClr val="accent1">
                    <a:lumMod val="75000"/>
                  </a:schemeClr>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2" name="Freeform 9">
                  <a:extLst>
                    <a:ext uri="{FF2B5EF4-FFF2-40B4-BE49-F238E27FC236}">
                      <a16:creationId xmlns:a16="http://schemas.microsoft.com/office/drawing/2014/main" id="{F30F40B8-0CE7-CE48-8892-4727C5FC9077}"/>
                    </a:ext>
                  </a:extLst>
                </p:cNvPr>
                <p:cNvSpPr>
                  <a:spLocks noEditPoints="1"/>
                </p:cNvSpPr>
                <p:nvPr/>
              </p:nvSpPr>
              <p:spPr bwMode="auto">
                <a:xfrm>
                  <a:off x="12966659" y="11110298"/>
                  <a:ext cx="897932" cy="895767"/>
                </a:xfrm>
                <a:custGeom>
                  <a:avLst/>
                  <a:gdLst>
                    <a:gd name="T0" fmla="*/ 87 w 175"/>
                    <a:gd name="T1" fmla="*/ 0 h 175"/>
                    <a:gd name="T2" fmla="*/ 0 w 175"/>
                    <a:gd name="T3" fmla="*/ 88 h 175"/>
                    <a:gd name="T4" fmla="*/ 87 w 175"/>
                    <a:gd name="T5" fmla="*/ 175 h 175"/>
                    <a:gd name="T6" fmla="*/ 175 w 175"/>
                    <a:gd name="T7" fmla="*/ 88 h 175"/>
                    <a:gd name="T8" fmla="*/ 87 w 175"/>
                    <a:gd name="T9" fmla="*/ 0 h 175"/>
                    <a:gd name="T10" fmla="*/ 87 w 175"/>
                    <a:gd name="T11" fmla="*/ 143 h 175"/>
                    <a:gd name="T12" fmla="*/ 32 w 175"/>
                    <a:gd name="T13" fmla="*/ 88 h 175"/>
                    <a:gd name="T14" fmla="*/ 87 w 175"/>
                    <a:gd name="T15" fmla="*/ 33 h 175"/>
                    <a:gd name="T16" fmla="*/ 142 w 175"/>
                    <a:gd name="T17" fmla="*/ 88 h 175"/>
                    <a:gd name="T18" fmla="*/ 87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7" y="0"/>
                      </a:moveTo>
                      <a:cubicBezTo>
                        <a:pt x="39" y="0"/>
                        <a:pt x="0" y="40"/>
                        <a:pt x="0" y="88"/>
                      </a:cubicBezTo>
                      <a:cubicBezTo>
                        <a:pt x="0" y="136"/>
                        <a:pt x="39" y="175"/>
                        <a:pt x="87" y="175"/>
                      </a:cubicBezTo>
                      <a:cubicBezTo>
                        <a:pt x="136" y="175"/>
                        <a:pt x="175" y="136"/>
                        <a:pt x="175" y="88"/>
                      </a:cubicBezTo>
                      <a:cubicBezTo>
                        <a:pt x="175" y="40"/>
                        <a:pt x="136" y="0"/>
                        <a:pt x="87" y="0"/>
                      </a:cubicBezTo>
                      <a:close/>
                      <a:moveTo>
                        <a:pt x="87" y="143"/>
                      </a:moveTo>
                      <a:cubicBezTo>
                        <a:pt x="57" y="143"/>
                        <a:pt x="32" y="118"/>
                        <a:pt x="32" y="88"/>
                      </a:cubicBezTo>
                      <a:cubicBezTo>
                        <a:pt x="32" y="58"/>
                        <a:pt x="57" y="33"/>
                        <a:pt x="87" y="33"/>
                      </a:cubicBezTo>
                      <a:cubicBezTo>
                        <a:pt x="118" y="33"/>
                        <a:pt x="142" y="58"/>
                        <a:pt x="142" y="88"/>
                      </a:cubicBezTo>
                      <a:cubicBezTo>
                        <a:pt x="142" y="118"/>
                        <a:pt x="118" y="143"/>
                        <a:pt x="87" y="143"/>
                      </a:cubicBezTo>
                      <a:close/>
                    </a:path>
                  </a:pathLst>
                </a:custGeom>
                <a:solidFill>
                  <a:schemeClr val="accent1"/>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3" name="Freeform 9">
                  <a:extLst>
                    <a:ext uri="{FF2B5EF4-FFF2-40B4-BE49-F238E27FC236}">
                      <a16:creationId xmlns:a16="http://schemas.microsoft.com/office/drawing/2014/main" id="{180582B2-8982-C545-B2AC-1E05E1F1D0F6}"/>
                    </a:ext>
                  </a:extLst>
                </p:cNvPr>
                <p:cNvSpPr>
                  <a:spLocks noEditPoints="1"/>
                </p:cNvSpPr>
                <p:nvPr/>
              </p:nvSpPr>
              <p:spPr bwMode="auto">
                <a:xfrm flipH="1">
                  <a:off x="11019945" y="11110298"/>
                  <a:ext cx="897932" cy="895767"/>
                </a:xfrm>
                <a:custGeom>
                  <a:avLst/>
                  <a:gdLst>
                    <a:gd name="T0" fmla="*/ 87 w 175"/>
                    <a:gd name="T1" fmla="*/ 0 h 175"/>
                    <a:gd name="T2" fmla="*/ 0 w 175"/>
                    <a:gd name="T3" fmla="*/ 88 h 175"/>
                    <a:gd name="T4" fmla="*/ 87 w 175"/>
                    <a:gd name="T5" fmla="*/ 175 h 175"/>
                    <a:gd name="T6" fmla="*/ 175 w 175"/>
                    <a:gd name="T7" fmla="*/ 88 h 175"/>
                    <a:gd name="T8" fmla="*/ 87 w 175"/>
                    <a:gd name="T9" fmla="*/ 0 h 175"/>
                    <a:gd name="T10" fmla="*/ 87 w 175"/>
                    <a:gd name="T11" fmla="*/ 143 h 175"/>
                    <a:gd name="T12" fmla="*/ 32 w 175"/>
                    <a:gd name="T13" fmla="*/ 88 h 175"/>
                    <a:gd name="T14" fmla="*/ 87 w 175"/>
                    <a:gd name="T15" fmla="*/ 33 h 175"/>
                    <a:gd name="T16" fmla="*/ 142 w 175"/>
                    <a:gd name="T17" fmla="*/ 88 h 175"/>
                    <a:gd name="T18" fmla="*/ 87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7" y="0"/>
                      </a:moveTo>
                      <a:cubicBezTo>
                        <a:pt x="39" y="0"/>
                        <a:pt x="0" y="40"/>
                        <a:pt x="0" y="88"/>
                      </a:cubicBezTo>
                      <a:cubicBezTo>
                        <a:pt x="0" y="136"/>
                        <a:pt x="39" y="175"/>
                        <a:pt x="87" y="175"/>
                      </a:cubicBezTo>
                      <a:cubicBezTo>
                        <a:pt x="136" y="175"/>
                        <a:pt x="175" y="136"/>
                        <a:pt x="175" y="88"/>
                      </a:cubicBezTo>
                      <a:cubicBezTo>
                        <a:pt x="175" y="40"/>
                        <a:pt x="136" y="0"/>
                        <a:pt x="87" y="0"/>
                      </a:cubicBezTo>
                      <a:close/>
                      <a:moveTo>
                        <a:pt x="87" y="143"/>
                      </a:moveTo>
                      <a:cubicBezTo>
                        <a:pt x="57" y="143"/>
                        <a:pt x="32" y="118"/>
                        <a:pt x="32" y="88"/>
                      </a:cubicBezTo>
                      <a:cubicBezTo>
                        <a:pt x="32" y="58"/>
                        <a:pt x="57" y="33"/>
                        <a:pt x="87" y="33"/>
                      </a:cubicBezTo>
                      <a:cubicBezTo>
                        <a:pt x="118" y="33"/>
                        <a:pt x="142" y="58"/>
                        <a:pt x="142" y="88"/>
                      </a:cubicBezTo>
                      <a:cubicBezTo>
                        <a:pt x="142" y="118"/>
                        <a:pt x="118" y="143"/>
                        <a:pt x="87" y="143"/>
                      </a:cubicBezTo>
                      <a:close/>
                    </a:path>
                  </a:pathLst>
                </a:custGeom>
                <a:solidFill>
                  <a:schemeClr val="accent1"/>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4" name="Freeform 29">
                  <a:extLst>
                    <a:ext uri="{FF2B5EF4-FFF2-40B4-BE49-F238E27FC236}">
                      <a16:creationId xmlns:a16="http://schemas.microsoft.com/office/drawing/2014/main" id="{FCE16A45-D004-424C-8E44-45FB6F4EACB6}"/>
                    </a:ext>
                  </a:extLst>
                </p:cNvPr>
                <p:cNvSpPr>
                  <a:spLocks/>
                </p:cNvSpPr>
                <p:nvPr/>
              </p:nvSpPr>
              <p:spPr bwMode="auto">
                <a:xfrm flipH="1">
                  <a:off x="11383445" y="10234004"/>
                  <a:ext cx="789748" cy="887111"/>
                </a:xfrm>
                <a:custGeom>
                  <a:avLst/>
                  <a:gdLst>
                    <a:gd name="T0" fmla="*/ 121 w 154"/>
                    <a:gd name="T1" fmla="*/ 128 h 173"/>
                    <a:gd name="T2" fmla="*/ 121 w 154"/>
                    <a:gd name="T3" fmla="*/ 173 h 173"/>
                    <a:gd name="T4" fmla="*/ 137 w 154"/>
                    <a:gd name="T5" fmla="*/ 171 h 173"/>
                    <a:gd name="T6" fmla="*/ 154 w 154"/>
                    <a:gd name="T7" fmla="*/ 173 h 173"/>
                    <a:gd name="T8" fmla="*/ 154 w 154"/>
                    <a:gd name="T9" fmla="*/ 128 h 173"/>
                    <a:gd name="T10" fmla="*/ 110 w 154"/>
                    <a:gd name="T11" fmla="*/ 54 h 173"/>
                    <a:gd name="T12" fmla="*/ 17 w 154"/>
                    <a:gd name="T13" fmla="*/ 0 h 173"/>
                    <a:gd name="T14" fmla="*/ 0 w 154"/>
                    <a:gd name="T15" fmla="*/ 28 h 173"/>
                    <a:gd name="T16" fmla="*/ 91 w 154"/>
                    <a:gd name="T17" fmla="*/ 81 h 173"/>
                    <a:gd name="T18" fmla="*/ 121 w 154"/>
                    <a:gd name="T19" fmla="*/ 128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4" h="173">
                      <a:moveTo>
                        <a:pt x="121" y="128"/>
                      </a:moveTo>
                      <a:cubicBezTo>
                        <a:pt x="121" y="173"/>
                        <a:pt x="121" y="173"/>
                        <a:pt x="121" y="173"/>
                      </a:cubicBezTo>
                      <a:cubicBezTo>
                        <a:pt x="126" y="172"/>
                        <a:pt x="132" y="171"/>
                        <a:pt x="137" y="171"/>
                      </a:cubicBezTo>
                      <a:cubicBezTo>
                        <a:pt x="143" y="171"/>
                        <a:pt x="148" y="172"/>
                        <a:pt x="154" y="173"/>
                      </a:cubicBezTo>
                      <a:cubicBezTo>
                        <a:pt x="154" y="128"/>
                        <a:pt x="154" y="128"/>
                        <a:pt x="154" y="128"/>
                      </a:cubicBezTo>
                      <a:cubicBezTo>
                        <a:pt x="153" y="98"/>
                        <a:pt x="134" y="70"/>
                        <a:pt x="110" y="54"/>
                      </a:cubicBezTo>
                      <a:cubicBezTo>
                        <a:pt x="17" y="0"/>
                        <a:pt x="17" y="0"/>
                        <a:pt x="17" y="0"/>
                      </a:cubicBezTo>
                      <a:cubicBezTo>
                        <a:pt x="13" y="11"/>
                        <a:pt x="7" y="20"/>
                        <a:pt x="0" y="28"/>
                      </a:cubicBezTo>
                      <a:cubicBezTo>
                        <a:pt x="91" y="81"/>
                        <a:pt x="91" y="81"/>
                        <a:pt x="91" y="81"/>
                      </a:cubicBezTo>
                      <a:cubicBezTo>
                        <a:pt x="107" y="90"/>
                        <a:pt x="121" y="112"/>
                        <a:pt x="121" y="128"/>
                      </a:cubicBezTo>
                      <a:close/>
                    </a:path>
                  </a:pathLst>
                </a:custGeom>
                <a:solidFill>
                  <a:schemeClr val="accent1">
                    <a:lumMod val="75000"/>
                  </a:schemeClr>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5" name="Freeform 9">
                  <a:extLst>
                    <a:ext uri="{FF2B5EF4-FFF2-40B4-BE49-F238E27FC236}">
                      <a16:creationId xmlns:a16="http://schemas.microsoft.com/office/drawing/2014/main" id="{63639EF8-A7EE-5C4B-B68E-9851B8A33F32}"/>
                    </a:ext>
                  </a:extLst>
                </p:cNvPr>
                <p:cNvSpPr>
                  <a:spLocks noEditPoints="1"/>
                </p:cNvSpPr>
                <p:nvPr/>
              </p:nvSpPr>
              <p:spPr bwMode="auto">
                <a:xfrm flipH="1">
                  <a:off x="8935901" y="11110298"/>
                  <a:ext cx="897932" cy="895767"/>
                </a:xfrm>
                <a:custGeom>
                  <a:avLst/>
                  <a:gdLst>
                    <a:gd name="T0" fmla="*/ 87 w 175"/>
                    <a:gd name="T1" fmla="*/ 0 h 175"/>
                    <a:gd name="T2" fmla="*/ 0 w 175"/>
                    <a:gd name="T3" fmla="*/ 88 h 175"/>
                    <a:gd name="T4" fmla="*/ 87 w 175"/>
                    <a:gd name="T5" fmla="*/ 175 h 175"/>
                    <a:gd name="T6" fmla="*/ 175 w 175"/>
                    <a:gd name="T7" fmla="*/ 88 h 175"/>
                    <a:gd name="T8" fmla="*/ 87 w 175"/>
                    <a:gd name="T9" fmla="*/ 0 h 175"/>
                    <a:gd name="T10" fmla="*/ 87 w 175"/>
                    <a:gd name="T11" fmla="*/ 143 h 175"/>
                    <a:gd name="T12" fmla="*/ 32 w 175"/>
                    <a:gd name="T13" fmla="*/ 88 h 175"/>
                    <a:gd name="T14" fmla="*/ 87 w 175"/>
                    <a:gd name="T15" fmla="*/ 33 h 175"/>
                    <a:gd name="T16" fmla="*/ 142 w 175"/>
                    <a:gd name="T17" fmla="*/ 88 h 175"/>
                    <a:gd name="T18" fmla="*/ 87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7" y="0"/>
                      </a:moveTo>
                      <a:cubicBezTo>
                        <a:pt x="39" y="0"/>
                        <a:pt x="0" y="40"/>
                        <a:pt x="0" y="88"/>
                      </a:cubicBezTo>
                      <a:cubicBezTo>
                        <a:pt x="0" y="136"/>
                        <a:pt x="39" y="175"/>
                        <a:pt x="87" y="175"/>
                      </a:cubicBezTo>
                      <a:cubicBezTo>
                        <a:pt x="136" y="175"/>
                        <a:pt x="175" y="136"/>
                        <a:pt x="175" y="88"/>
                      </a:cubicBezTo>
                      <a:cubicBezTo>
                        <a:pt x="175" y="40"/>
                        <a:pt x="136" y="0"/>
                        <a:pt x="87" y="0"/>
                      </a:cubicBezTo>
                      <a:close/>
                      <a:moveTo>
                        <a:pt x="87" y="143"/>
                      </a:moveTo>
                      <a:cubicBezTo>
                        <a:pt x="57" y="143"/>
                        <a:pt x="32" y="118"/>
                        <a:pt x="32" y="88"/>
                      </a:cubicBezTo>
                      <a:cubicBezTo>
                        <a:pt x="32" y="58"/>
                        <a:pt x="57" y="33"/>
                        <a:pt x="87" y="33"/>
                      </a:cubicBezTo>
                      <a:cubicBezTo>
                        <a:pt x="118" y="33"/>
                        <a:pt x="142" y="58"/>
                        <a:pt x="142" y="88"/>
                      </a:cubicBezTo>
                      <a:cubicBezTo>
                        <a:pt x="142" y="118"/>
                        <a:pt x="118" y="143"/>
                        <a:pt x="87" y="143"/>
                      </a:cubicBezTo>
                      <a:close/>
                    </a:path>
                  </a:pathLst>
                </a:custGeom>
                <a:solidFill>
                  <a:schemeClr val="accent2"/>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46" name="Freeform 29">
                  <a:extLst>
                    <a:ext uri="{FF2B5EF4-FFF2-40B4-BE49-F238E27FC236}">
                      <a16:creationId xmlns:a16="http://schemas.microsoft.com/office/drawing/2014/main" id="{95B0C8CF-9047-C84A-B632-DA483FE15771}"/>
                    </a:ext>
                  </a:extLst>
                </p:cNvPr>
                <p:cNvSpPr>
                  <a:spLocks/>
                </p:cNvSpPr>
                <p:nvPr/>
              </p:nvSpPr>
              <p:spPr bwMode="auto">
                <a:xfrm flipH="1">
                  <a:off x="9299401" y="10234004"/>
                  <a:ext cx="789748" cy="887111"/>
                </a:xfrm>
                <a:custGeom>
                  <a:avLst/>
                  <a:gdLst>
                    <a:gd name="T0" fmla="*/ 121 w 154"/>
                    <a:gd name="T1" fmla="*/ 128 h 173"/>
                    <a:gd name="T2" fmla="*/ 121 w 154"/>
                    <a:gd name="T3" fmla="*/ 173 h 173"/>
                    <a:gd name="T4" fmla="*/ 137 w 154"/>
                    <a:gd name="T5" fmla="*/ 171 h 173"/>
                    <a:gd name="T6" fmla="*/ 154 w 154"/>
                    <a:gd name="T7" fmla="*/ 173 h 173"/>
                    <a:gd name="T8" fmla="*/ 154 w 154"/>
                    <a:gd name="T9" fmla="*/ 128 h 173"/>
                    <a:gd name="T10" fmla="*/ 110 w 154"/>
                    <a:gd name="T11" fmla="*/ 54 h 173"/>
                    <a:gd name="T12" fmla="*/ 17 w 154"/>
                    <a:gd name="T13" fmla="*/ 0 h 173"/>
                    <a:gd name="T14" fmla="*/ 0 w 154"/>
                    <a:gd name="T15" fmla="*/ 28 h 173"/>
                    <a:gd name="T16" fmla="*/ 91 w 154"/>
                    <a:gd name="T17" fmla="*/ 81 h 173"/>
                    <a:gd name="T18" fmla="*/ 121 w 154"/>
                    <a:gd name="T19" fmla="*/ 128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4" h="173">
                      <a:moveTo>
                        <a:pt x="121" y="128"/>
                      </a:moveTo>
                      <a:cubicBezTo>
                        <a:pt x="121" y="173"/>
                        <a:pt x="121" y="173"/>
                        <a:pt x="121" y="173"/>
                      </a:cubicBezTo>
                      <a:cubicBezTo>
                        <a:pt x="126" y="172"/>
                        <a:pt x="132" y="171"/>
                        <a:pt x="137" y="171"/>
                      </a:cubicBezTo>
                      <a:cubicBezTo>
                        <a:pt x="143" y="171"/>
                        <a:pt x="148" y="172"/>
                        <a:pt x="154" y="173"/>
                      </a:cubicBezTo>
                      <a:cubicBezTo>
                        <a:pt x="154" y="128"/>
                        <a:pt x="154" y="128"/>
                        <a:pt x="154" y="128"/>
                      </a:cubicBezTo>
                      <a:cubicBezTo>
                        <a:pt x="153" y="98"/>
                        <a:pt x="134" y="70"/>
                        <a:pt x="110" y="54"/>
                      </a:cubicBezTo>
                      <a:cubicBezTo>
                        <a:pt x="17" y="0"/>
                        <a:pt x="17" y="0"/>
                        <a:pt x="17" y="0"/>
                      </a:cubicBezTo>
                      <a:cubicBezTo>
                        <a:pt x="13" y="11"/>
                        <a:pt x="7" y="20"/>
                        <a:pt x="0" y="28"/>
                      </a:cubicBezTo>
                      <a:cubicBezTo>
                        <a:pt x="91" y="81"/>
                        <a:pt x="91" y="81"/>
                        <a:pt x="91" y="81"/>
                      </a:cubicBezTo>
                      <a:cubicBezTo>
                        <a:pt x="107" y="90"/>
                        <a:pt x="121" y="112"/>
                        <a:pt x="121" y="128"/>
                      </a:cubicBezTo>
                      <a:close/>
                    </a:path>
                  </a:pathLst>
                </a:custGeom>
                <a:solidFill>
                  <a:schemeClr val="accent2">
                    <a:lumMod val="75000"/>
                  </a:schemeClr>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grpSp>
          <p:sp>
            <p:nvSpPr>
              <p:cNvPr id="16" name="TextBox 15">
                <a:extLst>
                  <a:ext uri="{FF2B5EF4-FFF2-40B4-BE49-F238E27FC236}">
                    <a16:creationId xmlns:a16="http://schemas.microsoft.com/office/drawing/2014/main" id="{0B3A0E59-3235-714B-920B-ACE54178459C}"/>
                  </a:ext>
                </a:extLst>
              </p:cNvPr>
              <p:cNvSpPr txBox="1"/>
              <p:nvPr/>
            </p:nvSpPr>
            <p:spPr>
              <a:xfrm>
                <a:off x="5682530" y="9010148"/>
                <a:ext cx="1110421" cy="807059"/>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sp>
            <p:nvSpPr>
              <p:cNvPr id="18" name="TextBox 17">
                <a:extLst>
                  <a:ext uri="{FF2B5EF4-FFF2-40B4-BE49-F238E27FC236}">
                    <a16:creationId xmlns:a16="http://schemas.microsoft.com/office/drawing/2014/main" id="{17606A95-0FEE-3B4F-BDA5-2E86A15144AF}"/>
                  </a:ext>
                </a:extLst>
              </p:cNvPr>
              <p:cNvSpPr txBox="1"/>
              <p:nvPr/>
            </p:nvSpPr>
            <p:spPr>
              <a:xfrm>
                <a:off x="6742730" y="10468001"/>
                <a:ext cx="1060117" cy="738664"/>
              </a:xfrm>
              <a:prstGeom prst="rect">
                <a:avLst/>
              </a:prstGeom>
              <a:noFill/>
            </p:spPr>
            <p:txBody>
              <a:bodyPr wrap="square" rtlCol="0">
                <a:spAutoFit/>
              </a:bodyPr>
              <a:lstStyle/>
              <a:p>
                <a:pPr marL="0" marR="0" lvl="0" indent="0" algn="ctr" defTabSz="342867" rtl="0" eaLnBrk="1" fontAlgn="auto" latinLnBrk="0" hangingPunct="1">
                  <a:lnSpc>
                    <a:spcPct val="10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sp>
            <p:nvSpPr>
              <p:cNvPr id="20" name="TextBox 19">
                <a:extLst>
                  <a:ext uri="{FF2B5EF4-FFF2-40B4-BE49-F238E27FC236}">
                    <a16:creationId xmlns:a16="http://schemas.microsoft.com/office/drawing/2014/main" id="{8F8853AE-3116-D148-9EA3-DDC05BDDD7F6}"/>
                  </a:ext>
                </a:extLst>
              </p:cNvPr>
              <p:cNvSpPr txBox="1"/>
              <p:nvPr/>
            </p:nvSpPr>
            <p:spPr>
              <a:xfrm>
                <a:off x="7763562" y="11960361"/>
                <a:ext cx="1110421" cy="807059"/>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sp>
            <p:nvSpPr>
              <p:cNvPr id="21" name="TextBox 20">
                <a:extLst>
                  <a:ext uri="{FF2B5EF4-FFF2-40B4-BE49-F238E27FC236}">
                    <a16:creationId xmlns:a16="http://schemas.microsoft.com/office/drawing/2014/main" id="{F6ACC75D-13A7-7C4F-9541-348FAE4420FA}"/>
                  </a:ext>
                </a:extLst>
              </p:cNvPr>
              <p:cNvSpPr txBox="1"/>
              <p:nvPr/>
            </p:nvSpPr>
            <p:spPr>
              <a:xfrm>
                <a:off x="5681279" y="11960359"/>
                <a:ext cx="1110421" cy="807059"/>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sp>
            <p:nvSpPr>
              <p:cNvPr id="22" name="TextBox 21">
                <a:extLst>
                  <a:ext uri="{FF2B5EF4-FFF2-40B4-BE49-F238E27FC236}">
                    <a16:creationId xmlns:a16="http://schemas.microsoft.com/office/drawing/2014/main" id="{2B698300-1913-CA43-AA44-0B2F30304280}"/>
                  </a:ext>
                </a:extLst>
              </p:cNvPr>
              <p:cNvSpPr txBox="1"/>
              <p:nvPr/>
            </p:nvSpPr>
            <p:spPr>
              <a:xfrm>
                <a:off x="3701165" y="11960359"/>
                <a:ext cx="1110421" cy="807059"/>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sp>
            <p:nvSpPr>
              <p:cNvPr id="23" name="TextBox 22">
                <a:extLst>
                  <a:ext uri="{FF2B5EF4-FFF2-40B4-BE49-F238E27FC236}">
                    <a16:creationId xmlns:a16="http://schemas.microsoft.com/office/drawing/2014/main" id="{418762D6-23EC-3C45-906F-D073DFFABECC}"/>
                  </a:ext>
                </a:extLst>
              </p:cNvPr>
              <p:cNvSpPr txBox="1"/>
              <p:nvPr/>
            </p:nvSpPr>
            <p:spPr>
              <a:xfrm>
                <a:off x="1618882" y="11947969"/>
                <a:ext cx="1110421" cy="807059"/>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sp>
            <p:nvSpPr>
              <p:cNvPr id="24" name="TextBox 23">
                <a:extLst>
                  <a:ext uri="{FF2B5EF4-FFF2-40B4-BE49-F238E27FC236}">
                    <a16:creationId xmlns:a16="http://schemas.microsoft.com/office/drawing/2014/main" id="{90C3926C-A61D-2D48-BDA0-A78DFA42786C}"/>
                  </a:ext>
                </a:extLst>
              </p:cNvPr>
              <p:cNvSpPr txBox="1"/>
              <p:nvPr/>
            </p:nvSpPr>
            <p:spPr>
              <a:xfrm>
                <a:off x="2622741" y="10496516"/>
                <a:ext cx="1110421" cy="807059"/>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sp>
            <p:nvSpPr>
              <p:cNvPr id="25" name="TextBox 24">
                <a:extLst>
                  <a:ext uri="{FF2B5EF4-FFF2-40B4-BE49-F238E27FC236}">
                    <a16:creationId xmlns:a16="http://schemas.microsoft.com/office/drawing/2014/main" id="{826D834D-3D5A-A44D-9565-3BC0CE8B15A6}"/>
                  </a:ext>
                </a:extLst>
              </p:cNvPr>
              <p:cNvSpPr txBox="1"/>
              <p:nvPr/>
            </p:nvSpPr>
            <p:spPr>
              <a:xfrm>
                <a:off x="4677933" y="10519375"/>
                <a:ext cx="1110421" cy="807059"/>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sp>
            <p:nvSpPr>
              <p:cNvPr id="26" name="TextBox 25">
                <a:extLst>
                  <a:ext uri="{FF2B5EF4-FFF2-40B4-BE49-F238E27FC236}">
                    <a16:creationId xmlns:a16="http://schemas.microsoft.com/office/drawing/2014/main" id="{253AF3B3-A0E8-AB40-8DEE-78BE82520DF2}"/>
                  </a:ext>
                </a:extLst>
              </p:cNvPr>
              <p:cNvSpPr txBox="1"/>
              <p:nvPr/>
            </p:nvSpPr>
            <p:spPr>
              <a:xfrm>
                <a:off x="3649082" y="8990465"/>
                <a:ext cx="1110421" cy="807059"/>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sp>
            <p:nvSpPr>
              <p:cNvPr id="27" name="TextBox 26">
                <a:extLst>
                  <a:ext uri="{FF2B5EF4-FFF2-40B4-BE49-F238E27FC236}">
                    <a16:creationId xmlns:a16="http://schemas.microsoft.com/office/drawing/2014/main" id="{352A3674-16EE-5445-A95D-AB01260363DE}"/>
                  </a:ext>
                </a:extLst>
              </p:cNvPr>
              <p:cNvSpPr txBox="1"/>
              <p:nvPr/>
            </p:nvSpPr>
            <p:spPr>
              <a:xfrm>
                <a:off x="4617591" y="7503388"/>
                <a:ext cx="1110421" cy="807059"/>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grpSp>
        <p:grpSp>
          <p:nvGrpSpPr>
            <p:cNvPr id="8" name="Group 7">
              <a:extLst>
                <a:ext uri="{FF2B5EF4-FFF2-40B4-BE49-F238E27FC236}">
                  <a16:creationId xmlns:a16="http://schemas.microsoft.com/office/drawing/2014/main" id="{9D9D0503-FA2B-D94E-A850-410D21666A8B}"/>
                </a:ext>
              </a:extLst>
            </p:cNvPr>
            <p:cNvGrpSpPr/>
            <p:nvPr/>
          </p:nvGrpSpPr>
          <p:grpSpPr>
            <a:xfrm>
              <a:off x="4873286" y="5512750"/>
              <a:ext cx="732666" cy="900924"/>
              <a:chOff x="11245851" y="9561513"/>
              <a:chExt cx="546100" cy="671513"/>
            </a:xfrm>
            <a:solidFill>
              <a:schemeClr val="bg1"/>
            </a:solidFill>
          </p:grpSpPr>
          <p:sp>
            <p:nvSpPr>
              <p:cNvPr id="9" name="Freeform 17">
                <a:extLst>
                  <a:ext uri="{FF2B5EF4-FFF2-40B4-BE49-F238E27FC236}">
                    <a16:creationId xmlns:a16="http://schemas.microsoft.com/office/drawing/2014/main" id="{873B7EAF-8307-2F4C-8E2D-DBA4EDC0C4F2}"/>
                  </a:ext>
                </a:extLst>
              </p:cNvPr>
              <p:cNvSpPr>
                <a:spLocks noEditPoints="1"/>
              </p:cNvSpPr>
              <p:nvPr/>
            </p:nvSpPr>
            <p:spPr bwMode="auto">
              <a:xfrm>
                <a:off x="11377613" y="10113963"/>
                <a:ext cx="73025" cy="71438"/>
              </a:xfrm>
              <a:custGeom>
                <a:avLst/>
                <a:gdLst>
                  <a:gd name="T0" fmla="*/ 9 w 19"/>
                  <a:gd name="T1" fmla="*/ 0 h 19"/>
                  <a:gd name="T2" fmla="*/ 3 w 19"/>
                  <a:gd name="T3" fmla="*/ 3 h 19"/>
                  <a:gd name="T4" fmla="*/ 0 w 19"/>
                  <a:gd name="T5" fmla="*/ 10 h 19"/>
                  <a:gd name="T6" fmla="*/ 9 w 19"/>
                  <a:gd name="T7" fmla="*/ 19 h 19"/>
                  <a:gd name="T8" fmla="*/ 19 w 19"/>
                  <a:gd name="T9" fmla="*/ 10 h 19"/>
                  <a:gd name="T10" fmla="*/ 9 w 19"/>
                  <a:gd name="T11" fmla="*/ 0 h 19"/>
                  <a:gd name="T12" fmla="*/ 7 w 19"/>
                  <a:gd name="T13" fmla="*/ 10 h 19"/>
                  <a:gd name="T14" fmla="*/ 8 w 19"/>
                  <a:gd name="T15" fmla="*/ 8 h 19"/>
                  <a:gd name="T16" fmla="*/ 9 w 19"/>
                  <a:gd name="T17" fmla="*/ 8 h 19"/>
                  <a:gd name="T18" fmla="*/ 11 w 19"/>
                  <a:gd name="T19" fmla="*/ 10 h 19"/>
                  <a:gd name="T20" fmla="*/ 7 w 19"/>
                  <a:gd name="T21" fmla="*/ 1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 h="19">
                    <a:moveTo>
                      <a:pt x="9" y="0"/>
                    </a:moveTo>
                    <a:cubicBezTo>
                      <a:pt x="7" y="0"/>
                      <a:pt x="4" y="1"/>
                      <a:pt x="3" y="3"/>
                    </a:cubicBezTo>
                    <a:cubicBezTo>
                      <a:pt x="1" y="5"/>
                      <a:pt x="0" y="7"/>
                      <a:pt x="0" y="10"/>
                    </a:cubicBezTo>
                    <a:cubicBezTo>
                      <a:pt x="0" y="15"/>
                      <a:pt x="4" y="19"/>
                      <a:pt x="9" y="19"/>
                    </a:cubicBezTo>
                    <a:cubicBezTo>
                      <a:pt x="14" y="19"/>
                      <a:pt x="19" y="15"/>
                      <a:pt x="19" y="10"/>
                    </a:cubicBezTo>
                    <a:cubicBezTo>
                      <a:pt x="19" y="5"/>
                      <a:pt x="14" y="0"/>
                      <a:pt x="9" y="0"/>
                    </a:cubicBezTo>
                    <a:close/>
                    <a:moveTo>
                      <a:pt x="7" y="10"/>
                    </a:moveTo>
                    <a:cubicBezTo>
                      <a:pt x="7" y="9"/>
                      <a:pt x="8" y="9"/>
                      <a:pt x="8" y="8"/>
                    </a:cubicBezTo>
                    <a:cubicBezTo>
                      <a:pt x="8" y="8"/>
                      <a:pt x="9" y="8"/>
                      <a:pt x="9" y="8"/>
                    </a:cubicBezTo>
                    <a:cubicBezTo>
                      <a:pt x="10" y="8"/>
                      <a:pt x="11" y="9"/>
                      <a:pt x="11" y="10"/>
                    </a:cubicBezTo>
                    <a:cubicBezTo>
                      <a:pt x="11" y="12"/>
                      <a:pt x="7" y="12"/>
                      <a:pt x="7"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 name="Freeform 18">
                <a:extLst>
                  <a:ext uri="{FF2B5EF4-FFF2-40B4-BE49-F238E27FC236}">
                    <a16:creationId xmlns:a16="http://schemas.microsoft.com/office/drawing/2014/main" id="{FE864B87-EE55-3B43-9093-B8AB07FE9AE1}"/>
                  </a:ext>
                </a:extLst>
              </p:cNvPr>
              <p:cNvSpPr>
                <a:spLocks noEditPoints="1"/>
              </p:cNvSpPr>
              <p:nvPr/>
            </p:nvSpPr>
            <p:spPr bwMode="auto">
              <a:xfrm>
                <a:off x="11245851" y="9566275"/>
                <a:ext cx="331788" cy="666750"/>
              </a:xfrm>
              <a:custGeom>
                <a:avLst/>
                <a:gdLst>
                  <a:gd name="T0" fmla="*/ 68 w 88"/>
                  <a:gd name="T1" fmla="*/ 1 h 178"/>
                  <a:gd name="T2" fmla="*/ 64 w 88"/>
                  <a:gd name="T3" fmla="*/ 1 h 178"/>
                  <a:gd name="T4" fmla="*/ 63 w 88"/>
                  <a:gd name="T5" fmla="*/ 4 h 178"/>
                  <a:gd name="T6" fmla="*/ 63 w 88"/>
                  <a:gd name="T7" fmla="*/ 29 h 178"/>
                  <a:gd name="T8" fmla="*/ 54 w 88"/>
                  <a:gd name="T9" fmla="*/ 42 h 178"/>
                  <a:gd name="T10" fmla="*/ 34 w 88"/>
                  <a:gd name="T11" fmla="*/ 42 h 178"/>
                  <a:gd name="T12" fmla="*/ 25 w 88"/>
                  <a:gd name="T13" fmla="*/ 29 h 178"/>
                  <a:gd name="T14" fmla="*/ 25 w 88"/>
                  <a:gd name="T15" fmla="*/ 4 h 178"/>
                  <a:gd name="T16" fmla="*/ 23 w 88"/>
                  <a:gd name="T17" fmla="*/ 1 h 178"/>
                  <a:gd name="T18" fmla="*/ 20 w 88"/>
                  <a:gd name="T19" fmla="*/ 1 h 178"/>
                  <a:gd name="T20" fmla="*/ 0 w 88"/>
                  <a:gd name="T21" fmla="*/ 37 h 178"/>
                  <a:gd name="T22" fmla="*/ 24 w 88"/>
                  <a:gd name="T23" fmla="*/ 72 h 178"/>
                  <a:gd name="T24" fmla="*/ 19 w 88"/>
                  <a:gd name="T25" fmla="*/ 153 h 178"/>
                  <a:gd name="T26" fmla="*/ 44 w 88"/>
                  <a:gd name="T27" fmla="*/ 178 h 178"/>
                  <a:gd name="T28" fmla="*/ 69 w 88"/>
                  <a:gd name="T29" fmla="*/ 153 h 178"/>
                  <a:gd name="T30" fmla="*/ 63 w 88"/>
                  <a:gd name="T31" fmla="*/ 72 h 178"/>
                  <a:gd name="T32" fmla="*/ 88 w 88"/>
                  <a:gd name="T33" fmla="*/ 37 h 178"/>
                  <a:gd name="T34" fmla="*/ 68 w 88"/>
                  <a:gd name="T35" fmla="*/ 1 h 178"/>
                  <a:gd name="T36" fmla="*/ 58 w 88"/>
                  <a:gd name="T37" fmla="*/ 67 h 178"/>
                  <a:gd name="T38" fmla="*/ 56 w 88"/>
                  <a:gd name="T39" fmla="*/ 70 h 178"/>
                  <a:gd name="T40" fmla="*/ 62 w 88"/>
                  <a:gd name="T41" fmla="*/ 153 h 178"/>
                  <a:gd name="T42" fmla="*/ 44 w 88"/>
                  <a:gd name="T43" fmla="*/ 170 h 178"/>
                  <a:gd name="T44" fmla="*/ 26 w 88"/>
                  <a:gd name="T45" fmla="*/ 153 h 178"/>
                  <a:gd name="T46" fmla="*/ 32 w 88"/>
                  <a:gd name="T47" fmla="*/ 70 h 178"/>
                  <a:gd name="T48" fmla="*/ 30 w 88"/>
                  <a:gd name="T49" fmla="*/ 67 h 178"/>
                  <a:gd name="T50" fmla="*/ 8 w 88"/>
                  <a:gd name="T51" fmla="*/ 37 h 178"/>
                  <a:gd name="T52" fmla="*/ 18 w 88"/>
                  <a:gd name="T53" fmla="*/ 12 h 178"/>
                  <a:gd name="T54" fmla="*/ 18 w 88"/>
                  <a:gd name="T55" fmla="*/ 30 h 178"/>
                  <a:gd name="T56" fmla="*/ 19 w 88"/>
                  <a:gd name="T57" fmla="*/ 32 h 178"/>
                  <a:gd name="T58" fmla="*/ 29 w 88"/>
                  <a:gd name="T59" fmla="*/ 48 h 178"/>
                  <a:gd name="T60" fmla="*/ 32 w 88"/>
                  <a:gd name="T61" fmla="*/ 50 h 178"/>
                  <a:gd name="T62" fmla="*/ 56 w 88"/>
                  <a:gd name="T63" fmla="*/ 50 h 178"/>
                  <a:gd name="T64" fmla="*/ 59 w 88"/>
                  <a:gd name="T65" fmla="*/ 48 h 178"/>
                  <a:gd name="T66" fmla="*/ 69 w 88"/>
                  <a:gd name="T67" fmla="*/ 32 h 178"/>
                  <a:gd name="T68" fmla="*/ 70 w 88"/>
                  <a:gd name="T69" fmla="*/ 30 h 178"/>
                  <a:gd name="T70" fmla="*/ 70 w 88"/>
                  <a:gd name="T71" fmla="*/ 12 h 178"/>
                  <a:gd name="T72" fmla="*/ 80 w 88"/>
                  <a:gd name="T73" fmla="*/ 37 h 178"/>
                  <a:gd name="T74" fmla="*/ 58 w 88"/>
                  <a:gd name="T75" fmla="*/ 67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8" h="178">
                    <a:moveTo>
                      <a:pt x="68" y="1"/>
                    </a:moveTo>
                    <a:cubicBezTo>
                      <a:pt x="67" y="0"/>
                      <a:pt x="66" y="0"/>
                      <a:pt x="64" y="1"/>
                    </a:cubicBezTo>
                    <a:cubicBezTo>
                      <a:pt x="63" y="2"/>
                      <a:pt x="63" y="3"/>
                      <a:pt x="63" y="4"/>
                    </a:cubicBezTo>
                    <a:cubicBezTo>
                      <a:pt x="63" y="29"/>
                      <a:pt x="63" y="29"/>
                      <a:pt x="63" y="29"/>
                    </a:cubicBezTo>
                    <a:cubicBezTo>
                      <a:pt x="54" y="42"/>
                      <a:pt x="54" y="42"/>
                      <a:pt x="54" y="42"/>
                    </a:cubicBezTo>
                    <a:cubicBezTo>
                      <a:pt x="34" y="42"/>
                      <a:pt x="34" y="42"/>
                      <a:pt x="34" y="42"/>
                    </a:cubicBezTo>
                    <a:cubicBezTo>
                      <a:pt x="25" y="29"/>
                      <a:pt x="25" y="29"/>
                      <a:pt x="25" y="29"/>
                    </a:cubicBezTo>
                    <a:cubicBezTo>
                      <a:pt x="25" y="4"/>
                      <a:pt x="25" y="4"/>
                      <a:pt x="25" y="4"/>
                    </a:cubicBezTo>
                    <a:cubicBezTo>
                      <a:pt x="25" y="3"/>
                      <a:pt x="25" y="2"/>
                      <a:pt x="23" y="1"/>
                    </a:cubicBezTo>
                    <a:cubicBezTo>
                      <a:pt x="22" y="0"/>
                      <a:pt x="21" y="0"/>
                      <a:pt x="20" y="1"/>
                    </a:cubicBezTo>
                    <a:cubicBezTo>
                      <a:pt x="7" y="9"/>
                      <a:pt x="0" y="23"/>
                      <a:pt x="0" y="37"/>
                    </a:cubicBezTo>
                    <a:cubicBezTo>
                      <a:pt x="0" y="54"/>
                      <a:pt x="17" y="67"/>
                      <a:pt x="24" y="72"/>
                    </a:cubicBezTo>
                    <a:cubicBezTo>
                      <a:pt x="19" y="153"/>
                      <a:pt x="19" y="153"/>
                      <a:pt x="19" y="153"/>
                    </a:cubicBezTo>
                    <a:cubicBezTo>
                      <a:pt x="19" y="167"/>
                      <a:pt x="30" y="178"/>
                      <a:pt x="44" y="178"/>
                    </a:cubicBezTo>
                    <a:cubicBezTo>
                      <a:pt x="58" y="178"/>
                      <a:pt x="69" y="167"/>
                      <a:pt x="69" y="153"/>
                    </a:cubicBezTo>
                    <a:cubicBezTo>
                      <a:pt x="63" y="72"/>
                      <a:pt x="63" y="72"/>
                      <a:pt x="63" y="72"/>
                    </a:cubicBezTo>
                    <a:cubicBezTo>
                      <a:pt x="71" y="67"/>
                      <a:pt x="88" y="54"/>
                      <a:pt x="88" y="37"/>
                    </a:cubicBezTo>
                    <a:cubicBezTo>
                      <a:pt x="88" y="23"/>
                      <a:pt x="81" y="9"/>
                      <a:pt x="68" y="1"/>
                    </a:cubicBezTo>
                    <a:close/>
                    <a:moveTo>
                      <a:pt x="58" y="67"/>
                    </a:moveTo>
                    <a:cubicBezTo>
                      <a:pt x="56" y="68"/>
                      <a:pt x="56" y="69"/>
                      <a:pt x="56" y="70"/>
                    </a:cubicBezTo>
                    <a:cubicBezTo>
                      <a:pt x="62" y="153"/>
                      <a:pt x="62" y="153"/>
                      <a:pt x="62" y="153"/>
                    </a:cubicBezTo>
                    <a:cubicBezTo>
                      <a:pt x="62" y="163"/>
                      <a:pt x="54" y="170"/>
                      <a:pt x="44" y="170"/>
                    </a:cubicBezTo>
                    <a:cubicBezTo>
                      <a:pt x="34" y="170"/>
                      <a:pt x="26" y="163"/>
                      <a:pt x="26" y="153"/>
                    </a:cubicBezTo>
                    <a:cubicBezTo>
                      <a:pt x="32" y="70"/>
                      <a:pt x="32" y="70"/>
                      <a:pt x="32" y="70"/>
                    </a:cubicBezTo>
                    <a:cubicBezTo>
                      <a:pt x="32" y="69"/>
                      <a:pt x="31" y="68"/>
                      <a:pt x="30" y="67"/>
                    </a:cubicBezTo>
                    <a:cubicBezTo>
                      <a:pt x="25" y="64"/>
                      <a:pt x="8" y="52"/>
                      <a:pt x="8" y="37"/>
                    </a:cubicBezTo>
                    <a:cubicBezTo>
                      <a:pt x="8" y="28"/>
                      <a:pt x="11" y="19"/>
                      <a:pt x="18" y="12"/>
                    </a:cubicBezTo>
                    <a:cubicBezTo>
                      <a:pt x="18" y="30"/>
                      <a:pt x="18" y="30"/>
                      <a:pt x="18" y="30"/>
                    </a:cubicBezTo>
                    <a:cubicBezTo>
                      <a:pt x="18" y="31"/>
                      <a:pt x="18" y="31"/>
                      <a:pt x="19" y="32"/>
                    </a:cubicBezTo>
                    <a:cubicBezTo>
                      <a:pt x="29" y="48"/>
                      <a:pt x="29" y="48"/>
                      <a:pt x="29" y="48"/>
                    </a:cubicBezTo>
                    <a:cubicBezTo>
                      <a:pt x="30" y="49"/>
                      <a:pt x="31" y="50"/>
                      <a:pt x="32" y="50"/>
                    </a:cubicBezTo>
                    <a:cubicBezTo>
                      <a:pt x="56" y="50"/>
                      <a:pt x="56" y="50"/>
                      <a:pt x="56" y="50"/>
                    </a:cubicBezTo>
                    <a:cubicBezTo>
                      <a:pt x="57" y="50"/>
                      <a:pt x="58" y="49"/>
                      <a:pt x="59" y="48"/>
                    </a:cubicBezTo>
                    <a:cubicBezTo>
                      <a:pt x="69" y="32"/>
                      <a:pt x="69" y="32"/>
                      <a:pt x="69" y="32"/>
                    </a:cubicBezTo>
                    <a:cubicBezTo>
                      <a:pt x="70" y="31"/>
                      <a:pt x="70" y="31"/>
                      <a:pt x="70" y="30"/>
                    </a:cubicBezTo>
                    <a:cubicBezTo>
                      <a:pt x="70" y="12"/>
                      <a:pt x="70" y="12"/>
                      <a:pt x="70" y="12"/>
                    </a:cubicBezTo>
                    <a:cubicBezTo>
                      <a:pt x="77" y="19"/>
                      <a:pt x="80" y="28"/>
                      <a:pt x="80" y="37"/>
                    </a:cubicBezTo>
                    <a:cubicBezTo>
                      <a:pt x="80" y="52"/>
                      <a:pt x="63" y="64"/>
                      <a:pt x="58" y="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1" name="Freeform 19">
                <a:extLst>
                  <a:ext uri="{FF2B5EF4-FFF2-40B4-BE49-F238E27FC236}">
                    <a16:creationId xmlns:a16="http://schemas.microsoft.com/office/drawing/2014/main" id="{24D9F176-235D-2042-ABB2-01BC38E19819}"/>
                  </a:ext>
                </a:extLst>
              </p:cNvPr>
              <p:cNvSpPr>
                <a:spLocks noEditPoints="1"/>
              </p:cNvSpPr>
              <p:nvPr/>
            </p:nvSpPr>
            <p:spPr bwMode="auto">
              <a:xfrm>
                <a:off x="11596688" y="9561513"/>
                <a:ext cx="195263" cy="671513"/>
              </a:xfrm>
              <a:custGeom>
                <a:avLst/>
                <a:gdLst>
                  <a:gd name="T0" fmla="*/ 50 w 52"/>
                  <a:gd name="T1" fmla="*/ 100 h 179"/>
                  <a:gd name="T2" fmla="*/ 52 w 52"/>
                  <a:gd name="T3" fmla="*/ 97 h 179"/>
                  <a:gd name="T4" fmla="*/ 52 w 52"/>
                  <a:gd name="T5" fmla="*/ 81 h 179"/>
                  <a:gd name="T6" fmla="*/ 49 w 52"/>
                  <a:gd name="T7" fmla="*/ 78 h 179"/>
                  <a:gd name="T8" fmla="*/ 30 w 52"/>
                  <a:gd name="T9" fmla="*/ 78 h 179"/>
                  <a:gd name="T10" fmla="*/ 30 w 52"/>
                  <a:gd name="T11" fmla="*/ 27 h 179"/>
                  <a:gd name="T12" fmla="*/ 31 w 52"/>
                  <a:gd name="T13" fmla="*/ 27 h 179"/>
                  <a:gd name="T14" fmla="*/ 34 w 52"/>
                  <a:gd name="T15" fmla="*/ 25 h 179"/>
                  <a:gd name="T16" fmla="*/ 38 w 52"/>
                  <a:gd name="T17" fmla="*/ 14 h 179"/>
                  <a:gd name="T18" fmla="*/ 37 w 52"/>
                  <a:gd name="T19" fmla="*/ 11 h 179"/>
                  <a:gd name="T20" fmla="*/ 34 w 52"/>
                  <a:gd name="T21" fmla="*/ 3 h 179"/>
                  <a:gd name="T22" fmla="*/ 31 w 52"/>
                  <a:gd name="T23" fmla="*/ 0 h 179"/>
                  <a:gd name="T24" fmla="*/ 22 w 52"/>
                  <a:gd name="T25" fmla="*/ 0 h 179"/>
                  <a:gd name="T26" fmla="*/ 18 w 52"/>
                  <a:gd name="T27" fmla="*/ 3 h 179"/>
                  <a:gd name="T28" fmla="*/ 15 w 52"/>
                  <a:gd name="T29" fmla="*/ 11 h 179"/>
                  <a:gd name="T30" fmla="*/ 14 w 52"/>
                  <a:gd name="T31" fmla="*/ 14 h 179"/>
                  <a:gd name="T32" fmla="*/ 18 w 52"/>
                  <a:gd name="T33" fmla="*/ 25 h 179"/>
                  <a:gd name="T34" fmla="*/ 22 w 52"/>
                  <a:gd name="T35" fmla="*/ 27 h 179"/>
                  <a:gd name="T36" fmla="*/ 22 w 52"/>
                  <a:gd name="T37" fmla="*/ 27 h 179"/>
                  <a:gd name="T38" fmla="*/ 22 w 52"/>
                  <a:gd name="T39" fmla="*/ 78 h 179"/>
                  <a:gd name="T40" fmla="*/ 3 w 52"/>
                  <a:gd name="T41" fmla="*/ 78 h 179"/>
                  <a:gd name="T42" fmla="*/ 0 w 52"/>
                  <a:gd name="T43" fmla="*/ 81 h 179"/>
                  <a:gd name="T44" fmla="*/ 0 w 52"/>
                  <a:gd name="T45" fmla="*/ 97 h 179"/>
                  <a:gd name="T46" fmla="*/ 2 w 52"/>
                  <a:gd name="T47" fmla="*/ 100 h 179"/>
                  <a:gd name="T48" fmla="*/ 6 w 52"/>
                  <a:gd name="T49" fmla="*/ 106 h 179"/>
                  <a:gd name="T50" fmla="*/ 2 w 52"/>
                  <a:gd name="T51" fmla="*/ 112 h 179"/>
                  <a:gd name="T52" fmla="*/ 0 w 52"/>
                  <a:gd name="T53" fmla="*/ 115 h 179"/>
                  <a:gd name="T54" fmla="*/ 0 w 52"/>
                  <a:gd name="T55" fmla="*/ 157 h 179"/>
                  <a:gd name="T56" fmla="*/ 26 w 52"/>
                  <a:gd name="T57" fmla="*/ 179 h 179"/>
                  <a:gd name="T58" fmla="*/ 52 w 52"/>
                  <a:gd name="T59" fmla="*/ 157 h 179"/>
                  <a:gd name="T60" fmla="*/ 52 w 52"/>
                  <a:gd name="T61" fmla="*/ 115 h 179"/>
                  <a:gd name="T62" fmla="*/ 50 w 52"/>
                  <a:gd name="T63" fmla="*/ 112 h 179"/>
                  <a:gd name="T64" fmla="*/ 46 w 52"/>
                  <a:gd name="T65" fmla="*/ 106 h 179"/>
                  <a:gd name="T66" fmla="*/ 50 w 52"/>
                  <a:gd name="T67" fmla="*/ 100 h 179"/>
                  <a:gd name="T68" fmla="*/ 24 w 52"/>
                  <a:gd name="T69" fmla="*/ 8 h 179"/>
                  <a:gd name="T70" fmla="*/ 28 w 52"/>
                  <a:gd name="T71" fmla="*/ 8 h 179"/>
                  <a:gd name="T72" fmla="*/ 30 w 52"/>
                  <a:gd name="T73" fmla="*/ 13 h 179"/>
                  <a:gd name="T74" fmla="*/ 28 w 52"/>
                  <a:gd name="T75" fmla="*/ 20 h 179"/>
                  <a:gd name="T76" fmla="*/ 24 w 52"/>
                  <a:gd name="T77" fmla="*/ 20 h 179"/>
                  <a:gd name="T78" fmla="*/ 22 w 52"/>
                  <a:gd name="T79" fmla="*/ 13 h 179"/>
                  <a:gd name="T80" fmla="*/ 24 w 52"/>
                  <a:gd name="T81" fmla="*/ 8 h 179"/>
                  <a:gd name="T82" fmla="*/ 45 w 52"/>
                  <a:gd name="T83" fmla="*/ 95 h 179"/>
                  <a:gd name="T84" fmla="*/ 38 w 52"/>
                  <a:gd name="T85" fmla="*/ 106 h 179"/>
                  <a:gd name="T86" fmla="*/ 45 w 52"/>
                  <a:gd name="T87" fmla="*/ 117 h 179"/>
                  <a:gd name="T88" fmla="*/ 45 w 52"/>
                  <a:gd name="T89" fmla="*/ 157 h 179"/>
                  <a:gd name="T90" fmla="*/ 26 w 52"/>
                  <a:gd name="T91" fmla="*/ 172 h 179"/>
                  <a:gd name="T92" fmla="*/ 7 w 52"/>
                  <a:gd name="T93" fmla="*/ 157 h 179"/>
                  <a:gd name="T94" fmla="*/ 7 w 52"/>
                  <a:gd name="T95" fmla="*/ 117 h 179"/>
                  <a:gd name="T96" fmla="*/ 14 w 52"/>
                  <a:gd name="T97" fmla="*/ 106 h 179"/>
                  <a:gd name="T98" fmla="*/ 7 w 52"/>
                  <a:gd name="T99" fmla="*/ 95 h 179"/>
                  <a:gd name="T100" fmla="*/ 7 w 52"/>
                  <a:gd name="T101" fmla="*/ 85 h 179"/>
                  <a:gd name="T102" fmla="*/ 45 w 52"/>
                  <a:gd name="T103" fmla="*/ 85 h 179"/>
                  <a:gd name="T104" fmla="*/ 45 w 52"/>
                  <a:gd name="T105" fmla="*/ 95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52" h="179">
                    <a:moveTo>
                      <a:pt x="50" y="100"/>
                    </a:moveTo>
                    <a:cubicBezTo>
                      <a:pt x="52" y="100"/>
                      <a:pt x="52" y="98"/>
                      <a:pt x="52" y="97"/>
                    </a:cubicBezTo>
                    <a:cubicBezTo>
                      <a:pt x="52" y="81"/>
                      <a:pt x="52" y="81"/>
                      <a:pt x="52" y="81"/>
                    </a:cubicBezTo>
                    <a:cubicBezTo>
                      <a:pt x="52" y="79"/>
                      <a:pt x="51" y="78"/>
                      <a:pt x="49" y="78"/>
                    </a:cubicBezTo>
                    <a:cubicBezTo>
                      <a:pt x="30" y="78"/>
                      <a:pt x="30" y="78"/>
                      <a:pt x="30" y="78"/>
                    </a:cubicBezTo>
                    <a:cubicBezTo>
                      <a:pt x="30" y="27"/>
                      <a:pt x="30" y="27"/>
                      <a:pt x="30" y="27"/>
                    </a:cubicBezTo>
                    <a:cubicBezTo>
                      <a:pt x="31" y="27"/>
                      <a:pt x="31" y="27"/>
                      <a:pt x="31" y="27"/>
                    </a:cubicBezTo>
                    <a:cubicBezTo>
                      <a:pt x="32" y="27"/>
                      <a:pt x="34" y="26"/>
                      <a:pt x="34" y="25"/>
                    </a:cubicBezTo>
                    <a:cubicBezTo>
                      <a:pt x="38" y="14"/>
                      <a:pt x="38" y="14"/>
                      <a:pt x="38" y="14"/>
                    </a:cubicBezTo>
                    <a:cubicBezTo>
                      <a:pt x="38" y="13"/>
                      <a:pt x="38" y="12"/>
                      <a:pt x="37" y="11"/>
                    </a:cubicBezTo>
                    <a:cubicBezTo>
                      <a:pt x="34" y="3"/>
                      <a:pt x="34" y="3"/>
                      <a:pt x="34" y="3"/>
                    </a:cubicBezTo>
                    <a:cubicBezTo>
                      <a:pt x="33" y="1"/>
                      <a:pt x="32" y="0"/>
                      <a:pt x="31" y="0"/>
                    </a:cubicBezTo>
                    <a:cubicBezTo>
                      <a:pt x="22" y="0"/>
                      <a:pt x="22" y="0"/>
                      <a:pt x="22" y="0"/>
                    </a:cubicBezTo>
                    <a:cubicBezTo>
                      <a:pt x="20" y="0"/>
                      <a:pt x="19" y="1"/>
                      <a:pt x="18" y="3"/>
                    </a:cubicBezTo>
                    <a:cubicBezTo>
                      <a:pt x="15" y="11"/>
                      <a:pt x="15" y="11"/>
                      <a:pt x="15" y="11"/>
                    </a:cubicBezTo>
                    <a:cubicBezTo>
                      <a:pt x="14" y="12"/>
                      <a:pt x="14" y="13"/>
                      <a:pt x="14" y="14"/>
                    </a:cubicBezTo>
                    <a:cubicBezTo>
                      <a:pt x="18" y="25"/>
                      <a:pt x="18" y="25"/>
                      <a:pt x="18" y="25"/>
                    </a:cubicBezTo>
                    <a:cubicBezTo>
                      <a:pt x="18" y="26"/>
                      <a:pt x="20" y="27"/>
                      <a:pt x="22" y="27"/>
                    </a:cubicBezTo>
                    <a:cubicBezTo>
                      <a:pt x="22" y="27"/>
                      <a:pt x="22" y="27"/>
                      <a:pt x="22" y="27"/>
                    </a:cubicBezTo>
                    <a:cubicBezTo>
                      <a:pt x="22" y="78"/>
                      <a:pt x="22" y="78"/>
                      <a:pt x="22" y="78"/>
                    </a:cubicBezTo>
                    <a:cubicBezTo>
                      <a:pt x="3" y="78"/>
                      <a:pt x="3" y="78"/>
                      <a:pt x="3" y="78"/>
                    </a:cubicBezTo>
                    <a:cubicBezTo>
                      <a:pt x="1" y="78"/>
                      <a:pt x="0" y="79"/>
                      <a:pt x="0" y="81"/>
                    </a:cubicBezTo>
                    <a:cubicBezTo>
                      <a:pt x="0" y="97"/>
                      <a:pt x="0" y="97"/>
                      <a:pt x="0" y="97"/>
                    </a:cubicBezTo>
                    <a:cubicBezTo>
                      <a:pt x="0" y="98"/>
                      <a:pt x="0" y="100"/>
                      <a:pt x="2" y="100"/>
                    </a:cubicBezTo>
                    <a:cubicBezTo>
                      <a:pt x="4" y="101"/>
                      <a:pt x="6" y="104"/>
                      <a:pt x="6" y="106"/>
                    </a:cubicBezTo>
                    <a:cubicBezTo>
                      <a:pt x="6" y="108"/>
                      <a:pt x="4" y="110"/>
                      <a:pt x="2" y="112"/>
                    </a:cubicBezTo>
                    <a:cubicBezTo>
                      <a:pt x="0" y="112"/>
                      <a:pt x="0" y="114"/>
                      <a:pt x="0" y="115"/>
                    </a:cubicBezTo>
                    <a:cubicBezTo>
                      <a:pt x="0" y="157"/>
                      <a:pt x="0" y="157"/>
                      <a:pt x="0" y="157"/>
                    </a:cubicBezTo>
                    <a:cubicBezTo>
                      <a:pt x="0" y="169"/>
                      <a:pt x="11" y="179"/>
                      <a:pt x="26" y="179"/>
                    </a:cubicBezTo>
                    <a:cubicBezTo>
                      <a:pt x="41" y="179"/>
                      <a:pt x="52" y="169"/>
                      <a:pt x="52" y="157"/>
                    </a:cubicBezTo>
                    <a:cubicBezTo>
                      <a:pt x="52" y="115"/>
                      <a:pt x="52" y="115"/>
                      <a:pt x="52" y="115"/>
                    </a:cubicBezTo>
                    <a:cubicBezTo>
                      <a:pt x="52" y="114"/>
                      <a:pt x="52" y="112"/>
                      <a:pt x="50" y="112"/>
                    </a:cubicBezTo>
                    <a:cubicBezTo>
                      <a:pt x="48" y="110"/>
                      <a:pt x="46" y="108"/>
                      <a:pt x="46" y="106"/>
                    </a:cubicBezTo>
                    <a:cubicBezTo>
                      <a:pt x="46" y="104"/>
                      <a:pt x="48" y="101"/>
                      <a:pt x="50" y="100"/>
                    </a:cubicBezTo>
                    <a:close/>
                    <a:moveTo>
                      <a:pt x="24" y="8"/>
                    </a:moveTo>
                    <a:cubicBezTo>
                      <a:pt x="28" y="8"/>
                      <a:pt x="28" y="8"/>
                      <a:pt x="28" y="8"/>
                    </a:cubicBezTo>
                    <a:cubicBezTo>
                      <a:pt x="30" y="13"/>
                      <a:pt x="30" y="13"/>
                      <a:pt x="30" y="13"/>
                    </a:cubicBezTo>
                    <a:cubicBezTo>
                      <a:pt x="28" y="20"/>
                      <a:pt x="28" y="20"/>
                      <a:pt x="28" y="20"/>
                    </a:cubicBezTo>
                    <a:cubicBezTo>
                      <a:pt x="24" y="20"/>
                      <a:pt x="24" y="20"/>
                      <a:pt x="24" y="20"/>
                    </a:cubicBezTo>
                    <a:cubicBezTo>
                      <a:pt x="22" y="13"/>
                      <a:pt x="22" y="13"/>
                      <a:pt x="22" y="13"/>
                    </a:cubicBezTo>
                    <a:lnTo>
                      <a:pt x="24" y="8"/>
                    </a:lnTo>
                    <a:close/>
                    <a:moveTo>
                      <a:pt x="45" y="95"/>
                    </a:moveTo>
                    <a:cubicBezTo>
                      <a:pt x="41" y="97"/>
                      <a:pt x="38" y="101"/>
                      <a:pt x="38" y="106"/>
                    </a:cubicBezTo>
                    <a:cubicBezTo>
                      <a:pt x="38" y="110"/>
                      <a:pt x="41" y="115"/>
                      <a:pt x="45" y="117"/>
                    </a:cubicBezTo>
                    <a:cubicBezTo>
                      <a:pt x="45" y="157"/>
                      <a:pt x="45" y="157"/>
                      <a:pt x="45" y="157"/>
                    </a:cubicBezTo>
                    <a:cubicBezTo>
                      <a:pt x="45" y="165"/>
                      <a:pt x="36" y="172"/>
                      <a:pt x="26" y="172"/>
                    </a:cubicBezTo>
                    <a:cubicBezTo>
                      <a:pt x="16" y="172"/>
                      <a:pt x="7" y="165"/>
                      <a:pt x="7" y="157"/>
                    </a:cubicBezTo>
                    <a:cubicBezTo>
                      <a:pt x="7" y="117"/>
                      <a:pt x="7" y="117"/>
                      <a:pt x="7" y="117"/>
                    </a:cubicBezTo>
                    <a:cubicBezTo>
                      <a:pt x="11" y="115"/>
                      <a:pt x="14" y="110"/>
                      <a:pt x="14" y="106"/>
                    </a:cubicBezTo>
                    <a:cubicBezTo>
                      <a:pt x="14" y="101"/>
                      <a:pt x="11" y="97"/>
                      <a:pt x="7" y="95"/>
                    </a:cubicBezTo>
                    <a:cubicBezTo>
                      <a:pt x="7" y="85"/>
                      <a:pt x="7" y="85"/>
                      <a:pt x="7" y="85"/>
                    </a:cubicBezTo>
                    <a:cubicBezTo>
                      <a:pt x="45" y="85"/>
                      <a:pt x="45" y="85"/>
                      <a:pt x="45" y="85"/>
                    </a:cubicBezTo>
                    <a:lnTo>
                      <a:pt x="45" y="9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2" name="Freeform 20">
                <a:extLst>
                  <a:ext uri="{FF2B5EF4-FFF2-40B4-BE49-F238E27FC236}">
                    <a16:creationId xmlns:a16="http://schemas.microsoft.com/office/drawing/2014/main" id="{A5CD7D4E-5CE0-A54C-83B0-E051C77AACDE}"/>
                  </a:ext>
                </a:extLst>
              </p:cNvPr>
              <p:cNvSpPr>
                <a:spLocks/>
              </p:cNvSpPr>
              <p:nvPr/>
            </p:nvSpPr>
            <p:spPr bwMode="auto">
              <a:xfrm>
                <a:off x="11679238" y="10004425"/>
                <a:ext cx="30163" cy="158750"/>
              </a:xfrm>
              <a:custGeom>
                <a:avLst/>
                <a:gdLst>
                  <a:gd name="T0" fmla="*/ 0 w 8"/>
                  <a:gd name="T1" fmla="*/ 4 h 42"/>
                  <a:gd name="T2" fmla="*/ 0 w 8"/>
                  <a:gd name="T3" fmla="*/ 39 h 42"/>
                  <a:gd name="T4" fmla="*/ 4 w 8"/>
                  <a:gd name="T5" fmla="*/ 42 h 42"/>
                  <a:gd name="T6" fmla="*/ 8 w 8"/>
                  <a:gd name="T7" fmla="*/ 39 h 42"/>
                  <a:gd name="T8" fmla="*/ 8 w 8"/>
                  <a:gd name="T9" fmla="*/ 4 h 42"/>
                  <a:gd name="T10" fmla="*/ 4 w 8"/>
                  <a:gd name="T11" fmla="*/ 0 h 42"/>
                  <a:gd name="T12" fmla="*/ 0 w 8"/>
                  <a:gd name="T13" fmla="*/ 4 h 42"/>
                </a:gdLst>
                <a:ahLst/>
                <a:cxnLst>
                  <a:cxn ang="0">
                    <a:pos x="T0" y="T1"/>
                  </a:cxn>
                  <a:cxn ang="0">
                    <a:pos x="T2" y="T3"/>
                  </a:cxn>
                  <a:cxn ang="0">
                    <a:pos x="T4" y="T5"/>
                  </a:cxn>
                  <a:cxn ang="0">
                    <a:pos x="T6" y="T7"/>
                  </a:cxn>
                  <a:cxn ang="0">
                    <a:pos x="T8" y="T9"/>
                  </a:cxn>
                  <a:cxn ang="0">
                    <a:pos x="T10" y="T11"/>
                  </a:cxn>
                  <a:cxn ang="0">
                    <a:pos x="T12" y="T13"/>
                  </a:cxn>
                </a:cxnLst>
                <a:rect l="0" t="0" r="r" b="b"/>
                <a:pathLst>
                  <a:path w="8" h="42">
                    <a:moveTo>
                      <a:pt x="0" y="4"/>
                    </a:moveTo>
                    <a:cubicBezTo>
                      <a:pt x="0" y="39"/>
                      <a:pt x="0" y="39"/>
                      <a:pt x="0" y="39"/>
                    </a:cubicBezTo>
                    <a:cubicBezTo>
                      <a:pt x="0" y="41"/>
                      <a:pt x="2" y="42"/>
                      <a:pt x="4" y="42"/>
                    </a:cubicBezTo>
                    <a:cubicBezTo>
                      <a:pt x="6" y="42"/>
                      <a:pt x="8" y="41"/>
                      <a:pt x="8" y="39"/>
                    </a:cubicBezTo>
                    <a:cubicBezTo>
                      <a:pt x="8" y="4"/>
                      <a:pt x="8" y="4"/>
                      <a:pt x="8" y="4"/>
                    </a:cubicBezTo>
                    <a:cubicBezTo>
                      <a:pt x="8" y="2"/>
                      <a:pt x="6" y="0"/>
                      <a:pt x="4" y="0"/>
                    </a:cubicBezTo>
                    <a:cubicBezTo>
                      <a:pt x="2" y="0"/>
                      <a:pt x="0" y="2"/>
                      <a:pt x="0"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grpSp>
      </p:grpSp>
      <p:grpSp>
        <p:nvGrpSpPr>
          <p:cNvPr id="47" name="Group 46">
            <a:extLst>
              <a:ext uri="{FF2B5EF4-FFF2-40B4-BE49-F238E27FC236}">
                <a16:creationId xmlns:a16="http://schemas.microsoft.com/office/drawing/2014/main" id="{3E00A431-448E-9C4D-AA61-6CC31990BC14}"/>
              </a:ext>
            </a:extLst>
          </p:cNvPr>
          <p:cNvGrpSpPr/>
          <p:nvPr/>
        </p:nvGrpSpPr>
        <p:grpSpPr>
          <a:xfrm>
            <a:off x="7501566" y="2752486"/>
            <a:ext cx="2340210" cy="2922518"/>
            <a:chOff x="15940174" y="5053963"/>
            <a:chExt cx="6240560" cy="7793382"/>
          </a:xfrm>
        </p:grpSpPr>
        <p:grpSp>
          <p:nvGrpSpPr>
            <p:cNvPr id="48" name="Group 47">
              <a:extLst>
                <a:ext uri="{FF2B5EF4-FFF2-40B4-BE49-F238E27FC236}">
                  <a16:creationId xmlns:a16="http://schemas.microsoft.com/office/drawing/2014/main" id="{81BCCBF5-1D1A-2C42-AA45-BCE24DEA8E9E}"/>
                </a:ext>
              </a:extLst>
            </p:cNvPr>
            <p:cNvGrpSpPr/>
            <p:nvPr/>
          </p:nvGrpSpPr>
          <p:grpSpPr>
            <a:xfrm>
              <a:off x="15940174" y="5053963"/>
              <a:ext cx="6240560" cy="7793382"/>
              <a:chOff x="15940174" y="4982713"/>
              <a:chExt cx="6240560" cy="7793382"/>
            </a:xfrm>
          </p:grpSpPr>
          <p:sp>
            <p:nvSpPr>
              <p:cNvPr id="50" name="Oval 49">
                <a:extLst>
                  <a:ext uri="{FF2B5EF4-FFF2-40B4-BE49-F238E27FC236}">
                    <a16:creationId xmlns:a16="http://schemas.microsoft.com/office/drawing/2014/main" id="{102719F2-1FEC-9E4D-A59C-F817A6168F9D}"/>
                  </a:ext>
                </a:extLst>
              </p:cNvPr>
              <p:cNvSpPr/>
              <p:nvPr/>
            </p:nvSpPr>
            <p:spPr>
              <a:xfrm>
                <a:off x="17737875" y="4982713"/>
                <a:ext cx="1702514" cy="1702514"/>
              </a:xfrm>
              <a:prstGeom prst="ellipse">
                <a:avLst/>
              </a:prstGeom>
              <a:solidFill>
                <a:schemeClr val="accent5"/>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grpSp>
            <p:nvGrpSpPr>
              <p:cNvPr id="51" name="Group 50">
                <a:extLst>
                  <a:ext uri="{FF2B5EF4-FFF2-40B4-BE49-F238E27FC236}">
                    <a16:creationId xmlns:a16="http://schemas.microsoft.com/office/drawing/2014/main" id="{342AF6ED-C31D-4740-9ADF-958B55C8674B}"/>
                  </a:ext>
                </a:extLst>
              </p:cNvPr>
              <p:cNvGrpSpPr/>
              <p:nvPr/>
            </p:nvGrpSpPr>
            <p:grpSpPr>
              <a:xfrm>
                <a:off x="16076989" y="5829318"/>
                <a:ext cx="5997501" cy="6127309"/>
                <a:chOff x="9966234" y="5878756"/>
                <a:chExt cx="5997501" cy="6127309"/>
              </a:xfrm>
            </p:grpSpPr>
            <p:sp>
              <p:nvSpPr>
                <p:cNvPr id="61" name="Freeform 29">
                  <a:extLst>
                    <a:ext uri="{FF2B5EF4-FFF2-40B4-BE49-F238E27FC236}">
                      <a16:creationId xmlns:a16="http://schemas.microsoft.com/office/drawing/2014/main" id="{771C1559-7A3A-8843-990C-E073BCA39474}"/>
                    </a:ext>
                  </a:extLst>
                </p:cNvPr>
                <p:cNvSpPr>
                  <a:spLocks/>
                </p:cNvSpPr>
                <p:nvPr/>
              </p:nvSpPr>
              <p:spPr bwMode="auto">
                <a:xfrm>
                  <a:off x="12711343" y="10234004"/>
                  <a:ext cx="789748" cy="887111"/>
                </a:xfrm>
                <a:custGeom>
                  <a:avLst/>
                  <a:gdLst>
                    <a:gd name="T0" fmla="*/ 121 w 154"/>
                    <a:gd name="T1" fmla="*/ 128 h 173"/>
                    <a:gd name="T2" fmla="*/ 121 w 154"/>
                    <a:gd name="T3" fmla="*/ 173 h 173"/>
                    <a:gd name="T4" fmla="*/ 137 w 154"/>
                    <a:gd name="T5" fmla="*/ 171 h 173"/>
                    <a:gd name="T6" fmla="*/ 154 w 154"/>
                    <a:gd name="T7" fmla="*/ 173 h 173"/>
                    <a:gd name="T8" fmla="*/ 154 w 154"/>
                    <a:gd name="T9" fmla="*/ 128 h 173"/>
                    <a:gd name="T10" fmla="*/ 110 w 154"/>
                    <a:gd name="T11" fmla="*/ 54 h 173"/>
                    <a:gd name="T12" fmla="*/ 17 w 154"/>
                    <a:gd name="T13" fmla="*/ 0 h 173"/>
                    <a:gd name="T14" fmla="*/ 0 w 154"/>
                    <a:gd name="T15" fmla="*/ 28 h 173"/>
                    <a:gd name="T16" fmla="*/ 91 w 154"/>
                    <a:gd name="T17" fmla="*/ 81 h 173"/>
                    <a:gd name="T18" fmla="*/ 121 w 154"/>
                    <a:gd name="T19" fmla="*/ 128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4" h="173">
                      <a:moveTo>
                        <a:pt x="121" y="128"/>
                      </a:moveTo>
                      <a:cubicBezTo>
                        <a:pt x="121" y="173"/>
                        <a:pt x="121" y="173"/>
                        <a:pt x="121" y="173"/>
                      </a:cubicBezTo>
                      <a:cubicBezTo>
                        <a:pt x="126" y="172"/>
                        <a:pt x="132" y="171"/>
                        <a:pt x="137" y="171"/>
                      </a:cubicBezTo>
                      <a:cubicBezTo>
                        <a:pt x="143" y="171"/>
                        <a:pt x="148" y="172"/>
                        <a:pt x="154" y="173"/>
                      </a:cubicBezTo>
                      <a:cubicBezTo>
                        <a:pt x="154" y="128"/>
                        <a:pt x="154" y="128"/>
                        <a:pt x="154" y="128"/>
                      </a:cubicBezTo>
                      <a:cubicBezTo>
                        <a:pt x="153" y="98"/>
                        <a:pt x="134" y="70"/>
                        <a:pt x="110" y="54"/>
                      </a:cubicBezTo>
                      <a:cubicBezTo>
                        <a:pt x="17" y="0"/>
                        <a:pt x="17" y="0"/>
                        <a:pt x="17" y="0"/>
                      </a:cubicBezTo>
                      <a:cubicBezTo>
                        <a:pt x="13" y="11"/>
                        <a:pt x="7" y="20"/>
                        <a:pt x="0" y="28"/>
                      </a:cubicBezTo>
                      <a:cubicBezTo>
                        <a:pt x="91" y="81"/>
                        <a:pt x="91" y="81"/>
                        <a:pt x="91" y="81"/>
                      </a:cubicBezTo>
                      <a:cubicBezTo>
                        <a:pt x="107" y="90"/>
                        <a:pt x="121" y="112"/>
                        <a:pt x="121" y="128"/>
                      </a:cubicBezTo>
                      <a:close/>
                    </a:path>
                  </a:pathLst>
                </a:custGeom>
                <a:solidFill>
                  <a:schemeClr val="accent5">
                    <a:lumMod val="75000"/>
                  </a:schemeClr>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2" name="Freeform 29">
                  <a:extLst>
                    <a:ext uri="{FF2B5EF4-FFF2-40B4-BE49-F238E27FC236}">
                      <a16:creationId xmlns:a16="http://schemas.microsoft.com/office/drawing/2014/main" id="{C6E99726-BBEC-304D-9C07-BBD69987F9C6}"/>
                    </a:ext>
                  </a:extLst>
                </p:cNvPr>
                <p:cNvSpPr>
                  <a:spLocks/>
                </p:cNvSpPr>
                <p:nvPr/>
              </p:nvSpPr>
              <p:spPr bwMode="auto">
                <a:xfrm flipH="1">
                  <a:off x="11383445" y="10234004"/>
                  <a:ext cx="789748" cy="887111"/>
                </a:xfrm>
                <a:custGeom>
                  <a:avLst/>
                  <a:gdLst>
                    <a:gd name="T0" fmla="*/ 121 w 154"/>
                    <a:gd name="T1" fmla="*/ 128 h 173"/>
                    <a:gd name="T2" fmla="*/ 121 w 154"/>
                    <a:gd name="T3" fmla="*/ 173 h 173"/>
                    <a:gd name="T4" fmla="*/ 137 w 154"/>
                    <a:gd name="T5" fmla="*/ 171 h 173"/>
                    <a:gd name="T6" fmla="*/ 154 w 154"/>
                    <a:gd name="T7" fmla="*/ 173 h 173"/>
                    <a:gd name="T8" fmla="*/ 154 w 154"/>
                    <a:gd name="T9" fmla="*/ 128 h 173"/>
                    <a:gd name="T10" fmla="*/ 110 w 154"/>
                    <a:gd name="T11" fmla="*/ 54 h 173"/>
                    <a:gd name="T12" fmla="*/ 17 w 154"/>
                    <a:gd name="T13" fmla="*/ 0 h 173"/>
                    <a:gd name="T14" fmla="*/ 0 w 154"/>
                    <a:gd name="T15" fmla="*/ 28 h 173"/>
                    <a:gd name="T16" fmla="*/ 91 w 154"/>
                    <a:gd name="T17" fmla="*/ 81 h 173"/>
                    <a:gd name="T18" fmla="*/ 121 w 154"/>
                    <a:gd name="T19" fmla="*/ 128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4" h="173">
                      <a:moveTo>
                        <a:pt x="121" y="128"/>
                      </a:moveTo>
                      <a:cubicBezTo>
                        <a:pt x="121" y="173"/>
                        <a:pt x="121" y="173"/>
                        <a:pt x="121" y="173"/>
                      </a:cubicBezTo>
                      <a:cubicBezTo>
                        <a:pt x="126" y="172"/>
                        <a:pt x="132" y="171"/>
                        <a:pt x="137" y="171"/>
                      </a:cubicBezTo>
                      <a:cubicBezTo>
                        <a:pt x="143" y="171"/>
                        <a:pt x="148" y="172"/>
                        <a:pt x="154" y="173"/>
                      </a:cubicBezTo>
                      <a:cubicBezTo>
                        <a:pt x="154" y="128"/>
                        <a:pt x="154" y="128"/>
                        <a:pt x="154" y="128"/>
                      </a:cubicBezTo>
                      <a:cubicBezTo>
                        <a:pt x="153" y="98"/>
                        <a:pt x="134" y="70"/>
                        <a:pt x="110" y="54"/>
                      </a:cubicBezTo>
                      <a:cubicBezTo>
                        <a:pt x="17" y="0"/>
                        <a:pt x="17" y="0"/>
                        <a:pt x="17" y="0"/>
                      </a:cubicBezTo>
                      <a:cubicBezTo>
                        <a:pt x="13" y="11"/>
                        <a:pt x="7" y="20"/>
                        <a:pt x="0" y="28"/>
                      </a:cubicBezTo>
                      <a:cubicBezTo>
                        <a:pt x="91" y="81"/>
                        <a:pt x="91" y="81"/>
                        <a:pt x="91" y="81"/>
                      </a:cubicBezTo>
                      <a:cubicBezTo>
                        <a:pt x="107" y="90"/>
                        <a:pt x="121" y="112"/>
                        <a:pt x="121" y="128"/>
                      </a:cubicBezTo>
                      <a:close/>
                    </a:path>
                  </a:pathLst>
                </a:custGeom>
                <a:solidFill>
                  <a:schemeClr val="accent5">
                    <a:lumMod val="75000"/>
                  </a:schemeClr>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3" name="Freeform 10">
                  <a:extLst>
                    <a:ext uri="{FF2B5EF4-FFF2-40B4-BE49-F238E27FC236}">
                      <a16:creationId xmlns:a16="http://schemas.microsoft.com/office/drawing/2014/main" id="{76833EC4-9A18-094A-A48C-631AC7670501}"/>
                    </a:ext>
                  </a:extLst>
                </p:cNvPr>
                <p:cNvSpPr>
                  <a:spLocks noEditPoints="1"/>
                </p:cNvSpPr>
                <p:nvPr/>
              </p:nvSpPr>
              <p:spPr bwMode="auto">
                <a:xfrm>
                  <a:off x="12009212" y="5878756"/>
                  <a:ext cx="897932" cy="895767"/>
                </a:xfrm>
                <a:custGeom>
                  <a:avLst/>
                  <a:gdLst>
                    <a:gd name="T0" fmla="*/ 88 w 175"/>
                    <a:gd name="T1" fmla="*/ 0 h 175"/>
                    <a:gd name="T2" fmla="*/ 0 w 175"/>
                    <a:gd name="T3" fmla="*/ 88 h 175"/>
                    <a:gd name="T4" fmla="*/ 88 w 175"/>
                    <a:gd name="T5" fmla="*/ 175 h 175"/>
                    <a:gd name="T6" fmla="*/ 175 w 175"/>
                    <a:gd name="T7" fmla="*/ 88 h 175"/>
                    <a:gd name="T8" fmla="*/ 88 w 175"/>
                    <a:gd name="T9" fmla="*/ 0 h 175"/>
                    <a:gd name="T10" fmla="*/ 88 w 175"/>
                    <a:gd name="T11" fmla="*/ 143 h 175"/>
                    <a:gd name="T12" fmla="*/ 33 w 175"/>
                    <a:gd name="T13" fmla="*/ 88 h 175"/>
                    <a:gd name="T14" fmla="*/ 88 w 175"/>
                    <a:gd name="T15" fmla="*/ 32 h 175"/>
                    <a:gd name="T16" fmla="*/ 143 w 175"/>
                    <a:gd name="T17" fmla="*/ 88 h 175"/>
                    <a:gd name="T18" fmla="*/ 88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8" y="0"/>
                      </a:moveTo>
                      <a:cubicBezTo>
                        <a:pt x="39" y="0"/>
                        <a:pt x="0" y="39"/>
                        <a:pt x="0" y="88"/>
                      </a:cubicBezTo>
                      <a:cubicBezTo>
                        <a:pt x="0" y="136"/>
                        <a:pt x="39" y="175"/>
                        <a:pt x="88" y="175"/>
                      </a:cubicBezTo>
                      <a:cubicBezTo>
                        <a:pt x="136" y="175"/>
                        <a:pt x="175" y="136"/>
                        <a:pt x="175" y="88"/>
                      </a:cubicBezTo>
                      <a:cubicBezTo>
                        <a:pt x="175" y="39"/>
                        <a:pt x="136" y="0"/>
                        <a:pt x="88" y="0"/>
                      </a:cubicBezTo>
                      <a:close/>
                      <a:moveTo>
                        <a:pt x="88" y="143"/>
                      </a:moveTo>
                      <a:cubicBezTo>
                        <a:pt x="57" y="143"/>
                        <a:pt x="33" y="118"/>
                        <a:pt x="33" y="88"/>
                      </a:cubicBezTo>
                      <a:cubicBezTo>
                        <a:pt x="33" y="57"/>
                        <a:pt x="57" y="32"/>
                        <a:pt x="88" y="32"/>
                      </a:cubicBezTo>
                      <a:cubicBezTo>
                        <a:pt x="118" y="32"/>
                        <a:pt x="143" y="57"/>
                        <a:pt x="143" y="88"/>
                      </a:cubicBezTo>
                      <a:cubicBezTo>
                        <a:pt x="143" y="118"/>
                        <a:pt x="118" y="143"/>
                        <a:pt x="88" y="143"/>
                      </a:cubicBezTo>
                      <a:close/>
                    </a:path>
                  </a:pathLst>
                </a:custGeom>
                <a:no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4" name="Freeform 11">
                  <a:extLst>
                    <a:ext uri="{FF2B5EF4-FFF2-40B4-BE49-F238E27FC236}">
                      <a16:creationId xmlns:a16="http://schemas.microsoft.com/office/drawing/2014/main" id="{B163E5E5-06BA-FF49-B220-A45F1C56DC9E}"/>
                    </a:ext>
                  </a:extLst>
                </p:cNvPr>
                <p:cNvSpPr>
                  <a:spLocks noEditPoints="1"/>
                </p:cNvSpPr>
                <p:nvPr/>
              </p:nvSpPr>
              <p:spPr bwMode="auto">
                <a:xfrm>
                  <a:off x="13045618" y="8152792"/>
                  <a:ext cx="895767" cy="895767"/>
                </a:xfrm>
                <a:custGeom>
                  <a:avLst/>
                  <a:gdLst>
                    <a:gd name="T0" fmla="*/ 88 w 175"/>
                    <a:gd name="T1" fmla="*/ 0 h 175"/>
                    <a:gd name="T2" fmla="*/ 0 w 175"/>
                    <a:gd name="T3" fmla="*/ 88 h 175"/>
                    <a:gd name="T4" fmla="*/ 88 w 175"/>
                    <a:gd name="T5" fmla="*/ 175 h 175"/>
                    <a:gd name="T6" fmla="*/ 175 w 175"/>
                    <a:gd name="T7" fmla="*/ 88 h 175"/>
                    <a:gd name="T8" fmla="*/ 88 w 175"/>
                    <a:gd name="T9" fmla="*/ 0 h 175"/>
                    <a:gd name="T10" fmla="*/ 88 w 175"/>
                    <a:gd name="T11" fmla="*/ 143 h 175"/>
                    <a:gd name="T12" fmla="*/ 32 w 175"/>
                    <a:gd name="T13" fmla="*/ 88 h 175"/>
                    <a:gd name="T14" fmla="*/ 88 w 175"/>
                    <a:gd name="T15" fmla="*/ 33 h 175"/>
                    <a:gd name="T16" fmla="*/ 143 w 175"/>
                    <a:gd name="T17" fmla="*/ 88 h 175"/>
                    <a:gd name="T18" fmla="*/ 88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8" y="0"/>
                      </a:moveTo>
                      <a:cubicBezTo>
                        <a:pt x="39" y="0"/>
                        <a:pt x="0" y="40"/>
                        <a:pt x="0" y="88"/>
                      </a:cubicBezTo>
                      <a:cubicBezTo>
                        <a:pt x="0" y="136"/>
                        <a:pt x="39" y="175"/>
                        <a:pt x="88" y="175"/>
                      </a:cubicBezTo>
                      <a:cubicBezTo>
                        <a:pt x="136" y="175"/>
                        <a:pt x="175" y="136"/>
                        <a:pt x="175" y="88"/>
                      </a:cubicBezTo>
                      <a:cubicBezTo>
                        <a:pt x="175" y="40"/>
                        <a:pt x="136" y="0"/>
                        <a:pt x="88" y="0"/>
                      </a:cubicBezTo>
                      <a:close/>
                      <a:moveTo>
                        <a:pt x="88" y="143"/>
                      </a:moveTo>
                      <a:cubicBezTo>
                        <a:pt x="57" y="143"/>
                        <a:pt x="32" y="118"/>
                        <a:pt x="32" y="88"/>
                      </a:cubicBezTo>
                      <a:cubicBezTo>
                        <a:pt x="32" y="57"/>
                        <a:pt x="57" y="33"/>
                        <a:pt x="88" y="33"/>
                      </a:cubicBezTo>
                      <a:cubicBezTo>
                        <a:pt x="118" y="33"/>
                        <a:pt x="143" y="57"/>
                        <a:pt x="143" y="88"/>
                      </a:cubicBezTo>
                      <a:cubicBezTo>
                        <a:pt x="143" y="118"/>
                        <a:pt x="118" y="143"/>
                        <a:pt x="88" y="143"/>
                      </a:cubicBezTo>
                      <a:close/>
                    </a:path>
                  </a:pathLst>
                </a:custGeom>
                <a:solidFill>
                  <a:schemeClr val="accent6"/>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5" name="Freeform 13">
                  <a:extLst>
                    <a:ext uri="{FF2B5EF4-FFF2-40B4-BE49-F238E27FC236}">
                      <a16:creationId xmlns:a16="http://schemas.microsoft.com/office/drawing/2014/main" id="{FD05FDDB-20EA-9741-B5F7-4E87F1AB6BFB}"/>
                    </a:ext>
                  </a:extLst>
                </p:cNvPr>
                <p:cNvSpPr>
                  <a:spLocks noEditPoints="1"/>
                </p:cNvSpPr>
                <p:nvPr/>
              </p:nvSpPr>
              <p:spPr bwMode="auto">
                <a:xfrm>
                  <a:off x="10974969" y="8152790"/>
                  <a:ext cx="895767" cy="895767"/>
                </a:xfrm>
                <a:custGeom>
                  <a:avLst/>
                  <a:gdLst>
                    <a:gd name="T0" fmla="*/ 88 w 175"/>
                    <a:gd name="T1" fmla="*/ 0 h 175"/>
                    <a:gd name="T2" fmla="*/ 0 w 175"/>
                    <a:gd name="T3" fmla="*/ 88 h 175"/>
                    <a:gd name="T4" fmla="*/ 88 w 175"/>
                    <a:gd name="T5" fmla="*/ 175 h 175"/>
                    <a:gd name="T6" fmla="*/ 175 w 175"/>
                    <a:gd name="T7" fmla="*/ 88 h 175"/>
                    <a:gd name="T8" fmla="*/ 88 w 175"/>
                    <a:gd name="T9" fmla="*/ 0 h 175"/>
                    <a:gd name="T10" fmla="*/ 88 w 175"/>
                    <a:gd name="T11" fmla="*/ 143 h 175"/>
                    <a:gd name="T12" fmla="*/ 33 w 175"/>
                    <a:gd name="T13" fmla="*/ 88 h 175"/>
                    <a:gd name="T14" fmla="*/ 88 w 175"/>
                    <a:gd name="T15" fmla="*/ 33 h 175"/>
                    <a:gd name="T16" fmla="*/ 143 w 175"/>
                    <a:gd name="T17" fmla="*/ 88 h 175"/>
                    <a:gd name="T18" fmla="*/ 88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8" y="0"/>
                      </a:moveTo>
                      <a:cubicBezTo>
                        <a:pt x="39" y="0"/>
                        <a:pt x="0" y="40"/>
                        <a:pt x="0" y="88"/>
                      </a:cubicBezTo>
                      <a:cubicBezTo>
                        <a:pt x="0" y="136"/>
                        <a:pt x="39" y="175"/>
                        <a:pt x="88" y="175"/>
                      </a:cubicBezTo>
                      <a:cubicBezTo>
                        <a:pt x="136" y="175"/>
                        <a:pt x="175" y="136"/>
                        <a:pt x="175" y="88"/>
                      </a:cubicBezTo>
                      <a:cubicBezTo>
                        <a:pt x="175" y="40"/>
                        <a:pt x="136" y="0"/>
                        <a:pt x="88" y="0"/>
                      </a:cubicBezTo>
                      <a:close/>
                      <a:moveTo>
                        <a:pt x="88" y="143"/>
                      </a:moveTo>
                      <a:cubicBezTo>
                        <a:pt x="57" y="143"/>
                        <a:pt x="33" y="118"/>
                        <a:pt x="33" y="88"/>
                      </a:cubicBezTo>
                      <a:cubicBezTo>
                        <a:pt x="33" y="57"/>
                        <a:pt x="57" y="33"/>
                        <a:pt x="88" y="33"/>
                      </a:cubicBezTo>
                      <a:cubicBezTo>
                        <a:pt x="118" y="33"/>
                        <a:pt x="143" y="57"/>
                        <a:pt x="143" y="88"/>
                      </a:cubicBezTo>
                      <a:cubicBezTo>
                        <a:pt x="143" y="118"/>
                        <a:pt x="118" y="143"/>
                        <a:pt x="88" y="143"/>
                      </a:cubicBezTo>
                      <a:close/>
                    </a:path>
                  </a:pathLst>
                </a:custGeom>
                <a:solidFill>
                  <a:schemeClr val="accent5"/>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6" name="Freeform 25">
                  <a:extLst>
                    <a:ext uri="{FF2B5EF4-FFF2-40B4-BE49-F238E27FC236}">
                      <a16:creationId xmlns:a16="http://schemas.microsoft.com/office/drawing/2014/main" id="{ED0F9EC7-24A8-2A42-8D2E-06C7BA873944}"/>
                    </a:ext>
                  </a:extLst>
                </p:cNvPr>
                <p:cNvSpPr>
                  <a:spLocks/>
                </p:cNvSpPr>
                <p:nvPr/>
              </p:nvSpPr>
              <p:spPr bwMode="auto">
                <a:xfrm>
                  <a:off x="11338467" y="6765868"/>
                  <a:ext cx="1205174" cy="1397741"/>
                </a:xfrm>
                <a:custGeom>
                  <a:avLst/>
                  <a:gdLst>
                    <a:gd name="T0" fmla="*/ 235 w 235"/>
                    <a:gd name="T1" fmla="*/ 0 h 273"/>
                    <a:gd name="T2" fmla="*/ 219 w 235"/>
                    <a:gd name="T3" fmla="*/ 2 h 273"/>
                    <a:gd name="T4" fmla="*/ 202 w 235"/>
                    <a:gd name="T5" fmla="*/ 0 h 273"/>
                    <a:gd name="T6" fmla="*/ 202 w 235"/>
                    <a:gd name="T7" fmla="*/ 39 h 273"/>
                    <a:gd name="T8" fmla="*/ 172 w 235"/>
                    <a:gd name="T9" fmla="*/ 86 h 273"/>
                    <a:gd name="T10" fmla="*/ 114 w 235"/>
                    <a:gd name="T11" fmla="*/ 120 h 273"/>
                    <a:gd name="T12" fmla="*/ 114 w 235"/>
                    <a:gd name="T13" fmla="*/ 120 h 273"/>
                    <a:gd name="T14" fmla="*/ 44 w 235"/>
                    <a:gd name="T15" fmla="*/ 160 h 273"/>
                    <a:gd name="T16" fmla="*/ 0 w 235"/>
                    <a:gd name="T17" fmla="*/ 234 h 273"/>
                    <a:gd name="T18" fmla="*/ 0 w 235"/>
                    <a:gd name="T19" fmla="*/ 273 h 273"/>
                    <a:gd name="T20" fmla="*/ 17 w 235"/>
                    <a:gd name="T21" fmla="*/ 271 h 273"/>
                    <a:gd name="T22" fmla="*/ 33 w 235"/>
                    <a:gd name="T23" fmla="*/ 273 h 273"/>
                    <a:gd name="T24" fmla="*/ 33 w 235"/>
                    <a:gd name="T25" fmla="*/ 235 h 273"/>
                    <a:gd name="T26" fmla="*/ 63 w 235"/>
                    <a:gd name="T27" fmla="*/ 187 h 273"/>
                    <a:gd name="T28" fmla="*/ 121 w 235"/>
                    <a:gd name="T29" fmla="*/ 153 h 273"/>
                    <a:gd name="T30" fmla="*/ 121 w 235"/>
                    <a:gd name="T31" fmla="*/ 153 h 273"/>
                    <a:gd name="T32" fmla="*/ 191 w 235"/>
                    <a:gd name="T33" fmla="*/ 113 h 273"/>
                    <a:gd name="T34" fmla="*/ 235 w 235"/>
                    <a:gd name="T35" fmla="*/ 39 h 273"/>
                    <a:gd name="T36" fmla="*/ 235 w 235"/>
                    <a:gd name="T37" fmla="*/ 0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5" h="273">
                      <a:moveTo>
                        <a:pt x="235" y="0"/>
                      </a:moveTo>
                      <a:cubicBezTo>
                        <a:pt x="230" y="1"/>
                        <a:pt x="224" y="2"/>
                        <a:pt x="219" y="2"/>
                      </a:cubicBezTo>
                      <a:cubicBezTo>
                        <a:pt x="213" y="2"/>
                        <a:pt x="208" y="1"/>
                        <a:pt x="202" y="0"/>
                      </a:cubicBezTo>
                      <a:cubicBezTo>
                        <a:pt x="202" y="39"/>
                        <a:pt x="202" y="39"/>
                        <a:pt x="202" y="39"/>
                      </a:cubicBezTo>
                      <a:cubicBezTo>
                        <a:pt x="202" y="55"/>
                        <a:pt x="189" y="77"/>
                        <a:pt x="172" y="86"/>
                      </a:cubicBezTo>
                      <a:cubicBezTo>
                        <a:pt x="114" y="120"/>
                        <a:pt x="114" y="120"/>
                        <a:pt x="114" y="120"/>
                      </a:cubicBezTo>
                      <a:cubicBezTo>
                        <a:pt x="114" y="120"/>
                        <a:pt x="114" y="120"/>
                        <a:pt x="114" y="120"/>
                      </a:cubicBezTo>
                      <a:cubicBezTo>
                        <a:pt x="44" y="160"/>
                        <a:pt x="44" y="160"/>
                        <a:pt x="44" y="160"/>
                      </a:cubicBezTo>
                      <a:cubicBezTo>
                        <a:pt x="20" y="176"/>
                        <a:pt x="1" y="204"/>
                        <a:pt x="0" y="234"/>
                      </a:cubicBezTo>
                      <a:cubicBezTo>
                        <a:pt x="0" y="273"/>
                        <a:pt x="0" y="273"/>
                        <a:pt x="0" y="273"/>
                      </a:cubicBezTo>
                      <a:cubicBezTo>
                        <a:pt x="6" y="272"/>
                        <a:pt x="11" y="271"/>
                        <a:pt x="17" y="271"/>
                      </a:cubicBezTo>
                      <a:cubicBezTo>
                        <a:pt x="22" y="271"/>
                        <a:pt x="28" y="272"/>
                        <a:pt x="33" y="273"/>
                      </a:cubicBezTo>
                      <a:cubicBezTo>
                        <a:pt x="33" y="235"/>
                        <a:pt x="33" y="235"/>
                        <a:pt x="33" y="235"/>
                      </a:cubicBezTo>
                      <a:cubicBezTo>
                        <a:pt x="33" y="218"/>
                        <a:pt x="47" y="197"/>
                        <a:pt x="63" y="187"/>
                      </a:cubicBezTo>
                      <a:cubicBezTo>
                        <a:pt x="121" y="153"/>
                        <a:pt x="121" y="153"/>
                        <a:pt x="121" y="153"/>
                      </a:cubicBezTo>
                      <a:cubicBezTo>
                        <a:pt x="121" y="153"/>
                        <a:pt x="121" y="153"/>
                        <a:pt x="121" y="153"/>
                      </a:cubicBezTo>
                      <a:cubicBezTo>
                        <a:pt x="191" y="113"/>
                        <a:pt x="191" y="113"/>
                        <a:pt x="191" y="113"/>
                      </a:cubicBezTo>
                      <a:cubicBezTo>
                        <a:pt x="216" y="97"/>
                        <a:pt x="234" y="69"/>
                        <a:pt x="235" y="39"/>
                      </a:cubicBezTo>
                      <a:lnTo>
                        <a:pt x="235" y="0"/>
                      </a:lnTo>
                      <a:close/>
                    </a:path>
                  </a:pathLst>
                </a:custGeom>
                <a:solidFill>
                  <a:schemeClr val="accent5">
                    <a:lumMod val="75000"/>
                  </a:schemeClr>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7" name="Freeform 26">
                  <a:extLst>
                    <a:ext uri="{FF2B5EF4-FFF2-40B4-BE49-F238E27FC236}">
                      <a16:creationId xmlns:a16="http://schemas.microsoft.com/office/drawing/2014/main" id="{5EC6CD08-B4F8-174B-ABEA-DDCE02592766}"/>
                    </a:ext>
                  </a:extLst>
                </p:cNvPr>
                <p:cNvSpPr>
                  <a:spLocks/>
                </p:cNvSpPr>
                <p:nvPr/>
              </p:nvSpPr>
              <p:spPr bwMode="auto">
                <a:xfrm>
                  <a:off x="12372703" y="6765866"/>
                  <a:ext cx="1205174" cy="1397741"/>
                </a:xfrm>
                <a:custGeom>
                  <a:avLst/>
                  <a:gdLst>
                    <a:gd name="T0" fmla="*/ 172 w 235"/>
                    <a:gd name="T1" fmla="*/ 187 h 273"/>
                    <a:gd name="T2" fmla="*/ 202 w 235"/>
                    <a:gd name="T3" fmla="*/ 235 h 273"/>
                    <a:gd name="T4" fmla="*/ 202 w 235"/>
                    <a:gd name="T5" fmla="*/ 273 h 273"/>
                    <a:gd name="T6" fmla="*/ 219 w 235"/>
                    <a:gd name="T7" fmla="*/ 271 h 273"/>
                    <a:gd name="T8" fmla="*/ 235 w 235"/>
                    <a:gd name="T9" fmla="*/ 273 h 273"/>
                    <a:gd name="T10" fmla="*/ 235 w 235"/>
                    <a:gd name="T11" fmla="*/ 234 h 273"/>
                    <a:gd name="T12" fmla="*/ 191 w 235"/>
                    <a:gd name="T13" fmla="*/ 160 h 273"/>
                    <a:gd name="T14" fmla="*/ 121 w 235"/>
                    <a:gd name="T15" fmla="*/ 120 h 273"/>
                    <a:gd name="T16" fmla="*/ 121 w 235"/>
                    <a:gd name="T17" fmla="*/ 120 h 273"/>
                    <a:gd name="T18" fmla="*/ 63 w 235"/>
                    <a:gd name="T19" fmla="*/ 86 h 273"/>
                    <a:gd name="T20" fmla="*/ 33 w 235"/>
                    <a:gd name="T21" fmla="*/ 39 h 273"/>
                    <a:gd name="T22" fmla="*/ 33 w 235"/>
                    <a:gd name="T23" fmla="*/ 0 h 273"/>
                    <a:gd name="T24" fmla="*/ 17 w 235"/>
                    <a:gd name="T25" fmla="*/ 2 h 273"/>
                    <a:gd name="T26" fmla="*/ 0 w 235"/>
                    <a:gd name="T27" fmla="*/ 0 h 273"/>
                    <a:gd name="T28" fmla="*/ 0 w 235"/>
                    <a:gd name="T29" fmla="*/ 39 h 273"/>
                    <a:gd name="T30" fmla="*/ 44 w 235"/>
                    <a:gd name="T31" fmla="*/ 113 h 273"/>
                    <a:gd name="T32" fmla="*/ 114 w 235"/>
                    <a:gd name="T33" fmla="*/ 153 h 273"/>
                    <a:gd name="T34" fmla="*/ 114 w 235"/>
                    <a:gd name="T35" fmla="*/ 153 h 273"/>
                    <a:gd name="T36" fmla="*/ 172 w 235"/>
                    <a:gd name="T37" fmla="*/ 187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5" h="273">
                      <a:moveTo>
                        <a:pt x="172" y="187"/>
                      </a:moveTo>
                      <a:cubicBezTo>
                        <a:pt x="189" y="197"/>
                        <a:pt x="202" y="218"/>
                        <a:pt x="202" y="235"/>
                      </a:cubicBezTo>
                      <a:cubicBezTo>
                        <a:pt x="202" y="273"/>
                        <a:pt x="202" y="273"/>
                        <a:pt x="202" y="273"/>
                      </a:cubicBezTo>
                      <a:cubicBezTo>
                        <a:pt x="208" y="272"/>
                        <a:pt x="213" y="271"/>
                        <a:pt x="219" y="271"/>
                      </a:cubicBezTo>
                      <a:cubicBezTo>
                        <a:pt x="224" y="271"/>
                        <a:pt x="230" y="272"/>
                        <a:pt x="235" y="273"/>
                      </a:cubicBezTo>
                      <a:cubicBezTo>
                        <a:pt x="235" y="234"/>
                        <a:pt x="235" y="234"/>
                        <a:pt x="235" y="234"/>
                      </a:cubicBezTo>
                      <a:cubicBezTo>
                        <a:pt x="234" y="204"/>
                        <a:pt x="215" y="176"/>
                        <a:pt x="191" y="160"/>
                      </a:cubicBezTo>
                      <a:cubicBezTo>
                        <a:pt x="121" y="120"/>
                        <a:pt x="121" y="120"/>
                        <a:pt x="121" y="120"/>
                      </a:cubicBezTo>
                      <a:cubicBezTo>
                        <a:pt x="121" y="120"/>
                        <a:pt x="121" y="120"/>
                        <a:pt x="121" y="120"/>
                      </a:cubicBezTo>
                      <a:cubicBezTo>
                        <a:pt x="63" y="86"/>
                        <a:pt x="63" y="86"/>
                        <a:pt x="63" y="86"/>
                      </a:cubicBezTo>
                      <a:cubicBezTo>
                        <a:pt x="46" y="77"/>
                        <a:pt x="33" y="55"/>
                        <a:pt x="33" y="39"/>
                      </a:cubicBezTo>
                      <a:cubicBezTo>
                        <a:pt x="33" y="0"/>
                        <a:pt x="33" y="0"/>
                        <a:pt x="33" y="0"/>
                      </a:cubicBezTo>
                      <a:cubicBezTo>
                        <a:pt x="28" y="1"/>
                        <a:pt x="22" y="2"/>
                        <a:pt x="17" y="2"/>
                      </a:cubicBezTo>
                      <a:cubicBezTo>
                        <a:pt x="11" y="2"/>
                        <a:pt x="6" y="1"/>
                        <a:pt x="0" y="0"/>
                      </a:cubicBezTo>
                      <a:cubicBezTo>
                        <a:pt x="0" y="39"/>
                        <a:pt x="0" y="39"/>
                        <a:pt x="0" y="39"/>
                      </a:cubicBezTo>
                      <a:cubicBezTo>
                        <a:pt x="1" y="69"/>
                        <a:pt x="20" y="97"/>
                        <a:pt x="44" y="113"/>
                      </a:cubicBezTo>
                      <a:cubicBezTo>
                        <a:pt x="114" y="153"/>
                        <a:pt x="114" y="153"/>
                        <a:pt x="114" y="153"/>
                      </a:cubicBezTo>
                      <a:cubicBezTo>
                        <a:pt x="114" y="153"/>
                        <a:pt x="114" y="153"/>
                        <a:pt x="114" y="153"/>
                      </a:cubicBezTo>
                      <a:lnTo>
                        <a:pt x="172" y="187"/>
                      </a:lnTo>
                      <a:close/>
                    </a:path>
                  </a:pathLst>
                </a:custGeom>
                <a:solidFill>
                  <a:schemeClr val="accent6">
                    <a:lumMod val="75000"/>
                  </a:schemeClr>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8" name="Freeform 9">
                  <a:extLst>
                    <a:ext uri="{FF2B5EF4-FFF2-40B4-BE49-F238E27FC236}">
                      <a16:creationId xmlns:a16="http://schemas.microsoft.com/office/drawing/2014/main" id="{A03D44DF-8A0B-2446-B714-30D001DCB640}"/>
                    </a:ext>
                  </a:extLst>
                </p:cNvPr>
                <p:cNvSpPr>
                  <a:spLocks noEditPoints="1"/>
                </p:cNvSpPr>
                <p:nvPr/>
              </p:nvSpPr>
              <p:spPr bwMode="auto">
                <a:xfrm>
                  <a:off x="12000146" y="9630327"/>
                  <a:ext cx="897932" cy="895767"/>
                </a:xfrm>
                <a:custGeom>
                  <a:avLst/>
                  <a:gdLst>
                    <a:gd name="T0" fmla="*/ 87 w 175"/>
                    <a:gd name="T1" fmla="*/ 0 h 175"/>
                    <a:gd name="T2" fmla="*/ 0 w 175"/>
                    <a:gd name="T3" fmla="*/ 88 h 175"/>
                    <a:gd name="T4" fmla="*/ 87 w 175"/>
                    <a:gd name="T5" fmla="*/ 175 h 175"/>
                    <a:gd name="T6" fmla="*/ 175 w 175"/>
                    <a:gd name="T7" fmla="*/ 88 h 175"/>
                    <a:gd name="T8" fmla="*/ 87 w 175"/>
                    <a:gd name="T9" fmla="*/ 0 h 175"/>
                    <a:gd name="T10" fmla="*/ 87 w 175"/>
                    <a:gd name="T11" fmla="*/ 143 h 175"/>
                    <a:gd name="T12" fmla="*/ 32 w 175"/>
                    <a:gd name="T13" fmla="*/ 88 h 175"/>
                    <a:gd name="T14" fmla="*/ 87 w 175"/>
                    <a:gd name="T15" fmla="*/ 33 h 175"/>
                    <a:gd name="T16" fmla="*/ 142 w 175"/>
                    <a:gd name="T17" fmla="*/ 88 h 175"/>
                    <a:gd name="T18" fmla="*/ 87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7" y="0"/>
                      </a:moveTo>
                      <a:cubicBezTo>
                        <a:pt x="39" y="0"/>
                        <a:pt x="0" y="40"/>
                        <a:pt x="0" y="88"/>
                      </a:cubicBezTo>
                      <a:cubicBezTo>
                        <a:pt x="0" y="136"/>
                        <a:pt x="39" y="175"/>
                        <a:pt x="87" y="175"/>
                      </a:cubicBezTo>
                      <a:cubicBezTo>
                        <a:pt x="136" y="175"/>
                        <a:pt x="175" y="136"/>
                        <a:pt x="175" y="88"/>
                      </a:cubicBezTo>
                      <a:cubicBezTo>
                        <a:pt x="175" y="40"/>
                        <a:pt x="136" y="0"/>
                        <a:pt x="87" y="0"/>
                      </a:cubicBezTo>
                      <a:close/>
                      <a:moveTo>
                        <a:pt x="87" y="143"/>
                      </a:moveTo>
                      <a:cubicBezTo>
                        <a:pt x="57" y="143"/>
                        <a:pt x="32" y="118"/>
                        <a:pt x="32" y="88"/>
                      </a:cubicBezTo>
                      <a:cubicBezTo>
                        <a:pt x="32" y="58"/>
                        <a:pt x="57" y="33"/>
                        <a:pt x="87" y="33"/>
                      </a:cubicBezTo>
                      <a:cubicBezTo>
                        <a:pt x="118" y="33"/>
                        <a:pt x="142" y="58"/>
                        <a:pt x="142" y="88"/>
                      </a:cubicBezTo>
                      <a:cubicBezTo>
                        <a:pt x="142" y="118"/>
                        <a:pt x="118" y="143"/>
                        <a:pt x="87" y="143"/>
                      </a:cubicBezTo>
                      <a:close/>
                    </a:path>
                  </a:pathLst>
                </a:custGeom>
                <a:solidFill>
                  <a:schemeClr val="accent5"/>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69" name="Freeform 20">
                  <a:extLst>
                    <a:ext uri="{FF2B5EF4-FFF2-40B4-BE49-F238E27FC236}">
                      <a16:creationId xmlns:a16="http://schemas.microsoft.com/office/drawing/2014/main" id="{1CA2BEF7-E1DF-7D46-86D5-2D4C88CAE61E}"/>
                    </a:ext>
                  </a:extLst>
                </p:cNvPr>
                <p:cNvSpPr>
                  <a:spLocks noEditPoints="1"/>
                </p:cNvSpPr>
                <p:nvPr/>
              </p:nvSpPr>
              <p:spPr bwMode="auto">
                <a:xfrm>
                  <a:off x="9966234" y="9630327"/>
                  <a:ext cx="897932" cy="895767"/>
                </a:xfrm>
                <a:custGeom>
                  <a:avLst/>
                  <a:gdLst>
                    <a:gd name="T0" fmla="*/ 87 w 175"/>
                    <a:gd name="T1" fmla="*/ 0 h 175"/>
                    <a:gd name="T2" fmla="*/ 0 w 175"/>
                    <a:gd name="T3" fmla="*/ 88 h 175"/>
                    <a:gd name="T4" fmla="*/ 87 w 175"/>
                    <a:gd name="T5" fmla="*/ 175 h 175"/>
                    <a:gd name="T6" fmla="*/ 175 w 175"/>
                    <a:gd name="T7" fmla="*/ 88 h 175"/>
                    <a:gd name="T8" fmla="*/ 87 w 175"/>
                    <a:gd name="T9" fmla="*/ 0 h 175"/>
                    <a:gd name="T10" fmla="*/ 87 w 175"/>
                    <a:gd name="T11" fmla="*/ 143 h 175"/>
                    <a:gd name="T12" fmla="*/ 32 w 175"/>
                    <a:gd name="T13" fmla="*/ 88 h 175"/>
                    <a:gd name="T14" fmla="*/ 87 w 175"/>
                    <a:gd name="T15" fmla="*/ 33 h 175"/>
                    <a:gd name="T16" fmla="*/ 142 w 175"/>
                    <a:gd name="T17" fmla="*/ 88 h 175"/>
                    <a:gd name="T18" fmla="*/ 87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7" y="0"/>
                      </a:moveTo>
                      <a:cubicBezTo>
                        <a:pt x="39" y="0"/>
                        <a:pt x="0" y="40"/>
                        <a:pt x="0" y="88"/>
                      </a:cubicBezTo>
                      <a:cubicBezTo>
                        <a:pt x="0" y="136"/>
                        <a:pt x="39" y="175"/>
                        <a:pt x="87" y="175"/>
                      </a:cubicBezTo>
                      <a:cubicBezTo>
                        <a:pt x="135" y="175"/>
                        <a:pt x="175" y="136"/>
                        <a:pt x="175" y="88"/>
                      </a:cubicBezTo>
                      <a:cubicBezTo>
                        <a:pt x="175" y="40"/>
                        <a:pt x="135" y="0"/>
                        <a:pt x="87" y="0"/>
                      </a:cubicBezTo>
                      <a:close/>
                      <a:moveTo>
                        <a:pt x="87" y="143"/>
                      </a:moveTo>
                      <a:cubicBezTo>
                        <a:pt x="57" y="143"/>
                        <a:pt x="32" y="118"/>
                        <a:pt x="32" y="88"/>
                      </a:cubicBezTo>
                      <a:cubicBezTo>
                        <a:pt x="32" y="58"/>
                        <a:pt x="57" y="33"/>
                        <a:pt x="87" y="33"/>
                      </a:cubicBezTo>
                      <a:cubicBezTo>
                        <a:pt x="117" y="33"/>
                        <a:pt x="142" y="58"/>
                        <a:pt x="142" y="88"/>
                      </a:cubicBezTo>
                      <a:cubicBezTo>
                        <a:pt x="142" y="118"/>
                        <a:pt x="117" y="143"/>
                        <a:pt x="87" y="143"/>
                      </a:cubicBezTo>
                      <a:close/>
                    </a:path>
                  </a:pathLst>
                </a:custGeom>
                <a:solidFill>
                  <a:schemeClr val="accent5"/>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0" name="Freeform 28">
                  <a:extLst>
                    <a:ext uri="{FF2B5EF4-FFF2-40B4-BE49-F238E27FC236}">
                      <a16:creationId xmlns:a16="http://schemas.microsoft.com/office/drawing/2014/main" id="{5D94BE37-CA71-0A4D-BEB6-9209D61461F9}"/>
                    </a:ext>
                  </a:extLst>
                </p:cNvPr>
                <p:cNvSpPr>
                  <a:spLocks/>
                </p:cNvSpPr>
                <p:nvPr/>
              </p:nvSpPr>
              <p:spPr bwMode="auto">
                <a:xfrm>
                  <a:off x="10310260" y="8754033"/>
                  <a:ext cx="778927" cy="891439"/>
                </a:xfrm>
                <a:custGeom>
                  <a:avLst/>
                  <a:gdLst>
                    <a:gd name="T0" fmla="*/ 20 w 152"/>
                    <a:gd name="T1" fmla="*/ 171 h 174"/>
                    <a:gd name="T2" fmla="*/ 32 w 152"/>
                    <a:gd name="T3" fmla="*/ 172 h 174"/>
                    <a:gd name="T4" fmla="*/ 32 w 152"/>
                    <a:gd name="T5" fmla="*/ 127 h 174"/>
                    <a:gd name="T6" fmla="*/ 62 w 152"/>
                    <a:gd name="T7" fmla="*/ 80 h 174"/>
                    <a:gd name="T8" fmla="*/ 152 w 152"/>
                    <a:gd name="T9" fmla="*/ 28 h 174"/>
                    <a:gd name="T10" fmla="*/ 135 w 152"/>
                    <a:gd name="T11" fmla="*/ 0 h 174"/>
                    <a:gd name="T12" fmla="*/ 43 w 152"/>
                    <a:gd name="T13" fmla="*/ 53 h 174"/>
                    <a:gd name="T14" fmla="*/ 0 w 152"/>
                    <a:gd name="T15" fmla="*/ 127 h 174"/>
                    <a:gd name="T16" fmla="*/ 0 w 152"/>
                    <a:gd name="T17" fmla="*/ 174 h 174"/>
                    <a:gd name="T18" fmla="*/ 20 w 152"/>
                    <a:gd name="T19" fmla="*/ 17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4">
                      <a:moveTo>
                        <a:pt x="20" y="171"/>
                      </a:moveTo>
                      <a:cubicBezTo>
                        <a:pt x="24" y="171"/>
                        <a:pt x="28" y="172"/>
                        <a:pt x="32" y="172"/>
                      </a:cubicBezTo>
                      <a:cubicBezTo>
                        <a:pt x="32" y="127"/>
                        <a:pt x="32" y="127"/>
                        <a:pt x="32" y="127"/>
                      </a:cubicBezTo>
                      <a:cubicBezTo>
                        <a:pt x="32" y="111"/>
                        <a:pt x="46" y="89"/>
                        <a:pt x="62" y="80"/>
                      </a:cubicBezTo>
                      <a:cubicBezTo>
                        <a:pt x="152" y="28"/>
                        <a:pt x="152" y="28"/>
                        <a:pt x="152" y="28"/>
                      </a:cubicBezTo>
                      <a:cubicBezTo>
                        <a:pt x="144" y="20"/>
                        <a:pt x="139" y="10"/>
                        <a:pt x="135" y="0"/>
                      </a:cubicBezTo>
                      <a:cubicBezTo>
                        <a:pt x="43" y="53"/>
                        <a:pt x="43" y="53"/>
                        <a:pt x="43" y="53"/>
                      </a:cubicBezTo>
                      <a:cubicBezTo>
                        <a:pt x="19" y="69"/>
                        <a:pt x="0" y="97"/>
                        <a:pt x="0" y="127"/>
                      </a:cubicBezTo>
                      <a:cubicBezTo>
                        <a:pt x="0" y="174"/>
                        <a:pt x="0" y="174"/>
                        <a:pt x="0" y="174"/>
                      </a:cubicBezTo>
                      <a:cubicBezTo>
                        <a:pt x="6" y="172"/>
                        <a:pt x="13" y="171"/>
                        <a:pt x="20" y="171"/>
                      </a:cubicBezTo>
                      <a:close/>
                    </a:path>
                  </a:pathLst>
                </a:custGeom>
                <a:solidFill>
                  <a:schemeClr val="accent5">
                    <a:lumMod val="75000"/>
                  </a:schemeClr>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1" name="Freeform 29">
                  <a:extLst>
                    <a:ext uri="{FF2B5EF4-FFF2-40B4-BE49-F238E27FC236}">
                      <a16:creationId xmlns:a16="http://schemas.microsoft.com/office/drawing/2014/main" id="{8EC093E4-A6E1-3F43-884B-978375B466D6}"/>
                    </a:ext>
                  </a:extLst>
                </p:cNvPr>
                <p:cNvSpPr>
                  <a:spLocks/>
                </p:cNvSpPr>
                <p:nvPr/>
              </p:nvSpPr>
              <p:spPr bwMode="auto">
                <a:xfrm>
                  <a:off x="11744831" y="8754033"/>
                  <a:ext cx="789748" cy="887111"/>
                </a:xfrm>
                <a:custGeom>
                  <a:avLst/>
                  <a:gdLst>
                    <a:gd name="T0" fmla="*/ 121 w 154"/>
                    <a:gd name="T1" fmla="*/ 128 h 173"/>
                    <a:gd name="T2" fmla="*/ 121 w 154"/>
                    <a:gd name="T3" fmla="*/ 173 h 173"/>
                    <a:gd name="T4" fmla="*/ 137 w 154"/>
                    <a:gd name="T5" fmla="*/ 171 h 173"/>
                    <a:gd name="T6" fmla="*/ 154 w 154"/>
                    <a:gd name="T7" fmla="*/ 173 h 173"/>
                    <a:gd name="T8" fmla="*/ 154 w 154"/>
                    <a:gd name="T9" fmla="*/ 128 h 173"/>
                    <a:gd name="T10" fmla="*/ 110 w 154"/>
                    <a:gd name="T11" fmla="*/ 54 h 173"/>
                    <a:gd name="T12" fmla="*/ 17 w 154"/>
                    <a:gd name="T13" fmla="*/ 0 h 173"/>
                    <a:gd name="T14" fmla="*/ 0 w 154"/>
                    <a:gd name="T15" fmla="*/ 28 h 173"/>
                    <a:gd name="T16" fmla="*/ 91 w 154"/>
                    <a:gd name="T17" fmla="*/ 81 h 173"/>
                    <a:gd name="T18" fmla="*/ 121 w 154"/>
                    <a:gd name="T19" fmla="*/ 128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4" h="173">
                      <a:moveTo>
                        <a:pt x="121" y="128"/>
                      </a:moveTo>
                      <a:cubicBezTo>
                        <a:pt x="121" y="173"/>
                        <a:pt x="121" y="173"/>
                        <a:pt x="121" y="173"/>
                      </a:cubicBezTo>
                      <a:cubicBezTo>
                        <a:pt x="126" y="172"/>
                        <a:pt x="132" y="171"/>
                        <a:pt x="137" y="171"/>
                      </a:cubicBezTo>
                      <a:cubicBezTo>
                        <a:pt x="143" y="171"/>
                        <a:pt x="148" y="172"/>
                        <a:pt x="154" y="173"/>
                      </a:cubicBezTo>
                      <a:cubicBezTo>
                        <a:pt x="154" y="128"/>
                        <a:pt x="154" y="128"/>
                        <a:pt x="154" y="128"/>
                      </a:cubicBezTo>
                      <a:cubicBezTo>
                        <a:pt x="153" y="98"/>
                        <a:pt x="134" y="70"/>
                        <a:pt x="110" y="54"/>
                      </a:cubicBezTo>
                      <a:cubicBezTo>
                        <a:pt x="17" y="0"/>
                        <a:pt x="17" y="0"/>
                        <a:pt x="17" y="0"/>
                      </a:cubicBezTo>
                      <a:cubicBezTo>
                        <a:pt x="13" y="11"/>
                        <a:pt x="7" y="20"/>
                        <a:pt x="0" y="28"/>
                      </a:cubicBezTo>
                      <a:cubicBezTo>
                        <a:pt x="91" y="81"/>
                        <a:pt x="91" y="81"/>
                        <a:pt x="91" y="81"/>
                      </a:cubicBezTo>
                      <a:cubicBezTo>
                        <a:pt x="107" y="90"/>
                        <a:pt x="121" y="112"/>
                        <a:pt x="121" y="128"/>
                      </a:cubicBezTo>
                      <a:close/>
                    </a:path>
                  </a:pathLst>
                </a:custGeom>
                <a:solidFill>
                  <a:schemeClr val="accent5">
                    <a:lumMod val="75000"/>
                  </a:schemeClr>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2" name="Freeform 9">
                  <a:extLst>
                    <a:ext uri="{FF2B5EF4-FFF2-40B4-BE49-F238E27FC236}">
                      <a16:creationId xmlns:a16="http://schemas.microsoft.com/office/drawing/2014/main" id="{ACB9F71D-1478-AC43-A09B-39F46C090F27}"/>
                    </a:ext>
                  </a:extLst>
                </p:cNvPr>
                <p:cNvSpPr>
                  <a:spLocks noEditPoints="1"/>
                </p:cNvSpPr>
                <p:nvPr/>
              </p:nvSpPr>
              <p:spPr bwMode="auto">
                <a:xfrm>
                  <a:off x="14084189" y="9630327"/>
                  <a:ext cx="897932" cy="895767"/>
                </a:xfrm>
                <a:custGeom>
                  <a:avLst/>
                  <a:gdLst>
                    <a:gd name="T0" fmla="*/ 87 w 175"/>
                    <a:gd name="T1" fmla="*/ 0 h 175"/>
                    <a:gd name="T2" fmla="*/ 0 w 175"/>
                    <a:gd name="T3" fmla="*/ 88 h 175"/>
                    <a:gd name="T4" fmla="*/ 87 w 175"/>
                    <a:gd name="T5" fmla="*/ 175 h 175"/>
                    <a:gd name="T6" fmla="*/ 175 w 175"/>
                    <a:gd name="T7" fmla="*/ 88 h 175"/>
                    <a:gd name="T8" fmla="*/ 87 w 175"/>
                    <a:gd name="T9" fmla="*/ 0 h 175"/>
                    <a:gd name="T10" fmla="*/ 87 w 175"/>
                    <a:gd name="T11" fmla="*/ 143 h 175"/>
                    <a:gd name="T12" fmla="*/ 32 w 175"/>
                    <a:gd name="T13" fmla="*/ 88 h 175"/>
                    <a:gd name="T14" fmla="*/ 87 w 175"/>
                    <a:gd name="T15" fmla="*/ 33 h 175"/>
                    <a:gd name="T16" fmla="*/ 142 w 175"/>
                    <a:gd name="T17" fmla="*/ 88 h 175"/>
                    <a:gd name="T18" fmla="*/ 87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7" y="0"/>
                      </a:moveTo>
                      <a:cubicBezTo>
                        <a:pt x="39" y="0"/>
                        <a:pt x="0" y="40"/>
                        <a:pt x="0" y="88"/>
                      </a:cubicBezTo>
                      <a:cubicBezTo>
                        <a:pt x="0" y="136"/>
                        <a:pt x="39" y="175"/>
                        <a:pt x="87" y="175"/>
                      </a:cubicBezTo>
                      <a:cubicBezTo>
                        <a:pt x="136" y="175"/>
                        <a:pt x="175" y="136"/>
                        <a:pt x="175" y="88"/>
                      </a:cubicBezTo>
                      <a:cubicBezTo>
                        <a:pt x="175" y="40"/>
                        <a:pt x="136" y="0"/>
                        <a:pt x="87" y="0"/>
                      </a:cubicBezTo>
                      <a:close/>
                      <a:moveTo>
                        <a:pt x="87" y="143"/>
                      </a:moveTo>
                      <a:cubicBezTo>
                        <a:pt x="57" y="143"/>
                        <a:pt x="32" y="118"/>
                        <a:pt x="32" y="88"/>
                      </a:cubicBezTo>
                      <a:cubicBezTo>
                        <a:pt x="32" y="58"/>
                        <a:pt x="57" y="33"/>
                        <a:pt x="87" y="33"/>
                      </a:cubicBezTo>
                      <a:cubicBezTo>
                        <a:pt x="118" y="33"/>
                        <a:pt x="142" y="58"/>
                        <a:pt x="142" y="88"/>
                      </a:cubicBezTo>
                      <a:cubicBezTo>
                        <a:pt x="142" y="118"/>
                        <a:pt x="118" y="143"/>
                        <a:pt x="87" y="143"/>
                      </a:cubicBezTo>
                      <a:close/>
                    </a:path>
                  </a:pathLst>
                </a:custGeom>
                <a:solidFill>
                  <a:schemeClr val="accent6"/>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3" name="Freeform 29">
                  <a:extLst>
                    <a:ext uri="{FF2B5EF4-FFF2-40B4-BE49-F238E27FC236}">
                      <a16:creationId xmlns:a16="http://schemas.microsoft.com/office/drawing/2014/main" id="{019AA8AE-F5A7-1D42-9555-F914B92C48C5}"/>
                    </a:ext>
                  </a:extLst>
                </p:cNvPr>
                <p:cNvSpPr>
                  <a:spLocks/>
                </p:cNvSpPr>
                <p:nvPr/>
              </p:nvSpPr>
              <p:spPr bwMode="auto">
                <a:xfrm>
                  <a:off x="13828873" y="8754033"/>
                  <a:ext cx="789748" cy="887111"/>
                </a:xfrm>
                <a:custGeom>
                  <a:avLst/>
                  <a:gdLst>
                    <a:gd name="T0" fmla="*/ 121 w 154"/>
                    <a:gd name="T1" fmla="*/ 128 h 173"/>
                    <a:gd name="T2" fmla="*/ 121 w 154"/>
                    <a:gd name="T3" fmla="*/ 173 h 173"/>
                    <a:gd name="T4" fmla="*/ 137 w 154"/>
                    <a:gd name="T5" fmla="*/ 171 h 173"/>
                    <a:gd name="T6" fmla="*/ 154 w 154"/>
                    <a:gd name="T7" fmla="*/ 173 h 173"/>
                    <a:gd name="T8" fmla="*/ 154 w 154"/>
                    <a:gd name="T9" fmla="*/ 128 h 173"/>
                    <a:gd name="T10" fmla="*/ 110 w 154"/>
                    <a:gd name="T11" fmla="*/ 54 h 173"/>
                    <a:gd name="T12" fmla="*/ 17 w 154"/>
                    <a:gd name="T13" fmla="*/ 0 h 173"/>
                    <a:gd name="T14" fmla="*/ 0 w 154"/>
                    <a:gd name="T15" fmla="*/ 28 h 173"/>
                    <a:gd name="T16" fmla="*/ 91 w 154"/>
                    <a:gd name="T17" fmla="*/ 81 h 173"/>
                    <a:gd name="T18" fmla="*/ 121 w 154"/>
                    <a:gd name="T19" fmla="*/ 128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4" h="173">
                      <a:moveTo>
                        <a:pt x="121" y="128"/>
                      </a:moveTo>
                      <a:cubicBezTo>
                        <a:pt x="121" y="173"/>
                        <a:pt x="121" y="173"/>
                        <a:pt x="121" y="173"/>
                      </a:cubicBezTo>
                      <a:cubicBezTo>
                        <a:pt x="126" y="172"/>
                        <a:pt x="132" y="171"/>
                        <a:pt x="137" y="171"/>
                      </a:cubicBezTo>
                      <a:cubicBezTo>
                        <a:pt x="143" y="171"/>
                        <a:pt x="148" y="172"/>
                        <a:pt x="154" y="173"/>
                      </a:cubicBezTo>
                      <a:cubicBezTo>
                        <a:pt x="154" y="128"/>
                        <a:pt x="154" y="128"/>
                        <a:pt x="154" y="128"/>
                      </a:cubicBezTo>
                      <a:cubicBezTo>
                        <a:pt x="153" y="98"/>
                        <a:pt x="134" y="70"/>
                        <a:pt x="110" y="54"/>
                      </a:cubicBezTo>
                      <a:cubicBezTo>
                        <a:pt x="17" y="0"/>
                        <a:pt x="17" y="0"/>
                        <a:pt x="17" y="0"/>
                      </a:cubicBezTo>
                      <a:cubicBezTo>
                        <a:pt x="13" y="11"/>
                        <a:pt x="7" y="20"/>
                        <a:pt x="0" y="28"/>
                      </a:cubicBezTo>
                      <a:cubicBezTo>
                        <a:pt x="91" y="81"/>
                        <a:pt x="91" y="81"/>
                        <a:pt x="91" y="81"/>
                      </a:cubicBezTo>
                      <a:cubicBezTo>
                        <a:pt x="107" y="90"/>
                        <a:pt x="121" y="112"/>
                        <a:pt x="121" y="128"/>
                      </a:cubicBezTo>
                      <a:close/>
                    </a:path>
                  </a:pathLst>
                </a:custGeom>
                <a:solidFill>
                  <a:schemeClr val="accent6">
                    <a:lumMod val="75000"/>
                  </a:schemeClr>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4" name="Freeform 9">
                  <a:extLst>
                    <a:ext uri="{FF2B5EF4-FFF2-40B4-BE49-F238E27FC236}">
                      <a16:creationId xmlns:a16="http://schemas.microsoft.com/office/drawing/2014/main" id="{83AC24ED-F662-3E42-B83E-48ABA3F06D42}"/>
                    </a:ext>
                  </a:extLst>
                </p:cNvPr>
                <p:cNvSpPr>
                  <a:spLocks noEditPoints="1"/>
                </p:cNvSpPr>
                <p:nvPr/>
              </p:nvSpPr>
              <p:spPr bwMode="auto">
                <a:xfrm>
                  <a:off x="15065803" y="11110298"/>
                  <a:ext cx="897932" cy="895767"/>
                </a:xfrm>
                <a:custGeom>
                  <a:avLst/>
                  <a:gdLst>
                    <a:gd name="T0" fmla="*/ 87 w 175"/>
                    <a:gd name="T1" fmla="*/ 0 h 175"/>
                    <a:gd name="T2" fmla="*/ 0 w 175"/>
                    <a:gd name="T3" fmla="*/ 88 h 175"/>
                    <a:gd name="T4" fmla="*/ 87 w 175"/>
                    <a:gd name="T5" fmla="*/ 175 h 175"/>
                    <a:gd name="T6" fmla="*/ 175 w 175"/>
                    <a:gd name="T7" fmla="*/ 88 h 175"/>
                    <a:gd name="T8" fmla="*/ 87 w 175"/>
                    <a:gd name="T9" fmla="*/ 0 h 175"/>
                    <a:gd name="T10" fmla="*/ 87 w 175"/>
                    <a:gd name="T11" fmla="*/ 143 h 175"/>
                    <a:gd name="T12" fmla="*/ 32 w 175"/>
                    <a:gd name="T13" fmla="*/ 88 h 175"/>
                    <a:gd name="T14" fmla="*/ 87 w 175"/>
                    <a:gd name="T15" fmla="*/ 33 h 175"/>
                    <a:gd name="T16" fmla="*/ 142 w 175"/>
                    <a:gd name="T17" fmla="*/ 88 h 175"/>
                    <a:gd name="T18" fmla="*/ 87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7" y="0"/>
                      </a:moveTo>
                      <a:cubicBezTo>
                        <a:pt x="39" y="0"/>
                        <a:pt x="0" y="40"/>
                        <a:pt x="0" y="88"/>
                      </a:cubicBezTo>
                      <a:cubicBezTo>
                        <a:pt x="0" y="136"/>
                        <a:pt x="39" y="175"/>
                        <a:pt x="87" y="175"/>
                      </a:cubicBezTo>
                      <a:cubicBezTo>
                        <a:pt x="136" y="175"/>
                        <a:pt x="175" y="136"/>
                        <a:pt x="175" y="88"/>
                      </a:cubicBezTo>
                      <a:cubicBezTo>
                        <a:pt x="175" y="40"/>
                        <a:pt x="136" y="0"/>
                        <a:pt x="87" y="0"/>
                      </a:cubicBezTo>
                      <a:close/>
                      <a:moveTo>
                        <a:pt x="87" y="143"/>
                      </a:moveTo>
                      <a:cubicBezTo>
                        <a:pt x="57" y="143"/>
                        <a:pt x="32" y="118"/>
                        <a:pt x="32" y="88"/>
                      </a:cubicBezTo>
                      <a:cubicBezTo>
                        <a:pt x="32" y="58"/>
                        <a:pt x="57" y="33"/>
                        <a:pt x="87" y="33"/>
                      </a:cubicBezTo>
                      <a:cubicBezTo>
                        <a:pt x="118" y="33"/>
                        <a:pt x="142" y="58"/>
                        <a:pt x="142" y="88"/>
                      </a:cubicBezTo>
                      <a:cubicBezTo>
                        <a:pt x="142" y="118"/>
                        <a:pt x="118" y="143"/>
                        <a:pt x="87" y="143"/>
                      </a:cubicBezTo>
                      <a:close/>
                    </a:path>
                  </a:pathLst>
                </a:custGeom>
                <a:solidFill>
                  <a:schemeClr val="accent6"/>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5" name="Freeform 29">
                  <a:extLst>
                    <a:ext uri="{FF2B5EF4-FFF2-40B4-BE49-F238E27FC236}">
                      <a16:creationId xmlns:a16="http://schemas.microsoft.com/office/drawing/2014/main" id="{C8DACE02-0FB4-DD4B-A87B-42BA75F0BB9A}"/>
                    </a:ext>
                  </a:extLst>
                </p:cNvPr>
                <p:cNvSpPr>
                  <a:spLocks/>
                </p:cNvSpPr>
                <p:nvPr/>
              </p:nvSpPr>
              <p:spPr bwMode="auto">
                <a:xfrm>
                  <a:off x="14810488" y="10234004"/>
                  <a:ext cx="789748" cy="887111"/>
                </a:xfrm>
                <a:custGeom>
                  <a:avLst/>
                  <a:gdLst>
                    <a:gd name="T0" fmla="*/ 121 w 154"/>
                    <a:gd name="T1" fmla="*/ 128 h 173"/>
                    <a:gd name="T2" fmla="*/ 121 w 154"/>
                    <a:gd name="T3" fmla="*/ 173 h 173"/>
                    <a:gd name="T4" fmla="*/ 137 w 154"/>
                    <a:gd name="T5" fmla="*/ 171 h 173"/>
                    <a:gd name="T6" fmla="*/ 154 w 154"/>
                    <a:gd name="T7" fmla="*/ 173 h 173"/>
                    <a:gd name="T8" fmla="*/ 154 w 154"/>
                    <a:gd name="T9" fmla="*/ 128 h 173"/>
                    <a:gd name="T10" fmla="*/ 110 w 154"/>
                    <a:gd name="T11" fmla="*/ 54 h 173"/>
                    <a:gd name="T12" fmla="*/ 17 w 154"/>
                    <a:gd name="T13" fmla="*/ 0 h 173"/>
                    <a:gd name="T14" fmla="*/ 0 w 154"/>
                    <a:gd name="T15" fmla="*/ 28 h 173"/>
                    <a:gd name="T16" fmla="*/ 91 w 154"/>
                    <a:gd name="T17" fmla="*/ 81 h 173"/>
                    <a:gd name="T18" fmla="*/ 121 w 154"/>
                    <a:gd name="T19" fmla="*/ 128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4" h="173">
                      <a:moveTo>
                        <a:pt x="121" y="128"/>
                      </a:moveTo>
                      <a:cubicBezTo>
                        <a:pt x="121" y="173"/>
                        <a:pt x="121" y="173"/>
                        <a:pt x="121" y="173"/>
                      </a:cubicBezTo>
                      <a:cubicBezTo>
                        <a:pt x="126" y="172"/>
                        <a:pt x="132" y="171"/>
                        <a:pt x="137" y="171"/>
                      </a:cubicBezTo>
                      <a:cubicBezTo>
                        <a:pt x="143" y="171"/>
                        <a:pt x="148" y="172"/>
                        <a:pt x="154" y="173"/>
                      </a:cubicBezTo>
                      <a:cubicBezTo>
                        <a:pt x="154" y="128"/>
                        <a:pt x="154" y="128"/>
                        <a:pt x="154" y="128"/>
                      </a:cubicBezTo>
                      <a:cubicBezTo>
                        <a:pt x="153" y="98"/>
                        <a:pt x="134" y="70"/>
                        <a:pt x="110" y="54"/>
                      </a:cubicBezTo>
                      <a:cubicBezTo>
                        <a:pt x="17" y="0"/>
                        <a:pt x="17" y="0"/>
                        <a:pt x="17" y="0"/>
                      </a:cubicBezTo>
                      <a:cubicBezTo>
                        <a:pt x="13" y="11"/>
                        <a:pt x="7" y="20"/>
                        <a:pt x="0" y="28"/>
                      </a:cubicBezTo>
                      <a:cubicBezTo>
                        <a:pt x="91" y="81"/>
                        <a:pt x="91" y="81"/>
                        <a:pt x="91" y="81"/>
                      </a:cubicBezTo>
                      <a:cubicBezTo>
                        <a:pt x="107" y="90"/>
                        <a:pt x="121" y="112"/>
                        <a:pt x="121" y="128"/>
                      </a:cubicBezTo>
                      <a:close/>
                    </a:path>
                  </a:pathLst>
                </a:custGeom>
                <a:solidFill>
                  <a:schemeClr val="accent6">
                    <a:lumMod val="75000"/>
                  </a:schemeClr>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6" name="Freeform 9">
                  <a:extLst>
                    <a:ext uri="{FF2B5EF4-FFF2-40B4-BE49-F238E27FC236}">
                      <a16:creationId xmlns:a16="http://schemas.microsoft.com/office/drawing/2014/main" id="{ADEC8CE7-53C7-DA4B-821F-58C08BB1663F}"/>
                    </a:ext>
                  </a:extLst>
                </p:cNvPr>
                <p:cNvSpPr>
                  <a:spLocks noEditPoints="1"/>
                </p:cNvSpPr>
                <p:nvPr/>
              </p:nvSpPr>
              <p:spPr bwMode="auto">
                <a:xfrm>
                  <a:off x="12966659" y="11110298"/>
                  <a:ext cx="897932" cy="895767"/>
                </a:xfrm>
                <a:custGeom>
                  <a:avLst/>
                  <a:gdLst>
                    <a:gd name="T0" fmla="*/ 87 w 175"/>
                    <a:gd name="T1" fmla="*/ 0 h 175"/>
                    <a:gd name="T2" fmla="*/ 0 w 175"/>
                    <a:gd name="T3" fmla="*/ 88 h 175"/>
                    <a:gd name="T4" fmla="*/ 87 w 175"/>
                    <a:gd name="T5" fmla="*/ 175 h 175"/>
                    <a:gd name="T6" fmla="*/ 175 w 175"/>
                    <a:gd name="T7" fmla="*/ 88 h 175"/>
                    <a:gd name="T8" fmla="*/ 87 w 175"/>
                    <a:gd name="T9" fmla="*/ 0 h 175"/>
                    <a:gd name="T10" fmla="*/ 87 w 175"/>
                    <a:gd name="T11" fmla="*/ 143 h 175"/>
                    <a:gd name="T12" fmla="*/ 32 w 175"/>
                    <a:gd name="T13" fmla="*/ 88 h 175"/>
                    <a:gd name="T14" fmla="*/ 87 w 175"/>
                    <a:gd name="T15" fmla="*/ 33 h 175"/>
                    <a:gd name="T16" fmla="*/ 142 w 175"/>
                    <a:gd name="T17" fmla="*/ 88 h 175"/>
                    <a:gd name="T18" fmla="*/ 87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7" y="0"/>
                      </a:moveTo>
                      <a:cubicBezTo>
                        <a:pt x="39" y="0"/>
                        <a:pt x="0" y="40"/>
                        <a:pt x="0" y="88"/>
                      </a:cubicBezTo>
                      <a:cubicBezTo>
                        <a:pt x="0" y="136"/>
                        <a:pt x="39" y="175"/>
                        <a:pt x="87" y="175"/>
                      </a:cubicBezTo>
                      <a:cubicBezTo>
                        <a:pt x="136" y="175"/>
                        <a:pt x="175" y="136"/>
                        <a:pt x="175" y="88"/>
                      </a:cubicBezTo>
                      <a:cubicBezTo>
                        <a:pt x="175" y="40"/>
                        <a:pt x="136" y="0"/>
                        <a:pt x="87" y="0"/>
                      </a:cubicBezTo>
                      <a:close/>
                      <a:moveTo>
                        <a:pt x="87" y="143"/>
                      </a:moveTo>
                      <a:cubicBezTo>
                        <a:pt x="57" y="143"/>
                        <a:pt x="32" y="118"/>
                        <a:pt x="32" y="88"/>
                      </a:cubicBezTo>
                      <a:cubicBezTo>
                        <a:pt x="32" y="58"/>
                        <a:pt x="57" y="33"/>
                        <a:pt x="87" y="33"/>
                      </a:cubicBezTo>
                      <a:cubicBezTo>
                        <a:pt x="118" y="33"/>
                        <a:pt x="142" y="58"/>
                        <a:pt x="142" y="88"/>
                      </a:cubicBezTo>
                      <a:cubicBezTo>
                        <a:pt x="142" y="118"/>
                        <a:pt x="118" y="143"/>
                        <a:pt x="87" y="143"/>
                      </a:cubicBezTo>
                      <a:close/>
                    </a:path>
                  </a:pathLst>
                </a:custGeom>
                <a:solidFill>
                  <a:schemeClr val="accent5"/>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77" name="Freeform 9">
                  <a:extLst>
                    <a:ext uri="{FF2B5EF4-FFF2-40B4-BE49-F238E27FC236}">
                      <a16:creationId xmlns:a16="http://schemas.microsoft.com/office/drawing/2014/main" id="{3126B113-D87A-DD41-AF44-A7B4D0C3C14A}"/>
                    </a:ext>
                  </a:extLst>
                </p:cNvPr>
                <p:cNvSpPr>
                  <a:spLocks noEditPoints="1"/>
                </p:cNvSpPr>
                <p:nvPr/>
              </p:nvSpPr>
              <p:spPr bwMode="auto">
                <a:xfrm flipH="1">
                  <a:off x="11019945" y="11110298"/>
                  <a:ext cx="897932" cy="895767"/>
                </a:xfrm>
                <a:custGeom>
                  <a:avLst/>
                  <a:gdLst>
                    <a:gd name="T0" fmla="*/ 87 w 175"/>
                    <a:gd name="T1" fmla="*/ 0 h 175"/>
                    <a:gd name="T2" fmla="*/ 0 w 175"/>
                    <a:gd name="T3" fmla="*/ 88 h 175"/>
                    <a:gd name="T4" fmla="*/ 87 w 175"/>
                    <a:gd name="T5" fmla="*/ 175 h 175"/>
                    <a:gd name="T6" fmla="*/ 175 w 175"/>
                    <a:gd name="T7" fmla="*/ 88 h 175"/>
                    <a:gd name="T8" fmla="*/ 87 w 175"/>
                    <a:gd name="T9" fmla="*/ 0 h 175"/>
                    <a:gd name="T10" fmla="*/ 87 w 175"/>
                    <a:gd name="T11" fmla="*/ 143 h 175"/>
                    <a:gd name="T12" fmla="*/ 32 w 175"/>
                    <a:gd name="T13" fmla="*/ 88 h 175"/>
                    <a:gd name="T14" fmla="*/ 87 w 175"/>
                    <a:gd name="T15" fmla="*/ 33 h 175"/>
                    <a:gd name="T16" fmla="*/ 142 w 175"/>
                    <a:gd name="T17" fmla="*/ 88 h 175"/>
                    <a:gd name="T18" fmla="*/ 87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7" y="0"/>
                      </a:moveTo>
                      <a:cubicBezTo>
                        <a:pt x="39" y="0"/>
                        <a:pt x="0" y="40"/>
                        <a:pt x="0" y="88"/>
                      </a:cubicBezTo>
                      <a:cubicBezTo>
                        <a:pt x="0" y="136"/>
                        <a:pt x="39" y="175"/>
                        <a:pt x="87" y="175"/>
                      </a:cubicBezTo>
                      <a:cubicBezTo>
                        <a:pt x="136" y="175"/>
                        <a:pt x="175" y="136"/>
                        <a:pt x="175" y="88"/>
                      </a:cubicBezTo>
                      <a:cubicBezTo>
                        <a:pt x="175" y="40"/>
                        <a:pt x="136" y="0"/>
                        <a:pt x="87" y="0"/>
                      </a:cubicBezTo>
                      <a:close/>
                      <a:moveTo>
                        <a:pt x="87" y="143"/>
                      </a:moveTo>
                      <a:cubicBezTo>
                        <a:pt x="57" y="143"/>
                        <a:pt x="32" y="118"/>
                        <a:pt x="32" y="88"/>
                      </a:cubicBezTo>
                      <a:cubicBezTo>
                        <a:pt x="32" y="58"/>
                        <a:pt x="57" y="33"/>
                        <a:pt x="87" y="33"/>
                      </a:cubicBezTo>
                      <a:cubicBezTo>
                        <a:pt x="118" y="33"/>
                        <a:pt x="142" y="58"/>
                        <a:pt x="142" y="88"/>
                      </a:cubicBezTo>
                      <a:cubicBezTo>
                        <a:pt x="142" y="118"/>
                        <a:pt x="118" y="143"/>
                        <a:pt x="87" y="143"/>
                      </a:cubicBezTo>
                      <a:close/>
                    </a:path>
                  </a:pathLst>
                </a:custGeom>
                <a:solidFill>
                  <a:schemeClr val="accent5"/>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grpSp>
          <p:sp>
            <p:nvSpPr>
              <p:cNvPr id="52" name="TextBox 51">
                <a:extLst>
                  <a:ext uri="{FF2B5EF4-FFF2-40B4-BE49-F238E27FC236}">
                    <a16:creationId xmlns:a16="http://schemas.microsoft.com/office/drawing/2014/main" id="{06540634-87B5-AC4A-BFB1-98F14CA05437}"/>
                  </a:ext>
                </a:extLst>
              </p:cNvPr>
              <p:cNvSpPr txBox="1"/>
              <p:nvPr/>
            </p:nvSpPr>
            <p:spPr>
              <a:xfrm>
                <a:off x="18024641" y="7484772"/>
                <a:ext cx="1110421" cy="807059"/>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sp>
            <p:nvSpPr>
              <p:cNvPr id="53" name="TextBox 52">
                <a:extLst>
                  <a:ext uri="{FF2B5EF4-FFF2-40B4-BE49-F238E27FC236}">
                    <a16:creationId xmlns:a16="http://schemas.microsoft.com/office/drawing/2014/main" id="{F234403F-D7D5-724B-9FA7-5BE5469FBA0B}"/>
                  </a:ext>
                </a:extLst>
              </p:cNvPr>
              <p:cNvSpPr txBox="1"/>
              <p:nvPr/>
            </p:nvSpPr>
            <p:spPr>
              <a:xfrm>
                <a:off x="16988755" y="9011319"/>
                <a:ext cx="1110421" cy="807059"/>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sp>
            <p:nvSpPr>
              <p:cNvPr id="54" name="TextBox 53">
                <a:extLst>
                  <a:ext uri="{FF2B5EF4-FFF2-40B4-BE49-F238E27FC236}">
                    <a16:creationId xmlns:a16="http://schemas.microsoft.com/office/drawing/2014/main" id="{E72D9DC3-077E-0B44-8948-97F5F493B315}"/>
                  </a:ext>
                </a:extLst>
              </p:cNvPr>
              <p:cNvSpPr txBox="1"/>
              <p:nvPr/>
            </p:nvSpPr>
            <p:spPr>
              <a:xfrm>
                <a:off x="19049046" y="8988185"/>
                <a:ext cx="1110421" cy="807059"/>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sp>
            <p:nvSpPr>
              <p:cNvPr id="55" name="TextBox 54">
                <a:extLst>
                  <a:ext uri="{FF2B5EF4-FFF2-40B4-BE49-F238E27FC236}">
                    <a16:creationId xmlns:a16="http://schemas.microsoft.com/office/drawing/2014/main" id="{5C3D20AC-5A89-3C4B-B2D2-26D3BF95679B}"/>
                  </a:ext>
                </a:extLst>
              </p:cNvPr>
              <p:cNvSpPr txBox="1"/>
              <p:nvPr/>
            </p:nvSpPr>
            <p:spPr>
              <a:xfrm>
                <a:off x="15940174" y="10479004"/>
                <a:ext cx="1110421" cy="807059"/>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sp>
            <p:nvSpPr>
              <p:cNvPr id="56" name="TextBox 55">
                <a:extLst>
                  <a:ext uri="{FF2B5EF4-FFF2-40B4-BE49-F238E27FC236}">
                    <a16:creationId xmlns:a16="http://schemas.microsoft.com/office/drawing/2014/main" id="{1CE0D01B-ED19-8C43-B9AD-64E85EDEF4DC}"/>
                  </a:ext>
                </a:extLst>
              </p:cNvPr>
              <p:cNvSpPr txBox="1"/>
              <p:nvPr/>
            </p:nvSpPr>
            <p:spPr>
              <a:xfrm>
                <a:off x="18045953" y="10462671"/>
                <a:ext cx="1110421" cy="807059"/>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sp>
            <p:nvSpPr>
              <p:cNvPr id="57" name="TextBox 56">
                <a:extLst>
                  <a:ext uri="{FF2B5EF4-FFF2-40B4-BE49-F238E27FC236}">
                    <a16:creationId xmlns:a16="http://schemas.microsoft.com/office/drawing/2014/main" id="{8A73B84D-E42A-A44B-894B-FC3D9CDBF858}"/>
                  </a:ext>
                </a:extLst>
              </p:cNvPr>
              <p:cNvSpPr txBox="1"/>
              <p:nvPr/>
            </p:nvSpPr>
            <p:spPr>
              <a:xfrm>
                <a:off x="20052139" y="10474612"/>
                <a:ext cx="1110421" cy="807059"/>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sp>
            <p:nvSpPr>
              <p:cNvPr id="58" name="TextBox 57">
                <a:extLst>
                  <a:ext uri="{FF2B5EF4-FFF2-40B4-BE49-F238E27FC236}">
                    <a16:creationId xmlns:a16="http://schemas.microsoft.com/office/drawing/2014/main" id="{8571B195-C727-C446-B14D-3CF08477D567}"/>
                  </a:ext>
                </a:extLst>
              </p:cNvPr>
              <p:cNvSpPr txBox="1"/>
              <p:nvPr/>
            </p:nvSpPr>
            <p:spPr>
              <a:xfrm>
                <a:off x="17040185" y="11938769"/>
                <a:ext cx="1110421" cy="807059"/>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sp>
            <p:nvSpPr>
              <p:cNvPr id="59" name="TextBox 58">
                <a:extLst>
                  <a:ext uri="{FF2B5EF4-FFF2-40B4-BE49-F238E27FC236}">
                    <a16:creationId xmlns:a16="http://schemas.microsoft.com/office/drawing/2014/main" id="{09E3A25D-D3F5-9D4D-A614-5971974845AA}"/>
                  </a:ext>
                </a:extLst>
              </p:cNvPr>
              <p:cNvSpPr txBox="1"/>
              <p:nvPr/>
            </p:nvSpPr>
            <p:spPr>
              <a:xfrm>
                <a:off x="18971169" y="11969036"/>
                <a:ext cx="1110421" cy="807059"/>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sp>
            <p:nvSpPr>
              <p:cNvPr id="60" name="TextBox 59">
                <a:extLst>
                  <a:ext uri="{FF2B5EF4-FFF2-40B4-BE49-F238E27FC236}">
                    <a16:creationId xmlns:a16="http://schemas.microsoft.com/office/drawing/2014/main" id="{42E09440-178C-D946-976E-AE8C3BA568E4}"/>
                  </a:ext>
                </a:extLst>
              </p:cNvPr>
              <p:cNvSpPr txBox="1"/>
              <p:nvPr/>
            </p:nvSpPr>
            <p:spPr>
              <a:xfrm>
                <a:off x="21070313" y="11969034"/>
                <a:ext cx="1110421" cy="807059"/>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grpSp>
        <p:sp>
          <p:nvSpPr>
            <p:cNvPr id="49" name="Freeform 23">
              <a:extLst>
                <a:ext uri="{FF2B5EF4-FFF2-40B4-BE49-F238E27FC236}">
                  <a16:creationId xmlns:a16="http://schemas.microsoft.com/office/drawing/2014/main" id="{2687305B-EDCE-D54E-BA8E-B5BADF6287B5}"/>
                </a:ext>
              </a:extLst>
            </p:cNvPr>
            <p:cNvSpPr>
              <a:spLocks noEditPoints="1"/>
            </p:cNvSpPr>
            <p:nvPr/>
          </p:nvSpPr>
          <p:spPr bwMode="auto">
            <a:xfrm>
              <a:off x="18085322" y="5414167"/>
              <a:ext cx="992092" cy="966534"/>
            </a:xfrm>
            <a:custGeom>
              <a:avLst/>
              <a:gdLst>
                <a:gd name="T0" fmla="*/ 180 w 180"/>
                <a:gd name="T1" fmla="*/ 95 h 176"/>
                <a:gd name="T2" fmla="*/ 179 w 180"/>
                <a:gd name="T3" fmla="*/ 93 h 176"/>
                <a:gd name="T4" fmla="*/ 178 w 180"/>
                <a:gd name="T5" fmla="*/ 92 h 176"/>
                <a:gd name="T6" fmla="*/ 135 w 180"/>
                <a:gd name="T7" fmla="*/ 74 h 176"/>
                <a:gd name="T8" fmla="*/ 135 w 180"/>
                <a:gd name="T9" fmla="*/ 21 h 176"/>
                <a:gd name="T10" fmla="*/ 135 w 180"/>
                <a:gd name="T11" fmla="*/ 21 h 176"/>
                <a:gd name="T12" fmla="*/ 134 w 180"/>
                <a:gd name="T13" fmla="*/ 19 h 176"/>
                <a:gd name="T14" fmla="*/ 133 w 180"/>
                <a:gd name="T15" fmla="*/ 18 h 176"/>
                <a:gd name="T16" fmla="*/ 92 w 180"/>
                <a:gd name="T17" fmla="*/ 0 h 176"/>
                <a:gd name="T18" fmla="*/ 48 w 180"/>
                <a:gd name="T19" fmla="*/ 18 h 176"/>
                <a:gd name="T20" fmla="*/ 47 w 180"/>
                <a:gd name="T21" fmla="*/ 18 h 176"/>
                <a:gd name="T22" fmla="*/ 46 w 180"/>
                <a:gd name="T23" fmla="*/ 19 h 176"/>
                <a:gd name="T24" fmla="*/ 45 w 180"/>
                <a:gd name="T25" fmla="*/ 21 h 176"/>
                <a:gd name="T26" fmla="*/ 45 w 180"/>
                <a:gd name="T27" fmla="*/ 21 h 176"/>
                <a:gd name="T28" fmla="*/ 3 w 180"/>
                <a:gd name="T29" fmla="*/ 92 h 176"/>
                <a:gd name="T30" fmla="*/ 2 w 180"/>
                <a:gd name="T31" fmla="*/ 92 h 176"/>
                <a:gd name="T32" fmla="*/ 1 w 180"/>
                <a:gd name="T33" fmla="*/ 93 h 176"/>
                <a:gd name="T34" fmla="*/ 0 w 180"/>
                <a:gd name="T35" fmla="*/ 95 h 176"/>
                <a:gd name="T36" fmla="*/ 0 w 180"/>
                <a:gd name="T37" fmla="*/ 95 h 176"/>
                <a:gd name="T38" fmla="*/ 3 w 180"/>
                <a:gd name="T39" fmla="*/ 157 h 176"/>
                <a:gd name="T40" fmla="*/ 49 w 180"/>
                <a:gd name="T41" fmla="*/ 176 h 176"/>
                <a:gd name="T42" fmla="*/ 90 w 180"/>
                <a:gd name="T43" fmla="*/ 158 h 176"/>
                <a:gd name="T44" fmla="*/ 131 w 180"/>
                <a:gd name="T45" fmla="*/ 176 h 176"/>
                <a:gd name="T46" fmla="*/ 177 w 180"/>
                <a:gd name="T47" fmla="*/ 157 h 176"/>
                <a:gd name="T48" fmla="*/ 180 w 180"/>
                <a:gd name="T49" fmla="*/ 95 h 176"/>
                <a:gd name="T50" fmla="*/ 131 w 180"/>
                <a:gd name="T51" fmla="*/ 81 h 176"/>
                <a:gd name="T52" fmla="*/ 150 w 180"/>
                <a:gd name="T53" fmla="*/ 102 h 176"/>
                <a:gd name="T54" fmla="*/ 116 w 180"/>
                <a:gd name="T55" fmla="*/ 103 h 176"/>
                <a:gd name="T56" fmla="*/ 100 w 180"/>
                <a:gd name="T57" fmla="*/ 95 h 176"/>
                <a:gd name="T58" fmla="*/ 128 w 180"/>
                <a:gd name="T59" fmla="*/ 74 h 176"/>
                <a:gd name="T60" fmla="*/ 94 w 180"/>
                <a:gd name="T61" fmla="*/ 41 h 176"/>
                <a:gd name="T62" fmla="*/ 128 w 180"/>
                <a:gd name="T63" fmla="*/ 74 h 176"/>
                <a:gd name="T64" fmla="*/ 86 w 180"/>
                <a:gd name="T65" fmla="*/ 89 h 176"/>
                <a:gd name="T66" fmla="*/ 53 w 180"/>
                <a:gd name="T67" fmla="*/ 27 h 176"/>
                <a:gd name="T68" fmla="*/ 86 w 180"/>
                <a:gd name="T69" fmla="*/ 41 h 176"/>
                <a:gd name="T70" fmla="*/ 122 w 180"/>
                <a:gd name="T71" fmla="*/ 21 h 176"/>
                <a:gd name="T72" fmla="*/ 59 w 180"/>
                <a:gd name="T73" fmla="*/ 21 h 176"/>
                <a:gd name="T74" fmla="*/ 49 w 180"/>
                <a:gd name="T75" fmla="*/ 81 h 176"/>
                <a:gd name="T76" fmla="*/ 49 w 180"/>
                <a:gd name="T77" fmla="*/ 109 h 176"/>
                <a:gd name="T78" fmla="*/ 49 w 180"/>
                <a:gd name="T79" fmla="*/ 81 h 176"/>
                <a:gd name="T80" fmla="*/ 9 w 180"/>
                <a:gd name="T81" fmla="*/ 101 h 176"/>
                <a:gd name="T82" fmla="*/ 45 w 180"/>
                <a:gd name="T83" fmla="*/ 167 h 176"/>
                <a:gd name="T84" fmla="*/ 8 w 180"/>
                <a:gd name="T85" fmla="*/ 101 h 176"/>
                <a:gd name="T86" fmla="*/ 86 w 180"/>
                <a:gd name="T87" fmla="*/ 101 h 176"/>
                <a:gd name="T88" fmla="*/ 53 w 180"/>
                <a:gd name="T89" fmla="*/ 166 h 176"/>
                <a:gd name="T90" fmla="*/ 94 w 180"/>
                <a:gd name="T91" fmla="*/ 101 h 176"/>
                <a:gd name="T92" fmla="*/ 128 w 180"/>
                <a:gd name="T93" fmla="*/ 166 h 176"/>
                <a:gd name="T94" fmla="*/ 94 w 180"/>
                <a:gd name="T95" fmla="*/ 101 h 176"/>
                <a:gd name="T96" fmla="*/ 135 w 180"/>
                <a:gd name="T97" fmla="*/ 167 h 176"/>
                <a:gd name="T98" fmla="*/ 172 w 180"/>
                <a:gd name="T99" fmla="*/ 101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0" h="176">
                  <a:moveTo>
                    <a:pt x="180" y="95"/>
                  </a:moveTo>
                  <a:cubicBezTo>
                    <a:pt x="180" y="95"/>
                    <a:pt x="180" y="95"/>
                    <a:pt x="180" y="95"/>
                  </a:cubicBezTo>
                  <a:cubicBezTo>
                    <a:pt x="180" y="94"/>
                    <a:pt x="179" y="94"/>
                    <a:pt x="179" y="93"/>
                  </a:cubicBezTo>
                  <a:cubicBezTo>
                    <a:pt x="179" y="93"/>
                    <a:pt x="179" y="93"/>
                    <a:pt x="179" y="93"/>
                  </a:cubicBezTo>
                  <a:cubicBezTo>
                    <a:pt x="178" y="92"/>
                    <a:pt x="178" y="92"/>
                    <a:pt x="178" y="92"/>
                  </a:cubicBezTo>
                  <a:cubicBezTo>
                    <a:pt x="178" y="92"/>
                    <a:pt x="178" y="92"/>
                    <a:pt x="178" y="92"/>
                  </a:cubicBezTo>
                  <a:cubicBezTo>
                    <a:pt x="178" y="92"/>
                    <a:pt x="177" y="92"/>
                    <a:pt x="177" y="92"/>
                  </a:cubicBezTo>
                  <a:cubicBezTo>
                    <a:pt x="135" y="74"/>
                    <a:pt x="135" y="74"/>
                    <a:pt x="135" y="74"/>
                  </a:cubicBezTo>
                  <a:cubicBezTo>
                    <a:pt x="135" y="21"/>
                    <a:pt x="135" y="21"/>
                    <a:pt x="135" y="21"/>
                  </a:cubicBezTo>
                  <a:cubicBezTo>
                    <a:pt x="135" y="21"/>
                    <a:pt x="135" y="21"/>
                    <a:pt x="135" y="21"/>
                  </a:cubicBezTo>
                  <a:cubicBezTo>
                    <a:pt x="135" y="21"/>
                    <a:pt x="135" y="21"/>
                    <a:pt x="135" y="21"/>
                  </a:cubicBezTo>
                  <a:cubicBezTo>
                    <a:pt x="135" y="21"/>
                    <a:pt x="135" y="21"/>
                    <a:pt x="135" y="21"/>
                  </a:cubicBezTo>
                  <a:cubicBezTo>
                    <a:pt x="135" y="21"/>
                    <a:pt x="135" y="20"/>
                    <a:pt x="135" y="19"/>
                  </a:cubicBezTo>
                  <a:cubicBezTo>
                    <a:pt x="134" y="19"/>
                    <a:pt x="134" y="19"/>
                    <a:pt x="134" y="19"/>
                  </a:cubicBezTo>
                  <a:cubicBezTo>
                    <a:pt x="134" y="19"/>
                    <a:pt x="134" y="18"/>
                    <a:pt x="133" y="18"/>
                  </a:cubicBezTo>
                  <a:cubicBezTo>
                    <a:pt x="133" y="18"/>
                    <a:pt x="133" y="18"/>
                    <a:pt x="133" y="18"/>
                  </a:cubicBezTo>
                  <a:cubicBezTo>
                    <a:pt x="133" y="18"/>
                    <a:pt x="133" y="18"/>
                    <a:pt x="133" y="18"/>
                  </a:cubicBezTo>
                  <a:cubicBezTo>
                    <a:pt x="92" y="0"/>
                    <a:pt x="92" y="0"/>
                    <a:pt x="92" y="0"/>
                  </a:cubicBezTo>
                  <a:cubicBezTo>
                    <a:pt x="91" y="0"/>
                    <a:pt x="90" y="0"/>
                    <a:pt x="89" y="0"/>
                  </a:cubicBezTo>
                  <a:cubicBezTo>
                    <a:pt x="48" y="18"/>
                    <a:pt x="48" y="18"/>
                    <a:pt x="48" y="18"/>
                  </a:cubicBezTo>
                  <a:cubicBezTo>
                    <a:pt x="48" y="18"/>
                    <a:pt x="48" y="18"/>
                    <a:pt x="47" y="18"/>
                  </a:cubicBezTo>
                  <a:cubicBezTo>
                    <a:pt x="47" y="18"/>
                    <a:pt x="47" y="18"/>
                    <a:pt x="47" y="18"/>
                  </a:cubicBezTo>
                  <a:cubicBezTo>
                    <a:pt x="47" y="18"/>
                    <a:pt x="47" y="19"/>
                    <a:pt x="46" y="19"/>
                  </a:cubicBezTo>
                  <a:cubicBezTo>
                    <a:pt x="46" y="19"/>
                    <a:pt x="46" y="19"/>
                    <a:pt x="46" y="19"/>
                  </a:cubicBezTo>
                  <a:cubicBezTo>
                    <a:pt x="46" y="20"/>
                    <a:pt x="45" y="21"/>
                    <a:pt x="45" y="21"/>
                  </a:cubicBezTo>
                  <a:cubicBezTo>
                    <a:pt x="45" y="21"/>
                    <a:pt x="45" y="21"/>
                    <a:pt x="45" y="21"/>
                  </a:cubicBezTo>
                  <a:cubicBezTo>
                    <a:pt x="45" y="21"/>
                    <a:pt x="45" y="21"/>
                    <a:pt x="45" y="21"/>
                  </a:cubicBezTo>
                  <a:cubicBezTo>
                    <a:pt x="45" y="21"/>
                    <a:pt x="45" y="21"/>
                    <a:pt x="45" y="21"/>
                  </a:cubicBezTo>
                  <a:cubicBezTo>
                    <a:pt x="45" y="74"/>
                    <a:pt x="45" y="74"/>
                    <a:pt x="45" y="74"/>
                  </a:cubicBezTo>
                  <a:cubicBezTo>
                    <a:pt x="3" y="92"/>
                    <a:pt x="3" y="92"/>
                    <a:pt x="3" y="92"/>
                  </a:cubicBezTo>
                  <a:cubicBezTo>
                    <a:pt x="3" y="92"/>
                    <a:pt x="3" y="92"/>
                    <a:pt x="3" y="92"/>
                  </a:cubicBezTo>
                  <a:cubicBezTo>
                    <a:pt x="2" y="92"/>
                    <a:pt x="2" y="92"/>
                    <a:pt x="2" y="92"/>
                  </a:cubicBezTo>
                  <a:cubicBezTo>
                    <a:pt x="2" y="92"/>
                    <a:pt x="2" y="92"/>
                    <a:pt x="1" y="93"/>
                  </a:cubicBezTo>
                  <a:cubicBezTo>
                    <a:pt x="1" y="93"/>
                    <a:pt x="1" y="93"/>
                    <a:pt x="1" y="93"/>
                  </a:cubicBezTo>
                  <a:cubicBezTo>
                    <a:pt x="1" y="94"/>
                    <a:pt x="0" y="94"/>
                    <a:pt x="0" y="95"/>
                  </a:cubicBezTo>
                  <a:cubicBezTo>
                    <a:pt x="0" y="95"/>
                    <a:pt x="0" y="95"/>
                    <a:pt x="0" y="95"/>
                  </a:cubicBezTo>
                  <a:cubicBezTo>
                    <a:pt x="0" y="95"/>
                    <a:pt x="0" y="95"/>
                    <a:pt x="0" y="95"/>
                  </a:cubicBezTo>
                  <a:cubicBezTo>
                    <a:pt x="0" y="95"/>
                    <a:pt x="0" y="95"/>
                    <a:pt x="0" y="95"/>
                  </a:cubicBezTo>
                  <a:cubicBezTo>
                    <a:pt x="0" y="154"/>
                    <a:pt x="0" y="154"/>
                    <a:pt x="0" y="154"/>
                  </a:cubicBezTo>
                  <a:cubicBezTo>
                    <a:pt x="0" y="155"/>
                    <a:pt x="1" y="157"/>
                    <a:pt x="3" y="157"/>
                  </a:cubicBezTo>
                  <a:cubicBezTo>
                    <a:pt x="48" y="176"/>
                    <a:pt x="48" y="176"/>
                    <a:pt x="48" y="176"/>
                  </a:cubicBezTo>
                  <a:cubicBezTo>
                    <a:pt x="48" y="176"/>
                    <a:pt x="49" y="176"/>
                    <a:pt x="49" y="176"/>
                  </a:cubicBezTo>
                  <a:cubicBezTo>
                    <a:pt x="50" y="176"/>
                    <a:pt x="50" y="176"/>
                    <a:pt x="51" y="176"/>
                  </a:cubicBezTo>
                  <a:cubicBezTo>
                    <a:pt x="90" y="158"/>
                    <a:pt x="90" y="158"/>
                    <a:pt x="90" y="158"/>
                  </a:cubicBezTo>
                  <a:cubicBezTo>
                    <a:pt x="130" y="176"/>
                    <a:pt x="130" y="176"/>
                    <a:pt x="130" y="176"/>
                  </a:cubicBezTo>
                  <a:cubicBezTo>
                    <a:pt x="130" y="176"/>
                    <a:pt x="131" y="176"/>
                    <a:pt x="131" y="176"/>
                  </a:cubicBezTo>
                  <a:cubicBezTo>
                    <a:pt x="132" y="176"/>
                    <a:pt x="132" y="176"/>
                    <a:pt x="133" y="176"/>
                  </a:cubicBezTo>
                  <a:cubicBezTo>
                    <a:pt x="177" y="157"/>
                    <a:pt x="177" y="157"/>
                    <a:pt x="177" y="157"/>
                  </a:cubicBezTo>
                  <a:cubicBezTo>
                    <a:pt x="179" y="157"/>
                    <a:pt x="180" y="155"/>
                    <a:pt x="180" y="154"/>
                  </a:cubicBezTo>
                  <a:cubicBezTo>
                    <a:pt x="180" y="95"/>
                    <a:pt x="180" y="95"/>
                    <a:pt x="180" y="95"/>
                  </a:cubicBezTo>
                  <a:cubicBezTo>
                    <a:pt x="180" y="95"/>
                    <a:pt x="180" y="95"/>
                    <a:pt x="180" y="95"/>
                  </a:cubicBezTo>
                  <a:close/>
                  <a:moveTo>
                    <a:pt x="131" y="81"/>
                  </a:moveTo>
                  <a:cubicBezTo>
                    <a:pt x="166" y="95"/>
                    <a:pt x="166" y="95"/>
                    <a:pt x="166" y="95"/>
                  </a:cubicBezTo>
                  <a:cubicBezTo>
                    <a:pt x="150" y="102"/>
                    <a:pt x="150" y="102"/>
                    <a:pt x="150" y="102"/>
                  </a:cubicBezTo>
                  <a:cubicBezTo>
                    <a:pt x="131" y="109"/>
                    <a:pt x="131" y="109"/>
                    <a:pt x="131" y="109"/>
                  </a:cubicBezTo>
                  <a:cubicBezTo>
                    <a:pt x="116" y="103"/>
                    <a:pt x="116" y="103"/>
                    <a:pt x="116" y="103"/>
                  </a:cubicBezTo>
                  <a:cubicBezTo>
                    <a:pt x="99" y="95"/>
                    <a:pt x="99" y="95"/>
                    <a:pt x="99" y="95"/>
                  </a:cubicBezTo>
                  <a:cubicBezTo>
                    <a:pt x="100" y="95"/>
                    <a:pt x="100" y="95"/>
                    <a:pt x="100" y="95"/>
                  </a:cubicBezTo>
                  <a:lnTo>
                    <a:pt x="131" y="81"/>
                  </a:lnTo>
                  <a:close/>
                  <a:moveTo>
                    <a:pt x="128" y="74"/>
                  </a:moveTo>
                  <a:cubicBezTo>
                    <a:pt x="94" y="89"/>
                    <a:pt x="94" y="89"/>
                    <a:pt x="94" y="89"/>
                  </a:cubicBezTo>
                  <a:cubicBezTo>
                    <a:pt x="94" y="41"/>
                    <a:pt x="94" y="41"/>
                    <a:pt x="94" y="41"/>
                  </a:cubicBezTo>
                  <a:cubicBezTo>
                    <a:pt x="128" y="27"/>
                    <a:pt x="128" y="27"/>
                    <a:pt x="128" y="27"/>
                  </a:cubicBezTo>
                  <a:lnTo>
                    <a:pt x="128" y="74"/>
                  </a:lnTo>
                  <a:close/>
                  <a:moveTo>
                    <a:pt x="86" y="41"/>
                  </a:moveTo>
                  <a:cubicBezTo>
                    <a:pt x="86" y="89"/>
                    <a:pt x="86" y="89"/>
                    <a:pt x="86" y="89"/>
                  </a:cubicBezTo>
                  <a:cubicBezTo>
                    <a:pt x="53" y="74"/>
                    <a:pt x="53" y="74"/>
                    <a:pt x="53" y="74"/>
                  </a:cubicBezTo>
                  <a:cubicBezTo>
                    <a:pt x="53" y="27"/>
                    <a:pt x="53" y="27"/>
                    <a:pt x="53" y="27"/>
                  </a:cubicBezTo>
                  <a:cubicBezTo>
                    <a:pt x="75" y="37"/>
                    <a:pt x="75" y="37"/>
                    <a:pt x="75" y="37"/>
                  </a:cubicBezTo>
                  <a:lnTo>
                    <a:pt x="86" y="41"/>
                  </a:lnTo>
                  <a:close/>
                  <a:moveTo>
                    <a:pt x="90" y="8"/>
                  </a:moveTo>
                  <a:cubicBezTo>
                    <a:pt x="122" y="21"/>
                    <a:pt x="122" y="21"/>
                    <a:pt x="122" y="21"/>
                  </a:cubicBezTo>
                  <a:cubicBezTo>
                    <a:pt x="90" y="35"/>
                    <a:pt x="90" y="35"/>
                    <a:pt x="90" y="35"/>
                  </a:cubicBezTo>
                  <a:cubicBezTo>
                    <a:pt x="59" y="21"/>
                    <a:pt x="59" y="21"/>
                    <a:pt x="59" y="21"/>
                  </a:cubicBezTo>
                  <a:lnTo>
                    <a:pt x="90" y="8"/>
                  </a:lnTo>
                  <a:close/>
                  <a:moveTo>
                    <a:pt x="49" y="81"/>
                  </a:moveTo>
                  <a:cubicBezTo>
                    <a:pt x="81" y="95"/>
                    <a:pt x="81" y="95"/>
                    <a:pt x="81" y="95"/>
                  </a:cubicBezTo>
                  <a:cubicBezTo>
                    <a:pt x="49" y="109"/>
                    <a:pt x="49" y="109"/>
                    <a:pt x="49" y="109"/>
                  </a:cubicBezTo>
                  <a:cubicBezTo>
                    <a:pt x="14" y="95"/>
                    <a:pt x="14" y="95"/>
                    <a:pt x="14" y="95"/>
                  </a:cubicBezTo>
                  <a:lnTo>
                    <a:pt x="49" y="81"/>
                  </a:lnTo>
                  <a:close/>
                  <a:moveTo>
                    <a:pt x="8" y="101"/>
                  </a:moveTo>
                  <a:cubicBezTo>
                    <a:pt x="9" y="101"/>
                    <a:pt x="9" y="101"/>
                    <a:pt x="9" y="101"/>
                  </a:cubicBezTo>
                  <a:cubicBezTo>
                    <a:pt x="45" y="116"/>
                    <a:pt x="45" y="116"/>
                    <a:pt x="45" y="116"/>
                  </a:cubicBezTo>
                  <a:cubicBezTo>
                    <a:pt x="45" y="167"/>
                    <a:pt x="45" y="167"/>
                    <a:pt x="45" y="167"/>
                  </a:cubicBezTo>
                  <a:cubicBezTo>
                    <a:pt x="8" y="151"/>
                    <a:pt x="8" y="151"/>
                    <a:pt x="8" y="151"/>
                  </a:cubicBezTo>
                  <a:lnTo>
                    <a:pt x="8" y="101"/>
                  </a:lnTo>
                  <a:close/>
                  <a:moveTo>
                    <a:pt x="53" y="116"/>
                  </a:moveTo>
                  <a:cubicBezTo>
                    <a:pt x="86" y="101"/>
                    <a:pt x="86" y="101"/>
                    <a:pt x="86" y="101"/>
                  </a:cubicBezTo>
                  <a:cubicBezTo>
                    <a:pt x="86" y="151"/>
                    <a:pt x="86" y="151"/>
                    <a:pt x="86" y="151"/>
                  </a:cubicBezTo>
                  <a:cubicBezTo>
                    <a:pt x="53" y="166"/>
                    <a:pt x="53" y="166"/>
                    <a:pt x="53" y="166"/>
                  </a:cubicBezTo>
                  <a:lnTo>
                    <a:pt x="53" y="116"/>
                  </a:lnTo>
                  <a:close/>
                  <a:moveTo>
                    <a:pt x="94" y="101"/>
                  </a:moveTo>
                  <a:cubicBezTo>
                    <a:pt x="128" y="116"/>
                    <a:pt x="128" y="116"/>
                    <a:pt x="128" y="116"/>
                  </a:cubicBezTo>
                  <a:cubicBezTo>
                    <a:pt x="128" y="166"/>
                    <a:pt x="128" y="166"/>
                    <a:pt x="128" y="166"/>
                  </a:cubicBezTo>
                  <a:cubicBezTo>
                    <a:pt x="94" y="151"/>
                    <a:pt x="94" y="151"/>
                    <a:pt x="94" y="151"/>
                  </a:cubicBezTo>
                  <a:lnTo>
                    <a:pt x="94" y="101"/>
                  </a:lnTo>
                  <a:close/>
                  <a:moveTo>
                    <a:pt x="172" y="151"/>
                  </a:moveTo>
                  <a:cubicBezTo>
                    <a:pt x="135" y="167"/>
                    <a:pt x="135" y="167"/>
                    <a:pt x="135" y="167"/>
                  </a:cubicBezTo>
                  <a:cubicBezTo>
                    <a:pt x="135" y="116"/>
                    <a:pt x="135" y="116"/>
                    <a:pt x="135" y="116"/>
                  </a:cubicBezTo>
                  <a:cubicBezTo>
                    <a:pt x="172" y="101"/>
                    <a:pt x="172" y="101"/>
                    <a:pt x="172" y="101"/>
                  </a:cubicBezTo>
                  <a:lnTo>
                    <a:pt x="172" y="151"/>
                  </a:lnTo>
                  <a:close/>
                </a:path>
              </a:pathLst>
            </a:custGeom>
            <a:solidFill>
              <a:schemeClr val="bg1"/>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grpSp>
      <p:grpSp>
        <p:nvGrpSpPr>
          <p:cNvPr id="78" name="Group 77">
            <a:extLst>
              <a:ext uri="{FF2B5EF4-FFF2-40B4-BE49-F238E27FC236}">
                <a16:creationId xmlns:a16="http://schemas.microsoft.com/office/drawing/2014/main" id="{F9DD4286-A223-BF49-8C3B-BD3F845F7E5D}"/>
              </a:ext>
            </a:extLst>
          </p:cNvPr>
          <p:cNvGrpSpPr/>
          <p:nvPr/>
        </p:nvGrpSpPr>
        <p:grpSpPr>
          <a:xfrm>
            <a:off x="5093121" y="2752486"/>
            <a:ext cx="1965720" cy="2909599"/>
            <a:chOff x="9517657" y="5053963"/>
            <a:chExt cx="5241918" cy="7758928"/>
          </a:xfrm>
        </p:grpSpPr>
        <p:grpSp>
          <p:nvGrpSpPr>
            <p:cNvPr id="79" name="Group 78">
              <a:extLst>
                <a:ext uri="{FF2B5EF4-FFF2-40B4-BE49-F238E27FC236}">
                  <a16:creationId xmlns:a16="http://schemas.microsoft.com/office/drawing/2014/main" id="{6F9C4D13-89F0-594E-B510-ADCF640976A8}"/>
                </a:ext>
              </a:extLst>
            </p:cNvPr>
            <p:cNvGrpSpPr/>
            <p:nvPr/>
          </p:nvGrpSpPr>
          <p:grpSpPr>
            <a:xfrm>
              <a:off x="9517657" y="5053963"/>
              <a:ext cx="5241918" cy="7758928"/>
              <a:chOff x="9517657" y="4978061"/>
              <a:chExt cx="5241918" cy="7758928"/>
            </a:xfrm>
          </p:grpSpPr>
          <p:sp>
            <p:nvSpPr>
              <p:cNvPr id="84" name="Oval 83">
                <a:extLst>
                  <a:ext uri="{FF2B5EF4-FFF2-40B4-BE49-F238E27FC236}">
                    <a16:creationId xmlns:a16="http://schemas.microsoft.com/office/drawing/2014/main" id="{00F8F5A1-45D5-A94D-B256-88E8050687FB}"/>
                  </a:ext>
                </a:extLst>
              </p:cNvPr>
              <p:cNvSpPr/>
              <p:nvPr/>
            </p:nvSpPr>
            <p:spPr>
              <a:xfrm>
                <a:off x="11275875" y="4978061"/>
                <a:ext cx="1702514" cy="1702514"/>
              </a:xfrm>
              <a:prstGeom prst="ellipse">
                <a:avLst/>
              </a:prstGeom>
              <a:solidFill>
                <a:schemeClr val="accent4"/>
              </a:solidFill>
              <a:ln w="889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grpSp>
            <p:nvGrpSpPr>
              <p:cNvPr id="85" name="Group 84">
                <a:extLst>
                  <a:ext uri="{FF2B5EF4-FFF2-40B4-BE49-F238E27FC236}">
                    <a16:creationId xmlns:a16="http://schemas.microsoft.com/office/drawing/2014/main" id="{190A0D55-1845-F94C-8E04-46F7A6118DE6}"/>
                  </a:ext>
                </a:extLst>
              </p:cNvPr>
              <p:cNvGrpSpPr/>
              <p:nvPr/>
            </p:nvGrpSpPr>
            <p:grpSpPr>
              <a:xfrm>
                <a:off x="9635188" y="5829318"/>
                <a:ext cx="5015887" cy="6127309"/>
                <a:chOff x="9966234" y="5878756"/>
                <a:chExt cx="5015887" cy="6127309"/>
              </a:xfrm>
            </p:grpSpPr>
            <p:sp>
              <p:nvSpPr>
                <p:cNvPr id="94" name="Freeform 29">
                  <a:extLst>
                    <a:ext uri="{FF2B5EF4-FFF2-40B4-BE49-F238E27FC236}">
                      <a16:creationId xmlns:a16="http://schemas.microsoft.com/office/drawing/2014/main" id="{B7FB17B7-DAC5-D947-B240-7B49AE4B85EE}"/>
                    </a:ext>
                  </a:extLst>
                </p:cNvPr>
                <p:cNvSpPr>
                  <a:spLocks/>
                </p:cNvSpPr>
                <p:nvPr/>
              </p:nvSpPr>
              <p:spPr bwMode="auto">
                <a:xfrm>
                  <a:off x="11744831" y="8754033"/>
                  <a:ext cx="789748" cy="887111"/>
                </a:xfrm>
                <a:custGeom>
                  <a:avLst/>
                  <a:gdLst>
                    <a:gd name="T0" fmla="*/ 121 w 154"/>
                    <a:gd name="T1" fmla="*/ 128 h 173"/>
                    <a:gd name="T2" fmla="*/ 121 w 154"/>
                    <a:gd name="T3" fmla="*/ 173 h 173"/>
                    <a:gd name="T4" fmla="*/ 137 w 154"/>
                    <a:gd name="T5" fmla="*/ 171 h 173"/>
                    <a:gd name="T6" fmla="*/ 154 w 154"/>
                    <a:gd name="T7" fmla="*/ 173 h 173"/>
                    <a:gd name="T8" fmla="*/ 154 w 154"/>
                    <a:gd name="T9" fmla="*/ 128 h 173"/>
                    <a:gd name="T10" fmla="*/ 110 w 154"/>
                    <a:gd name="T11" fmla="*/ 54 h 173"/>
                    <a:gd name="T12" fmla="*/ 17 w 154"/>
                    <a:gd name="T13" fmla="*/ 0 h 173"/>
                    <a:gd name="T14" fmla="*/ 0 w 154"/>
                    <a:gd name="T15" fmla="*/ 28 h 173"/>
                    <a:gd name="T16" fmla="*/ 91 w 154"/>
                    <a:gd name="T17" fmla="*/ 81 h 173"/>
                    <a:gd name="T18" fmla="*/ 121 w 154"/>
                    <a:gd name="T19" fmla="*/ 128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4" h="173">
                      <a:moveTo>
                        <a:pt x="121" y="128"/>
                      </a:moveTo>
                      <a:cubicBezTo>
                        <a:pt x="121" y="173"/>
                        <a:pt x="121" y="173"/>
                        <a:pt x="121" y="173"/>
                      </a:cubicBezTo>
                      <a:cubicBezTo>
                        <a:pt x="126" y="172"/>
                        <a:pt x="132" y="171"/>
                        <a:pt x="137" y="171"/>
                      </a:cubicBezTo>
                      <a:cubicBezTo>
                        <a:pt x="143" y="171"/>
                        <a:pt x="148" y="172"/>
                        <a:pt x="154" y="173"/>
                      </a:cubicBezTo>
                      <a:cubicBezTo>
                        <a:pt x="154" y="128"/>
                        <a:pt x="154" y="128"/>
                        <a:pt x="154" y="128"/>
                      </a:cubicBezTo>
                      <a:cubicBezTo>
                        <a:pt x="153" y="98"/>
                        <a:pt x="134" y="70"/>
                        <a:pt x="110" y="54"/>
                      </a:cubicBezTo>
                      <a:cubicBezTo>
                        <a:pt x="17" y="0"/>
                        <a:pt x="17" y="0"/>
                        <a:pt x="17" y="0"/>
                      </a:cubicBezTo>
                      <a:cubicBezTo>
                        <a:pt x="13" y="11"/>
                        <a:pt x="7" y="20"/>
                        <a:pt x="0" y="28"/>
                      </a:cubicBezTo>
                      <a:cubicBezTo>
                        <a:pt x="91" y="81"/>
                        <a:pt x="91" y="81"/>
                        <a:pt x="91" y="81"/>
                      </a:cubicBezTo>
                      <a:cubicBezTo>
                        <a:pt x="107" y="90"/>
                        <a:pt x="121" y="112"/>
                        <a:pt x="121" y="128"/>
                      </a:cubicBezTo>
                      <a:close/>
                    </a:path>
                  </a:pathLst>
                </a:custGeom>
                <a:solidFill>
                  <a:schemeClr val="accent4">
                    <a:lumMod val="75000"/>
                  </a:schemeClr>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5" name="Freeform 29">
                  <a:extLst>
                    <a:ext uri="{FF2B5EF4-FFF2-40B4-BE49-F238E27FC236}">
                      <a16:creationId xmlns:a16="http://schemas.microsoft.com/office/drawing/2014/main" id="{53C9E549-EF52-AD40-B643-6D65E44ECFEC}"/>
                    </a:ext>
                  </a:extLst>
                </p:cNvPr>
                <p:cNvSpPr>
                  <a:spLocks/>
                </p:cNvSpPr>
                <p:nvPr/>
              </p:nvSpPr>
              <p:spPr bwMode="auto">
                <a:xfrm>
                  <a:off x="12711343" y="10234004"/>
                  <a:ext cx="789748" cy="887111"/>
                </a:xfrm>
                <a:custGeom>
                  <a:avLst/>
                  <a:gdLst>
                    <a:gd name="T0" fmla="*/ 121 w 154"/>
                    <a:gd name="T1" fmla="*/ 128 h 173"/>
                    <a:gd name="T2" fmla="*/ 121 w 154"/>
                    <a:gd name="T3" fmla="*/ 173 h 173"/>
                    <a:gd name="T4" fmla="*/ 137 w 154"/>
                    <a:gd name="T5" fmla="*/ 171 h 173"/>
                    <a:gd name="T6" fmla="*/ 154 w 154"/>
                    <a:gd name="T7" fmla="*/ 173 h 173"/>
                    <a:gd name="T8" fmla="*/ 154 w 154"/>
                    <a:gd name="T9" fmla="*/ 128 h 173"/>
                    <a:gd name="T10" fmla="*/ 110 w 154"/>
                    <a:gd name="T11" fmla="*/ 54 h 173"/>
                    <a:gd name="T12" fmla="*/ 17 w 154"/>
                    <a:gd name="T13" fmla="*/ 0 h 173"/>
                    <a:gd name="T14" fmla="*/ 0 w 154"/>
                    <a:gd name="T15" fmla="*/ 28 h 173"/>
                    <a:gd name="T16" fmla="*/ 91 w 154"/>
                    <a:gd name="T17" fmla="*/ 81 h 173"/>
                    <a:gd name="T18" fmla="*/ 121 w 154"/>
                    <a:gd name="T19" fmla="*/ 128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4" h="173">
                      <a:moveTo>
                        <a:pt x="121" y="128"/>
                      </a:moveTo>
                      <a:cubicBezTo>
                        <a:pt x="121" y="173"/>
                        <a:pt x="121" y="173"/>
                        <a:pt x="121" y="173"/>
                      </a:cubicBezTo>
                      <a:cubicBezTo>
                        <a:pt x="126" y="172"/>
                        <a:pt x="132" y="171"/>
                        <a:pt x="137" y="171"/>
                      </a:cubicBezTo>
                      <a:cubicBezTo>
                        <a:pt x="143" y="171"/>
                        <a:pt x="148" y="172"/>
                        <a:pt x="154" y="173"/>
                      </a:cubicBezTo>
                      <a:cubicBezTo>
                        <a:pt x="154" y="128"/>
                        <a:pt x="154" y="128"/>
                        <a:pt x="154" y="128"/>
                      </a:cubicBezTo>
                      <a:cubicBezTo>
                        <a:pt x="153" y="98"/>
                        <a:pt x="134" y="70"/>
                        <a:pt x="110" y="54"/>
                      </a:cubicBezTo>
                      <a:cubicBezTo>
                        <a:pt x="17" y="0"/>
                        <a:pt x="17" y="0"/>
                        <a:pt x="17" y="0"/>
                      </a:cubicBezTo>
                      <a:cubicBezTo>
                        <a:pt x="13" y="11"/>
                        <a:pt x="7" y="20"/>
                        <a:pt x="0" y="28"/>
                      </a:cubicBezTo>
                      <a:cubicBezTo>
                        <a:pt x="91" y="81"/>
                        <a:pt x="91" y="81"/>
                        <a:pt x="91" y="81"/>
                      </a:cubicBezTo>
                      <a:cubicBezTo>
                        <a:pt x="107" y="90"/>
                        <a:pt x="121" y="112"/>
                        <a:pt x="121" y="128"/>
                      </a:cubicBezTo>
                      <a:close/>
                    </a:path>
                  </a:pathLst>
                </a:custGeom>
                <a:solidFill>
                  <a:schemeClr val="accent4">
                    <a:lumMod val="75000"/>
                  </a:schemeClr>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6" name="Freeform 29">
                  <a:extLst>
                    <a:ext uri="{FF2B5EF4-FFF2-40B4-BE49-F238E27FC236}">
                      <a16:creationId xmlns:a16="http://schemas.microsoft.com/office/drawing/2014/main" id="{58A8DDF6-A17D-464B-BC62-90C0199B6510}"/>
                    </a:ext>
                  </a:extLst>
                </p:cNvPr>
                <p:cNvSpPr>
                  <a:spLocks/>
                </p:cNvSpPr>
                <p:nvPr/>
              </p:nvSpPr>
              <p:spPr bwMode="auto">
                <a:xfrm flipH="1">
                  <a:off x="11383445" y="10234004"/>
                  <a:ext cx="789748" cy="887111"/>
                </a:xfrm>
                <a:custGeom>
                  <a:avLst/>
                  <a:gdLst>
                    <a:gd name="T0" fmla="*/ 121 w 154"/>
                    <a:gd name="T1" fmla="*/ 128 h 173"/>
                    <a:gd name="T2" fmla="*/ 121 w 154"/>
                    <a:gd name="T3" fmla="*/ 173 h 173"/>
                    <a:gd name="T4" fmla="*/ 137 w 154"/>
                    <a:gd name="T5" fmla="*/ 171 h 173"/>
                    <a:gd name="T6" fmla="*/ 154 w 154"/>
                    <a:gd name="T7" fmla="*/ 173 h 173"/>
                    <a:gd name="T8" fmla="*/ 154 w 154"/>
                    <a:gd name="T9" fmla="*/ 128 h 173"/>
                    <a:gd name="T10" fmla="*/ 110 w 154"/>
                    <a:gd name="T11" fmla="*/ 54 h 173"/>
                    <a:gd name="T12" fmla="*/ 17 w 154"/>
                    <a:gd name="T13" fmla="*/ 0 h 173"/>
                    <a:gd name="T14" fmla="*/ 0 w 154"/>
                    <a:gd name="T15" fmla="*/ 28 h 173"/>
                    <a:gd name="T16" fmla="*/ 91 w 154"/>
                    <a:gd name="T17" fmla="*/ 81 h 173"/>
                    <a:gd name="T18" fmla="*/ 121 w 154"/>
                    <a:gd name="T19" fmla="*/ 128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4" h="173">
                      <a:moveTo>
                        <a:pt x="121" y="128"/>
                      </a:moveTo>
                      <a:cubicBezTo>
                        <a:pt x="121" y="173"/>
                        <a:pt x="121" y="173"/>
                        <a:pt x="121" y="173"/>
                      </a:cubicBezTo>
                      <a:cubicBezTo>
                        <a:pt x="126" y="172"/>
                        <a:pt x="132" y="171"/>
                        <a:pt x="137" y="171"/>
                      </a:cubicBezTo>
                      <a:cubicBezTo>
                        <a:pt x="143" y="171"/>
                        <a:pt x="148" y="172"/>
                        <a:pt x="154" y="173"/>
                      </a:cubicBezTo>
                      <a:cubicBezTo>
                        <a:pt x="154" y="128"/>
                        <a:pt x="154" y="128"/>
                        <a:pt x="154" y="128"/>
                      </a:cubicBezTo>
                      <a:cubicBezTo>
                        <a:pt x="153" y="98"/>
                        <a:pt x="134" y="70"/>
                        <a:pt x="110" y="54"/>
                      </a:cubicBezTo>
                      <a:cubicBezTo>
                        <a:pt x="17" y="0"/>
                        <a:pt x="17" y="0"/>
                        <a:pt x="17" y="0"/>
                      </a:cubicBezTo>
                      <a:cubicBezTo>
                        <a:pt x="13" y="11"/>
                        <a:pt x="7" y="20"/>
                        <a:pt x="0" y="28"/>
                      </a:cubicBezTo>
                      <a:cubicBezTo>
                        <a:pt x="91" y="81"/>
                        <a:pt x="91" y="81"/>
                        <a:pt x="91" y="81"/>
                      </a:cubicBezTo>
                      <a:cubicBezTo>
                        <a:pt x="107" y="90"/>
                        <a:pt x="121" y="112"/>
                        <a:pt x="121" y="128"/>
                      </a:cubicBezTo>
                      <a:close/>
                    </a:path>
                  </a:pathLst>
                </a:custGeom>
                <a:solidFill>
                  <a:schemeClr val="accent4">
                    <a:lumMod val="75000"/>
                  </a:schemeClr>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7" name="Freeform 10">
                  <a:extLst>
                    <a:ext uri="{FF2B5EF4-FFF2-40B4-BE49-F238E27FC236}">
                      <a16:creationId xmlns:a16="http://schemas.microsoft.com/office/drawing/2014/main" id="{4A69ED21-E40B-3A4E-A09B-F3CAFB50DBF2}"/>
                    </a:ext>
                  </a:extLst>
                </p:cNvPr>
                <p:cNvSpPr>
                  <a:spLocks noEditPoints="1"/>
                </p:cNvSpPr>
                <p:nvPr/>
              </p:nvSpPr>
              <p:spPr bwMode="auto">
                <a:xfrm>
                  <a:off x="12009212" y="5878756"/>
                  <a:ext cx="897932" cy="895767"/>
                </a:xfrm>
                <a:custGeom>
                  <a:avLst/>
                  <a:gdLst>
                    <a:gd name="T0" fmla="*/ 88 w 175"/>
                    <a:gd name="T1" fmla="*/ 0 h 175"/>
                    <a:gd name="T2" fmla="*/ 0 w 175"/>
                    <a:gd name="T3" fmla="*/ 88 h 175"/>
                    <a:gd name="T4" fmla="*/ 88 w 175"/>
                    <a:gd name="T5" fmla="*/ 175 h 175"/>
                    <a:gd name="T6" fmla="*/ 175 w 175"/>
                    <a:gd name="T7" fmla="*/ 88 h 175"/>
                    <a:gd name="T8" fmla="*/ 88 w 175"/>
                    <a:gd name="T9" fmla="*/ 0 h 175"/>
                    <a:gd name="T10" fmla="*/ 88 w 175"/>
                    <a:gd name="T11" fmla="*/ 143 h 175"/>
                    <a:gd name="T12" fmla="*/ 33 w 175"/>
                    <a:gd name="T13" fmla="*/ 88 h 175"/>
                    <a:gd name="T14" fmla="*/ 88 w 175"/>
                    <a:gd name="T15" fmla="*/ 32 h 175"/>
                    <a:gd name="T16" fmla="*/ 143 w 175"/>
                    <a:gd name="T17" fmla="*/ 88 h 175"/>
                    <a:gd name="T18" fmla="*/ 88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8" y="0"/>
                      </a:moveTo>
                      <a:cubicBezTo>
                        <a:pt x="39" y="0"/>
                        <a:pt x="0" y="39"/>
                        <a:pt x="0" y="88"/>
                      </a:cubicBezTo>
                      <a:cubicBezTo>
                        <a:pt x="0" y="136"/>
                        <a:pt x="39" y="175"/>
                        <a:pt x="88" y="175"/>
                      </a:cubicBezTo>
                      <a:cubicBezTo>
                        <a:pt x="136" y="175"/>
                        <a:pt x="175" y="136"/>
                        <a:pt x="175" y="88"/>
                      </a:cubicBezTo>
                      <a:cubicBezTo>
                        <a:pt x="175" y="39"/>
                        <a:pt x="136" y="0"/>
                        <a:pt x="88" y="0"/>
                      </a:cubicBezTo>
                      <a:close/>
                      <a:moveTo>
                        <a:pt x="88" y="143"/>
                      </a:moveTo>
                      <a:cubicBezTo>
                        <a:pt x="57" y="143"/>
                        <a:pt x="33" y="118"/>
                        <a:pt x="33" y="88"/>
                      </a:cubicBezTo>
                      <a:cubicBezTo>
                        <a:pt x="33" y="57"/>
                        <a:pt x="57" y="32"/>
                        <a:pt x="88" y="32"/>
                      </a:cubicBezTo>
                      <a:cubicBezTo>
                        <a:pt x="118" y="32"/>
                        <a:pt x="143" y="57"/>
                        <a:pt x="143" y="88"/>
                      </a:cubicBezTo>
                      <a:cubicBezTo>
                        <a:pt x="143" y="118"/>
                        <a:pt x="118" y="143"/>
                        <a:pt x="88" y="143"/>
                      </a:cubicBezTo>
                      <a:close/>
                    </a:path>
                  </a:pathLst>
                </a:custGeom>
                <a:no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8" name="Freeform 11">
                  <a:extLst>
                    <a:ext uri="{FF2B5EF4-FFF2-40B4-BE49-F238E27FC236}">
                      <a16:creationId xmlns:a16="http://schemas.microsoft.com/office/drawing/2014/main" id="{B00F58D1-576D-5340-A6F5-BEF338F6643B}"/>
                    </a:ext>
                  </a:extLst>
                </p:cNvPr>
                <p:cNvSpPr>
                  <a:spLocks noEditPoints="1"/>
                </p:cNvSpPr>
                <p:nvPr/>
              </p:nvSpPr>
              <p:spPr bwMode="auto">
                <a:xfrm>
                  <a:off x="13045618" y="8152792"/>
                  <a:ext cx="895767" cy="895767"/>
                </a:xfrm>
                <a:custGeom>
                  <a:avLst/>
                  <a:gdLst>
                    <a:gd name="T0" fmla="*/ 88 w 175"/>
                    <a:gd name="T1" fmla="*/ 0 h 175"/>
                    <a:gd name="T2" fmla="*/ 0 w 175"/>
                    <a:gd name="T3" fmla="*/ 88 h 175"/>
                    <a:gd name="T4" fmla="*/ 88 w 175"/>
                    <a:gd name="T5" fmla="*/ 175 h 175"/>
                    <a:gd name="T6" fmla="*/ 175 w 175"/>
                    <a:gd name="T7" fmla="*/ 88 h 175"/>
                    <a:gd name="T8" fmla="*/ 88 w 175"/>
                    <a:gd name="T9" fmla="*/ 0 h 175"/>
                    <a:gd name="T10" fmla="*/ 88 w 175"/>
                    <a:gd name="T11" fmla="*/ 143 h 175"/>
                    <a:gd name="T12" fmla="*/ 32 w 175"/>
                    <a:gd name="T13" fmla="*/ 88 h 175"/>
                    <a:gd name="T14" fmla="*/ 88 w 175"/>
                    <a:gd name="T15" fmla="*/ 33 h 175"/>
                    <a:gd name="T16" fmla="*/ 143 w 175"/>
                    <a:gd name="T17" fmla="*/ 88 h 175"/>
                    <a:gd name="T18" fmla="*/ 88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8" y="0"/>
                      </a:moveTo>
                      <a:cubicBezTo>
                        <a:pt x="39" y="0"/>
                        <a:pt x="0" y="40"/>
                        <a:pt x="0" y="88"/>
                      </a:cubicBezTo>
                      <a:cubicBezTo>
                        <a:pt x="0" y="136"/>
                        <a:pt x="39" y="175"/>
                        <a:pt x="88" y="175"/>
                      </a:cubicBezTo>
                      <a:cubicBezTo>
                        <a:pt x="136" y="175"/>
                        <a:pt x="175" y="136"/>
                        <a:pt x="175" y="88"/>
                      </a:cubicBezTo>
                      <a:cubicBezTo>
                        <a:pt x="175" y="40"/>
                        <a:pt x="136" y="0"/>
                        <a:pt x="88" y="0"/>
                      </a:cubicBezTo>
                      <a:close/>
                      <a:moveTo>
                        <a:pt x="88" y="143"/>
                      </a:moveTo>
                      <a:cubicBezTo>
                        <a:pt x="57" y="143"/>
                        <a:pt x="32" y="118"/>
                        <a:pt x="32" y="88"/>
                      </a:cubicBezTo>
                      <a:cubicBezTo>
                        <a:pt x="32" y="57"/>
                        <a:pt x="57" y="33"/>
                        <a:pt x="88" y="33"/>
                      </a:cubicBezTo>
                      <a:cubicBezTo>
                        <a:pt x="118" y="33"/>
                        <a:pt x="143" y="57"/>
                        <a:pt x="143" y="88"/>
                      </a:cubicBezTo>
                      <a:cubicBezTo>
                        <a:pt x="143" y="118"/>
                        <a:pt x="118" y="143"/>
                        <a:pt x="88" y="143"/>
                      </a:cubicBezTo>
                      <a:close/>
                    </a:path>
                  </a:pathLst>
                </a:custGeom>
                <a:solidFill>
                  <a:schemeClr val="accent4"/>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99" name="Freeform 13">
                  <a:extLst>
                    <a:ext uri="{FF2B5EF4-FFF2-40B4-BE49-F238E27FC236}">
                      <a16:creationId xmlns:a16="http://schemas.microsoft.com/office/drawing/2014/main" id="{58877B2D-9609-E24C-8C79-06EEA8C49851}"/>
                    </a:ext>
                  </a:extLst>
                </p:cNvPr>
                <p:cNvSpPr>
                  <a:spLocks noEditPoints="1"/>
                </p:cNvSpPr>
                <p:nvPr/>
              </p:nvSpPr>
              <p:spPr bwMode="auto">
                <a:xfrm>
                  <a:off x="10974969" y="8152790"/>
                  <a:ext cx="895767" cy="895767"/>
                </a:xfrm>
                <a:custGeom>
                  <a:avLst/>
                  <a:gdLst>
                    <a:gd name="T0" fmla="*/ 88 w 175"/>
                    <a:gd name="T1" fmla="*/ 0 h 175"/>
                    <a:gd name="T2" fmla="*/ 0 w 175"/>
                    <a:gd name="T3" fmla="*/ 88 h 175"/>
                    <a:gd name="T4" fmla="*/ 88 w 175"/>
                    <a:gd name="T5" fmla="*/ 175 h 175"/>
                    <a:gd name="T6" fmla="*/ 175 w 175"/>
                    <a:gd name="T7" fmla="*/ 88 h 175"/>
                    <a:gd name="T8" fmla="*/ 88 w 175"/>
                    <a:gd name="T9" fmla="*/ 0 h 175"/>
                    <a:gd name="T10" fmla="*/ 88 w 175"/>
                    <a:gd name="T11" fmla="*/ 143 h 175"/>
                    <a:gd name="T12" fmla="*/ 33 w 175"/>
                    <a:gd name="T13" fmla="*/ 88 h 175"/>
                    <a:gd name="T14" fmla="*/ 88 w 175"/>
                    <a:gd name="T15" fmla="*/ 33 h 175"/>
                    <a:gd name="T16" fmla="*/ 143 w 175"/>
                    <a:gd name="T17" fmla="*/ 88 h 175"/>
                    <a:gd name="T18" fmla="*/ 88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8" y="0"/>
                      </a:moveTo>
                      <a:cubicBezTo>
                        <a:pt x="39" y="0"/>
                        <a:pt x="0" y="40"/>
                        <a:pt x="0" y="88"/>
                      </a:cubicBezTo>
                      <a:cubicBezTo>
                        <a:pt x="0" y="136"/>
                        <a:pt x="39" y="175"/>
                        <a:pt x="88" y="175"/>
                      </a:cubicBezTo>
                      <a:cubicBezTo>
                        <a:pt x="136" y="175"/>
                        <a:pt x="175" y="136"/>
                        <a:pt x="175" y="88"/>
                      </a:cubicBezTo>
                      <a:cubicBezTo>
                        <a:pt x="175" y="40"/>
                        <a:pt x="136" y="0"/>
                        <a:pt x="88" y="0"/>
                      </a:cubicBezTo>
                      <a:close/>
                      <a:moveTo>
                        <a:pt x="88" y="143"/>
                      </a:moveTo>
                      <a:cubicBezTo>
                        <a:pt x="57" y="143"/>
                        <a:pt x="33" y="118"/>
                        <a:pt x="33" y="88"/>
                      </a:cubicBezTo>
                      <a:cubicBezTo>
                        <a:pt x="33" y="57"/>
                        <a:pt x="57" y="33"/>
                        <a:pt x="88" y="33"/>
                      </a:cubicBezTo>
                      <a:cubicBezTo>
                        <a:pt x="118" y="33"/>
                        <a:pt x="143" y="57"/>
                        <a:pt x="143" y="88"/>
                      </a:cubicBezTo>
                      <a:cubicBezTo>
                        <a:pt x="143" y="118"/>
                        <a:pt x="118" y="143"/>
                        <a:pt x="88" y="143"/>
                      </a:cubicBezTo>
                      <a:close/>
                    </a:path>
                  </a:pathLst>
                </a:custGeom>
                <a:solidFill>
                  <a:schemeClr val="accent3"/>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0" name="Freeform 25">
                  <a:extLst>
                    <a:ext uri="{FF2B5EF4-FFF2-40B4-BE49-F238E27FC236}">
                      <a16:creationId xmlns:a16="http://schemas.microsoft.com/office/drawing/2014/main" id="{839BA522-983A-354A-8DA2-BFBF47F930A7}"/>
                    </a:ext>
                  </a:extLst>
                </p:cNvPr>
                <p:cNvSpPr>
                  <a:spLocks/>
                </p:cNvSpPr>
                <p:nvPr/>
              </p:nvSpPr>
              <p:spPr bwMode="auto">
                <a:xfrm>
                  <a:off x="11338467" y="6765868"/>
                  <a:ext cx="1205174" cy="1397741"/>
                </a:xfrm>
                <a:custGeom>
                  <a:avLst/>
                  <a:gdLst>
                    <a:gd name="T0" fmla="*/ 235 w 235"/>
                    <a:gd name="T1" fmla="*/ 0 h 273"/>
                    <a:gd name="T2" fmla="*/ 219 w 235"/>
                    <a:gd name="T3" fmla="*/ 2 h 273"/>
                    <a:gd name="T4" fmla="*/ 202 w 235"/>
                    <a:gd name="T5" fmla="*/ 0 h 273"/>
                    <a:gd name="T6" fmla="*/ 202 w 235"/>
                    <a:gd name="T7" fmla="*/ 39 h 273"/>
                    <a:gd name="T8" fmla="*/ 172 w 235"/>
                    <a:gd name="T9" fmla="*/ 86 h 273"/>
                    <a:gd name="T10" fmla="*/ 114 w 235"/>
                    <a:gd name="T11" fmla="*/ 120 h 273"/>
                    <a:gd name="T12" fmla="*/ 114 w 235"/>
                    <a:gd name="T13" fmla="*/ 120 h 273"/>
                    <a:gd name="T14" fmla="*/ 44 w 235"/>
                    <a:gd name="T15" fmla="*/ 160 h 273"/>
                    <a:gd name="T16" fmla="*/ 0 w 235"/>
                    <a:gd name="T17" fmla="*/ 234 h 273"/>
                    <a:gd name="T18" fmla="*/ 0 w 235"/>
                    <a:gd name="T19" fmla="*/ 273 h 273"/>
                    <a:gd name="T20" fmla="*/ 17 w 235"/>
                    <a:gd name="T21" fmla="*/ 271 h 273"/>
                    <a:gd name="T22" fmla="*/ 33 w 235"/>
                    <a:gd name="T23" fmla="*/ 273 h 273"/>
                    <a:gd name="T24" fmla="*/ 33 w 235"/>
                    <a:gd name="T25" fmla="*/ 235 h 273"/>
                    <a:gd name="T26" fmla="*/ 63 w 235"/>
                    <a:gd name="T27" fmla="*/ 187 h 273"/>
                    <a:gd name="T28" fmla="*/ 121 w 235"/>
                    <a:gd name="T29" fmla="*/ 153 h 273"/>
                    <a:gd name="T30" fmla="*/ 121 w 235"/>
                    <a:gd name="T31" fmla="*/ 153 h 273"/>
                    <a:gd name="T32" fmla="*/ 191 w 235"/>
                    <a:gd name="T33" fmla="*/ 113 h 273"/>
                    <a:gd name="T34" fmla="*/ 235 w 235"/>
                    <a:gd name="T35" fmla="*/ 39 h 273"/>
                    <a:gd name="T36" fmla="*/ 235 w 235"/>
                    <a:gd name="T37" fmla="*/ 0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5" h="273">
                      <a:moveTo>
                        <a:pt x="235" y="0"/>
                      </a:moveTo>
                      <a:cubicBezTo>
                        <a:pt x="230" y="1"/>
                        <a:pt x="224" y="2"/>
                        <a:pt x="219" y="2"/>
                      </a:cubicBezTo>
                      <a:cubicBezTo>
                        <a:pt x="213" y="2"/>
                        <a:pt x="208" y="1"/>
                        <a:pt x="202" y="0"/>
                      </a:cubicBezTo>
                      <a:cubicBezTo>
                        <a:pt x="202" y="39"/>
                        <a:pt x="202" y="39"/>
                        <a:pt x="202" y="39"/>
                      </a:cubicBezTo>
                      <a:cubicBezTo>
                        <a:pt x="202" y="55"/>
                        <a:pt x="189" y="77"/>
                        <a:pt x="172" y="86"/>
                      </a:cubicBezTo>
                      <a:cubicBezTo>
                        <a:pt x="114" y="120"/>
                        <a:pt x="114" y="120"/>
                        <a:pt x="114" y="120"/>
                      </a:cubicBezTo>
                      <a:cubicBezTo>
                        <a:pt x="114" y="120"/>
                        <a:pt x="114" y="120"/>
                        <a:pt x="114" y="120"/>
                      </a:cubicBezTo>
                      <a:cubicBezTo>
                        <a:pt x="44" y="160"/>
                        <a:pt x="44" y="160"/>
                        <a:pt x="44" y="160"/>
                      </a:cubicBezTo>
                      <a:cubicBezTo>
                        <a:pt x="20" y="176"/>
                        <a:pt x="1" y="204"/>
                        <a:pt x="0" y="234"/>
                      </a:cubicBezTo>
                      <a:cubicBezTo>
                        <a:pt x="0" y="273"/>
                        <a:pt x="0" y="273"/>
                        <a:pt x="0" y="273"/>
                      </a:cubicBezTo>
                      <a:cubicBezTo>
                        <a:pt x="6" y="272"/>
                        <a:pt x="11" y="271"/>
                        <a:pt x="17" y="271"/>
                      </a:cubicBezTo>
                      <a:cubicBezTo>
                        <a:pt x="22" y="271"/>
                        <a:pt x="28" y="272"/>
                        <a:pt x="33" y="273"/>
                      </a:cubicBezTo>
                      <a:cubicBezTo>
                        <a:pt x="33" y="235"/>
                        <a:pt x="33" y="235"/>
                        <a:pt x="33" y="235"/>
                      </a:cubicBezTo>
                      <a:cubicBezTo>
                        <a:pt x="33" y="218"/>
                        <a:pt x="47" y="197"/>
                        <a:pt x="63" y="187"/>
                      </a:cubicBezTo>
                      <a:cubicBezTo>
                        <a:pt x="121" y="153"/>
                        <a:pt x="121" y="153"/>
                        <a:pt x="121" y="153"/>
                      </a:cubicBezTo>
                      <a:cubicBezTo>
                        <a:pt x="121" y="153"/>
                        <a:pt x="121" y="153"/>
                        <a:pt x="121" y="153"/>
                      </a:cubicBezTo>
                      <a:cubicBezTo>
                        <a:pt x="191" y="113"/>
                        <a:pt x="191" y="113"/>
                        <a:pt x="191" y="113"/>
                      </a:cubicBezTo>
                      <a:cubicBezTo>
                        <a:pt x="216" y="97"/>
                        <a:pt x="234" y="69"/>
                        <a:pt x="235" y="39"/>
                      </a:cubicBezTo>
                      <a:lnTo>
                        <a:pt x="235" y="0"/>
                      </a:lnTo>
                      <a:close/>
                    </a:path>
                  </a:pathLst>
                </a:custGeom>
                <a:solidFill>
                  <a:schemeClr val="accent3">
                    <a:lumMod val="75000"/>
                  </a:schemeClr>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1" name="Freeform 26">
                  <a:extLst>
                    <a:ext uri="{FF2B5EF4-FFF2-40B4-BE49-F238E27FC236}">
                      <a16:creationId xmlns:a16="http://schemas.microsoft.com/office/drawing/2014/main" id="{1EE68FCA-62B9-EF41-B6D3-DC1149144FDC}"/>
                    </a:ext>
                  </a:extLst>
                </p:cNvPr>
                <p:cNvSpPr>
                  <a:spLocks/>
                </p:cNvSpPr>
                <p:nvPr/>
              </p:nvSpPr>
              <p:spPr bwMode="auto">
                <a:xfrm>
                  <a:off x="12372703" y="6765866"/>
                  <a:ext cx="1205174" cy="1397741"/>
                </a:xfrm>
                <a:custGeom>
                  <a:avLst/>
                  <a:gdLst>
                    <a:gd name="T0" fmla="*/ 172 w 235"/>
                    <a:gd name="T1" fmla="*/ 187 h 273"/>
                    <a:gd name="T2" fmla="*/ 202 w 235"/>
                    <a:gd name="T3" fmla="*/ 235 h 273"/>
                    <a:gd name="T4" fmla="*/ 202 w 235"/>
                    <a:gd name="T5" fmla="*/ 273 h 273"/>
                    <a:gd name="T6" fmla="*/ 219 w 235"/>
                    <a:gd name="T7" fmla="*/ 271 h 273"/>
                    <a:gd name="T8" fmla="*/ 235 w 235"/>
                    <a:gd name="T9" fmla="*/ 273 h 273"/>
                    <a:gd name="T10" fmla="*/ 235 w 235"/>
                    <a:gd name="T11" fmla="*/ 234 h 273"/>
                    <a:gd name="T12" fmla="*/ 191 w 235"/>
                    <a:gd name="T13" fmla="*/ 160 h 273"/>
                    <a:gd name="T14" fmla="*/ 121 w 235"/>
                    <a:gd name="T15" fmla="*/ 120 h 273"/>
                    <a:gd name="T16" fmla="*/ 121 w 235"/>
                    <a:gd name="T17" fmla="*/ 120 h 273"/>
                    <a:gd name="T18" fmla="*/ 63 w 235"/>
                    <a:gd name="T19" fmla="*/ 86 h 273"/>
                    <a:gd name="T20" fmla="*/ 33 w 235"/>
                    <a:gd name="T21" fmla="*/ 39 h 273"/>
                    <a:gd name="T22" fmla="*/ 33 w 235"/>
                    <a:gd name="T23" fmla="*/ 0 h 273"/>
                    <a:gd name="T24" fmla="*/ 17 w 235"/>
                    <a:gd name="T25" fmla="*/ 2 h 273"/>
                    <a:gd name="T26" fmla="*/ 0 w 235"/>
                    <a:gd name="T27" fmla="*/ 0 h 273"/>
                    <a:gd name="T28" fmla="*/ 0 w 235"/>
                    <a:gd name="T29" fmla="*/ 39 h 273"/>
                    <a:gd name="T30" fmla="*/ 44 w 235"/>
                    <a:gd name="T31" fmla="*/ 113 h 273"/>
                    <a:gd name="T32" fmla="*/ 114 w 235"/>
                    <a:gd name="T33" fmla="*/ 153 h 273"/>
                    <a:gd name="T34" fmla="*/ 114 w 235"/>
                    <a:gd name="T35" fmla="*/ 153 h 273"/>
                    <a:gd name="T36" fmla="*/ 172 w 235"/>
                    <a:gd name="T37" fmla="*/ 187 h 2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35" h="273">
                      <a:moveTo>
                        <a:pt x="172" y="187"/>
                      </a:moveTo>
                      <a:cubicBezTo>
                        <a:pt x="189" y="197"/>
                        <a:pt x="202" y="218"/>
                        <a:pt x="202" y="235"/>
                      </a:cubicBezTo>
                      <a:cubicBezTo>
                        <a:pt x="202" y="273"/>
                        <a:pt x="202" y="273"/>
                        <a:pt x="202" y="273"/>
                      </a:cubicBezTo>
                      <a:cubicBezTo>
                        <a:pt x="208" y="272"/>
                        <a:pt x="213" y="271"/>
                        <a:pt x="219" y="271"/>
                      </a:cubicBezTo>
                      <a:cubicBezTo>
                        <a:pt x="224" y="271"/>
                        <a:pt x="230" y="272"/>
                        <a:pt x="235" y="273"/>
                      </a:cubicBezTo>
                      <a:cubicBezTo>
                        <a:pt x="235" y="234"/>
                        <a:pt x="235" y="234"/>
                        <a:pt x="235" y="234"/>
                      </a:cubicBezTo>
                      <a:cubicBezTo>
                        <a:pt x="234" y="204"/>
                        <a:pt x="215" y="176"/>
                        <a:pt x="191" y="160"/>
                      </a:cubicBezTo>
                      <a:cubicBezTo>
                        <a:pt x="121" y="120"/>
                        <a:pt x="121" y="120"/>
                        <a:pt x="121" y="120"/>
                      </a:cubicBezTo>
                      <a:cubicBezTo>
                        <a:pt x="121" y="120"/>
                        <a:pt x="121" y="120"/>
                        <a:pt x="121" y="120"/>
                      </a:cubicBezTo>
                      <a:cubicBezTo>
                        <a:pt x="63" y="86"/>
                        <a:pt x="63" y="86"/>
                        <a:pt x="63" y="86"/>
                      </a:cubicBezTo>
                      <a:cubicBezTo>
                        <a:pt x="46" y="77"/>
                        <a:pt x="33" y="55"/>
                        <a:pt x="33" y="39"/>
                      </a:cubicBezTo>
                      <a:cubicBezTo>
                        <a:pt x="33" y="0"/>
                        <a:pt x="33" y="0"/>
                        <a:pt x="33" y="0"/>
                      </a:cubicBezTo>
                      <a:cubicBezTo>
                        <a:pt x="28" y="1"/>
                        <a:pt x="22" y="2"/>
                        <a:pt x="17" y="2"/>
                      </a:cubicBezTo>
                      <a:cubicBezTo>
                        <a:pt x="11" y="2"/>
                        <a:pt x="6" y="1"/>
                        <a:pt x="0" y="0"/>
                      </a:cubicBezTo>
                      <a:cubicBezTo>
                        <a:pt x="0" y="39"/>
                        <a:pt x="0" y="39"/>
                        <a:pt x="0" y="39"/>
                      </a:cubicBezTo>
                      <a:cubicBezTo>
                        <a:pt x="1" y="69"/>
                        <a:pt x="20" y="97"/>
                        <a:pt x="44" y="113"/>
                      </a:cubicBezTo>
                      <a:cubicBezTo>
                        <a:pt x="114" y="153"/>
                        <a:pt x="114" y="153"/>
                        <a:pt x="114" y="153"/>
                      </a:cubicBezTo>
                      <a:cubicBezTo>
                        <a:pt x="114" y="153"/>
                        <a:pt x="114" y="153"/>
                        <a:pt x="114" y="153"/>
                      </a:cubicBezTo>
                      <a:lnTo>
                        <a:pt x="172" y="187"/>
                      </a:lnTo>
                      <a:close/>
                    </a:path>
                  </a:pathLst>
                </a:custGeom>
                <a:solidFill>
                  <a:schemeClr val="accent4">
                    <a:lumMod val="75000"/>
                  </a:schemeClr>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2" name="Freeform 9">
                  <a:extLst>
                    <a:ext uri="{FF2B5EF4-FFF2-40B4-BE49-F238E27FC236}">
                      <a16:creationId xmlns:a16="http://schemas.microsoft.com/office/drawing/2014/main" id="{E8B2DC58-CFB3-CB44-A919-1C3986B38CF7}"/>
                    </a:ext>
                  </a:extLst>
                </p:cNvPr>
                <p:cNvSpPr>
                  <a:spLocks noEditPoints="1"/>
                </p:cNvSpPr>
                <p:nvPr/>
              </p:nvSpPr>
              <p:spPr bwMode="auto">
                <a:xfrm>
                  <a:off x="12000146" y="9630327"/>
                  <a:ext cx="897932" cy="895767"/>
                </a:xfrm>
                <a:custGeom>
                  <a:avLst/>
                  <a:gdLst>
                    <a:gd name="T0" fmla="*/ 87 w 175"/>
                    <a:gd name="T1" fmla="*/ 0 h 175"/>
                    <a:gd name="T2" fmla="*/ 0 w 175"/>
                    <a:gd name="T3" fmla="*/ 88 h 175"/>
                    <a:gd name="T4" fmla="*/ 87 w 175"/>
                    <a:gd name="T5" fmla="*/ 175 h 175"/>
                    <a:gd name="T6" fmla="*/ 175 w 175"/>
                    <a:gd name="T7" fmla="*/ 88 h 175"/>
                    <a:gd name="T8" fmla="*/ 87 w 175"/>
                    <a:gd name="T9" fmla="*/ 0 h 175"/>
                    <a:gd name="T10" fmla="*/ 87 w 175"/>
                    <a:gd name="T11" fmla="*/ 143 h 175"/>
                    <a:gd name="T12" fmla="*/ 32 w 175"/>
                    <a:gd name="T13" fmla="*/ 88 h 175"/>
                    <a:gd name="T14" fmla="*/ 87 w 175"/>
                    <a:gd name="T15" fmla="*/ 33 h 175"/>
                    <a:gd name="T16" fmla="*/ 142 w 175"/>
                    <a:gd name="T17" fmla="*/ 88 h 175"/>
                    <a:gd name="T18" fmla="*/ 87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7" y="0"/>
                      </a:moveTo>
                      <a:cubicBezTo>
                        <a:pt x="39" y="0"/>
                        <a:pt x="0" y="40"/>
                        <a:pt x="0" y="88"/>
                      </a:cubicBezTo>
                      <a:cubicBezTo>
                        <a:pt x="0" y="136"/>
                        <a:pt x="39" y="175"/>
                        <a:pt x="87" y="175"/>
                      </a:cubicBezTo>
                      <a:cubicBezTo>
                        <a:pt x="136" y="175"/>
                        <a:pt x="175" y="136"/>
                        <a:pt x="175" y="88"/>
                      </a:cubicBezTo>
                      <a:cubicBezTo>
                        <a:pt x="175" y="40"/>
                        <a:pt x="136" y="0"/>
                        <a:pt x="87" y="0"/>
                      </a:cubicBezTo>
                      <a:close/>
                      <a:moveTo>
                        <a:pt x="87" y="143"/>
                      </a:moveTo>
                      <a:cubicBezTo>
                        <a:pt x="57" y="143"/>
                        <a:pt x="32" y="118"/>
                        <a:pt x="32" y="88"/>
                      </a:cubicBezTo>
                      <a:cubicBezTo>
                        <a:pt x="32" y="58"/>
                        <a:pt x="57" y="33"/>
                        <a:pt x="87" y="33"/>
                      </a:cubicBezTo>
                      <a:cubicBezTo>
                        <a:pt x="118" y="33"/>
                        <a:pt x="142" y="58"/>
                        <a:pt x="142" y="88"/>
                      </a:cubicBezTo>
                      <a:cubicBezTo>
                        <a:pt x="142" y="118"/>
                        <a:pt x="118" y="143"/>
                        <a:pt x="87" y="143"/>
                      </a:cubicBezTo>
                      <a:close/>
                    </a:path>
                  </a:pathLst>
                </a:custGeom>
                <a:solidFill>
                  <a:schemeClr val="accent4"/>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3" name="Freeform 20">
                  <a:extLst>
                    <a:ext uri="{FF2B5EF4-FFF2-40B4-BE49-F238E27FC236}">
                      <a16:creationId xmlns:a16="http://schemas.microsoft.com/office/drawing/2014/main" id="{A4F0C2C1-4626-4A46-9C72-919772F60291}"/>
                    </a:ext>
                  </a:extLst>
                </p:cNvPr>
                <p:cNvSpPr>
                  <a:spLocks noEditPoints="1"/>
                </p:cNvSpPr>
                <p:nvPr/>
              </p:nvSpPr>
              <p:spPr bwMode="auto">
                <a:xfrm>
                  <a:off x="9966234" y="9630327"/>
                  <a:ext cx="897932" cy="895767"/>
                </a:xfrm>
                <a:custGeom>
                  <a:avLst/>
                  <a:gdLst>
                    <a:gd name="T0" fmla="*/ 87 w 175"/>
                    <a:gd name="T1" fmla="*/ 0 h 175"/>
                    <a:gd name="T2" fmla="*/ 0 w 175"/>
                    <a:gd name="T3" fmla="*/ 88 h 175"/>
                    <a:gd name="T4" fmla="*/ 87 w 175"/>
                    <a:gd name="T5" fmla="*/ 175 h 175"/>
                    <a:gd name="T6" fmla="*/ 175 w 175"/>
                    <a:gd name="T7" fmla="*/ 88 h 175"/>
                    <a:gd name="T8" fmla="*/ 87 w 175"/>
                    <a:gd name="T9" fmla="*/ 0 h 175"/>
                    <a:gd name="T10" fmla="*/ 87 w 175"/>
                    <a:gd name="T11" fmla="*/ 143 h 175"/>
                    <a:gd name="T12" fmla="*/ 32 w 175"/>
                    <a:gd name="T13" fmla="*/ 88 h 175"/>
                    <a:gd name="T14" fmla="*/ 87 w 175"/>
                    <a:gd name="T15" fmla="*/ 33 h 175"/>
                    <a:gd name="T16" fmla="*/ 142 w 175"/>
                    <a:gd name="T17" fmla="*/ 88 h 175"/>
                    <a:gd name="T18" fmla="*/ 87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7" y="0"/>
                      </a:moveTo>
                      <a:cubicBezTo>
                        <a:pt x="39" y="0"/>
                        <a:pt x="0" y="40"/>
                        <a:pt x="0" y="88"/>
                      </a:cubicBezTo>
                      <a:cubicBezTo>
                        <a:pt x="0" y="136"/>
                        <a:pt x="39" y="175"/>
                        <a:pt x="87" y="175"/>
                      </a:cubicBezTo>
                      <a:cubicBezTo>
                        <a:pt x="135" y="175"/>
                        <a:pt x="175" y="136"/>
                        <a:pt x="175" y="88"/>
                      </a:cubicBezTo>
                      <a:cubicBezTo>
                        <a:pt x="175" y="40"/>
                        <a:pt x="135" y="0"/>
                        <a:pt x="87" y="0"/>
                      </a:cubicBezTo>
                      <a:close/>
                      <a:moveTo>
                        <a:pt x="87" y="143"/>
                      </a:moveTo>
                      <a:cubicBezTo>
                        <a:pt x="57" y="143"/>
                        <a:pt x="32" y="118"/>
                        <a:pt x="32" y="88"/>
                      </a:cubicBezTo>
                      <a:cubicBezTo>
                        <a:pt x="32" y="58"/>
                        <a:pt x="57" y="33"/>
                        <a:pt x="87" y="33"/>
                      </a:cubicBezTo>
                      <a:cubicBezTo>
                        <a:pt x="117" y="33"/>
                        <a:pt x="142" y="58"/>
                        <a:pt x="142" y="88"/>
                      </a:cubicBezTo>
                      <a:cubicBezTo>
                        <a:pt x="142" y="118"/>
                        <a:pt x="117" y="143"/>
                        <a:pt x="87" y="143"/>
                      </a:cubicBezTo>
                      <a:close/>
                    </a:path>
                  </a:pathLst>
                </a:custGeom>
                <a:solidFill>
                  <a:schemeClr val="accent3"/>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4" name="Freeform 28">
                  <a:extLst>
                    <a:ext uri="{FF2B5EF4-FFF2-40B4-BE49-F238E27FC236}">
                      <a16:creationId xmlns:a16="http://schemas.microsoft.com/office/drawing/2014/main" id="{5272D368-E117-DB42-B8EA-1435EB975245}"/>
                    </a:ext>
                  </a:extLst>
                </p:cNvPr>
                <p:cNvSpPr>
                  <a:spLocks/>
                </p:cNvSpPr>
                <p:nvPr/>
              </p:nvSpPr>
              <p:spPr bwMode="auto">
                <a:xfrm>
                  <a:off x="10310260" y="8754033"/>
                  <a:ext cx="778927" cy="891439"/>
                </a:xfrm>
                <a:custGeom>
                  <a:avLst/>
                  <a:gdLst>
                    <a:gd name="T0" fmla="*/ 20 w 152"/>
                    <a:gd name="T1" fmla="*/ 171 h 174"/>
                    <a:gd name="T2" fmla="*/ 32 w 152"/>
                    <a:gd name="T3" fmla="*/ 172 h 174"/>
                    <a:gd name="T4" fmla="*/ 32 w 152"/>
                    <a:gd name="T5" fmla="*/ 127 h 174"/>
                    <a:gd name="T6" fmla="*/ 62 w 152"/>
                    <a:gd name="T7" fmla="*/ 80 h 174"/>
                    <a:gd name="T8" fmla="*/ 152 w 152"/>
                    <a:gd name="T9" fmla="*/ 28 h 174"/>
                    <a:gd name="T10" fmla="*/ 135 w 152"/>
                    <a:gd name="T11" fmla="*/ 0 h 174"/>
                    <a:gd name="T12" fmla="*/ 43 w 152"/>
                    <a:gd name="T13" fmla="*/ 53 h 174"/>
                    <a:gd name="T14" fmla="*/ 0 w 152"/>
                    <a:gd name="T15" fmla="*/ 127 h 174"/>
                    <a:gd name="T16" fmla="*/ 0 w 152"/>
                    <a:gd name="T17" fmla="*/ 174 h 174"/>
                    <a:gd name="T18" fmla="*/ 20 w 152"/>
                    <a:gd name="T19" fmla="*/ 171 h 1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2" h="174">
                      <a:moveTo>
                        <a:pt x="20" y="171"/>
                      </a:moveTo>
                      <a:cubicBezTo>
                        <a:pt x="24" y="171"/>
                        <a:pt x="28" y="172"/>
                        <a:pt x="32" y="172"/>
                      </a:cubicBezTo>
                      <a:cubicBezTo>
                        <a:pt x="32" y="127"/>
                        <a:pt x="32" y="127"/>
                        <a:pt x="32" y="127"/>
                      </a:cubicBezTo>
                      <a:cubicBezTo>
                        <a:pt x="32" y="111"/>
                        <a:pt x="46" y="89"/>
                        <a:pt x="62" y="80"/>
                      </a:cubicBezTo>
                      <a:cubicBezTo>
                        <a:pt x="152" y="28"/>
                        <a:pt x="152" y="28"/>
                        <a:pt x="152" y="28"/>
                      </a:cubicBezTo>
                      <a:cubicBezTo>
                        <a:pt x="144" y="20"/>
                        <a:pt x="139" y="10"/>
                        <a:pt x="135" y="0"/>
                      </a:cubicBezTo>
                      <a:cubicBezTo>
                        <a:pt x="43" y="53"/>
                        <a:pt x="43" y="53"/>
                        <a:pt x="43" y="53"/>
                      </a:cubicBezTo>
                      <a:cubicBezTo>
                        <a:pt x="19" y="69"/>
                        <a:pt x="0" y="97"/>
                        <a:pt x="0" y="127"/>
                      </a:cubicBezTo>
                      <a:cubicBezTo>
                        <a:pt x="0" y="174"/>
                        <a:pt x="0" y="174"/>
                        <a:pt x="0" y="174"/>
                      </a:cubicBezTo>
                      <a:cubicBezTo>
                        <a:pt x="6" y="172"/>
                        <a:pt x="13" y="171"/>
                        <a:pt x="20" y="171"/>
                      </a:cubicBezTo>
                      <a:close/>
                    </a:path>
                  </a:pathLst>
                </a:custGeom>
                <a:solidFill>
                  <a:schemeClr val="accent3">
                    <a:lumMod val="75000"/>
                  </a:schemeClr>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5" name="Freeform 9">
                  <a:extLst>
                    <a:ext uri="{FF2B5EF4-FFF2-40B4-BE49-F238E27FC236}">
                      <a16:creationId xmlns:a16="http://schemas.microsoft.com/office/drawing/2014/main" id="{7CE717E3-5B27-6648-A450-CC1549F96E4B}"/>
                    </a:ext>
                  </a:extLst>
                </p:cNvPr>
                <p:cNvSpPr>
                  <a:spLocks noEditPoints="1"/>
                </p:cNvSpPr>
                <p:nvPr/>
              </p:nvSpPr>
              <p:spPr bwMode="auto">
                <a:xfrm>
                  <a:off x="14084189" y="9630327"/>
                  <a:ext cx="897932" cy="895767"/>
                </a:xfrm>
                <a:custGeom>
                  <a:avLst/>
                  <a:gdLst>
                    <a:gd name="T0" fmla="*/ 87 w 175"/>
                    <a:gd name="T1" fmla="*/ 0 h 175"/>
                    <a:gd name="T2" fmla="*/ 0 w 175"/>
                    <a:gd name="T3" fmla="*/ 88 h 175"/>
                    <a:gd name="T4" fmla="*/ 87 w 175"/>
                    <a:gd name="T5" fmla="*/ 175 h 175"/>
                    <a:gd name="T6" fmla="*/ 175 w 175"/>
                    <a:gd name="T7" fmla="*/ 88 h 175"/>
                    <a:gd name="T8" fmla="*/ 87 w 175"/>
                    <a:gd name="T9" fmla="*/ 0 h 175"/>
                    <a:gd name="T10" fmla="*/ 87 w 175"/>
                    <a:gd name="T11" fmla="*/ 143 h 175"/>
                    <a:gd name="T12" fmla="*/ 32 w 175"/>
                    <a:gd name="T13" fmla="*/ 88 h 175"/>
                    <a:gd name="T14" fmla="*/ 87 w 175"/>
                    <a:gd name="T15" fmla="*/ 33 h 175"/>
                    <a:gd name="T16" fmla="*/ 142 w 175"/>
                    <a:gd name="T17" fmla="*/ 88 h 175"/>
                    <a:gd name="T18" fmla="*/ 87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7" y="0"/>
                      </a:moveTo>
                      <a:cubicBezTo>
                        <a:pt x="39" y="0"/>
                        <a:pt x="0" y="40"/>
                        <a:pt x="0" y="88"/>
                      </a:cubicBezTo>
                      <a:cubicBezTo>
                        <a:pt x="0" y="136"/>
                        <a:pt x="39" y="175"/>
                        <a:pt x="87" y="175"/>
                      </a:cubicBezTo>
                      <a:cubicBezTo>
                        <a:pt x="136" y="175"/>
                        <a:pt x="175" y="136"/>
                        <a:pt x="175" y="88"/>
                      </a:cubicBezTo>
                      <a:cubicBezTo>
                        <a:pt x="175" y="40"/>
                        <a:pt x="136" y="0"/>
                        <a:pt x="87" y="0"/>
                      </a:cubicBezTo>
                      <a:close/>
                      <a:moveTo>
                        <a:pt x="87" y="143"/>
                      </a:moveTo>
                      <a:cubicBezTo>
                        <a:pt x="57" y="143"/>
                        <a:pt x="32" y="118"/>
                        <a:pt x="32" y="88"/>
                      </a:cubicBezTo>
                      <a:cubicBezTo>
                        <a:pt x="32" y="58"/>
                        <a:pt x="57" y="33"/>
                        <a:pt x="87" y="33"/>
                      </a:cubicBezTo>
                      <a:cubicBezTo>
                        <a:pt x="118" y="33"/>
                        <a:pt x="142" y="58"/>
                        <a:pt x="142" y="88"/>
                      </a:cubicBezTo>
                      <a:cubicBezTo>
                        <a:pt x="142" y="118"/>
                        <a:pt x="118" y="143"/>
                        <a:pt x="87" y="143"/>
                      </a:cubicBezTo>
                      <a:close/>
                    </a:path>
                  </a:pathLst>
                </a:custGeom>
                <a:solidFill>
                  <a:schemeClr val="accent4"/>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6" name="Freeform 29">
                  <a:extLst>
                    <a:ext uri="{FF2B5EF4-FFF2-40B4-BE49-F238E27FC236}">
                      <a16:creationId xmlns:a16="http://schemas.microsoft.com/office/drawing/2014/main" id="{A129A463-B453-DD43-AD2D-E9BA941E48B0}"/>
                    </a:ext>
                  </a:extLst>
                </p:cNvPr>
                <p:cNvSpPr>
                  <a:spLocks/>
                </p:cNvSpPr>
                <p:nvPr/>
              </p:nvSpPr>
              <p:spPr bwMode="auto">
                <a:xfrm>
                  <a:off x="13828873" y="8754033"/>
                  <a:ext cx="789748" cy="887111"/>
                </a:xfrm>
                <a:custGeom>
                  <a:avLst/>
                  <a:gdLst>
                    <a:gd name="T0" fmla="*/ 121 w 154"/>
                    <a:gd name="T1" fmla="*/ 128 h 173"/>
                    <a:gd name="T2" fmla="*/ 121 w 154"/>
                    <a:gd name="T3" fmla="*/ 173 h 173"/>
                    <a:gd name="T4" fmla="*/ 137 w 154"/>
                    <a:gd name="T5" fmla="*/ 171 h 173"/>
                    <a:gd name="T6" fmla="*/ 154 w 154"/>
                    <a:gd name="T7" fmla="*/ 173 h 173"/>
                    <a:gd name="T8" fmla="*/ 154 w 154"/>
                    <a:gd name="T9" fmla="*/ 128 h 173"/>
                    <a:gd name="T10" fmla="*/ 110 w 154"/>
                    <a:gd name="T11" fmla="*/ 54 h 173"/>
                    <a:gd name="T12" fmla="*/ 17 w 154"/>
                    <a:gd name="T13" fmla="*/ 0 h 173"/>
                    <a:gd name="T14" fmla="*/ 0 w 154"/>
                    <a:gd name="T15" fmla="*/ 28 h 173"/>
                    <a:gd name="T16" fmla="*/ 91 w 154"/>
                    <a:gd name="T17" fmla="*/ 81 h 173"/>
                    <a:gd name="T18" fmla="*/ 121 w 154"/>
                    <a:gd name="T19" fmla="*/ 128 h 1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4" h="173">
                      <a:moveTo>
                        <a:pt x="121" y="128"/>
                      </a:moveTo>
                      <a:cubicBezTo>
                        <a:pt x="121" y="173"/>
                        <a:pt x="121" y="173"/>
                        <a:pt x="121" y="173"/>
                      </a:cubicBezTo>
                      <a:cubicBezTo>
                        <a:pt x="126" y="172"/>
                        <a:pt x="132" y="171"/>
                        <a:pt x="137" y="171"/>
                      </a:cubicBezTo>
                      <a:cubicBezTo>
                        <a:pt x="143" y="171"/>
                        <a:pt x="148" y="172"/>
                        <a:pt x="154" y="173"/>
                      </a:cubicBezTo>
                      <a:cubicBezTo>
                        <a:pt x="154" y="128"/>
                        <a:pt x="154" y="128"/>
                        <a:pt x="154" y="128"/>
                      </a:cubicBezTo>
                      <a:cubicBezTo>
                        <a:pt x="153" y="98"/>
                        <a:pt x="134" y="70"/>
                        <a:pt x="110" y="54"/>
                      </a:cubicBezTo>
                      <a:cubicBezTo>
                        <a:pt x="17" y="0"/>
                        <a:pt x="17" y="0"/>
                        <a:pt x="17" y="0"/>
                      </a:cubicBezTo>
                      <a:cubicBezTo>
                        <a:pt x="13" y="11"/>
                        <a:pt x="7" y="20"/>
                        <a:pt x="0" y="28"/>
                      </a:cubicBezTo>
                      <a:cubicBezTo>
                        <a:pt x="91" y="81"/>
                        <a:pt x="91" y="81"/>
                        <a:pt x="91" y="81"/>
                      </a:cubicBezTo>
                      <a:cubicBezTo>
                        <a:pt x="107" y="90"/>
                        <a:pt x="121" y="112"/>
                        <a:pt x="121" y="128"/>
                      </a:cubicBezTo>
                      <a:close/>
                    </a:path>
                  </a:pathLst>
                </a:custGeom>
                <a:solidFill>
                  <a:schemeClr val="accent4">
                    <a:lumMod val="75000"/>
                  </a:schemeClr>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7" name="Freeform 9">
                  <a:extLst>
                    <a:ext uri="{FF2B5EF4-FFF2-40B4-BE49-F238E27FC236}">
                      <a16:creationId xmlns:a16="http://schemas.microsoft.com/office/drawing/2014/main" id="{D6E0ADA7-0653-E647-B104-55D743BACEBA}"/>
                    </a:ext>
                  </a:extLst>
                </p:cNvPr>
                <p:cNvSpPr>
                  <a:spLocks noEditPoints="1"/>
                </p:cNvSpPr>
                <p:nvPr/>
              </p:nvSpPr>
              <p:spPr bwMode="auto">
                <a:xfrm>
                  <a:off x="12966659" y="11110298"/>
                  <a:ext cx="897932" cy="895767"/>
                </a:xfrm>
                <a:custGeom>
                  <a:avLst/>
                  <a:gdLst>
                    <a:gd name="T0" fmla="*/ 87 w 175"/>
                    <a:gd name="T1" fmla="*/ 0 h 175"/>
                    <a:gd name="T2" fmla="*/ 0 w 175"/>
                    <a:gd name="T3" fmla="*/ 88 h 175"/>
                    <a:gd name="T4" fmla="*/ 87 w 175"/>
                    <a:gd name="T5" fmla="*/ 175 h 175"/>
                    <a:gd name="T6" fmla="*/ 175 w 175"/>
                    <a:gd name="T7" fmla="*/ 88 h 175"/>
                    <a:gd name="T8" fmla="*/ 87 w 175"/>
                    <a:gd name="T9" fmla="*/ 0 h 175"/>
                    <a:gd name="T10" fmla="*/ 87 w 175"/>
                    <a:gd name="T11" fmla="*/ 143 h 175"/>
                    <a:gd name="T12" fmla="*/ 32 w 175"/>
                    <a:gd name="T13" fmla="*/ 88 h 175"/>
                    <a:gd name="T14" fmla="*/ 87 w 175"/>
                    <a:gd name="T15" fmla="*/ 33 h 175"/>
                    <a:gd name="T16" fmla="*/ 142 w 175"/>
                    <a:gd name="T17" fmla="*/ 88 h 175"/>
                    <a:gd name="T18" fmla="*/ 87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7" y="0"/>
                      </a:moveTo>
                      <a:cubicBezTo>
                        <a:pt x="39" y="0"/>
                        <a:pt x="0" y="40"/>
                        <a:pt x="0" y="88"/>
                      </a:cubicBezTo>
                      <a:cubicBezTo>
                        <a:pt x="0" y="136"/>
                        <a:pt x="39" y="175"/>
                        <a:pt x="87" y="175"/>
                      </a:cubicBezTo>
                      <a:cubicBezTo>
                        <a:pt x="136" y="175"/>
                        <a:pt x="175" y="136"/>
                        <a:pt x="175" y="88"/>
                      </a:cubicBezTo>
                      <a:cubicBezTo>
                        <a:pt x="175" y="40"/>
                        <a:pt x="136" y="0"/>
                        <a:pt x="87" y="0"/>
                      </a:cubicBezTo>
                      <a:close/>
                      <a:moveTo>
                        <a:pt x="87" y="143"/>
                      </a:moveTo>
                      <a:cubicBezTo>
                        <a:pt x="57" y="143"/>
                        <a:pt x="32" y="118"/>
                        <a:pt x="32" y="88"/>
                      </a:cubicBezTo>
                      <a:cubicBezTo>
                        <a:pt x="32" y="58"/>
                        <a:pt x="57" y="33"/>
                        <a:pt x="87" y="33"/>
                      </a:cubicBezTo>
                      <a:cubicBezTo>
                        <a:pt x="118" y="33"/>
                        <a:pt x="142" y="58"/>
                        <a:pt x="142" y="88"/>
                      </a:cubicBezTo>
                      <a:cubicBezTo>
                        <a:pt x="142" y="118"/>
                        <a:pt x="118" y="143"/>
                        <a:pt x="87" y="143"/>
                      </a:cubicBezTo>
                      <a:close/>
                    </a:path>
                  </a:pathLst>
                </a:custGeom>
                <a:solidFill>
                  <a:schemeClr val="accent4"/>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108" name="Freeform 9">
                  <a:extLst>
                    <a:ext uri="{FF2B5EF4-FFF2-40B4-BE49-F238E27FC236}">
                      <a16:creationId xmlns:a16="http://schemas.microsoft.com/office/drawing/2014/main" id="{4CCAF4C7-B891-974A-B164-FB38ED6CA475}"/>
                    </a:ext>
                  </a:extLst>
                </p:cNvPr>
                <p:cNvSpPr>
                  <a:spLocks noEditPoints="1"/>
                </p:cNvSpPr>
                <p:nvPr/>
              </p:nvSpPr>
              <p:spPr bwMode="auto">
                <a:xfrm flipH="1">
                  <a:off x="11019945" y="11110298"/>
                  <a:ext cx="897932" cy="895767"/>
                </a:xfrm>
                <a:custGeom>
                  <a:avLst/>
                  <a:gdLst>
                    <a:gd name="T0" fmla="*/ 87 w 175"/>
                    <a:gd name="T1" fmla="*/ 0 h 175"/>
                    <a:gd name="T2" fmla="*/ 0 w 175"/>
                    <a:gd name="T3" fmla="*/ 88 h 175"/>
                    <a:gd name="T4" fmla="*/ 87 w 175"/>
                    <a:gd name="T5" fmla="*/ 175 h 175"/>
                    <a:gd name="T6" fmla="*/ 175 w 175"/>
                    <a:gd name="T7" fmla="*/ 88 h 175"/>
                    <a:gd name="T8" fmla="*/ 87 w 175"/>
                    <a:gd name="T9" fmla="*/ 0 h 175"/>
                    <a:gd name="T10" fmla="*/ 87 w 175"/>
                    <a:gd name="T11" fmla="*/ 143 h 175"/>
                    <a:gd name="T12" fmla="*/ 32 w 175"/>
                    <a:gd name="T13" fmla="*/ 88 h 175"/>
                    <a:gd name="T14" fmla="*/ 87 w 175"/>
                    <a:gd name="T15" fmla="*/ 33 h 175"/>
                    <a:gd name="T16" fmla="*/ 142 w 175"/>
                    <a:gd name="T17" fmla="*/ 88 h 175"/>
                    <a:gd name="T18" fmla="*/ 87 w 175"/>
                    <a:gd name="T19" fmla="*/ 143 h 1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5" h="175">
                      <a:moveTo>
                        <a:pt x="87" y="0"/>
                      </a:moveTo>
                      <a:cubicBezTo>
                        <a:pt x="39" y="0"/>
                        <a:pt x="0" y="40"/>
                        <a:pt x="0" y="88"/>
                      </a:cubicBezTo>
                      <a:cubicBezTo>
                        <a:pt x="0" y="136"/>
                        <a:pt x="39" y="175"/>
                        <a:pt x="87" y="175"/>
                      </a:cubicBezTo>
                      <a:cubicBezTo>
                        <a:pt x="136" y="175"/>
                        <a:pt x="175" y="136"/>
                        <a:pt x="175" y="88"/>
                      </a:cubicBezTo>
                      <a:cubicBezTo>
                        <a:pt x="175" y="40"/>
                        <a:pt x="136" y="0"/>
                        <a:pt x="87" y="0"/>
                      </a:cubicBezTo>
                      <a:close/>
                      <a:moveTo>
                        <a:pt x="87" y="143"/>
                      </a:moveTo>
                      <a:cubicBezTo>
                        <a:pt x="57" y="143"/>
                        <a:pt x="32" y="118"/>
                        <a:pt x="32" y="88"/>
                      </a:cubicBezTo>
                      <a:cubicBezTo>
                        <a:pt x="32" y="58"/>
                        <a:pt x="57" y="33"/>
                        <a:pt x="87" y="33"/>
                      </a:cubicBezTo>
                      <a:cubicBezTo>
                        <a:pt x="118" y="33"/>
                        <a:pt x="142" y="58"/>
                        <a:pt x="142" y="88"/>
                      </a:cubicBezTo>
                      <a:cubicBezTo>
                        <a:pt x="142" y="118"/>
                        <a:pt x="118" y="143"/>
                        <a:pt x="87" y="143"/>
                      </a:cubicBezTo>
                      <a:close/>
                    </a:path>
                  </a:pathLst>
                </a:custGeom>
                <a:solidFill>
                  <a:schemeClr val="accent4"/>
                </a:solidFill>
                <a:ln>
                  <a:noFill/>
                </a:ln>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id-ID"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grpSp>
          <p:sp>
            <p:nvSpPr>
              <p:cNvPr id="86" name="TextBox 85">
                <a:extLst>
                  <a:ext uri="{FF2B5EF4-FFF2-40B4-BE49-F238E27FC236}">
                    <a16:creationId xmlns:a16="http://schemas.microsoft.com/office/drawing/2014/main" id="{706B0F5C-C941-1A48-A246-02C26930A086}"/>
                  </a:ext>
                </a:extLst>
              </p:cNvPr>
              <p:cNvSpPr txBox="1"/>
              <p:nvPr/>
            </p:nvSpPr>
            <p:spPr>
              <a:xfrm>
                <a:off x="11586832" y="7521874"/>
                <a:ext cx="1110421" cy="80705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sp>
            <p:nvSpPr>
              <p:cNvPr id="87" name="TextBox 86">
                <a:extLst>
                  <a:ext uri="{FF2B5EF4-FFF2-40B4-BE49-F238E27FC236}">
                    <a16:creationId xmlns:a16="http://schemas.microsoft.com/office/drawing/2014/main" id="{4BD4BB79-B153-F341-89C9-F8134DCC3CC3}"/>
                  </a:ext>
                </a:extLst>
              </p:cNvPr>
              <p:cNvSpPr txBox="1"/>
              <p:nvPr/>
            </p:nvSpPr>
            <p:spPr>
              <a:xfrm>
                <a:off x="10461499" y="8988028"/>
                <a:ext cx="1110421" cy="80705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sp>
            <p:nvSpPr>
              <p:cNvPr id="88" name="TextBox 87">
                <a:extLst>
                  <a:ext uri="{FF2B5EF4-FFF2-40B4-BE49-F238E27FC236}">
                    <a16:creationId xmlns:a16="http://schemas.microsoft.com/office/drawing/2014/main" id="{D716D039-6BB0-B240-BF5A-5192EB684914}"/>
                  </a:ext>
                </a:extLst>
              </p:cNvPr>
              <p:cNvSpPr txBox="1"/>
              <p:nvPr/>
            </p:nvSpPr>
            <p:spPr>
              <a:xfrm>
                <a:off x="12671109" y="8984823"/>
                <a:ext cx="1110421" cy="80705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sp>
            <p:nvSpPr>
              <p:cNvPr id="89" name="TextBox 88">
                <a:extLst>
                  <a:ext uri="{FF2B5EF4-FFF2-40B4-BE49-F238E27FC236}">
                    <a16:creationId xmlns:a16="http://schemas.microsoft.com/office/drawing/2014/main" id="{B79F8873-A6FA-4B43-9BFA-566A4D04D3A3}"/>
                  </a:ext>
                </a:extLst>
              </p:cNvPr>
              <p:cNvSpPr txBox="1"/>
              <p:nvPr/>
            </p:nvSpPr>
            <p:spPr>
              <a:xfrm>
                <a:off x="9517657" y="10465102"/>
                <a:ext cx="1110421" cy="80705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sp>
            <p:nvSpPr>
              <p:cNvPr id="90" name="TextBox 89">
                <a:extLst>
                  <a:ext uri="{FF2B5EF4-FFF2-40B4-BE49-F238E27FC236}">
                    <a16:creationId xmlns:a16="http://schemas.microsoft.com/office/drawing/2014/main" id="{7BBBD8D4-6172-B846-8C7D-3E0225E4FFAE}"/>
                  </a:ext>
                </a:extLst>
              </p:cNvPr>
              <p:cNvSpPr txBox="1"/>
              <p:nvPr/>
            </p:nvSpPr>
            <p:spPr>
              <a:xfrm>
                <a:off x="11562854" y="10531331"/>
                <a:ext cx="1110421" cy="80705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sp>
            <p:nvSpPr>
              <p:cNvPr id="91" name="TextBox 90">
                <a:extLst>
                  <a:ext uri="{FF2B5EF4-FFF2-40B4-BE49-F238E27FC236}">
                    <a16:creationId xmlns:a16="http://schemas.microsoft.com/office/drawing/2014/main" id="{A9C7ECAD-CA68-2F45-9DC8-04EFB7463E32}"/>
                  </a:ext>
                </a:extLst>
              </p:cNvPr>
              <p:cNvSpPr txBox="1"/>
              <p:nvPr/>
            </p:nvSpPr>
            <p:spPr>
              <a:xfrm>
                <a:off x="13649154" y="10474614"/>
                <a:ext cx="1110421" cy="80705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sp>
            <p:nvSpPr>
              <p:cNvPr id="92" name="TextBox 91">
                <a:extLst>
                  <a:ext uri="{FF2B5EF4-FFF2-40B4-BE49-F238E27FC236}">
                    <a16:creationId xmlns:a16="http://schemas.microsoft.com/office/drawing/2014/main" id="{1C62D2B8-9367-694A-A14F-F4062D772C1B}"/>
                  </a:ext>
                </a:extLst>
              </p:cNvPr>
              <p:cNvSpPr txBox="1"/>
              <p:nvPr/>
            </p:nvSpPr>
            <p:spPr>
              <a:xfrm>
                <a:off x="10579294" y="11929931"/>
                <a:ext cx="1110421" cy="80705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sp>
            <p:nvSpPr>
              <p:cNvPr id="93" name="TextBox 92">
                <a:extLst>
                  <a:ext uri="{FF2B5EF4-FFF2-40B4-BE49-F238E27FC236}">
                    <a16:creationId xmlns:a16="http://schemas.microsoft.com/office/drawing/2014/main" id="{79E7840C-D434-354F-9787-A4D0FE648D30}"/>
                  </a:ext>
                </a:extLst>
              </p:cNvPr>
              <p:cNvSpPr txBox="1"/>
              <p:nvPr/>
            </p:nvSpPr>
            <p:spPr>
              <a:xfrm>
                <a:off x="12535995" y="11929931"/>
                <a:ext cx="1110421" cy="80705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600" b="0" i="0" u="none" strike="noStrike" kern="1200" cap="none" spc="0" normalizeH="0" baseline="0" noProof="0">
                    <a:ln>
                      <a:noFill/>
                    </a:ln>
                    <a:solidFill>
                      <a:srgbClr val="000000"/>
                    </a:solidFill>
                    <a:effectLst/>
                    <a:uLnTx/>
                    <a:uFillTx/>
                    <a:latin typeface="Graphik" panose="020B0503030202060203" pitchFamily="34" charset="77"/>
                    <a:ea typeface="Lato" panose="020F0502020204030203" pitchFamily="34" charset="0"/>
                    <a:cs typeface="Lato" panose="020F0502020204030203" pitchFamily="34" charset="0"/>
                  </a:rPr>
                  <a:t>Text Here</a:t>
                </a:r>
                <a:endParaRPr kumimoji="0" lang="ko-KR" altLang="en-US" sz="600" b="0" i="0" u="none" strike="noStrike" kern="1200" cap="none" spc="0" normalizeH="0" baseline="0" noProof="0">
                  <a:ln>
                    <a:noFill/>
                  </a:ln>
                  <a:solidFill>
                    <a:srgbClr val="000000"/>
                  </a:solidFill>
                  <a:effectLst/>
                  <a:uLnTx/>
                  <a:uFillTx/>
                  <a:latin typeface="Graphik" panose="020B0503030202060203" pitchFamily="34" charset="77"/>
                  <a:ea typeface="Roboto Light" pitchFamily="2" charset="0"/>
                  <a:cs typeface="Lato" panose="020F0502020204030203" pitchFamily="34" charset="0"/>
                </a:endParaRPr>
              </a:p>
            </p:txBody>
          </p:sp>
        </p:grpSp>
        <p:grpSp>
          <p:nvGrpSpPr>
            <p:cNvPr id="80" name="Group 79">
              <a:extLst>
                <a:ext uri="{FF2B5EF4-FFF2-40B4-BE49-F238E27FC236}">
                  <a16:creationId xmlns:a16="http://schemas.microsoft.com/office/drawing/2014/main" id="{1E9E9F5E-E5FD-0F46-BEF0-49EC6FAF48A6}"/>
                </a:ext>
              </a:extLst>
            </p:cNvPr>
            <p:cNvGrpSpPr/>
            <p:nvPr/>
          </p:nvGrpSpPr>
          <p:grpSpPr>
            <a:xfrm>
              <a:off x="11659899" y="5468350"/>
              <a:ext cx="964283" cy="955205"/>
              <a:chOff x="11152188" y="12609513"/>
              <a:chExt cx="674688" cy="668337"/>
            </a:xfrm>
            <a:solidFill>
              <a:schemeClr val="bg1"/>
            </a:solidFill>
          </p:grpSpPr>
          <p:sp>
            <p:nvSpPr>
              <p:cNvPr id="81" name="Freeform 14">
                <a:extLst>
                  <a:ext uri="{FF2B5EF4-FFF2-40B4-BE49-F238E27FC236}">
                    <a16:creationId xmlns:a16="http://schemas.microsoft.com/office/drawing/2014/main" id="{5BE7E013-583B-D548-9CFA-4D3B51C835CE}"/>
                  </a:ext>
                </a:extLst>
              </p:cNvPr>
              <p:cNvSpPr>
                <a:spLocks noEditPoints="1"/>
              </p:cNvSpPr>
              <p:nvPr/>
            </p:nvSpPr>
            <p:spPr bwMode="auto">
              <a:xfrm>
                <a:off x="11152188" y="12609513"/>
                <a:ext cx="674688" cy="615950"/>
              </a:xfrm>
              <a:custGeom>
                <a:avLst/>
                <a:gdLst>
                  <a:gd name="T0" fmla="*/ 169 w 179"/>
                  <a:gd name="T1" fmla="*/ 15 h 164"/>
                  <a:gd name="T2" fmla="*/ 51 w 179"/>
                  <a:gd name="T3" fmla="*/ 15 h 164"/>
                  <a:gd name="T4" fmla="*/ 38 w 179"/>
                  <a:gd name="T5" fmla="*/ 0 h 164"/>
                  <a:gd name="T6" fmla="*/ 11 w 179"/>
                  <a:gd name="T7" fmla="*/ 0 h 164"/>
                  <a:gd name="T8" fmla="*/ 0 w 179"/>
                  <a:gd name="T9" fmla="*/ 11 h 164"/>
                  <a:gd name="T10" fmla="*/ 0 w 179"/>
                  <a:gd name="T11" fmla="*/ 153 h 164"/>
                  <a:gd name="T12" fmla="*/ 11 w 179"/>
                  <a:gd name="T13" fmla="*/ 164 h 164"/>
                  <a:gd name="T14" fmla="*/ 37 w 179"/>
                  <a:gd name="T15" fmla="*/ 164 h 164"/>
                  <a:gd name="T16" fmla="*/ 41 w 179"/>
                  <a:gd name="T17" fmla="*/ 160 h 164"/>
                  <a:gd name="T18" fmla="*/ 37 w 179"/>
                  <a:gd name="T19" fmla="*/ 157 h 164"/>
                  <a:gd name="T20" fmla="*/ 11 w 179"/>
                  <a:gd name="T21" fmla="*/ 157 h 164"/>
                  <a:gd name="T22" fmla="*/ 8 w 179"/>
                  <a:gd name="T23" fmla="*/ 153 h 164"/>
                  <a:gd name="T24" fmla="*/ 8 w 179"/>
                  <a:gd name="T25" fmla="*/ 52 h 164"/>
                  <a:gd name="T26" fmla="*/ 172 w 179"/>
                  <a:gd name="T27" fmla="*/ 52 h 164"/>
                  <a:gd name="T28" fmla="*/ 172 w 179"/>
                  <a:gd name="T29" fmla="*/ 153 h 164"/>
                  <a:gd name="T30" fmla="*/ 169 w 179"/>
                  <a:gd name="T31" fmla="*/ 157 h 164"/>
                  <a:gd name="T32" fmla="*/ 142 w 179"/>
                  <a:gd name="T33" fmla="*/ 157 h 164"/>
                  <a:gd name="T34" fmla="*/ 138 w 179"/>
                  <a:gd name="T35" fmla="*/ 160 h 164"/>
                  <a:gd name="T36" fmla="*/ 142 w 179"/>
                  <a:gd name="T37" fmla="*/ 164 h 164"/>
                  <a:gd name="T38" fmla="*/ 169 w 179"/>
                  <a:gd name="T39" fmla="*/ 164 h 164"/>
                  <a:gd name="T40" fmla="*/ 179 w 179"/>
                  <a:gd name="T41" fmla="*/ 153 h 164"/>
                  <a:gd name="T42" fmla="*/ 179 w 179"/>
                  <a:gd name="T43" fmla="*/ 26 h 164"/>
                  <a:gd name="T44" fmla="*/ 169 w 179"/>
                  <a:gd name="T45" fmla="*/ 15 h 164"/>
                  <a:gd name="T46" fmla="*/ 8 w 179"/>
                  <a:gd name="T47" fmla="*/ 45 h 164"/>
                  <a:gd name="T48" fmla="*/ 8 w 179"/>
                  <a:gd name="T49" fmla="*/ 11 h 164"/>
                  <a:gd name="T50" fmla="*/ 11 w 179"/>
                  <a:gd name="T51" fmla="*/ 7 h 164"/>
                  <a:gd name="T52" fmla="*/ 37 w 179"/>
                  <a:gd name="T53" fmla="*/ 7 h 164"/>
                  <a:gd name="T54" fmla="*/ 45 w 179"/>
                  <a:gd name="T55" fmla="*/ 20 h 164"/>
                  <a:gd name="T56" fmla="*/ 48 w 179"/>
                  <a:gd name="T57" fmla="*/ 22 h 164"/>
                  <a:gd name="T58" fmla="*/ 169 w 179"/>
                  <a:gd name="T59" fmla="*/ 22 h 164"/>
                  <a:gd name="T60" fmla="*/ 172 w 179"/>
                  <a:gd name="T61" fmla="*/ 26 h 164"/>
                  <a:gd name="T62" fmla="*/ 172 w 179"/>
                  <a:gd name="T63" fmla="*/ 45 h 164"/>
                  <a:gd name="T64" fmla="*/ 8 w 179"/>
                  <a:gd name="T65" fmla="*/ 45 h 1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79" h="164">
                    <a:moveTo>
                      <a:pt x="169" y="15"/>
                    </a:moveTo>
                    <a:cubicBezTo>
                      <a:pt x="51" y="15"/>
                      <a:pt x="51" y="15"/>
                      <a:pt x="51" y="15"/>
                    </a:cubicBezTo>
                    <a:cubicBezTo>
                      <a:pt x="43" y="0"/>
                      <a:pt x="39" y="0"/>
                      <a:pt x="38" y="0"/>
                    </a:cubicBezTo>
                    <a:cubicBezTo>
                      <a:pt x="11" y="0"/>
                      <a:pt x="11" y="0"/>
                      <a:pt x="11" y="0"/>
                    </a:cubicBezTo>
                    <a:cubicBezTo>
                      <a:pt x="5" y="0"/>
                      <a:pt x="0" y="5"/>
                      <a:pt x="0" y="11"/>
                    </a:cubicBezTo>
                    <a:cubicBezTo>
                      <a:pt x="0" y="153"/>
                      <a:pt x="0" y="153"/>
                      <a:pt x="0" y="153"/>
                    </a:cubicBezTo>
                    <a:cubicBezTo>
                      <a:pt x="0" y="159"/>
                      <a:pt x="5" y="164"/>
                      <a:pt x="11" y="164"/>
                    </a:cubicBezTo>
                    <a:cubicBezTo>
                      <a:pt x="37" y="164"/>
                      <a:pt x="37" y="164"/>
                      <a:pt x="37" y="164"/>
                    </a:cubicBezTo>
                    <a:cubicBezTo>
                      <a:pt x="39" y="164"/>
                      <a:pt x="41" y="162"/>
                      <a:pt x="41" y="160"/>
                    </a:cubicBezTo>
                    <a:cubicBezTo>
                      <a:pt x="41" y="158"/>
                      <a:pt x="39" y="157"/>
                      <a:pt x="37" y="157"/>
                    </a:cubicBezTo>
                    <a:cubicBezTo>
                      <a:pt x="11" y="157"/>
                      <a:pt x="11" y="157"/>
                      <a:pt x="11" y="157"/>
                    </a:cubicBezTo>
                    <a:cubicBezTo>
                      <a:pt x="9" y="157"/>
                      <a:pt x="8" y="155"/>
                      <a:pt x="8" y="153"/>
                    </a:cubicBezTo>
                    <a:cubicBezTo>
                      <a:pt x="8" y="52"/>
                      <a:pt x="8" y="52"/>
                      <a:pt x="8" y="52"/>
                    </a:cubicBezTo>
                    <a:cubicBezTo>
                      <a:pt x="172" y="52"/>
                      <a:pt x="172" y="52"/>
                      <a:pt x="172" y="52"/>
                    </a:cubicBezTo>
                    <a:cubicBezTo>
                      <a:pt x="172" y="153"/>
                      <a:pt x="172" y="153"/>
                      <a:pt x="172" y="153"/>
                    </a:cubicBezTo>
                    <a:cubicBezTo>
                      <a:pt x="172" y="155"/>
                      <a:pt x="170" y="157"/>
                      <a:pt x="169" y="157"/>
                    </a:cubicBezTo>
                    <a:cubicBezTo>
                      <a:pt x="142" y="157"/>
                      <a:pt x="142" y="157"/>
                      <a:pt x="142" y="157"/>
                    </a:cubicBezTo>
                    <a:cubicBezTo>
                      <a:pt x="140" y="157"/>
                      <a:pt x="138" y="158"/>
                      <a:pt x="138" y="160"/>
                    </a:cubicBezTo>
                    <a:cubicBezTo>
                      <a:pt x="138" y="162"/>
                      <a:pt x="140" y="164"/>
                      <a:pt x="142" y="164"/>
                    </a:cubicBezTo>
                    <a:cubicBezTo>
                      <a:pt x="169" y="164"/>
                      <a:pt x="169" y="164"/>
                      <a:pt x="169" y="164"/>
                    </a:cubicBezTo>
                    <a:cubicBezTo>
                      <a:pt x="175" y="164"/>
                      <a:pt x="179" y="159"/>
                      <a:pt x="179" y="153"/>
                    </a:cubicBezTo>
                    <a:cubicBezTo>
                      <a:pt x="179" y="26"/>
                      <a:pt x="179" y="26"/>
                      <a:pt x="179" y="26"/>
                    </a:cubicBezTo>
                    <a:cubicBezTo>
                      <a:pt x="179" y="20"/>
                      <a:pt x="175" y="15"/>
                      <a:pt x="169" y="15"/>
                    </a:cubicBezTo>
                    <a:close/>
                    <a:moveTo>
                      <a:pt x="8" y="45"/>
                    </a:moveTo>
                    <a:cubicBezTo>
                      <a:pt x="8" y="11"/>
                      <a:pt x="8" y="11"/>
                      <a:pt x="8" y="11"/>
                    </a:cubicBezTo>
                    <a:cubicBezTo>
                      <a:pt x="8" y="9"/>
                      <a:pt x="9" y="7"/>
                      <a:pt x="11" y="7"/>
                    </a:cubicBezTo>
                    <a:cubicBezTo>
                      <a:pt x="37" y="7"/>
                      <a:pt x="37" y="7"/>
                      <a:pt x="37" y="7"/>
                    </a:cubicBezTo>
                    <a:cubicBezTo>
                      <a:pt x="39" y="8"/>
                      <a:pt x="42" y="14"/>
                      <a:pt x="45" y="20"/>
                    </a:cubicBezTo>
                    <a:cubicBezTo>
                      <a:pt x="45" y="22"/>
                      <a:pt x="47" y="22"/>
                      <a:pt x="48" y="22"/>
                    </a:cubicBezTo>
                    <a:cubicBezTo>
                      <a:pt x="169" y="22"/>
                      <a:pt x="169" y="22"/>
                      <a:pt x="169" y="22"/>
                    </a:cubicBezTo>
                    <a:cubicBezTo>
                      <a:pt x="170" y="22"/>
                      <a:pt x="172" y="24"/>
                      <a:pt x="172" y="26"/>
                    </a:cubicBezTo>
                    <a:cubicBezTo>
                      <a:pt x="172" y="45"/>
                      <a:pt x="172" y="45"/>
                      <a:pt x="172" y="45"/>
                    </a:cubicBezTo>
                    <a:lnTo>
                      <a:pt x="8" y="4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82" name="Freeform 15">
                <a:extLst>
                  <a:ext uri="{FF2B5EF4-FFF2-40B4-BE49-F238E27FC236}">
                    <a16:creationId xmlns:a16="http://schemas.microsoft.com/office/drawing/2014/main" id="{FBBD3EC5-06D9-A046-A303-01660FCCC6B2}"/>
                  </a:ext>
                </a:extLst>
              </p:cNvPr>
              <p:cNvSpPr>
                <a:spLocks noEditPoints="1"/>
              </p:cNvSpPr>
              <p:nvPr/>
            </p:nvSpPr>
            <p:spPr bwMode="auto">
              <a:xfrm>
                <a:off x="11420476" y="13033375"/>
                <a:ext cx="134938" cy="134938"/>
              </a:xfrm>
              <a:custGeom>
                <a:avLst/>
                <a:gdLst>
                  <a:gd name="T0" fmla="*/ 25 w 36"/>
                  <a:gd name="T1" fmla="*/ 3 h 36"/>
                  <a:gd name="T2" fmla="*/ 3 w 36"/>
                  <a:gd name="T3" fmla="*/ 13 h 36"/>
                  <a:gd name="T4" fmla="*/ 12 w 36"/>
                  <a:gd name="T5" fmla="*/ 35 h 36"/>
                  <a:gd name="T6" fmla="*/ 19 w 36"/>
                  <a:gd name="T7" fmla="*/ 36 h 36"/>
                  <a:gd name="T8" fmla="*/ 34 w 36"/>
                  <a:gd name="T9" fmla="*/ 25 h 36"/>
                  <a:gd name="T10" fmla="*/ 34 w 36"/>
                  <a:gd name="T11" fmla="*/ 13 h 36"/>
                  <a:gd name="T12" fmla="*/ 25 w 36"/>
                  <a:gd name="T13" fmla="*/ 3 h 36"/>
                  <a:gd name="T14" fmla="*/ 28 w 36"/>
                  <a:gd name="T15" fmla="*/ 23 h 36"/>
                  <a:gd name="T16" fmla="*/ 15 w 36"/>
                  <a:gd name="T17" fmla="*/ 28 h 36"/>
                  <a:gd name="T18" fmla="*/ 10 w 36"/>
                  <a:gd name="T19" fmla="*/ 23 h 36"/>
                  <a:gd name="T20" fmla="*/ 10 w 36"/>
                  <a:gd name="T21" fmla="*/ 16 h 36"/>
                  <a:gd name="T22" fmla="*/ 19 w 36"/>
                  <a:gd name="T23" fmla="*/ 10 h 36"/>
                  <a:gd name="T24" fmla="*/ 22 w 36"/>
                  <a:gd name="T25" fmla="*/ 10 h 36"/>
                  <a:gd name="T26" fmla="*/ 28 w 36"/>
                  <a:gd name="T27" fmla="*/ 15 h 36"/>
                  <a:gd name="T28" fmla="*/ 28 w 36"/>
                  <a:gd name="T29" fmla="*/ 23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6" h="36">
                    <a:moveTo>
                      <a:pt x="25" y="3"/>
                    </a:moveTo>
                    <a:cubicBezTo>
                      <a:pt x="17" y="0"/>
                      <a:pt x="7" y="4"/>
                      <a:pt x="3" y="13"/>
                    </a:cubicBezTo>
                    <a:cubicBezTo>
                      <a:pt x="0" y="21"/>
                      <a:pt x="4" y="31"/>
                      <a:pt x="12" y="35"/>
                    </a:cubicBezTo>
                    <a:cubicBezTo>
                      <a:pt x="15" y="36"/>
                      <a:pt x="17" y="36"/>
                      <a:pt x="19" y="36"/>
                    </a:cubicBezTo>
                    <a:cubicBezTo>
                      <a:pt x="26" y="36"/>
                      <a:pt x="32" y="32"/>
                      <a:pt x="34" y="25"/>
                    </a:cubicBezTo>
                    <a:cubicBezTo>
                      <a:pt x="36" y="21"/>
                      <a:pt x="36" y="17"/>
                      <a:pt x="34" y="13"/>
                    </a:cubicBezTo>
                    <a:cubicBezTo>
                      <a:pt x="33" y="8"/>
                      <a:pt x="29" y="5"/>
                      <a:pt x="25" y="3"/>
                    </a:cubicBezTo>
                    <a:close/>
                    <a:moveTo>
                      <a:pt x="28" y="23"/>
                    </a:moveTo>
                    <a:cubicBezTo>
                      <a:pt x="26" y="27"/>
                      <a:pt x="20" y="30"/>
                      <a:pt x="15" y="28"/>
                    </a:cubicBezTo>
                    <a:cubicBezTo>
                      <a:pt x="13" y="27"/>
                      <a:pt x="11" y="25"/>
                      <a:pt x="10" y="23"/>
                    </a:cubicBezTo>
                    <a:cubicBezTo>
                      <a:pt x="9" y="20"/>
                      <a:pt x="9" y="18"/>
                      <a:pt x="10" y="16"/>
                    </a:cubicBezTo>
                    <a:cubicBezTo>
                      <a:pt x="12" y="12"/>
                      <a:pt x="15" y="10"/>
                      <a:pt x="19" y="10"/>
                    </a:cubicBezTo>
                    <a:cubicBezTo>
                      <a:pt x="20" y="10"/>
                      <a:pt x="21" y="10"/>
                      <a:pt x="22" y="10"/>
                    </a:cubicBezTo>
                    <a:cubicBezTo>
                      <a:pt x="25" y="11"/>
                      <a:pt x="27" y="13"/>
                      <a:pt x="28" y="15"/>
                    </a:cubicBezTo>
                    <a:cubicBezTo>
                      <a:pt x="28" y="18"/>
                      <a:pt x="29" y="20"/>
                      <a:pt x="28"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sp>
            <p:nvSpPr>
              <p:cNvPr id="83" name="Freeform 16">
                <a:extLst>
                  <a:ext uri="{FF2B5EF4-FFF2-40B4-BE49-F238E27FC236}">
                    <a16:creationId xmlns:a16="http://schemas.microsoft.com/office/drawing/2014/main" id="{A765C920-404B-F846-8396-19AB9F43B02C}"/>
                  </a:ext>
                </a:extLst>
              </p:cNvPr>
              <p:cNvSpPr>
                <a:spLocks noEditPoints="1"/>
              </p:cNvSpPr>
              <p:nvPr/>
            </p:nvSpPr>
            <p:spPr bwMode="auto">
              <a:xfrm>
                <a:off x="11314113" y="12931775"/>
                <a:ext cx="350838" cy="346075"/>
              </a:xfrm>
              <a:custGeom>
                <a:avLst/>
                <a:gdLst>
                  <a:gd name="T0" fmla="*/ 83 w 93"/>
                  <a:gd name="T1" fmla="*/ 49 h 92"/>
                  <a:gd name="T2" fmla="*/ 91 w 93"/>
                  <a:gd name="T3" fmla="*/ 38 h 92"/>
                  <a:gd name="T4" fmla="*/ 88 w 93"/>
                  <a:gd name="T5" fmla="*/ 22 h 92"/>
                  <a:gd name="T6" fmla="*/ 74 w 93"/>
                  <a:gd name="T7" fmla="*/ 23 h 92"/>
                  <a:gd name="T8" fmla="*/ 73 w 93"/>
                  <a:gd name="T9" fmla="*/ 9 h 92"/>
                  <a:gd name="T10" fmla="*/ 59 w 93"/>
                  <a:gd name="T11" fmla="*/ 0 h 92"/>
                  <a:gd name="T12" fmla="*/ 50 w 93"/>
                  <a:gd name="T13" fmla="*/ 10 h 92"/>
                  <a:gd name="T14" fmla="*/ 39 w 93"/>
                  <a:gd name="T15" fmla="*/ 2 h 92"/>
                  <a:gd name="T16" fmla="*/ 23 w 93"/>
                  <a:gd name="T17" fmla="*/ 5 h 92"/>
                  <a:gd name="T18" fmla="*/ 23 w 93"/>
                  <a:gd name="T19" fmla="*/ 19 h 92"/>
                  <a:gd name="T20" fmla="*/ 10 w 93"/>
                  <a:gd name="T21" fmla="*/ 20 h 92"/>
                  <a:gd name="T22" fmla="*/ 1 w 93"/>
                  <a:gd name="T23" fmla="*/ 34 h 92"/>
                  <a:gd name="T24" fmla="*/ 11 w 93"/>
                  <a:gd name="T25" fmla="*/ 43 h 92"/>
                  <a:gd name="T26" fmla="*/ 3 w 93"/>
                  <a:gd name="T27" fmla="*/ 54 h 92"/>
                  <a:gd name="T28" fmla="*/ 6 w 93"/>
                  <a:gd name="T29" fmla="*/ 70 h 92"/>
                  <a:gd name="T30" fmla="*/ 19 w 93"/>
                  <a:gd name="T31" fmla="*/ 70 h 92"/>
                  <a:gd name="T32" fmla="*/ 21 w 93"/>
                  <a:gd name="T33" fmla="*/ 83 h 92"/>
                  <a:gd name="T34" fmla="*/ 35 w 93"/>
                  <a:gd name="T35" fmla="*/ 92 h 92"/>
                  <a:gd name="T36" fmla="*/ 39 w 93"/>
                  <a:gd name="T37" fmla="*/ 90 h 92"/>
                  <a:gd name="T38" fmla="*/ 50 w 93"/>
                  <a:gd name="T39" fmla="*/ 82 h 92"/>
                  <a:gd name="T40" fmla="*/ 59 w 93"/>
                  <a:gd name="T41" fmla="*/ 92 h 92"/>
                  <a:gd name="T42" fmla="*/ 73 w 93"/>
                  <a:gd name="T43" fmla="*/ 83 h 92"/>
                  <a:gd name="T44" fmla="*/ 75 w 93"/>
                  <a:gd name="T45" fmla="*/ 69 h 92"/>
                  <a:gd name="T46" fmla="*/ 88 w 93"/>
                  <a:gd name="T47" fmla="*/ 70 h 92"/>
                  <a:gd name="T48" fmla="*/ 91 w 93"/>
                  <a:gd name="T49" fmla="*/ 54 h 92"/>
                  <a:gd name="T50" fmla="*/ 74 w 93"/>
                  <a:gd name="T51" fmla="*/ 61 h 92"/>
                  <a:gd name="T52" fmla="*/ 64 w 93"/>
                  <a:gd name="T53" fmla="*/ 69 h 92"/>
                  <a:gd name="T54" fmla="*/ 65 w 93"/>
                  <a:gd name="T55" fmla="*/ 82 h 92"/>
                  <a:gd name="T56" fmla="*/ 55 w 93"/>
                  <a:gd name="T57" fmla="*/ 76 h 92"/>
                  <a:gd name="T58" fmla="*/ 43 w 93"/>
                  <a:gd name="T59" fmla="*/ 74 h 92"/>
                  <a:gd name="T60" fmla="*/ 34 w 93"/>
                  <a:gd name="T61" fmla="*/ 84 h 92"/>
                  <a:gd name="T62" fmla="*/ 32 w 93"/>
                  <a:gd name="T63" fmla="*/ 73 h 92"/>
                  <a:gd name="T64" fmla="*/ 24 w 93"/>
                  <a:gd name="T65" fmla="*/ 63 h 92"/>
                  <a:gd name="T66" fmla="*/ 11 w 93"/>
                  <a:gd name="T67" fmla="*/ 64 h 92"/>
                  <a:gd name="T68" fmla="*/ 17 w 93"/>
                  <a:gd name="T69" fmla="*/ 54 h 92"/>
                  <a:gd name="T70" fmla="*/ 19 w 93"/>
                  <a:gd name="T71" fmla="*/ 42 h 92"/>
                  <a:gd name="T72" fmla="*/ 9 w 93"/>
                  <a:gd name="T73" fmla="*/ 33 h 92"/>
                  <a:gd name="T74" fmla="*/ 20 w 93"/>
                  <a:gd name="T75" fmla="*/ 31 h 92"/>
                  <a:gd name="T76" fmla="*/ 30 w 93"/>
                  <a:gd name="T77" fmla="*/ 23 h 92"/>
                  <a:gd name="T78" fmla="*/ 29 w 93"/>
                  <a:gd name="T79" fmla="*/ 10 h 92"/>
                  <a:gd name="T80" fmla="*/ 38 w 93"/>
                  <a:gd name="T81" fmla="*/ 16 h 92"/>
                  <a:gd name="T82" fmla="*/ 51 w 93"/>
                  <a:gd name="T83" fmla="*/ 18 h 92"/>
                  <a:gd name="T84" fmla="*/ 59 w 93"/>
                  <a:gd name="T85" fmla="*/ 8 h 92"/>
                  <a:gd name="T86" fmla="*/ 62 w 93"/>
                  <a:gd name="T87" fmla="*/ 19 h 92"/>
                  <a:gd name="T88" fmla="*/ 70 w 93"/>
                  <a:gd name="T89" fmla="*/ 29 h 92"/>
                  <a:gd name="T90" fmla="*/ 83 w 93"/>
                  <a:gd name="T91" fmla="*/ 28 h 92"/>
                  <a:gd name="T92" fmla="*/ 77 w 93"/>
                  <a:gd name="T93" fmla="*/ 38 h 92"/>
                  <a:gd name="T94" fmla="*/ 75 w 93"/>
                  <a:gd name="T95" fmla="*/ 50 h 92"/>
                  <a:gd name="T96" fmla="*/ 85 w 93"/>
                  <a:gd name="T97" fmla="*/ 59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93" h="92">
                    <a:moveTo>
                      <a:pt x="91" y="54"/>
                    </a:moveTo>
                    <a:cubicBezTo>
                      <a:pt x="83" y="49"/>
                      <a:pt x="83" y="49"/>
                      <a:pt x="83" y="49"/>
                    </a:cubicBezTo>
                    <a:cubicBezTo>
                      <a:pt x="83" y="47"/>
                      <a:pt x="83" y="45"/>
                      <a:pt x="83" y="43"/>
                    </a:cubicBezTo>
                    <a:cubicBezTo>
                      <a:pt x="91" y="38"/>
                      <a:pt x="91" y="38"/>
                      <a:pt x="91" y="38"/>
                    </a:cubicBezTo>
                    <a:cubicBezTo>
                      <a:pt x="93" y="37"/>
                      <a:pt x="93" y="36"/>
                      <a:pt x="93" y="34"/>
                    </a:cubicBezTo>
                    <a:cubicBezTo>
                      <a:pt x="92" y="30"/>
                      <a:pt x="90" y="26"/>
                      <a:pt x="88" y="22"/>
                    </a:cubicBezTo>
                    <a:cubicBezTo>
                      <a:pt x="87" y="20"/>
                      <a:pt x="85" y="20"/>
                      <a:pt x="84" y="20"/>
                    </a:cubicBezTo>
                    <a:cubicBezTo>
                      <a:pt x="74" y="23"/>
                      <a:pt x="74" y="23"/>
                      <a:pt x="74" y="23"/>
                    </a:cubicBezTo>
                    <a:cubicBezTo>
                      <a:pt x="73" y="21"/>
                      <a:pt x="72" y="20"/>
                      <a:pt x="70" y="18"/>
                    </a:cubicBezTo>
                    <a:cubicBezTo>
                      <a:pt x="73" y="9"/>
                      <a:pt x="73" y="9"/>
                      <a:pt x="73" y="9"/>
                    </a:cubicBezTo>
                    <a:cubicBezTo>
                      <a:pt x="73" y="8"/>
                      <a:pt x="72" y="6"/>
                      <a:pt x="71" y="5"/>
                    </a:cubicBezTo>
                    <a:cubicBezTo>
                      <a:pt x="67" y="3"/>
                      <a:pt x="63" y="1"/>
                      <a:pt x="59" y="0"/>
                    </a:cubicBezTo>
                    <a:cubicBezTo>
                      <a:pt x="57" y="0"/>
                      <a:pt x="55" y="0"/>
                      <a:pt x="54" y="2"/>
                    </a:cubicBezTo>
                    <a:cubicBezTo>
                      <a:pt x="50" y="10"/>
                      <a:pt x="50" y="10"/>
                      <a:pt x="50" y="10"/>
                    </a:cubicBezTo>
                    <a:cubicBezTo>
                      <a:pt x="48" y="10"/>
                      <a:pt x="46" y="10"/>
                      <a:pt x="44" y="10"/>
                    </a:cubicBezTo>
                    <a:cubicBezTo>
                      <a:pt x="39" y="2"/>
                      <a:pt x="39" y="2"/>
                      <a:pt x="39" y="2"/>
                    </a:cubicBezTo>
                    <a:cubicBezTo>
                      <a:pt x="38" y="0"/>
                      <a:pt x="36" y="0"/>
                      <a:pt x="35" y="0"/>
                    </a:cubicBezTo>
                    <a:cubicBezTo>
                      <a:pt x="31" y="1"/>
                      <a:pt x="26" y="3"/>
                      <a:pt x="23" y="5"/>
                    </a:cubicBezTo>
                    <a:cubicBezTo>
                      <a:pt x="21" y="6"/>
                      <a:pt x="20" y="8"/>
                      <a:pt x="21" y="9"/>
                    </a:cubicBezTo>
                    <a:cubicBezTo>
                      <a:pt x="23" y="19"/>
                      <a:pt x="23" y="19"/>
                      <a:pt x="23" y="19"/>
                    </a:cubicBezTo>
                    <a:cubicBezTo>
                      <a:pt x="22" y="20"/>
                      <a:pt x="20" y="21"/>
                      <a:pt x="19" y="23"/>
                    </a:cubicBezTo>
                    <a:cubicBezTo>
                      <a:pt x="10" y="20"/>
                      <a:pt x="10" y="20"/>
                      <a:pt x="10" y="20"/>
                    </a:cubicBezTo>
                    <a:cubicBezTo>
                      <a:pt x="8" y="20"/>
                      <a:pt x="7" y="21"/>
                      <a:pt x="6" y="22"/>
                    </a:cubicBezTo>
                    <a:cubicBezTo>
                      <a:pt x="4" y="26"/>
                      <a:pt x="2" y="30"/>
                      <a:pt x="1" y="34"/>
                    </a:cubicBezTo>
                    <a:cubicBezTo>
                      <a:pt x="0" y="36"/>
                      <a:pt x="1" y="38"/>
                      <a:pt x="3" y="38"/>
                    </a:cubicBezTo>
                    <a:cubicBezTo>
                      <a:pt x="11" y="43"/>
                      <a:pt x="11" y="43"/>
                      <a:pt x="11" y="43"/>
                    </a:cubicBezTo>
                    <a:cubicBezTo>
                      <a:pt x="11" y="45"/>
                      <a:pt x="11" y="47"/>
                      <a:pt x="11" y="49"/>
                    </a:cubicBezTo>
                    <a:cubicBezTo>
                      <a:pt x="3" y="54"/>
                      <a:pt x="3" y="54"/>
                      <a:pt x="3" y="54"/>
                    </a:cubicBezTo>
                    <a:cubicBezTo>
                      <a:pt x="1" y="55"/>
                      <a:pt x="1" y="57"/>
                      <a:pt x="1" y="58"/>
                    </a:cubicBezTo>
                    <a:cubicBezTo>
                      <a:pt x="2" y="62"/>
                      <a:pt x="4" y="67"/>
                      <a:pt x="6" y="70"/>
                    </a:cubicBezTo>
                    <a:cubicBezTo>
                      <a:pt x="7" y="72"/>
                      <a:pt x="9" y="72"/>
                      <a:pt x="10" y="72"/>
                    </a:cubicBezTo>
                    <a:cubicBezTo>
                      <a:pt x="19" y="70"/>
                      <a:pt x="19" y="70"/>
                      <a:pt x="19" y="70"/>
                    </a:cubicBezTo>
                    <a:cubicBezTo>
                      <a:pt x="21" y="71"/>
                      <a:pt x="22" y="72"/>
                      <a:pt x="24" y="74"/>
                    </a:cubicBezTo>
                    <a:cubicBezTo>
                      <a:pt x="21" y="83"/>
                      <a:pt x="21" y="83"/>
                      <a:pt x="21" y="83"/>
                    </a:cubicBezTo>
                    <a:cubicBezTo>
                      <a:pt x="21" y="85"/>
                      <a:pt x="22" y="86"/>
                      <a:pt x="23" y="87"/>
                    </a:cubicBezTo>
                    <a:cubicBezTo>
                      <a:pt x="27" y="89"/>
                      <a:pt x="31" y="91"/>
                      <a:pt x="35" y="92"/>
                    </a:cubicBezTo>
                    <a:cubicBezTo>
                      <a:pt x="35" y="92"/>
                      <a:pt x="36" y="92"/>
                      <a:pt x="36" y="92"/>
                    </a:cubicBezTo>
                    <a:cubicBezTo>
                      <a:pt x="37" y="92"/>
                      <a:pt x="39" y="92"/>
                      <a:pt x="39" y="90"/>
                    </a:cubicBezTo>
                    <a:cubicBezTo>
                      <a:pt x="44" y="82"/>
                      <a:pt x="44" y="82"/>
                      <a:pt x="44" y="82"/>
                    </a:cubicBezTo>
                    <a:cubicBezTo>
                      <a:pt x="46" y="82"/>
                      <a:pt x="48" y="82"/>
                      <a:pt x="50" y="82"/>
                    </a:cubicBezTo>
                    <a:cubicBezTo>
                      <a:pt x="55" y="90"/>
                      <a:pt x="55" y="90"/>
                      <a:pt x="55" y="90"/>
                    </a:cubicBezTo>
                    <a:cubicBezTo>
                      <a:pt x="56" y="92"/>
                      <a:pt x="57" y="92"/>
                      <a:pt x="59" y="92"/>
                    </a:cubicBezTo>
                    <a:cubicBezTo>
                      <a:pt x="63" y="91"/>
                      <a:pt x="67" y="89"/>
                      <a:pt x="71" y="87"/>
                    </a:cubicBezTo>
                    <a:cubicBezTo>
                      <a:pt x="73" y="86"/>
                      <a:pt x="73" y="84"/>
                      <a:pt x="73" y="83"/>
                    </a:cubicBezTo>
                    <a:cubicBezTo>
                      <a:pt x="70" y="74"/>
                      <a:pt x="70" y="74"/>
                      <a:pt x="70" y="74"/>
                    </a:cubicBezTo>
                    <a:cubicBezTo>
                      <a:pt x="72" y="72"/>
                      <a:pt x="73" y="71"/>
                      <a:pt x="75" y="69"/>
                    </a:cubicBezTo>
                    <a:cubicBezTo>
                      <a:pt x="84" y="72"/>
                      <a:pt x="84" y="72"/>
                      <a:pt x="84" y="72"/>
                    </a:cubicBezTo>
                    <a:cubicBezTo>
                      <a:pt x="85" y="72"/>
                      <a:pt x="87" y="71"/>
                      <a:pt x="88" y="70"/>
                    </a:cubicBezTo>
                    <a:cubicBezTo>
                      <a:pt x="90" y="66"/>
                      <a:pt x="92" y="62"/>
                      <a:pt x="93" y="58"/>
                    </a:cubicBezTo>
                    <a:cubicBezTo>
                      <a:pt x="93" y="56"/>
                      <a:pt x="93" y="54"/>
                      <a:pt x="91" y="54"/>
                    </a:cubicBezTo>
                    <a:close/>
                    <a:moveTo>
                      <a:pt x="83" y="64"/>
                    </a:moveTo>
                    <a:cubicBezTo>
                      <a:pt x="74" y="61"/>
                      <a:pt x="74" y="61"/>
                      <a:pt x="74" y="61"/>
                    </a:cubicBezTo>
                    <a:cubicBezTo>
                      <a:pt x="73" y="61"/>
                      <a:pt x="71" y="62"/>
                      <a:pt x="70" y="63"/>
                    </a:cubicBezTo>
                    <a:cubicBezTo>
                      <a:pt x="68" y="65"/>
                      <a:pt x="66" y="67"/>
                      <a:pt x="64" y="69"/>
                    </a:cubicBezTo>
                    <a:cubicBezTo>
                      <a:pt x="63" y="70"/>
                      <a:pt x="62" y="72"/>
                      <a:pt x="62" y="73"/>
                    </a:cubicBezTo>
                    <a:cubicBezTo>
                      <a:pt x="65" y="82"/>
                      <a:pt x="65" y="82"/>
                      <a:pt x="65" y="82"/>
                    </a:cubicBezTo>
                    <a:cubicBezTo>
                      <a:pt x="63" y="83"/>
                      <a:pt x="62" y="83"/>
                      <a:pt x="60" y="84"/>
                    </a:cubicBezTo>
                    <a:cubicBezTo>
                      <a:pt x="55" y="76"/>
                      <a:pt x="55" y="76"/>
                      <a:pt x="55" y="76"/>
                    </a:cubicBezTo>
                    <a:cubicBezTo>
                      <a:pt x="54" y="75"/>
                      <a:pt x="53" y="74"/>
                      <a:pt x="51" y="74"/>
                    </a:cubicBezTo>
                    <a:cubicBezTo>
                      <a:pt x="49" y="75"/>
                      <a:pt x="46" y="75"/>
                      <a:pt x="43" y="74"/>
                    </a:cubicBezTo>
                    <a:cubicBezTo>
                      <a:pt x="41" y="74"/>
                      <a:pt x="40" y="75"/>
                      <a:pt x="39" y="76"/>
                    </a:cubicBezTo>
                    <a:cubicBezTo>
                      <a:pt x="34" y="84"/>
                      <a:pt x="34" y="84"/>
                      <a:pt x="34" y="84"/>
                    </a:cubicBezTo>
                    <a:cubicBezTo>
                      <a:pt x="33" y="83"/>
                      <a:pt x="31" y="83"/>
                      <a:pt x="29" y="82"/>
                    </a:cubicBezTo>
                    <a:cubicBezTo>
                      <a:pt x="32" y="73"/>
                      <a:pt x="32" y="73"/>
                      <a:pt x="32" y="73"/>
                    </a:cubicBezTo>
                    <a:cubicBezTo>
                      <a:pt x="32" y="72"/>
                      <a:pt x="31" y="70"/>
                      <a:pt x="30" y="69"/>
                    </a:cubicBezTo>
                    <a:cubicBezTo>
                      <a:pt x="28" y="68"/>
                      <a:pt x="26" y="65"/>
                      <a:pt x="24" y="63"/>
                    </a:cubicBezTo>
                    <a:cubicBezTo>
                      <a:pt x="23" y="62"/>
                      <a:pt x="21" y="61"/>
                      <a:pt x="20" y="62"/>
                    </a:cubicBezTo>
                    <a:cubicBezTo>
                      <a:pt x="11" y="64"/>
                      <a:pt x="11" y="64"/>
                      <a:pt x="11" y="64"/>
                    </a:cubicBezTo>
                    <a:cubicBezTo>
                      <a:pt x="10" y="62"/>
                      <a:pt x="10" y="61"/>
                      <a:pt x="9" y="59"/>
                    </a:cubicBezTo>
                    <a:cubicBezTo>
                      <a:pt x="17" y="54"/>
                      <a:pt x="17" y="54"/>
                      <a:pt x="17" y="54"/>
                    </a:cubicBezTo>
                    <a:cubicBezTo>
                      <a:pt x="18" y="54"/>
                      <a:pt x="19" y="52"/>
                      <a:pt x="19" y="51"/>
                    </a:cubicBezTo>
                    <a:cubicBezTo>
                      <a:pt x="18" y="48"/>
                      <a:pt x="18" y="45"/>
                      <a:pt x="19" y="42"/>
                    </a:cubicBezTo>
                    <a:cubicBezTo>
                      <a:pt x="19" y="40"/>
                      <a:pt x="18" y="39"/>
                      <a:pt x="17" y="38"/>
                    </a:cubicBezTo>
                    <a:cubicBezTo>
                      <a:pt x="9" y="33"/>
                      <a:pt x="9" y="33"/>
                      <a:pt x="9" y="33"/>
                    </a:cubicBezTo>
                    <a:cubicBezTo>
                      <a:pt x="9" y="32"/>
                      <a:pt x="10" y="30"/>
                      <a:pt x="11" y="28"/>
                    </a:cubicBezTo>
                    <a:cubicBezTo>
                      <a:pt x="20" y="31"/>
                      <a:pt x="20" y="31"/>
                      <a:pt x="20" y="31"/>
                    </a:cubicBezTo>
                    <a:cubicBezTo>
                      <a:pt x="21" y="31"/>
                      <a:pt x="23" y="31"/>
                      <a:pt x="24" y="29"/>
                    </a:cubicBezTo>
                    <a:cubicBezTo>
                      <a:pt x="25" y="27"/>
                      <a:pt x="28" y="25"/>
                      <a:pt x="30" y="23"/>
                    </a:cubicBezTo>
                    <a:cubicBezTo>
                      <a:pt x="31" y="22"/>
                      <a:pt x="32" y="20"/>
                      <a:pt x="31" y="19"/>
                    </a:cubicBezTo>
                    <a:cubicBezTo>
                      <a:pt x="29" y="10"/>
                      <a:pt x="29" y="10"/>
                      <a:pt x="29" y="10"/>
                    </a:cubicBezTo>
                    <a:cubicBezTo>
                      <a:pt x="31" y="9"/>
                      <a:pt x="32" y="9"/>
                      <a:pt x="34" y="8"/>
                    </a:cubicBezTo>
                    <a:cubicBezTo>
                      <a:pt x="38" y="16"/>
                      <a:pt x="38" y="16"/>
                      <a:pt x="38" y="16"/>
                    </a:cubicBezTo>
                    <a:cubicBezTo>
                      <a:pt x="39" y="17"/>
                      <a:pt x="41" y="18"/>
                      <a:pt x="42" y="18"/>
                    </a:cubicBezTo>
                    <a:cubicBezTo>
                      <a:pt x="45" y="17"/>
                      <a:pt x="48" y="17"/>
                      <a:pt x="51" y="18"/>
                    </a:cubicBezTo>
                    <a:cubicBezTo>
                      <a:pt x="53" y="18"/>
                      <a:pt x="54" y="17"/>
                      <a:pt x="55" y="16"/>
                    </a:cubicBezTo>
                    <a:cubicBezTo>
                      <a:pt x="59" y="8"/>
                      <a:pt x="59" y="8"/>
                      <a:pt x="59" y="8"/>
                    </a:cubicBezTo>
                    <a:cubicBezTo>
                      <a:pt x="61" y="9"/>
                      <a:pt x="63" y="9"/>
                      <a:pt x="65" y="10"/>
                    </a:cubicBezTo>
                    <a:cubicBezTo>
                      <a:pt x="62" y="19"/>
                      <a:pt x="62" y="19"/>
                      <a:pt x="62" y="19"/>
                    </a:cubicBezTo>
                    <a:cubicBezTo>
                      <a:pt x="62" y="20"/>
                      <a:pt x="62" y="22"/>
                      <a:pt x="64" y="23"/>
                    </a:cubicBezTo>
                    <a:cubicBezTo>
                      <a:pt x="66" y="25"/>
                      <a:pt x="68" y="27"/>
                      <a:pt x="70" y="29"/>
                    </a:cubicBezTo>
                    <a:cubicBezTo>
                      <a:pt x="71" y="30"/>
                      <a:pt x="72" y="31"/>
                      <a:pt x="74" y="31"/>
                    </a:cubicBezTo>
                    <a:cubicBezTo>
                      <a:pt x="83" y="28"/>
                      <a:pt x="83" y="28"/>
                      <a:pt x="83" y="28"/>
                    </a:cubicBezTo>
                    <a:cubicBezTo>
                      <a:pt x="83" y="30"/>
                      <a:pt x="84" y="31"/>
                      <a:pt x="85" y="33"/>
                    </a:cubicBezTo>
                    <a:cubicBezTo>
                      <a:pt x="77" y="38"/>
                      <a:pt x="77" y="38"/>
                      <a:pt x="77" y="38"/>
                    </a:cubicBezTo>
                    <a:cubicBezTo>
                      <a:pt x="76" y="38"/>
                      <a:pt x="75" y="40"/>
                      <a:pt x="75" y="42"/>
                    </a:cubicBezTo>
                    <a:cubicBezTo>
                      <a:pt x="76" y="44"/>
                      <a:pt x="76" y="47"/>
                      <a:pt x="75" y="50"/>
                    </a:cubicBezTo>
                    <a:cubicBezTo>
                      <a:pt x="75" y="52"/>
                      <a:pt x="76" y="53"/>
                      <a:pt x="77" y="54"/>
                    </a:cubicBezTo>
                    <a:cubicBezTo>
                      <a:pt x="85" y="59"/>
                      <a:pt x="85" y="59"/>
                      <a:pt x="85" y="59"/>
                    </a:cubicBezTo>
                    <a:cubicBezTo>
                      <a:pt x="84" y="60"/>
                      <a:pt x="84" y="62"/>
                      <a:pt x="83" y="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34290" tIns="17145" rIns="34290" bIns="17145" numCol="1" anchor="t" anchorCtr="0" compatLnSpc="1">
                <a:prstTxWarp prst="textNoShape">
                  <a:avLst/>
                </a:prstTxWarp>
              </a:bodyPr>
              <a:lstStyle/>
              <a:p>
                <a:pPr marL="0" marR="0" lvl="0" indent="0" algn="l" defTabSz="685733"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srgbClr val="000000"/>
                  </a:solidFill>
                  <a:effectLst/>
                  <a:uLnTx/>
                  <a:uFillTx/>
                  <a:latin typeface="Graphik" panose="020B0503030202060203" pitchFamily="34" charset="77"/>
                  <a:ea typeface="+mn-ea"/>
                  <a:cs typeface="+mn-cs"/>
                </a:endParaRPr>
              </a:p>
            </p:txBody>
          </p:sp>
        </p:grpSp>
      </p:grpSp>
    </p:spTree>
    <p:extLst>
      <p:ext uri="{BB962C8B-B14F-4D97-AF65-F5344CB8AC3E}">
        <p14:creationId xmlns:p14="http://schemas.microsoft.com/office/powerpoint/2010/main" val="14279583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3">
            <a:extLst>
              <a:ext uri="{FF2B5EF4-FFF2-40B4-BE49-F238E27FC236}">
                <a16:creationId xmlns:a16="http://schemas.microsoft.com/office/drawing/2014/main" id="{89742F2A-AEBF-D441-900D-25CA5573BFEC}"/>
              </a:ext>
            </a:extLst>
          </p:cNvPr>
          <p:cNvSpPr txBox="1">
            <a:spLocks/>
          </p:cNvSpPr>
          <p:nvPr/>
        </p:nvSpPr>
        <p:spPr>
          <a:xfrm>
            <a:off x="11471566" y="6257742"/>
            <a:ext cx="431079" cy="3890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0" rtl="0" eaLnBrk="1" fontAlgn="auto" latinLnBrk="0" hangingPunct="1">
              <a:lnSpc>
                <a:spcPct val="100000"/>
              </a:lnSpc>
              <a:spcBef>
                <a:spcPts val="0"/>
              </a:spcBef>
              <a:spcAft>
                <a:spcPts val="0"/>
              </a:spcAft>
              <a:buClrTx/>
              <a:buSzTx/>
              <a:buFontTx/>
              <a:buNone/>
              <a:tabLst/>
              <a:defRPr/>
            </a:pPr>
            <a:fld id="{FCEE2C88-6C8F-484D-AF69-578F576B1F44}" type="slidenum">
              <a:rPr kumimoji="0" lang="en-US" sz="1000" b="0" i="0" u="none" strike="noStrike" kern="1200" cap="none" spc="0" normalizeH="0" baseline="0" noProof="0" smtClean="0">
                <a:ln>
                  <a:noFill/>
                </a:ln>
                <a:solidFill>
                  <a:prstClr val="white">
                    <a:lumMod val="50000"/>
                  </a:prstClr>
                </a:solidFill>
                <a:effectLst/>
                <a:uLnTx/>
                <a:uFillTx/>
                <a:latin typeface="Roboto Light" panose="02000000000000000000" pitchFamily="2" charset="0"/>
                <a:ea typeface="Roboto Light" panose="02000000000000000000" pitchFamily="2" charset="0"/>
                <a:cs typeface="+mn-cs"/>
              </a:rPr>
              <a:pPr marL="0" marR="0" lvl="0" indent="0" algn="ctr" defTabSz="91434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a:ln>
                <a:noFill/>
              </a:ln>
              <a:solidFill>
                <a:prstClr val="white">
                  <a:lumMod val="50000"/>
                </a:prstClr>
              </a:solidFill>
              <a:effectLst/>
              <a:uLnTx/>
              <a:uFillTx/>
              <a:latin typeface="Roboto Light" panose="02000000000000000000" pitchFamily="2" charset="0"/>
              <a:ea typeface="Roboto Light" panose="02000000000000000000" pitchFamily="2" charset="0"/>
              <a:cs typeface="+mn-cs"/>
            </a:endParaRPr>
          </a:p>
        </p:txBody>
      </p:sp>
      <p:sp>
        <p:nvSpPr>
          <p:cNvPr id="17" name="Slide Number Placeholder 3">
            <a:extLst>
              <a:ext uri="{FF2B5EF4-FFF2-40B4-BE49-F238E27FC236}">
                <a16:creationId xmlns:a16="http://schemas.microsoft.com/office/drawing/2014/main" id="{2BFB9839-07C8-FC4F-A7F6-8439DD2C8255}"/>
              </a:ext>
            </a:extLst>
          </p:cNvPr>
          <p:cNvSpPr txBox="1">
            <a:spLocks/>
          </p:cNvSpPr>
          <p:nvPr/>
        </p:nvSpPr>
        <p:spPr>
          <a:xfrm>
            <a:off x="11471566" y="6257741"/>
            <a:ext cx="431079" cy="389083"/>
          </a:xfrm>
          <a:prstGeom prst="rect">
            <a:avLst/>
          </a:prstGeom>
        </p:spPr>
        <p:txBody>
          <a:bodyPr vert="horz" lIns="0" tIns="0" rIns="0" bIns="0" rtlCol="0" anchor="ctr"/>
          <a:lstStyle>
            <a:defPPr>
              <a:defRPr lang="en-US"/>
            </a:defPPr>
            <a:lvl1pPr marL="0" algn="ctr" defTabSz="914377" rtl="0" eaLnBrk="1" latinLnBrk="0" hangingPunct="1">
              <a:defRPr sz="1000" kern="1200">
                <a:solidFill>
                  <a:schemeClr val="bg1">
                    <a:lumMod val="50000"/>
                  </a:schemeClr>
                </a:solidFill>
                <a:latin typeface="Roboto Light" panose="02000000000000000000" pitchFamily="2" charset="0"/>
                <a:ea typeface="Roboto Light" panose="02000000000000000000" pitchFamily="2" charset="0"/>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fld id="{FCEE2C88-6C8F-484D-AF69-578F576B1F44}" type="slidenum">
              <a:rPr kumimoji="0" lang="en-US" sz="1000" b="0" i="0" u="none" strike="noStrike" kern="1200" cap="none" spc="0" normalizeH="0" baseline="0" noProof="0">
                <a:ln>
                  <a:noFill/>
                </a:ln>
                <a:solidFill>
                  <a:prstClr val="white">
                    <a:lumMod val="50000"/>
                  </a:prstClr>
                </a:solidFill>
                <a:effectLst/>
                <a:uLnTx/>
                <a:uFillTx/>
                <a:latin typeface="Roboto Light" panose="02000000000000000000" pitchFamily="2" charset="0"/>
                <a:ea typeface="Roboto Light" panose="02000000000000000000" pitchFamily="2" charset="0"/>
                <a:cs typeface="+mn-cs"/>
              </a:rPr>
              <a:pPr marL="0" marR="0" lvl="0" indent="0" algn="ctr" defTabSz="914377"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a:ln>
                <a:noFill/>
              </a:ln>
              <a:solidFill>
                <a:prstClr val="white">
                  <a:lumMod val="50000"/>
                </a:prstClr>
              </a:solidFill>
              <a:effectLst/>
              <a:uLnTx/>
              <a:uFillTx/>
              <a:latin typeface="Roboto Light" panose="02000000000000000000" pitchFamily="2" charset="0"/>
              <a:ea typeface="Roboto Light" panose="02000000000000000000" pitchFamily="2" charset="0"/>
              <a:cs typeface="+mn-cs"/>
            </a:endParaRPr>
          </a:p>
        </p:txBody>
      </p:sp>
      <p:sp>
        <p:nvSpPr>
          <p:cNvPr id="19" name="Text Placeholder 8">
            <a:extLst>
              <a:ext uri="{FF2B5EF4-FFF2-40B4-BE49-F238E27FC236}">
                <a16:creationId xmlns:a16="http://schemas.microsoft.com/office/drawing/2014/main" id="{F0C68A32-3114-FD48-8E4C-020A37ADADF6}"/>
              </a:ext>
            </a:extLst>
          </p:cNvPr>
          <p:cNvSpPr txBox="1">
            <a:spLocks/>
          </p:cNvSpPr>
          <p:nvPr/>
        </p:nvSpPr>
        <p:spPr>
          <a:xfrm>
            <a:off x="412586" y="339365"/>
            <a:ext cx="10905239" cy="775451"/>
          </a:xfrm>
          <a:prstGeom prst="rect">
            <a:avLst/>
          </a:prstGeom>
        </p:spPr>
        <p:txBody>
          <a:bodyPr/>
          <a:lst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200" b="1" i="0" u="none" strike="noStrike" kern="1200" cap="none" spc="0" normalizeH="0" baseline="0" noProof="0">
                <a:ln>
                  <a:noFill/>
                </a:ln>
                <a:solidFill>
                  <a:srgbClr val="000000"/>
                </a:solidFill>
                <a:effectLst/>
                <a:uLnTx/>
                <a:uFillTx/>
                <a:latin typeface="Graphik"/>
                <a:ea typeface="+mn-ea"/>
                <a:cs typeface="+mn-cs"/>
              </a:rPr>
              <a:t>Title – 2 lines text. Kanye, Adam Neumann, Elizabeth Holmes all walk into a Lower East Side bar and …</a:t>
            </a:r>
          </a:p>
        </p:txBody>
      </p:sp>
      <p:grpSp>
        <p:nvGrpSpPr>
          <p:cNvPr id="5" name="Group 4">
            <a:extLst>
              <a:ext uri="{FF2B5EF4-FFF2-40B4-BE49-F238E27FC236}">
                <a16:creationId xmlns:a16="http://schemas.microsoft.com/office/drawing/2014/main" id="{F57BAFE2-CE48-8F4E-9402-136250364ED5}"/>
              </a:ext>
            </a:extLst>
          </p:cNvPr>
          <p:cNvGrpSpPr/>
          <p:nvPr/>
        </p:nvGrpSpPr>
        <p:grpSpPr>
          <a:xfrm>
            <a:off x="2221762" y="1992191"/>
            <a:ext cx="7894540" cy="3658909"/>
            <a:chOff x="1860700" y="3026508"/>
            <a:chExt cx="21052106" cy="9757091"/>
          </a:xfrm>
        </p:grpSpPr>
        <p:grpSp>
          <p:nvGrpSpPr>
            <p:cNvPr id="6" name="Group 5">
              <a:extLst>
                <a:ext uri="{FF2B5EF4-FFF2-40B4-BE49-F238E27FC236}">
                  <a16:creationId xmlns:a16="http://schemas.microsoft.com/office/drawing/2014/main" id="{F0471DD5-ECB7-A245-9BB4-D7CCDB58F248}"/>
                </a:ext>
              </a:extLst>
            </p:cNvPr>
            <p:cNvGrpSpPr/>
            <p:nvPr/>
          </p:nvGrpSpPr>
          <p:grpSpPr>
            <a:xfrm>
              <a:off x="1860700" y="4522544"/>
              <a:ext cx="3766500" cy="835023"/>
              <a:chOff x="7194700" y="3589595"/>
              <a:chExt cx="3766500" cy="835023"/>
            </a:xfrm>
          </p:grpSpPr>
          <p:sp>
            <p:nvSpPr>
              <p:cNvPr id="125" name="Rounded Rectangle 124">
                <a:extLst>
                  <a:ext uri="{FF2B5EF4-FFF2-40B4-BE49-F238E27FC236}">
                    <a16:creationId xmlns:a16="http://schemas.microsoft.com/office/drawing/2014/main" id="{142B72DD-8BBF-4045-9224-585B3B458710}"/>
                  </a:ext>
                </a:extLst>
              </p:cNvPr>
              <p:cNvSpPr/>
              <p:nvPr/>
            </p:nvSpPr>
            <p:spPr>
              <a:xfrm>
                <a:off x="7194700" y="3589595"/>
                <a:ext cx="3766500" cy="835023"/>
              </a:xfrm>
              <a:prstGeom prst="roundRect">
                <a:avLst>
                  <a:gd name="adj" fmla="val 6202"/>
                </a:avLst>
              </a:prstGeom>
              <a:solidFill>
                <a:schemeClr val="accent1"/>
              </a:solidFill>
              <a:ln>
                <a:no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endParaRPr kumimoji="0" lang="en-US" sz="2700" b="0" i="0" u="none" strike="noStrike" kern="1200" cap="none" spc="0" normalizeH="0" baseline="0" noProof="0">
                  <a:ln>
                    <a:noFill/>
                  </a:ln>
                  <a:solidFill>
                    <a:srgbClr val="FFFFFF"/>
                  </a:solidFill>
                  <a:effectLst/>
                  <a:uLnTx/>
                  <a:uFillTx/>
                  <a:latin typeface="Graphik" panose="020B0503030202060203" pitchFamily="34" charset="77"/>
                  <a:ea typeface="+mn-ea"/>
                  <a:cs typeface="+mn-cs"/>
                </a:endParaRPr>
              </a:p>
            </p:txBody>
          </p:sp>
          <p:sp>
            <p:nvSpPr>
              <p:cNvPr id="126" name="TextBox 125">
                <a:extLst>
                  <a:ext uri="{FF2B5EF4-FFF2-40B4-BE49-F238E27FC236}">
                    <a16:creationId xmlns:a16="http://schemas.microsoft.com/office/drawing/2014/main" id="{51E4F223-ACE0-4740-8CF6-118FD73535A7}"/>
                  </a:ext>
                </a:extLst>
              </p:cNvPr>
              <p:cNvSpPr txBox="1"/>
              <p:nvPr/>
            </p:nvSpPr>
            <p:spPr>
              <a:xfrm>
                <a:off x="7292417" y="3714008"/>
                <a:ext cx="3668783" cy="644109"/>
              </a:xfrm>
              <a:prstGeom prst="rect">
                <a:avLst/>
              </a:prstGeom>
              <a:noFill/>
            </p:spPr>
            <p:txBody>
              <a:bodyPr wrap="square" rtlCol="0" anchor="ctr">
                <a:spAutoFit/>
              </a:bodyPr>
              <a:lstStyle/>
              <a:p>
                <a:pPr marL="0" marR="0" lvl="0" indent="0" algn="ctr"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FFFFFF"/>
                    </a:solidFill>
                    <a:effectLst/>
                    <a:uLnTx/>
                    <a:uFillTx/>
                    <a:latin typeface="Graphik" panose="020B0503030202060203" pitchFamily="34" charset="77"/>
                    <a:ea typeface="Lato" panose="020F0502020204030203" pitchFamily="34" charset="0"/>
                    <a:cs typeface="Lato" panose="020F0502020204030203" pitchFamily="34" charset="0"/>
                  </a:rPr>
                  <a:t>Sample text here 01</a:t>
                </a:r>
                <a:endParaRPr kumimoji="0" lang="ko-KR" altLang="en-US" sz="900" b="0" i="0" u="none" strike="noStrike" kern="1200" cap="none" spc="0" normalizeH="0" baseline="0" noProof="0">
                  <a:ln>
                    <a:noFill/>
                  </a:ln>
                  <a:solidFill>
                    <a:srgbClr val="FFFFFF"/>
                  </a:solidFill>
                  <a:effectLst/>
                  <a:uLnTx/>
                  <a:uFillTx/>
                  <a:latin typeface="Graphik" panose="020B0503030202060203" pitchFamily="34" charset="77"/>
                  <a:ea typeface="Roboto Light" pitchFamily="2" charset="0"/>
                  <a:cs typeface="Lato" panose="020F0502020204030203" pitchFamily="34" charset="0"/>
                </a:endParaRPr>
              </a:p>
            </p:txBody>
          </p:sp>
        </p:grpSp>
        <p:grpSp>
          <p:nvGrpSpPr>
            <p:cNvPr id="7" name="Group 6">
              <a:extLst>
                <a:ext uri="{FF2B5EF4-FFF2-40B4-BE49-F238E27FC236}">
                  <a16:creationId xmlns:a16="http://schemas.microsoft.com/office/drawing/2014/main" id="{052980E7-5B0B-C045-851C-2AD52D3A850B}"/>
                </a:ext>
              </a:extLst>
            </p:cNvPr>
            <p:cNvGrpSpPr/>
            <p:nvPr/>
          </p:nvGrpSpPr>
          <p:grpSpPr>
            <a:xfrm>
              <a:off x="6029235" y="4522544"/>
              <a:ext cx="3766500" cy="835023"/>
              <a:chOff x="7194700" y="5097096"/>
              <a:chExt cx="3766500" cy="835023"/>
            </a:xfrm>
          </p:grpSpPr>
          <p:sp>
            <p:nvSpPr>
              <p:cNvPr id="123" name="Rounded Rectangle 122">
                <a:extLst>
                  <a:ext uri="{FF2B5EF4-FFF2-40B4-BE49-F238E27FC236}">
                    <a16:creationId xmlns:a16="http://schemas.microsoft.com/office/drawing/2014/main" id="{27485978-C3BD-0D4C-AAC8-A0D1806C6D29}"/>
                  </a:ext>
                </a:extLst>
              </p:cNvPr>
              <p:cNvSpPr/>
              <p:nvPr/>
            </p:nvSpPr>
            <p:spPr>
              <a:xfrm>
                <a:off x="7194700" y="5097096"/>
                <a:ext cx="3766500" cy="835023"/>
              </a:xfrm>
              <a:prstGeom prst="roundRect">
                <a:avLst>
                  <a:gd name="adj" fmla="val 6202"/>
                </a:avLst>
              </a:prstGeom>
              <a:solidFill>
                <a:schemeClr val="accent2"/>
              </a:solidFill>
              <a:ln>
                <a:no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endParaRPr kumimoji="0" lang="en-US" sz="2700" b="0" i="0" u="none" strike="noStrike" kern="1200" cap="none" spc="0" normalizeH="0" baseline="0" noProof="0">
                  <a:ln>
                    <a:noFill/>
                  </a:ln>
                  <a:solidFill>
                    <a:srgbClr val="FFFFFF"/>
                  </a:solidFill>
                  <a:effectLst/>
                  <a:uLnTx/>
                  <a:uFillTx/>
                  <a:latin typeface="Graphik" panose="020B0503030202060203" pitchFamily="34" charset="77"/>
                  <a:ea typeface="+mn-ea"/>
                  <a:cs typeface="+mn-cs"/>
                </a:endParaRPr>
              </a:p>
            </p:txBody>
          </p:sp>
          <p:sp>
            <p:nvSpPr>
              <p:cNvPr id="124" name="TextBox 123">
                <a:extLst>
                  <a:ext uri="{FF2B5EF4-FFF2-40B4-BE49-F238E27FC236}">
                    <a16:creationId xmlns:a16="http://schemas.microsoft.com/office/drawing/2014/main" id="{0A16B0B2-D4B8-3A47-8162-67FA4C5AC2DC}"/>
                  </a:ext>
                </a:extLst>
              </p:cNvPr>
              <p:cNvSpPr txBox="1"/>
              <p:nvPr/>
            </p:nvSpPr>
            <p:spPr>
              <a:xfrm>
                <a:off x="7292417" y="5266226"/>
                <a:ext cx="3668783" cy="644109"/>
              </a:xfrm>
              <a:prstGeom prst="rect">
                <a:avLst/>
              </a:prstGeom>
              <a:noFill/>
            </p:spPr>
            <p:txBody>
              <a:bodyPr wrap="square" rtlCol="0">
                <a:spAutoFit/>
              </a:bodyPr>
              <a:lstStyle/>
              <a:p>
                <a:pPr marL="0" marR="0" lvl="0" indent="0" algn="ctr"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FFFFFF"/>
                    </a:solidFill>
                    <a:effectLst/>
                    <a:uLnTx/>
                    <a:uFillTx/>
                    <a:latin typeface="Graphik" panose="020B0503030202060203" pitchFamily="34" charset="77"/>
                    <a:ea typeface="Lato" panose="020F0502020204030203" pitchFamily="34" charset="0"/>
                    <a:cs typeface="Lato" panose="020F0502020204030203" pitchFamily="34" charset="0"/>
                  </a:rPr>
                  <a:t>Sample text here 02</a:t>
                </a:r>
                <a:endParaRPr kumimoji="0" lang="ko-KR" altLang="en-US" sz="900" b="0" i="0" u="none" strike="noStrike" kern="1200" cap="none" spc="0" normalizeH="0" baseline="0" noProof="0">
                  <a:ln>
                    <a:noFill/>
                  </a:ln>
                  <a:solidFill>
                    <a:srgbClr val="FFFFFF"/>
                  </a:solidFill>
                  <a:effectLst/>
                  <a:uLnTx/>
                  <a:uFillTx/>
                  <a:latin typeface="Graphik" panose="020B0503030202060203" pitchFamily="34" charset="77"/>
                  <a:ea typeface="Roboto Light" pitchFamily="2" charset="0"/>
                  <a:cs typeface="Lato" panose="020F0502020204030203" pitchFamily="34" charset="0"/>
                </a:endParaRPr>
              </a:p>
            </p:txBody>
          </p:sp>
        </p:grpSp>
        <p:grpSp>
          <p:nvGrpSpPr>
            <p:cNvPr id="8" name="Group 7">
              <a:extLst>
                <a:ext uri="{FF2B5EF4-FFF2-40B4-BE49-F238E27FC236}">
                  <a16:creationId xmlns:a16="http://schemas.microsoft.com/office/drawing/2014/main" id="{4DAF15D9-5ECE-0A46-BBF0-599DF3A1A1E2}"/>
                </a:ext>
              </a:extLst>
            </p:cNvPr>
            <p:cNvGrpSpPr/>
            <p:nvPr/>
          </p:nvGrpSpPr>
          <p:grpSpPr>
            <a:xfrm>
              <a:off x="14323979" y="4522543"/>
              <a:ext cx="3766500" cy="835023"/>
              <a:chOff x="7194700" y="6604596"/>
              <a:chExt cx="3766500" cy="835023"/>
            </a:xfrm>
          </p:grpSpPr>
          <p:sp>
            <p:nvSpPr>
              <p:cNvPr id="121" name="Rounded Rectangle 120">
                <a:extLst>
                  <a:ext uri="{FF2B5EF4-FFF2-40B4-BE49-F238E27FC236}">
                    <a16:creationId xmlns:a16="http://schemas.microsoft.com/office/drawing/2014/main" id="{44E4B812-B14D-2141-9222-E4C8C9156503}"/>
                  </a:ext>
                </a:extLst>
              </p:cNvPr>
              <p:cNvSpPr/>
              <p:nvPr/>
            </p:nvSpPr>
            <p:spPr>
              <a:xfrm>
                <a:off x="7194700" y="6604596"/>
                <a:ext cx="3766500" cy="835023"/>
              </a:xfrm>
              <a:prstGeom prst="roundRect">
                <a:avLst>
                  <a:gd name="adj" fmla="val 6202"/>
                </a:avLst>
              </a:prstGeom>
              <a:solidFill>
                <a:schemeClr val="accent3"/>
              </a:solidFill>
              <a:ln>
                <a:no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endParaRPr kumimoji="0" lang="en-US" sz="2700" b="0" i="0" u="none" strike="noStrike" kern="1200" cap="none" spc="0" normalizeH="0" baseline="0" noProof="0">
                  <a:ln>
                    <a:noFill/>
                  </a:ln>
                  <a:solidFill>
                    <a:srgbClr val="FFFFFF"/>
                  </a:solidFill>
                  <a:effectLst/>
                  <a:uLnTx/>
                  <a:uFillTx/>
                  <a:latin typeface="Graphik" panose="020B0503030202060203" pitchFamily="34" charset="77"/>
                  <a:ea typeface="+mn-ea"/>
                  <a:cs typeface="+mn-cs"/>
                </a:endParaRPr>
              </a:p>
            </p:txBody>
          </p:sp>
          <p:sp>
            <p:nvSpPr>
              <p:cNvPr id="122" name="TextBox 121">
                <a:extLst>
                  <a:ext uri="{FF2B5EF4-FFF2-40B4-BE49-F238E27FC236}">
                    <a16:creationId xmlns:a16="http://schemas.microsoft.com/office/drawing/2014/main" id="{29DD93B4-DBEE-6B40-AF22-C47885C59154}"/>
                  </a:ext>
                </a:extLst>
              </p:cNvPr>
              <p:cNvSpPr txBox="1"/>
              <p:nvPr/>
            </p:nvSpPr>
            <p:spPr>
              <a:xfrm>
                <a:off x="7292417" y="6773900"/>
                <a:ext cx="3668783" cy="644109"/>
              </a:xfrm>
              <a:prstGeom prst="rect">
                <a:avLst/>
              </a:prstGeom>
              <a:noFill/>
            </p:spPr>
            <p:txBody>
              <a:bodyPr wrap="square" rtlCol="0">
                <a:spAutoFit/>
              </a:bodyPr>
              <a:lstStyle/>
              <a:p>
                <a:pPr marL="0" marR="0" lvl="0" indent="0" algn="ctr"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FFFFFF"/>
                    </a:solidFill>
                    <a:effectLst/>
                    <a:uLnTx/>
                    <a:uFillTx/>
                    <a:latin typeface="Graphik" panose="020B0503030202060203" pitchFamily="34" charset="77"/>
                    <a:ea typeface="Lato" panose="020F0502020204030203" pitchFamily="34" charset="0"/>
                    <a:cs typeface="Lato" panose="020F0502020204030203" pitchFamily="34" charset="0"/>
                  </a:rPr>
                  <a:t>Sample text here 04</a:t>
                </a:r>
                <a:endParaRPr kumimoji="0" lang="ko-KR" altLang="en-US" sz="900" b="0" i="0" u="none" strike="noStrike" kern="1200" cap="none" spc="0" normalizeH="0" baseline="0" noProof="0">
                  <a:ln>
                    <a:noFill/>
                  </a:ln>
                  <a:solidFill>
                    <a:srgbClr val="FFFFFF"/>
                  </a:solidFill>
                  <a:effectLst/>
                  <a:uLnTx/>
                  <a:uFillTx/>
                  <a:latin typeface="Graphik" panose="020B0503030202060203" pitchFamily="34" charset="77"/>
                  <a:ea typeface="Roboto Light" pitchFamily="2" charset="0"/>
                  <a:cs typeface="Lato" panose="020F0502020204030203" pitchFamily="34" charset="0"/>
                </a:endParaRPr>
              </a:p>
            </p:txBody>
          </p:sp>
        </p:grpSp>
        <p:grpSp>
          <p:nvGrpSpPr>
            <p:cNvPr id="9" name="Group 8">
              <a:extLst>
                <a:ext uri="{FF2B5EF4-FFF2-40B4-BE49-F238E27FC236}">
                  <a16:creationId xmlns:a16="http://schemas.microsoft.com/office/drawing/2014/main" id="{A002D569-C6B7-D04A-84DA-0CF8ED7D1D65}"/>
                </a:ext>
              </a:extLst>
            </p:cNvPr>
            <p:cNvGrpSpPr/>
            <p:nvPr/>
          </p:nvGrpSpPr>
          <p:grpSpPr>
            <a:xfrm>
              <a:off x="18456575" y="4439646"/>
              <a:ext cx="3766500" cy="835023"/>
              <a:chOff x="7194700" y="8112097"/>
              <a:chExt cx="3766500" cy="835023"/>
            </a:xfrm>
          </p:grpSpPr>
          <p:sp>
            <p:nvSpPr>
              <p:cNvPr id="119" name="Rounded Rectangle 118">
                <a:extLst>
                  <a:ext uri="{FF2B5EF4-FFF2-40B4-BE49-F238E27FC236}">
                    <a16:creationId xmlns:a16="http://schemas.microsoft.com/office/drawing/2014/main" id="{882DA326-CD74-6F4E-BB51-DEF3F5AB87F3}"/>
                  </a:ext>
                </a:extLst>
              </p:cNvPr>
              <p:cNvSpPr/>
              <p:nvPr/>
            </p:nvSpPr>
            <p:spPr>
              <a:xfrm>
                <a:off x="7194700" y="8112097"/>
                <a:ext cx="3766500" cy="835023"/>
              </a:xfrm>
              <a:prstGeom prst="roundRect">
                <a:avLst>
                  <a:gd name="adj" fmla="val 6202"/>
                </a:avLst>
              </a:prstGeom>
              <a:solidFill>
                <a:schemeClr val="accent4"/>
              </a:solidFill>
              <a:ln>
                <a:no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endParaRPr kumimoji="0" lang="en-US" sz="2700" b="0" i="0" u="none" strike="noStrike" kern="1200" cap="none" spc="0" normalizeH="0" baseline="0" noProof="0">
                  <a:ln>
                    <a:noFill/>
                  </a:ln>
                  <a:solidFill>
                    <a:srgbClr val="FFFFFF"/>
                  </a:solidFill>
                  <a:effectLst/>
                  <a:uLnTx/>
                  <a:uFillTx/>
                  <a:latin typeface="Graphik" panose="020B0503030202060203" pitchFamily="34" charset="77"/>
                  <a:ea typeface="+mn-ea"/>
                  <a:cs typeface="+mn-cs"/>
                </a:endParaRPr>
              </a:p>
            </p:txBody>
          </p:sp>
          <p:sp>
            <p:nvSpPr>
              <p:cNvPr id="120" name="TextBox 119">
                <a:extLst>
                  <a:ext uri="{FF2B5EF4-FFF2-40B4-BE49-F238E27FC236}">
                    <a16:creationId xmlns:a16="http://schemas.microsoft.com/office/drawing/2014/main" id="{E2DD5541-FA69-834C-8467-974752D78107}"/>
                  </a:ext>
                </a:extLst>
              </p:cNvPr>
              <p:cNvSpPr txBox="1"/>
              <p:nvPr/>
            </p:nvSpPr>
            <p:spPr>
              <a:xfrm>
                <a:off x="7292417" y="8280054"/>
                <a:ext cx="3668783" cy="644109"/>
              </a:xfrm>
              <a:prstGeom prst="rect">
                <a:avLst/>
              </a:prstGeom>
              <a:noFill/>
            </p:spPr>
            <p:txBody>
              <a:bodyPr wrap="square" rtlCol="0">
                <a:spAutoFit/>
              </a:bodyPr>
              <a:lstStyle/>
              <a:p>
                <a:pPr marL="0" marR="0" lvl="0" indent="0" algn="ctr"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FFFFFF"/>
                    </a:solidFill>
                    <a:effectLst/>
                    <a:uLnTx/>
                    <a:uFillTx/>
                    <a:latin typeface="Graphik" panose="020B0503030202060203" pitchFamily="34" charset="77"/>
                    <a:ea typeface="Lato" panose="020F0502020204030203" pitchFamily="34" charset="0"/>
                    <a:cs typeface="Lato" panose="020F0502020204030203" pitchFamily="34" charset="0"/>
                  </a:rPr>
                  <a:t>Sample text here 05</a:t>
                </a:r>
                <a:endParaRPr kumimoji="0" lang="ko-KR" altLang="en-US" sz="900" b="0" i="0" u="none" strike="noStrike" kern="1200" cap="none" spc="0" normalizeH="0" baseline="0" noProof="0">
                  <a:ln>
                    <a:noFill/>
                  </a:ln>
                  <a:solidFill>
                    <a:srgbClr val="FFFFFF"/>
                  </a:solidFill>
                  <a:effectLst/>
                  <a:uLnTx/>
                  <a:uFillTx/>
                  <a:latin typeface="Graphik" panose="020B0503030202060203" pitchFamily="34" charset="77"/>
                  <a:ea typeface="Roboto Light" pitchFamily="2" charset="0"/>
                  <a:cs typeface="Lato" panose="020F0502020204030203" pitchFamily="34" charset="0"/>
                </a:endParaRPr>
              </a:p>
            </p:txBody>
          </p:sp>
        </p:grpSp>
        <p:grpSp>
          <p:nvGrpSpPr>
            <p:cNvPr id="10" name="Group 9">
              <a:extLst>
                <a:ext uri="{FF2B5EF4-FFF2-40B4-BE49-F238E27FC236}">
                  <a16:creationId xmlns:a16="http://schemas.microsoft.com/office/drawing/2014/main" id="{AD39FBB1-2459-C54F-8017-A8F2C6FEB942}"/>
                </a:ext>
              </a:extLst>
            </p:cNvPr>
            <p:cNvGrpSpPr/>
            <p:nvPr/>
          </p:nvGrpSpPr>
          <p:grpSpPr>
            <a:xfrm>
              <a:off x="10191383" y="4522543"/>
              <a:ext cx="3766500" cy="835023"/>
              <a:chOff x="7194700" y="11127098"/>
              <a:chExt cx="3766500" cy="835023"/>
            </a:xfrm>
          </p:grpSpPr>
          <p:sp>
            <p:nvSpPr>
              <p:cNvPr id="117" name="Rounded Rectangle 116">
                <a:extLst>
                  <a:ext uri="{FF2B5EF4-FFF2-40B4-BE49-F238E27FC236}">
                    <a16:creationId xmlns:a16="http://schemas.microsoft.com/office/drawing/2014/main" id="{98F802B7-F23D-F746-A51D-442810325FC7}"/>
                  </a:ext>
                </a:extLst>
              </p:cNvPr>
              <p:cNvSpPr/>
              <p:nvPr/>
            </p:nvSpPr>
            <p:spPr>
              <a:xfrm>
                <a:off x="7194700" y="11127098"/>
                <a:ext cx="3766500" cy="835023"/>
              </a:xfrm>
              <a:prstGeom prst="roundRect">
                <a:avLst>
                  <a:gd name="adj" fmla="val 6202"/>
                </a:avLst>
              </a:prstGeom>
              <a:solidFill>
                <a:schemeClr val="accent6"/>
              </a:solidFill>
              <a:ln>
                <a:no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endParaRPr kumimoji="0" lang="en-US" sz="2700" b="0" i="0" u="none" strike="noStrike" kern="1200" cap="none" spc="0" normalizeH="0" baseline="0" noProof="0">
                  <a:ln>
                    <a:noFill/>
                  </a:ln>
                  <a:solidFill>
                    <a:srgbClr val="FFFFFF"/>
                  </a:solidFill>
                  <a:effectLst/>
                  <a:uLnTx/>
                  <a:uFillTx/>
                  <a:latin typeface="Graphik" panose="020B0503030202060203" pitchFamily="34" charset="77"/>
                  <a:ea typeface="+mn-ea"/>
                  <a:cs typeface="+mn-cs"/>
                </a:endParaRPr>
              </a:p>
            </p:txBody>
          </p:sp>
          <p:sp>
            <p:nvSpPr>
              <p:cNvPr id="118" name="TextBox 117">
                <a:extLst>
                  <a:ext uri="{FF2B5EF4-FFF2-40B4-BE49-F238E27FC236}">
                    <a16:creationId xmlns:a16="http://schemas.microsoft.com/office/drawing/2014/main" id="{EDFFD556-BA58-C54E-AADA-EA9C65DB337C}"/>
                  </a:ext>
                </a:extLst>
              </p:cNvPr>
              <p:cNvSpPr txBox="1"/>
              <p:nvPr/>
            </p:nvSpPr>
            <p:spPr>
              <a:xfrm>
                <a:off x="7292417" y="11298039"/>
                <a:ext cx="3668783" cy="644109"/>
              </a:xfrm>
              <a:prstGeom prst="rect">
                <a:avLst/>
              </a:prstGeom>
              <a:noFill/>
            </p:spPr>
            <p:txBody>
              <a:bodyPr wrap="square" rtlCol="0">
                <a:spAutoFit/>
              </a:bodyPr>
              <a:lstStyle/>
              <a:p>
                <a:pPr marL="0" marR="0" lvl="0" indent="0" algn="ctr"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FFFFFF"/>
                    </a:solidFill>
                    <a:effectLst/>
                    <a:uLnTx/>
                    <a:uFillTx/>
                    <a:latin typeface="Graphik" panose="020B0503030202060203" pitchFamily="34" charset="77"/>
                    <a:ea typeface="Lato" panose="020F0502020204030203" pitchFamily="34" charset="0"/>
                    <a:cs typeface="Lato" panose="020F0502020204030203" pitchFamily="34" charset="0"/>
                  </a:rPr>
                  <a:t>Sample text here 03</a:t>
                </a:r>
                <a:endParaRPr kumimoji="0" lang="ko-KR" altLang="en-US" sz="900" b="0" i="0" u="none" strike="noStrike" kern="1200" cap="none" spc="0" normalizeH="0" baseline="0" noProof="0">
                  <a:ln>
                    <a:noFill/>
                  </a:ln>
                  <a:solidFill>
                    <a:srgbClr val="FFFFFF"/>
                  </a:solidFill>
                  <a:effectLst/>
                  <a:uLnTx/>
                  <a:uFillTx/>
                  <a:latin typeface="Graphik" panose="020B0503030202060203" pitchFamily="34" charset="77"/>
                  <a:ea typeface="Roboto Light" pitchFamily="2" charset="0"/>
                  <a:cs typeface="Lato" panose="020F0502020204030203" pitchFamily="34" charset="0"/>
                </a:endParaRPr>
              </a:p>
            </p:txBody>
          </p:sp>
        </p:grpSp>
        <p:grpSp>
          <p:nvGrpSpPr>
            <p:cNvPr id="11" name="Group 10">
              <a:extLst>
                <a:ext uri="{FF2B5EF4-FFF2-40B4-BE49-F238E27FC236}">
                  <a16:creationId xmlns:a16="http://schemas.microsoft.com/office/drawing/2014/main" id="{48D9E2C7-4FBE-BD47-A375-E3F78133D121}"/>
                </a:ext>
              </a:extLst>
            </p:cNvPr>
            <p:cNvGrpSpPr/>
            <p:nvPr/>
          </p:nvGrpSpPr>
          <p:grpSpPr>
            <a:xfrm>
              <a:off x="10068903" y="3026508"/>
              <a:ext cx="4246195" cy="835023"/>
              <a:chOff x="3589506" y="1028596"/>
              <a:chExt cx="1517650" cy="298449"/>
            </a:xfrm>
          </p:grpSpPr>
          <p:sp>
            <p:nvSpPr>
              <p:cNvPr id="115" name="Rounded Rectangle 114">
                <a:extLst>
                  <a:ext uri="{FF2B5EF4-FFF2-40B4-BE49-F238E27FC236}">
                    <a16:creationId xmlns:a16="http://schemas.microsoft.com/office/drawing/2014/main" id="{7EE9B171-2BDC-6F46-A578-9FD1D3CACD03}"/>
                  </a:ext>
                </a:extLst>
              </p:cNvPr>
              <p:cNvSpPr/>
              <p:nvPr/>
            </p:nvSpPr>
            <p:spPr>
              <a:xfrm>
                <a:off x="3589506" y="1028596"/>
                <a:ext cx="1517650" cy="298449"/>
              </a:xfrm>
              <a:prstGeom prst="roundRect">
                <a:avLst>
                  <a:gd name="adj" fmla="val 6202"/>
                </a:avLst>
              </a:prstGeom>
              <a:solidFill>
                <a:schemeClr val="accent5"/>
              </a:solidFill>
              <a:ln>
                <a:noFill/>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marL="0" marR="0" lvl="0" indent="0" algn="ctr" defTabSz="685733" rtl="0" eaLnBrk="1" fontAlgn="auto" latinLnBrk="0" hangingPunct="1">
                  <a:lnSpc>
                    <a:spcPct val="100000"/>
                  </a:lnSpc>
                  <a:spcBef>
                    <a:spcPts val="0"/>
                  </a:spcBef>
                  <a:spcAft>
                    <a:spcPts val="0"/>
                  </a:spcAft>
                  <a:buClrTx/>
                  <a:buSzTx/>
                  <a:buFontTx/>
                  <a:buNone/>
                  <a:tabLst/>
                  <a:defRPr/>
                </a:pPr>
                <a:endParaRPr kumimoji="0" lang="en-US" sz="2700" b="0" i="0" u="none" strike="noStrike" kern="1200" cap="none" spc="0" normalizeH="0" baseline="0" noProof="0">
                  <a:ln>
                    <a:noFill/>
                  </a:ln>
                  <a:solidFill>
                    <a:srgbClr val="FFFFFF"/>
                  </a:solidFill>
                  <a:effectLst/>
                  <a:uLnTx/>
                  <a:uFillTx/>
                  <a:latin typeface="Graphik" panose="020B0503030202060203" pitchFamily="34" charset="77"/>
                  <a:ea typeface="+mn-ea"/>
                  <a:cs typeface="+mn-cs"/>
                </a:endParaRPr>
              </a:p>
            </p:txBody>
          </p:sp>
          <p:sp>
            <p:nvSpPr>
              <p:cNvPr id="116" name="TextBox 115">
                <a:extLst>
                  <a:ext uri="{FF2B5EF4-FFF2-40B4-BE49-F238E27FC236}">
                    <a16:creationId xmlns:a16="http://schemas.microsoft.com/office/drawing/2014/main" id="{564DADAF-ACE8-5D43-B4E0-FEF637B3F78A}"/>
                  </a:ext>
                </a:extLst>
              </p:cNvPr>
              <p:cNvSpPr txBox="1"/>
              <p:nvPr/>
            </p:nvSpPr>
            <p:spPr>
              <a:xfrm>
                <a:off x="3662530" y="1085643"/>
                <a:ext cx="1343025" cy="230213"/>
              </a:xfrm>
              <a:prstGeom prst="rect">
                <a:avLst/>
              </a:prstGeom>
              <a:noFill/>
            </p:spPr>
            <p:txBody>
              <a:bodyPr wrap="square" rtlCol="0">
                <a:spAutoFit/>
              </a:bodyPr>
              <a:lstStyle/>
              <a:p>
                <a:pPr marL="0" marR="0" lvl="0" indent="0" algn="ctr"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FFFFFF"/>
                    </a:solidFill>
                    <a:effectLst/>
                    <a:uLnTx/>
                    <a:uFillTx/>
                    <a:latin typeface="Graphik" panose="020B0503030202060203" pitchFamily="34" charset="77"/>
                    <a:ea typeface="Lato" panose="020F0502020204030203" pitchFamily="34" charset="0"/>
                    <a:cs typeface="Lato" panose="020F0502020204030203" pitchFamily="34" charset="0"/>
                  </a:rPr>
                  <a:t>Planning training</a:t>
                </a:r>
                <a:endParaRPr kumimoji="0" lang="ko-KR" altLang="en-US" sz="900" b="0" i="0" u="none" strike="noStrike" kern="1200" cap="none" spc="0" normalizeH="0" baseline="0" noProof="0">
                  <a:ln>
                    <a:noFill/>
                  </a:ln>
                  <a:solidFill>
                    <a:srgbClr val="FFFFFF"/>
                  </a:solidFill>
                  <a:effectLst/>
                  <a:uLnTx/>
                  <a:uFillTx/>
                  <a:latin typeface="Graphik" panose="020B0503030202060203" pitchFamily="34" charset="77"/>
                  <a:ea typeface="Roboto Light" pitchFamily="2" charset="0"/>
                  <a:cs typeface="Lato" panose="020F0502020204030203" pitchFamily="34" charset="0"/>
                </a:endParaRPr>
              </a:p>
            </p:txBody>
          </p:sp>
        </p:grpSp>
        <p:cxnSp>
          <p:nvCxnSpPr>
            <p:cNvPr id="12" name="Straight Connector 11">
              <a:extLst>
                <a:ext uri="{FF2B5EF4-FFF2-40B4-BE49-F238E27FC236}">
                  <a16:creationId xmlns:a16="http://schemas.microsoft.com/office/drawing/2014/main" id="{66831DCC-5111-184F-A8A4-D04019205619}"/>
                </a:ext>
              </a:extLst>
            </p:cNvPr>
            <p:cNvCxnSpPr>
              <a:endCxn id="117" idx="0"/>
            </p:cNvCxnSpPr>
            <p:nvPr/>
          </p:nvCxnSpPr>
          <p:spPr>
            <a:xfrm>
              <a:off x="12074633" y="3861531"/>
              <a:ext cx="0" cy="661012"/>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cxnSp>
          <p:nvCxnSpPr>
            <p:cNvPr id="13" name="Straight Connector 12">
              <a:extLst>
                <a:ext uri="{FF2B5EF4-FFF2-40B4-BE49-F238E27FC236}">
                  <a16:creationId xmlns:a16="http://schemas.microsoft.com/office/drawing/2014/main" id="{7F843205-66B7-2C4D-B08E-C32BC2CC6E99}"/>
                </a:ext>
              </a:extLst>
            </p:cNvPr>
            <p:cNvCxnSpPr/>
            <p:nvPr/>
          </p:nvCxnSpPr>
          <p:spPr>
            <a:xfrm>
              <a:off x="2052259" y="5365731"/>
              <a:ext cx="0" cy="7024598"/>
            </a:xfrm>
            <a:prstGeom prst="line">
              <a:avLst/>
            </a:prstGeom>
            <a:ln w="38100">
              <a:solidFill>
                <a:schemeClr val="bg1">
                  <a:lumMod val="75000"/>
                </a:schemeClr>
              </a:solidFill>
            </a:ln>
          </p:spPr>
          <p:style>
            <a:lnRef idx="1">
              <a:schemeClr val="dk1"/>
            </a:lnRef>
            <a:fillRef idx="0">
              <a:schemeClr val="dk1"/>
            </a:fillRef>
            <a:effectRef idx="0">
              <a:schemeClr val="dk1"/>
            </a:effectRef>
            <a:fontRef idx="minor">
              <a:schemeClr val="tx1"/>
            </a:fontRef>
          </p:style>
        </p:cxnSp>
        <p:grpSp>
          <p:nvGrpSpPr>
            <p:cNvPr id="14" name="Group 13">
              <a:extLst>
                <a:ext uri="{FF2B5EF4-FFF2-40B4-BE49-F238E27FC236}">
                  <a16:creationId xmlns:a16="http://schemas.microsoft.com/office/drawing/2014/main" id="{7F13666E-4D42-554F-A443-E8E9DF3002B2}"/>
                </a:ext>
              </a:extLst>
            </p:cNvPr>
            <p:cNvGrpSpPr/>
            <p:nvPr/>
          </p:nvGrpSpPr>
          <p:grpSpPr>
            <a:xfrm>
              <a:off x="2052259" y="5950615"/>
              <a:ext cx="4282712" cy="644108"/>
              <a:chOff x="2052259" y="5722015"/>
              <a:chExt cx="4282712" cy="644108"/>
            </a:xfrm>
          </p:grpSpPr>
          <p:sp>
            <p:nvSpPr>
              <p:cNvPr id="113" name="TextBox 112">
                <a:extLst>
                  <a:ext uri="{FF2B5EF4-FFF2-40B4-BE49-F238E27FC236}">
                    <a16:creationId xmlns:a16="http://schemas.microsoft.com/office/drawing/2014/main" id="{861F482F-B843-CC41-8FE1-9BA89A9623E7}"/>
                  </a:ext>
                </a:extLst>
              </p:cNvPr>
              <p:cNvSpPr txBox="1"/>
              <p:nvPr/>
            </p:nvSpPr>
            <p:spPr>
              <a:xfrm>
                <a:off x="2666187" y="5722015"/>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01</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114" name="Straight Connector 113">
                <a:extLst>
                  <a:ext uri="{FF2B5EF4-FFF2-40B4-BE49-F238E27FC236}">
                    <a16:creationId xmlns:a16="http://schemas.microsoft.com/office/drawing/2014/main" id="{C4BFFA90-0D2D-A241-B3A4-484EA35AE786}"/>
                  </a:ext>
                </a:extLst>
              </p:cNvPr>
              <p:cNvCxnSpPr/>
              <p:nvPr/>
            </p:nvCxnSpPr>
            <p:spPr>
              <a:xfrm flipH="1">
                <a:off x="2052259" y="5972853"/>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16" name="Group 15">
              <a:extLst>
                <a:ext uri="{FF2B5EF4-FFF2-40B4-BE49-F238E27FC236}">
                  <a16:creationId xmlns:a16="http://schemas.microsoft.com/office/drawing/2014/main" id="{1A2B756A-B399-5A42-9183-5BD101E0EE05}"/>
                </a:ext>
              </a:extLst>
            </p:cNvPr>
            <p:cNvGrpSpPr/>
            <p:nvPr/>
          </p:nvGrpSpPr>
          <p:grpSpPr>
            <a:xfrm>
              <a:off x="2052259" y="6724224"/>
              <a:ext cx="4282712" cy="644108"/>
              <a:chOff x="2052259" y="6498884"/>
              <a:chExt cx="4282712" cy="644108"/>
            </a:xfrm>
          </p:grpSpPr>
          <p:sp>
            <p:nvSpPr>
              <p:cNvPr id="111" name="TextBox 110">
                <a:extLst>
                  <a:ext uri="{FF2B5EF4-FFF2-40B4-BE49-F238E27FC236}">
                    <a16:creationId xmlns:a16="http://schemas.microsoft.com/office/drawing/2014/main" id="{424BA1ED-6A34-0540-B0F4-E25BCC480394}"/>
                  </a:ext>
                </a:extLst>
              </p:cNvPr>
              <p:cNvSpPr txBox="1"/>
              <p:nvPr/>
            </p:nvSpPr>
            <p:spPr>
              <a:xfrm>
                <a:off x="2666187" y="6498884"/>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02</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112" name="Straight Connector 111">
                <a:extLst>
                  <a:ext uri="{FF2B5EF4-FFF2-40B4-BE49-F238E27FC236}">
                    <a16:creationId xmlns:a16="http://schemas.microsoft.com/office/drawing/2014/main" id="{CDC4E0C6-92A8-5B4F-8521-642B637E0197}"/>
                  </a:ext>
                </a:extLst>
              </p:cNvPr>
              <p:cNvCxnSpPr/>
              <p:nvPr/>
            </p:nvCxnSpPr>
            <p:spPr>
              <a:xfrm flipH="1">
                <a:off x="2052259" y="6749722"/>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18" name="Group 17">
              <a:extLst>
                <a:ext uri="{FF2B5EF4-FFF2-40B4-BE49-F238E27FC236}">
                  <a16:creationId xmlns:a16="http://schemas.microsoft.com/office/drawing/2014/main" id="{7BC3AF73-94C9-5741-92FA-22A7B5D64219}"/>
                </a:ext>
              </a:extLst>
            </p:cNvPr>
            <p:cNvGrpSpPr/>
            <p:nvPr/>
          </p:nvGrpSpPr>
          <p:grpSpPr>
            <a:xfrm>
              <a:off x="2052259" y="7497833"/>
              <a:ext cx="4282712" cy="644108"/>
              <a:chOff x="2052259" y="7275753"/>
              <a:chExt cx="4282712" cy="644108"/>
            </a:xfrm>
          </p:grpSpPr>
          <p:sp>
            <p:nvSpPr>
              <p:cNvPr id="109" name="TextBox 108">
                <a:extLst>
                  <a:ext uri="{FF2B5EF4-FFF2-40B4-BE49-F238E27FC236}">
                    <a16:creationId xmlns:a16="http://schemas.microsoft.com/office/drawing/2014/main" id="{FBB7AE66-1949-5344-AB27-67CC93AA50D5}"/>
                  </a:ext>
                </a:extLst>
              </p:cNvPr>
              <p:cNvSpPr txBox="1"/>
              <p:nvPr/>
            </p:nvSpPr>
            <p:spPr>
              <a:xfrm>
                <a:off x="2666187" y="7275753"/>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03</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110" name="Straight Connector 109">
                <a:extLst>
                  <a:ext uri="{FF2B5EF4-FFF2-40B4-BE49-F238E27FC236}">
                    <a16:creationId xmlns:a16="http://schemas.microsoft.com/office/drawing/2014/main" id="{1278A7F9-EDE2-534B-B375-24354211C04F}"/>
                  </a:ext>
                </a:extLst>
              </p:cNvPr>
              <p:cNvCxnSpPr/>
              <p:nvPr/>
            </p:nvCxnSpPr>
            <p:spPr>
              <a:xfrm flipH="1">
                <a:off x="2052259" y="7526591"/>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20" name="Group 19">
              <a:extLst>
                <a:ext uri="{FF2B5EF4-FFF2-40B4-BE49-F238E27FC236}">
                  <a16:creationId xmlns:a16="http://schemas.microsoft.com/office/drawing/2014/main" id="{AE7061C5-351B-7D49-859C-C5D2201E39A1}"/>
                </a:ext>
              </a:extLst>
            </p:cNvPr>
            <p:cNvGrpSpPr/>
            <p:nvPr/>
          </p:nvGrpSpPr>
          <p:grpSpPr>
            <a:xfrm>
              <a:off x="2052259" y="8271442"/>
              <a:ext cx="4282712" cy="644108"/>
              <a:chOff x="2052259" y="5722015"/>
              <a:chExt cx="4282712" cy="644108"/>
            </a:xfrm>
          </p:grpSpPr>
          <p:sp>
            <p:nvSpPr>
              <p:cNvPr id="107" name="TextBox 106">
                <a:extLst>
                  <a:ext uri="{FF2B5EF4-FFF2-40B4-BE49-F238E27FC236}">
                    <a16:creationId xmlns:a16="http://schemas.microsoft.com/office/drawing/2014/main" id="{56591CA3-D11C-C243-BB33-F8811215436D}"/>
                  </a:ext>
                </a:extLst>
              </p:cNvPr>
              <p:cNvSpPr txBox="1"/>
              <p:nvPr/>
            </p:nvSpPr>
            <p:spPr>
              <a:xfrm>
                <a:off x="2666187" y="5722015"/>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04</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108" name="Straight Connector 107">
                <a:extLst>
                  <a:ext uri="{FF2B5EF4-FFF2-40B4-BE49-F238E27FC236}">
                    <a16:creationId xmlns:a16="http://schemas.microsoft.com/office/drawing/2014/main" id="{EB50D2B1-7932-0041-BC49-A1BF120F3388}"/>
                  </a:ext>
                </a:extLst>
              </p:cNvPr>
              <p:cNvCxnSpPr/>
              <p:nvPr/>
            </p:nvCxnSpPr>
            <p:spPr>
              <a:xfrm flipH="1">
                <a:off x="2052259" y="5972853"/>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21" name="Group 20">
              <a:extLst>
                <a:ext uri="{FF2B5EF4-FFF2-40B4-BE49-F238E27FC236}">
                  <a16:creationId xmlns:a16="http://schemas.microsoft.com/office/drawing/2014/main" id="{5BC3987F-49E2-6C4F-9EA1-7DCF84A4CBDB}"/>
                </a:ext>
              </a:extLst>
            </p:cNvPr>
            <p:cNvGrpSpPr/>
            <p:nvPr/>
          </p:nvGrpSpPr>
          <p:grpSpPr>
            <a:xfrm>
              <a:off x="2052259" y="9045051"/>
              <a:ext cx="4282712" cy="644108"/>
              <a:chOff x="2052259" y="6498884"/>
              <a:chExt cx="4282712" cy="644108"/>
            </a:xfrm>
          </p:grpSpPr>
          <p:sp>
            <p:nvSpPr>
              <p:cNvPr id="105" name="TextBox 104">
                <a:extLst>
                  <a:ext uri="{FF2B5EF4-FFF2-40B4-BE49-F238E27FC236}">
                    <a16:creationId xmlns:a16="http://schemas.microsoft.com/office/drawing/2014/main" id="{429EFF5C-5C8C-F649-A0C1-44674299409F}"/>
                  </a:ext>
                </a:extLst>
              </p:cNvPr>
              <p:cNvSpPr txBox="1"/>
              <p:nvPr/>
            </p:nvSpPr>
            <p:spPr>
              <a:xfrm>
                <a:off x="2666187" y="6498884"/>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05</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106" name="Straight Connector 105">
                <a:extLst>
                  <a:ext uri="{FF2B5EF4-FFF2-40B4-BE49-F238E27FC236}">
                    <a16:creationId xmlns:a16="http://schemas.microsoft.com/office/drawing/2014/main" id="{EB2AC10C-76B8-3645-B252-693D7497AE43}"/>
                  </a:ext>
                </a:extLst>
              </p:cNvPr>
              <p:cNvCxnSpPr/>
              <p:nvPr/>
            </p:nvCxnSpPr>
            <p:spPr>
              <a:xfrm flipH="1">
                <a:off x="2052259" y="6749722"/>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22" name="Group 21">
              <a:extLst>
                <a:ext uri="{FF2B5EF4-FFF2-40B4-BE49-F238E27FC236}">
                  <a16:creationId xmlns:a16="http://schemas.microsoft.com/office/drawing/2014/main" id="{E5E11BD0-1C4E-494E-A521-EFA4DA653E53}"/>
                </a:ext>
              </a:extLst>
            </p:cNvPr>
            <p:cNvGrpSpPr/>
            <p:nvPr/>
          </p:nvGrpSpPr>
          <p:grpSpPr>
            <a:xfrm>
              <a:off x="2052259" y="9818660"/>
              <a:ext cx="4282712" cy="644108"/>
              <a:chOff x="2052259" y="7275753"/>
              <a:chExt cx="4282712" cy="644108"/>
            </a:xfrm>
          </p:grpSpPr>
          <p:sp>
            <p:nvSpPr>
              <p:cNvPr id="103" name="TextBox 102">
                <a:extLst>
                  <a:ext uri="{FF2B5EF4-FFF2-40B4-BE49-F238E27FC236}">
                    <a16:creationId xmlns:a16="http://schemas.microsoft.com/office/drawing/2014/main" id="{A085ECD9-ACA6-9F41-95C9-296E68903B1F}"/>
                  </a:ext>
                </a:extLst>
              </p:cNvPr>
              <p:cNvSpPr txBox="1"/>
              <p:nvPr/>
            </p:nvSpPr>
            <p:spPr>
              <a:xfrm>
                <a:off x="2666187" y="7275753"/>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06</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104" name="Straight Connector 103">
                <a:extLst>
                  <a:ext uri="{FF2B5EF4-FFF2-40B4-BE49-F238E27FC236}">
                    <a16:creationId xmlns:a16="http://schemas.microsoft.com/office/drawing/2014/main" id="{1D870B97-8727-7A45-9DEC-FD5B831DDD14}"/>
                  </a:ext>
                </a:extLst>
              </p:cNvPr>
              <p:cNvCxnSpPr/>
              <p:nvPr/>
            </p:nvCxnSpPr>
            <p:spPr>
              <a:xfrm flipH="1">
                <a:off x="2052259" y="7526591"/>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23" name="Group 22">
              <a:extLst>
                <a:ext uri="{FF2B5EF4-FFF2-40B4-BE49-F238E27FC236}">
                  <a16:creationId xmlns:a16="http://schemas.microsoft.com/office/drawing/2014/main" id="{AB95EBFF-789A-5540-BD18-70F4E935E602}"/>
                </a:ext>
              </a:extLst>
            </p:cNvPr>
            <p:cNvGrpSpPr/>
            <p:nvPr/>
          </p:nvGrpSpPr>
          <p:grpSpPr>
            <a:xfrm>
              <a:off x="2052259" y="10592270"/>
              <a:ext cx="4282712" cy="644108"/>
              <a:chOff x="2052259" y="5722015"/>
              <a:chExt cx="4282712" cy="644108"/>
            </a:xfrm>
          </p:grpSpPr>
          <p:sp>
            <p:nvSpPr>
              <p:cNvPr id="101" name="TextBox 100">
                <a:extLst>
                  <a:ext uri="{FF2B5EF4-FFF2-40B4-BE49-F238E27FC236}">
                    <a16:creationId xmlns:a16="http://schemas.microsoft.com/office/drawing/2014/main" id="{0EF6677D-DB82-B44D-B4FB-9BDC790E6F1C}"/>
                  </a:ext>
                </a:extLst>
              </p:cNvPr>
              <p:cNvSpPr txBox="1"/>
              <p:nvPr/>
            </p:nvSpPr>
            <p:spPr>
              <a:xfrm>
                <a:off x="2666187" y="5722015"/>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07</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102" name="Straight Connector 101">
                <a:extLst>
                  <a:ext uri="{FF2B5EF4-FFF2-40B4-BE49-F238E27FC236}">
                    <a16:creationId xmlns:a16="http://schemas.microsoft.com/office/drawing/2014/main" id="{5DEA2259-9DFC-084B-AD57-47310D6992FD}"/>
                  </a:ext>
                </a:extLst>
              </p:cNvPr>
              <p:cNvCxnSpPr/>
              <p:nvPr/>
            </p:nvCxnSpPr>
            <p:spPr>
              <a:xfrm flipH="1">
                <a:off x="2052259" y="5972853"/>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24" name="Group 23">
              <a:extLst>
                <a:ext uri="{FF2B5EF4-FFF2-40B4-BE49-F238E27FC236}">
                  <a16:creationId xmlns:a16="http://schemas.microsoft.com/office/drawing/2014/main" id="{5E699671-7950-4342-AA3A-3337E9F6BD38}"/>
                </a:ext>
              </a:extLst>
            </p:cNvPr>
            <p:cNvGrpSpPr/>
            <p:nvPr/>
          </p:nvGrpSpPr>
          <p:grpSpPr>
            <a:xfrm>
              <a:off x="2052259" y="11365880"/>
              <a:ext cx="4282712" cy="644108"/>
              <a:chOff x="2052259" y="6498884"/>
              <a:chExt cx="4282712" cy="644108"/>
            </a:xfrm>
          </p:grpSpPr>
          <p:sp>
            <p:nvSpPr>
              <p:cNvPr id="99" name="TextBox 98">
                <a:extLst>
                  <a:ext uri="{FF2B5EF4-FFF2-40B4-BE49-F238E27FC236}">
                    <a16:creationId xmlns:a16="http://schemas.microsoft.com/office/drawing/2014/main" id="{78EC72D5-779B-064C-98EC-154A13D9A51B}"/>
                  </a:ext>
                </a:extLst>
              </p:cNvPr>
              <p:cNvSpPr txBox="1"/>
              <p:nvPr/>
            </p:nvSpPr>
            <p:spPr>
              <a:xfrm>
                <a:off x="2666187" y="6498884"/>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08</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100" name="Straight Connector 99">
                <a:extLst>
                  <a:ext uri="{FF2B5EF4-FFF2-40B4-BE49-F238E27FC236}">
                    <a16:creationId xmlns:a16="http://schemas.microsoft.com/office/drawing/2014/main" id="{42BEADE2-1419-324A-9414-818F6614717B}"/>
                  </a:ext>
                </a:extLst>
              </p:cNvPr>
              <p:cNvCxnSpPr/>
              <p:nvPr/>
            </p:nvCxnSpPr>
            <p:spPr>
              <a:xfrm flipH="1">
                <a:off x="2052259" y="6749722"/>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25" name="Group 24">
              <a:extLst>
                <a:ext uri="{FF2B5EF4-FFF2-40B4-BE49-F238E27FC236}">
                  <a16:creationId xmlns:a16="http://schemas.microsoft.com/office/drawing/2014/main" id="{594E05C4-61A7-0C40-8989-2677119BD7AB}"/>
                </a:ext>
              </a:extLst>
            </p:cNvPr>
            <p:cNvGrpSpPr/>
            <p:nvPr/>
          </p:nvGrpSpPr>
          <p:grpSpPr>
            <a:xfrm>
              <a:off x="2052259" y="12139491"/>
              <a:ext cx="4282712" cy="644108"/>
              <a:chOff x="2052259" y="7275753"/>
              <a:chExt cx="4282712" cy="644108"/>
            </a:xfrm>
          </p:grpSpPr>
          <p:sp>
            <p:nvSpPr>
              <p:cNvPr id="97" name="TextBox 96">
                <a:extLst>
                  <a:ext uri="{FF2B5EF4-FFF2-40B4-BE49-F238E27FC236}">
                    <a16:creationId xmlns:a16="http://schemas.microsoft.com/office/drawing/2014/main" id="{F6A9977F-6656-0247-A7F1-B345968C96DB}"/>
                  </a:ext>
                </a:extLst>
              </p:cNvPr>
              <p:cNvSpPr txBox="1"/>
              <p:nvPr/>
            </p:nvSpPr>
            <p:spPr>
              <a:xfrm>
                <a:off x="2666187" y="7275753"/>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09</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98" name="Straight Connector 97">
                <a:extLst>
                  <a:ext uri="{FF2B5EF4-FFF2-40B4-BE49-F238E27FC236}">
                    <a16:creationId xmlns:a16="http://schemas.microsoft.com/office/drawing/2014/main" id="{7528900B-5341-DB40-83F8-F55B146895A0}"/>
                  </a:ext>
                </a:extLst>
              </p:cNvPr>
              <p:cNvCxnSpPr/>
              <p:nvPr/>
            </p:nvCxnSpPr>
            <p:spPr>
              <a:xfrm flipH="1">
                <a:off x="2052259" y="7526591"/>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26" name="Group 25">
              <a:extLst>
                <a:ext uri="{FF2B5EF4-FFF2-40B4-BE49-F238E27FC236}">
                  <a16:creationId xmlns:a16="http://schemas.microsoft.com/office/drawing/2014/main" id="{D42F6638-53B5-CC43-8660-7C47EF73FAA4}"/>
                </a:ext>
              </a:extLst>
            </p:cNvPr>
            <p:cNvGrpSpPr/>
            <p:nvPr/>
          </p:nvGrpSpPr>
          <p:grpSpPr>
            <a:xfrm>
              <a:off x="6164041" y="5351964"/>
              <a:ext cx="4282712" cy="3549819"/>
              <a:chOff x="6288733" y="5102582"/>
              <a:chExt cx="4282712" cy="3549819"/>
            </a:xfrm>
          </p:grpSpPr>
          <p:cxnSp>
            <p:nvCxnSpPr>
              <p:cNvPr id="84" name="Straight Connector 83">
                <a:extLst>
                  <a:ext uri="{FF2B5EF4-FFF2-40B4-BE49-F238E27FC236}">
                    <a16:creationId xmlns:a16="http://schemas.microsoft.com/office/drawing/2014/main" id="{E5CC9E97-B1C2-5642-9F82-AF948F8F80EF}"/>
                  </a:ext>
                </a:extLst>
              </p:cNvPr>
              <p:cNvCxnSpPr/>
              <p:nvPr/>
            </p:nvCxnSpPr>
            <p:spPr>
              <a:xfrm>
                <a:off x="6288733" y="5102582"/>
                <a:ext cx="0" cy="3156549"/>
              </a:xfrm>
              <a:prstGeom prst="line">
                <a:avLst/>
              </a:prstGeom>
              <a:ln w="38100">
                <a:solidFill>
                  <a:schemeClr val="bg1">
                    <a:lumMod val="75000"/>
                  </a:schemeClr>
                </a:solidFill>
              </a:ln>
            </p:spPr>
            <p:style>
              <a:lnRef idx="1">
                <a:schemeClr val="dk1"/>
              </a:lnRef>
              <a:fillRef idx="0">
                <a:schemeClr val="dk1"/>
              </a:fillRef>
              <a:effectRef idx="0">
                <a:schemeClr val="dk1"/>
              </a:effectRef>
              <a:fontRef idx="minor">
                <a:schemeClr val="tx1"/>
              </a:fontRef>
            </p:style>
          </p:cxnSp>
          <p:grpSp>
            <p:nvGrpSpPr>
              <p:cNvPr id="85" name="Group 84">
                <a:extLst>
                  <a:ext uri="{FF2B5EF4-FFF2-40B4-BE49-F238E27FC236}">
                    <a16:creationId xmlns:a16="http://schemas.microsoft.com/office/drawing/2014/main" id="{20699182-A56A-944C-81F6-A59C88840F03}"/>
                  </a:ext>
                </a:extLst>
              </p:cNvPr>
              <p:cNvGrpSpPr/>
              <p:nvPr/>
            </p:nvGrpSpPr>
            <p:grpSpPr>
              <a:xfrm>
                <a:off x="6288733" y="5687466"/>
                <a:ext cx="4282712" cy="644108"/>
                <a:chOff x="2052259" y="5722015"/>
                <a:chExt cx="4282712" cy="644108"/>
              </a:xfrm>
            </p:grpSpPr>
            <p:sp>
              <p:nvSpPr>
                <p:cNvPr id="95" name="TextBox 94">
                  <a:extLst>
                    <a:ext uri="{FF2B5EF4-FFF2-40B4-BE49-F238E27FC236}">
                      <a16:creationId xmlns:a16="http://schemas.microsoft.com/office/drawing/2014/main" id="{98F4A80D-BBDA-324A-A076-8B20D709F476}"/>
                    </a:ext>
                  </a:extLst>
                </p:cNvPr>
                <p:cNvSpPr txBox="1"/>
                <p:nvPr/>
              </p:nvSpPr>
              <p:spPr>
                <a:xfrm>
                  <a:off x="2666187" y="5722015"/>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01</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96" name="Straight Connector 95">
                  <a:extLst>
                    <a:ext uri="{FF2B5EF4-FFF2-40B4-BE49-F238E27FC236}">
                      <a16:creationId xmlns:a16="http://schemas.microsoft.com/office/drawing/2014/main" id="{F1316F94-1F35-BB4A-9DA5-C1A1F92E29E1}"/>
                    </a:ext>
                  </a:extLst>
                </p:cNvPr>
                <p:cNvCxnSpPr/>
                <p:nvPr/>
              </p:nvCxnSpPr>
              <p:spPr>
                <a:xfrm flipH="1">
                  <a:off x="2052259" y="5972853"/>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86" name="Group 85">
                <a:extLst>
                  <a:ext uri="{FF2B5EF4-FFF2-40B4-BE49-F238E27FC236}">
                    <a16:creationId xmlns:a16="http://schemas.microsoft.com/office/drawing/2014/main" id="{3E09626A-CAFC-4249-BCCC-8372ADC5E6F8}"/>
                  </a:ext>
                </a:extLst>
              </p:cNvPr>
              <p:cNvGrpSpPr/>
              <p:nvPr/>
            </p:nvGrpSpPr>
            <p:grpSpPr>
              <a:xfrm>
                <a:off x="6288733" y="6461075"/>
                <a:ext cx="4282712" cy="644108"/>
                <a:chOff x="2052259" y="6498884"/>
                <a:chExt cx="4282712" cy="644108"/>
              </a:xfrm>
            </p:grpSpPr>
            <p:sp>
              <p:nvSpPr>
                <p:cNvPr id="93" name="TextBox 92">
                  <a:extLst>
                    <a:ext uri="{FF2B5EF4-FFF2-40B4-BE49-F238E27FC236}">
                      <a16:creationId xmlns:a16="http://schemas.microsoft.com/office/drawing/2014/main" id="{7B089646-5096-C04B-9226-76ED6528401E}"/>
                    </a:ext>
                  </a:extLst>
                </p:cNvPr>
                <p:cNvSpPr txBox="1"/>
                <p:nvPr/>
              </p:nvSpPr>
              <p:spPr>
                <a:xfrm>
                  <a:off x="2666187" y="6498884"/>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02</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94" name="Straight Connector 93">
                  <a:extLst>
                    <a:ext uri="{FF2B5EF4-FFF2-40B4-BE49-F238E27FC236}">
                      <a16:creationId xmlns:a16="http://schemas.microsoft.com/office/drawing/2014/main" id="{6059DDDD-4D6B-A141-851A-5FFBA12BF4C7}"/>
                    </a:ext>
                  </a:extLst>
                </p:cNvPr>
                <p:cNvCxnSpPr/>
                <p:nvPr/>
              </p:nvCxnSpPr>
              <p:spPr>
                <a:xfrm flipH="1">
                  <a:off x="2052259" y="6749722"/>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87" name="Group 86">
                <a:extLst>
                  <a:ext uri="{FF2B5EF4-FFF2-40B4-BE49-F238E27FC236}">
                    <a16:creationId xmlns:a16="http://schemas.microsoft.com/office/drawing/2014/main" id="{859BE76D-E999-084B-B6EB-1D194E914D46}"/>
                  </a:ext>
                </a:extLst>
              </p:cNvPr>
              <p:cNvGrpSpPr/>
              <p:nvPr/>
            </p:nvGrpSpPr>
            <p:grpSpPr>
              <a:xfrm>
                <a:off x="6288733" y="7234684"/>
                <a:ext cx="4282712" cy="644108"/>
                <a:chOff x="2052259" y="7275753"/>
                <a:chExt cx="4282712" cy="644108"/>
              </a:xfrm>
            </p:grpSpPr>
            <p:sp>
              <p:nvSpPr>
                <p:cNvPr id="91" name="TextBox 90">
                  <a:extLst>
                    <a:ext uri="{FF2B5EF4-FFF2-40B4-BE49-F238E27FC236}">
                      <a16:creationId xmlns:a16="http://schemas.microsoft.com/office/drawing/2014/main" id="{05B5D91E-94D6-354A-959E-B0C977490F38}"/>
                    </a:ext>
                  </a:extLst>
                </p:cNvPr>
                <p:cNvSpPr txBox="1"/>
                <p:nvPr/>
              </p:nvSpPr>
              <p:spPr>
                <a:xfrm>
                  <a:off x="2666187" y="7275753"/>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03</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92" name="Straight Connector 91">
                  <a:extLst>
                    <a:ext uri="{FF2B5EF4-FFF2-40B4-BE49-F238E27FC236}">
                      <a16:creationId xmlns:a16="http://schemas.microsoft.com/office/drawing/2014/main" id="{496CA46B-99C2-E148-8B1E-CBD6BE51D8B2}"/>
                    </a:ext>
                  </a:extLst>
                </p:cNvPr>
                <p:cNvCxnSpPr/>
                <p:nvPr/>
              </p:nvCxnSpPr>
              <p:spPr>
                <a:xfrm flipH="1">
                  <a:off x="2052259" y="7526591"/>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88" name="Group 87">
                <a:extLst>
                  <a:ext uri="{FF2B5EF4-FFF2-40B4-BE49-F238E27FC236}">
                    <a16:creationId xmlns:a16="http://schemas.microsoft.com/office/drawing/2014/main" id="{489D4D4D-6559-E146-B4EA-8694BB18BC70}"/>
                  </a:ext>
                </a:extLst>
              </p:cNvPr>
              <p:cNvGrpSpPr/>
              <p:nvPr/>
            </p:nvGrpSpPr>
            <p:grpSpPr>
              <a:xfrm>
                <a:off x="6288733" y="8008293"/>
                <a:ext cx="4282712" cy="644108"/>
                <a:chOff x="2052259" y="5722015"/>
                <a:chExt cx="4282712" cy="644108"/>
              </a:xfrm>
            </p:grpSpPr>
            <p:sp>
              <p:nvSpPr>
                <p:cNvPr id="89" name="TextBox 88">
                  <a:extLst>
                    <a:ext uri="{FF2B5EF4-FFF2-40B4-BE49-F238E27FC236}">
                      <a16:creationId xmlns:a16="http://schemas.microsoft.com/office/drawing/2014/main" id="{9E02A066-5A0C-1F49-A844-5CA124EA42BF}"/>
                    </a:ext>
                  </a:extLst>
                </p:cNvPr>
                <p:cNvSpPr txBox="1"/>
                <p:nvPr/>
              </p:nvSpPr>
              <p:spPr>
                <a:xfrm>
                  <a:off x="2666187" y="5722015"/>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04</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90" name="Straight Connector 89">
                  <a:extLst>
                    <a:ext uri="{FF2B5EF4-FFF2-40B4-BE49-F238E27FC236}">
                      <a16:creationId xmlns:a16="http://schemas.microsoft.com/office/drawing/2014/main" id="{D0457460-763E-514B-8A22-C4B8444C6E09}"/>
                    </a:ext>
                  </a:extLst>
                </p:cNvPr>
                <p:cNvCxnSpPr/>
                <p:nvPr/>
              </p:nvCxnSpPr>
              <p:spPr>
                <a:xfrm flipH="1">
                  <a:off x="2052259" y="5972853"/>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grpSp>
          <p:nvGrpSpPr>
            <p:cNvPr id="27" name="Group 26">
              <a:extLst>
                <a:ext uri="{FF2B5EF4-FFF2-40B4-BE49-F238E27FC236}">
                  <a16:creationId xmlns:a16="http://schemas.microsoft.com/office/drawing/2014/main" id="{A5314F41-81FE-0C4D-A867-5050405ED655}"/>
                </a:ext>
              </a:extLst>
            </p:cNvPr>
            <p:cNvGrpSpPr/>
            <p:nvPr/>
          </p:nvGrpSpPr>
          <p:grpSpPr>
            <a:xfrm>
              <a:off x="10363624" y="5352173"/>
              <a:ext cx="4282712" cy="4323428"/>
              <a:chOff x="6288733" y="5102582"/>
              <a:chExt cx="4282712" cy="4323428"/>
            </a:xfrm>
          </p:grpSpPr>
          <p:cxnSp>
            <p:nvCxnSpPr>
              <p:cNvPr id="68" name="Straight Connector 67">
                <a:extLst>
                  <a:ext uri="{FF2B5EF4-FFF2-40B4-BE49-F238E27FC236}">
                    <a16:creationId xmlns:a16="http://schemas.microsoft.com/office/drawing/2014/main" id="{03626F76-4BE1-9743-A420-7096E0702256}"/>
                  </a:ext>
                </a:extLst>
              </p:cNvPr>
              <p:cNvCxnSpPr/>
              <p:nvPr/>
            </p:nvCxnSpPr>
            <p:spPr>
              <a:xfrm>
                <a:off x="6288733" y="5102582"/>
                <a:ext cx="0" cy="3929949"/>
              </a:xfrm>
              <a:prstGeom prst="line">
                <a:avLst/>
              </a:prstGeom>
              <a:ln w="38100">
                <a:solidFill>
                  <a:schemeClr val="bg1">
                    <a:lumMod val="75000"/>
                  </a:schemeClr>
                </a:solidFill>
              </a:ln>
            </p:spPr>
            <p:style>
              <a:lnRef idx="1">
                <a:schemeClr val="dk1"/>
              </a:lnRef>
              <a:fillRef idx="0">
                <a:schemeClr val="dk1"/>
              </a:fillRef>
              <a:effectRef idx="0">
                <a:schemeClr val="dk1"/>
              </a:effectRef>
              <a:fontRef idx="minor">
                <a:schemeClr val="tx1"/>
              </a:fontRef>
            </p:style>
          </p:cxnSp>
          <p:grpSp>
            <p:nvGrpSpPr>
              <p:cNvPr id="69" name="Group 68">
                <a:extLst>
                  <a:ext uri="{FF2B5EF4-FFF2-40B4-BE49-F238E27FC236}">
                    <a16:creationId xmlns:a16="http://schemas.microsoft.com/office/drawing/2014/main" id="{1D9B373C-CB52-A947-A3F7-E7D0A4BD7C58}"/>
                  </a:ext>
                </a:extLst>
              </p:cNvPr>
              <p:cNvGrpSpPr/>
              <p:nvPr/>
            </p:nvGrpSpPr>
            <p:grpSpPr>
              <a:xfrm>
                <a:off x="6288733" y="5687466"/>
                <a:ext cx="4282712" cy="644108"/>
                <a:chOff x="2052259" y="5722015"/>
                <a:chExt cx="4282712" cy="644108"/>
              </a:xfrm>
            </p:grpSpPr>
            <p:sp>
              <p:nvSpPr>
                <p:cNvPr id="82" name="TextBox 81">
                  <a:extLst>
                    <a:ext uri="{FF2B5EF4-FFF2-40B4-BE49-F238E27FC236}">
                      <a16:creationId xmlns:a16="http://schemas.microsoft.com/office/drawing/2014/main" id="{822F37A0-E97C-B04E-B05E-B6C72A193822}"/>
                    </a:ext>
                  </a:extLst>
                </p:cNvPr>
                <p:cNvSpPr txBox="1"/>
                <p:nvPr/>
              </p:nvSpPr>
              <p:spPr>
                <a:xfrm>
                  <a:off x="2666187" y="5722015"/>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01</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83" name="Straight Connector 82">
                  <a:extLst>
                    <a:ext uri="{FF2B5EF4-FFF2-40B4-BE49-F238E27FC236}">
                      <a16:creationId xmlns:a16="http://schemas.microsoft.com/office/drawing/2014/main" id="{9A3339E3-09C6-5646-A07C-ED299F22F3D3}"/>
                    </a:ext>
                  </a:extLst>
                </p:cNvPr>
                <p:cNvCxnSpPr/>
                <p:nvPr/>
              </p:nvCxnSpPr>
              <p:spPr>
                <a:xfrm flipH="1">
                  <a:off x="2052259" y="5972853"/>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70" name="Group 69">
                <a:extLst>
                  <a:ext uri="{FF2B5EF4-FFF2-40B4-BE49-F238E27FC236}">
                    <a16:creationId xmlns:a16="http://schemas.microsoft.com/office/drawing/2014/main" id="{ABD443FF-53C6-6E47-9DC8-0D66F1ED6039}"/>
                  </a:ext>
                </a:extLst>
              </p:cNvPr>
              <p:cNvGrpSpPr/>
              <p:nvPr/>
            </p:nvGrpSpPr>
            <p:grpSpPr>
              <a:xfrm>
                <a:off x="6288733" y="6461075"/>
                <a:ext cx="4282712" cy="644108"/>
                <a:chOff x="2052259" y="6498884"/>
                <a:chExt cx="4282712" cy="644108"/>
              </a:xfrm>
            </p:grpSpPr>
            <p:sp>
              <p:nvSpPr>
                <p:cNvPr id="80" name="TextBox 79">
                  <a:extLst>
                    <a:ext uri="{FF2B5EF4-FFF2-40B4-BE49-F238E27FC236}">
                      <a16:creationId xmlns:a16="http://schemas.microsoft.com/office/drawing/2014/main" id="{5B3CAE90-AB6F-B145-A490-393C01B149CC}"/>
                    </a:ext>
                  </a:extLst>
                </p:cNvPr>
                <p:cNvSpPr txBox="1"/>
                <p:nvPr/>
              </p:nvSpPr>
              <p:spPr>
                <a:xfrm>
                  <a:off x="2666187" y="6498884"/>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02</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81" name="Straight Connector 80">
                  <a:extLst>
                    <a:ext uri="{FF2B5EF4-FFF2-40B4-BE49-F238E27FC236}">
                      <a16:creationId xmlns:a16="http://schemas.microsoft.com/office/drawing/2014/main" id="{7F3B37E5-675E-4047-94D9-4020627567F6}"/>
                    </a:ext>
                  </a:extLst>
                </p:cNvPr>
                <p:cNvCxnSpPr/>
                <p:nvPr/>
              </p:nvCxnSpPr>
              <p:spPr>
                <a:xfrm flipH="1">
                  <a:off x="2052259" y="6749722"/>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71" name="Group 70">
                <a:extLst>
                  <a:ext uri="{FF2B5EF4-FFF2-40B4-BE49-F238E27FC236}">
                    <a16:creationId xmlns:a16="http://schemas.microsoft.com/office/drawing/2014/main" id="{693A66D9-B04F-3C41-9715-2332BE668846}"/>
                  </a:ext>
                </a:extLst>
              </p:cNvPr>
              <p:cNvGrpSpPr/>
              <p:nvPr/>
            </p:nvGrpSpPr>
            <p:grpSpPr>
              <a:xfrm>
                <a:off x="6288733" y="7234684"/>
                <a:ext cx="4282712" cy="644108"/>
                <a:chOff x="2052259" y="7275753"/>
                <a:chExt cx="4282712" cy="644108"/>
              </a:xfrm>
            </p:grpSpPr>
            <p:sp>
              <p:nvSpPr>
                <p:cNvPr id="78" name="TextBox 77">
                  <a:extLst>
                    <a:ext uri="{FF2B5EF4-FFF2-40B4-BE49-F238E27FC236}">
                      <a16:creationId xmlns:a16="http://schemas.microsoft.com/office/drawing/2014/main" id="{DD2D75A1-FDE1-D248-BECA-B6B6C22E3ABD}"/>
                    </a:ext>
                  </a:extLst>
                </p:cNvPr>
                <p:cNvSpPr txBox="1"/>
                <p:nvPr/>
              </p:nvSpPr>
              <p:spPr>
                <a:xfrm>
                  <a:off x="2666187" y="7275753"/>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03</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79" name="Straight Connector 78">
                  <a:extLst>
                    <a:ext uri="{FF2B5EF4-FFF2-40B4-BE49-F238E27FC236}">
                      <a16:creationId xmlns:a16="http://schemas.microsoft.com/office/drawing/2014/main" id="{E0C128CD-6E29-EC46-A8F9-E37A8054C8D4}"/>
                    </a:ext>
                  </a:extLst>
                </p:cNvPr>
                <p:cNvCxnSpPr/>
                <p:nvPr/>
              </p:nvCxnSpPr>
              <p:spPr>
                <a:xfrm flipH="1">
                  <a:off x="2052259" y="7526591"/>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72" name="Group 71">
                <a:extLst>
                  <a:ext uri="{FF2B5EF4-FFF2-40B4-BE49-F238E27FC236}">
                    <a16:creationId xmlns:a16="http://schemas.microsoft.com/office/drawing/2014/main" id="{49F03538-A73C-E643-8642-34F716EFEA27}"/>
                  </a:ext>
                </a:extLst>
              </p:cNvPr>
              <p:cNvGrpSpPr/>
              <p:nvPr/>
            </p:nvGrpSpPr>
            <p:grpSpPr>
              <a:xfrm>
                <a:off x="6288733" y="8008293"/>
                <a:ext cx="4282712" cy="644108"/>
                <a:chOff x="2052259" y="5722015"/>
                <a:chExt cx="4282712" cy="644108"/>
              </a:xfrm>
            </p:grpSpPr>
            <p:sp>
              <p:nvSpPr>
                <p:cNvPr id="76" name="TextBox 75">
                  <a:extLst>
                    <a:ext uri="{FF2B5EF4-FFF2-40B4-BE49-F238E27FC236}">
                      <a16:creationId xmlns:a16="http://schemas.microsoft.com/office/drawing/2014/main" id="{6CBBF6B6-538B-174E-BAB0-B254724BA83E}"/>
                    </a:ext>
                  </a:extLst>
                </p:cNvPr>
                <p:cNvSpPr txBox="1"/>
                <p:nvPr/>
              </p:nvSpPr>
              <p:spPr>
                <a:xfrm>
                  <a:off x="2666187" y="5722015"/>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04</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77" name="Straight Connector 76">
                  <a:extLst>
                    <a:ext uri="{FF2B5EF4-FFF2-40B4-BE49-F238E27FC236}">
                      <a16:creationId xmlns:a16="http://schemas.microsoft.com/office/drawing/2014/main" id="{D747E486-222B-9F4D-A7E7-246CD8C031B6}"/>
                    </a:ext>
                  </a:extLst>
                </p:cNvPr>
                <p:cNvCxnSpPr/>
                <p:nvPr/>
              </p:nvCxnSpPr>
              <p:spPr>
                <a:xfrm flipH="1">
                  <a:off x="2052259" y="5972853"/>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73" name="Group 72">
                <a:extLst>
                  <a:ext uri="{FF2B5EF4-FFF2-40B4-BE49-F238E27FC236}">
                    <a16:creationId xmlns:a16="http://schemas.microsoft.com/office/drawing/2014/main" id="{A8FEA833-0B31-E94A-B189-69625EC4B514}"/>
                  </a:ext>
                </a:extLst>
              </p:cNvPr>
              <p:cNvGrpSpPr/>
              <p:nvPr/>
            </p:nvGrpSpPr>
            <p:grpSpPr>
              <a:xfrm>
                <a:off x="6288733" y="8781902"/>
                <a:ext cx="4282712" cy="644108"/>
                <a:chOff x="2052259" y="6498884"/>
                <a:chExt cx="4282712" cy="644108"/>
              </a:xfrm>
            </p:grpSpPr>
            <p:sp>
              <p:nvSpPr>
                <p:cNvPr id="74" name="TextBox 73">
                  <a:extLst>
                    <a:ext uri="{FF2B5EF4-FFF2-40B4-BE49-F238E27FC236}">
                      <a16:creationId xmlns:a16="http://schemas.microsoft.com/office/drawing/2014/main" id="{4F605DB9-7FEE-B64F-BBD1-056147544DA5}"/>
                    </a:ext>
                  </a:extLst>
                </p:cNvPr>
                <p:cNvSpPr txBox="1"/>
                <p:nvPr/>
              </p:nvSpPr>
              <p:spPr>
                <a:xfrm>
                  <a:off x="2666187" y="6498884"/>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05</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75" name="Straight Connector 74">
                  <a:extLst>
                    <a:ext uri="{FF2B5EF4-FFF2-40B4-BE49-F238E27FC236}">
                      <a16:creationId xmlns:a16="http://schemas.microsoft.com/office/drawing/2014/main" id="{6D749FC0-1CA6-A148-8B13-ECFBE7764AB5}"/>
                    </a:ext>
                  </a:extLst>
                </p:cNvPr>
                <p:cNvCxnSpPr/>
                <p:nvPr/>
              </p:nvCxnSpPr>
              <p:spPr>
                <a:xfrm flipH="1">
                  <a:off x="2052259" y="6749722"/>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grpSp>
          <p:nvGrpSpPr>
            <p:cNvPr id="28" name="Group 27">
              <a:extLst>
                <a:ext uri="{FF2B5EF4-FFF2-40B4-BE49-F238E27FC236}">
                  <a16:creationId xmlns:a16="http://schemas.microsoft.com/office/drawing/2014/main" id="{3494C771-4C90-3F4D-B723-5B1B522D8C50}"/>
                </a:ext>
              </a:extLst>
            </p:cNvPr>
            <p:cNvGrpSpPr/>
            <p:nvPr/>
          </p:nvGrpSpPr>
          <p:grpSpPr>
            <a:xfrm>
              <a:off x="14554253" y="5351964"/>
              <a:ext cx="4282712" cy="5870647"/>
              <a:chOff x="6288733" y="5102582"/>
              <a:chExt cx="4282712" cy="5870647"/>
            </a:xfrm>
          </p:grpSpPr>
          <p:cxnSp>
            <p:nvCxnSpPr>
              <p:cNvPr id="46" name="Straight Connector 45">
                <a:extLst>
                  <a:ext uri="{FF2B5EF4-FFF2-40B4-BE49-F238E27FC236}">
                    <a16:creationId xmlns:a16="http://schemas.microsoft.com/office/drawing/2014/main" id="{B84F6274-F8D0-2841-BA79-A90D436530B9}"/>
                  </a:ext>
                </a:extLst>
              </p:cNvPr>
              <p:cNvCxnSpPr/>
              <p:nvPr/>
            </p:nvCxnSpPr>
            <p:spPr>
              <a:xfrm>
                <a:off x="6288733" y="5102582"/>
                <a:ext cx="0" cy="5491144"/>
              </a:xfrm>
              <a:prstGeom prst="line">
                <a:avLst/>
              </a:prstGeom>
              <a:ln w="38100">
                <a:solidFill>
                  <a:schemeClr val="bg1">
                    <a:lumMod val="75000"/>
                  </a:schemeClr>
                </a:solidFill>
              </a:ln>
            </p:spPr>
            <p:style>
              <a:lnRef idx="1">
                <a:schemeClr val="dk1"/>
              </a:lnRef>
              <a:fillRef idx="0">
                <a:schemeClr val="dk1"/>
              </a:fillRef>
              <a:effectRef idx="0">
                <a:schemeClr val="dk1"/>
              </a:effectRef>
              <a:fontRef idx="minor">
                <a:schemeClr val="tx1"/>
              </a:fontRef>
            </p:style>
          </p:cxnSp>
          <p:grpSp>
            <p:nvGrpSpPr>
              <p:cNvPr id="47" name="Group 46">
                <a:extLst>
                  <a:ext uri="{FF2B5EF4-FFF2-40B4-BE49-F238E27FC236}">
                    <a16:creationId xmlns:a16="http://schemas.microsoft.com/office/drawing/2014/main" id="{FEADA159-44DA-C149-A27E-7D9B1FCF8540}"/>
                  </a:ext>
                </a:extLst>
              </p:cNvPr>
              <p:cNvGrpSpPr/>
              <p:nvPr/>
            </p:nvGrpSpPr>
            <p:grpSpPr>
              <a:xfrm>
                <a:off x="6288733" y="5687466"/>
                <a:ext cx="4282712" cy="644108"/>
                <a:chOff x="2052259" y="5722015"/>
                <a:chExt cx="4282712" cy="644108"/>
              </a:xfrm>
            </p:grpSpPr>
            <p:sp>
              <p:nvSpPr>
                <p:cNvPr id="66" name="TextBox 65">
                  <a:extLst>
                    <a:ext uri="{FF2B5EF4-FFF2-40B4-BE49-F238E27FC236}">
                      <a16:creationId xmlns:a16="http://schemas.microsoft.com/office/drawing/2014/main" id="{88FED5DF-F3BF-004C-874B-8E25823129FA}"/>
                    </a:ext>
                  </a:extLst>
                </p:cNvPr>
                <p:cNvSpPr txBox="1"/>
                <p:nvPr/>
              </p:nvSpPr>
              <p:spPr>
                <a:xfrm>
                  <a:off x="2666187" y="5722015"/>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01</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67" name="Straight Connector 66">
                  <a:extLst>
                    <a:ext uri="{FF2B5EF4-FFF2-40B4-BE49-F238E27FC236}">
                      <a16:creationId xmlns:a16="http://schemas.microsoft.com/office/drawing/2014/main" id="{9A5DA344-CCDC-6142-8250-94DCC9C26C05}"/>
                    </a:ext>
                  </a:extLst>
                </p:cNvPr>
                <p:cNvCxnSpPr/>
                <p:nvPr/>
              </p:nvCxnSpPr>
              <p:spPr>
                <a:xfrm flipH="1">
                  <a:off x="2052259" y="5972853"/>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48" name="Group 47">
                <a:extLst>
                  <a:ext uri="{FF2B5EF4-FFF2-40B4-BE49-F238E27FC236}">
                    <a16:creationId xmlns:a16="http://schemas.microsoft.com/office/drawing/2014/main" id="{90909005-C320-E743-8C05-6A0433B0A7D4}"/>
                  </a:ext>
                </a:extLst>
              </p:cNvPr>
              <p:cNvGrpSpPr/>
              <p:nvPr/>
            </p:nvGrpSpPr>
            <p:grpSpPr>
              <a:xfrm>
                <a:off x="6288733" y="6461075"/>
                <a:ext cx="4282712" cy="644108"/>
                <a:chOff x="2052259" y="6498884"/>
                <a:chExt cx="4282712" cy="644108"/>
              </a:xfrm>
            </p:grpSpPr>
            <p:sp>
              <p:nvSpPr>
                <p:cNvPr id="64" name="TextBox 63">
                  <a:extLst>
                    <a:ext uri="{FF2B5EF4-FFF2-40B4-BE49-F238E27FC236}">
                      <a16:creationId xmlns:a16="http://schemas.microsoft.com/office/drawing/2014/main" id="{D6A8B72E-2A15-E04F-97C7-08D5B1BA5E5F}"/>
                    </a:ext>
                  </a:extLst>
                </p:cNvPr>
                <p:cNvSpPr txBox="1"/>
                <p:nvPr/>
              </p:nvSpPr>
              <p:spPr>
                <a:xfrm>
                  <a:off x="2666187" y="6498884"/>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02</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65" name="Straight Connector 64">
                  <a:extLst>
                    <a:ext uri="{FF2B5EF4-FFF2-40B4-BE49-F238E27FC236}">
                      <a16:creationId xmlns:a16="http://schemas.microsoft.com/office/drawing/2014/main" id="{1A858F71-F07C-EE4D-8432-1B7FC3482570}"/>
                    </a:ext>
                  </a:extLst>
                </p:cNvPr>
                <p:cNvCxnSpPr/>
                <p:nvPr/>
              </p:nvCxnSpPr>
              <p:spPr>
                <a:xfrm flipH="1">
                  <a:off x="2052259" y="6749722"/>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49" name="Group 48">
                <a:extLst>
                  <a:ext uri="{FF2B5EF4-FFF2-40B4-BE49-F238E27FC236}">
                    <a16:creationId xmlns:a16="http://schemas.microsoft.com/office/drawing/2014/main" id="{1F282E93-C478-B143-91EE-3E23E90526B0}"/>
                  </a:ext>
                </a:extLst>
              </p:cNvPr>
              <p:cNvGrpSpPr/>
              <p:nvPr/>
            </p:nvGrpSpPr>
            <p:grpSpPr>
              <a:xfrm>
                <a:off x="6288733" y="7234684"/>
                <a:ext cx="4282712" cy="644108"/>
                <a:chOff x="2052259" y="7275753"/>
                <a:chExt cx="4282712" cy="644108"/>
              </a:xfrm>
            </p:grpSpPr>
            <p:sp>
              <p:nvSpPr>
                <p:cNvPr id="62" name="TextBox 61">
                  <a:extLst>
                    <a:ext uri="{FF2B5EF4-FFF2-40B4-BE49-F238E27FC236}">
                      <a16:creationId xmlns:a16="http://schemas.microsoft.com/office/drawing/2014/main" id="{AECF05D9-448E-004B-8227-1735E8751700}"/>
                    </a:ext>
                  </a:extLst>
                </p:cNvPr>
                <p:cNvSpPr txBox="1"/>
                <p:nvPr/>
              </p:nvSpPr>
              <p:spPr>
                <a:xfrm>
                  <a:off x="2666187" y="7275753"/>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03</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63" name="Straight Connector 62">
                  <a:extLst>
                    <a:ext uri="{FF2B5EF4-FFF2-40B4-BE49-F238E27FC236}">
                      <a16:creationId xmlns:a16="http://schemas.microsoft.com/office/drawing/2014/main" id="{9A3A9E28-3420-6B49-BDE6-D163063EC781}"/>
                    </a:ext>
                  </a:extLst>
                </p:cNvPr>
                <p:cNvCxnSpPr/>
                <p:nvPr/>
              </p:nvCxnSpPr>
              <p:spPr>
                <a:xfrm flipH="1">
                  <a:off x="2052259" y="7526591"/>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50" name="Group 49">
                <a:extLst>
                  <a:ext uri="{FF2B5EF4-FFF2-40B4-BE49-F238E27FC236}">
                    <a16:creationId xmlns:a16="http://schemas.microsoft.com/office/drawing/2014/main" id="{BDD5ECF4-F127-7442-9800-271C0044AE00}"/>
                  </a:ext>
                </a:extLst>
              </p:cNvPr>
              <p:cNvGrpSpPr/>
              <p:nvPr/>
            </p:nvGrpSpPr>
            <p:grpSpPr>
              <a:xfrm>
                <a:off x="6288733" y="8008293"/>
                <a:ext cx="4282712" cy="644108"/>
                <a:chOff x="2052259" y="5722015"/>
                <a:chExt cx="4282712" cy="644108"/>
              </a:xfrm>
            </p:grpSpPr>
            <p:sp>
              <p:nvSpPr>
                <p:cNvPr id="60" name="TextBox 59">
                  <a:extLst>
                    <a:ext uri="{FF2B5EF4-FFF2-40B4-BE49-F238E27FC236}">
                      <a16:creationId xmlns:a16="http://schemas.microsoft.com/office/drawing/2014/main" id="{F8D2AA5A-86F3-F64D-8009-394461DA0C3F}"/>
                    </a:ext>
                  </a:extLst>
                </p:cNvPr>
                <p:cNvSpPr txBox="1"/>
                <p:nvPr/>
              </p:nvSpPr>
              <p:spPr>
                <a:xfrm>
                  <a:off x="2666187" y="5722015"/>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04</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61" name="Straight Connector 60">
                  <a:extLst>
                    <a:ext uri="{FF2B5EF4-FFF2-40B4-BE49-F238E27FC236}">
                      <a16:creationId xmlns:a16="http://schemas.microsoft.com/office/drawing/2014/main" id="{AFAE624A-F526-9447-B1B2-8D9B29DA04DC}"/>
                    </a:ext>
                  </a:extLst>
                </p:cNvPr>
                <p:cNvCxnSpPr/>
                <p:nvPr/>
              </p:nvCxnSpPr>
              <p:spPr>
                <a:xfrm flipH="1">
                  <a:off x="2052259" y="5972853"/>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51" name="Group 50">
                <a:extLst>
                  <a:ext uri="{FF2B5EF4-FFF2-40B4-BE49-F238E27FC236}">
                    <a16:creationId xmlns:a16="http://schemas.microsoft.com/office/drawing/2014/main" id="{E50885A0-D9BB-6D44-9911-B94E4470B4A3}"/>
                  </a:ext>
                </a:extLst>
              </p:cNvPr>
              <p:cNvGrpSpPr/>
              <p:nvPr/>
            </p:nvGrpSpPr>
            <p:grpSpPr>
              <a:xfrm>
                <a:off x="6288733" y="8781902"/>
                <a:ext cx="4282712" cy="644108"/>
                <a:chOff x="2052259" y="6498884"/>
                <a:chExt cx="4282712" cy="644108"/>
              </a:xfrm>
            </p:grpSpPr>
            <p:sp>
              <p:nvSpPr>
                <p:cNvPr id="58" name="TextBox 57">
                  <a:extLst>
                    <a:ext uri="{FF2B5EF4-FFF2-40B4-BE49-F238E27FC236}">
                      <a16:creationId xmlns:a16="http://schemas.microsoft.com/office/drawing/2014/main" id="{BCE54F96-39F8-5843-9566-02E7C9AD64FE}"/>
                    </a:ext>
                  </a:extLst>
                </p:cNvPr>
                <p:cNvSpPr txBox="1"/>
                <p:nvPr/>
              </p:nvSpPr>
              <p:spPr>
                <a:xfrm>
                  <a:off x="2666187" y="6498884"/>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05</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59" name="Straight Connector 58">
                  <a:extLst>
                    <a:ext uri="{FF2B5EF4-FFF2-40B4-BE49-F238E27FC236}">
                      <a16:creationId xmlns:a16="http://schemas.microsoft.com/office/drawing/2014/main" id="{1BAB8F83-4D34-3344-B2D7-93BC2360658B}"/>
                    </a:ext>
                  </a:extLst>
                </p:cNvPr>
                <p:cNvCxnSpPr/>
                <p:nvPr/>
              </p:nvCxnSpPr>
              <p:spPr>
                <a:xfrm flipH="1">
                  <a:off x="2052259" y="6749722"/>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52" name="Group 51">
                <a:extLst>
                  <a:ext uri="{FF2B5EF4-FFF2-40B4-BE49-F238E27FC236}">
                    <a16:creationId xmlns:a16="http://schemas.microsoft.com/office/drawing/2014/main" id="{2DD27751-8C01-984D-BBB1-452E92DEDBE9}"/>
                  </a:ext>
                </a:extLst>
              </p:cNvPr>
              <p:cNvGrpSpPr/>
              <p:nvPr/>
            </p:nvGrpSpPr>
            <p:grpSpPr>
              <a:xfrm>
                <a:off x="6288733" y="9555511"/>
                <a:ext cx="4282712" cy="644108"/>
                <a:chOff x="2052259" y="7275753"/>
                <a:chExt cx="4282712" cy="644108"/>
              </a:xfrm>
            </p:grpSpPr>
            <p:sp>
              <p:nvSpPr>
                <p:cNvPr id="56" name="TextBox 55">
                  <a:extLst>
                    <a:ext uri="{FF2B5EF4-FFF2-40B4-BE49-F238E27FC236}">
                      <a16:creationId xmlns:a16="http://schemas.microsoft.com/office/drawing/2014/main" id="{B561998A-F00E-E24E-9A66-AD3F7A78D5D5}"/>
                    </a:ext>
                  </a:extLst>
                </p:cNvPr>
                <p:cNvSpPr txBox="1"/>
                <p:nvPr/>
              </p:nvSpPr>
              <p:spPr>
                <a:xfrm>
                  <a:off x="2666187" y="7275753"/>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06</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57" name="Straight Connector 56">
                  <a:extLst>
                    <a:ext uri="{FF2B5EF4-FFF2-40B4-BE49-F238E27FC236}">
                      <a16:creationId xmlns:a16="http://schemas.microsoft.com/office/drawing/2014/main" id="{8992A452-963D-C74A-A135-00B4480DC753}"/>
                    </a:ext>
                  </a:extLst>
                </p:cNvPr>
                <p:cNvCxnSpPr/>
                <p:nvPr/>
              </p:nvCxnSpPr>
              <p:spPr>
                <a:xfrm flipH="1">
                  <a:off x="2052259" y="7526591"/>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53" name="Group 52">
                <a:extLst>
                  <a:ext uri="{FF2B5EF4-FFF2-40B4-BE49-F238E27FC236}">
                    <a16:creationId xmlns:a16="http://schemas.microsoft.com/office/drawing/2014/main" id="{35AEDDAA-6AC1-1140-B743-0907558AC08D}"/>
                  </a:ext>
                </a:extLst>
              </p:cNvPr>
              <p:cNvGrpSpPr/>
              <p:nvPr/>
            </p:nvGrpSpPr>
            <p:grpSpPr>
              <a:xfrm>
                <a:off x="6288733" y="10329121"/>
                <a:ext cx="4282712" cy="644108"/>
                <a:chOff x="2052259" y="5722015"/>
                <a:chExt cx="4282712" cy="644108"/>
              </a:xfrm>
            </p:grpSpPr>
            <p:sp>
              <p:nvSpPr>
                <p:cNvPr id="54" name="TextBox 53">
                  <a:extLst>
                    <a:ext uri="{FF2B5EF4-FFF2-40B4-BE49-F238E27FC236}">
                      <a16:creationId xmlns:a16="http://schemas.microsoft.com/office/drawing/2014/main" id="{D83E73AA-EDC8-8E4A-A41E-DB4631649BBD}"/>
                    </a:ext>
                  </a:extLst>
                </p:cNvPr>
                <p:cNvSpPr txBox="1"/>
                <p:nvPr/>
              </p:nvSpPr>
              <p:spPr>
                <a:xfrm>
                  <a:off x="2666187" y="5722015"/>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07</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55" name="Straight Connector 54">
                  <a:extLst>
                    <a:ext uri="{FF2B5EF4-FFF2-40B4-BE49-F238E27FC236}">
                      <a16:creationId xmlns:a16="http://schemas.microsoft.com/office/drawing/2014/main" id="{2A4601B3-3E97-E24A-9240-E08E3F617818}"/>
                    </a:ext>
                  </a:extLst>
                </p:cNvPr>
                <p:cNvCxnSpPr/>
                <p:nvPr/>
              </p:nvCxnSpPr>
              <p:spPr>
                <a:xfrm flipH="1">
                  <a:off x="2052259" y="5972853"/>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grpSp>
          <p:nvGrpSpPr>
            <p:cNvPr id="29" name="Group 28">
              <a:extLst>
                <a:ext uri="{FF2B5EF4-FFF2-40B4-BE49-F238E27FC236}">
                  <a16:creationId xmlns:a16="http://schemas.microsoft.com/office/drawing/2014/main" id="{FC53FDF3-D2DE-244B-8AEB-BEE5E962BCBB}"/>
                </a:ext>
              </a:extLst>
            </p:cNvPr>
            <p:cNvGrpSpPr/>
            <p:nvPr/>
          </p:nvGrpSpPr>
          <p:grpSpPr>
            <a:xfrm>
              <a:off x="18630094" y="5271035"/>
              <a:ext cx="4282712" cy="4323428"/>
              <a:chOff x="6288733" y="5102582"/>
              <a:chExt cx="4282712" cy="4323428"/>
            </a:xfrm>
          </p:grpSpPr>
          <p:cxnSp>
            <p:nvCxnSpPr>
              <p:cNvPr id="30" name="Straight Connector 29">
                <a:extLst>
                  <a:ext uri="{FF2B5EF4-FFF2-40B4-BE49-F238E27FC236}">
                    <a16:creationId xmlns:a16="http://schemas.microsoft.com/office/drawing/2014/main" id="{85D90461-3D1B-BE4B-9FC8-2FCD40173B43}"/>
                  </a:ext>
                </a:extLst>
              </p:cNvPr>
              <p:cNvCxnSpPr/>
              <p:nvPr/>
            </p:nvCxnSpPr>
            <p:spPr>
              <a:xfrm>
                <a:off x="6288733" y="5102582"/>
                <a:ext cx="0" cy="3947085"/>
              </a:xfrm>
              <a:prstGeom prst="line">
                <a:avLst/>
              </a:prstGeom>
              <a:ln w="38100">
                <a:solidFill>
                  <a:schemeClr val="bg1">
                    <a:lumMod val="75000"/>
                  </a:schemeClr>
                </a:solidFill>
              </a:ln>
            </p:spPr>
            <p:style>
              <a:lnRef idx="1">
                <a:schemeClr val="dk1"/>
              </a:lnRef>
              <a:fillRef idx="0">
                <a:schemeClr val="dk1"/>
              </a:fillRef>
              <a:effectRef idx="0">
                <a:schemeClr val="dk1"/>
              </a:effectRef>
              <a:fontRef idx="minor">
                <a:schemeClr val="tx1"/>
              </a:fontRef>
            </p:style>
          </p:cxnSp>
          <p:grpSp>
            <p:nvGrpSpPr>
              <p:cNvPr id="31" name="Group 30">
                <a:extLst>
                  <a:ext uri="{FF2B5EF4-FFF2-40B4-BE49-F238E27FC236}">
                    <a16:creationId xmlns:a16="http://schemas.microsoft.com/office/drawing/2014/main" id="{E90A0034-FA9E-3746-84A7-3F674164DEC1}"/>
                  </a:ext>
                </a:extLst>
              </p:cNvPr>
              <p:cNvGrpSpPr/>
              <p:nvPr/>
            </p:nvGrpSpPr>
            <p:grpSpPr>
              <a:xfrm>
                <a:off x="6288733" y="5687466"/>
                <a:ext cx="4282712" cy="644108"/>
                <a:chOff x="2052259" y="5722015"/>
                <a:chExt cx="4282712" cy="644108"/>
              </a:xfrm>
            </p:grpSpPr>
            <p:sp>
              <p:nvSpPr>
                <p:cNvPr id="44" name="TextBox 43">
                  <a:extLst>
                    <a:ext uri="{FF2B5EF4-FFF2-40B4-BE49-F238E27FC236}">
                      <a16:creationId xmlns:a16="http://schemas.microsoft.com/office/drawing/2014/main" id="{0E431CF2-A513-D147-BE65-885CE76163D4}"/>
                    </a:ext>
                  </a:extLst>
                </p:cNvPr>
                <p:cNvSpPr txBox="1"/>
                <p:nvPr/>
              </p:nvSpPr>
              <p:spPr>
                <a:xfrm>
                  <a:off x="2666187" y="5722015"/>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01</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45" name="Straight Connector 44">
                  <a:extLst>
                    <a:ext uri="{FF2B5EF4-FFF2-40B4-BE49-F238E27FC236}">
                      <a16:creationId xmlns:a16="http://schemas.microsoft.com/office/drawing/2014/main" id="{9A8B054F-A859-C243-B5DB-CC9C94091E86}"/>
                    </a:ext>
                  </a:extLst>
                </p:cNvPr>
                <p:cNvCxnSpPr/>
                <p:nvPr/>
              </p:nvCxnSpPr>
              <p:spPr>
                <a:xfrm flipH="1">
                  <a:off x="2052259" y="5972853"/>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32" name="Group 31">
                <a:extLst>
                  <a:ext uri="{FF2B5EF4-FFF2-40B4-BE49-F238E27FC236}">
                    <a16:creationId xmlns:a16="http://schemas.microsoft.com/office/drawing/2014/main" id="{A71F288C-E2C7-BA4A-A435-B1C80001AC2F}"/>
                  </a:ext>
                </a:extLst>
              </p:cNvPr>
              <p:cNvGrpSpPr/>
              <p:nvPr/>
            </p:nvGrpSpPr>
            <p:grpSpPr>
              <a:xfrm>
                <a:off x="6288733" y="6461075"/>
                <a:ext cx="4282712" cy="644108"/>
                <a:chOff x="2052259" y="6498884"/>
                <a:chExt cx="4282712" cy="644108"/>
              </a:xfrm>
            </p:grpSpPr>
            <p:sp>
              <p:nvSpPr>
                <p:cNvPr id="42" name="TextBox 41">
                  <a:extLst>
                    <a:ext uri="{FF2B5EF4-FFF2-40B4-BE49-F238E27FC236}">
                      <a16:creationId xmlns:a16="http://schemas.microsoft.com/office/drawing/2014/main" id="{65AE9BE5-7049-4943-A1B0-12D1D6C1736C}"/>
                    </a:ext>
                  </a:extLst>
                </p:cNvPr>
                <p:cNvSpPr txBox="1"/>
                <p:nvPr/>
              </p:nvSpPr>
              <p:spPr>
                <a:xfrm>
                  <a:off x="2666187" y="6498884"/>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02</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43" name="Straight Connector 42">
                  <a:extLst>
                    <a:ext uri="{FF2B5EF4-FFF2-40B4-BE49-F238E27FC236}">
                      <a16:creationId xmlns:a16="http://schemas.microsoft.com/office/drawing/2014/main" id="{7742F27B-002D-0145-8466-E9C22F80C0E5}"/>
                    </a:ext>
                  </a:extLst>
                </p:cNvPr>
                <p:cNvCxnSpPr/>
                <p:nvPr/>
              </p:nvCxnSpPr>
              <p:spPr>
                <a:xfrm flipH="1">
                  <a:off x="2052259" y="6749722"/>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33" name="Group 32">
                <a:extLst>
                  <a:ext uri="{FF2B5EF4-FFF2-40B4-BE49-F238E27FC236}">
                    <a16:creationId xmlns:a16="http://schemas.microsoft.com/office/drawing/2014/main" id="{0284D959-8FDD-6342-AE53-D99FE23B595D}"/>
                  </a:ext>
                </a:extLst>
              </p:cNvPr>
              <p:cNvGrpSpPr/>
              <p:nvPr/>
            </p:nvGrpSpPr>
            <p:grpSpPr>
              <a:xfrm>
                <a:off x="6288733" y="7234684"/>
                <a:ext cx="4282712" cy="644108"/>
                <a:chOff x="2052259" y="7275753"/>
                <a:chExt cx="4282712" cy="644108"/>
              </a:xfrm>
            </p:grpSpPr>
            <p:sp>
              <p:nvSpPr>
                <p:cNvPr id="40" name="TextBox 39">
                  <a:extLst>
                    <a:ext uri="{FF2B5EF4-FFF2-40B4-BE49-F238E27FC236}">
                      <a16:creationId xmlns:a16="http://schemas.microsoft.com/office/drawing/2014/main" id="{DC55C7CC-167B-B347-92F3-1A97367D9745}"/>
                    </a:ext>
                  </a:extLst>
                </p:cNvPr>
                <p:cNvSpPr txBox="1"/>
                <p:nvPr/>
              </p:nvSpPr>
              <p:spPr>
                <a:xfrm>
                  <a:off x="2666187" y="7275753"/>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03</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41" name="Straight Connector 40">
                  <a:extLst>
                    <a:ext uri="{FF2B5EF4-FFF2-40B4-BE49-F238E27FC236}">
                      <a16:creationId xmlns:a16="http://schemas.microsoft.com/office/drawing/2014/main" id="{324AFAB1-FA32-5042-9D31-1438E3AB62C6}"/>
                    </a:ext>
                  </a:extLst>
                </p:cNvPr>
                <p:cNvCxnSpPr/>
                <p:nvPr/>
              </p:nvCxnSpPr>
              <p:spPr>
                <a:xfrm flipH="1">
                  <a:off x="2052259" y="7526591"/>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34" name="Group 33">
                <a:extLst>
                  <a:ext uri="{FF2B5EF4-FFF2-40B4-BE49-F238E27FC236}">
                    <a16:creationId xmlns:a16="http://schemas.microsoft.com/office/drawing/2014/main" id="{CEECFE78-BFC2-DB41-AA60-BA1FB74DE2BA}"/>
                  </a:ext>
                </a:extLst>
              </p:cNvPr>
              <p:cNvGrpSpPr/>
              <p:nvPr/>
            </p:nvGrpSpPr>
            <p:grpSpPr>
              <a:xfrm>
                <a:off x="6288733" y="8008293"/>
                <a:ext cx="4282712" cy="644108"/>
                <a:chOff x="2052259" y="5722015"/>
                <a:chExt cx="4282712" cy="644108"/>
              </a:xfrm>
            </p:grpSpPr>
            <p:sp>
              <p:nvSpPr>
                <p:cNvPr id="38" name="TextBox 37">
                  <a:extLst>
                    <a:ext uri="{FF2B5EF4-FFF2-40B4-BE49-F238E27FC236}">
                      <a16:creationId xmlns:a16="http://schemas.microsoft.com/office/drawing/2014/main" id="{7336110E-1E5B-5D45-BFCA-397E0B638405}"/>
                    </a:ext>
                  </a:extLst>
                </p:cNvPr>
                <p:cNvSpPr txBox="1"/>
                <p:nvPr/>
              </p:nvSpPr>
              <p:spPr>
                <a:xfrm>
                  <a:off x="2666187" y="5722015"/>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04</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39" name="Straight Connector 38">
                  <a:extLst>
                    <a:ext uri="{FF2B5EF4-FFF2-40B4-BE49-F238E27FC236}">
                      <a16:creationId xmlns:a16="http://schemas.microsoft.com/office/drawing/2014/main" id="{D953BF12-248E-AA4E-838A-3F7556B6A166}"/>
                    </a:ext>
                  </a:extLst>
                </p:cNvPr>
                <p:cNvCxnSpPr/>
                <p:nvPr/>
              </p:nvCxnSpPr>
              <p:spPr>
                <a:xfrm flipH="1">
                  <a:off x="2052259" y="5972853"/>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nvGrpSpPr>
              <p:cNvPr id="35" name="Group 34">
                <a:extLst>
                  <a:ext uri="{FF2B5EF4-FFF2-40B4-BE49-F238E27FC236}">
                    <a16:creationId xmlns:a16="http://schemas.microsoft.com/office/drawing/2014/main" id="{E7B5B3E3-3AC2-7D4B-BFD9-854FCC4CE112}"/>
                  </a:ext>
                </a:extLst>
              </p:cNvPr>
              <p:cNvGrpSpPr/>
              <p:nvPr/>
            </p:nvGrpSpPr>
            <p:grpSpPr>
              <a:xfrm>
                <a:off x="6288733" y="8781902"/>
                <a:ext cx="4282712" cy="644108"/>
                <a:chOff x="2052259" y="6498884"/>
                <a:chExt cx="4282712" cy="644108"/>
              </a:xfrm>
            </p:grpSpPr>
            <p:sp>
              <p:nvSpPr>
                <p:cNvPr id="36" name="TextBox 35">
                  <a:extLst>
                    <a:ext uri="{FF2B5EF4-FFF2-40B4-BE49-F238E27FC236}">
                      <a16:creationId xmlns:a16="http://schemas.microsoft.com/office/drawing/2014/main" id="{E51DB788-4B63-4744-A9B7-C3C6E29E5F4C}"/>
                    </a:ext>
                  </a:extLst>
                </p:cNvPr>
                <p:cNvSpPr txBox="1"/>
                <p:nvPr/>
              </p:nvSpPr>
              <p:spPr>
                <a:xfrm>
                  <a:off x="2666187" y="6498884"/>
                  <a:ext cx="3668784" cy="644108"/>
                </a:xfrm>
                <a:prstGeom prst="rect">
                  <a:avLst/>
                </a:prstGeom>
                <a:noFill/>
              </p:spPr>
              <p:txBody>
                <a:bodyPr wrap="square" rtlCol="0">
                  <a:spAutoFit/>
                </a:bodyPr>
                <a:lstStyle/>
                <a:p>
                  <a:pPr marL="0" marR="0" lvl="0" indent="0" algn="l" defTabSz="342867" rtl="0" eaLnBrk="1" fontAlgn="auto" latinLnBrk="0" hangingPunct="1">
                    <a:lnSpc>
                      <a:spcPct val="120000"/>
                    </a:lnSpc>
                    <a:spcBef>
                      <a:spcPct val="20000"/>
                    </a:spcBef>
                    <a:spcAft>
                      <a:spcPts val="0"/>
                    </a:spcAft>
                    <a:buClrTx/>
                    <a:buSzTx/>
                    <a:buFontTx/>
                    <a:buNone/>
                    <a:tabLst/>
                    <a:defRPr/>
                  </a:pPr>
                  <a:r>
                    <a:rPr kumimoji="0" lang="en-US" altLang="ko-KR" sz="900" b="0" i="0" u="none" strike="noStrike" kern="1200" cap="none" spc="0" normalizeH="0" baseline="0" noProof="0">
                      <a:ln>
                        <a:noFill/>
                      </a:ln>
                      <a:solidFill>
                        <a:srgbClr val="111111"/>
                      </a:solidFill>
                      <a:effectLst/>
                      <a:uLnTx/>
                      <a:uFillTx/>
                      <a:latin typeface="Graphik" panose="020B0503030202060203" pitchFamily="34" charset="77"/>
                      <a:ea typeface="Lato" panose="020F0502020204030203" pitchFamily="34" charset="0"/>
                      <a:cs typeface="Lato" panose="020F0502020204030203" pitchFamily="34" charset="0"/>
                    </a:rPr>
                    <a:t>Sample text here 05</a:t>
                  </a:r>
                  <a:endParaRPr kumimoji="0" lang="ko-KR" altLang="en-US" sz="900" b="0" i="0" u="none" strike="noStrike" kern="1200" cap="none" spc="0" normalizeH="0" baseline="0" noProof="0">
                    <a:ln>
                      <a:noFill/>
                    </a:ln>
                    <a:solidFill>
                      <a:srgbClr val="111111"/>
                    </a:solidFill>
                    <a:effectLst/>
                    <a:uLnTx/>
                    <a:uFillTx/>
                    <a:latin typeface="Graphik" panose="020B0503030202060203" pitchFamily="34" charset="77"/>
                    <a:ea typeface="Roboto Light" pitchFamily="2" charset="0"/>
                    <a:cs typeface="Lato" panose="020F0502020204030203" pitchFamily="34" charset="0"/>
                  </a:endParaRPr>
                </a:p>
              </p:txBody>
            </p:sp>
            <p:cxnSp>
              <p:nvCxnSpPr>
                <p:cNvPr id="37" name="Straight Connector 36">
                  <a:extLst>
                    <a:ext uri="{FF2B5EF4-FFF2-40B4-BE49-F238E27FC236}">
                      <a16:creationId xmlns:a16="http://schemas.microsoft.com/office/drawing/2014/main" id="{11CE9534-0D6F-A041-8352-4C99C9218363}"/>
                    </a:ext>
                  </a:extLst>
                </p:cNvPr>
                <p:cNvCxnSpPr/>
                <p:nvPr/>
              </p:nvCxnSpPr>
              <p:spPr>
                <a:xfrm flipH="1">
                  <a:off x="2052259" y="6749722"/>
                  <a:ext cx="499140" cy="0"/>
                </a:xfrm>
                <a:prstGeom prst="line">
                  <a:avLst/>
                </a:prstGeom>
                <a:ln w="38100">
                  <a:solidFill>
                    <a:schemeClr val="bg1">
                      <a:lumMod val="75000"/>
                    </a:schemeClr>
                  </a:solidFill>
                  <a:headEnd type="oval" w="med" len="med"/>
                  <a:tailEnd type="oval" w="med" len="med"/>
                </a:ln>
              </p:spPr>
              <p:style>
                <a:lnRef idx="1">
                  <a:schemeClr val="dk1"/>
                </a:lnRef>
                <a:fillRef idx="0">
                  <a:schemeClr val="dk1"/>
                </a:fillRef>
                <a:effectRef idx="0">
                  <a:schemeClr val="dk1"/>
                </a:effectRef>
                <a:fontRef idx="minor">
                  <a:schemeClr val="tx1"/>
                </a:fontRef>
              </p:style>
            </p:cxnSp>
          </p:grpSp>
        </p:grpSp>
      </p:grpSp>
    </p:spTree>
    <p:extLst>
      <p:ext uri="{BB962C8B-B14F-4D97-AF65-F5344CB8AC3E}">
        <p14:creationId xmlns:p14="http://schemas.microsoft.com/office/powerpoint/2010/main" val="32222844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lide Number Placeholder 3">
            <a:extLst>
              <a:ext uri="{FF2B5EF4-FFF2-40B4-BE49-F238E27FC236}">
                <a16:creationId xmlns:a16="http://schemas.microsoft.com/office/drawing/2014/main" id="{89742F2A-AEBF-D441-900D-25CA5573BFEC}"/>
              </a:ext>
            </a:extLst>
          </p:cNvPr>
          <p:cNvSpPr txBox="1">
            <a:spLocks/>
          </p:cNvSpPr>
          <p:nvPr/>
        </p:nvSpPr>
        <p:spPr>
          <a:xfrm>
            <a:off x="11471566" y="6257742"/>
            <a:ext cx="431079" cy="3890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40" rtl="0" eaLnBrk="1" fontAlgn="auto" latinLnBrk="0" hangingPunct="1">
              <a:lnSpc>
                <a:spcPct val="100000"/>
              </a:lnSpc>
              <a:spcBef>
                <a:spcPts val="0"/>
              </a:spcBef>
              <a:spcAft>
                <a:spcPts val="0"/>
              </a:spcAft>
              <a:buClrTx/>
              <a:buSzTx/>
              <a:buFontTx/>
              <a:buNone/>
              <a:tabLst/>
              <a:defRPr/>
            </a:pPr>
            <a:fld id="{FCEE2C88-6C8F-484D-AF69-578F576B1F44}" type="slidenum">
              <a:rPr kumimoji="0" lang="en-US" sz="1000" b="0" i="0" u="none" strike="noStrike" kern="1200" cap="none" spc="0" normalizeH="0" baseline="0" noProof="0" smtClean="0">
                <a:ln>
                  <a:noFill/>
                </a:ln>
                <a:solidFill>
                  <a:prstClr val="white">
                    <a:lumMod val="50000"/>
                  </a:prstClr>
                </a:solidFill>
                <a:effectLst/>
                <a:uLnTx/>
                <a:uFillTx/>
                <a:latin typeface="Roboto Light" panose="02000000000000000000" pitchFamily="2" charset="0"/>
                <a:ea typeface="Roboto Light" panose="02000000000000000000" pitchFamily="2" charset="0"/>
                <a:cs typeface="+mn-cs"/>
              </a:rPr>
              <a:pPr marL="0" marR="0" lvl="0" indent="0" algn="ctr" defTabSz="91434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a:ln>
                <a:noFill/>
              </a:ln>
              <a:solidFill>
                <a:prstClr val="white">
                  <a:lumMod val="50000"/>
                </a:prstClr>
              </a:solidFill>
              <a:effectLst/>
              <a:uLnTx/>
              <a:uFillTx/>
              <a:latin typeface="Roboto Light" panose="02000000000000000000" pitchFamily="2" charset="0"/>
              <a:ea typeface="Roboto Light" panose="02000000000000000000" pitchFamily="2" charset="0"/>
              <a:cs typeface="+mn-cs"/>
            </a:endParaRPr>
          </a:p>
        </p:txBody>
      </p:sp>
      <p:sp>
        <p:nvSpPr>
          <p:cNvPr id="17" name="Slide Number Placeholder 3">
            <a:extLst>
              <a:ext uri="{FF2B5EF4-FFF2-40B4-BE49-F238E27FC236}">
                <a16:creationId xmlns:a16="http://schemas.microsoft.com/office/drawing/2014/main" id="{2BFB9839-07C8-FC4F-A7F6-8439DD2C8255}"/>
              </a:ext>
            </a:extLst>
          </p:cNvPr>
          <p:cNvSpPr txBox="1">
            <a:spLocks/>
          </p:cNvSpPr>
          <p:nvPr/>
        </p:nvSpPr>
        <p:spPr>
          <a:xfrm>
            <a:off x="11471566" y="6257741"/>
            <a:ext cx="431079" cy="389083"/>
          </a:xfrm>
          <a:prstGeom prst="rect">
            <a:avLst/>
          </a:prstGeom>
        </p:spPr>
        <p:txBody>
          <a:bodyPr vert="horz" lIns="0" tIns="0" rIns="0" bIns="0" rtlCol="0" anchor="ctr"/>
          <a:lstStyle>
            <a:defPPr>
              <a:defRPr lang="en-US"/>
            </a:defPPr>
            <a:lvl1pPr marL="0" algn="ctr" defTabSz="914377" rtl="0" eaLnBrk="1" latinLnBrk="0" hangingPunct="1">
              <a:defRPr sz="1000" kern="1200">
                <a:solidFill>
                  <a:schemeClr val="bg1">
                    <a:lumMod val="50000"/>
                  </a:schemeClr>
                </a:solidFill>
                <a:latin typeface="Roboto Light" panose="02000000000000000000" pitchFamily="2" charset="0"/>
                <a:ea typeface="Roboto Light" panose="02000000000000000000" pitchFamily="2" charset="0"/>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fld id="{FCEE2C88-6C8F-484D-AF69-578F576B1F44}" type="slidenum">
              <a:rPr kumimoji="0" lang="en-US" sz="1000" b="0" i="0" u="none" strike="noStrike" kern="1200" cap="none" spc="0" normalizeH="0" baseline="0" noProof="0">
                <a:ln>
                  <a:noFill/>
                </a:ln>
                <a:solidFill>
                  <a:prstClr val="white">
                    <a:lumMod val="50000"/>
                  </a:prstClr>
                </a:solidFill>
                <a:effectLst/>
                <a:uLnTx/>
                <a:uFillTx/>
                <a:latin typeface="Roboto Light" panose="02000000000000000000" pitchFamily="2" charset="0"/>
                <a:ea typeface="Roboto Light" panose="02000000000000000000" pitchFamily="2" charset="0"/>
                <a:cs typeface="+mn-cs"/>
              </a:rPr>
              <a:pPr marL="0" marR="0" lvl="0" indent="0" algn="ctr" defTabSz="914377"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a:ln>
                <a:noFill/>
              </a:ln>
              <a:solidFill>
                <a:prstClr val="white">
                  <a:lumMod val="50000"/>
                </a:prstClr>
              </a:solidFill>
              <a:effectLst/>
              <a:uLnTx/>
              <a:uFillTx/>
              <a:latin typeface="Roboto Light" panose="02000000000000000000" pitchFamily="2" charset="0"/>
              <a:ea typeface="Roboto Light" panose="02000000000000000000" pitchFamily="2" charset="0"/>
              <a:cs typeface="+mn-cs"/>
            </a:endParaRPr>
          </a:p>
        </p:txBody>
      </p:sp>
      <p:sp>
        <p:nvSpPr>
          <p:cNvPr id="19" name="Text Placeholder 8">
            <a:extLst>
              <a:ext uri="{FF2B5EF4-FFF2-40B4-BE49-F238E27FC236}">
                <a16:creationId xmlns:a16="http://schemas.microsoft.com/office/drawing/2014/main" id="{F0C68A32-3114-FD48-8E4C-020A37ADADF6}"/>
              </a:ext>
            </a:extLst>
          </p:cNvPr>
          <p:cNvSpPr txBox="1">
            <a:spLocks/>
          </p:cNvSpPr>
          <p:nvPr/>
        </p:nvSpPr>
        <p:spPr>
          <a:xfrm>
            <a:off x="412586" y="339365"/>
            <a:ext cx="10905239" cy="775451"/>
          </a:xfrm>
          <a:prstGeom prst="rect">
            <a:avLst/>
          </a:prstGeom>
        </p:spPr>
        <p:txBody>
          <a:bodyPr/>
          <a:lstStyle>
            <a:lvl1pPr marL="0" indent="0" algn="l" defTabSz="228600" rtl="0" eaLnBrk="1" latinLnBrk="0" hangingPunct="1">
              <a:lnSpc>
                <a:spcPct val="100000"/>
              </a:lnSpc>
              <a:spcBef>
                <a:spcPts val="0"/>
              </a:spcBef>
              <a:spcAft>
                <a:spcPts val="1200"/>
              </a:spcAft>
              <a:buFont typeface="Arial" panose="020B0604020202020204" pitchFamily="34" charset="0"/>
              <a:buNone/>
              <a:defRPr sz="2000" b="0" kern="1200">
                <a:solidFill>
                  <a:schemeClr val="tx1"/>
                </a:solidFill>
                <a:latin typeface="+mn-lt"/>
                <a:ea typeface="+mn-ea"/>
                <a:cs typeface="+mn-cs"/>
              </a:defRPr>
            </a:lvl1pPr>
            <a:lvl2pPr marL="228600" indent="-228600" algn="l" defTabSz="228600" rtl="0" eaLnBrk="1" latinLnBrk="0" hangingPunct="1">
              <a:lnSpc>
                <a:spcPct val="100000"/>
              </a:lnSpc>
              <a:spcBef>
                <a:spcPts val="0"/>
              </a:spcBef>
              <a:spcAft>
                <a:spcPts val="1200"/>
              </a:spcAft>
              <a:buClrTx/>
              <a:buFont typeface="Arial" panose="020B0604020202020204" pitchFamily="34" charset="0"/>
              <a:buChar char="•"/>
              <a:defRPr sz="2000" kern="1200">
                <a:solidFill>
                  <a:schemeClr val="tx1"/>
                </a:solidFill>
                <a:latin typeface="+mn-lt"/>
                <a:ea typeface="+mn-ea"/>
                <a:cs typeface="+mn-cs"/>
              </a:defRPr>
            </a:lvl2pPr>
            <a:lvl3pPr marL="457200" indent="-228600" algn="l" defTabSz="228600" rtl="0" eaLnBrk="1" latinLnBrk="0" hangingPunct="1">
              <a:lnSpc>
                <a:spcPct val="100000"/>
              </a:lnSpc>
              <a:spcBef>
                <a:spcPts val="0"/>
              </a:spcBef>
              <a:spcAft>
                <a:spcPts val="1200"/>
              </a:spcAft>
              <a:buFont typeface="System Font"/>
              <a:buChar char="–"/>
              <a:defRPr sz="2000" kern="1200">
                <a:solidFill>
                  <a:schemeClr val="tx1"/>
                </a:solidFill>
                <a:latin typeface="+mn-lt"/>
                <a:ea typeface="+mn-ea"/>
                <a:cs typeface="+mn-cs"/>
              </a:defRPr>
            </a:lvl3pPr>
            <a:lvl4pPr marL="685800" indent="-228600" algn="l" defTabSz="228600" rtl="0" eaLnBrk="1" latinLnBrk="0" hangingPunct="1">
              <a:lnSpc>
                <a:spcPct val="100000"/>
              </a:lnSpc>
              <a:spcBef>
                <a:spcPts val="0"/>
              </a:spcBef>
              <a:spcAft>
                <a:spcPts val="1200"/>
              </a:spcAft>
              <a:buFont typeface="Arial" panose="020B0604020202020204" pitchFamily="34" charset="0"/>
              <a:buChar char="•"/>
              <a:defRPr sz="1800" kern="1200">
                <a:solidFill>
                  <a:schemeClr val="tx1"/>
                </a:solidFill>
                <a:latin typeface="+mn-lt"/>
                <a:ea typeface="+mn-ea"/>
                <a:cs typeface="+mn-cs"/>
              </a:defRPr>
            </a:lvl4pPr>
            <a:lvl5pPr marL="914400" indent="-228600" algn="l" defTabSz="228600" rtl="0" eaLnBrk="1" latinLnBrk="0" hangingPunct="1">
              <a:lnSpc>
                <a:spcPct val="100000"/>
              </a:lnSpc>
              <a:spcBef>
                <a:spcPts val="0"/>
              </a:spcBef>
              <a:spcAft>
                <a:spcPts val="1200"/>
              </a:spcAft>
              <a:buFont typeface="System Font"/>
              <a:buChar char="–"/>
              <a:defRPr sz="1800" kern="1200">
                <a:solidFill>
                  <a:schemeClr val="tx1"/>
                </a:solidFill>
                <a:latin typeface="+mn-lt"/>
                <a:ea typeface="+mn-ea"/>
                <a:cs typeface="+mn-cs"/>
              </a:defRPr>
            </a:lvl5pPr>
            <a:lvl6pPr marL="11113" indent="0" algn="l" defTabSz="228600" rtl="0" eaLnBrk="1" latinLnBrk="0" hangingPunct="1">
              <a:lnSpc>
                <a:spcPct val="90000"/>
              </a:lnSpc>
              <a:spcBef>
                <a:spcPts val="0"/>
              </a:spcBef>
              <a:spcAft>
                <a:spcPts val="1200"/>
              </a:spcAft>
              <a:buFont typeface="Graphik" panose="020B0503030202060203" pitchFamily="34" charset="0"/>
              <a:buNone/>
              <a:tabLst/>
              <a:defRPr sz="1600" kern="1200">
                <a:solidFill>
                  <a:schemeClr val="tx1"/>
                </a:solidFill>
                <a:latin typeface="+mn-lt"/>
                <a:ea typeface="+mn-ea"/>
                <a:cs typeface="+mn-cs"/>
              </a:defRPr>
            </a:lvl6pPr>
            <a:lvl7pPr marL="0" indent="0" algn="l" defTabSz="228600" rtl="0" eaLnBrk="1" latinLnBrk="0" hangingPunct="1">
              <a:lnSpc>
                <a:spcPct val="90000"/>
              </a:lnSpc>
              <a:spcBef>
                <a:spcPts val="0"/>
              </a:spcBef>
              <a:spcAft>
                <a:spcPts val="1200"/>
              </a:spcAft>
              <a:buFont typeface="Arial" panose="020B0604020202020204" pitchFamily="34" charset="0"/>
              <a:buNone/>
              <a:defRPr sz="1200" kern="1200">
                <a:solidFill>
                  <a:schemeClr val="tx1"/>
                </a:solidFill>
                <a:latin typeface="+mn-lt"/>
                <a:ea typeface="+mn-ea"/>
                <a:cs typeface="+mn-cs"/>
              </a:defRPr>
            </a:lvl7pPr>
            <a:lvl8pPr marL="0" indent="0" algn="l" defTabSz="228600" rtl="0" eaLnBrk="1" latinLnBrk="0" hangingPunct="1">
              <a:lnSpc>
                <a:spcPct val="90000"/>
              </a:lnSpc>
              <a:spcBef>
                <a:spcPts val="0"/>
              </a:spcBef>
              <a:spcAft>
                <a:spcPts val="1200"/>
              </a:spcAft>
              <a:buFont typeface="Arial" panose="020B0604020202020204" pitchFamily="34" charset="0"/>
              <a:buNone/>
              <a:defRPr sz="1000" b="1" kern="1200">
                <a:solidFill>
                  <a:schemeClr val="tx1"/>
                </a:solidFill>
                <a:latin typeface="+mn-lt"/>
                <a:ea typeface="+mn-ea"/>
                <a:cs typeface="+mn-cs"/>
              </a:defRPr>
            </a:lvl8pPr>
            <a:lvl9pPr marL="0" indent="0" algn="l" defTabSz="228600" rtl="0" eaLnBrk="1" latinLnBrk="0" hangingPunct="1">
              <a:lnSpc>
                <a:spcPct val="90000"/>
              </a:lnSpc>
              <a:spcBef>
                <a:spcPts val="0"/>
              </a:spcBef>
              <a:spcAft>
                <a:spcPts val="1200"/>
              </a:spcAft>
              <a:buFont typeface="Arial" panose="020B0604020202020204" pitchFamily="34" charset="0"/>
              <a:buNone/>
              <a:defRPr sz="800" kern="1200">
                <a:solidFill>
                  <a:schemeClr val="tx2"/>
                </a:solidFill>
                <a:latin typeface="+mn-lt"/>
                <a:ea typeface="+mn-ea"/>
                <a:cs typeface="+mn-cs"/>
              </a:defRPr>
            </a:lvl9pPr>
          </a:lstStyle>
          <a:p>
            <a:pPr marL="0" marR="0" lvl="0" indent="0" algn="l" defTabSz="2286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2200" b="1" i="0" u="none" strike="noStrike" kern="1200" cap="none" spc="0" normalizeH="0" baseline="0" noProof="0">
                <a:ln>
                  <a:noFill/>
                </a:ln>
                <a:solidFill>
                  <a:srgbClr val="000000"/>
                </a:solidFill>
                <a:effectLst/>
                <a:uLnTx/>
                <a:uFillTx/>
                <a:latin typeface="Graphik"/>
                <a:ea typeface="+mn-ea"/>
                <a:cs typeface="+mn-cs"/>
              </a:rPr>
              <a:t>Title – 2 lines text. Kanye, Adam Neumann, Elizabeth Holmes all walk into a Lower East Side bar and …</a:t>
            </a:r>
          </a:p>
        </p:txBody>
      </p:sp>
      <p:grpSp>
        <p:nvGrpSpPr>
          <p:cNvPr id="127" name="Group 126">
            <a:extLst>
              <a:ext uri="{FF2B5EF4-FFF2-40B4-BE49-F238E27FC236}">
                <a16:creationId xmlns:a16="http://schemas.microsoft.com/office/drawing/2014/main" id="{66F96C8C-54CC-C349-94BF-5FCBB8843ACB}"/>
              </a:ext>
            </a:extLst>
          </p:cNvPr>
          <p:cNvGrpSpPr/>
          <p:nvPr/>
        </p:nvGrpSpPr>
        <p:grpSpPr>
          <a:xfrm>
            <a:off x="2285281" y="2037191"/>
            <a:ext cx="7621440" cy="3215713"/>
            <a:chOff x="504083" y="1382183"/>
            <a:chExt cx="11183834" cy="4718794"/>
          </a:xfrm>
          <a:solidFill>
            <a:schemeClr val="accent4"/>
          </a:solidFill>
        </p:grpSpPr>
        <p:cxnSp>
          <p:nvCxnSpPr>
            <p:cNvPr id="128" name="Straight Connector 127">
              <a:extLst>
                <a:ext uri="{FF2B5EF4-FFF2-40B4-BE49-F238E27FC236}">
                  <a16:creationId xmlns:a16="http://schemas.microsoft.com/office/drawing/2014/main" id="{68673AE8-5286-B64D-B1FB-34D83CD92EA9}"/>
                </a:ext>
              </a:extLst>
            </p:cNvPr>
            <p:cNvCxnSpPr/>
            <p:nvPr/>
          </p:nvCxnSpPr>
          <p:spPr>
            <a:xfrm>
              <a:off x="8994457" y="3922935"/>
              <a:ext cx="1318" cy="1878831"/>
            </a:xfrm>
            <a:prstGeom prst="line">
              <a:avLst/>
            </a:prstGeom>
            <a:grpFill/>
            <a:ln w="19050">
              <a:solidFill>
                <a:schemeClr val="accent5"/>
              </a:solidFill>
              <a:prstDash val="sysDash"/>
            </a:ln>
          </p:spPr>
          <p:style>
            <a:lnRef idx="1">
              <a:schemeClr val="accent1"/>
            </a:lnRef>
            <a:fillRef idx="0">
              <a:schemeClr val="accent1"/>
            </a:fillRef>
            <a:effectRef idx="0">
              <a:schemeClr val="accent1"/>
            </a:effectRef>
            <a:fontRef idx="minor">
              <a:schemeClr val="tx1"/>
            </a:fontRef>
          </p:style>
        </p:cxnSp>
        <p:cxnSp>
          <p:nvCxnSpPr>
            <p:cNvPr id="129" name="Straight Connector 128">
              <a:extLst>
                <a:ext uri="{FF2B5EF4-FFF2-40B4-BE49-F238E27FC236}">
                  <a16:creationId xmlns:a16="http://schemas.microsoft.com/office/drawing/2014/main" id="{79538AB6-7A42-A543-A8F1-E8E729366306}"/>
                </a:ext>
              </a:extLst>
            </p:cNvPr>
            <p:cNvCxnSpPr/>
            <p:nvPr/>
          </p:nvCxnSpPr>
          <p:spPr>
            <a:xfrm>
              <a:off x="10932451" y="3963431"/>
              <a:ext cx="1318" cy="1878831"/>
            </a:xfrm>
            <a:prstGeom prst="line">
              <a:avLst/>
            </a:prstGeom>
            <a:grpFill/>
            <a:ln w="19050">
              <a:solidFill>
                <a:schemeClr val="accent5"/>
              </a:solidFill>
              <a:prstDash val="sysDash"/>
            </a:ln>
          </p:spPr>
          <p:style>
            <a:lnRef idx="1">
              <a:schemeClr val="accent1"/>
            </a:lnRef>
            <a:fillRef idx="0">
              <a:schemeClr val="accent1"/>
            </a:fillRef>
            <a:effectRef idx="0">
              <a:schemeClr val="accent1"/>
            </a:effectRef>
            <a:fontRef idx="minor">
              <a:schemeClr val="tx1"/>
            </a:fontRef>
          </p:style>
        </p:cxnSp>
        <p:cxnSp>
          <p:nvCxnSpPr>
            <p:cNvPr id="130" name="Straight Connector 129">
              <a:extLst>
                <a:ext uri="{FF2B5EF4-FFF2-40B4-BE49-F238E27FC236}">
                  <a16:creationId xmlns:a16="http://schemas.microsoft.com/office/drawing/2014/main" id="{4FF1C6E8-711A-0B4E-8717-F2B4D623BA7B}"/>
                </a:ext>
              </a:extLst>
            </p:cNvPr>
            <p:cNvCxnSpPr/>
            <p:nvPr/>
          </p:nvCxnSpPr>
          <p:spPr>
            <a:xfrm>
              <a:off x="5201211" y="3922935"/>
              <a:ext cx="1318" cy="1878831"/>
            </a:xfrm>
            <a:prstGeom prst="line">
              <a:avLst/>
            </a:prstGeom>
            <a:grpFill/>
            <a:ln w="19050">
              <a:solidFill>
                <a:schemeClr val="accent4"/>
              </a:solidFill>
              <a:prstDash val="sysDash"/>
            </a:ln>
          </p:spPr>
          <p:style>
            <a:lnRef idx="1">
              <a:schemeClr val="accent1"/>
            </a:lnRef>
            <a:fillRef idx="0">
              <a:schemeClr val="accent1"/>
            </a:fillRef>
            <a:effectRef idx="0">
              <a:schemeClr val="accent1"/>
            </a:effectRef>
            <a:fontRef idx="minor">
              <a:schemeClr val="tx1"/>
            </a:fontRef>
          </p:style>
        </p:cxnSp>
        <p:cxnSp>
          <p:nvCxnSpPr>
            <p:cNvPr id="131" name="Straight Connector 130">
              <a:extLst>
                <a:ext uri="{FF2B5EF4-FFF2-40B4-BE49-F238E27FC236}">
                  <a16:creationId xmlns:a16="http://schemas.microsoft.com/office/drawing/2014/main" id="{50FE2C6D-0C69-694A-AC07-52F41927CFBA}"/>
                </a:ext>
              </a:extLst>
            </p:cNvPr>
            <p:cNvCxnSpPr/>
            <p:nvPr/>
          </p:nvCxnSpPr>
          <p:spPr>
            <a:xfrm>
              <a:off x="7043201" y="3804327"/>
              <a:ext cx="1318" cy="1878831"/>
            </a:xfrm>
            <a:prstGeom prst="line">
              <a:avLst/>
            </a:prstGeom>
            <a:grpFill/>
            <a:ln w="19050">
              <a:solidFill>
                <a:schemeClr val="accent4"/>
              </a:solidFill>
              <a:prstDash val="sysDash"/>
            </a:ln>
          </p:spPr>
          <p:style>
            <a:lnRef idx="1">
              <a:schemeClr val="accent1"/>
            </a:lnRef>
            <a:fillRef idx="0">
              <a:schemeClr val="accent1"/>
            </a:fillRef>
            <a:effectRef idx="0">
              <a:schemeClr val="accent1"/>
            </a:effectRef>
            <a:fontRef idx="minor">
              <a:schemeClr val="tx1"/>
            </a:fontRef>
          </p:style>
        </p:cxnSp>
        <p:cxnSp>
          <p:nvCxnSpPr>
            <p:cNvPr id="132" name="Straight Connector 131">
              <a:extLst>
                <a:ext uri="{FF2B5EF4-FFF2-40B4-BE49-F238E27FC236}">
                  <a16:creationId xmlns:a16="http://schemas.microsoft.com/office/drawing/2014/main" id="{9D9B74AD-47CC-2B48-8E24-F559EA237705}"/>
                </a:ext>
              </a:extLst>
            </p:cNvPr>
            <p:cNvCxnSpPr/>
            <p:nvPr/>
          </p:nvCxnSpPr>
          <p:spPr>
            <a:xfrm>
              <a:off x="1159019" y="3736530"/>
              <a:ext cx="1318" cy="1878831"/>
            </a:xfrm>
            <a:prstGeom prst="line">
              <a:avLst/>
            </a:prstGeom>
            <a:grpFill/>
            <a:ln w="19050">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133" name="Straight Connector 132">
              <a:extLst>
                <a:ext uri="{FF2B5EF4-FFF2-40B4-BE49-F238E27FC236}">
                  <a16:creationId xmlns:a16="http://schemas.microsoft.com/office/drawing/2014/main" id="{B6E4DA26-F978-964D-90FB-76D98976CBE7}"/>
                </a:ext>
              </a:extLst>
            </p:cNvPr>
            <p:cNvCxnSpPr/>
            <p:nvPr/>
          </p:nvCxnSpPr>
          <p:spPr>
            <a:xfrm>
              <a:off x="3151504" y="3922935"/>
              <a:ext cx="1318" cy="1878831"/>
            </a:xfrm>
            <a:prstGeom prst="line">
              <a:avLst/>
            </a:prstGeom>
            <a:grpFill/>
            <a:ln w="19050">
              <a:solidFill>
                <a:schemeClr val="accent2"/>
              </a:solidFill>
              <a:prstDash val="sysDash"/>
            </a:ln>
          </p:spPr>
          <p:style>
            <a:lnRef idx="1">
              <a:schemeClr val="accent1"/>
            </a:lnRef>
            <a:fillRef idx="0">
              <a:schemeClr val="accent1"/>
            </a:fillRef>
            <a:effectRef idx="0">
              <a:schemeClr val="accent1"/>
            </a:effectRef>
            <a:fontRef idx="minor">
              <a:schemeClr val="tx1"/>
            </a:fontRef>
          </p:style>
        </p:cxnSp>
        <p:sp>
          <p:nvSpPr>
            <p:cNvPr id="134" name="Cube 133">
              <a:extLst>
                <a:ext uri="{FF2B5EF4-FFF2-40B4-BE49-F238E27FC236}">
                  <a16:creationId xmlns:a16="http://schemas.microsoft.com/office/drawing/2014/main" id="{AACD996B-C9F3-824A-9A9E-79AD9C8A8B2D}"/>
                </a:ext>
              </a:extLst>
            </p:cNvPr>
            <p:cNvSpPr/>
            <p:nvPr/>
          </p:nvSpPr>
          <p:spPr bwMode="auto">
            <a:xfrm>
              <a:off x="5181600" y="1382183"/>
              <a:ext cx="1828800" cy="645753"/>
            </a:xfrm>
            <a:prstGeom prst="cube">
              <a:avLst>
                <a:gd name="adj" fmla="val 10206"/>
              </a:avLst>
            </a:prstGeom>
            <a:solidFill>
              <a:schemeClr val="accent1"/>
            </a:solidFill>
            <a:ln w="3175">
              <a:solidFill>
                <a:schemeClr val="accent1">
                  <a:lumMod val="40000"/>
                  <a:lumOff val="6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675" b="0" i="0" u="none" strike="noStrike" kern="1200" cap="none" spc="0" normalizeH="0" baseline="0" noProof="0">
                  <a:ln>
                    <a:noFill/>
                  </a:ln>
                  <a:solidFill>
                    <a:srgbClr val="FFFFFF"/>
                  </a:solidFill>
                  <a:effectLst/>
                  <a:uLnTx/>
                  <a:uFillTx/>
                  <a:latin typeface="Graphik" panose="020B0503030202060203" pitchFamily="34" charset="77"/>
                  <a:ea typeface="+mn-ea"/>
                  <a:cs typeface="+mn-cs"/>
                </a:rPr>
                <a:t>User designation </a:t>
              </a:r>
            </a:p>
          </p:txBody>
        </p:sp>
        <p:sp>
          <p:nvSpPr>
            <p:cNvPr id="135" name="Cube 134">
              <a:extLst>
                <a:ext uri="{FF2B5EF4-FFF2-40B4-BE49-F238E27FC236}">
                  <a16:creationId xmlns:a16="http://schemas.microsoft.com/office/drawing/2014/main" id="{3510FC96-88ED-304A-947B-9A621917EE1E}"/>
                </a:ext>
              </a:extLst>
            </p:cNvPr>
            <p:cNvSpPr/>
            <p:nvPr/>
          </p:nvSpPr>
          <p:spPr bwMode="auto">
            <a:xfrm>
              <a:off x="1859110" y="2404085"/>
              <a:ext cx="1507751" cy="598422"/>
            </a:xfrm>
            <a:prstGeom prst="cube">
              <a:avLst>
                <a:gd name="adj" fmla="val 10898"/>
              </a:avLst>
            </a:prstGeom>
            <a:solidFill>
              <a:schemeClr val="accent2"/>
            </a:solidFill>
            <a:ln w="3175">
              <a:solidFill>
                <a:schemeClr val="accent2">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100000"/>
                </a:lnSpc>
                <a:spcBef>
                  <a:spcPts val="0"/>
                </a:spcBef>
                <a:spcAft>
                  <a:spcPts val="0"/>
                </a:spcAft>
                <a:buClrTx/>
                <a:buSzTx/>
                <a:buFontTx/>
                <a:buNone/>
                <a:tabLst/>
                <a:defRPr/>
              </a:pPr>
              <a:r>
                <a:rPr kumimoji="0" lang="en-US" sz="525" b="0" i="0" u="none" strike="noStrike" kern="1200" cap="none" spc="0" normalizeH="0" baseline="0" noProof="0">
                  <a:ln>
                    <a:noFill/>
                  </a:ln>
                  <a:solidFill>
                    <a:srgbClr val="FFFFFF"/>
                  </a:solidFill>
                  <a:effectLst/>
                  <a:uLnTx/>
                  <a:uFillTx/>
                  <a:latin typeface="Graphik" panose="020B0503030202060203" pitchFamily="34" charset="77"/>
                  <a:ea typeface="+mn-ea"/>
                  <a:cs typeface="+mn-cs"/>
                </a:rPr>
                <a:t>User designation </a:t>
              </a:r>
            </a:p>
          </p:txBody>
        </p:sp>
        <p:sp>
          <p:nvSpPr>
            <p:cNvPr id="136" name="Cube 135">
              <a:extLst>
                <a:ext uri="{FF2B5EF4-FFF2-40B4-BE49-F238E27FC236}">
                  <a16:creationId xmlns:a16="http://schemas.microsoft.com/office/drawing/2014/main" id="{555D739E-D989-C147-9C0F-FC6618669D1E}"/>
                </a:ext>
              </a:extLst>
            </p:cNvPr>
            <p:cNvSpPr/>
            <p:nvPr/>
          </p:nvSpPr>
          <p:spPr bwMode="auto">
            <a:xfrm>
              <a:off x="8859522" y="2404084"/>
              <a:ext cx="1473369" cy="584776"/>
            </a:xfrm>
            <a:prstGeom prst="cube">
              <a:avLst>
                <a:gd name="adj" fmla="val 10898"/>
              </a:avLst>
            </a:prstGeom>
            <a:solidFill>
              <a:schemeClr val="accent5"/>
            </a:solidFill>
            <a:ln w="3175">
              <a:solidFill>
                <a:schemeClr val="accent5">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525" b="0" i="0" u="none" strike="noStrike" kern="1200" cap="none" spc="0" normalizeH="0" baseline="0" noProof="0">
                  <a:ln>
                    <a:noFill/>
                  </a:ln>
                  <a:solidFill>
                    <a:srgbClr val="FFFFFF"/>
                  </a:solidFill>
                  <a:effectLst/>
                  <a:uLnTx/>
                  <a:uFillTx/>
                  <a:latin typeface="Graphik" panose="020B0503030202060203" pitchFamily="34" charset="77"/>
                  <a:ea typeface="+mn-ea"/>
                  <a:cs typeface="+mn-cs"/>
                </a:rPr>
                <a:t>User designation </a:t>
              </a:r>
            </a:p>
          </p:txBody>
        </p:sp>
        <p:sp>
          <p:nvSpPr>
            <p:cNvPr id="137" name="Cube 136">
              <a:extLst>
                <a:ext uri="{FF2B5EF4-FFF2-40B4-BE49-F238E27FC236}">
                  <a16:creationId xmlns:a16="http://schemas.microsoft.com/office/drawing/2014/main" id="{E7A0CDCC-4919-534C-A5E6-BC0340FC5A27}"/>
                </a:ext>
              </a:extLst>
            </p:cNvPr>
            <p:cNvSpPr/>
            <p:nvPr/>
          </p:nvSpPr>
          <p:spPr bwMode="auto">
            <a:xfrm>
              <a:off x="5376508" y="2404085"/>
              <a:ext cx="1473367" cy="584775"/>
            </a:xfrm>
            <a:prstGeom prst="cube">
              <a:avLst>
                <a:gd name="adj" fmla="val 10898"/>
              </a:avLst>
            </a:prstGeom>
            <a:solidFill>
              <a:schemeClr val="accent4"/>
            </a:solidFill>
            <a:ln w="3175">
              <a:solidFill>
                <a:schemeClr val="accent4">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525" b="0" i="0" u="none" strike="noStrike" kern="1200" cap="none" spc="0" normalizeH="0" baseline="0" noProof="0">
                  <a:ln>
                    <a:noFill/>
                  </a:ln>
                  <a:solidFill>
                    <a:srgbClr val="FFFFFF"/>
                  </a:solidFill>
                  <a:effectLst/>
                  <a:uLnTx/>
                  <a:uFillTx/>
                  <a:latin typeface="Graphik" panose="020B0503030202060203" pitchFamily="34" charset="77"/>
                  <a:ea typeface="+mn-ea"/>
                  <a:cs typeface="+mn-cs"/>
                </a:rPr>
                <a:t>User designation </a:t>
              </a:r>
            </a:p>
          </p:txBody>
        </p:sp>
        <p:grpSp>
          <p:nvGrpSpPr>
            <p:cNvPr id="138" name="Group 137">
              <a:extLst>
                <a:ext uri="{FF2B5EF4-FFF2-40B4-BE49-F238E27FC236}">
                  <a16:creationId xmlns:a16="http://schemas.microsoft.com/office/drawing/2014/main" id="{F28E65EF-7442-4E41-B51B-F36D0AE3ED87}"/>
                </a:ext>
              </a:extLst>
            </p:cNvPr>
            <p:cNvGrpSpPr/>
            <p:nvPr/>
          </p:nvGrpSpPr>
          <p:grpSpPr>
            <a:xfrm>
              <a:off x="504083" y="3365009"/>
              <a:ext cx="3404789" cy="2735968"/>
              <a:chOff x="851451" y="3173647"/>
              <a:chExt cx="3404789" cy="2735968"/>
            </a:xfrm>
            <a:grpFill/>
          </p:grpSpPr>
          <p:grpSp>
            <p:nvGrpSpPr>
              <p:cNvPr id="180" name="Group 179">
                <a:extLst>
                  <a:ext uri="{FF2B5EF4-FFF2-40B4-BE49-F238E27FC236}">
                    <a16:creationId xmlns:a16="http://schemas.microsoft.com/office/drawing/2014/main" id="{69A1CACE-8B70-A440-AC3F-93947E5B4AE9}"/>
                  </a:ext>
                </a:extLst>
              </p:cNvPr>
              <p:cNvGrpSpPr/>
              <p:nvPr/>
            </p:nvGrpSpPr>
            <p:grpSpPr>
              <a:xfrm>
                <a:off x="851451" y="3173647"/>
                <a:ext cx="3404789" cy="598422"/>
                <a:chOff x="851451" y="3173647"/>
                <a:chExt cx="3404789" cy="598422"/>
              </a:xfrm>
              <a:grpFill/>
            </p:grpSpPr>
            <p:sp>
              <p:nvSpPr>
                <p:cNvPr id="190" name="Cube 189">
                  <a:extLst>
                    <a:ext uri="{FF2B5EF4-FFF2-40B4-BE49-F238E27FC236}">
                      <a16:creationId xmlns:a16="http://schemas.microsoft.com/office/drawing/2014/main" id="{A0804F49-AB6E-994F-8806-A7F049F3C7B1}"/>
                    </a:ext>
                  </a:extLst>
                </p:cNvPr>
                <p:cNvSpPr/>
                <p:nvPr/>
              </p:nvSpPr>
              <p:spPr bwMode="auto">
                <a:xfrm>
                  <a:off x="851451" y="3173647"/>
                  <a:ext cx="1507751" cy="598422"/>
                </a:xfrm>
                <a:prstGeom prst="cube">
                  <a:avLst>
                    <a:gd name="adj" fmla="val 10898"/>
                  </a:avLst>
                </a:prstGeom>
                <a:solidFill>
                  <a:schemeClr val="accent2"/>
                </a:solidFill>
                <a:ln w="3175">
                  <a:solidFill>
                    <a:schemeClr val="accent2">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User designation </a:t>
                  </a:r>
                </a:p>
              </p:txBody>
            </p:sp>
            <p:sp>
              <p:nvSpPr>
                <p:cNvPr id="191" name="Cube 190">
                  <a:extLst>
                    <a:ext uri="{FF2B5EF4-FFF2-40B4-BE49-F238E27FC236}">
                      <a16:creationId xmlns:a16="http://schemas.microsoft.com/office/drawing/2014/main" id="{91C7C2B0-088D-7248-8DAC-B8755E8ECCBC}"/>
                    </a:ext>
                  </a:extLst>
                </p:cNvPr>
                <p:cNvSpPr/>
                <p:nvPr/>
              </p:nvSpPr>
              <p:spPr bwMode="auto">
                <a:xfrm>
                  <a:off x="2748489" y="3173647"/>
                  <a:ext cx="1507751" cy="598422"/>
                </a:xfrm>
                <a:prstGeom prst="cube">
                  <a:avLst>
                    <a:gd name="adj" fmla="val 10898"/>
                  </a:avLst>
                </a:prstGeom>
                <a:solidFill>
                  <a:schemeClr val="accent2"/>
                </a:solidFill>
                <a:ln w="3175">
                  <a:solidFill>
                    <a:schemeClr val="accent2">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User designation </a:t>
                  </a:r>
                </a:p>
              </p:txBody>
            </p:sp>
          </p:grpSp>
          <p:grpSp>
            <p:nvGrpSpPr>
              <p:cNvPr id="181" name="Group 180">
                <a:extLst>
                  <a:ext uri="{FF2B5EF4-FFF2-40B4-BE49-F238E27FC236}">
                    <a16:creationId xmlns:a16="http://schemas.microsoft.com/office/drawing/2014/main" id="{CA3BCF04-E461-C644-9844-2333F9667A51}"/>
                  </a:ext>
                </a:extLst>
              </p:cNvPr>
              <p:cNvGrpSpPr/>
              <p:nvPr/>
            </p:nvGrpSpPr>
            <p:grpSpPr>
              <a:xfrm>
                <a:off x="851451" y="3886162"/>
                <a:ext cx="3404789" cy="598422"/>
                <a:chOff x="851451" y="3173647"/>
                <a:chExt cx="3404789" cy="598422"/>
              </a:xfrm>
              <a:grpFill/>
            </p:grpSpPr>
            <p:sp>
              <p:nvSpPr>
                <p:cNvPr id="188" name="Cube 187">
                  <a:extLst>
                    <a:ext uri="{FF2B5EF4-FFF2-40B4-BE49-F238E27FC236}">
                      <a16:creationId xmlns:a16="http://schemas.microsoft.com/office/drawing/2014/main" id="{83B48459-CA8D-A446-BFFA-7CBCC6B2FB32}"/>
                    </a:ext>
                  </a:extLst>
                </p:cNvPr>
                <p:cNvSpPr/>
                <p:nvPr/>
              </p:nvSpPr>
              <p:spPr bwMode="auto">
                <a:xfrm>
                  <a:off x="851451" y="3173647"/>
                  <a:ext cx="1507751" cy="598422"/>
                </a:xfrm>
                <a:prstGeom prst="cube">
                  <a:avLst>
                    <a:gd name="adj" fmla="val 10898"/>
                  </a:avLst>
                </a:prstGeom>
                <a:solidFill>
                  <a:schemeClr val="accent2"/>
                </a:solidFill>
                <a:ln w="3175">
                  <a:solidFill>
                    <a:schemeClr val="accent2">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User designation </a:t>
                  </a:r>
                </a:p>
              </p:txBody>
            </p:sp>
            <p:sp>
              <p:nvSpPr>
                <p:cNvPr id="189" name="Cube 188">
                  <a:extLst>
                    <a:ext uri="{FF2B5EF4-FFF2-40B4-BE49-F238E27FC236}">
                      <a16:creationId xmlns:a16="http://schemas.microsoft.com/office/drawing/2014/main" id="{51F54DFC-ACF7-4D42-9FB4-A5306D8DAD53}"/>
                    </a:ext>
                  </a:extLst>
                </p:cNvPr>
                <p:cNvSpPr/>
                <p:nvPr/>
              </p:nvSpPr>
              <p:spPr bwMode="auto">
                <a:xfrm>
                  <a:off x="2748489" y="3173647"/>
                  <a:ext cx="1507751" cy="598422"/>
                </a:xfrm>
                <a:prstGeom prst="cube">
                  <a:avLst>
                    <a:gd name="adj" fmla="val 10898"/>
                  </a:avLst>
                </a:prstGeom>
                <a:solidFill>
                  <a:schemeClr val="accent2"/>
                </a:solidFill>
                <a:ln w="3175">
                  <a:solidFill>
                    <a:schemeClr val="accent2">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User designation </a:t>
                  </a:r>
                </a:p>
              </p:txBody>
            </p:sp>
          </p:grpSp>
          <p:grpSp>
            <p:nvGrpSpPr>
              <p:cNvPr id="182" name="Group 181">
                <a:extLst>
                  <a:ext uri="{FF2B5EF4-FFF2-40B4-BE49-F238E27FC236}">
                    <a16:creationId xmlns:a16="http://schemas.microsoft.com/office/drawing/2014/main" id="{F553E845-0882-E143-A0AD-F8C58B5A5894}"/>
                  </a:ext>
                </a:extLst>
              </p:cNvPr>
              <p:cNvGrpSpPr/>
              <p:nvPr/>
            </p:nvGrpSpPr>
            <p:grpSpPr>
              <a:xfrm>
                <a:off x="851451" y="4598677"/>
                <a:ext cx="3404789" cy="598422"/>
                <a:chOff x="851451" y="3173647"/>
                <a:chExt cx="3404789" cy="598422"/>
              </a:xfrm>
              <a:grpFill/>
            </p:grpSpPr>
            <p:sp>
              <p:nvSpPr>
                <p:cNvPr id="186" name="Cube 185">
                  <a:extLst>
                    <a:ext uri="{FF2B5EF4-FFF2-40B4-BE49-F238E27FC236}">
                      <a16:creationId xmlns:a16="http://schemas.microsoft.com/office/drawing/2014/main" id="{EE215B45-8316-2147-B122-EBBDBD27C589}"/>
                    </a:ext>
                  </a:extLst>
                </p:cNvPr>
                <p:cNvSpPr/>
                <p:nvPr/>
              </p:nvSpPr>
              <p:spPr bwMode="auto">
                <a:xfrm>
                  <a:off x="851451" y="3173647"/>
                  <a:ext cx="1507751" cy="598422"/>
                </a:xfrm>
                <a:prstGeom prst="cube">
                  <a:avLst>
                    <a:gd name="adj" fmla="val 10898"/>
                  </a:avLst>
                </a:prstGeom>
                <a:solidFill>
                  <a:schemeClr val="accent2"/>
                </a:solidFill>
                <a:ln w="3175">
                  <a:solidFill>
                    <a:schemeClr val="accent2">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User designation </a:t>
                  </a:r>
                </a:p>
              </p:txBody>
            </p:sp>
            <p:sp>
              <p:nvSpPr>
                <p:cNvPr id="187" name="Cube 186">
                  <a:extLst>
                    <a:ext uri="{FF2B5EF4-FFF2-40B4-BE49-F238E27FC236}">
                      <a16:creationId xmlns:a16="http://schemas.microsoft.com/office/drawing/2014/main" id="{6F9AE5D8-5E08-B24A-9A98-AACB59139E74}"/>
                    </a:ext>
                  </a:extLst>
                </p:cNvPr>
                <p:cNvSpPr/>
                <p:nvPr/>
              </p:nvSpPr>
              <p:spPr bwMode="auto">
                <a:xfrm>
                  <a:off x="2748489" y="3173647"/>
                  <a:ext cx="1507751" cy="598422"/>
                </a:xfrm>
                <a:prstGeom prst="cube">
                  <a:avLst>
                    <a:gd name="adj" fmla="val 10898"/>
                  </a:avLst>
                </a:prstGeom>
                <a:solidFill>
                  <a:schemeClr val="accent2"/>
                </a:solidFill>
                <a:ln w="3175">
                  <a:solidFill>
                    <a:schemeClr val="accent2">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User designation </a:t>
                  </a:r>
                </a:p>
              </p:txBody>
            </p:sp>
          </p:grpSp>
          <p:grpSp>
            <p:nvGrpSpPr>
              <p:cNvPr id="183" name="Group 182">
                <a:extLst>
                  <a:ext uri="{FF2B5EF4-FFF2-40B4-BE49-F238E27FC236}">
                    <a16:creationId xmlns:a16="http://schemas.microsoft.com/office/drawing/2014/main" id="{619B2620-94C8-C846-9377-59C0BF5FE9E7}"/>
                  </a:ext>
                </a:extLst>
              </p:cNvPr>
              <p:cNvGrpSpPr/>
              <p:nvPr/>
            </p:nvGrpSpPr>
            <p:grpSpPr>
              <a:xfrm>
                <a:off x="851451" y="5311193"/>
                <a:ext cx="3404789" cy="598422"/>
                <a:chOff x="851451" y="3173647"/>
                <a:chExt cx="3404789" cy="598422"/>
              </a:xfrm>
              <a:grpFill/>
            </p:grpSpPr>
            <p:sp>
              <p:nvSpPr>
                <p:cNvPr id="184" name="Cube 183">
                  <a:extLst>
                    <a:ext uri="{FF2B5EF4-FFF2-40B4-BE49-F238E27FC236}">
                      <a16:creationId xmlns:a16="http://schemas.microsoft.com/office/drawing/2014/main" id="{F82110FA-FE89-4740-ABDF-E3086A50BBF0}"/>
                    </a:ext>
                  </a:extLst>
                </p:cNvPr>
                <p:cNvSpPr/>
                <p:nvPr/>
              </p:nvSpPr>
              <p:spPr bwMode="auto">
                <a:xfrm>
                  <a:off x="851451" y="3173647"/>
                  <a:ext cx="1507751" cy="598422"/>
                </a:xfrm>
                <a:prstGeom prst="cube">
                  <a:avLst>
                    <a:gd name="adj" fmla="val 10898"/>
                  </a:avLst>
                </a:prstGeom>
                <a:solidFill>
                  <a:schemeClr val="accent2"/>
                </a:solidFill>
                <a:ln w="3175">
                  <a:solidFill>
                    <a:schemeClr val="accent2">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User designation </a:t>
                  </a:r>
                </a:p>
              </p:txBody>
            </p:sp>
            <p:sp>
              <p:nvSpPr>
                <p:cNvPr id="185" name="Cube 184">
                  <a:extLst>
                    <a:ext uri="{FF2B5EF4-FFF2-40B4-BE49-F238E27FC236}">
                      <a16:creationId xmlns:a16="http://schemas.microsoft.com/office/drawing/2014/main" id="{B3569286-A4FF-CC45-BF3B-CD4CE866C945}"/>
                    </a:ext>
                  </a:extLst>
                </p:cNvPr>
                <p:cNvSpPr/>
                <p:nvPr/>
              </p:nvSpPr>
              <p:spPr bwMode="auto">
                <a:xfrm>
                  <a:off x="2748489" y="3173647"/>
                  <a:ext cx="1507751" cy="598422"/>
                </a:xfrm>
                <a:prstGeom prst="cube">
                  <a:avLst>
                    <a:gd name="adj" fmla="val 10898"/>
                  </a:avLst>
                </a:prstGeom>
                <a:solidFill>
                  <a:schemeClr val="accent2"/>
                </a:solidFill>
                <a:ln w="3175">
                  <a:solidFill>
                    <a:schemeClr val="accent2">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User designation </a:t>
                  </a:r>
                </a:p>
              </p:txBody>
            </p:sp>
          </p:grpSp>
        </p:grpSp>
        <p:grpSp>
          <p:nvGrpSpPr>
            <p:cNvPr id="139" name="Group 138">
              <a:extLst>
                <a:ext uri="{FF2B5EF4-FFF2-40B4-BE49-F238E27FC236}">
                  <a16:creationId xmlns:a16="http://schemas.microsoft.com/office/drawing/2014/main" id="{6DB2EBA7-66A9-8C4E-8D29-86D1BB1A9740}"/>
                </a:ext>
              </a:extLst>
            </p:cNvPr>
            <p:cNvGrpSpPr/>
            <p:nvPr/>
          </p:nvGrpSpPr>
          <p:grpSpPr>
            <a:xfrm>
              <a:off x="4393606" y="3365009"/>
              <a:ext cx="3404789" cy="2735968"/>
              <a:chOff x="4645527" y="3173647"/>
              <a:chExt cx="3404789" cy="2735968"/>
            </a:xfrm>
            <a:grpFill/>
          </p:grpSpPr>
          <p:grpSp>
            <p:nvGrpSpPr>
              <p:cNvPr id="168" name="Group 167">
                <a:extLst>
                  <a:ext uri="{FF2B5EF4-FFF2-40B4-BE49-F238E27FC236}">
                    <a16:creationId xmlns:a16="http://schemas.microsoft.com/office/drawing/2014/main" id="{6322C05E-8F75-A14B-B66D-62494F726B20}"/>
                  </a:ext>
                </a:extLst>
              </p:cNvPr>
              <p:cNvGrpSpPr/>
              <p:nvPr/>
            </p:nvGrpSpPr>
            <p:grpSpPr>
              <a:xfrm>
                <a:off x="4645527" y="3173647"/>
                <a:ext cx="3404789" cy="598422"/>
                <a:chOff x="851451" y="3173647"/>
                <a:chExt cx="3404789" cy="598422"/>
              </a:xfrm>
              <a:grpFill/>
            </p:grpSpPr>
            <p:sp>
              <p:nvSpPr>
                <p:cNvPr id="178" name="Cube 177">
                  <a:extLst>
                    <a:ext uri="{FF2B5EF4-FFF2-40B4-BE49-F238E27FC236}">
                      <a16:creationId xmlns:a16="http://schemas.microsoft.com/office/drawing/2014/main" id="{84E53374-4598-584C-AB36-886FD6E02A89}"/>
                    </a:ext>
                  </a:extLst>
                </p:cNvPr>
                <p:cNvSpPr/>
                <p:nvPr/>
              </p:nvSpPr>
              <p:spPr bwMode="auto">
                <a:xfrm>
                  <a:off x="851451" y="3173647"/>
                  <a:ext cx="1507751" cy="598422"/>
                </a:xfrm>
                <a:prstGeom prst="cube">
                  <a:avLst>
                    <a:gd name="adj" fmla="val 10898"/>
                  </a:avLst>
                </a:prstGeom>
                <a:solidFill>
                  <a:schemeClr val="accent4"/>
                </a:solidFill>
                <a:ln w="3175">
                  <a:solidFill>
                    <a:schemeClr val="accent4">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User designation </a:t>
                  </a:r>
                </a:p>
              </p:txBody>
            </p:sp>
            <p:sp>
              <p:nvSpPr>
                <p:cNvPr id="179" name="Cube 178">
                  <a:extLst>
                    <a:ext uri="{FF2B5EF4-FFF2-40B4-BE49-F238E27FC236}">
                      <a16:creationId xmlns:a16="http://schemas.microsoft.com/office/drawing/2014/main" id="{24CA0433-7FD7-FB4E-9164-7BBAFED640F2}"/>
                    </a:ext>
                  </a:extLst>
                </p:cNvPr>
                <p:cNvSpPr/>
                <p:nvPr/>
              </p:nvSpPr>
              <p:spPr bwMode="auto">
                <a:xfrm>
                  <a:off x="2748489" y="3173647"/>
                  <a:ext cx="1507751" cy="598422"/>
                </a:xfrm>
                <a:prstGeom prst="cube">
                  <a:avLst>
                    <a:gd name="adj" fmla="val 10898"/>
                  </a:avLst>
                </a:prstGeom>
                <a:solidFill>
                  <a:schemeClr val="accent4"/>
                </a:solidFill>
                <a:ln w="3175">
                  <a:solidFill>
                    <a:schemeClr val="accent4">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User designation </a:t>
                  </a:r>
                </a:p>
              </p:txBody>
            </p:sp>
          </p:grpSp>
          <p:grpSp>
            <p:nvGrpSpPr>
              <p:cNvPr id="169" name="Group 168">
                <a:extLst>
                  <a:ext uri="{FF2B5EF4-FFF2-40B4-BE49-F238E27FC236}">
                    <a16:creationId xmlns:a16="http://schemas.microsoft.com/office/drawing/2014/main" id="{54BD59D1-BD69-214B-843E-2E9C1398D41C}"/>
                  </a:ext>
                </a:extLst>
              </p:cNvPr>
              <p:cNvGrpSpPr/>
              <p:nvPr/>
            </p:nvGrpSpPr>
            <p:grpSpPr>
              <a:xfrm>
                <a:off x="4645527" y="3886162"/>
                <a:ext cx="3404789" cy="598422"/>
                <a:chOff x="851451" y="3173647"/>
                <a:chExt cx="3404789" cy="598422"/>
              </a:xfrm>
              <a:grpFill/>
            </p:grpSpPr>
            <p:sp>
              <p:nvSpPr>
                <p:cNvPr id="176" name="Cube 175">
                  <a:extLst>
                    <a:ext uri="{FF2B5EF4-FFF2-40B4-BE49-F238E27FC236}">
                      <a16:creationId xmlns:a16="http://schemas.microsoft.com/office/drawing/2014/main" id="{F2D8AD99-0929-EA49-8E07-10AE36AE5505}"/>
                    </a:ext>
                  </a:extLst>
                </p:cNvPr>
                <p:cNvSpPr/>
                <p:nvPr/>
              </p:nvSpPr>
              <p:spPr bwMode="auto">
                <a:xfrm>
                  <a:off x="851451" y="3173647"/>
                  <a:ext cx="1507751" cy="598422"/>
                </a:xfrm>
                <a:prstGeom prst="cube">
                  <a:avLst>
                    <a:gd name="adj" fmla="val 10898"/>
                  </a:avLst>
                </a:prstGeom>
                <a:solidFill>
                  <a:schemeClr val="accent4"/>
                </a:solidFill>
                <a:ln w="3175">
                  <a:solidFill>
                    <a:schemeClr val="accent4">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User designation </a:t>
                  </a:r>
                </a:p>
              </p:txBody>
            </p:sp>
            <p:sp>
              <p:nvSpPr>
                <p:cNvPr id="177" name="Cube 176">
                  <a:extLst>
                    <a:ext uri="{FF2B5EF4-FFF2-40B4-BE49-F238E27FC236}">
                      <a16:creationId xmlns:a16="http://schemas.microsoft.com/office/drawing/2014/main" id="{E2C1AB31-6DC9-C54E-81EE-2BEDD568F4A7}"/>
                    </a:ext>
                  </a:extLst>
                </p:cNvPr>
                <p:cNvSpPr/>
                <p:nvPr/>
              </p:nvSpPr>
              <p:spPr bwMode="auto">
                <a:xfrm>
                  <a:off x="2748489" y="3173647"/>
                  <a:ext cx="1507751" cy="598422"/>
                </a:xfrm>
                <a:prstGeom prst="cube">
                  <a:avLst>
                    <a:gd name="adj" fmla="val 10898"/>
                  </a:avLst>
                </a:prstGeom>
                <a:solidFill>
                  <a:schemeClr val="accent4"/>
                </a:solidFill>
                <a:ln w="3175">
                  <a:solidFill>
                    <a:schemeClr val="accent4">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User designation </a:t>
                  </a:r>
                </a:p>
              </p:txBody>
            </p:sp>
          </p:grpSp>
          <p:grpSp>
            <p:nvGrpSpPr>
              <p:cNvPr id="170" name="Group 169">
                <a:extLst>
                  <a:ext uri="{FF2B5EF4-FFF2-40B4-BE49-F238E27FC236}">
                    <a16:creationId xmlns:a16="http://schemas.microsoft.com/office/drawing/2014/main" id="{98B980BD-EB44-1F4B-B15F-C2986CB49041}"/>
                  </a:ext>
                </a:extLst>
              </p:cNvPr>
              <p:cNvGrpSpPr/>
              <p:nvPr/>
            </p:nvGrpSpPr>
            <p:grpSpPr>
              <a:xfrm>
                <a:off x="4645527" y="4598677"/>
                <a:ext cx="3404789" cy="598422"/>
                <a:chOff x="851451" y="3173647"/>
                <a:chExt cx="3404789" cy="598422"/>
              </a:xfrm>
              <a:grpFill/>
            </p:grpSpPr>
            <p:sp>
              <p:nvSpPr>
                <p:cNvPr id="174" name="Cube 173">
                  <a:extLst>
                    <a:ext uri="{FF2B5EF4-FFF2-40B4-BE49-F238E27FC236}">
                      <a16:creationId xmlns:a16="http://schemas.microsoft.com/office/drawing/2014/main" id="{A22F930D-2DB1-1644-8B07-70D238525B65}"/>
                    </a:ext>
                  </a:extLst>
                </p:cNvPr>
                <p:cNvSpPr/>
                <p:nvPr/>
              </p:nvSpPr>
              <p:spPr bwMode="auto">
                <a:xfrm>
                  <a:off x="851451" y="3173647"/>
                  <a:ext cx="1507751" cy="598422"/>
                </a:xfrm>
                <a:prstGeom prst="cube">
                  <a:avLst>
                    <a:gd name="adj" fmla="val 10898"/>
                  </a:avLst>
                </a:prstGeom>
                <a:solidFill>
                  <a:schemeClr val="accent4"/>
                </a:solidFill>
                <a:ln w="3175">
                  <a:solidFill>
                    <a:schemeClr val="accent4">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User designation </a:t>
                  </a:r>
                </a:p>
              </p:txBody>
            </p:sp>
            <p:sp>
              <p:nvSpPr>
                <p:cNvPr id="175" name="Cube 174">
                  <a:extLst>
                    <a:ext uri="{FF2B5EF4-FFF2-40B4-BE49-F238E27FC236}">
                      <a16:creationId xmlns:a16="http://schemas.microsoft.com/office/drawing/2014/main" id="{36F0CC54-DC3D-574F-B4A1-6F49D71BCDE5}"/>
                    </a:ext>
                  </a:extLst>
                </p:cNvPr>
                <p:cNvSpPr/>
                <p:nvPr/>
              </p:nvSpPr>
              <p:spPr bwMode="auto">
                <a:xfrm>
                  <a:off x="2748489" y="3173647"/>
                  <a:ext cx="1507751" cy="598422"/>
                </a:xfrm>
                <a:prstGeom prst="cube">
                  <a:avLst>
                    <a:gd name="adj" fmla="val 10898"/>
                  </a:avLst>
                </a:prstGeom>
                <a:solidFill>
                  <a:schemeClr val="accent4"/>
                </a:solidFill>
                <a:ln w="3175">
                  <a:solidFill>
                    <a:schemeClr val="accent4">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User designation </a:t>
                  </a:r>
                </a:p>
              </p:txBody>
            </p:sp>
          </p:grpSp>
          <p:grpSp>
            <p:nvGrpSpPr>
              <p:cNvPr id="171" name="Group 170">
                <a:extLst>
                  <a:ext uri="{FF2B5EF4-FFF2-40B4-BE49-F238E27FC236}">
                    <a16:creationId xmlns:a16="http://schemas.microsoft.com/office/drawing/2014/main" id="{01AE58F2-21BD-344C-B112-C44ED3B86F6F}"/>
                  </a:ext>
                </a:extLst>
              </p:cNvPr>
              <p:cNvGrpSpPr/>
              <p:nvPr/>
            </p:nvGrpSpPr>
            <p:grpSpPr>
              <a:xfrm>
                <a:off x="4645527" y="5311193"/>
                <a:ext cx="3404789" cy="598422"/>
                <a:chOff x="851451" y="3173647"/>
                <a:chExt cx="3404789" cy="598422"/>
              </a:xfrm>
              <a:grpFill/>
            </p:grpSpPr>
            <p:sp>
              <p:nvSpPr>
                <p:cNvPr id="172" name="Cube 171">
                  <a:extLst>
                    <a:ext uri="{FF2B5EF4-FFF2-40B4-BE49-F238E27FC236}">
                      <a16:creationId xmlns:a16="http://schemas.microsoft.com/office/drawing/2014/main" id="{2B978E71-AB01-EE4E-9A05-3838C7BD4571}"/>
                    </a:ext>
                  </a:extLst>
                </p:cNvPr>
                <p:cNvSpPr/>
                <p:nvPr/>
              </p:nvSpPr>
              <p:spPr bwMode="auto">
                <a:xfrm>
                  <a:off x="851451" y="3173647"/>
                  <a:ext cx="1507751" cy="598422"/>
                </a:xfrm>
                <a:prstGeom prst="cube">
                  <a:avLst>
                    <a:gd name="adj" fmla="val 10898"/>
                  </a:avLst>
                </a:prstGeom>
                <a:solidFill>
                  <a:schemeClr val="accent4"/>
                </a:solidFill>
                <a:ln w="3175">
                  <a:solidFill>
                    <a:schemeClr val="accent4">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User designation </a:t>
                  </a:r>
                </a:p>
              </p:txBody>
            </p:sp>
            <p:sp>
              <p:nvSpPr>
                <p:cNvPr id="173" name="Cube 172">
                  <a:extLst>
                    <a:ext uri="{FF2B5EF4-FFF2-40B4-BE49-F238E27FC236}">
                      <a16:creationId xmlns:a16="http://schemas.microsoft.com/office/drawing/2014/main" id="{D18A892D-F6EB-AA48-8B5E-83E9523400EA}"/>
                    </a:ext>
                  </a:extLst>
                </p:cNvPr>
                <p:cNvSpPr/>
                <p:nvPr/>
              </p:nvSpPr>
              <p:spPr bwMode="auto">
                <a:xfrm>
                  <a:off x="2748489" y="3173647"/>
                  <a:ext cx="1507751" cy="598422"/>
                </a:xfrm>
                <a:prstGeom prst="cube">
                  <a:avLst>
                    <a:gd name="adj" fmla="val 10898"/>
                  </a:avLst>
                </a:prstGeom>
                <a:solidFill>
                  <a:schemeClr val="accent4"/>
                </a:solidFill>
                <a:ln w="3175">
                  <a:solidFill>
                    <a:schemeClr val="accent4">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User designation </a:t>
                  </a:r>
                </a:p>
              </p:txBody>
            </p:sp>
          </p:grpSp>
        </p:grpSp>
        <p:grpSp>
          <p:nvGrpSpPr>
            <p:cNvPr id="140" name="Group 139">
              <a:extLst>
                <a:ext uri="{FF2B5EF4-FFF2-40B4-BE49-F238E27FC236}">
                  <a16:creationId xmlns:a16="http://schemas.microsoft.com/office/drawing/2014/main" id="{55C52D21-B9B3-B64F-A7DF-F83B18663A00}"/>
                </a:ext>
              </a:extLst>
            </p:cNvPr>
            <p:cNvGrpSpPr/>
            <p:nvPr/>
          </p:nvGrpSpPr>
          <p:grpSpPr>
            <a:xfrm>
              <a:off x="8283128" y="3365009"/>
              <a:ext cx="3404789" cy="2735968"/>
              <a:chOff x="8630496" y="3173647"/>
              <a:chExt cx="3404789" cy="2735968"/>
            </a:xfrm>
            <a:grpFill/>
          </p:grpSpPr>
          <p:grpSp>
            <p:nvGrpSpPr>
              <p:cNvPr id="156" name="Group 155">
                <a:extLst>
                  <a:ext uri="{FF2B5EF4-FFF2-40B4-BE49-F238E27FC236}">
                    <a16:creationId xmlns:a16="http://schemas.microsoft.com/office/drawing/2014/main" id="{E12C2B37-987A-0845-8C62-B48FE3BD1CF7}"/>
                  </a:ext>
                </a:extLst>
              </p:cNvPr>
              <p:cNvGrpSpPr/>
              <p:nvPr/>
            </p:nvGrpSpPr>
            <p:grpSpPr>
              <a:xfrm>
                <a:off x="8630496" y="3173647"/>
                <a:ext cx="3404789" cy="598422"/>
                <a:chOff x="851451" y="3173647"/>
                <a:chExt cx="3404789" cy="598422"/>
              </a:xfrm>
              <a:grpFill/>
            </p:grpSpPr>
            <p:sp>
              <p:nvSpPr>
                <p:cNvPr id="166" name="Cube 165">
                  <a:extLst>
                    <a:ext uri="{FF2B5EF4-FFF2-40B4-BE49-F238E27FC236}">
                      <a16:creationId xmlns:a16="http://schemas.microsoft.com/office/drawing/2014/main" id="{1D23186C-A7F9-6E4F-9C34-7FD06D01ECFE}"/>
                    </a:ext>
                  </a:extLst>
                </p:cNvPr>
                <p:cNvSpPr/>
                <p:nvPr/>
              </p:nvSpPr>
              <p:spPr bwMode="auto">
                <a:xfrm>
                  <a:off x="851451" y="3173647"/>
                  <a:ext cx="1507751" cy="598422"/>
                </a:xfrm>
                <a:prstGeom prst="cube">
                  <a:avLst>
                    <a:gd name="adj" fmla="val 10898"/>
                  </a:avLst>
                </a:prstGeom>
                <a:solidFill>
                  <a:schemeClr val="accent5"/>
                </a:solidFill>
                <a:ln w="3175">
                  <a:solidFill>
                    <a:schemeClr val="accent5">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User designation </a:t>
                  </a:r>
                </a:p>
              </p:txBody>
            </p:sp>
            <p:sp>
              <p:nvSpPr>
                <p:cNvPr id="167" name="Cube 166">
                  <a:extLst>
                    <a:ext uri="{FF2B5EF4-FFF2-40B4-BE49-F238E27FC236}">
                      <a16:creationId xmlns:a16="http://schemas.microsoft.com/office/drawing/2014/main" id="{A2435F5D-D46A-6748-8288-57767594AD20}"/>
                    </a:ext>
                  </a:extLst>
                </p:cNvPr>
                <p:cNvSpPr/>
                <p:nvPr/>
              </p:nvSpPr>
              <p:spPr bwMode="auto">
                <a:xfrm>
                  <a:off x="2748489" y="3173647"/>
                  <a:ext cx="1507751" cy="598422"/>
                </a:xfrm>
                <a:prstGeom prst="cube">
                  <a:avLst>
                    <a:gd name="adj" fmla="val 10898"/>
                  </a:avLst>
                </a:prstGeom>
                <a:solidFill>
                  <a:schemeClr val="accent5"/>
                </a:solidFill>
                <a:ln w="3175">
                  <a:solidFill>
                    <a:schemeClr val="accent5">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User designation </a:t>
                  </a:r>
                </a:p>
              </p:txBody>
            </p:sp>
          </p:grpSp>
          <p:grpSp>
            <p:nvGrpSpPr>
              <p:cNvPr id="157" name="Group 156">
                <a:extLst>
                  <a:ext uri="{FF2B5EF4-FFF2-40B4-BE49-F238E27FC236}">
                    <a16:creationId xmlns:a16="http://schemas.microsoft.com/office/drawing/2014/main" id="{08F25994-7BD5-9948-93E4-2F41997080EE}"/>
                  </a:ext>
                </a:extLst>
              </p:cNvPr>
              <p:cNvGrpSpPr/>
              <p:nvPr/>
            </p:nvGrpSpPr>
            <p:grpSpPr>
              <a:xfrm>
                <a:off x="8630496" y="3886162"/>
                <a:ext cx="3404789" cy="598422"/>
                <a:chOff x="851451" y="3173647"/>
                <a:chExt cx="3404789" cy="598422"/>
              </a:xfrm>
              <a:grpFill/>
            </p:grpSpPr>
            <p:sp>
              <p:nvSpPr>
                <p:cNvPr id="164" name="Cube 163">
                  <a:extLst>
                    <a:ext uri="{FF2B5EF4-FFF2-40B4-BE49-F238E27FC236}">
                      <a16:creationId xmlns:a16="http://schemas.microsoft.com/office/drawing/2014/main" id="{C0492C06-A5F7-FA4B-B930-31AE6B76E5E8}"/>
                    </a:ext>
                  </a:extLst>
                </p:cNvPr>
                <p:cNvSpPr/>
                <p:nvPr/>
              </p:nvSpPr>
              <p:spPr bwMode="auto">
                <a:xfrm>
                  <a:off x="851451" y="3173647"/>
                  <a:ext cx="1507751" cy="598422"/>
                </a:xfrm>
                <a:prstGeom prst="cube">
                  <a:avLst>
                    <a:gd name="adj" fmla="val 10898"/>
                  </a:avLst>
                </a:prstGeom>
                <a:solidFill>
                  <a:schemeClr val="accent5"/>
                </a:solidFill>
                <a:ln w="3175">
                  <a:solidFill>
                    <a:schemeClr val="accent5">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User designation </a:t>
                  </a:r>
                </a:p>
              </p:txBody>
            </p:sp>
            <p:sp>
              <p:nvSpPr>
                <p:cNvPr id="165" name="Cube 164">
                  <a:extLst>
                    <a:ext uri="{FF2B5EF4-FFF2-40B4-BE49-F238E27FC236}">
                      <a16:creationId xmlns:a16="http://schemas.microsoft.com/office/drawing/2014/main" id="{45918695-502E-3E44-B9FD-017E76989214}"/>
                    </a:ext>
                  </a:extLst>
                </p:cNvPr>
                <p:cNvSpPr/>
                <p:nvPr/>
              </p:nvSpPr>
              <p:spPr bwMode="auto">
                <a:xfrm>
                  <a:off x="2748489" y="3173647"/>
                  <a:ext cx="1507751" cy="598422"/>
                </a:xfrm>
                <a:prstGeom prst="cube">
                  <a:avLst>
                    <a:gd name="adj" fmla="val 10898"/>
                  </a:avLst>
                </a:prstGeom>
                <a:solidFill>
                  <a:schemeClr val="accent5"/>
                </a:solidFill>
                <a:ln w="3175">
                  <a:solidFill>
                    <a:schemeClr val="accent5">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User designation </a:t>
                  </a:r>
                </a:p>
              </p:txBody>
            </p:sp>
          </p:grpSp>
          <p:grpSp>
            <p:nvGrpSpPr>
              <p:cNvPr id="158" name="Group 157">
                <a:extLst>
                  <a:ext uri="{FF2B5EF4-FFF2-40B4-BE49-F238E27FC236}">
                    <a16:creationId xmlns:a16="http://schemas.microsoft.com/office/drawing/2014/main" id="{9A9DA529-E18C-AF47-862B-DBF555CA4606}"/>
                  </a:ext>
                </a:extLst>
              </p:cNvPr>
              <p:cNvGrpSpPr/>
              <p:nvPr/>
            </p:nvGrpSpPr>
            <p:grpSpPr>
              <a:xfrm>
                <a:off x="8630496" y="4598677"/>
                <a:ext cx="3404789" cy="598422"/>
                <a:chOff x="851451" y="3173647"/>
                <a:chExt cx="3404789" cy="598422"/>
              </a:xfrm>
              <a:grpFill/>
            </p:grpSpPr>
            <p:sp>
              <p:nvSpPr>
                <p:cNvPr id="162" name="Cube 161">
                  <a:extLst>
                    <a:ext uri="{FF2B5EF4-FFF2-40B4-BE49-F238E27FC236}">
                      <a16:creationId xmlns:a16="http://schemas.microsoft.com/office/drawing/2014/main" id="{3ECFA08C-171F-4840-B053-74F7691C0638}"/>
                    </a:ext>
                  </a:extLst>
                </p:cNvPr>
                <p:cNvSpPr/>
                <p:nvPr/>
              </p:nvSpPr>
              <p:spPr bwMode="auto">
                <a:xfrm>
                  <a:off x="851451" y="3173647"/>
                  <a:ext cx="1507751" cy="598422"/>
                </a:xfrm>
                <a:prstGeom prst="cube">
                  <a:avLst>
                    <a:gd name="adj" fmla="val 10898"/>
                  </a:avLst>
                </a:prstGeom>
                <a:solidFill>
                  <a:schemeClr val="accent5"/>
                </a:solidFill>
                <a:ln w="3175">
                  <a:solidFill>
                    <a:schemeClr val="accent5">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User designation </a:t>
                  </a:r>
                </a:p>
              </p:txBody>
            </p:sp>
            <p:sp>
              <p:nvSpPr>
                <p:cNvPr id="163" name="Cube 162">
                  <a:extLst>
                    <a:ext uri="{FF2B5EF4-FFF2-40B4-BE49-F238E27FC236}">
                      <a16:creationId xmlns:a16="http://schemas.microsoft.com/office/drawing/2014/main" id="{C279B035-17A4-B14E-AD59-BF5757F82E1C}"/>
                    </a:ext>
                  </a:extLst>
                </p:cNvPr>
                <p:cNvSpPr/>
                <p:nvPr/>
              </p:nvSpPr>
              <p:spPr bwMode="auto">
                <a:xfrm>
                  <a:off x="2748489" y="3173647"/>
                  <a:ext cx="1507751" cy="598422"/>
                </a:xfrm>
                <a:prstGeom prst="cube">
                  <a:avLst>
                    <a:gd name="adj" fmla="val 10898"/>
                  </a:avLst>
                </a:prstGeom>
                <a:solidFill>
                  <a:schemeClr val="accent5"/>
                </a:solidFill>
                <a:ln w="3175">
                  <a:solidFill>
                    <a:schemeClr val="accent5">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User designation </a:t>
                  </a:r>
                </a:p>
              </p:txBody>
            </p:sp>
          </p:grpSp>
          <p:grpSp>
            <p:nvGrpSpPr>
              <p:cNvPr id="159" name="Group 158">
                <a:extLst>
                  <a:ext uri="{FF2B5EF4-FFF2-40B4-BE49-F238E27FC236}">
                    <a16:creationId xmlns:a16="http://schemas.microsoft.com/office/drawing/2014/main" id="{546D9D2C-CE07-3544-B3BC-A209EF761A31}"/>
                  </a:ext>
                </a:extLst>
              </p:cNvPr>
              <p:cNvGrpSpPr/>
              <p:nvPr/>
            </p:nvGrpSpPr>
            <p:grpSpPr>
              <a:xfrm>
                <a:off x="8630496" y="5311193"/>
                <a:ext cx="3404789" cy="598422"/>
                <a:chOff x="851451" y="3173647"/>
                <a:chExt cx="3404789" cy="598422"/>
              </a:xfrm>
              <a:grpFill/>
            </p:grpSpPr>
            <p:sp>
              <p:nvSpPr>
                <p:cNvPr id="160" name="Cube 159">
                  <a:extLst>
                    <a:ext uri="{FF2B5EF4-FFF2-40B4-BE49-F238E27FC236}">
                      <a16:creationId xmlns:a16="http://schemas.microsoft.com/office/drawing/2014/main" id="{D579CE79-F2C3-E648-88EA-87673C5A62EE}"/>
                    </a:ext>
                  </a:extLst>
                </p:cNvPr>
                <p:cNvSpPr/>
                <p:nvPr/>
              </p:nvSpPr>
              <p:spPr bwMode="auto">
                <a:xfrm>
                  <a:off x="851451" y="3173647"/>
                  <a:ext cx="1507751" cy="598422"/>
                </a:xfrm>
                <a:prstGeom prst="cube">
                  <a:avLst>
                    <a:gd name="adj" fmla="val 10898"/>
                  </a:avLst>
                </a:prstGeom>
                <a:solidFill>
                  <a:schemeClr val="accent5"/>
                </a:solidFill>
                <a:ln w="3175">
                  <a:solidFill>
                    <a:schemeClr val="accent5">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User designation </a:t>
                  </a:r>
                </a:p>
              </p:txBody>
            </p:sp>
            <p:sp>
              <p:nvSpPr>
                <p:cNvPr id="161" name="Cube 160">
                  <a:extLst>
                    <a:ext uri="{FF2B5EF4-FFF2-40B4-BE49-F238E27FC236}">
                      <a16:creationId xmlns:a16="http://schemas.microsoft.com/office/drawing/2014/main" id="{89FA3964-62BB-1040-9FA8-A12ED6D43F9B}"/>
                    </a:ext>
                  </a:extLst>
                </p:cNvPr>
                <p:cNvSpPr/>
                <p:nvPr/>
              </p:nvSpPr>
              <p:spPr bwMode="auto">
                <a:xfrm>
                  <a:off x="2748489" y="3173647"/>
                  <a:ext cx="1507751" cy="598422"/>
                </a:xfrm>
                <a:prstGeom prst="cube">
                  <a:avLst>
                    <a:gd name="adj" fmla="val 10898"/>
                  </a:avLst>
                </a:prstGeom>
                <a:solidFill>
                  <a:schemeClr val="accent5"/>
                </a:solidFill>
                <a:ln w="3175">
                  <a:solidFill>
                    <a:schemeClr val="accent5">
                      <a:lumMod val="60000"/>
                      <a:lumOff val="40000"/>
                    </a:schemeClr>
                  </a:solidFill>
                </a:ln>
                <a:effectLst>
                  <a:outerShdw blurRad="50800" dist="38100" dir="2700000" algn="tl" rotWithShape="0">
                    <a:prstClr val="black">
                      <a:alpha val="10000"/>
                    </a:prstClr>
                  </a:outerShdw>
                </a:effectLst>
              </p:spPr>
              <p:style>
                <a:lnRef idx="2">
                  <a:schemeClr val="accent1">
                    <a:shade val="50000"/>
                  </a:schemeClr>
                </a:lnRef>
                <a:fillRef idx="1002">
                  <a:schemeClr val="lt1"/>
                </a:fillRef>
                <a:effectRef idx="0">
                  <a:schemeClr val="accent1"/>
                </a:effectRef>
                <a:fontRef idx="minor">
                  <a:schemeClr val="lt1"/>
                </a:fontRef>
              </p:style>
              <p:txBody>
                <a:bodyPr lIns="17145" rIns="17145" rtlCol="0" anchor="ctr"/>
                <a:lstStyle/>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Name</a:t>
                  </a:r>
                </a:p>
                <a:p>
                  <a:pPr marL="0" marR="0" lvl="0" indent="0" algn="ctr" defTabSz="685733" rtl="0" eaLnBrk="1" fontAlgn="auto" latinLnBrk="0" hangingPunct="1">
                    <a:lnSpc>
                      <a:spcPct val="90000"/>
                    </a:lnSpc>
                    <a:spcBef>
                      <a:spcPct val="20000"/>
                    </a:spcBef>
                    <a:spcAft>
                      <a:spcPts val="0"/>
                    </a:spcAft>
                    <a:buClrTx/>
                    <a:buSzTx/>
                    <a:buFontTx/>
                    <a:buNone/>
                    <a:tabLst/>
                    <a:defRPr/>
                  </a:pPr>
                  <a:r>
                    <a:rPr kumimoji="0" lang="en-US" sz="750" b="0" i="0" u="none" strike="noStrike" kern="1200" cap="none" spc="0" normalizeH="0" baseline="0" noProof="0">
                      <a:ln>
                        <a:noFill/>
                      </a:ln>
                      <a:solidFill>
                        <a:srgbClr val="FFFFFF"/>
                      </a:solidFill>
                      <a:effectLst/>
                      <a:uLnTx/>
                      <a:uFillTx/>
                      <a:latin typeface="Graphik" panose="020B0503030202060203" pitchFamily="34" charset="77"/>
                      <a:ea typeface="+mn-ea"/>
                      <a:cs typeface="Lato" panose="020F0502020204030203" pitchFamily="34" charset="0"/>
                    </a:rPr>
                    <a:t>User designation </a:t>
                  </a:r>
                </a:p>
              </p:txBody>
            </p:sp>
          </p:grpSp>
        </p:grpSp>
        <p:cxnSp>
          <p:nvCxnSpPr>
            <p:cNvPr id="141" name="Straight Connector 140">
              <a:extLst>
                <a:ext uri="{FF2B5EF4-FFF2-40B4-BE49-F238E27FC236}">
                  <a16:creationId xmlns:a16="http://schemas.microsoft.com/office/drawing/2014/main" id="{9BD7735A-06C0-CE4C-B5B0-443EF5A16B16}"/>
                </a:ext>
              </a:extLst>
            </p:cNvPr>
            <p:cNvCxnSpPr>
              <a:stCxn id="134" idx="3"/>
            </p:cNvCxnSpPr>
            <p:nvPr/>
          </p:nvCxnSpPr>
          <p:spPr>
            <a:xfrm flipH="1">
              <a:off x="6062775" y="2027936"/>
              <a:ext cx="272" cy="376148"/>
            </a:xfrm>
            <a:prstGeom prst="line">
              <a:avLst/>
            </a:prstGeom>
            <a:grpFill/>
            <a:ln w="19050">
              <a:solidFill>
                <a:schemeClr val="accent4"/>
              </a:solidFill>
              <a:prstDash val="sysDash"/>
            </a:ln>
          </p:spPr>
          <p:style>
            <a:lnRef idx="1">
              <a:schemeClr val="accent1"/>
            </a:lnRef>
            <a:fillRef idx="0">
              <a:schemeClr val="accent1"/>
            </a:fillRef>
            <a:effectRef idx="0">
              <a:schemeClr val="accent1"/>
            </a:effectRef>
            <a:fontRef idx="minor">
              <a:schemeClr val="tx1"/>
            </a:fontRef>
          </p:style>
        </p:cxnSp>
        <p:cxnSp>
          <p:nvCxnSpPr>
            <p:cNvPr id="142" name="Straight Connector 141">
              <a:extLst>
                <a:ext uri="{FF2B5EF4-FFF2-40B4-BE49-F238E27FC236}">
                  <a16:creationId xmlns:a16="http://schemas.microsoft.com/office/drawing/2014/main" id="{C9C98F61-CBDE-9148-A066-AFBC0FFD9BF2}"/>
                </a:ext>
              </a:extLst>
            </p:cNvPr>
            <p:cNvCxnSpPr/>
            <p:nvPr/>
          </p:nvCxnSpPr>
          <p:spPr>
            <a:xfrm flipH="1">
              <a:off x="6062775" y="2988861"/>
              <a:ext cx="272" cy="218039"/>
            </a:xfrm>
            <a:prstGeom prst="line">
              <a:avLst/>
            </a:prstGeom>
            <a:grpFill/>
            <a:ln w="19050">
              <a:solidFill>
                <a:schemeClr val="accent4"/>
              </a:solidFill>
              <a:prstDash val="sysDash"/>
            </a:ln>
          </p:spPr>
          <p:style>
            <a:lnRef idx="1">
              <a:schemeClr val="accent1"/>
            </a:lnRef>
            <a:fillRef idx="0">
              <a:schemeClr val="accent1"/>
            </a:fillRef>
            <a:effectRef idx="0">
              <a:schemeClr val="accent1"/>
            </a:effectRef>
            <a:fontRef idx="minor">
              <a:schemeClr val="tx1"/>
            </a:fontRef>
          </p:style>
        </p:cxnSp>
        <p:cxnSp>
          <p:nvCxnSpPr>
            <p:cNvPr id="143" name="Straight Connector 142">
              <a:extLst>
                <a:ext uri="{FF2B5EF4-FFF2-40B4-BE49-F238E27FC236}">
                  <a16:creationId xmlns:a16="http://schemas.microsoft.com/office/drawing/2014/main" id="{AB5C55B1-A015-4F4F-AA90-08FF300987AB}"/>
                </a:ext>
              </a:extLst>
            </p:cNvPr>
            <p:cNvCxnSpPr/>
            <p:nvPr/>
          </p:nvCxnSpPr>
          <p:spPr>
            <a:xfrm>
              <a:off x="9596206" y="2988861"/>
              <a:ext cx="0" cy="210082"/>
            </a:xfrm>
            <a:prstGeom prst="line">
              <a:avLst/>
            </a:prstGeom>
            <a:grpFill/>
            <a:ln w="19050">
              <a:solidFill>
                <a:schemeClr val="accent5"/>
              </a:solidFill>
              <a:prstDash val="sysDash"/>
            </a:ln>
          </p:spPr>
          <p:style>
            <a:lnRef idx="1">
              <a:schemeClr val="accent1"/>
            </a:lnRef>
            <a:fillRef idx="0">
              <a:schemeClr val="accent1"/>
            </a:fillRef>
            <a:effectRef idx="0">
              <a:schemeClr val="accent1"/>
            </a:effectRef>
            <a:fontRef idx="minor">
              <a:schemeClr val="tx1"/>
            </a:fontRef>
          </p:style>
        </p:cxnSp>
        <p:cxnSp>
          <p:nvCxnSpPr>
            <p:cNvPr id="144" name="Straight Connector 143">
              <a:extLst>
                <a:ext uri="{FF2B5EF4-FFF2-40B4-BE49-F238E27FC236}">
                  <a16:creationId xmlns:a16="http://schemas.microsoft.com/office/drawing/2014/main" id="{40A11D0C-6E1C-6B48-953C-138EF16BF687}"/>
                </a:ext>
              </a:extLst>
            </p:cNvPr>
            <p:cNvCxnSpPr/>
            <p:nvPr/>
          </p:nvCxnSpPr>
          <p:spPr>
            <a:xfrm flipH="1">
              <a:off x="6849875" y="2693672"/>
              <a:ext cx="2009647" cy="2800"/>
            </a:xfrm>
            <a:prstGeom prst="line">
              <a:avLst/>
            </a:prstGeom>
            <a:grpFill/>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45" name="Straight Connector 144">
              <a:extLst>
                <a:ext uri="{FF2B5EF4-FFF2-40B4-BE49-F238E27FC236}">
                  <a16:creationId xmlns:a16="http://schemas.microsoft.com/office/drawing/2014/main" id="{15E4711B-5101-8940-9F62-2DC172421443}"/>
                </a:ext>
              </a:extLst>
            </p:cNvPr>
            <p:cNvCxnSpPr/>
            <p:nvPr/>
          </p:nvCxnSpPr>
          <p:spPr>
            <a:xfrm flipH="1">
              <a:off x="3366861" y="2706608"/>
              <a:ext cx="2009647" cy="2800"/>
            </a:xfrm>
            <a:prstGeom prst="line">
              <a:avLst/>
            </a:prstGeom>
            <a:grpFill/>
            <a:ln w="19050">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46" name="Straight Connector 145">
              <a:extLst>
                <a:ext uri="{FF2B5EF4-FFF2-40B4-BE49-F238E27FC236}">
                  <a16:creationId xmlns:a16="http://schemas.microsoft.com/office/drawing/2014/main" id="{3E55489C-2A9B-9C4A-89E4-5F2B6F114096}"/>
                </a:ext>
              </a:extLst>
            </p:cNvPr>
            <p:cNvCxnSpPr/>
            <p:nvPr/>
          </p:nvCxnSpPr>
          <p:spPr>
            <a:xfrm flipH="1">
              <a:off x="2612985" y="3007580"/>
              <a:ext cx="272" cy="218039"/>
            </a:xfrm>
            <a:prstGeom prst="line">
              <a:avLst/>
            </a:prstGeom>
            <a:grpFill/>
            <a:ln w="19050">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147" name="Straight Connector 146">
              <a:extLst>
                <a:ext uri="{FF2B5EF4-FFF2-40B4-BE49-F238E27FC236}">
                  <a16:creationId xmlns:a16="http://schemas.microsoft.com/office/drawing/2014/main" id="{875D9DBB-A040-B842-A3CA-584596F1E225}"/>
                </a:ext>
              </a:extLst>
            </p:cNvPr>
            <p:cNvCxnSpPr/>
            <p:nvPr/>
          </p:nvCxnSpPr>
          <p:spPr>
            <a:xfrm flipH="1">
              <a:off x="1160609" y="3225619"/>
              <a:ext cx="1994387" cy="0"/>
            </a:xfrm>
            <a:prstGeom prst="line">
              <a:avLst/>
            </a:prstGeom>
            <a:grpFill/>
            <a:ln w="19050">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148" name="Straight Connector 147">
              <a:extLst>
                <a:ext uri="{FF2B5EF4-FFF2-40B4-BE49-F238E27FC236}">
                  <a16:creationId xmlns:a16="http://schemas.microsoft.com/office/drawing/2014/main" id="{33CC290D-ED09-D345-B457-1EB3F72629D2}"/>
                </a:ext>
              </a:extLst>
            </p:cNvPr>
            <p:cNvCxnSpPr/>
            <p:nvPr/>
          </p:nvCxnSpPr>
          <p:spPr>
            <a:xfrm flipH="1">
              <a:off x="5181600" y="3206900"/>
              <a:ext cx="1862921" cy="0"/>
            </a:xfrm>
            <a:prstGeom prst="line">
              <a:avLst/>
            </a:prstGeom>
            <a:grpFill/>
            <a:ln w="19050">
              <a:solidFill>
                <a:schemeClr val="accent4"/>
              </a:solidFill>
              <a:prstDash val="sysDash"/>
            </a:ln>
          </p:spPr>
          <p:style>
            <a:lnRef idx="1">
              <a:schemeClr val="accent1"/>
            </a:lnRef>
            <a:fillRef idx="0">
              <a:schemeClr val="accent1"/>
            </a:fillRef>
            <a:effectRef idx="0">
              <a:schemeClr val="accent1"/>
            </a:effectRef>
            <a:fontRef idx="minor">
              <a:schemeClr val="tx1"/>
            </a:fontRef>
          </p:style>
        </p:cxnSp>
        <p:cxnSp>
          <p:nvCxnSpPr>
            <p:cNvPr id="149" name="Straight Connector 148">
              <a:extLst>
                <a:ext uri="{FF2B5EF4-FFF2-40B4-BE49-F238E27FC236}">
                  <a16:creationId xmlns:a16="http://schemas.microsoft.com/office/drawing/2014/main" id="{1740734E-40A4-3146-9EB4-E05CEDB24BEB}"/>
                </a:ext>
              </a:extLst>
            </p:cNvPr>
            <p:cNvCxnSpPr/>
            <p:nvPr/>
          </p:nvCxnSpPr>
          <p:spPr>
            <a:xfrm flipH="1">
              <a:off x="8994457" y="3206900"/>
              <a:ext cx="1939312" cy="0"/>
            </a:xfrm>
            <a:prstGeom prst="line">
              <a:avLst/>
            </a:prstGeom>
            <a:grpFill/>
            <a:ln w="19050">
              <a:solidFill>
                <a:schemeClr val="accent5"/>
              </a:solidFill>
              <a:prstDash val="sysDash"/>
            </a:ln>
          </p:spPr>
          <p:style>
            <a:lnRef idx="1">
              <a:schemeClr val="accent1"/>
            </a:lnRef>
            <a:fillRef idx="0">
              <a:schemeClr val="accent1"/>
            </a:fillRef>
            <a:effectRef idx="0">
              <a:schemeClr val="accent1"/>
            </a:effectRef>
            <a:fontRef idx="minor">
              <a:schemeClr val="tx1"/>
            </a:fontRef>
          </p:style>
        </p:cxnSp>
        <p:cxnSp>
          <p:nvCxnSpPr>
            <p:cNvPr id="150" name="Straight Connector 149">
              <a:extLst>
                <a:ext uri="{FF2B5EF4-FFF2-40B4-BE49-F238E27FC236}">
                  <a16:creationId xmlns:a16="http://schemas.microsoft.com/office/drawing/2014/main" id="{1B87F962-6D51-A145-A30F-D2641BFF7669}"/>
                </a:ext>
              </a:extLst>
            </p:cNvPr>
            <p:cNvCxnSpPr/>
            <p:nvPr/>
          </p:nvCxnSpPr>
          <p:spPr>
            <a:xfrm flipH="1">
              <a:off x="3152822" y="3225619"/>
              <a:ext cx="272" cy="139390"/>
            </a:xfrm>
            <a:prstGeom prst="line">
              <a:avLst/>
            </a:prstGeom>
            <a:grpFill/>
            <a:ln w="19050">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151" name="Straight Connector 150">
              <a:extLst>
                <a:ext uri="{FF2B5EF4-FFF2-40B4-BE49-F238E27FC236}">
                  <a16:creationId xmlns:a16="http://schemas.microsoft.com/office/drawing/2014/main" id="{EC5A7C6B-1695-924C-B298-918BC5D62B95}"/>
                </a:ext>
              </a:extLst>
            </p:cNvPr>
            <p:cNvCxnSpPr/>
            <p:nvPr/>
          </p:nvCxnSpPr>
          <p:spPr>
            <a:xfrm flipH="1">
              <a:off x="1160609" y="3225619"/>
              <a:ext cx="272" cy="139390"/>
            </a:xfrm>
            <a:prstGeom prst="line">
              <a:avLst/>
            </a:prstGeom>
            <a:grpFill/>
            <a:ln w="19050">
              <a:solidFill>
                <a:schemeClr val="accent2"/>
              </a:solidFill>
              <a:prstDash val="sysDash"/>
            </a:ln>
          </p:spPr>
          <p:style>
            <a:lnRef idx="1">
              <a:schemeClr val="accent1"/>
            </a:lnRef>
            <a:fillRef idx="0">
              <a:schemeClr val="accent1"/>
            </a:fillRef>
            <a:effectRef idx="0">
              <a:schemeClr val="accent1"/>
            </a:effectRef>
            <a:fontRef idx="minor">
              <a:schemeClr val="tx1"/>
            </a:fontRef>
          </p:style>
        </p:cxnSp>
        <p:cxnSp>
          <p:nvCxnSpPr>
            <p:cNvPr id="152" name="Straight Connector 151">
              <a:extLst>
                <a:ext uri="{FF2B5EF4-FFF2-40B4-BE49-F238E27FC236}">
                  <a16:creationId xmlns:a16="http://schemas.microsoft.com/office/drawing/2014/main" id="{BBD1B8EA-6DB0-D147-869E-30CE0DC0E96F}"/>
                </a:ext>
              </a:extLst>
            </p:cNvPr>
            <p:cNvCxnSpPr/>
            <p:nvPr/>
          </p:nvCxnSpPr>
          <p:spPr>
            <a:xfrm flipH="1">
              <a:off x="5202529" y="3225619"/>
              <a:ext cx="272" cy="139390"/>
            </a:xfrm>
            <a:prstGeom prst="line">
              <a:avLst/>
            </a:prstGeom>
            <a:grpFill/>
            <a:ln w="19050">
              <a:solidFill>
                <a:schemeClr val="accent4"/>
              </a:solidFill>
              <a:prstDash val="sysDash"/>
            </a:ln>
          </p:spPr>
          <p:style>
            <a:lnRef idx="1">
              <a:schemeClr val="accent1"/>
            </a:lnRef>
            <a:fillRef idx="0">
              <a:schemeClr val="accent1"/>
            </a:fillRef>
            <a:effectRef idx="0">
              <a:schemeClr val="accent1"/>
            </a:effectRef>
            <a:fontRef idx="minor">
              <a:schemeClr val="tx1"/>
            </a:fontRef>
          </p:style>
        </p:cxnSp>
        <p:cxnSp>
          <p:nvCxnSpPr>
            <p:cNvPr id="153" name="Straight Connector 152">
              <a:extLst>
                <a:ext uri="{FF2B5EF4-FFF2-40B4-BE49-F238E27FC236}">
                  <a16:creationId xmlns:a16="http://schemas.microsoft.com/office/drawing/2014/main" id="{2ABD739E-2EDF-B749-B465-53692DD74064}"/>
                </a:ext>
              </a:extLst>
            </p:cNvPr>
            <p:cNvCxnSpPr/>
            <p:nvPr/>
          </p:nvCxnSpPr>
          <p:spPr>
            <a:xfrm flipH="1">
              <a:off x="7044519" y="3225619"/>
              <a:ext cx="272" cy="139390"/>
            </a:xfrm>
            <a:prstGeom prst="line">
              <a:avLst/>
            </a:prstGeom>
            <a:grpFill/>
            <a:ln w="19050">
              <a:solidFill>
                <a:schemeClr val="accent4"/>
              </a:solidFill>
              <a:prstDash val="sysDash"/>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D266E0A1-2573-DD41-B02A-759D9E5978B1}"/>
                </a:ext>
              </a:extLst>
            </p:cNvPr>
            <p:cNvCxnSpPr/>
            <p:nvPr/>
          </p:nvCxnSpPr>
          <p:spPr>
            <a:xfrm flipH="1">
              <a:off x="8994457" y="3225619"/>
              <a:ext cx="272" cy="139390"/>
            </a:xfrm>
            <a:prstGeom prst="line">
              <a:avLst/>
            </a:prstGeom>
            <a:grpFill/>
            <a:ln w="19050">
              <a:solidFill>
                <a:schemeClr val="accent5"/>
              </a:solidFill>
              <a:prstDash val="sysDash"/>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2D416ACB-9F65-6E4C-B413-A5B364B70E66}"/>
                </a:ext>
              </a:extLst>
            </p:cNvPr>
            <p:cNvCxnSpPr/>
            <p:nvPr/>
          </p:nvCxnSpPr>
          <p:spPr>
            <a:xfrm flipH="1">
              <a:off x="10933769" y="3225619"/>
              <a:ext cx="272" cy="139390"/>
            </a:xfrm>
            <a:prstGeom prst="line">
              <a:avLst/>
            </a:prstGeom>
            <a:grpFill/>
            <a:ln w="19050">
              <a:solidFill>
                <a:schemeClr val="accent5"/>
              </a:solidFill>
              <a:prstDash val="sysDash"/>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3270139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9BBCD9-DE7F-E3A9-EBBF-2F5309552218}"/>
              </a:ext>
            </a:extLst>
          </p:cNvPr>
          <p:cNvSpPr>
            <a:spLocks noGrp="1"/>
          </p:cNvSpPr>
          <p:nvPr>
            <p:ph type="title"/>
          </p:nvPr>
        </p:nvSpPr>
        <p:spPr/>
        <p:txBody>
          <a:bodyPr/>
          <a:lstStyle/>
          <a:p>
            <a:r>
              <a:rPr lang="en-IN" dirty="0">
                <a:solidFill>
                  <a:schemeClr val="accent2"/>
                </a:solidFill>
              </a:rPr>
              <a:t>IV. </a:t>
            </a:r>
            <a:r>
              <a:rPr lang="en-IN" dirty="0"/>
              <a:t>Possible organizational structure across [project/business x]</a:t>
            </a:r>
            <a:endParaRPr lang="en-US" dirty="0"/>
          </a:p>
        </p:txBody>
      </p:sp>
      <p:sp>
        <p:nvSpPr>
          <p:cNvPr id="5" name="Text Placeholder 4">
            <a:extLst>
              <a:ext uri="{FF2B5EF4-FFF2-40B4-BE49-F238E27FC236}">
                <a16:creationId xmlns:a16="http://schemas.microsoft.com/office/drawing/2014/main" id="{7778AE71-ED59-E220-9A97-DFFE2C499EEA}"/>
              </a:ext>
            </a:extLst>
          </p:cNvPr>
          <p:cNvSpPr>
            <a:spLocks noGrp="1"/>
          </p:cNvSpPr>
          <p:nvPr>
            <p:ph type="body" sz="quarter" idx="17"/>
          </p:nvPr>
        </p:nvSpPr>
        <p:spPr/>
        <p:txBody>
          <a:bodyPr/>
          <a:lstStyle/>
          <a:p>
            <a:endParaRPr lang="en-US"/>
          </a:p>
        </p:txBody>
      </p:sp>
      <p:cxnSp>
        <p:nvCxnSpPr>
          <p:cNvPr id="4" name="Connector: Elbow 121">
            <a:extLst>
              <a:ext uri="{FF2B5EF4-FFF2-40B4-BE49-F238E27FC236}">
                <a16:creationId xmlns:a16="http://schemas.microsoft.com/office/drawing/2014/main" id="{86AD6E2D-AB20-F963-0C5E-37C2037D316B}"/>
              </a:ext>
            </a:extLst>
          </p:cNvPr>
          <p:cNvCxnSpPr>
            <a:cxnSpLocks/>
            <a:stCxn id="33" idx="3"/>
          </p:cNvCxnSpPr>
          <p:nvPr/>
        </p:nvCxnSpPr>
        <p:spPr>
          <a:xfrm flipV="1">
            <a:off x="7594410" y="2359963"/>
            <a:ext cx="1247279" cy="1374937"/>
          </a:xfrm>
          <a:prstGeom prst="bentConnector2">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196F0CF6-AA77-C1EA-9833-DDBA2474A4C4}"/>
              </a:ext>
            </a:extLst>
          </p:cNvPr>
          <p:cNvSpPr/>
          <p:nvPr/>
        </p:nvSpPr>
        <p:spPr>
          <a:xfrm>
            <a:off x="7745226" y="1347344"/>
            <a:ext cx="179700" cy="133745"/>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lIns="0" rIns="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rPr>
              <a:t>X</a:t>
            </a:r>
          </a:p>
        </p:txBody>
      </p:sp>
      <p:sp>
        <p:nvSpPr>
          <p:cNvPr id="7" name="TextBox 6">
            <a:extLst>
              <a:ext uri="{FF2B5EF4-FFF2-40B4-BE49-F238E27FC236}">
                <a16:creationId xmlns:a16="http://schemas.microsoft.com/office/drawing/2014/main" id="{0A6E1A8B-28B3-66A8-76D1-0B86E9EEC4BB}"/>
              </a:ext>
            </a:extLst>
          </p:cNvPr>
          <p:cNvSpPr txBox="1">
            <a:spLocks/>
          </p:cNvSpPr>
          <p:nvPr/>
        </p:nvSpPr>
        <p:spPr>
          <a:xfrm>
            <a:off x="7972888" y="1337272"/>
            <a:ext cx="553037" cy="153888"/>
          </a:xfrm>
          <a:prstGeom prst="rect">
            <a:avLst/>
          </a:prstGeom>
        </p:spPr>
        <p:txBody>
          <a:bodyPr vert="horz" wrap="none" lIns="0" tIns="0" rIns="0" bIns="0" rtlCol="0">
            <a:spAutoFit/>
          </a:bodyPr>
          <a:lstStyle>
            <a:lvl1pPr marL="0" lvl="0" indent="0" defTabSz="895255" eaLnBrk="1" hangingPunct="1">
              <a:buClr>
                <a:schemeClr val="tx2"/>
              </a:buClr>
              <a:defRPr baseline="0">
                <a:latin typeface="+mn-lt"/>
              </a:defRPr>
            </a:lvl1pPr>
            <a:lvl2pPr marL="193655" indent="-192067" defTabSz="895255" eaLnBrk="1" hangingPunct="1">
              <a:buClr>
                <a:schemeClr val="tx2"/>
              </a:buClr>
              <a:buSzPct val="125000"/>
              <a:buFont typeface="Arial" pitchFamily="34" charset="0"/>
              <a:buChar char="▪"/>
              <a:defRPr baseline="0">
                <a:latin typeface="+mn-lt"/>
              </a:defRPr>
            </a:lvl2pPr>
            <a:lvl3pPr marL="457151" indent="-261910" defTabSz="895255" eaLnBrk="1" hangingPunct="1">
              <a:buClr>
                <a:schemeClr val="tx2"/>
              </a:buClr>
              <a:buSzPct val="120000"/>
              <a:buFont typeface="Arial" charset="0"/>
              <a:buChar char="–"/>
              <a:defRPr baseline="0">
                <a:latin typeface="+mn-lt"/>
              </a:defRPr>
            </a:lvl3pPr>
            <a:lvl4pPr marL="614298" indent="-155558" defTabSz="895255" eaLnBrk="1" hangingPunct="1">
              <a:buClr>
                <a:schemeClr val="tx2"/>
              </a:buClr>
              <a:buSzPct val="100000"/>
              <a:buFont typeface="Arial" pitchFamily="34" charset="0"/>
              <a:buChar char="▫"/>
              <a:defRPr baseline="0">
                <a:latin typeface="+mn-lt"/>
              </a:defRPr>
            </a:lvl4pPr>
            <a:lvl5pPr marL="749728" indent="-130162" defTabSz="895255" eaLnBrk="1" hangingPunct="1">
              <a:buClr>
                <a:schemeClr val="tx2"/>
              </a:buClr>
              <a:buSzPct val="89000"/>
              <a:buFont typeface="Arial" charset="0"/>
              <a:buChar char="-"/>
              <a:defRPr baseline="0">
                <a:latin typeface="+mn-lt"/>
              </a:defRPr>
            </a:lvl5pPr>
            <a:lvl6pPr marL="749728" indent="-130162" defTabSz="895255" fontAlgn="base">
              <a:spcBef>
                <a:spcPct val="0"/>
              </a:spcBef>
              <a:spcAft>
                <a:spcPct val="0"/>
              </a:spcAft>
              <a:buClr>
                <a:schemeClr val="tx2"/>
              </a:buClr>
              <a:buSzPct val="89000"/>
              <a:buFont typeface="Arial" charset="0"/>
              <a:buChar char="-"/>
              <a:defRPr baseline="0">
                <a:latin typeface="+mn-lt"/>
              </a:defRPr>
            </a:lvl6pPr>
            <a:lvl7pPr marL="749728" indent="-130162" defTabSz="895255" fontAlgn="base">
              <a:spcBef>
                <a:spcPct val="0"/>
              </a:spcBef>
              <a:spcAft>
                <a:spcPct val="0"/>
              </a:spcAft>
              <a:buClr>
                <a:schemeClr val="tx2"/>
              </a:buClr>
              <a:buSzPct val="89000"/>
              <a:buFont typeface="Arial" charset="0"/>
              <a:buChar char="-"/>
              <a:defRPr baseline="0">
                <a:latin typeface="+mn-lt"/>
              </a:defRPr>
            </a:lvl7pPr>
            <a:lvl8pPr marL="749728" indent="-130162" defTabSz="895255" fontAlgn="base">
              <a:spcBef>
                <a:spcPct val="0"/>
              </a:spcBef>
              <a:spcAft>
                <a:spcPct val="0"/>
              </a:spcAft>
              <a:buClr>
                <a:schemeClr val="tx2"/>
              </a:buClr>
              <a:buSzPct val="89000"/>
              <a:buFont typeface="Arial" charset="0"/>
              <a:buChar char="-"/>
              <a:defRPr baseline="0">
                <a:latin typeface="+mn-lt"/>
              </a:defRPr>
            </a:lvl8pPr>
            <a:lvl9pPr marL="749728" indent="-130162" defTabSz="895255" fontAlgn="base">
              <a:spcBef>
                <a:spcPct val="0"/>
              </a:spcBef>
              <a:spcAft>
                <a:spcPct val="0"/>
              </a:spcAft>
              <a:buClr>
                <a:schemeClr val="tx2"/>
              </a:buClr>
              <a:buSzPct val="89000"/>
              <a:buFont typeface="Arial" charset="0"/>
              <a:buChar char="-"/>
              <a:defRPr baseline="0">
                <a:latin typeface="+mn-lt"/>
              </a:defRPr>
            </a:lvl9pPr>
          </a:lstStyle>
          <a:p>
            <a:pPr marL="0" marR="0" lvl="0" indent="0" algn="l" defTabSz="895255" rtl="0" eaLnBrk="1" fontAlgn="base" latinLnBrk="0" hangingPunct="1">
              <a:lnSpc>
                <a:spcPct val="100000"/>
              </a:lnSpc>
              <a:spcBef>
                <a:spcPct val="0"/>
              </a:spcBef>
              <a:spcAft>
                <a:spcPct val="0"/>
              </a:spcAft>
              <a:buClr>
                <a:srgbClr val="002960"/>
              </a:buClr>
              <a:buSzTx/>
              <a:buFontTx/>
              <a:buNone/>
              <a:tabLst/>
              <a:defRPr/>
            </a:pP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panose="020B0604020202020204" pitchFamily="34" charset="0"/>
              </a:rPr>
              <a:t># of FTEs</a:t>
            </a:r>
          </a:p>
        </p:txBody>
      </p:sp>
      <p:cxnSp>
        <p:nvCxnSpPr>
          <p:cNvPr id="8" name="Connector: Elbow 115">
            <a:extLst>
              <a:ext uri="{FF2B5EF4-FFF2-40B4-BE49-F238E27FC236}">
                <a16:creationId xmlns:a16="http://schemas.microsoft.com/office/drawing/2014/main" id="{72808065-5844-FFAA-3CF5-2C368771C1E4}"/>
              </a:ext>
            </a:extLst>
          </p:cNvPr>
          <p:cNvCxnSpPr>
            <a:cxnSpLocks/>
          </p:cNvCxnSpPr>
          <p:nvPr/>
        </p:nvCxnSpPr>
        <p:spPr>
          <a:xfrm rot="5400000">
            <a:off x="2879731" y="1336194"/>
            <a:ext cx="985636" cy="2299799"/>
          </a:xfrm>
          <a:prstGeom prst="bent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Connector: Elbow 116">
            <a:extLst>
              <a:ext uri="{FF2B5EF4-FFF2-40B4-BE49-F238E27FC236}">
                <a16:creationId xmlns:a16="http://schemas.microsoft.com/office/drawing/2014/main" id="{9A8543E1-EEBF-2FA9-01F4-274E9218526E}"/>
              </a:ext>
            </a:extLst>
          </p:cNvPr>
          <p:cNvCxnSpPr>
            <a:cxnSpLocks/>
            <a:endCxn id="15" idx="0"/>
          </p:cNvCxnSpPr>
          <p:nvPr/>
        </p:nvCxnSpPr>
        <p:spPr>
          <a:xfrm rot="16200000" flipH="1">
            <a:off x="5160862" y="1354860"/>
            <a:ext cx="985636" cy="2262465"/>
          </a:xfrm>
          <a:prstGeom prst="bentConnector3">
            <a:avLst>
              <a:gd name="adj1" fmla="val 50000"/>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57F43CA1-BA2A-0724-2B7A-F8558523638F}"/>
              </a:ext>
            </a:extLst>
          </p:cNvPr>
          <p:cNvSpPr txBox="1">
            <a:spLocks/>
          </p:cNvSpPr>
          <p:nvPr>
            <p:custDataLst>
              <p:tags r:id="rId1"/>
            </p:custDataLst>
          </p:nvPr>
        </p:nvSpPr>
        <p:spPr>
          <a:xfrm>
            <a:off x="3512112" y="1358212"/>
            <a:ext cx="1982691" cy="184666"/>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sz="1600" baseline="0">
                <a:latin typeface="+mn-lt"/>
              </a:defRPr>
            </a:lvl1pPr>
            <a:lvl2pPr marL="216000" lvl="1" indent="-216000" defTabSz="895350" eaLnBrk="1" hangingPunct="1">
              <a:buClr>
                <a:schemeClr val="accent1"/>
              </a:buClr>
              <a:buSzPct val="100000"/>
              <a:buFont typeface="Wingdings 3" panose="05040102010807070707" pitchFamily="18" charset="2"/>
              <a:buChar char=""/>
              <a:defRPr sz="1600" baseline="0">
                <a:latin typeface="+mn-lt"/>
              </a:defRPr>
            </a:lvl2pPr>
            <a:lvl3pPr marL="432000" lvl="2" indent="-216000" defTabSz="895350" eaLnBrk="1" hangingPunct="1">
              <a:buClr>
                <a:schemeClr val="tx1"/>
              </a:buClr>
              <a:buSzPct val="100000"/>
              <a:buFont typeface="Arial" panose="020B0604020202020204" pitchFamily="34" charset="0"/>
              <a:buChar char="•"/>
              <a:defRPr sz="1600" baseline="0">
                <a:latin typeface="+mn-lt"/>
              </a:defRPr>
            </a:lvl3pPr>
            <a:lvl4pPr marL="648000" lvl="3" indent="-216000" defTabSz="895350" eaLnBrk="1" hangingPunct="1">
              <a:buClr>
                <a:schemeClr val="tx1"/>
              </a:buClr>
              <a:buSzPct val="100000"/>
              <a:buFont typeface="Arial" panose="020B0604020202020204" pitchFamily="34" charset="0"/>
              <a:buChar char="–"/>
              <a:defRPr sz="1600" baseline="0">
                <a:latin typeface="+mn-lt"/>
              </a:defRPr>
            </a:lvl4pPr>
            <a:lvl5pPr marL="864000" lvl="4" indent="-216000" defTabSz="895350" eaLnBrk="1" hangingPunct="1">
              <a:buClr>
                <a:schemeClr val="tx1"/>
              </a:buClr>
              <a:buSzPct val="100000"/>
              <a:buFont typeface="Arial" panose="020B0604020202020204" pitchFamily="34" charset="0"/>
              <a:buChar char="○"/>
              <a:defRPr sz="1600" baseline="0">
                <a:latin typeface="+mn-lt"/>
              </a:defRPr>
            </a:lvl5pPr>
            <a:lvl6pPr marL="749808" indent="-130175" defTabSz="895350" fontAlgn="base">
              <a:spcBef>
                <a:spcPct val="0"/>
              </a:spcBef>
              <a:spcAft>
                <a:spcPct val="0"/>
              </a:spcAft>
              <a:buClr>
                <a:schemeClr val="tx2"/>
              </a:buClr>
              <a:buSzPct val="89000"/>
              <a:buFont typeface="Arial" charset="0"/>
              <a:buChar char="-"/>
              <a:defRPr sz="1600" baseline="0">
                <a:latin typeface="+mn-lt"/>
              </a:defRPr>
            </a:lvl6pPr>
            <a:lvl7pPr marL="749808" indent="-130175" defTabSz="895350" fontAlgn="base">
              <a:spcBef>
                <a:spcPct val="0"/>
              </a:spcBef>
              <a:spcAft>
                <a:spcPct val="0"/>
              </a:spcAft>
              <a:buClr>
                <a:schemeClr val="tx2"/>
              </a:buClr>
              <a:buSzPct val="89000"/>
              <a:buFont typeface="Arial" charset="0"/>
              <a:buChar char="-"/>
              <a:defRPr sz="1600" baseline="0">
                <a:latin typeface="+mn-lt"/>
              </a:defRPr>
            </a:lvl7pPr>
            <a:lvl8pPr marL="749808" indent="-130175" defTabSz="895350" fontAlgn="base">
              <a:spcBef>
                <a:spcPct val="0"/>
              </a:spcBef>
              <a:spcAft>
                <a:spcPct val="0"/>
              </a:spcAft>
              <a:buClr>
                <a:schemeClr val="tx2"/>
              </a:buClr>
              <a:buSzPct val="89000"/>
              <a:buFont typeface="Arial" charset="0"/>
              <a:buChar char="-"/>
              <a:defRPr sz="1600" baseline="0">
                <a:latin typeface="+mn-lt"/>
              </a:defRPr>
            </a:lvl8pPr>
            <a:lvl9pPr marL="749808" indent="-130175" defTabSz="895350" fontAlgn="base">
              <a:spcBef>
                <a:spcPct val="0"/>
              </a:spcBef>
              <a:spcAft>
                <a:spcPct val="0"/>
              </a:spcAft>
              <a:buClr>
                <a:schemeClr val="tx2"/>
              </a:buClr>
              <a:buSzPct val="89000"/>
              <a:buFont typeface="Arial" charset="0"/>
              <a:buChar char="-"/>
              <a:defRPr sz="1600" baseline="0">
                <a:latin typeface="+mn-lt"/>
              </a:defRPr>
            </a:lvl9pPr>
          </a:lstStyle>
          <a:p>
            <a:pPr marL="0" marR="0" lvl="0" indent="0" algn="ctr" defTabSz="895350" rtl="0" eaLnBrk="1" fontAlgn="auto" latinLnBrk="0" hangingPunct="1">
              <a:lnSpc>
                <a:spcPct val="100000"/>
              </a:lnSpc>
              <a:spcBef>
                <a:spcPts val="100"/>
              </a:spcBef>
              <a:spcAft>
                <a:spcPts val="0"/>
              </a:spcAft>
              <a:buClr>
                <a:srgbClr val="FFFFFF"/>
              </a:buClr>
              <a:buSzTx/>
              <a:buFontTx/>
              <a:buNone/>
              <a:tabLst/>
              <a:defRPr/>
            </a:pPr>
            <a:r>
              <a:rPr kumimoji="0" lang="en-US" sz="12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sym typeface="Arial"/>
              </a:rPr>
              <a:t>Head of [insert]</a:t>
            </a:r>
          </a:p>
        </p:txBody>
      </p:sp>
      <p:grpSp>
        <p:nvGrpSpPr>
          <p:cNvPr id="11" name="Group 10">
            <a:extLst>
              <a:ext uri="{FF2B5EF4-FFF2-40B4-BE49-F238E27FC236}">
                <a16:creationId xmlns:a16="http://schemas.microsoft.com/office/drawing/2014/main" id="{F1028EFB-084C-84DF-E989-9E0EA6BD3FA7}"/>
              </a:ext>
            </a:extLst>
          </p:cNvPr>
          <p:cNvGrpSpPr/>
          <p:nvPr/>
        </p:nvGrpSpPr>
        <p:grpSpPr>
          <a:xfrm>
            <a:off x="4326923" y="1602226"/>
            <a:ext cx="391049" cy="391049"/>
            <a:chOff x="2772138" y="2480783"/>
            <a:chExt cx="372164" cy="372164"/>
          </a:xfrm>
          <a:solidFill>
            <a:srgbClr val="051C2C"/>
          </a:solidFill>
        </p:grpSpPr>
        <p:sp>
          <p:nvSpPr>
            <p:cNvPr id="12" name="Oval 11">
              <a:extLst>
                <a:ext uri="{FF2B5EF4-FFF2-40B4-BE49-F238E27FC236}">
                  <a16:creationId xmlns:a16="http://schemas.microsoft.com/office/drawing/2014/main" id="{4A644360-EFF2-2B56-C6C3-EA9ADD26D86E}"/>
                </a:ext>
              </a:extLst>
            </p:cNvPr>
            <p:cNvSpPr/>
            <p:nvPr/>
          </p:nvSpPr>
          <p:spPr>
            <a:xfrm>
              <a:off x="2772138" y="2480783"/>
              <a:ext cx="372164" cy="372164"/>
            </a:xfrm>
            <a:prstGeom prst="ellipse">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sym typeface="Arial"/>
              </a:endParaRPr>
            </a:p>
          </p:txBody>
        </p:sp>
        <p:pic>
          <p:nvPicPr>
            <p:cNvPr id="13" name="CustomIcon">
              <a:extLst>
                <a:ext uri="{FF2B5EF4-FFF2-40B4-BE49-F238E27FC236}">
                  <a16:creationId xmlns:a16="http://schemas.microsoft.com/office/drawing/2014/main" id="{A71BF539-A5A1-3E59-0866-E7D000225F77}"/>
                </a:ext>
              </a:extLst>
            </p:cNvPr>
            <p:cNvPicPr>
              <a:picLocks noChangeAspect="1"/>
            </p:cNvPicPr>
            <p:nvPr>
              <p:custDataLst>
                <p:tags r:id="rId23"/>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6"/>
                </a:ext>
              </a:extLst>
            </a:blip>
            <a:stretch>
              <a:fillRect/>
            </a:stretch>
          </p:blipFill>
          <p:spPr>
            <a:xfrm>
              <a:off x="2838304" y="2546949"/>
              <a:ext cx="239830" cy="239830"/>
            </a:xfrm>
            <a:prstGeom prst="rect">
              <a:avLst/>
            </a:prstGeom>
          </p:spPr>
        </p:pic>
      </p:grpSp>
      <p:sp>
        <p:nvSpPr>
          <p:cNvPr id="15" name="Oval 14">
            <a:extLst>
              <a:ext uri="{FF2B5EF4-FFF2-40B4-BE49-F238E27FC236}">
                <a16:creationId xmlns:a16="http://schemas.microsoft.com/office/drawing/2014/main" id="{FBA80F4D-CAC2-AC6D-58D8-35275D21ECB1}"/>
              </a:ext>
            </a:extLst>
          </p:cNvPr>
          <p:cNvSpPr>
            <a:spLocks/>
          </p:cNvSpPr>
          <p:nvPr/>
        </p:nvSpPr>
        <p:spPr>
          <a:xfrm>
            <a:off x="6589388" y="2978911"/>
            <a:ext cx="391049" cy="391049"/>
          </a:xfrm>
          <a:prstGeom prst="ellipse">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sym typeface="Arial"/>
            </a:endParaRPr>
          </a:p>
        </p:txBody>
      </p:sp>
      <p:sp>
        <p:nvSpPr>
          <p:cNvPr id="18" name="Oval 17">
            <a:extLst>
              <a:ext uri="{FF2B5EF4-FFF2-40B4-BE49-F238E27FC236}">
                <a16:creationId xmlns:a16="http://schemas.microsoft.com/office/drawing/2014/main" id="{12E3AF55-EC4B-97AD-BF9F-9961CDAAC27C}"/>
              </a:ext>
            </a:extLst>
          </p:cNvPr>
          <p:cNvSpPr/>
          <p:nvPr/>
        </p:nvSpPr>
        <p:spPr>
          <a:xfrm>
            <a:off x="2027123" y="2978911"/>
            <a:ext cx="391051" cy="391049"/>
          </a:xfrm>
          <a:prstGeom prst="ellipse">
            <a:avLst/>
          </a:prstGeom>
          <a:solidFill>
            <a:schemeClr val="accent1"/>
          </a:solidFill>
          <a:ln w="9525">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sym typeface="Arial"/>
            </a:endParaRPr>
          </a:p>
        </p:txBody>
      </p:sp>
      <p:pic>
        <p:nvPicPr>
          <p:cNvPr id="19" name="CustomIcon">
            <a:extLst>
              <a:ext uri="{FF2B5EF4-FFF2-40B4-BE49-F238E27FC236}">
                <a16:creationId xmlns:a16="http://schemas.microsoft.com/office/drawing/2014/main" id="{48075EA5-7AF8-389D-BB4C-4AC640599A77}"/>
              </a:ext>
            </a:extLst>
          </p:cNvPr>
          <p:cNvPicPr>
            <a:picLocks noChangeAspect="1"/>
          </p:cNvPicPr>
          <p:nvPr>
            <p:custDataLst>
              <p:tags r:id="rId2"/>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7"/>
              </a:ext>
            </a:extLst>
          </a:blip>
          <a:stretch>
            <a:fillRect/>
          </a:stretch>
        </p:blipFill>
        <p:spPr>
          <a:xfrm>
            <a:off x="2096648" y="3048435"/>
            <a:ext cx="252001" cy="252000"/>
          </a:xfrm>
          <a:prstGeom prst="rect">
            <a:avLst/>
          </a:prstGeom>
        </p:spPr>
      </p:pic>
      <p:sp>
        <p:nvSpPr>
          <p:cNvPr id="20" name="Rectangle 19">
            <a:extLst>
              <a:ext uri="{FF2B5EF4-FFF2-40B4-BE49-F238E27FC236}">
                <a16:creationId xmlns:a16="http://schemas.microsoft.com/office/drawing/2014/main" id="{B414C4E2-A465-44A4-EC34-8D73B730936D}"/>
              </a:ext>
            </a:extLst>
          </p:cNvPr>
          <p:cNvSpPr/>
          <p:nvPr/>
        </p:nvSpPr>
        <p:spPr>
          <a:xfrm>
            <a:off x="567559" y="4983777"/>
            <a:ext cx="8044647" cy="1280637"/>
          </a:xfrm>
          <a:prstGeom prst="rect">
            <a:avLst/>
          </a:prstGeom>
          <a:noFill/>
          <a:ln w="9525" cap="sq">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GB" sz="1200" b="0" i="0" u="none" strike="noStrike" kern="1200" cap="none" spc="0" normalizeH="0" baseline="0" noProof="0" err="1">
              <a:ln>
                <a:noFill/>
              </a:ln>
              <a:solidFill>
                <a:srgbClr val="FFFFFF"/>
              </a:solidFill>
              <a:effectLst/>
              <a:uLnTx/>
              <a:uFillTx/>
              <a:latin typeface="Arial" panose="020B0604020202020204" pitchFamily="34" charset="0"/>
              <a:ea typeface="+mn-ea"/>
              <a:cs typeface="Arial" panose="020B0604020202020204" pitchFamily="34" charset="0"/>
              <a:sym typeface="Arial"/>
            </a:endParaRPr>
          </a:p>
        </p:txBody>
      </p:sp>
      <p:sp>
        <p:nvSpPr>
          <p:cNvPr id="22" name="Oval 21">
            <a:extLst>
              <a:ext uri="{FF2B5EF4-FFF2-40B4-BE49-F238E27FC236}">
                <a16:creationId xmlns:a16="http://schemas.microsoft.com/office/drawing/2014/main" id="{EABA6030-A6B1-04B2-E096-30A8DC8FB8F5}"/>
              </a:ext>
            </a:extLst>
          </p:cNvPr>
          <p:cNvSpPr/>
          <p:nvPr/>
        </p:nvSpPr>
        <p:spPr>
          <a:xfrm>
            <a:off x="2017241" y="5156067"/>
            <a:ext cx="391051" cy="391049"/>
          </a:xfrm>
          <a:prstGeom prst="ellipse">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sym typeface="Arial"/>
            </a:endParaRPr>
          </a:p>
        </p:txBody>
      </p:sp>
      <p:pic>
        <p:nvPicPr>
          <p:cNvPr id="23" name="CustomIcon">
            <a:extLst>
              <a:ext uri="{FF2B5EF4-FFF2-40B4-BE49-F238E27FC236}">
                <a16:creationId xmlns:a16="http://schemas.microsoft.com/office/drawing/2014/main" id="{2EFEC320-A0F4-3496-DCE7-256F47286316}"/>
              </a:ext>
            </a:extLst>
          </p:cNvPr>
          <p:cNvPicPr>
            <a:picLocks noChangeAspect="1"/>
          </p:cNvPicPr>
          <p:nvPr>
            <p:custDataLst>
              <p:tags r:id="rId3"/>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8"/>
              </a:ext>
            </a:extLst>
          </a:blip>
          <a:stretch>
            <a:fillRect/>
          </a:stretch>
        </p:blipFill>
        <p:spPr>
          <a:xfrm>
            <a:off x="2086766" y="5225591"/>
            <a:ext cx="252001" cy="252000"/>
          </a:xfrm>
          <a:prstGeom prst="rect">
            <a:avLst/>
          </a:prstGeom>
        </p:spPr>
      </p:pic>
      <p:sp>
        <p:nvSpPr>
          <p:cNvPr id="24" name="TextBox 23">
            <a:extLst>
              <a:ext uri="{FF2B5EF4-FFF2-40B4-BE49-F238E27FC236}">
                <a16:creationId xmlns:a16="http://schemas.microsoft.com/office/drawing/2014/main" id="{4AF7DB6F-EDC8-F289-0A86-048F52216E4C}"/>
              </a:ext>
            </a:extLst>
          </p:cNvPr>
          <p:cNvSpPr txBox="1">
            <a:spLocks/>
          </p:cNvSpPr>
          <p:nvPr>
            <p:custDataLst>
              <p:tags r:id="rId4"/>
            </p:custDataLst>
          </p:nvPr>
        </p:nvSpPr>
        <p:spPr>
          <a:xfrm>
            <a:off x="1670116" y="5622824"/>
            <a:ext cx="1105063" cy="184666"/>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sz="1600" baseline="0">
                <a:latin typeface="+mn-lt"/>
              </a:defRPr>
            </a:lvl1pPr>
            <a:lvl2pPr marL="216000" lvl="1" indent="-216000" defTabSz="895350" eaLnBrk="1" hangingPunct="1">
              <a:buClr>
                <a:schemeClr val="accent1"/>
              </a:buClr>
              <a:buSzPct val="100000"/>
              <a:buFont typeface="Wingdings 3" panose="05040102010807070707" pitchFamily="18" charset="2"/>
              <a:buChar char=""/>
              <a:defRPr sz="1600" baseline="0">
                <a:latin typeface="+mn-lt"/>
              </a:defRPr>
            </a:lvl2pPr>
            <a:lvl3pPr marL="432000" lvl="2" indent="-216000" defTabSz="895350" eaLnBrk="1" hangingPunct="1">
              <a:buClr>
                <a:schemeClr val="tx1"/>
              </a:buClr>
              <a:buSzPct val="100000"/>
              <a:buFont typeface="Arial" panose="020B0604020202020204" pitchFamily="34" charset="0"/>
              <a:buChar char="•"/>
              <a:defRPr sz="1600" baseline="0">
                <a:latin typeface="+mn-lt"/>
              </a:defRPr>
            </a:lvl3pPr>
            <a:lvl4pPr marL="648000" lvl="3" indent="-216000" defTabSz="895350" eaLnBrk="1" hangingPunct="1">
              <a:buClr>
                <a:schemeClr val="tx1"/>
              </a:buClr>
              <a:buSzPct val="100000"/>
              <a:buFont typeface="Arial" panose="020B0604020202020204" pitchFamily="34" charset="0"/>
              <a:buChar char="–"/>
              <a:defRPr sz="1600" baseline="0">
                <a:latin typeface="+mn-lt"/>
              </a:defRPr>
            </a:lvl4pPr>
            <a:lvl5pPr marL="864000" lvl="4" indent="-216000" defTabSz="895350" eaLnBrk="1" hangingPunct="1">
              <a:buClr>
                <a:schemeClr val="tx1"/>
              </a:buClr>
              <a:buSzPct val="100000"/>
              <a:buFont typeface="Arial" panose="020B0604020202020204" pitchFamily="34" charset="0"/>
              <a:buChar char="○"/>
              <a:defRPr sz="1600" baseline="0">
                <a:latin typeface="+mn-lt"/>
              </a:defRPr>
            </a:lvl5pPr>
            <a:lvl6pPr marL="749808" indent="-130175" defTabSz="895350" fontAlgn="base">
              <a:spcBef>
                <a:spcPct val="0"/>
              </a:spcBef>
              <a:spcAft>
                <a:spcPct val="0"/>
              </a:spcAft>
              <a:buClr>
                <a:schemeClr val="tx2"/>
              </a:buClr>
              <a:buSzPct val="89000"/>
              <a:buFont typeface="Arial" charset="0"/>
              <a:buChar char="-"/>
              <a:defRPr sz="1600" baseline="0">
                <a:latin typeface="+mn-lt"/>
              </a:defRPr>
            </a:lvl6pPr>
            <a:lvl7pPr marL="749808" indent="-130175" defTabSz="895350" fontAlgn="base">
              <a:spcBef>
                <a:spcPct val="0"/>
              </a:spcBef>
              <a:spcAft>
                <a:spcPct val="0"/>
              </a:spcAft>
              <a:buClr>
                <a:schemeClr val="tx2"/>
              </a:buClr>
              <a:buSzPct val="89000"/>
              <a:buFont typeface="Arial" charset="0"/>
              <a:buChar char="-"/>
              <a:defRPr sz="1600" baseline="0">
                <a:latin typeface="+mn-lt"/>
              </a:defRPr>
            </a:lvl7pPr>
            <a:lvl8pPr marL="749808" indent="-130175" defTabSz="895350" fontAlgn="base">
              <a:spcBef>
                <a:spcPct val="0"/>
              </a:spcBef>
              <a:spcAft>
                <a:spcPct val="0"/>
              </a:spcAft>
              <a:buClr>
                <a:schemeClr val="tx2"/>
              </a:buClr>
              <a:buSzPct val="89000"/>
              <a:buFont typeface="Arial" charset="0"/>
              <a:buChar char="-"/>
              <a:defRPr sz="1600" baseline="0">
                <a:latin typeface="+mn-lt"/>
              </a:defRPr>
            </a:lvl8pPr>
            <a:lvl9pPr marL="749808" indent="-130175" defTabSz="895350" fontAlgn="base">
              <a:spcBef>
                <a:spcPct val="0"/>
              </a:spcBef>
              <a:spcAft>
                <a:spcPct val="0"/>
              </a:spcAft>
              <a:buClr>
                <a:schemeClr val="tx2"/>
              </a:buClr>
              <a:buSzPct val="89000"/>
              <a:buFont typeface="Arial" charset="0"/>
              <a:buChar char="-"/>
              <a:defRPr sz="1600" baseline="0">
                <a:latin typeface="+mn-lt"/>
              </a:defRPr>
            </a:lvl9pPr>
          </a:lstStyle>
          <a:p>
            <a:pPr marL="0" marR="0" lvl="0" indent="0" algn="ctr" defTabSz="895350" rtl="0" eaLnBrk="1" fontAlgn="auto" latinLnBrk="0" hangingPunct="1">
              <a:lnSpc>
                <a:spcPct val="100000"/>
              </a:lnSpc>
              <a:spcBef>
                <a:spcPts val="100"/>
              </a:spcBef>
              <a:spcAft>
                <a:spcPts val="0"/>
              </a:spcAft>
              <a:buClr>
                <a:srgbClr val="061F32"/>
              </a:buClr>
              <a:buSzTx/>
              <a:buFontTx/>
              <a:buNone/>
              <a:tabLst/>
              <a:defRPr/>
            </a:pPr>
            <a:r>
              <a:rPr kumimoji="0" lang="en-US" sz="12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sym typeface="Arial"/>
              </a:rPr>
              <a:t>[Insert role]</a:t>
            </a:r>
          </a:p>
        </p:txBody>
      </p:sp>
      <p:sp>
        <p:nvSpPr>
          <p:cNvPr id="25" name="TextBox 24">
            <a:extLst>
              <a:ext uri="{FF2B5EF4-FFF2-40B4-BE49-F238E27FC236}">
                <a16:creationId xmlns:a16="http://schemas.microsoft.com/office/drawing/2014/main" id="{49412640-1452-CB8E-CD07-F0DB6E5762E1}"/>
              </a:ext>
            </a:extLst>
          </p:cNvPr>
          <p:cNvSpPr txBox="1">
            <a:spLocks/>
          </p:cNvSpPr>
          <p:nvPr>
            <p:custDataLst>
              <p:tags r:id="rId5"/>
            </p:custDataLst>
          </p:nvPr>
        </p:nvSpPr>
        <p:spPr>
          <a:xfrm>
            <a:off x="5021991" y="5622824"/>
            <a:ext cx="769442" cy="184666"/>
          </a:xfrm>
          <a:prstGeom prst="rect">
            <a:avLst/>
          </a:prstGeom>
          <a:noFill/>
          <a:ln w="9525">
            <a:noFill/>
            <a:miter lim="800000"/>
            <a:headEnd/>
            <a:tailEnd/>
          </a:ln>
          <a:effectLst/>
        </p:spPr>
        <p:txBody>
          <a:bodyPr vert="horz" wrap="none" lIns="0" tIns="0" rIns="0" bIns="0" numCol="1" anchor="t" anchorCtr="0" compatLnSpc="1">
            <a:prstTxWarp prst="textNoShape">
              <a:avLst/>
            </a:prstTxWarp>
            <a:spAutoFit/>
          </a:bodyPr>
          <a:lstStyle>
            <a:lvl1pPr marL="0" lvl="0" indent="0" defTabSz="895350" eaLnBrk="1" hangingPunct="1">
              <a:buClr>
                <a:schemeClr val="tx2"/>
              </a:buClr>
              <a:defRPr sz="1600" baseline="0">
                <a:latin typeface="+mn-lt"/>
              </a:defRPr>
            </a:lvl1pPr>
            <a:lvl2pPr marL="216000" lvl="1" indent="-216000" defTabSz="895350" eaLnBrk="1" hangingPunct="1">
              <a:buClr>
                <a:schemeClr val="accent1"/>
              </a:buClr>
              <a:buSzPct val="100000"/>
              <a:buFont typeface="Wingdings 3" panose="05040102010807070707" pitchFamily="18" charset="2"/>
              <a:buChar char=""/>
              <a:defRPr sz="1600" baseline="0">
                <a:latin typeface="+mn-lt"/>
              </a:defRPr>
            </a:lvl2pPr>
            <a:lvl3pPr marL="432000" lvl="2" indent="-216000" defTabSz="895350" eaLnBrk="1" hangingPunct="1">
              <a:buClr>
                <a:schemeClr val="tx1"/>
              </a:buClr>
              <a:buSzPct val="100000"/>
              <a:buFont typeface="Arial" panose="020B0604020202020204" pitchFamily="34" charset="0"/>
              <a:buChar char="•"/>
              <a:defRPr sz="1600" baseline="0">
                <a:latin typeface="+mn-lt"/>
              </a:defRPr>
            </a:lvl3pPr>
            <a:lvl4pPr marL="648000" lvl="3" indent="-216000" defTabSz="895350" eaLnBrk="1" hangingPunct="1">
              <a:buClr>
                <a:schemeClr val="tx1"/>
              </a:buClr>
              <a:buSzPct val="100000"/>
              <a:buFont typeface="Arial" panose="020B0604020202020204" pitchFamily="34" charset="0"/>
              <a:buChar char="–"/>
              <a:defRPr sz="1600" baseline="0">
                <a:latin typeface="+mn-lt"/>
              </a:defRPr>
            </a:lvl4pPr>
            <a:lvl5pPr marL="864000" lvl="4" indent="-216000" defTabSz="895350" eaLnBrk="1" hangingPunct="1">
              <a:buClr>
                <a:schemeClr val="tx1"/>
              </a:buClr>
              <a:buSzPct val="100000"/>
              <a:buFont typeface="Arial" panose="020B0604020202020204" pitchFamily="34" charset="0"/>
              <a:buChar char="○"/>
              <a:defRPr sz="1600" baseline="0">
                <a:latin typeface="+mn-lt"/>
              </a:defRPr>
            </a:lvl5pPr>
            <a:lvl6pPr marL="749808" indent="-130175" defTabSz="895350" fontAlgn="base">
              <a:spcBef>
                <a:spcPct val="0"/>
              </a:spcBef>
              <a:spcAft>
                <a:spcPct val="0"/>
              </a:spcAft>
              <a:buClr>
                <a:schemeClr val="tx2"/>
              </a:buClr>
              <a:buSzPct val="89000"/>
              <a:buFont typeface="Arial" charset="0"/>
              <a:buChar char="-"/>
              <a:defRPr sz="1600" baseline="0">
                <a:latin typeface="+mn-lt"/>
              </a:defRPr>
            </a:lvl6pPr>
            <a:lvl7pPr marL="749808" indent="-130175" defTabSz="895350" fontAlgn="base">
              <a:spcBef>
                <a:spcPct val="0"/>
              </a:spcBef>
              <a:spcAft>
                <a:spcPct val="0"/>
              </a:spcAft>
              <a:buClr>
                <a:schemeClr val="tx2"/>
              </a:buClr>
              <a:buSzPct val="89000"/>
              <a:buFont typeface="Arial" charset="0"/>
              <a:buChar char="-"/>
              <a:defRPr sz="1600" baseline="0">
                <a:latin typeface="+mn-lt"/>
              </a:defRPr>
            </a:lvl7pPr>
            <a:lvl8pPr marL="749808" indent="-130175" defTabSz="895350" fontAlgn="base">
              <a:spcBef>
                <a:spcPct val="0"/>
              </a:spcBef>
              <a:spcAft>
                <a:spcPct val="0"/>
              </a:spcAft>
              <a:buClr>
                <a:schemeClr val="tx2"/>
              </a:buClr>
              <a:buSzPct val="89000"/>
              <a:buFont typeface="Arial" charset="0"/>
              <a:buChar char="-"/>
              <a:defRPr sz="1600" baseline="0">
                <a:latin typeface="+mn-lt"/>
              </a:defRPr>
            </a:lvl8pPr>
            <a:lvl9pPr marL="749808" indent="-130175" defTabSz="895350" fontAlgn="base">
              <a:spcBef>
                <a:spcPct val="0"/>
              </a:spcBef>
              <a:spcAft>
                <a:spcPct val="0"/>
              </a:spcAft>
              <a:buClr>
                <a:schemeClr val="tx2"/>
              </a:buClr>
              <a:buSzPct val="89000"/>
              <a:buFont typeface="Arial" charset="0"/>
              <a:buChar char="-"/>
              <a:defRPr sz="1600" baseline="0">
                <a:latin typeface="+mn-lt"/>
              </a:defRPr>
            </a:lvl9pPr>
          </a:lstStyle>
          <a:p>
            <a:pPr marL="0" marR="0" lvl="0" indent="0" algn="ctr" defTabSz="895350" rtl="0" eaLnBrk="1" fontAlgn="auto" latinLnBrk="0" hangingPunct="1">
              <a:lnSpc>
                <a:spcPct val="100000"/>
              </a:lnSpc>
              <a:spcBef>
                <a:spcPts val="100"/>
              </a:spcBef>
              <a:spcAft>
                <a:spcPts val="0"/>
              </a:spcAft>
              <a:buClr>
                <a:srgbClr val="061F32"/>
              </a:buClr>
              <a:buSzTx/>
              <a:buFontTx/>
              <a:buNone/>
              <a:tabLst/>
              <a:defRPr/>
            </a:pPr>
            <a:r>
              <a:rPr kumimoji="0" lang="en-US" sz="12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sym typeface="Arial"/>
              </a:rPr>
              <a:t>[Insert role]</a:t>
            </a:r>
          </a:p>
        </p:txBody>
      </p:sp>
      <p:sp>
        <p:nvSpPr>
          <p:cNvPr id="27" name="Oval 26">
            <a:extLst>
              <a:ext uri="{FF2B5EF4-FFF2-40B4-BE49-F238E27FC236}">
                <a16:creationId xmlns:a16="http://schemas.microsoft.com/office/drawing/2014/main" id="{A8AF342F-D270-BDB5-1FAE-0B9A098C8EC8}"/>
              </a:ext>
            </a:extLst>
          </p:cNvPr>
          <p:cNvSpPr/>
          <p:nvPr/>
        </p:nvSpPr>
        <p:spPr>
          <a:xfrm>
            <a:off x="5225955" y="5156067"/>
            <a:ext cx="391049" cy="391049"/>
          </a:xfrm>
          <a:prstGeom prst="ellipse">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err="1">
              <a:ln>
                <a:noFill/>
              </a:ln>
              <a:solidFill>
                <a:srgbClr val="000000"/>
              </a:solidFill>
              <a:effectLst/>
              <a:uLnTx/>
              <a:uFillTx/>
              <a:latin typeface="Arial" panose="020B0604020202020204" pitchFamily="34" charset="0"/>
              <a:ea typeface="+mn-ea"/>
              <a:cs typeface="Arial" panose="020B0604020202020204" pitchFamily="34" charset="0"/>
              <a:sym typeface="Arial"/>
            </a:endParaRPr>
          </a:p>
        </p:txBody>
      </p:sp>
      <p:cxnSp>
        <p:nvCxnSpPr>
          <p:cNvPr id="29" name="Straight Connector 28">
            <a:extLst>
              <a:ext uri="{FF2B5EF4-FFF2-40B4-BE49-F238E27FC236}">
                <a16:creationId xmlns:a16="http://schemas.microsoft.com/office/drawing/2014/main" id="{76B0DE9D-4E8E-3E9A-35B1-98B9D00654AF}"/>
              </a:ext>
            </a:extLst>
          </p:cNvPr>
          <p:cNvCxnSpPr>
            <a:cxnSpLocks/>
            <a:endCxn id="22" idx="0"/>
          </p:cNvCxnSpPr>
          <p:nvPr/>
        </p:nvCxnSpPr>
        <p:spPr>
          <a:xfrm flipH="1">
            <a:off x="2212767" y="3369960"/>
            <a:ext cx="9882" cy="1786107"/>
          </a:xfrm>
          <a:prstGeom prst="line">
            <a:avLst/>
          </a:prstGeom>
          <a:ln w="6350" cap="flat">
            <a:solidFill>
              <a:schemeClr val="tx1"/>
            </a:solidFill>
            <a:prstDash val="dash"/>
            <a:miter lim="800000"/>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FC79AC98-57E9-4F82-D182-AA1489E78BBE}"/>
              </a:ext>
            </a:extLst>
          </p:cNvPr>
          <p:cNvCxnSpPr>
            <a:cxnSpLocks/>
            <a:stCxn id="15" idx="4"/>
          </p:cNvCxnSpPr>
          <p:nvPr/>
        </p:nvCxnSpPr>
        <p:spPr>
          <a:xfrm>
            <a:off x="6784913" y="3369960"/>
            <a:ext cx="0" cy="146658"/>
          </a:xfrm>
          <a:prstGeom prst="line">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67A9E49-E297-AEE2-5627-CCC1346E576F}"/>
              </a:ext>
            </a:extLst>
          </p:cNvPr>
          <p:cNvCxnSpPr>
            <a:cxnSpLocks/>
            <a:endCxn id="41" idx="0"/>
          </p:cNvCxnSpPr>
          <p:nvPr/>
        </p:nvCxnSpPr>
        <p:spPr>
          <a:xfrm>
            <a:off x="4522448" y="1993275"/>
            <a:ext cx="0" cy="985636"/>
          </a:xfrm>
          <a:prstGeom prst="line">
            <a:avLst/>
          </a:prstGeom>
          <a:ln w="6350" cap="flat">
            <a:solidFill>
              <a:schemeClr val="tx1"/>
            </a:solidFill>
            <a:miter lim="800000"/>
            <a:tailEnd type="none"/>
          </a:ln>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02838C7E-8D81-5AB7-3C85-EB16094142CD}"/>
              </a:ext>
            </a:extLst>
          </p:cNvPr>
          <p:cNvSpPr txBox="1">
            <a:spLocks/>
          </p:cNvSpPr>
          <p:nvPr>
            <p:custDataLst>
              <p:tags r:id="rId6"/>
            </p:custDataLst>
          </p:nvPr>
        </p:nvSpPr>
        <p:spPr>
          <a:xfrm>
            <a:off x="3780924" y="3398998"/>
            <a:ext cx="1615846" cy="699660"/>
          </a:xfrm>
          <a:prstGeom prst="rect">
            <a:avLst/>
          </a:prstGeom>
          <a:solidFill>
            <a:schemeClr val="accent1"/>
          </a:solidFill>
          <a:ln w="9525">
            <a:noFill/>
            <a:miter lim="800000"/>
            <a:headEnd/>
            <a:tailEnd/>
          </a:ln>
          <a:effectLst/>
        </p:spPr>
        <p:txBody>
          <a:bodyPr vert="horz" wrap="square" lIns="73152" tIns="73152" rIns="73152" bIns="73152" numCol="1" anchor="ctr" anchorCtr="0" compatLnSpc="1">
            <a:prstTxWarp prst="textNoShape">
              <a:avLst/>
            </a:prstTxWarp>
            <a:noAutofit/>
          </a:bodyPr>
          <a:lstStyle>
            <a:lvl1pPr marL="0" lvl="0" indent="0" defTabSz="895350" eaLnBrk="1" hangingPunct="1">
              <a:buClr>
                <a:schemeClr val="tx2"/>
              </a:buClr>
              <a:defRPr sz="1600" baseline="0">
                <a:latin typeface="+mn-lt"/>
              </a:defRPr>
            </a:lvl1pPr>
            <a:lvl2pPr marL="216000" lvl="1" indent="-216000" defTabSz="895350" eaLnBrk="1" hangingPunct="1">
              <a:buClr>
                <a:schemeClr val="accent1"/>
              </a:buClr>
              <a:buSzPct val="100000"/>
              <a:buFont typeface="Wingdings 3" panose="05040102010807070707" pitchFamily="18" charset="2"/>
              <a:buChar char=""/>
              <a:defRPr sz="1600" baseline="0">
                <a:latin typeface="+mn-lt"/>
              </a:defRPr>
            </a:lvl2pPr>
            <a:lvl3pPr marL="432000" lvl="2" indent="-216000" defTabSz="895350" eaLnBrk="1" hangingPunct="1">
              <a:buClr>
                <a:schemeClr val="tx1"/>
              </a:buClr>
              <a:buSzPct val="100000"/>
              <a:buFont typeface="Arial" panose="020B0604020202020204" pitchFamily="34" charset="0"/>
              <a:buChar char="•"/>
              <a:defRPr sz="1600" baseline="0">
                <a:latin typeface="+mn-lt"/>
              </a:defRPr>
            </a:lvl3pPr>
            <a:lvl4pPr marL="648000" lvl="3" indent="-216000" defTabSz="895350" eaLnBrk="1" hangingPunct="1">
              <a:buClr>
                <a:schemeClr val="tx1"/>
              </a:buClr>
              <a:buSzPct val="100000"/>
              <a:buFont typeface="Arial" panose="020B0604020202020204" pitchFamily="34" charset="0"/>
              <a:buChar char="–"/>
              <a:defRPr sz="1600" baseline="0">
                <a:latin typeface="+mn-lt"/>
              </a:defRPr>
            </a:lvl4pPr>
            <a:lvl5pPr marL="864000" lvl="4" indent="-216000" defTabSz="895350" eaLnBrk="1" hangingPunct="1">
              <a:buClr>
                <a:schemeClr val="tx1"/>
              </a:buClr>
              <a:buSzPct val="100000"/>
              <a:buFont typeface="Arial" panose="020B0604020202020204" pitchFamily="34" charset="0"/>
              <a:buChar char="○"/>
              <a:defRPr sz="1600" baseline="0">
                <a:latin typeface="+mn-lt"/>
              </a:defRPr>
            </a:lvl5pPr>
            <a:lvl6pPr marL="749808" indent="-130175" defTabSz="895350" fontAlgn="base">
              <a:spcBef>
                <a:spcPct val="0"/>
              </a:spcBef>
              <a:spcAft>
                <a:spcPct val="0"/>
              </a:spcAft>
              <a:buClr>
                <a:schemeClr val="tx2"/>
              </a:buClr>
              <a:buSzPct val="89000"/>
              <a:buFont typeface="Arial" charset="0"/>
              <a:buChar char="-"/>
              <a:defRPr sz="1600" baseline="0">
                <a:latin typeface="+mn-lt"/>
              </a:defRPr>
            </a:lvl6pPr>
            <a:lvl7pPr marL="749808" indent="-130175" defTabSz="895350" fontAlgn="base">
              <a:spcBef>
                <a:spcPct val="0"/>
              </a:spcBef>
              <a:spcAft>
                <a:spcPct val="0"/>
              </a:spcAft>
              <a:buClr>
                <a:schemeClr val="tx2"/>
              </a:buClr>
              <a:buSzPct val="89000"/>
              <a:buFont typeface="Arial" charset="0"/>
              <a:buChar char="-"/>
              <a:defRPr sz="1600" baseline="0">
                <a:latin typeface="+mn-lt"/>
              </a:defRPr>
            </a:lvl7pPr>
            <a:lvl8pPr marL="749808" indent="-130175" defTabSz="895350" fontAlgn="base">
              <a:spcBef>
                <a:spcPct val="0"/>
              </a:spcBef>
              <a:spcAft>
                <a:spcPct val="0"/>
              </a:spcAft>
              <a:buClr>
                <a:schemeClr val="tx2"/>
              </a:buClr>
              <a:buSzPct val="89000"/>
              <a:buFont typeface="Arial" charset="0"/>
              <a:buChar char="-"/>
              <a:defRPr sz="1600" baseline="0">
                <a:latin typeface="+mn-lt"/>
              </a:defRPr>
            </a:lvl8pPr>
            <a:lvl9pPr marL="749808" indent="-130175" defTabSz="895350" fontAlgn="base">
              <a:spcBef>
                <a:spcPct val="0"/>
              </a:spcBef>
              <a:spcAft>
                <a:spcPct val="0"/>
              </a:spcAft>
              <a:buClr>
                <a:schemeClr val="tx2"/>
              </a:buClr>
              <a:buSzPct val="89000"/>
              <a:buFont typeface="Arial" charset="0"/>
              <a:buChar char="-"/>
              <a:defRPr sz="1600" baseline="0">
                <a:latin typeface="+mn-lt"/>
              </a:defRPr>
            </a:lvl9pPr>
          </a:lstStyle>
          <a:p>
            <a:pPr marL="0" marR="0" lvl="0" indent="0" algn="ctr" defTabSz="895350" rtl="0" eaLnBrk="1" fontAlgn="auto" latinLnBrk="0" hangingPunct="1">
              <a:lnSpc>
                <a:spcPct val="100000"/>
              </a:lnSpc>
              <a:spcBef>
                <a:spcPts val="100"/>
              </a:spcBef>
              <a:spcAft>
                <a:spcPts val="0"/>
              </a:spcAft>
              <a:buClr>
                <a:srgbClr val="FFFFFF"/>
              </a:buClr>
              <a:buSzTx/>
              <a:buFontTx/>
              <a:buNone/>
              <a:tabLst/>
              <a:defRPr/>
            </a:pPr>
            <a:r>
              <a:rPr kumimoji="0" lang="en-US" sz="12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sym typeface="Arial"/>
              </a:rPr>
              <a:t>[Insert role]</a:t>
            </a:r>
          </a:p>
        </p:txBody>
      </p:sp>
      <p:sp>
        <p:nvSpPr>
          <p:cNvPr id="33" name="TextBox 32">
            <a:extLst>
              <a:ext uri="{FF2B5EF4-FFF2-40B4-BE49-F238E27FC236}">
                <a16:creationId xmlns:a16="http://schemas.microsoft.com/office/drawing/2014/main" id="{E2B20A31-903C-8874-48DE-8F6AF31020ED}"/>
              </a:ext>
            </a:extLst>
          </p:cNvPr>
          <p:cNvSpPr txBox="1">
            <a:spLocks/>
          </p:cNvSpPr>
          <p:nvPr>
            <p:custDataLst>
              <p:tags r:id="rId7"/>
            </p:custDataLst>
          </p:nvPr>
        </p:nvSpPr>
        <p:spPr>
          <a:xfrm>
            <a:off x="5958799" y="3385070"/>
            <a:ext cx="1635611" cy="699660"/>
          </a:xfrm>
          <a:prstGeom prst="rect">
            <a:avLst/>
          </a:prstGeom>
          <a:solidFill>
            <a:schemeClr val="accent1"/>
          </a:solidFill>
          <a:ln w="9525">
            <a:noFill/>
            <a:miter lim="800000"/>
            <a:headEnd/>
            <a:tailEnd/>
          </a:ln>
          <a:effectLst/>
        </p:spPr>
        <p:txBody>
          <a:bodyPr vert="horz" wrap="none" lIns="73152" tIns="73152" rIns="73152" bIns="73152" numCol="1" anchor="ctr" anchorCtr="0" compatLnSpc="1">
            <a:prstTxWarp prst="textNoShape">
              <a:avLst/>
            </a:prstTxWarp>
            <a:noAutofit/>
          </a:bodyPr>
          <a:lstStyle>
            <a:lvl1pPr marL="0" lvl="0" indent="0" defTabSz="895350" eaLnBrk="1" hangingPunct="1">
              <a:buClr>
                <a:schemeClr val="tx2"/>
              </a:buClr>
              <a:defRPr sz="1600" baseline="0">
                <a:latin typeface="+mn-lt"/>
              </a:defRPr>
            </a:lvl1pPr>
            <a:lvl2pPr marL="216000" lvl="1" indent="-216000" defTabSz="895350" eaLnBrk="1" hangingPunct="1">
              <a:buClr>
                <a:schemeClr val="accent1"/>
              </a:buClr>
              <a:buSzPct val="100000"/>
              <a:buFont typeface="Wingdings 3" panose="05040102010807070707" pitchFamily="18" charset="2"/>
              <a:buChar char=""/>
              <a:defRPr sz="1600" baseline="0">
                <a:latin typeface="+mn-lt"/>
              </a:defRPr>
            </a:lvl2pPr>
            <a:lvl3pPr marL="432000" lvl="2" indent="-216000" defTabSz="895350" eaLnBrk="1" hangingPunct="1">
              <a:buClr>
                <a:schemeClr val="tx1"/>
              </a:buClr>
              <a:buSzPct val="100000"/>
              <a:buFont typeface="Arial" panose="020B0604020202020204" pitchFamily="34" charset="0"/>
              <a:buChar char="•"/>
              <a:defRPr sz="1600" baseline="0">
                <a:latin typeface="+mn-lt"/>
              </a:defRPr>
            </a:lvl3pPr>
            <a:lvl4pPr marL="648000" lvl="3" indent="-216000" defTabSz="895350" eaLnBrk="1" hangingPunct="1">
              <a:buClr>
                <a:schemeClr val="tx1"/>
              </a:buClr>
              <a:buSzPct val="100000"/>
              <a:buFont typeface="Arial" panose="020B0604020202020204" pitchFamily="34" charset="0"/>
              <a:buChar char="–"/>
              <a:defRPr sz="1600" baseline="0">
                <a:latin typeface="+mn-lt"/>
              </a:defRPr>
            </a:lvl4pPr>
            <a:lvl5pPr marL="864000" lvl="4" indent="-216000" defTabSz="895350" eaLnBrk="1" hangingPunct="1">
              <a:buClr>
                <a:schemeClr val="tx1"/>
              </a:buClr>
              <a:buSzPct val="100000"/>
              <a:buFont typeface="Arial" panose="020B0604020202020204" pitchFamily="34" charset="0"/>
              <a:buChar char="○"/>
              <a:defRPr sz="1600" baseline="0">
                <a:latin typeface="+mn-lt"/>
              </a:defRPr>
            </a:lvl5pPr>
            <a:lvl6pPr marL="749808" indent="-130175" defTabSz="895350" fontAlgn="base">
              <a:spcBef>
                <a:spcPct val="0"/>
              </a:spcBef>
              <a:spcAft>
                <a:spcPct val="0"/>
              </a:spcAft>
              <a:buClr>
                <a:schemeClr val="tx2"/>
              </a:buClr>
              <a:buSzPct val="89000"/>
              <a:buFont typeface="Arial" charset="0"/>
              <a:buChar char="-"/>
              <a:defRPr sz="1600" baseline="0">
                <a:latin typeface="+mn-lt"/>
              </a:defRPr>
            </a:lvl6pPr>
            <a:lvl7pPr marL="749808" indent="-130175" defTabSz="895350" fontAlgn="base">
              <a:spcBef>
                <a:spcPct val="0"/>
              </a:spcBef>
              <a:spcAft>
                <a:spcPct val="0"/>
              </a:spcAft>
              <a:buClr>
                <a:schemeClr val="tx2"/>
              </a:buClr>
              <a:buSzPct val="89000"/>
              <a:buFont typeface="Arial" charset="0"/>
              <a:buChar char="-"/>
              <a:defRPr sz="1600" baseline="0">
                <a:latin typeface="+mn-lt"/>
              </a:defRPr>
            </a:lvl7pPr>
            <a:lvl8pPr marL="749808" indent="-130175" defTabSz="895350" fontAlgn="base">
              <a:spcBef>
                <a:spcPct val="0"/>
              </a:spcBef>
              <a:spcAft>
                <a:spcPct val="0"/>
              </a:spcAft>
              <a:buClr>
                <a:schemeClr val="tx2"/>
              </a:buClr>
              <a:buSzPct val="89000"/>
              <a:buFont typeface="Arial" charset="0"/>
              <a:buChar char="-"/>
              <a:defRPr sz="1600" baseline="0">
                <a:latin typeface="+mn-lt"/>
              </a:defRPr>
            </a:lvl8pPr>
            <a:lvl9pPr marL="749808" indent="-130175" defTabSz="895350" fontAlgn="base">
              <a:spcBef>
                <a:spcPct val="0"/>
              </a:spcBef>
              <a:spcAft>
                <a:spcPct val="0"/>
              </a:spcAft>
              <a:buClr>
                <a:schemeClr val="tx2"/>
              </a:buClr>
              <a:buSzPct val="89000"/>
              <a:buFont typeface="Arial" charset="0"/>
              <a:buChar char="-"/>
              <a:defRPr sz="1600" baseline="0">
                <a:latin typeface="+mn-lt"/>
              </a:defRPr>
            </a:lvl9pPr>
          </a:lstStyle>
          <a:p>
            <a:pPr marL="0" marR="0" lvl="0" indent="0" algn="ctr" defTabSz="895350" rtl="0" eaLnBrk="1" fontAlgn="auto" latinLnBrk="0" hangingPunct="1">
              <a:lnSpc>
                <a:spcPct val="100000"/>
              </a:lnSpc>
              <a:spcBef>
                <a:spcPts val="100"/>
              </a:spcBef>
              <a:spcAft>
                <a:spcPts val="0"/>
              </a:spcAft>
              <a:buClr>
                <a:srgbClr val="FFFFFF"/>
              </a:buClr>
              <a:buSzTx/>
              <a:buFontTx/>
              <a:buNone/>
              <a:tabLst/>
              <a:defRPr/>
            </a:pPr>
            <a:r>
              <a:rPr kumimoji="0" lang="en-US" sz="12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sym typeface="Arial"/>
              </a:rPr>
              <a:t>[Insert role]</a:t>
            </a:r>
          </a:p>
        </p:txBody>
      </p:sp>
      <p:sp>
        <p:nvSpPr>
          <p:cNvPr id="34" name="TextBox 33">
            <a:extLst>
              <a:ext uri="{FF2B5EF4-FFF2-40B4-BE49-F238E27FC236}">
                <a16:creationId xmlns:a16="http://schemas.microsoft.com/office/drawing/2014/main" id="{049A0615-0F29-8FC0-3C59-B9E7AA6CB595}"/>
              </a:ext>
            </a:extLst>
          </p:cNvPr>
          <p:cNvSpPr txBox="1">
            <a:spLocks/>
          </p:cNvSpPr>
          <p:nvPr>
            <p:custDataLst>
              <p:tags r:id="rId8"/>
            </p:custDataLst>
          </p:nvPr>
        </p:nvSpPr>
        <p:spPr>
          <a:xfrm>
            <a:off x="1441832" y="3398999"/>
            <a:ext cx="1637639" cy="699660"/>
          </a:xfrm>
          <a:prstGeom prst="rect">
            <a:avLst/>
          </a:prstGeom>
          <a:solidFill>
            <a:schemeClr val="accent1"/>
          </a:solidFill>
          <a:ln w="9525">
            <a:noFill/>
            <a:miter lim="800000"/>
            <a:headEnd/>
            <a:tailEnd/>
          </a:ln>
          <a:effectLst/>
        </p:spPr>
        <p:txBody>
          <a:bodyPr vert="horz" wrap="square" lIns="73152" tIns="73152" rIns="73152" bIns="73152" numCol="1" anchor="ctr" anchorCtr="0" compatLnSpc="1">
            <a:prstTxWarp prst="textNoShape">
              <a:avLst/>
            </a:prstTxWarp>
            <a:noAutofit/>
          </a:bodyPr>
          <a:lstStyle>
            <a:lvl1pPr marL="0" lvl="0" indent="0" defTabSz="895350" eaLnBrk="1" hangingPunct="1">
              <a:buClr>
                <a:schemeClr val="tx2"/>
              </a:buClr>
              <a:defRPr sz="1600" baseline="0">
                <a:latin typeface="+mn-lt"/>
              </a:defRPr>
            </a:lvl1pPr>
            <a:lvl2pPr marL="216000" lvl="1" indent="-216000" defTabSz="895350" eaLnBrk="1" hangingPunct="1">
              <a:buClr>
                <a:schemeClr val="accent1"/>
              </a:buClr>
              <a:buSzPct val="100000"/>
              <a:buFont typeface="Wingdings 3" panose="05040102010807070707" pitchFamily="18" charset="2"/>
              <a:buChar char=""/>
              <a:defRPr sz="1600" baseline="0">
                <a:latin typeface="+mn-lt"/>
              </a:defRPr>
            </a:lvl2pPr>
            <a:lvl3pPr marL="432000" lvl="2" indent="-216000" defTabSz="895350" eaLnBrk="1" hangingPunct="1">
              <a:buClr>
                <a:schemeClr val="tx1"/>
              </a:buClr>
              <a:buSzPct val="100000"/>
              <a:buFont typeface="Arial" panose="020B0604020202020204" pitchFamily="34" charset="0"/>
              <a:buChar char="•"/>
              <a:defRPr sz="1600" baseline="0">
                <a:latin typeface="+mn-lt"/>
              </a:defRPr>
            </a:lvl3pPr>
            <a:lvl4pPr marL="648000" lvl="3" indent="-216000" defTabSz="895350" eaLnBrk="1" hangingPunct="1">
              <a:buClr>
                <a:schemeClr val="tx1"/>
              </a:buClr>
              <a:buSzPct val="100000"/>
              <a:buFont typeface="Arial" panose="020B0604020202020204" pitchFamily="34" charset="0"/>
              <a:buChar char="–"/>
              <a:defRPr sz="1600" baseline="0">
                <a:latin typeface="+mn-lt"/>
              </a:defRPr>
            </a:lvl4pPr>
            <a:lvl5pPr marL="864000" lvl="4" indent="-216000" defTabSz="895350" eaLnBrk="1" hangingPunct="1">
              <a:buClr>
                <a:schemeClr val="tx1"/>
              </a:buClr>
              <a:buSzPct val="100000"/>
              <a:buFont typeface="Arial" panose="020B0604020202020204" pitchFamily="34" charset="0"/>
              <a:buChar char="○"/>
              <a:defRPr sz="1600" baseline="0">
                <a:latin typeface="+mn-lt"/>
              </a:defRPr>
            </a:lvl5pPr>
            <a:lvl6pPr marL="749808" indent="-130175" defTabSz="895350" fontAlgn="base">
              <a:spcBef>
                <a:spcPct val="0"/>
              </a:spcBef>
              <a:spcAft>
                <a:spcPct val="0"/>
              </a:spcAft>
              <a:buClr>
                <a:schemeClr val="tx2"/>
              </a:buClr>
              <a:buSzPct val="89000"/>
              <a:buFont typeface="Arial" charset="0"/>
              <a:buChar char="-"/>
              <a:defRPr sz="1600" baseline="0">
                <a:latin typeface="+mn-lt"/>
              </a:defRPr>
            </a:lvl6pPr>
            <a:lvl7pPr marL="749808" indent="-130175" defTabSz="895350" fontAlgn="base">
              <a:spcBef>
                <a:spcPct val="0"/>
              </a:spcBef>
              <a:spcAft>
                <a:spcPct val="0"/>
              </a:spcAft>
              <a:buClr>
                <a:schemeClr val="tx2"/>
              </a:buClr>
              <a:buSzPct val="89000"/>
              <a:buFont typeface="Arial" charset="0"/>
              <a:buChar char="-"/>
              <a:defRPr sz="1600" baseline="0">
                <a:latin typeface="+mn-lt"/>
              </a:defRPr>
            </a:lvl7pPr>
            <a:lvl8pPr marL="749808" indent="-130175" defTabSz="895350" fontAlgn="base">
              <a:spcBef>
                <a:spcPct val="0"/>
              </a:spcBef>
              <a:spcAft>
                <a:spcPct val="0"/>
              </a:spcAft>
              <a:buClr>
                <a:schemeClr val="tx2"/>
              </a:buClr>
              <a:buSzPct val="89000"/>
              <a:buFont typeface="Arial" charset="0"/>
              <a:buChar char="-"/>
              <a:defRPr sz="1600" baseline="0">
                <a:latin typeface="+mn-lt"/>
              </a:defRPr>
            </a:lvl8pPr>
            <a:lvl9pPr marL="749808" indent="-130175" defTabSz="895350" fontAlgn="base">
              <a:spcBef>
                <a:spcPct val="0"/>
              </a:spcBef>
              <a:spcAft>
                <a:spcPct val="0"/>
              </a:spcAft>
              <a:buClr>
                <a:schemeClr val="tx2"/>
              </a:buClr>
              <a:buSzPct val="89000"/>
              <a:buFont typeface="Arial" charset="0"/>
              <a:buChar char="-"/>
              <a:defRPr sz="1600" baseline="0">
                <a:latin typeface="+mn-lt"/>
              </a:defRPr>
            </a:lvl9pPr>
          </a:lstStyle>
          <a:p>
            <a:pPr marL="0" marR="0" lvl="0" indent="0" algn="ctr" defTabSz="895350" rtl="0" eaLnBrk="1" fontAlgn="auto" latinLnBrk="0" hangingPunct="1">
              <a:lnSpc>
                <a:spcPct val="100000"/>
              </a:lnSpc>
              <a:spcBef>
                <a:spcPts val="100"/>
              </a:spcBef>
              <a:spcAft>
                <a:spcPts val="0"/>
              </a:spcAft>
              <a:buClr>
                <a:srgbClr val="FFFFFF"/>
              </a:buClr>
              <a:buSzTx/>
              <a:buFontTx/>
              <a:buNone/>
              <a:tabLst/>
              <a:defRPr/>
            </a:pPr>
            <a:r>
              <a:rPr kumimoji="0" lang="en-US" sz="12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sym typeface="Arial"/>
              </a:rPr>
              <a:t>[Insert role]</a:t>
            </a:r>
          </a:p>
        </p:txBody>
      </p:sp>
      <p:sp>
        <p:nvSpPr>
          <p:cNvPr id="35" name="TextBox 34">
            <a:extLst>
              <a:ext uri="{FF2B5EF4-FFF2-40B4-BE49-F238E27FC236}">
                <a16:creationId xmlns:a16="http://schemas.microsoft.com/office/drawing/2014/main" id="{C0A8261A-984C-888A-F14F-430A5CC1ADA2}"/>
              </a:ext>
            </a:extLst>
          </p:cNvPr>
          <p:cNvSpPr txBox="1">
            <a:spLocks/>
          </p:cNvSpPr>
          <p:nvPr/>
        </p:nvSpPr>
        <p:spPr>
          <a:xfrm>
            <a:off x="706772" y="5337318"/>
            <a:ext cx="1105062" cy="369332"/>
          </a:xfrm>
          <a:prstGeom prst="rect">
            <a:avLst/>
          </a:prstGeom>
        </p:spPr>
        <p:txBody>
          <a:bodyPr vert="horz" wrap="square" lIns="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pis For Office" panose="020B0504010101010104" pitchFamily="34" charset="0"/>
              </a:defRPr>
            </a:lvl1pPr>
            <a:lvl2pPr marL="228600" lvl="1" indent="-225425">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
                <a:srgbClr val="061F32"/>
              </a:buClr>
              <a:buSzPct val="100000"/>
              <a:buFont typeface="Segoe UI" panose="020B0502040204020203" pitchFamily="34" charset="0"/>
              <a:buChar char="​"/>
              <a:tabLst/>
              <a:defRPr/>
            </a:pPr>
            <a:r>
              <a:rPr kumimoji="0" lang="en-US" sz="1200" b="1" i="0" u="none" strike="noStrike" kern="1200" cap="none" spc="0" normalizeH="0" baseline="0" noProof="0">
                <a:ln>
                  <a:noFill/>
                </a:ln>
                <a:effectLst/>
                <a:uLnTx/>
                <a:uFillTx/>
                <a:latin typeface="Arial" panose="020B0604020202020204" pitchFamily="34" charset="0"/>
                <a:ea typeface="+mn-ea"/>
                <a:cs typeface="Arial" panose="020B0604020202020204" pitchFamily="34" charset="0"/>
                <a:sym typeface="Arial"/>
              </a:rPr>
              <a:t>[xx] team</a:t>
            </a:r>
            <a:br>
              <a:rPr kumimoji="0" lang="en-US" sz="1200" b="1" i="0" u="none" strike="noStrike" kern="1200" cap="none" spc="0" normalizeH="0" baseline="0" noProof="0">
                <a:ln>
                  <a:noFill/>
                </a:ln>
                <a:effectLst/>
                <a:uLnTx/>
                <a:uFillTx/>
                <a:latin typeface="Arial" panose="020B0604020202020204" pitchFamily="34" charset="0"/>
                <a:ea typeface="+mn-ea"/>
                <a:cs typeface="Arial" panose="020B0604020202020204" pitchFamily="34" charset="0"/>
                <a:sym typeface="Arial"/>
              </a:rPr>
            </a:br>
            <a:r>
              <a:rPr kumimoji="0" lang="en-US" sz="1200" b="1" i="0" u="none" strike="noStrike" kern="1200" cap="none" spc="0" normalizeH="0" baseline="0" noProof="0">
                <a:ln>
                  <a:noFill/>
                </a:ln>
                <a:effectLst/>
                <a:uLnTx/>
                <a:uFillTx/>
                <a:latin typeface="Arial" panose="020B0604020202020204" pitchFamily="34" charset="0"/>
                <a:ea typeface="+mn-ea"/>
                <a:cs typeface="Arial" panose="020B0604020202020204" pitchFamily="34" charset="0"/>
                <a:sym typeface="Arial"/>
              </a:rPr>
              <a:t>~xx FTE</a:t>
            </a:r>
            <a:endParaRPr kumimoji="0" lang="en-US" sz="12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sym typeface="Arial"/>
            </a:endParaRPr>
          </a:p>
        </p:txBody>
      </p:sp>
      <p:sp>
        <p:nvSpPr>
          <p:cNvPr id="36" name="TextBox 35">
            <a:extLst>
              <a:ext uri="{FF2B5EF4-FFF2-40B4-BE49-F238E27FC236}">
                <a16:creationId xmlns:a16="http://schemas.microsoft.com/office/drawing/2014/main" id="{6A4A9876-CAC2-0F73-310B-DBCB58653514}"/>
              </a:ext>
            </a:extLst>
          </p:cNvPr>
          <p:cNvSpPr txBox="1">
            <a:spLocks/>
          </p:cNvSpPr>
          <p:nvPr/>
        </p:nvSpPr>
        <p:spPr>
          <a:xfrm>
            <a:off x="467806" y="1358212"/>
            <a:ext cx="1326984" cy="369332"/>
          </a:xfrm>
          <a:prstGeom prst="rect">
            <a:avLst/>
          </a:prstGeom>
        </p:spPr>
        <p:txBody>
          <a:bodyPr vert="horz" wrap="square" lIns="90000" tIns="0" rIns="0" bIns="0" rtlCol="0" anchor="t" anchorCtr="0">
            <a:sp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pis For Office" panose="020B0504010101010104" pitchFamily="34" charset="0"/>
              </a:defRPr>
            </a:lvl1pPr>
            <a:lvl2pPr marL="228600" lvl="1" indent="-225425">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
                <a:srgbClr val="061F32"/>
              </a:buClr>
              <a:buSzPct val="100000"/>
              <a:buFont typeface="Segoe UI" panose="020B0502040204020203" pitchFamily="34" charset="0"/>
              <a:buChar char="​"/>
              <a:tabLst/>
              <a:defRPr/>
            </a:pPr>
            <a:r>
              <a:rPr kumimoji="0" lang="en-US" sz="1200" b="1" i="0" u="none" strike="noStrike" kern="1200" cap="none" spc="0" normalizeH="0" baseline="0" noProof="0">
                <a:ln>
                  <a:noFill/>
                </a:ln>
                <a:effectLst/>
                <a:uLnTx/>
                <a:uFillTx/>
                <a:latin typeface="Arial" panose="020B0604020202020204" pitchFamily="34" charset="0"/>
                <a:ea typeface="+mn-ea"/>
                <a:cs typeface="Arial" panose="020B0604020202020204" pitchFamily="34" charset="0"/>
                <a:sym typeface="Arial"/>
              </a:rPr>
              <a:t>[xx] team</a:t>
            </a:r>
          </a:p>
          <a:p>
            <a:pPr marL="0" marR="0" lvl="0" indent="0" algn="l" defTabSz="914400" rtl="0" eaLnBrk="1" fontAlgn="auto" latinLnBrk="0" hangingPunct="1">
              <a:lnSpc>
                <a:spcPct val="100000"/>
              </a:lnSpc>
              <a:spcBef>
                <a:spcPts val="0"/>
              </a:spcBef>
              <a:spcAft>
                <a:spcPts val="0"/>
              </a:spcAft>
              <a:buClr>
                <a:srgbClr val="061F32"/>
              </a:buClr>
              <a:buSzPct val="100000"/>
              <a:buFont typeface="Segoe UI" panose="020B0502040204020203" pitchFamily="34" charset="0"/>
              <a:buChar char="​"/>
              <a:tabLst/>
              <a:defRPr/>
            </a:pPr>
            <a:r>
              <a:rPr kumimoji="0" lang="en-US" sz="12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sym typeface="Arial"/>
              </a:rPr>
              <a:t>~xx FTEs</a:t>
            </a:r>
          </a:p>
        </p:txBody>
      </p:sp>
      <p:sp>
        <p:nvSpPr>
          <p:cNvPr id="37" name="Rectangle 36">
            <a:extLst>
              <a:ext uri="{FF2B5EF4-FFF2-40B4-BE49-F238E27FC236}">
                <a16:creationId xmlns:a16="http://schemas.microsoft.com/office/drawing/2014/main" id="{E720A037-F373-5027-F84D-8517BF4D2642}"/>
              </a:ext>
            </a:extLst>
          </p:cNvPr>
          <p:cNvSpPr/>
          <p:nvPr/>
        </p:nvSpPr>
        <p:spPr>
          <a:xfrm>
            <a:off x="8784331" y="1260372"/>
            <a:ext cx="2759669" cy="5170428"/>
          </a:xfrm>
          <a:prstGeom prst="rect">
            <a:avLst/>
          </a:prstGeom>
          <a:solidFill>
            <a:srgbClr val="F2F2F2"/>
          </a:solidFill>
          <a:ln w="6350" cap="sq">
            <a:noFill/>
            <a:miter lim="800000"/>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300"/>
              </a:spcBef>
              <a:spcAft>
                <a:spcPts val="300"/>
              </a:spcAft>
              <a:buClrTx/>
              <a:buSzTx/>
              <a:buFontTx/>
              <a:buNone/>
              <a:tabLst/>
              <a:defRPr/>
            </a:pPr>
            <a:endParaRPr kumimoji="0" lang="en-GB" sz="12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sym typeface="Arial"/>
            </a:endParaRPr>
          </a:p>
        </p:txBody>
      </p:sp>
      <p:sp>
        <p:nvSpPr>
          <p:cNvPr id="38" name="TextBox 37">
            <a:extLst>
              <a:ext uri="{FF2B5EF4-FFF2-40B4-BE49-F238E27FC236}">
                <a16:creationId xmlns:a16="http://schemas.microsoft.com/office/drawing/2014/main" id="{8E7C7B03-609C-52A1-9E17-5C5333FEB131}"/>
              </a:ext>
            </a:extLst>
          </p:cNvPr>
          <p:cNvSpPr txBox="1">
            <a:spLocks/>
          </p:cNvSpPr>
          <p:nvPr/>
        </p:nvSpPr>
        <p:spPr>
          <a:xfrm>
            <a:off x="8916926" y="1358212"/>
            <a:ext cx="2627073" cy="369332"/>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pis For Office" panose="020B0504010101010104" pitchFamily="34" charset="0"/>
              </a:defRPr>
            </a:lvl1pPr>
            <a:lvl2pPr marL="228600" lvl="1" indent="-225425">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
                <a:srgbClr val="FFFFFF"/>
              </a:buClr>
              <a:buSzPct val="100000"/>
              <a:buFont typeface="Segoe UI" panose="020B0502040204020203" pitchFamily="34" charset="0"/>
              <a:buChar char="​"/>
              <a:tabLst/>
              <a:defRPr/>
            </a:pPr>
            <a:r>
              <a:rPr kumimoji="0" lang="en-US" sz="1200" b="1" i="0" u="none" strike="noStrike" kern="1200" cap="none" spc="0" normalizeH="0" baseline="0" noProof="0">
                <a:ln>
                  <a:noFill/>
                </a:ln>
                <a:effectLst/>
                <a:uLnTx/>
                <a:uFillTx/>
                <a:latin typeface="Arial" panose="020B0604020202020204" pitchFamily="34" charset="0"/>
                <a:ea typeface="+mn-ea"/>
                <a:cs typeface="Arial" panose="020B0604020202020204" pitchFamily="34" charset="0"/>
                <a:sym typeface="Arial"/>
              </a:rPr>
              <a:t>Shared resource pool</a:t>
            </a:r>
            <a:endParaRPr kumimoji="0" lang="en-US" sz="12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sym typeface="Arial"/>
            </a:endParaRPr>
          </a:p>
          <a:p>
            <a:pPr marL="0" marR="0" lvl="0" indent="0" algn="l" defTabSz="914400" rtl="0" eaLnBrk="1" fontAlgn="auto" latinLnBrk="0" hangingPunct="1">
              <a:lnSpc>
                <a:spcPct val="100000"/>
              </a:lnSpc>
              <a:spcBef>
                <a:spcPts val="0"/>
              </a:spcBef>
              <a:spcAft>
                <a:spcPts val="0"/>
              </a:spcAft>
              <a:buClr>
                <a:srgbClr val="FFFFFF"/>
              </a:buClr>
              <a:buSzPct val="100000"/>
              <a:buFont typeface="Segoe UI" panose="020B0502040204020203" pitchFamily="34" charset="0"/>
              <a:buChar char="​"/>
              <a:tabLst/>
              <a:defRPr/>
            </a:pPr>
            <a:r>
              <a:rPr kumimoji="0" lang="en-US" sz="12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sym typeface="Arial"/>
              </a:rPr>
              <a:t>~xx FTEs</a:t>
            </a:r>
          </a:p>
        </p:txBody>
      </p:sp>
      <p:sp>
        <p:nvSpPr>
          <p:cNvPr id="41" name="Oval 40">
            <a:extLst>
              <a:ext uri="{FF2B5EF4-FFF2-40B4-BE49-F238E27FC236}">
                <a16:creationId xmlns:a16="http://schemas.microsoft.com/office/drawing/2014/main" id="{88E0BCFE-19DC-9220-6A48-5EC98DBD49F8}"/>
              </a:ext>
            </a:extLst>
          </p:cNvPr>
          <p:cNvSpPr/>
          <p:nvPr/>
        </p:nvSpPr>
        <p:spPr bwMode="gray">
          <a:xfrm>
            <a:off x="4326923" y="2978911"/>
            <a:ext cx="391049" cy="391049"/>
          </a:xfrm>
          <a:prstGeom prst="ellipse">
            <a:avLst/>
          </a:prstGeom>
          <a:solidFill>
            <a:schemeClr val="accent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sym typeface="Arial"/>
            </a:endParaRPr>
          </a:p>
        </p:txBody>
      </p:sp>
      <p:sp>
        <p:nvSpPr>
          <p:cNvPr id="43" name="Rectangle 42">
            <a:extLst>
              <a:ext uri="{FF2B5EF4-FFF2-40B4-BE49-F238E27FC236}">
                <a16:creationId xmlns:a16="http://schemas.microsoft.com/office/drawing/2014/main" id="{031ACDC9-AE33-21E4-6774-BF707D826154}"/>
              </a:ext>
            </a:extLst>
          </p:cNvPr>
          <p:cNvSpPr/>
          <p:nvPr/>
        </p:nvSpPr>
        <p:spPr>
          <a:xfrm>
            <a:off x="4756793" y="1674640"/>
            <a:ext cx="258404" cy="246221"/>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914400" rtl="0" eaLnBrk="1" fontAlgn="base" latinLnBrk="0" hangingPunct="1">
              <a:lnSpc>
                <a:spcPct val="100000"/>
              </a:lnSpc>
              <a:spcBef>
                <a:spcPct val="0"/>
              </a:spcBef>
              <a:spcAft>
                <a:spcPct val="0"/>
              </a:spcAft>
              <a:buClr>
                <a:srgbClr val="FFFFFF"/>
              </a:buClr>
              <a:buSzTx/>
              <a:buFontTx/>
              <a:buNone/>
              <a:tabLst/>
              <a:defRPr/>
            </a:pPr>
            <a:r>
              <a:rPr kumimoji="0" lang="en-US" sz="10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rPr>
              <a:t>x</a:t>
            </a:r>
          </a:p>
        </p:txBody>
      </p:sp>
      <p:sp>
        <p:nvSpPr>
          <p:cNvPr id="44" name="Rectangle 43">
            <a:extLst>
              <a:ext uri="{FF2B5EF4-FFF2-40B4-BE49-F238E27FC236}">
                <a16:creationId xmlns:a16="http://schemas.microsoft.com/office/drawing/2014/main" id="{C91E22E4-5FB7-D123-99FE-5444D725DD70}"/>
              </a:ext>
            </a:extLst>
          </p:cNvPr>
          <p:cNvSpPr/>
          <p:nvPr/>
        </p:nvSpPr>
        <p:spPr>
          <a:xfrm>
            <a:off x="2455735" y="3051325"/>
            <a:ext cx="258404" cy="246221"/>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914400" rtl="0" eaLnBrk="1" fontAlgn="base" latinLnBrk="0" hangingPunct="1">
              <a:lnSpc>
                <a:spcPct val="100000"/>
              </a:lnSpc>
              <a:spcBef>
                <a:spcPct val="0"/>
              </a:spcBef>
              <a:spcAft>
                <a:spcPct val="0"/>
              </a:spcAft>
              <a:buClr>
                <a:srgbClr val="FFFFFF"/>
              </a:buClr>
              <a:buSzTx/>
              <a:buFontTx/>
              <a:buNone/>
              <a:tabLst/>
              <a:defRPr/>
            </a:pPr>
            <a:r>
              <a:rPr kumimoji="0" lang="en-US" sz="10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rPr>
              <a:t>x</a:t>
            </a:r>
          </a:p>
        </p:txBody>
      </p:sp>
      <p:sp>
        <p:nvSpPr>
          <p:cNvPr id="45" name="Rectangle 44">
            <a:extLst>
              <a:ext uri="{FF2B5EF4-FFF2-40B4-BE49-F238E27FC236}">
                <a16:creationId xmlns:a16="http://schemas.microsoft.com/office/drawing/2014/main" id="{02753C35-5830-B9CE-8F78-6616EA6D0745}"/>
              </a:ext>
            </a:extLst>
          </p:cNvPr>
          <p:cNvSpPr/>
          <p:nvPr/>
        </p:nvSpPr>
        <p:spPr>
          <a:xfrm>
            <a:off x="4756793" y="3051325"/>
            <a:ext cx="258404" cy="246221"/>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914400" rtl="0" eaLnBrk="1" fontAlgn="base" latinLnBrk="0" hangingPunct="1">
              <a:lnSpc>
                <a:spcPct val="100000"/>
              </a:lnSpc>
              <a:spcBef>
                <a:spcPct val="0"/>
              </a:spcBef>
              <a:spcAft>
                <a:spcPct val="0"/>
              </a:spcAft>
              <a:buClr>
                <a:srgbClr val="FFFFFF"/>
              </a:buClr>
              <a:buSzTx/>
              <a:buFontTx/>
              <a:buNone/>
              <a:tabLst/>
              <a:defRPr/>
            </a:pPr>
            <a:r>
              <a:rPr kumimoji="0" lang="en-US" sz="10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rPr>
              <a:t>x</a:t>
            </a:r>
          </a:p>
        </p:txBody>
      </p:sp>
      <p:sp>
        <p:nvSpPr>
          <p:cNvPr id="46" name="Rectangle 45">
            <a:extLst>
              <a:ext uri="{FF2B5EF4-FFF2-40B4-BE49-F238E27FC236}">
                <a16:creationId xmlns:a16="http://schemas.microsoft.com/office/drawing/2014/main" id="{78C3F080-D02F-2AB6-E496-4739ECEDE9DD}"/>
              </a:ext>
            </a:extLst>
          </p:cNvPr>
          <p:cNvSpPr/>
          <p:nvPr/>
        </p:nvSpPr>
        <p:spPr>
          <a:xfrm>
            <a:off x="7011890" y="3051325"/>
            <a:ext cx="258404" cy="246221"/>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914400" rtl="0" eaLnBrk="1" fontAlgn="base" latinLnBrk="0" hangingPunct="1">
              <a:lnSpc>
                <a:spcPct val="100000"/>
              </a:lnSpc>
              <a:spcBef>
                <a:spcPct val="0"/>
              </a:spcBef>
              <a:spcAft>
                <a:spcPct val="0"/>
              </a:spcAft>
              <a:buClr>
                <a:srgbClr val="FFFFFF"/>
              </a:buClr>
              <a:buSzTx/>
              <a:buFontTx/>
              <a:buNone/>
              <a:tabLst/>
              <a:defRPr/>
            </a:pPr>
            <a:r>
              <a:rPr kumimoji="0" lang="en-US" sz="10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rPr>
              <a:t>x</a:t>
            </a:r>
          </a:p>
        </p:txBody>
      </p:sp>
      <p:sp>
        <p:nvSpPr>
          <p:cNvPr id="47" name="Rectangle 46">
            <a:extLst>
              <a:ext uri="{FF2B5EF4-FFF2-40B4-BE49-F238E27FC236}">
                <a16:creationId xmlns:a16="http://schemas.microsoft.com/office/drawing/2014/main" id="{CB597E75-A4DB-CF50-428A-74D89773E117}"/>
              </a:ext>
            </a:extLst>
          </p:cNvPr>
          <p:cNvSpPr/>
          <p:nvPr/>
        </p:nvSpPr>
        <p:spPr>
          <a:xfrm>
            <a:off x="5648285" y="5228481"/>
            <a:ext cx="258404" cy="246221"/>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914400" rtl="0" eaLnBrk="1" fontAlgn="base" latinLnBrk="0" hangingPunct="1">
              <a:lnSpc>
                <a:spcPct val="100000"/>
              </a:lnSpc>
              <a:spcBef>
                <a:spcPct val="0"/>
              </a:spcBef>
              <a:spcAft>
                <a:spcPct val="0"/>
              </a:spcAft>
              <a:buClr>
                <a:srgbClr val="FFFFFF"/>
              </a:buClr>
              <a:buSzTx/>
              <a:buFontTx/>
              <a:buNone/>
              <a:tabLst/>
              <a:defRPr/>
            </a:pPr>
            <a:r>
              <a:rPr kumimoji="0" lang="en-US" sz="10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rPr>
              <a:t>x</a:t>
            </a:r>
          </a:p>
        </p:txBody>
      </p:sp>
      <p:sp>
        <p:nvSpPr>
          <p:cNvPr id="48" name="Rectangle 47">
            <a:extLst>
              <a:ext uri="{FF2B5EF4-FFF2-40B4-BE49-F238E27FC236}">
                <a16:creationId xmlns:a16="http://schemas.microsoft.com/office/drawing/2014/main" id="{0498A6B4-6905-C86B-730A-F46DE03FAA86}"/>
              </a:ext>
            </a:extLst>
          </p:cNvPr>
          <p:cNvSpPr/>
          <p:nvPr/>
        </p:nvSpPr>
        <p:spPr>
          <a:xfrm>
            <a:off x="2455735" y="5228481"/>
            <a:ext cx="248786" cy="246221"/>
          </a:xfrm>
          <a:prstGeom prst="rect">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spAutoFit/>
          </a:bodyPr>
          <a:lstStyle/>
          <a:p>
            <a:pPr marL="0" marR="0" lvl="0" indent="0" algn="ctr" defTabSz="914400" rtl="0" eaLnBrk="1" fontAlgn="base" latinLnBrk="0" hangingPunct="1">
              <a:lnSpc>
                <a:spcPct val="100000"/>
              </a:lnSpc>
              <a:spcBef>
                <a:spcPct val="0"/>
              </a:spcBef>
              <a:spcAft>
                <a:spcPct val="0"/>
              </a:spcAft>
              <a:buClr>
                <a:srgbClr val="FFFFFF"/>
              </a:buClr>
              <a:buSzTx/>
              <a:buFontTx/>
              <a:buNone/>
              <a:tabLst/>
              <a:defRPr/>
            </a:pPr>
            <a:r>
              <a:rPr kumimoji="0" lang="en-US" sz="10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sym typeface="Arial" panose="020B0604020202020204" pitchFamily="34" charset="0"/>
              </a:rPr>
              <a:t>x</a:t>
            </a:r>
          </a:p>
        </p:txBody>
      </p:sp>
      <p:cxnSp>
        <p:nvCxnSpPr>
          <p:cNvPr id="50" name="Connector: Elbow 168">
            <a:extLst>
              <a:ext uri="{FF2B5EF4-FFF2-40B4-BE49-F238E27FC236}">
                <a16:creationId xmlns:a16="http://schemas.microsoft.com/office/drawing/2014/main" id="{D16C2B24-8A2E-0BB2-6E47-447223FAFFDF}"/>
              </a:ext>
            </a:extLst>
          </p:cNvPr>
          <p:cNvCxnSpPr>
            <a:cxnSpLocks/>
            <a:stCxn id="27" idx="0"/>
            <a:endCxn id="33" idx="2"/>
          </p:cNvCxnSpPr>
          <p:nvPr/>
        </p:nvCxnSpPr>
        <p:spPr>
          <a:xfrm rot="5400000" flipH="1" flipV="1">
            <a:off x="5563374" y="3942837"/>
            <a:ext cx="1071337" cy="1355125"/>
          </a:xfrm>
          <a:prstGeom prst="bentConnector3">
            <a:avLst>
              <a:gd name="adj1" fmla="val 50000"/>
            </a:avLst>
          </a:prstGeom>
          <a:ln w="635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52" name="TextBox 51">
            <a:extLst>
              <a:ext uri="{FF2B5EF4-FFF2-40B4-BE49-F238E27FC236}">
                <a16:creationId xmlns:a16="http://schemas.microsoft.com/office/drawing/2014/main" id="{54E8327E-E01D-5021-C379-547624BCDBF8}"/>
              </a:ext>
            </a:extLst>
          </p:cNvPr>
          <p:cNvSpPr txBox="1">
            <a:spLocks/>
          </p:cNvSpPr>
          <p:nvPr/>
        </p:nvSpPr>
        <p:spPr>
          <a:xfrm>
            <a:off x="8916925" y="3853994"/>
            <a:ext cx="2627073" cy="18466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pis For Office" panose="020B0504010101010104" pitchFamily="34" charset="0"/>
              </a:defRPr>
            </a:lvl1pPr>
            <a:lvl2pPr marL="228600" lvl="1" indent="-225425">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
                <a:srgbClr val="FFFFFF"/>
              </a:buClr>
              <a:buSzPct val="100000"/>
              <a:buFont typeface="Segoe UI" panose="020B0502040204020203" pitchFamily="34" charset="0"/>
              <a:buChar char="​"/>
              <a:tabLst/>
              <a:defRPr/>
            </a:pPr>
            <a:r>
              <a:rPr kumimoji="0" lang="en-US" sz="1000" b="1" i="0" u="none" strike="noStrike" kern="1200" cap="none" spc="0" normalizeH="0" baseline="0" noProof="0">
                <a:ln>
                  <a:noFill/>
                </a:ln>
                <a:effectLst/>
                <a:uLnTx/>
                <a:uFillTx/>
                <a:latin typeface="Arial" panose="020B0604020202020204" pitchFamily="34" charset="0"/>
                <a:ea typeface="+mn-ea"/>
                <a:cs typeface="Arial" panose="020B0604020202020204" pitchFamily="34" charset="0"/>
                <a:sym typeface="Arial"/>
              </a:rPr>
              <a:t>Optional</a:t>
            </a:r>
          </a:p>
        </p:txBody>
      </p:sp>
      <p:sp>
        <p:nvSpPr>
          <p:cNvPr id="53" name="TextBox 52">
            <a:extLst>
              <a:ext uri="{FF2B5EF4-FFF2-40B4-BE49-F238E27FC236}">
                <a16:creationId xmlns:a16="http://schemas.microsoft.com/office/drawing/2014/main" id="{8BA7DBF7-CCA0-63FA-26BD-88C6C1182181}"/>
              </a:ext>
            </a:extLst>
          </p:cNvPr>
          <p:cNvSpPr txBox="1">
            <a:spLocks/>
          </p:cNvSpPr>
          <p:nvPr/>
        </p:nvSpPr>
        <p:spPr>
          <a:xfrm>
            <a:off x="8916926" y="1842320"/>
            <a:ext cx="2627073" cy="184666"/>
          </a:xfrm>
          <a:prstGeom prst="rect">
            <a:avLst/>
          </a:prstGeom>
        </p:spPr>
        <p:txBody>
          <a:bodyPr vert="horz" wrap="square" lIns="0" tIns="0" rIns="0" bIns="0" rtlCol="0" anchor="t" anchorCtr="0">
            <a:noAutofit/>
          </a:bodyPr>
          <a:lstStyle>
            <a:lvl1pPr lvl="0" indent="0">
              <a:lnSpc>
                <a:spcPct val="100000"/>
              </a:lnSpc>
              <a:spcBef>
                <a:spcPts val="300"/>
              </a:spcBef>
              <a:spcAft>
                <a:spcPts val="300"/>
              </a:spcAft>
              <a:buClr>
                <a:schemeClr val="tx1"/>
              </a:buClr>
              <a:buSzPct val="100000"/>
              <a:buFont typeface="Segoe UI" panose="020B0502040204020203" pitchFamily="34" charset="0"/>
              <a:buChar char="​"/>
              <a:defRPr lang="en-US" sz="1600" dirty="0">
                <a:cs typeface="Apis For Office" panose="020B0504010101010104" pitchFamily="34" charset="0"/>
              </a:defRPr>
            </a:lvl1pPr>
            <a:lvl2pPr marL="228600" lvl="1" indent="-225425">
              <a:lnSpc>
                <a:spcPct val="100000"/>
              </a:lnSpc>
              <a:spcBef>
                <a:spcPts val="0"/>
              </a:spcBef>
              <a:spcAft>
                <a:spcPts val="300"/>
              </a:spcAft>
              <a:buClr>
                <a:schemeClr val="accent1"/>
              </a:buClr>
              <a:buSzPct val="110000"/>
              <a:buFont typeface="Wingdings" panose="05000000000000000000" pitchFamily="2" charset="2"/>
              <a:buChar char=""/>
              <a:defRPr lang="en-US" sz="1600" dirty="0"/>
            </a:lvl2pPr>
            <a:lvl3pPr marL="442913" lvl="2" indent="-214313">
              <a:lnSpc>
                <a:spcPct val="100000"/>
              </a:lnSpc>
              <a:spcBef>
                <a:spcPts val="0"/>
              </a:spcBef>
              <a:spcAft>
                <a:spcPts val="300"/>
              </a:spcAft>
              <a:buClr>
                <a:schemeClr val="accent1"/>
              </a:buClr>
              <a:buSzPct val="110000"/>
              <a:buFont typeface="Arial" panose="020B0604020202020204" pitchFamily="34" charset="0"/>
              <a:buChar char="‒"/>
              <a:defRPr lang="en-US" sz="1600" dirty="0"/>
            </a:lvl3pPr>
            <a:lvl4pPr marL="598488" lvl="3" indent="-152400">
              <a:lnSpc>
                <a:spcPct val="100000"/>
              </a:lnSpc>
              <a:spcBef>
                <a:spcPts val="0"/>
              </a:spcBef>
              <a:spcAft>
                <a:spcPts val="300"/>
              </a:spcAft>
              <a:buClr>
                <a:schemeClr val="accent1"/>
              </a:buClr>
              <a:buSzPct val="100000"/>
              <a:buFont typeface="Arial" panose="020B0604020202020204" pitchFamily="34" charset="0"/>
              <a:buChar char="•"/>
              <a:defRPr lang="en-US" sz="1600" dirty="0"/>
            </a:lvl4pPr>
            <a:lvl5pPr marL="817563" lvl="4" indent="-147638">
              <a:lnSpc>
                <a:spcPct val="100000"/>
              </a:lnSpc>
              <a:spcBef>
                <a:spcPts val="0"/>
              </a:spcBef>
              <a:spcAft>
                <a:spcPts val="300"/>
              </a:spcAft>
              <a:buClr>
                <a:schemeClr val="accent1"/>
              </a:buClr>
              <a:buSzPct val="100000"/>
              <a:buFont typeface="Arial" panose="020B0604020202020204" pitchFamily="34" charset="0"/>
              <a:buChar char="̶"/>
              <a:defRPr lang="en-US" sz="1600" dirty="0"/>
            </a:lvl5pPr>
            <a:lvl6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6pPr>
            <a:lvl7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7pPr>
            <a:lvl8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8pPr>
            <a:lvl9pPr marL="1085850" indent="-171450">
              <a:lnSpc>
                <a:spcPct val="100000"/>
              </a:lnSpc>
              <a:spcBef>
                <a:spcPts val="0"/>
              </a:spcBef>
              <a:spcAft>
                <a:spcPts val="300"/>
              </a:spcAft>
              <a:buSzPct val="100000"/>
              <a:buFont typeface="Arial" panose="020B0604020202020204" pitchFamily="34" charset="0"/>
              <a:buChar char="▫"/>
              <a:defRPr sz="1600">
                <a:cs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
                <a:srgbClr val="FFFFFF"/>
              </a:buClr>
              <a:buSzPct val="100000"/>
              <a:buFont typeface="Segoe UI" panose="020B0502040204020203" pitchFamily="34" charset="0"/>
              <a:buChar char="​"/>
              <a:tabLst/>
              <a:defRPr/>
            </a:pPr>
            <a:r>
              <a:rPr kumimoji="0" lang="en-US" sz="1000" b="1" i="0" u="none" strike="noStrike" kern="1200" cap="none" spc="0" normalizeH="0" baseline="0" noProof="0">
                <a:ln>
                  <a:noFill/>
                </a:ln>
                <a:effectLst/>
                <a:uLnTx/>
                <a:uFillTx/>
                <a:latin typeface="Arial" panose="020B0604020202020204" pitchFamily="34" charset="0"/>
                <a:ea typeface="+mn-ea"/>
                <a:cs typeface="Arial" panose="020B0604020202020204" pitchFamily="34" charset="0"/>
                <a:sym typeface="Arial"/>
              </a:rPr>
              <a:t>Required</a:t>
            </a:r>
          </a:p>
        </p:txBody>
      </p:sp>
      <p:sp>
        <p:nvSpPr>
          <p:cNvPr id="55" name="Oval 54">
            <a:extLst>
              <a:ext uri="{FF2B5EF4-FFF2-40B4-BE49-F238E27FC236}">
                <a16:creationId xmlns:a16="http://schemas.microsoft.com/office/drawing/2014/main" id="{AE7B37B8-BA62-8941-64D0-05790EC1FDDE}"/>
              </a:ext>
            </a:extLst>
          </p:cNvPr>
          <p:cNvSpPr/>
          <p:nvPr/>
        </p:nvSpPr>
        <p:spPr bwMode="gray">
          <a:xfrm>
            <a:off x="8916927" y="4155324"/>
            <a:ext cx="253353" cy="253353"/>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sym typeface="Arial"/>
            </a:endParaRPr>
          </a:p>
        </p:txBody>
      </p:sp>
      <p:sp>
        <p:nvSpPr>
          <p:cNvPr id="57" name="Rectangle 56">
            <a:extLst>
              <a:ext uri="{FF2B5EF4-FFF2-40B4-BE49-F238E27FC236}">
                <a16:creationId xmlns:a16="http://schemas.microsoft.com/office/drawing/2014/main" id="{AEBCD54D-2CD1-1E3A-8D51-DA724E3319DA}"/>
              </a:ext>
            </a:extLst>
          </p:cNvPr>
          <p:cNvSpPr>
            <a:spLocks/>
          </p:cNvSpPr>
          <p:nvPr/>
        </p:nvSpPr>
        <p:spPr>
          <a:xfrm>
            <a:off x="9285506" y="4158890"/>
            <a:ext cx="365805" cy="246221"/>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base" latinLnBrk="0" hangingPunct="1">
              <a:lnSpc>
                <a:spcPct val="100000"/>
              </a:lnSpc>
              <a:spcBef>
                <a:spcPct val="0"/>
              </a:spcBef>
              <a:spcAft>
                <a:spcPct val="0"/>
              </a:spcAft>
              <a:buClr>
                <a:srgbClr val="061F32"/>
              </a:buClr>
              <a:buSzTx/>
              <a:buFontTx/>
              <a:buNone/>
              <a:tabLst/>
              <a:defRPr/>
            </a:pPr>
            <a:r>
              <a:rPr kumimoji="0" lang="en-US" sz="10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sym typeface="Arial" panose="020B0604020202020204" pitchFamily="34" charset="0"/>
              </a:rPr>
              <a:t>xx</a:t>
            </a:r>
          </a:p>
        </p:txBody>
      </p:sp>
      <p:sp>
        <p:nvSpPr>
          <p:cNvPr id="58" name="TextBox 57">
            <a:extLst>
              <a:ext uri="{FF2B5EF4-FFF2-40B4-BE49-F238E27FC236}">
                <a16:creationId xmlns:a16="http://schemas.microsoft.com/office/drawing/2014/main" id="{F0256524-64F8-1ED9-6E2D-0AD4D6C46A21}"/>
              </a:ext>
            </a:extLst>
          </p:cNvPr>
          <p:cNvSpPr txBox="1">
            <a:spLocks/>
          </p:cNvSpPr>
          <p:nvPr>
            <p:custDataLst>
              <p:tags r:id="rId9"/>
            </p:custDataLst>
          </p:nvPr>
        </p:nvSpPr>
        <p:spPr>
          <a:xfrm>
            <a:off x="9773447" y="4205056"/>
            <a:ext cx="1628716" cy="1538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sz="1600" baseline="0">
                <a:latin typeface="+mn-lt"/>
              </a:defRPr>
            </a:lvl1pPr>
            <a:lvl2pPr marL="216000" lvl="1" indent="-216000" defTabSz="895350" eaLnBrk="1" hangingPunct="1">
              <a:buClr>
                <a:schemeClr val="accent1"/>
              </a:buClr>
              <a:buSzPct val="100000"/>
              <a:buFont typeface="Wingdings 3" panose="05040102010807070707" pitchFamily="18" charset="2"/>
              <a:buChar char=""/>
              <a:defRPr sz="1600" baseline="0">
                <a:latin typeface="+mn-lt"/>
              </a:defRPr>
            </a:lvl2pPr>
            <a:lvl3pPr marL="432000" lvl="2" indent="-216000" defTabSz="895350" eaLnBrk="1" hangingPunct="1">
              <a:buClr>
                <a:schemeClr val="tx1"/>
              </a:buClr>
              <a:buSzPct val="100000"/>
              <a:buFont typeface="Arial" panose="020B0604020202020204" pitchFamily="34" charset="0"/>
              <a:buChar char="•"/>
              <a:defRPr sz="1600" baseline="0">
                <a:latin typeface="+mn-lt"/>
              </a:defRPr>
            </a:lvl3pPr>
            <a:lvl4pPr marL="648000" lvl="3" indent="-216000" defTabSz="895350" eaLnBrk="1" hangingPunct="1">
              <a:buClr>
                <a:schemeClr val="tx1"/>
              </a:buClr>
              <a:buSzPct val="100000"/>
              <a:buFont typeface="Arial" panose="020B0604020202020204" pitchFamily="34" charset="0"/>
              <a:buChar char="–"/>
              <a:defRPr sz="1600" baseline="0">
                <a:latin typeface="+mn-lt"/>
              </a:defRPr>
            </a:lvl4pPr>
            <a:lvl5pPr marL="864000" lvl="4" indent="-216000" defTabSz="895350" eaLnBrk="1" hangingPunct="1">
              <a:buClr>
                <a:schemeClr val="tx1"/>
              </a:buClr>
              <a:buSzPct val="100000"/>
              <a:buFont typeface="Arial" panose="020B0604020202020204" pitchFamily="34" charset="0"/>
              <a:buChar char="○"/>
              <a:defRPr sz="1600" baseline="0">
                <a:latin typeface="+mn-lt"/>
              </a:defRPr>
            </a:lvl5pPr>
            <a:lvl6pPr marL="749808" indent="-130175" defTabSz="895350" fontAlgn="base">
              <a:spcBef>
                <a:spcPct val="0"/>
              </a:spcBef>
              <a:spcAft>
                <a:spcPct val="0"/>
              </a:spcAft>
              <a:buClr>
                <a:schemeClr val="tx2"/>
              </a:buClr>
              <a:buSzPct val="89000"/>
              <a:buFont typeface="Arial" charset="0"/>
              <a:buChar char="-"/>
              <a:defRPr sz="1600" baseline="0">
                <a:latin typeface="+mn-lt"/>
              </a:defRPr>
            </a:lvl6pPr>
            <a:lvl7pPr marL="749808" indent="-130175" defTabSz="895350" fontAlgn="base">
              <a:spcBef>
                <a:spcPct val="0"/>
              </a:spcBef>
              <a:spcAft>
                <a:spcPct val="0"/>
              </a:spcAft>
              <a:buClr>
                <a:schemeClr val="tx2"/>
              </a:buClr>
              <a:buSzPct val="89000"/>
              <a:buFont typeface="Arial" charset="0"/>
              <a:buChar char="-"/>
              <a:defRPr sz="1600" baseline="0">
                <a:latin typeface="+mn-lt"/>
              </a:defRPr>
            </a:lvl7pPr>
            <a:lvl8pPr marL="749808" indent="-130175" defTabSz="895350" fontAlgn="base">
              <a:spcBef>
                <a:spcPct val="0"/>
              </a:spcBef>
              <a:spcAft>
                <a:spcPct val="0"/>
              </a:spcAft>
              <a:buClr>
                <a:schemeClr val="tx2"/>
              </a:buClr>
              <a:buSzPct val="89000"/>
              <a:buFont typeface="Arial" charset="0"/>
              <a:buChar char="-"/>
              <a:defRPr sz="1600" baseline="0">
                <a:latin typeface="+mn-lt"/>
              </a:defRPr>
            </a:lvl8pPr>
            <a:lvl9pPr marL="749808" indent="-130175" defTabSz="895350" fontAlgn="base">
              <a:spcBef>
                <a:spcPct val="0"/>
              </a:spcBef>
              <a:spcAft>
                <a:spcPct val="0"/>
              </a:spcAft>
              <a:buClr>
                <a:schemeClr val="tx2"/>
              </a:buClr>
              <a:buSzPct val="89000"/>
              <a:buFont typeface="Arial" charset="0"/>
              <a:buChar char="-"/>
              <a:defRPr sz="1600" baseline="0">
                <a:latin typeface="+mn-lt"/>
              </a:defRPr>
            </a:lvl9pPr>
          </a:lstStyle>
          <a:p>
            <a:pPr marL="0" marR="0" lvl="0" indent="0" algn="l" defTabSz="895350" rtl="0" eaLnBrk="1" fontAlgn="auto" latinLnBrk="0" hangingPunct="1">
              <a:lnSpc>
                <a:spcPct val="100000"/>
              </a:lnSpc>
              <a:spcBef>
                <a:spcPts val="10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sym typeface="Arial"/>
              </a:rPr>
              <a:t>[Insert role]</a:t>
            </a:r>
          </a:p>
        </p:txBody>
      </p:sp>
      <p:sp>
        <p:nvSpPr>
          <p:cNvPr id="60" name="Oval 59">
            <a:extLst>
              <a:ext uri="{FF2B5EF4-FFF2-40B4-BE49-F238E27FC236}">
                <a16:creationId xmlns:a16="http://schemas.microsoft.com/office/drawing/2014/main" id="{1B72CFD1-87A6-C44F-363B-2CB4913F6193}"/>
              </a:ext>
            </a:extLst>
          </p:cNvPr>
          <p:cNvSpPr/>
          <p:nvPr/>
        </p:nvSpPr>
        <p:spPr bwMode="gray">
          <a:xfrm>
            <a:off x="8916927" y="4491866"/>
            <a:ext cx="253353" cy="253353"/>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sym typeface="Arial"/>
            </a:endParaRPr>
          </a:p>
        </p:txBody>
      </p:sp>
      <p:sp>
        <p:nvSpPr>
          <p:cNvPr id="62" name="Rectangle 61">
            <a:extLst>
              <a:ext uri="{FF2B5EF4-FFF2-40B4-BE49-F238E27FC236}">
                <a16:creationId xmlns:a16="http://schemas.microsoft.com/office/drawing/2014/main" id="{98B3E116-7878-387F-8755-6D10D45963ED}"/>
              </a:ext>
            </a:extLst>
          </p:cNvPr>
          <p:cNvSpPr>
            <a:spLocks/>
          </p:cNvSpPr>
          <p:nvPr/>
        </p:nvSpPr>
        <p:spPr>
          <a:xfrm>
            <a:off x="9285506" y="4495432"/>
            <a:ext cx="365805" cy="246221"/>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base" latinLnBrk="0" hangingPunct="1">
              <a:lnSpc>
                <a:spcPct val="100000"/>
              </a:lnSpc>
              <a:spcBef>
                <a:spcPct val="0"/>
              </a:spcBef>
              <a:spcAft>
                <a:spcPct val="0"/>
              </a:spcAft>
              <a:buClr>
                <a:srgbClr val="061F32"/>
              </a:buClr>
              <a:buSzTx/>
              <a:buFontTx/>
              <a:buNone/>
              <a:tabLst/>
              <a:defRPr/>
            </a:pPr>
            <a:r>
              <a:rPr kumimoji="0" lang="en-US" sz="10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sym typeface="Arial" panose="020B0604020202020204" pitchFamily="34" charset="0"/>
              </a:rPr>
              <a:t>xx</a:t>
            </a:r>
          </a:p>
        </p:txBody>
      </p:sp>
      <p:sp>
        <p:nvSpPr>
          <p:cNvPr id="63" name="TextBox 62">
            <a:extLst>
              <a:ext uri="{FF2B5EF4-FFF2-40B4-BE49-F238E27FC236}">
                <a16:creationId xmlns:a16="http://schemas.microsoft.com/office/drawing/2014/main" id="{2267A3F9-3851-8752-4C98-94F4368D46C3}"/>
              </a:ext>
            </a:extLst>
          </p:cNvPr>
          <p:cNvSpPr txBox="1">
            <a:spLocks/>
          </p:cNvSpPr>
          <p:nvPr>
            <p:custDataLst>
              <p:tags r:id="rId10"/>
            </p:custDataLst>
          </p:nvPr>
        </p:nvSpPr>
        <p:spPr>
          <a:xfrm>
            <a:off x="9773447" y="4541598"/>
            <a:ext cx="1628716" cy="1538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sz="1600" baseline="0">
                <a:latin typeface="+mn-lt"/>
              </a:defRPr>
            </a:lvl1pPr>
            <a:lvl2pPr marL="216000" lvl="1" indent="-216000" defTabSz="895350" eaLnBrk="1" hangingPunct="1">
              <a:buClr>
                <a:schemeClr val="accent1"/>
              </a:buClr>
              <a:buSzPct val="100000"/>
              <a:buFont typeface="Wingdings 3" panose="05040102010807070707" pitchFamily="18" charset="2"/>
              <a:buChar char=""/>
              <a:defRPr sz="1600" baseline="0">
                <a:latin typeface="+mn-lt"/>
              </a:defRPr>
            </a:lvl2pPr>
            <a:lvl3pPr marL="432000" lvl="2" indent="-216000" defTabSz="895350" eaLnBrk="1" hangingPunct="1">
              <a:buClr>
                <a:schemeClr val="tx1"/>
              </a:buClr>
              <a:buSzPct val="100000"/>
              <a:buFont typeface="Arial" panose="020B0604020202020204" pitchFamily="34" charset="0"/>
              <a:buChar char="•"/>
              <a:defRPr sz="1600" baseline="0">
                <a:latin typeface="+mn-lt"/>
              </a:defRPr>
            </a:lvl3pPr>
            <a:lvl4pPr marL="648000" lvl="3" indent="-216000" defTabSz="895350" eaLnBrk="1" hangingPunct="1">
              <a:buClr>
                <a:schemeClr val="tx1"/>
              </a:buClr>
              <a:buSzPct val="100000"/>
              <a:buFont typeface="Arial" panose="020B0604020202020204" pitchFamily="34" charset="0"/>
              <a:buChar char="–"/>
              <a:defRPr sz="1600" baseline="0">
                <a:latin typeface="+mn-lt"/>
              </a:defRPr>
            </a:lvl4pPr>
            <a:lvl5pPr marL="864000" lvl="4" indent="-216000" defTabSz="895350" eaLnBrk="1" hangingPunct="1">
              <a:buClr>
                <a:schemeClr val="tx1"/>
              </a:buClr>
              <a:buSzPct val="100000"/>
              <a:buFont typeface="Arial" panose="020B0604020202020204" pitchFamily="34" charset="0"/>
              <a:buChar char="○"/>
              <a:defRPr sz="1600" baseline="0">
                <a:latin typeface="+mn-lt"/>
              </a:defRPr>
            </a:lvl5pPr>
            <a:lvl6pPr marL="749808" indent="-130175" defTabSz="895350" fontAlgn="base">
              <a:spcBef>
                <a:spcPct val="0"/>
              </a:spcBef>
              <a:spcAft>
                <a:spcPct val="0"/>
              </a:spcAft>
              <a:buClr>
                <a:schemeClr val="tx2"/>
              </a:buClr>
              <a:buSzPct val="89000"/>
              <a:buFont typeface="Arial" charset="0"/>
              <a:buChar char="-"/>
              <a:defRPr sz="1600" baseline="0">
                <a:latin typeface="+mn-lt"/>
              </a:defRPr>
            </a:lvl6pPr>
            <a:lvl7pPr marL="749808" indent="-130175" defTabSz="895350" fontAlgn="base">
              <a:spcBef>
                <a:spcPct val="0"/>
              </a:spcBef>
              <a:spcAft>
                <a:spcPct val="0"/>
              </a:spcAft>
              <a:buClr>
                <a:schemeClr val="tx2"/>
              </a:buClr>
              <a:buSzPct val="89000"/>
              <a:buFont typeface="Arial" charset="0"/>
              <a:buChar char="-"/>
              <a:defRPr sz="1600" baseline="0">
                <a:latin typeface="+mn-lt"/>
              </a:defRPr>
            </a:lvl7pPr>
            <a:lvl8pPr marL="749808" indent="-130175" defTabSz="895350" fontAlgn="base">
              <a:spcBef>
                <a:spcPct val="0"/>
              </a:spcBef>
              <a:spcAft>
                <a:spcPct val="0"/>
              </a:spcAft>
              <a:buClr>
                <a:schemeClr val="tx2"/>
              </a:buClr>
              <a:buSzPct val="89000"/>
              <a:buFont typeface="Arial" charset="0"/>
              <a:buChar char="-"/>
              <a:defRPr sz="1600" baseline="0">
                <a:latin typeface="+mn-lt"/>
              </a:defRPr>
            </a:lvl8pPr>
            <a:lvl9pPr marL="749808" indent="-130175" defTabSz="895350" fontAlgn="base">
              <a:spcBef>
                <a:spcPct val="0"/>
              </a:spcBef>
              <a:spcAft>
                <a:spcPct val="0"/>
              </a:spcAft>
              <a:buClr>
                <a:schemeClr val="tx2"/>
              </a:buClr>
              <a:buSzPct val="89000"/>
              <a:buFont typeface="Arial" charset="0"/>
              <a:buChar char="-"/>
              <a:defRPr sz="1600" baseline="0">
                <a:latin typeface="+mn-lt"/>
              </a:defRPr>
            </a:lvl9pPr>
          </a:lstStyle>
          <a:p>
            <a:pPr marL="0" marR="0" lvl="0" indent="0" algn="l" defTabSz="895350" rtl="0" eaLnBrk="1" fontAlgn="auto" latinLnBrk="0" hangingPunct="1">
              <a:lnSpc>
                <a:spcPct val="100000"/>
              </a:lnSpc>
              <a:spcBef>
                <a:spcPts val="10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sym typeface="Arial"/>
              </a:rPr>
              <a:t>[Insert role]</a:t>
            </a:r>
          </a:p>
        </p:txBody>
      </p:sp>
      <p:sp>
        <p:nvSpPr>
          <p:cNvPr id="65" name="Oval 64">
            <a:extLst>
              <a:ext uri="{FF2B5EF4-FFF2-40B4-BE49-F238E27FC236}">
                <a16:creationId xmlns:a16="http://schemas.microsoft.com/office/drawing/2014/main" id="{923C7ED9-37B1-64CA-59A6-8E37FEB34308}"/>
              </a:ext>
            </a:extLst>
          </p:cNvPr>
          <p:cNvSpPr/>
          <p:nvPr/>
        </p:nvSpPr>
        <p:spPr bwMode="gray">
          <a:xfrm>
            <a:off x="8916927" y="4828408"/>
            <a:ext cx="253353" cy="253353"/>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sym typeface="Arial"/>
            </a:endParaRPr>
          </a:p>
        </p:txBody>
      </p:sp>
      <p:sp>
        <p:nvSpPr>
          <p:cNvPr id="67" name="Rectangle 66">
            <a:extLst>
              <a:ext uri="{FF2B5EF4-FFF2-40B4-BE49-F238E27FC236}">
                <a16:creationId xmlns:a16="http://schemas.microsoft.com/office/drawing/2014/main" id="{04C2BFD9-7E38-043B-4357-7A3CC1FA4569}"/>
              </a:ext>
            </a:extLst>
          </p:cNvPr>
          <p:cNvSpPr>
            <a:spLocks/>
          </p:cNvSpPr>
          <p:nvPr/>
        </p:nvSpPr>
        <p:spPr>
          <a:xfrm>
            <a:off x="9285506" y="4831974"/>
            <a:ext cx="365805" cy="246221"/>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base" latinLnBrk="0" hangingPunct="1">
              <a:lnSpc>
                <a:spcPct val="100000"/>
              </a:lnSpc>
              <a:spcBef>
                <a:spcPct val="0"/>
              </a:spcBef>
              <a:spcAft>
                <a:spcPct val="0"/>
              </a:spcAft>
              <a:buClr>
                <a:srgbClr val="061F32"/>
              </a:buClr>
              <a:buSzTx/>
              <a:buFontTx/>
              <a:buNone/>
              <a:tabLst/>
              <a:defRPr/>
            </a:pPr>
            <a:r>
              <a:rPr kumimoji="0" lang="en-US" sz="10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sym typeface="Arial" panose="020B0604020202020204" pitchFamily="34" charset="0"/>
              </a:rPr>
              <a:t>xx</a:t>
            </a:r>
          </a:p>
        </p:txBody>
      </p:sp>
      <p:sp>
        <p:nvSpPr>
          <p:cNvPr id="68" name="TextBox 67">
            <a:extLst>
              <a:ext uri="{FF2B5EF4-FFF2-40B4-BE49-F238E27FC236}">
                <a16:creationId xmlns:a16="http://schemas.microsoft.com/office/drawing/2014/main" id="{9D0D4B61-776A-9FBB-A9FF-8D565FB1CD57}"/>
              </a:ext>
            </a:extLst>
          </p:cNvPr>
          <p:cNvSpPr txBox="1">
            <a:spLocks/>
          </p:cNvSpPr>
          <p:nvPr>
            <p:custDataLst>
              <p:tags r:id="rId11"/>
            </p:custDataLst>
          </p:nvPr>
        </p:nvSpPr>
        <p:spPr>
          <a:xfrm>
            <a:off x="9773447" y="4878140"/>
            <a:ext cx="1628716" cy="1538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sz="1600" baseline="0">
                <a:latin typeface="+mn-lt"/>
              </a:defRPr>
            </a:lvl1pPr>
            <a:lvl2pPr marL="216000" lvl="1" indent="-216000" defTabSz="895350" eaLnBrk="1" hangingPunct="1">
              <a:buClr>
                <a:schemeClr val="accent1"/>
              </a:buClr>
              <a:buSzPct val="100000"/>
              <a:buFont typeface="Wingdings 3" panose="05040102010807070707" pitchFamily="18" charset="2"/>
              <a:buChar char=""/>
              <a:defRPr sz="1600" baseline="0">
                <a:latin typeface="+mn-lt"/>
              </a:defRPr>
            </a:lvl2pPr>
            <a:lvl3pPr marL="432000" lvl="2" indent="-216000" defTabSz="895350" eaLnBrk="1" hangingPunct="1">
              <a:buClr>
                <a:schemeClr val="tx1"/>
              </a:buClr>
              <a:buSzPct val="100000"/>
              <a:buFont typeface="Arial" panose="020B0604020202020204" pitchFamily="34" charset="0"/>
              <a:buChar char="•"/>
              <a:defRPr sz="1600" baseline="0">
                <a:latin typeface="+mn-lt"/>
              </a:defRPr>
            </a:lvl3pPr>
            <a:lvl4pPr marL="648000" lvl="3" indent="-216000" defTabSz="895350" eaLnBrk="1" hangingPunct="1">
              <a:buClr>
                <a:schemeClr val="tx1"/>
              </a:buClr>
              <a:buSzPct val="100000"/>
              <a:buFont typeface="Arial" panose="020B0604020202020204" pitchFamily="34" charset="0"/>
              <a:buChar char="–"/>
              <a:defRPr sz="1600" baseline="0">
                <a:latin typeface="+mn-lt"/>
              </a:defRPr>
            </a:lvl4pPr>
            <a:lvl5pPr marL="864000" lvl="4" indent="-216000" defTabSz="895350" eaLnBrk="1" hangingPunct="1">
              <a:buClr>
                <a:schemeClr val="tx1"/>
              </a:buClr>
              <a:buSzPct val="100000"/>
              <a:buFont typeface="Arial" panose="020B0604020202020204" pitchFamily="34" charset="0"/>
              <a:buChar char="○"/>
              <a:defRPr sz="1600" baseline="0">
                <a:latin typeface="+mn-lt"/>
              </a:defRPr>
            </a:lvl5pPr>
            <a:lvl6pPr marL="749808" indent="-130175" defTabSz="895350" fontAlgn="base">
              <a:spcBef>
                <a:spcPct val="0"/>
              </a:spcBef>
              <a:spcAft>
                <a:spcPct val="0"/>
              </a:spcAft>
              <a:buClr>
                <a:schemeClr val="tx2"/>
              </a:buClr>
              <a:buSzPct val="89000"/>
              <a:buFont typeface="Arial" charset="0"/>
              <a:buChar char="-"/>
              <a:defRPr sz="1600" baseline="0">
                <a:latin typeface="+mn-lt"/>
              </a:defRPr>
            </a:lvl6pPr>
            <a:lvl7pPr marL="749808" indent="-130175" defTabSz="895350" fontAlgn="base">
              <a:spcBef>
                <a:spcPct val="0"/>
              </a:spcBef>
              <a:spcAft>
                <a:spcPct val="0"/>
              </a:spcAft>
              <a:buClr>
                <a:schemeClr val="tx2"/>
              </a:buClr>
              <a:buSzPct val="89000"/>
              <a:buFont typeface="Arial" charset="0"/>
              <a:buChar char="-"/>
              <a:defRPr sz="1600" baseline="0">
                <a:latin typeface="+mn-lt"/>
              </a:defRPr>
            </a:lvl7pPr>
            <a:lvl8pPr marL="749808" indent="-130175" defTabSz="895350" fontAlgn="base">
              <a:spcBef>
                <a:spcPct val="0"/>
              </a:spcBef>
              <a:spcAft>
                <a:spcPct val="0"/>
              </a:spcAft>
              <a:buClr>
                <a:schemeClr val="tx2"/>
              </a:buClr>
              <a:buSzPct val="89000"/>
              <a:buFont typeface="Arial" charset="0"/>
              <a:buChar char="-"/>
              <a:defRPr sz="1600" baseline="0">
                <a:latin typeface="+mn-lt"/>
              </a:defRPr>
            </a:lvl8pPr>
            <a:lvl9pPr marL="749808" indent="-130175" defTabSz="895350" fontAlgn="base">
              <a:spcBef>
                <a:spcPct val="0"/>
              </a:spcBef>
              <a:spcAft>
                <a:spcPct val="0"/>
              </a:spcAft>
              <a:buClr>
                <a:schemeClr val="tx2"/>
              </a:buClr>
              <a:buSzPct val="89000"/>
              <a:buFont typeface="Arial" charset="0"/>
              <a:buChar char="-"/>
              <a:defRPr sz="1600" baseline="0">
                <a:latin typeface="+mn-lt"/>
              </a:defRPr>
            </a:lvl9pPr>
          </a:lstStyle>
          <a:p>
            <a:pPr marL="0" marR="0" lvl="0" indent="0" algn="l" defTabSz="895350" rtl="0" eaLnBrk="1" fontAlgn="auto" latinLnBrk="0" hangingPunct="1">
              <a:lnSpc>
                <a:spcPct val="100000"/>
              </a:lnSpc>
              <a:spcBef>
                <a:spcPts val="10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sym typeface="Arial"/>
              </a:rPr>
              <a:t>[Insert role]</a:t>
            </a:r>
          </a:p>
        </p:txBody>
      </p:sp>
      <p:sp>
        <p:nvSpPr>
          <p:cNvPr id="70" name="Oval 69">
            <a:extLst>
              <a:ext uri="{FF2B5EF4-FFF2-40B4-BE49-F238E27FC236}">
                <a16:creationId xmlns:a16="http://schemas.microsoft.com/office/drawing/2014/main" id="{3176F746-EC28-DDCA-6BB5-734FC6B65C14}"/>
              </a:ext>
            </a:extLst>
          </p:cNvPr>
          <p:cNvSpPr/>
          <p:nvPr/>
        </p:nvSpPr>
        <p:spPr bwMode="gray">
          <a:xfrm>
            <a:off x="8916927" y="5164950"/>
            <a:ext cx="253353" cy="253353"/>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sym typeface="Arial"/>
            </a:endParaRPr>
          </a:p>
        </p:txBody>
      </p:sp>
      <p:sp>
        <p:nvSpPr>
          <p:cNvPr id="72" name="Rectangle 71">
            <a:extLst>
              <a:ext uri="{FF2B5EF4-FFF2-40B4-BE49-F238E27FC236}">
                <a16:creationId xmlns:a16="http://schemas.microsoft.com/office/drawing/2014/main" id="{69D5FDDA-6F61-520E-686D-3DB67095A0D0}"/>
              </a:ext>
            </a:extLst>
          </p:cNvPr>
          <p:cNvSpPr>
            <a:spLocks/>
          </p:cNvSpPr>
          <p:nvPr/>
        </p:nvSpPr>
        <p:spPr>
          <a:xfrm>
            <a:off x="9285506" y="5168516"/>
            <a:ext cx="365805" cy="246221"/>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base" latinLnBrk="0" hangingPunct="1">
              <a:lnSpc>
                <a:spcPct val="100000"/>
              </a:lnSpc>
              <a:spcBef>
                <a:spcPct val="0"/>
              </a:spcBef>
              <a:spcAft>
                <a:spcPct val="0"/>
              </a:spcAft>
              <a:buClr>
                <a:srgbClr val="061F32"/>
              </a:buClr>
              <a:buSzTx/>
              <a:buFontTx/>
              <a:buNone/>
              <a:tabLst/>
              <a:defRPr/>
            </a:pPr>
            <a:r>
              <a:rPr kumimoji="0" lang="en-US" sz="10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sym typeface="Arial" panose="020B0604020202020204" pitchFamily="34" charset="0"/>
              </a:rPr>
              <a:t>xx</a:t>
            </a:r>
          </a:p>
        </p:txBody>
      </p:sp>
      <p:sp>
        <p:nvSpPr>
          <p:cNvPr id="73" name="TextBox 72">
            <a:extLst>
              <a:ext uri="{FF2B5EF4-FFF2-40B4-BE49-F238E27FC236}">
                <a16:creationId xmlns:a16="http://schemas.microsoft.com/office/drawing/2014/main" id="{8E720919-56CA-EF8D-39C6-8FDE44A1FA91}"/>
              </a:ext>
            </a:extLst>
          </p:cNvPr>
          <p:cNvSpPr txBox="1">
            <a:spLocks/>
          </p:cNvSpPr>
          <p:nvPr>
            <p:custDataLst>
              <p:tags r:id="rId12"/>
            </p:custDataLst>
          </p:nvPr>
        </p:nvSpPr>
        <p:spPr>
          <a:xfrm>
            <a:off x="9773447" y="5214682"/>
            <a:ext cx="1628716" cy="1538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sz="1600" baseline="0">
                <a:latin typeface="+mn-lt"/>
              </a:defRPr>
            </a:lvl1pPr>
            <a:lvl2pPr marL="216000" lvl="1" indent="-216000" defTabSz="895350" eaLnBrk="1" hangingPunct="1">
              <a:buClr>
                <a:schemeClr val="accent1"/>
              </a:buClr>
              <a:buSzPct val="100000"/>
              <a:buFont typeface="Wingdings 3" panose="05040102010807070707" pitchFamily="18" charset="2"/>
              <a:buChar char=""/>
              <a:defRPr sz="1600" baseline="0">
                <a:latin typeface="+mn-lt"/>
              </a:defRPr>
            </a:lvl2pPr>
            <a:lvl3pPr marL="432000" lvl="2" indent="-216000" defTabSz="895350" eaLnBrk="1" hangingPunct="1">
              <a:buClr>
                <a:schemeClr val="tx1"/>
              </a:buClr>
              <a:buSzPct val="100000"/>
              <a:buFont typeface="Arial" panose="020B0604020202020204" pitchFamily="34" charset="0"/>
              <a:buChar char="•"/>
              <a:defRPr sz="1600" baseline="0">
                <a:latin typeface="+mn-lt"/>
              </a:defRPr>
            </a:lvl3pPr>
            <a:lvl4pPr marL="648000" lvl="3" indent="-216000" defTabSz="895350" eaLnBrk="1" hangingPunct="1">
              <a:buClr>
                <a:schemeClr val="tx1"/>
              </a:buClr>
              <a:buSzPct val="100000"/>
              <a:buFont typeface="Arial" panose="020B0604020202020204" pitchFamily="34" charset="0"/>
              <a:buChar char="–"/>
              <a:defRPr sz="1600" baseline="0">
                <a:latin typeface="+mn-lt"/>
              </a:defRPr>
            </a:lvl4pPr>
            <a:lvl5pPr marL="864000" lvl="4" indent="-216000" defTabSz="895350" eaLnBrk="1" hangingPunct="1">
              <a:buClr>
                <a:schemeClr val="tx1"/>
              </a:buClr>
              <a:buSzPct val="100000"/>
              <a:buFont typeface="Arial" panose="020B0604020202020204" pitchFamily="34" charset="0"/>
              <a:buChar char="○"/>
              <a:defRPr sz="1600" baseline="0">
                <a:latin typeface="+mn-lt"/>
              </a:defRPr>
            </a:lvl5pPr>
            <a:lvl6pPr marL="749808" indent="-130175" defTabSz="895350" fontAlgn="base">
              <a:spcBef>
                <a:spcPct val="0"/>
              </a:spcBef>
              <a:spcAft>
                <a:spcPct val="0"/>
              </a:spcAft>
              <a:buClr>
                <a:schemeClr val="tx2"/>
              </a:buClr>
              <a:buSzPct val="89000"/>
              <a:buFont typeface="Arial" charset="0"/>
              <a:buChar char="-"/>
              <a:defRPr sz="1600" baseline="0">
                <a:latin typeface="+mn-lt"/>
              </a:defRPr>
            </a:lvl6pPr>
            <a:lvl7pPr marL="749808" indent="-130175" defTabSz="895350" fontAlgn="base">
              <a:spcBef>
                <a:spcPct val="0"/>
              </a:spcBef>
              <a:spcAft>
                <a:spcPct val="0"/>
              </a:spcAft>
              <a:buClr>
                <a:schemeClr val="tx2"/>
              </a:buClr>
              <a:buSzPct val="89000"/>
              <a:buFont typeface="Arial" charset="0"/>
              <a:buChar char="-"/>
              <a:defRPr sz="1600" baseline="0">
                <a:latin typeface="+mn-lt"/>
              </a:defRPr>
            </a:lvl7pPr>
            <a:lvl8pPr marL="749808" indent="-130175" defTabSz="895350" fontAlgn="base">
              <a:spcBef>
                <a:spcPct val="0"/>
              </a:spcBef>
              <a:spcAft>
                <a:spcPct val="0"/>
              </a:spcAft>
              <a:buClr>
                <a:schemeClr val="tx2"/>
              </a:buClr>
              <a:buSzPct val="89000"/>
              <a:buFont typeface="Arial" charset="0"/>
              <a:buChar char="-"/>
              <a:defRPr sz="1600" baseline="0">
                <a:latin typeface="+mn-lt"/>
              </a:defRPr>
            </a:lvl8pPr>
            <a:lvl9pPr marL="749808" indent="-130175" defTabSz="895350" fontAlgn="base">
              <a:spcBef>
                <a:spcPct val="0"/>
              </a:spcBef>
              <a:spcAft>
                <a:spcPct val="0"/>
              </a:spcAft>
              <a:buClr>
                <a:schemeClr val="tx2"/>
              </a:buClr>
              <a:buSzPct val="89000"/>
              <a:buFont typeface="Arial" charset="0"/>
              <a:buChar char="-"/>
              <a:defRPr sz="1600" baseline="0">
                <a:latin typeface="+mn-lt"/>
              </a:defRPr>
            </a:lvl9pPr>
          </a:lstStyle>
          <a:p>
            <a:pPr marL="0" marR="0" lvl="0" indent="0" algn="l" defTabSz="895350" rtl="0" eaLnBrk="1" fontAlgn="auto" latinLnBrk="0" hangingPunct="1">
              <a:lnSpc>
                <a:spcPct val="100000"/>
              </a:lnSpc>
              <a:spcBef>
                <a:spcPts val="10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sym typeface="Arial"/>
              </a:rPr>
              <a:t>[Insert role]</a:t>
            </a:r>
          </a:p>
        </p:txBody>
      </p:sp>
      <p:sp>
        <p:nvSpPr>
          <p:cNvPr id="75" name="Oval 74">
            <a:extLst>
              <a:ext uri="{FF2B5EF4-FFF2-40B4-BE49-F238E27FC236}">
                <a16:creationId xmlns:a16="http://schemas.microsoft.com/office/drawing/2014/main" id="{7384BFDF-C233-B116-B565-5E3246E4A532}"/>
              </a:ext>
            </a:extLst>
          </p:cNvPr>
          <p:cNvSpPr/>
          <p:nvPr/>
        </p:nvSpPr>
        <p:spPr bwMode="gray">
          <a:xfrm>
            <a:off x="8916927" y="5501492"/>
            <a:ext cx="253353" cy="253353"/>
          </a:xfrm>
          <a:prstGeom prst="ellipse">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sym typeface="Arial"/>
            </a:endParaRPr>
          </a:p>
        </p:txBody>
      </p:sp>
      <p:sp>
        <p:nvSpPr>
          <p:cNvPr id="77" name="Rectangle 76">
            <a:extLst>
              <a:ext uri="{FF2B5EF4-FFF2-40B4-BE49-F238E27FC236}">
                <a16:creationId xmlns:a16="http://schemas.microsoft.com/office/drawing/2014/main" id="{5ED2081E-C20A-7E8D-41A9-FAC8CBBE7B1E}"/>
              </a:ext>
            </a:extLst>
          </p:cNvPr>
          <p:cNvSpPr>
            <a:spLocks/>
          </p:cNvSpPr>
          <p:nvPr/>
        </p:nvSpPr>
        <p:spPr>
          <a:xfrm>
            <a:off x="9285506" y="5505058"/>
            <a:ext cx="365805" cy="246221"/>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base" latinLnBrk="0" hangingPunct="1">
              <a:lnSpc>
                <a:spcPct val="100000"/>
              </a:lnSpc>
              <a:spcBef>
                <a:spcPct val="0"/>
              </a:spcBef>
              <a:spcAft>
                <a:spcPct val="0"/>
              </a:spcAft>
              <a:buClr>
                <a:srgbClr val="061F32"/>
              </a:buClr>
              <a:buSzTx/>
              <a:buFontTx/>
              <a:buNone/>
              <a:tabLst/>
              <a:defRPr/>
            </a:pPr>
            <a:r>
              <a:rPr kumimoji="0" lang="en-US" sz="10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sym typeface="Arial" panose="020B0604020202020204" pitchFamily="34" charset="0"/>
              </a:rPr>
              <a:t>xx</a:t>
            </a:r>
          </a:p>
        </p:txBody>
      </p:sp>
      <p:sp>
        <p:nvSpPr>
          <p:cNvPr id="78" name="TextBox 77">
            <a:extLst>
              <a:ext uri="{FF2B5EF4-FFF2-40B4-BE49-F238E27FC236}">
                <a16:creationId xmlns:a16="http://schemas.microsoft.com/office/drawing/2014/main" id="{87FA6A99-D138-20C4-E3DE-FD393EEF29FC}"/>
              </a:ext>
            </a:extLst>
          </p:cNvPr>
          <p:cNvSpPr txBox="1">
            <a:spLocks/>
          </p:cNvSpPr>
          <p:nvPr>
            <p:custDataLst>
              <p:tags r:id="rId13"/>
            </p:custDataLst>
          </p:nvPr>
        </p:nvSpPr>
        <p:spPr>
          <a:xfrm>
            <a:off x="9773447" y="5551224"/>
            <a:ext cx="1628716" cy="1538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sz="1600" baseline="0">
                <a:latin typeface="+mn-lt"/>
              </a:defRPr>
            </a:lvl1pPr>
            <a:lvl2pPr marL="216000" lvl="1" indent="-216000" defTabSz="895350" eaLnBrk="1" hangingPunct="1">
              <a:buClr>
                <a:schemeClr val="accent1"/>
              </a:buClr>
              <a:buSzPct val="100000"/>
              <a:buFont typeface="Wingdings 3" panose="05040102010807070707" pitchFamily="18" charset="2"/>
              <a:buChar char=""/>
              <a:defRPr sz="1600" baseline="0">
                <a:latin typeface="+mn-lt"/>
              </a:defRPr>
            </a:lvl2pPr>
            <a:lvl3pPr marL="432000" lvl="2" indent="-216000" defTabSz="895350" eaLnBrk="1" hangingPunct="1">
              <a:buClr>
                <a:schemeClr val="tx1"/>
              </a:buClr>
              <a:buSzPct val="100000"/>
              <a:buFont typeface="Arial" panose="020B0604020202020204" pitchFamily="34" charset="0"/>
              <a:buChar char="•"/>
              <a:defRPr sz="1600" baseline="0">
                <a:latin typeface="+mn-lt"/>
              </a:defRPr>
            </a:lvl3pPr>
            <a:lvl4pPr marL="648000" lvl="3" indent="-216000" defTabSz="895350" eaLnBrk="1" hangingPunct="1">
              <a:buClr>
                <a:schemeClr val="tx1"/>
              </a:buClr>
              <a:buSzPct val="100000"/>
              <a:buFont typeface="Arial" panose="020B0604020202020204" pitchFamily="34" charset="0"/>
              <a:buChar char="–"/>
              <a:defRPr sz="1600" baseline="0">
                <a:latin typeface="+mn-lt"/>
              </a:defRPr>
            </a:lvl4pPr>
            <a:lvl5pPr marL="864000" lvl="4" indent="-216000" defTabSz="895350" eaLnBrk="1" hangingPunct="1">
              <a:buClr>
                <a:schemeClr val="tx1"/>
              </a:buClr>
              <a:buSzPct val="100000"/>
              <a:buFont typeface="Arial" panose="020B0604020202020204" pitchFamily="34" charset="0"/>
              <a:buChar char="○"/>
              <a:defRPr sz="1600" baseline="0">
                <a:latin typeface="+mn-lt"/>
              </a:defRPr>
            </a:lvl5pPr>
            <a:lvl6pPr marL="749808" indent="-130175" defTabSz="895350" fontAlgn="base">
              <a:spcBef>
                <a:spcPct val="0"/>
              </a:spcBef>
              <a:spcAft>
                <a:spcPct val="0"/>
              </a:spcAft>
              <a:buClr>
                <a:schemeClr val="tx2"/>
              </a:buClr>
              <a:buSzPct val="89000"/>
              <a:buFont typeface="Arial" charset="0"/>
              <a:buChar char="-"/>
              <a:defRPr sz="1600" baseline="0">
                <a:latin typeface="+mn-lt"/>
              </a:defRPr>
            </a:lvl6pPr>
            <a:lvl7pPr marL="749808" indent="-130175" defTabSz="895350" fontAlgn="base">
              <a:spcBef>
                <a:spcPct val="0"/>
              </a:spcBef>
              <a:spcAft>
                <a:spcPct val="0"/>
              </a:spcAft>
              <a:buClr>
                <a:schemeClr val="tx2"/>
              </a:buClr>
              <a:buSzPct val="89000"/>
              <a:buFont typeface="Arial" charset="0"/>
              <a:buChar char="-"/>
              <a:defRPr sz="1600" baseline="0">
                <a:latin typeface="+mn-lt"/>
              </a:defRPr>
            </a:lvl7pPr>
            <a:lvl8pPr marL="749808" indent="-130175" defTabSz="895350" fontAlgn="base">
              <a:spcBef>
                <a:spcPct val="0"/>
              </a:spcBef>
              <a:spcAft>
                <a:spcPct val="0"/>
              </a:spcAft>
              <a:buClr>
                <a:schemeClr val="tx2"/>
              </a:buClr>
              <a:buSzPct val="89000"/>
              <a:buFont typeface="Arial" charset="0"/>
              <a:buChar char="-"/>
              <a:defRPr sz="1600" baseline="0">
                <a:latin typeface="+mn-lt"/>
              </a:defRPr>
            </a:lvl8pPr>
            <a:lvl9pPr marL="749808" indent="-130175" defTabSz="895350" fontAlgn="base">
              <a:spcBef>
                <a:spcPct val="0"/>
              </a:spcBef>
              <a:spcAft>
                <a:spcPct val="0"/>
              </a:spcAft>
              <a:buClr>
                <a:schemeClr val="tx2"/>
              </a:buClr>
              <a:buSzPct val="89000"/>
              <a:buFont typeface="Arial" charset="0"/>
              <a:buChar char="-"/>
              <a:defRPr sz="1600" baseline="0">
                <a:latin typeface="+mn-lt"/>
              </a:defRPr>
            </a:lvl9pPr>
          </a:lstStyle>
          <a:p>
            <a:pPr marL="0" marR="0" lvl="0" indent="0" algn="l" defTabSz="895350" rtl="0" eaLnBrk="1" fontAlgn="auto" latinLnBrk="0" hangingPunct="1">
              <a:lnSpc>
                <a:spcPct val="100000"/>
              </a:lnSpc>
              <a:spcBef>
                <a:spcPts val="100"/>
              </a:spcBef>
              <a:spcAft>
                <a:spcPts val="0"/>
              </a:spcAft>
              <a:buClr>
                <a:srgbClr val="000000"/>
              </a:buClr>
              <a:buSzTx/>
              <a:buFontTx/>
              <a:buNone/>
              <a:tabLst/>
              <a:defRPr/>
            </a:pPr>
            <a:r>
              <a:rPr kumimoji="0" lang="en-US" sz="1000" b="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sym typeface="Arial"/>
              </a:rPr>
              <a:t>[Insert role]</a:t>
            </a:r>
          </a:p>
        </p:txBody>
      </p:sp>
      <p:sp>
        <p:nvSpPr>
          <p:cNvPr id="80" name="Rectangle 79">
            <a:extLst>
              <a:ext uri="{FF2B5EF4-FFF2-40B4-BE49-F238E27FC236}">
                <a16:creationId xmlns:a16="http://schemas.microsoft.com/office/drawing/2014/main" id="{337B1903-AB26-CA04-7CE6-822F80BFAD6E}"/>
              </a:ext>
            </a:extLst>
          </p:cNvPr>
          <p:cNvSpPr>
            <a:spLocks/>
          </p:cNvSpPr>
          <p:nvPr/>
        </p:nvSpPr>
        <p:spPr>
          <a:xfrm>
            <a:off x="9285506" y="3413315"/>
            <a:ext cx="365805" cy="246221"/>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base" latinLnBrk="0" hangingPunct="1">
              <a:lnSpc>
                <a:spcPct val="100000"/>
              </a:lnSpc>
              <a:spcBef>
                <a:spcPct val="0"/>
              </a:spcBef>
              <a:spcAft>
                <a:spcPct val="0"/>
              </a:spcAft>
              <a:buClr>
                <a:srgbClr val="061F32"/>
              </a:buClr>
              <a:buSzTx/>
              <a:buFontTx/>
              <a:buNone/>
              <a:tabLst/>
              <a:defRPr/>
            </a:pPr>
            <a:r>
              <a:rPr kumimoji="0" lang="en-US" sz="10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sym typeface="Arial" panose="020B0604020202020204" pitchFamily="34" charset="0"/>
              </a:rPr>
              <a:t>xx</a:t>
            </a:r>
          </a:p>
        </p:txBody>
      </p:sp>
      <p:sp>
        <p:nvSpPr>
          <p:cNvPr id="81" name="Oval 80">
            <a:extLst>
              <a:ext uri="{FF2B5EF4-FFF2-40B4-BE49-F238E27FC236}">
                <a16:creationId xmlns:a16="http://schemas.microsoft.com/office/drawing/2014/main" id="{26743886-61A2-E743-D208-1DA9C091A1F8}"/>
              </a:ext>
            </a:extLst>
          </p:cNvPr>
          <p:cNvSpPr/>
          <p:nvPr/>
        </p:nvSpPr>
        <p:spPr bwMode="gray">
          <a:xfrm>
            <a:off x="8916927" y="3409748"/>
            <a:ext cx="253353" cy="253353"/>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sym typeface="Arial"/>
            </a:endParaRPr>
          </a:p>
        </p:txBody>
      </p:sp>
      <p:pic>
        <p:nvPicPr>
          <p:cNvPr id="82" name="CustomIcon">
            <a:extLst>
              <a:ext uri="{FF2B5EF4-FFF2-40B4-BE49-F238E27FC236}">
                <a16:creationId xmlns:a16="http://schemas.microsoft.com/office/drawing/2014/main" id="{4A9961B1-0AC9-36BB-5EA3-9F2893996602}"/>
              </a:ext>
            </a:extLst>
          </p:cNvPr>
          <p:cNvPicPr>
            <a:picLocks/>
          </p:cNvPicPr>
          <p:nvPr>
            <p:custDataLst>
              <p:tags r:id="rId14"/>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9"/>
              </a:ext>
            </a:extLst>
          </a:blip>
          <a:stretch>
            <a:fillRect/>
          </a:stretch>
        </p:blipFill>
        <p:spPr>
          <a:xfrm>
            <a:off x="8963825" y="3456647"/>
            <a:ext cx="159557" cy="159556"/>
          </a:xfrm>
          <a:prstGeom prst="rect">
            <a:avLst/>
          </a:prstGeom>
        </p:spPr>
      </p:pic>
      <p:sp>
        <p:nvSpPr>
          <p:cNvPr id="83" name="TextBox 82">
            <a:extLst>
              <a:ext uri="{FF2B5EF4-FFF2-40B4-BE49-F238E27FC236}">
                <a16:creationId xmlns:a16="http://schemas.microsoft.com/office/drawing/2014/main" id="{D91DBFA7-57A4-758D-61CE-422AE8FC9D94}"/>
              </a:ext>
            </a:extLst>
          </p:cNvPr>
          <p:cNvSpPr txBox="1">
            <a:spLocks/>
          </p:cNvSpPr>
          <p:nvPr>
            <p:custDataLst>
              <p:tags r:id="rId15"/>
            </p:custDataLst>
          </p:nvPr>
        </p:nvSpPr>
        <p:spPr>
          <a:xfrm>
            <a:off x="9773447" y="3459481"/>
            <a:ext cx="1628716" cy="153888"/>
          </a:xfrm>
          <a:prstGeom prst="rect">
            <a:avLst/>
          </a:prstGeom>
          <a:noFill/>
          <a:ln w="9525">
            <a:noFill/>
            <a:miter lim="800000"/>
            <a:headEnd/>
            <a:tailEnd/>
          </a:ln>
          <a:effec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sz="1600" baseline="0">
                <a:latin typeface="+mn-lt"/>
              </a:defRPr>
            </a:lvl1pPr>
            <a:lvl2pPr marL="216000" lvl="1" indent="-216000" defTabSz="895350" eaLnBrk="1" hangingPunct="1">
              <a:buClr>
                <a:schemeClr val="accent1"/>
              </a:buClr>
              <a:buSzPct val="100000"/>
              <a:buFont typeface="Wingdings 3" panose="05040102010807070707" pitchFamily="18" charset="2"/>
              <a:buChar char=""/>
              <a:defRPr sz="1600" baseline="0">
                <a:latin typeface="+mn-lt"/>
              </a:defRPr>
            </a:lvl2pPr>
            <a:lvl3pPr marL="432000" lvl="2" indent="-216000" defTabSz="895350" eaLnBrk="1" hangingPunct="1">
              <a:buClr>
                <a:schemeClr val="tx1"/>
              </a:buClr>
              <a:buSzPct val="100000"/>
              <a:buFont typeface="Arial" panose="020B0604020202020204" pitchFamily="34" charset="0"/>
              <a:buChar char="•"/>
              <a:defRPr sz="1600" baseline="0">
                <a:latin typeface="+mn-lt"/>
              </a:defRPr>
            </a:lvl3pPr>
            <a:lvl4pPr marL="648000" lvl="3" indent="-216000" defTabSz="895350" eaLnBrk="1" hangingPunct="1">
              <a:buClr>
                <a:schemeClr val="tx1"/>
              </a:buClr>
              <a:buSzPct val="100000"/>
              <a:buFont typeface="Arial" panose="020B0604020202020204" pitchFamily="34" charset="0"/>
              <a:buChar char="–"/>
              <a:defRPr sz="1600" baseline="0">
                <a:latin typeface="+mn-lt"/>
              </a:defRPr>
            </a:lvl4pPr>
            <a:lvl5pPr marL="864000" lvl="4" indent="-216000" defTabSz="895350" eaLnBrk="1" hangingPunct="1">
              <a:buClr>
                <a:schemeClr val="tx1"/>
              </a:buClr>
              <a:buSzPct val="100000"/>
              <a:buFont typeface="Arial" panose="020B0604020202020204" pitchFamily="34" charset="0"/>
              <a:buChar char="○"/>
              <a:defRPr sz="1600" baseline="0">
                <a:latin typeface="+mn-lt"/>
              </a:defRPr>
            </a:lvl5pPr>
            <a:lvl6pPr marL="749808" indent="-130175" defTabSz="895350" fontAlgn="base">
              <a:spcBef>
                <a:spcPct val="0"/>
              </a:spcBef>
              <a:spcAft>
                <a:spcPct val="0"/>
              </a:spcAft>
              <a:buClr>
                <a:schemeClr val="tx2"/>
              </a:buClr>
              <a:buSzPct val="89000"/>
              <a:buFont typeface="Arial" charset="0"/>
              <a:buChar char="-"/>
              <a:defRPr sz="1600" baseline="0">
                <a:latin typeface="+mn-lt"/>
              </a:defRPr>
            </a:lvl6pPr>
            <a:lvl7pPr marL="749808" indent="-130175" defTabSz="895350" fontAlgn="base">
              <a:spcBef>
                <a:spcPct val="0"/>
              </a:spcBef>
              <a:spcAft>
                <a:spcPct val="0"/>
              </a:spcAft>
              <a:buClr>
                <a:schemeClr val="tx2"/>
              </a:buClr>
              <a:buSzPct val="89000"/>
              <a:buFont typeface="Arial" charset="0"/>
              <a:buChar char="-"/>
              <a:defRPr sz="1600" baseline="0">
                <a:latin typeface="+mn-lt"/>
              </a:defRPr>
            </a:lvl7pPr>
            <a:lvl8pPr marL="749808" indent="-130175" defTabSz="895350" fontAlgn="base">
              <a:spcBef>
                <a:spcPct val="0"/>
              </a:spcBef>
              <a:spcAft>
                <a:spcPct val="0"/>
              </a:spcAft>
              <a:buClr>
                <a:schemeClr val="tx2"/>
              </a:buClr>
              <a:buSzPct val="89000"/>
              <a:buFont typeface="Arial" charset="0"/>
              <a:buChar char="-"/>
              <a:defRPr sz="1600" baseline="0">
                <a:latin typeface="+mn-lt"/>
              </a:defRPr>
            </a:lvl8pPr>
            <a:lvl9pPr marL="749808" indent="-130175" defTabSz="895350" fontAlgn="base">
              <a:spcBef>
                <a:spcPct val="0"/>
              </a:spcBef>
              <a:spcAft>
                <a:spcPct val="0"/>
              </a:spcAft>
              <a:buClr>
                <a:schemeClr val="tx2"/>
              </a:buClr>
              <a:buSzPct val="89000"/>
              <a:buFont typeface="Arial" charset="0"/>
              <a:buChar char="-"/>
              <a:defRPr sz="1600" baseline="0">
                <a:latin typeface="+mn-lt"/>
              </a:defRPr>
            </a:lvl9pPr>
          </a:lstStyle>
          <a:p>
            <a:pPr marL="0" marR="0" lvl="0" indent="0" algn="l" defTabSz="895350" rtl="0" eaLnBrk="1" fontAlgn="auto" latinLnBrk="0" hangingPunct="1">
              <a:lnSpc>
                <a:spcPct val="100000"/>
              </a:lnSpc>
              <a:spcBef>
                <a:spcPts val="100"/>
              </a:spcBef>
              <a:spcAft>
                <a:spcPts val="0"/>
              </a:spcAft>
              <a:buClr>
                <a:srgbClr val="000000"/>
              </a:buClr>
              <a:buSzTx/>
              <a:buFontTx/>
              <a:buNone/>
              <a:tabLst/>
              <a:defRPr/>
            </a:pPr>
            <a:r>
              <a:rPr kumimoji="0" lang="en-US" sz="1000" b="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sym typeface="Arial"/>
              </a:rPr>
              <a:t>[Insert role]</a:t>
            </a:r>
          </a:p>
        </p:txBody>
      </p:sp>
      <p:sp>
        <p:nvSpPr>
          <p:cNvPr id="86" name="Oval 85">
            <a:extLst>
              <a:ext uri="{FF2B5EF4-FFF2-40B4-BE49-F238E27FC236}">
                <a16:creationId xmlns:a16="http://schemas.microsoft.com/office/drawing/2014/main" id="{C305CC10-F7B3-AC80-60D5-5433488236AE}"/>
              </a:ext>
            </a:extLst>
          </p:cNvPr>
          <p:cNvSpPr/>
          <p:nvPr/>
        </p:nvSpPr>
        <p:spPr bwMode="gray">
          <a:xfrm>
            <a:off x="8916927" y="2110175"/>
            <a:ext cx="253353" cy="253353"/>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sym typeface="Arial"/>
            </a:endParaRPr>
          </a:p>
        </p:txBody>
      </p:sp>
      <p:pic>
        <p:nvPicPr>
          <p:cNvPr id="87" name="CustomIcon">
            <a:extLst>
              <a:ext uri="{FF2B5EF4-FFF2-40B4-BE49-F238E27FC236}">
                <a16:creationId xmlns:a16="http://schemas.microsoft.com/office/drawing/2014/main" id="{178AE37C-91E2-ECD2-E97E-A2500B9DE734}"/>
              </a:ext>
            </a:extLst>
          </p:cNvPr>
          <p:cNvPicPr>
            <a:picLocks noChangeAspect="1"/>
          </p:cNvPicPr>
          <p:nvPr>
            <p:custDataLst>
              <p:tags r:id="rId16"/>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0"/>
              </a:ext>
            </a:extLst>
          </a:blip>
          <a:stretch>
            <a:fillRect/>
          </a:stretch>
        </p:blipFill>
        <p:spPr>
          <a:xfrm>
            <a:off x="8964403" y="2157651"/>
            <a:ext cx="158400" cy="158400"/>
          </a:xfrm>
          <a:prstGeom prst="rect">
            <a:avLst/>
          </a:prstGeom>
        </p:spPr>
      </p:pic>
      <p:sp>
        <p:nvSpPr>
          <p:cNvPr id="88" name="Rectangle 87">
            <a:extLst>
              <a:ext uri="{FF2B5EF4-FFF2-40B4-BE49-F238E27FC236}">
                <a16:creationId xmlns:a16="http://schemas.microsoft.com/office/drawing/2014/main" id="{C83F3271-6571-8077-9D40-F9062C921F8D}"/>
              </a:ext>
            </a:extLst>
          </p:cNvPr>
          <p:cNvSpPr>
            <a:spLocks/>
          </p:cNvSpPr>
          <p:nvPr/>
        </p:nvSpPr>
        <p:spPr>
          <a:xfrm>
            <a:off x="9285506" y="2113742"/>
            <a:ext cx="365805" cy="246221"/>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base" latinLnBrk="0" hangingPunct="1">
              <a:lnSpc>
                <a:spcPct val="100000"/>
              </a:lnSpc>
              <a:spcBef>
                <a:spcPct val="0"/>
              </a:spcBef>
              <a:spcAft>
                <a:spcPct val="0"/>
              </a:spcAft>
              <a:buClr>
                <a:srgbClr val="061F32"/>
              </a:buClr>
              <a:buSzTx/>
              <a:buFontTx/>
              <a:buNone/>
              <a:tabLst/>
              <a:defRPr/>
            </a:pPr>
            <a:r>
              <a:rPr kumimoji="0" lang="en-US" sz="10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sym typeface="Arial" panose="020B0604020202020204" pitchFamily="34" charset="0"/>
              </a:rPr>
              <a:t>xx</a:t>
            </a:r>
          </a:p>
        </p:txBody>
      </p:sp>
      <p:sp>
        <p:nvSpPr>
          <p:cNvPr id="89" name="TextBox 88">
            <a:extLst>
              <a:ext uri="{FF2B5EF4-FFF2-40B4-BE49-F238E27FC236}">
                <a16:creationId xmlns:a16="http://schemas.microsoft.com/office/drawing/2014/main" id="{EB519427-4511-1900-0E47-18B244E6478F}"/>
              </a:ext>
            </a:extLst>
          </p:cNvPr>
          <p:cNvSpPr txBox="1">
            <a:spLocks/>
          </p:cNvSpPr>
          <p:nvPr>
            <p:custDataLst>
              <p:tags r:id="rId17"/>
            </p:custDataLst>
          </p:nvPr>
        </p:nvSpPr>
        <p:spPr>
          <a:xfrm>
            <a:off x="9773447" y="2159908"/>
            <a:ext cx="1628716" cy="1538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sz="1600" baseline="0">
                <a:latin typeface="+mn-lt"/>
              </a:defRPr>
            </a:lvl1pPr>
            <a:lvl2pPr marL="216000" lvl="1" indent="-216000" defTabSz="895350" eaLnBrk="1" hangingPunct="1">
              <a:buClr>
                <a:schemeClr val="accent1"/>
              </a:buClr>
              <a:buSzPct val="100000"/>
              <a:buFont typeface="Wingdings 3" panose="05040102010807070707" pitchFamily="18" charset="2"/>
              <a:buChar char=""/>
              <a:defRPr sz="1600" baseline="0">
                <a:latin typeface="+mn-lt"/>
              </a:defRPr>
            </a:lvl2pPr>
            <a:lvl3pPr marL="432000" lvl="2" indent="-216000" defTabSz="895350" eaLnBrk="1" hangingPunct="1">
              <a:buClr>
                <a:schemeClr val="tx1"/>
              </a:buClr>
              <a:buSzPct val="100000"/>
              <a:buFont typeface="Arial" panose="020B0604020202020204" pitchFamily="34" charset="0"/>
              <a:buChar char="•"/>
              <a:defRPr sz="1600" baseline="0">
                <a:latin typeface="+mn-lt"/>
              </a:defRPr>
            </a:lvl3pPr>
            <a:lvl4pPr marL="648000" lvl="3" indent="-216000" defTabSz="895350" eaLnBrk="1" hangingPunct="1">
              <a:buClr>
                <a:schemeClr val="tx1"/>
              </a:buClr>
              <a:buSzPct val="100000"/>
              <a:buFont typeface="Arial" panose="020B0604020202020204" pitchFamily="34" charset="0"/>
              <a:buChar char="–"/>
              <a:defRPr sz="1600" baseline="0">
                <a:latin typeface="+mn-lt"/>
              </a:defRPr>
            </a:lvl4pPr>
            <a:lvl5pPr marL="864000" lvl="4" indent="-216000" defTabSz="895350" eaLnBrk="1" hangingPunct="1">
              <a:buClr>
                <a:schemeClr val="tx1"/>
              </a:buClr>
              <a:buSzPct val="100000"/>
              <a:buFont typeface="Arial" panose="020B0604020202020204" pitchFamily="34" charset="0"/>
              <a:buChar char="○"/>
              <a:defRPr sz="1600" baseline="0">
                <a:latin typeface="+mn-lt"/>
              </a:defRPr>
            </a:lvl5pPr>
            <a:lvl6pPr marL="749808" indent="-130175" defTabSz="895350" fontAlgn="base">
              <a:spcBef>
                <a:spcPct val="0"/>
              </a:spcBef>
              <a:spcAft>
                <a:spcPct val="0"/>
              </a:spcAft>
              <a:buClr>
                <a:schemeClr val="tx2"/>
              </a:buClr>
              <a:buSzPct val="89000"/>
              <a:buFont typeface="Arial" charset="0"/>
              <a:buChar char="-"/>
              <a:defRPr sz="1600" baseline="0">
                <a:latin typeface="+mn-lt"/>
              </a:defRPr>
            </a:lvl6pPr>
            <a:lvl7pPr marL="749808" indent="-130175" defTabSz="895350" fontAlgn="base">
              <a:spcBef>
                <a:spcPct val="0"/>
              </a:spcBef>
              <a:spcAft>
                <a:spcPct val="0"/>
              </a:spcAft>
              <a:buClr>
                <a:schemeClr val="tx2"/>
              </a:buClr>
              <a:buSzPct val="89000"/>
              <a:buFont typeface="Arial" charset="0"/>
              <a:buChar char="-"/>
              <a:defRPr sz="1600" baseline="0">
                <a:latin typeface="+mn-lt"/>
              </a:defRPr>
            </a:lvl7pPr>
            <a:lvl8pPr marL="749808" indent="-130175" defTabSz="895350" fontAlgn="base">
              <a:spcBef>
                <a:spcPct val="0"/>
              </a:spcBef>
              <a:spcAft>
                <a:spcPct val="0"/>
              </a:spcAft>
              <a:buClr>
                <a:schemeClr val="tx2"/>
              </a:buClr>
              <a:buSzPct val="89000"/>
              <a:buFont typeface="Arial" charset="0"/>
              <a:buChar char="-"/>
              <a:defRPr sz="1600" baseline="0">
                <a:latin typeface="+mn-lt"/>
              </a:defRPr>
            </a:lvl8pPr>
            <a:lvl9pPr marL="749808" indent="-130175" defTabSz="895350" fontAlgn="base">
              <a:spcBef>
                <a:spcPct val="0"/>
              </a:spcBef>
              <a:spcAft>
                <a:spcPct val="0"/>
              </a:spcAft>
              <a:buClr>
                <a:schemeClr val="tx2"/>
              </a:buClr>
              <a:buSzPct val="89000"/>
              <a:buFont typeface="Arial" charset="0"/>
              <a:buChar char="-"/>
              <a:defRPr sz="1600" baseline="0">
                <a:latin typeface="+mn-lt"/>
              </a:defRPr>
            </a:lvl9pPr>
          </a:lstStyle>
          <a:p>
            <a:pPr marL="0" marR="0" lvl="0" indent="0" algn="l" defTabSz="895350" rtl="0" eaLnBrk="1" fontAlgn="auto" latinLnBrk="0" hangingPunct="1">
              <a:lnSpc>
                <a:spcPct val="100000"/>
              </a:lnSpc>
              <a:spcBef>
                <a:spcPts val="10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sym typeface="Arial"/>
              </a:rPr>
              <a:t>[Insert role]</a:t>
            </a:r>
          </a:p>
        </p:txBody>
      </p:sp>
      <p:sp>
        <p:nvSpPr>
          <p:cNvPr id="91" name="Oval 90">
            <a:extLst>
              <a:ext uri="{FF2B5EF4-FFF2-40B4-BE49-F238E27FC236}">
                <a16:creationId xmlns:a16="http://schemas.microsoft.com/office/drawing/2014/main" id="{AD9A0173-21D0-8EB4-4B61-A053E3832E68}"/>
              </a:ext>
            </a:extLst>
          </p:cNvPr>
          <p:cNvSpPr/>
          <p:nvPr/>
        </p:nvSpPr>
        <p:spPr bwMode="gray">
          <a:xfrm>
            <a:off x="8916927" y="2976557"/>
            <a:ext cx="253353" cy="253353"/>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sym typeface="Arial"/>
            </a:endParaRPr>
          </a:p>
        </p:txBody>
      </p:sp>
      <p:sp>
        <p:nvSpPr>
          <p:cNvPr id="93" name="TextBox 92">
            <a:extLst>
              <a:ext uri="{FF2B5EF4-FFF2-40B4-BE49-F238E27FC236}">
                <a16:creationId xmlns:a16="http://schemas.microsoft.com/office/drawing/2014/main" id="{5B897772-FE79-109F-1C4C-BB70E8C7DF71}"/>
              </a:ext>
            </a:extLst>
          </p:cNvPr>
          <p:cNvSpPr txBox="1">
            <a:spLocks/>
          </p:cNvSpPr>
          <p:nvPr>
            <p:custDataLst>
              <p:tags r:id="rId18"/>
            </p:custDataLst>
          </p:nvPr>
        </p:nvSpPr>
        <p:spPr>
          <a:xfrm>
            <a:off x="9773447" y="3026290"/>
            <a:ext cx="1628716" cy="1538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sz="1600" baseline="0">
                <a:latin typeface="+mn-lt"/>
              </a:defRPr>
            </a:lvl1pPr>
            <a:lvl2pPr marL="216000" lvl="1" indent="-216000" defTabSz="895350" eaLnBrk="1" hangingPunct="1">
              <a:buClr>
                <a:schemeClr val="accent1"/>
              </a:buClr>
              <a:buSzPct val="100000"/>
              <a:buFont typeface="Wingdings 3" panose="05040102010807070707" pitchFamily="18" charset="2"/>
              <a:buChar char=""/>
              <a:defRPr sz="1600" baseline="0">
                <a:latin typeface="+mn-lt"/>
              </a:defRPr>
            </a:lvl2pPr>
            <a:lvl3pPr marL="432000" lvl="2" indent="-216000" defTabSz="895350" eaLnBrk="1" hangingPunct="1">
              <a:buClr>
                <a:schemeClr val="tx1"/>
              </a:buClr>
              <a:buSzPct val="100000"/>
              <a:buFont typeface="Arial" panose="020B0604020202020204" pitchFamily="34" charset="0"/>
              <a:buChar char="•"/>
              <a:defRPr sz="1600" baseline="0">
                <a:latin typeface="+mn-lt"/>
              </a:defRPr>
            </a:lvl3pPr>
            <a:lvl4pPr marL="648000" lvl="3" indent="-216000" defTabSz="895350" eaLnBrk="1" hangingPunct="1">
              <a:buClr>
                <a:schemeClr val="tx1"/>
              </a:buClr>
              <a:buSzPct val="100000"/>
              <a:buFont typeface="Arial" panose="020B0604020202020204" pitchFamily="34" charset="0"/>
              <a:buChar char="–"/>
              <a:defRPr sz="1600" baseline="0">
                <a:latin typeface="+mn-lt"/>
              </a:defRPr>
            </a:lvl4pPr>
            <a:lvl5pPr marL="864000" lvl="4" indent="-216000" defTabSz="895350" eaLnBrk="1" hangingPunct="1">
              <a:buClr>
                <a:schemeClr val="tx1"/>
              </a:buClr>
              <a:buSzPct val="100000"/>
              <a:buFont typeface="Arial" panose="020B0604020202020204" pitchFamily="34" charset="0"/>
              <a:buChar char="○"/>
              <a:defRPr sz="1600" baseline="0">
                <a:latin typeface="+mn-lt"/>
              </a:defRPr>
            </a:lvl5pPr>
            <a:lvl6pPr marL="749808" indent="-130175" defTabSz="895350" fontAlgn="base">
              <a:spcBef>
                <a:spcPct val="0"/>
              </a:spcBef>
              <a:spcAft>
                <a:spcPct val="0"/>
              </a:spcAft>
              <a:buClr>
                <a:schemeClr val="tx2"/>
              </a:buClr>
              <a:buSzPct val="89000"/>
              <a:buFont typeface="Arial" charset="0"/>
              <a:buChar char="-"/>
              <a:defRPr sz="1600" baseline="0">
                <a:latin typeface="+mn-lt"/>
              </a:defRPr>
            </a:lvl6pPr>
            <a:lvl7pPr marL="749808" indent="-130175" defTabSz="895350" fontAlgn="base">
              <a:spcBef>
                <a:spcPct val="0"/>
              </a:spcBef>
              <a:spcAft>
                <a:spcPct val="0"/>
              </a:spcAft>
              <a:buClr>
                <a:schemeClr val="tx2"/>
              </a:buClr>
              <a:buSzPct val="89000"/>
              <a:buFont typeface="Arial" charset="0"/>
              <a:buChar char="-"/>
              <a:defRPr sz="1600" baseline="0">
                <a:latin typeface="+mn-lt"/>
              </a:defRPr>
            </a:lvl7pPr>
            <a:lvl8pPr marL="749808" indent="-130175" defTabSz="895350" fontAlgn="base">
              <a:spcBef>
                <a:spcPct val="0"/>
              </a:spcBef>
              <a:spcAft>
                <a:spcPct val="0"/>
              </a:spcAft>
              <a:buClr>
                <a:schemeClr val="tx2"/>
              </a:buClr>
              <a:buSzPct val="89000"/>
              <a:buFont typeface="Arial" charset="0"/>
              <a:buChar char="-"/>
              <a:defRPr sz="1600" baseline="0">
                <a:latin typeface="+mn-lt"/>
              </a:defRPr>
            </a:lvl8pPr>
            <a:lvl9pPr marL="749808" indent="-130175" defTabSz="895350" fontAlgn="base">
              <a:spcBef>
                <a:spcPct val="0"/>
              </a:spcBef>
              <a:spcAft>
                <a:spcPct val="0"/>
              </a:spcAft>
              <a:buClr>
                <a:schemeClr val="tx2"/>
              </a:buClr>
              <a:buSzPct val="89000"/>
              <a:buFont typeface="Arial" charset="0"/>
              <a:buChar char="-"/>
              <a:defRPr sz="1600" baseline="0">
                <a:latin typeface="+mn-lt"/>
              </a:defRPr>
            </a:lvl9pPr>
          </a:lstStyle>
          <a:p>
            <a:pPr marL="0" marR="0" lvl="0" indent="0" algn="l" defTabSz="895350" rtl="0" eaLnBrk="1" fontAlgn="auto" latinLnBrk="0" hangingPunct="1">
              <a:lnSpc>
                <a:spcPct val="100000"/>
              </a:lnSpc>
              <a:spcBef>
                <a:spcPts val="10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sym typeface="Arial"/>
              </a:rPr>
              <a:t>[Insert role]</a:t>
            </a:r>
          </a:p>
        </p:txBody>
      </p:sp>
      <p:sp>
        <p:nvSpPr>
          <p:cNvPr id="94" name="Rectangle 93">
            <a:extLst>
              <a:ext uri="{FF2B5EF4-FFF2-40B4-BE49-F238E27FC236}">
                <a16:creationId xmlns:a16="http://schemas.microsoft.com/office/drawing/2014/main" id="{01936441-72B2-6ED0-DE8A-7AA73FF51114}"/>
              </a:ext>
            </a:extLst>
          </p:cNvPr>
          <p:cNvSpPr>
            <a:spLocks/>
          </p:cNvSpPr>
          <p:nvPr/>
        </p:nvSpPr>
        <p:spPr>
          <a:xfrm>
            <a:off x="9285506" y="2980124"/>
            <a:ext cx="365805" cy="246221"/>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base" latinLnBrk="0" hangingPunct="1">
              <a:lnSpc>
                <a:spcPct val="100000"/>
              </a:lnSpc>
              <a:spcBef>
                <a:spcPct val="0"/>
              </a:spcBef>
              <a:spcAft>
                <a:spcPct val="0"/>
              </a:spcAft>
              <a:buClr>
                <a:srgbClr val="061F32"/>
              </a:buClr>
              <a:buSzTx/>
              <a:buFontTx/>
              <a:buNone/>
              <a:tabLst/>
              <a:defRPr/>
            </a:pPr>
            <a:r>
              <a:rPr lang="en-US" sz="1000" kern="1200">
                <a:solidFill>
                  <a:srgbClr val="061F32"/>
                </a:solidFill>
                <a:latin typeface="Arial" panose="020B0604020202020204" pitchFamily="34" charset="0"/>
                <a:cs typeface="Arial" panose="020B0604020202020204" pitchFamily="34" charset="0"/>
                <a:sym typeface="Arial" panose="020B0604020202020204" pitchFamily="34" charset="0"/>
              </a:rPr>
              <a:t>xx</a:t>
            </a:r>
            <a:endParaRPr kumimoji="0" lang="en-US" sz="10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sym typeface="Arial" panose="020B0604020202020204" pitchFamily="34" charset="0"/>
            </a:endParaRPr>
          </a:p>
        </p:txBody>
      </p:sp>
      <p:sp>
        <p:nvSpPr>
          <p:cNvPr id="96" name="Rectangle 95">
            <a:extLst>
              <a:ext uri="{FF2B5EF4-FFF2-40B4-BE49-F238E27FC236}">
                <a16:creationId xmlns:a16="http://schemas.microsoft.com/office/drawing/2014/main" id="{0B32E42B-A958-BDA0-796F-B7415EB2A89F}"/>
              </a:ext>
            </a:extLst>
          </p:cNvPr>
          <p:cNvSpPr>
            <a:spLocks/>
          </p:cNvSpPr>
          <p:nvPr/>
        </p:nvSpPr>
        <p:spPr>
          <a:xfrm>
            <a:off x="9285506" y="2546933"/>
            <a:ext cx="365805" cy="246221"/>
          </a:xfrm>
          <a:prstGeom prst="rect">
            <a:avLst/>
          </a:prstGeom>
          <a:solidFill>
            <a:srgbClr val="F2F2F2"/>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marL="0" marR="0" lvl="0" indent="0" algn="ctr" defTabSz="914400" rtl="0" eaLnBrk="1" fontAlgn="base" latinLnBrk="0" hangingPunct="1">
              <a:lnSpc>
                <a:spcPct val="100000"/>
              </a:lnSpc>
              <a:spcBef>
                <a:spcPct val="0"/>
              </a:spcBef>
              <a:spcAft>
                <a:spcPct val="0"/>
              </a:spcAft>
              <a:buClr>
                <a:srgbClr val="061F32"/>
              </a:buClr>
              <a:buSzTx/>
              <a:buFontTx/>
              <a:buNone/>
              <a:tabLst/>
              <a:defRPr/>
            </a:pPr>
            <a:r>
              <a:rPr kumimoji="0" lang="en-US" sz="1000" b="0" i="0" u="none" strike="noStrike" kern="1200" cap="none" spc="0" normalizeH="0" baseline="0" noProof="0">
                <a:ln>
                  <a:noFill/>
                </a:ln>
                <a:solidFill>
                  <a:srgbClr val="061F32"/>
                </a:solidFill>
                <a:effectLst/>
                <a:uLnTx/>
                <a:uFillTx/>
                <a:latin typeface="Arial" panose="020B0604020202020204" pitchFamily="34" charset="0"/>
                <a:ea typeface="+mn-ea"/>
                <a:cs typeface="Arial" panose="020B0604020202020204" pitchFamily="34" charset="0"/>
                <a:sym typeface="Arial" panose="020B0604020202020204" pitchFamily="34" charset="0"/>
              </a:rPr>
              <a:t>xx</a:t>
            </a:r>
          </a:p>
        </p:txBody>
      </p:sp>
      <p:sp>
        <p:nvSpPr>
          <p:cNvPr id="97" name="TextBox 96">
            <a:extLst>
              <a:ext uri="{FF2B5EF4-FFF2-40B4-BE49-F238E27FC236}">
                <a16:creationId xmlns:a16="http://schemas.microsoft.com/office/drawing/2014/main" id="{31D65412-F69F-C4AF-B4F3-C98E7A885453}"/>
              </a:ext>
            </a:extLst>
          </p:cNvPr>
          <p:cNvSpPr txBox="1">
            <a:spLocks/>
          </p:cNvSpPr>
          <p:nvPr>
            <p:custDataLst>
              <p:tags r:id="rId19"/>
            </p:custDataLst>
          </p:nvPr>
        </p:nvSpPr>
        <p:spPr>
          <a:xfrm>
            <a:off x="9773447" y="2593099"/>
            <a:ext cx="1628716" cy="153888"/>
          </a:xfrm>
          <a:prstGeom prst="rect">
            <a:avLst/>
          </a:prstGeom>
          <a:noFill/>
          <a:ln w="9525">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t" anchorCtr="0" compatLnSpc="1">
            <a:prstTxWarp prst="textNoShape">
              <a:avLst/>
            </a:prstTxWarp>
            <a:spAutoFit/>
          </a:bodyPr>
          <a:lstStyle>
            <a:lvl1pPr marL="0" lvl="0" indent="0" defTabSz="895350" eaLnBrk="1" hangingPunct="1">
              <a:buClr>
                <a:schemeClr val="tx2"/>
              </a:buClr>
              <a:defRPr sz="1600" baseline="0">
                <a:latin typeface="+mn-lt"/>
              </a:defRPr>
            </a:lvl1pPr>
            <a:lvl2pPr marL="216000" lvl="1" indent="-216000" defTabSz="895350" eaLnBrk="1" hangingPunct="1">
              <a:buClr>
                <a:schemeClr val="accent1"/>
              </a:buClr>
              <a:buSzPct val="100000"/>
              <a:buFont typeface="Wingdings 3" panose="05040102010807070707" pitchFamily="18" charset="2"/>
              <a:buChar char=""/>
              <a:defRPr sz="1600" baseline="0">
                <a:latin typeface="+mn-lt"/>
              </a:defRPr>
            </a:lvl2pPr>
            <a:lvl3pPr marL="432000" lvl="2" indent="-216000" defTabSz="895350" eaLnBrk="1" hangingPunct="1">
              <a:buClr>
                <a:schemeClr val="tx1"/>
              </a:buClr>
              <a:buSzPct val="100000"/>
              <a:buFont typeface="Arial" panose="020B0604020202020204" pitchFamily="34" charset="0"/>
              <a:buChar char="•"/>
              <a:defRPr sz="1600" baseline="0">
                <a:latin typeface="+mn-lt"/>
              </a:defRPr>
            </a:lvl3pPr>
            <a:lvl4pPr marL="648000" lvl="3" indent="-216000" defTabSz="895350" eaLnBrk="1" hangingPunct="1">
              <a:buClr>
                <a:schemeClr val="tx1"/>
              </a:buClr>
              <a:buSzPct val="100000"/>
              <a:buFont typeface="Arial" panose="020B0604020202020204" pitchFamily="34" charset="0"/>
              <a:buChar char="–"/>
              <a:defRPr sz="1600" baseline="0">
                <a:latin typeface="+mn-lt"/>
              </a:defRPr>
            </a:lvl4pPr>
            <a:lvl5pPr marL="864000" lvl="4" indent="-216000" defTabSz="895350" eaLnBrk="1" hangingPunct="1">
              <a:buClr>
                <a:schemeClr val="tx1"/>
              </a:buClr>
              <a:buSzPct val="100000"/>
              <a:buFont typeface="Arial" panose="020B0604020202020204" pitchFamily="34" charset="0"/>
              <a:buChar char="○"/>
              <a:defRPr sz="1600" baseline="0">
                <a:latin typeface="+mn-lt"/>
              </a:defRPr>
            </a:lvl5pPr>
            <a:lvl6pPr marL="749808" indent="-130175" defTabSz="895350" fontAlgn="base">
              <a:spcBef>
                <a:spcPct val="0"/>
              </a:spcBef>
              <a:spcAft>
                <a:spcPct val="0"/>
              </a:spcAft>
              <a:buClr>
                <a:schemeClr val="tx2"/>
              </a:buClr>
              <a:buSzPct val="89000"/>
              <a:buFont typeface="Arial" charset="0"/>
              <a:buChar char="-"/>
              <a:defRPr sz="1600" baseline="0">
                <a:latin typeface="+mn-lt"/>
              </a:defRPr>
            </a:lvl6pPr>
            <a:lvl7pPr marL="749808" indent="-130175" defTabSz="895350" fontAlgn="base">
              <a:spcBef>
                <a:spcPct val="0"/>
              </a:spcBef>
              <a:spcAft>
                <a:spcPct val="0"/>
              </a:spcAft>
              <a:buClr>
                <a:schemeClr val="tx2"/>
              </a:buClr>
              <a:buSzPct val="89000"/>
              <a:buFont typeface="Arial" charset="0"/>
              <a:buChar char="-"/>
              <a:defRPr sz="1600" baseline="0">
                <a:latin typeface="+mn-lt"/>
              </a:defRPr>
            </a:lvl7pPr>
            <a:lvl8pPr marL="749808" indent="-130175" defTabSz="895350" fontAlgn="base">
              <a:spcBef>
                <a:spcPct val="0"/>
              </a:spcBef>
              <a:spcAft>
                <a:spcPct val="0"/>
              </a:spcAft>
              <a:buClr>
                <a:schemeClr val="tx2"/>
              </a:buClr>
              <a:buSzPct val="89000"/>
              <a:buFont typeface="Arial" charset="0"/>
              <a:buChar char="-"/>
              <a:defRPr sz="1600" baseline="0">
                <a:latin typeface="+mn-lt"/>
              </a:defRPr>
            </a:lvl8pPr>
            <a:lvl9pPr marL="749808" indent="-130175" defTabSz="895350" fontAlgn="base">
              <a:spcBef>
                <a:spcPct val="0"/>
              </a:spcBef>
              <a:spcAft>
                <a:spcPct val="0"/>
              </a:spcAft>
              <a:buClr>
                <a:schemeClr val="tx2"/>
              </a:buClr>
              <a:buSzPct val="89000"/>
              <a:buFont typeface="Arial" charset="0"/>
              <a:buChar char="-"/>
              <a:defRPr sz="1600" baseline="0">
                <a:latin typeface="+mn-lt"/>
              </a:defRPr>
            </a:lvl9pPr>
          </a:lstStyle>
          <a:p>
            <a:pPr marL="0" marR="0" lvl="0" indent="0" algn="l" defTabSz="895350" rtl="0" eaLnBrk="1" fontAlgn="auto" latinLnBrk="0" hangingPunct="1">
              <a:lnSpc>
                <a:spcPct val="100000"/>
              </a:lnSpc>
              <a:spcBef>
                <a:spcPts val="100"/>
              </a:spcBef>
              <a:spcAft>
                <a:spcPts val="0"/>
              </a:spcAft>
              <a:buClr>
                <a:srgbClr val="000000"/>
              </a:buClr>
              <a:buSzTx/>
              <a:buFontTx/>
              <a:buNone/>
              <a:tabLst/>
              <a:defRPr/>
            </a:pPr>
            <a:r>
              <a:rPr kumimoji="0" lang="en-US" sz="1000" b="0" i="0" u="none" strike="noStrike" kern="1200" cap="none" spc="0" normalizeH="0" baseline="0" noProof="0">
                <a:ln>
                  <a:noFill/>
                </a:ln>
                <a:effectLst/>
                <a:uLnTx/>
                <a:uFillTx/>
                <a:latin typeface="Arial" panose="020B0604020202020204" pitchFamily="34" charset="0"/>
                <a:ea typeface="+mn-ea"/>
                <a:cs typeface="Arial" panose="020B0604020202020204" pitchFamily="34" charset="0"/>
                <a:sym typeface="Arial"/>
              </a:rPr>
              <a:t>[Insert role]</a:t>
            </a:r>
          </a:p>
        </p:txBody>
      </p:sp>
      <p:sp>
        <p:nvSpPr>
          <p:cNvPr id="98" name="Oval 97">
            <a:extLst>
              <a:ext uri="{FF2B5EF4-FFF2-40B4-BE49-F238E27FC236}">
                <a16:creationId xmlns:a16="http://schemas.microsoft.com/office/drawing/2014/main" id="{477E15C3-F551-EDF7-D3FC-3AA5E78DCC45}"/>
              </a:ext>
            </a:extLst>
          </p:cNvPr>
          <p:cNvSpPr/>
          <p:nvPr/>
        </p:nvSpPr>
        <p:spPr>
          <a:xfrm>
            <a:off x="8916927" y="2543366"/>
            <a:ext cx="253353" cy="253353"/>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err="1">
              <a:ln>
                <a:noFill/>
              </a:ln>
              <a:solidFill>
                <a:schemeClr val="bg1"/>
              </a:solidFill>
              <a:effectLst/>
              <a:uLnTx/>
              <a:uFillTx/>
              <a:latin typeface="Arial" panose="020B0604020202020204" pitchFamily="34" charset="0"/>
              <a:ea typeface="+mn-ea"/>
              <a:cs typeface="Arial" panose="020B0604020202020204" pitchFamily="34" charset="0"/>
              <a:sym typeface="Arial"/>
            </a:endParaRPr>
          </a:p>
        </p:txBody>
      </p:sp>
      <p:pic>
        <p:nvPicPr>
          <p:cNvPr id="21" name="CustomIcon">
            <a:extLst>
              <a:ext uri="{FF2B5EF4-FFF2-40B4-BE49-F238E27FC236}">
                <a16:creationId xmlns:a16="http://schemas.microsoft.com/office/drawing/2014/main" id="{2AAC82C8-3E45-2BCC-CF45-3CC1AAC3281C}"/>
              </a:ext>
            </a:extLst>
          </p:cNvPr>
          <p:cNvPicPr>
            <a:picLocks noChangeAspect="1"/>
          </p:cNvPicPr>
          <p:nvPr>
            <p:custDataLst>
              <p:tags r:id="rId20"/>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4414447" y="3066435"/>
            <a:ext cx="216000" cy="216000"/>
          </a:xfrm>
          <a:prstGeom prst="rect">
            <a:avLst/>
          </a:prstGeom>
        </p:spPr>
      </p:pic>
      <p:pic>
        <p:nvPicPr>
          <p:cNvPr id="79" name="CustomIcon">
            <a:extLst>
              <a:ext uri="{FF2B5EF4-FFF2-40B4-BE49-F238E27FC236}">
                <a16:creationId xmlns:a16="http://schemas.microsoft.com/office/drawing/2014/main" id="{839A5DAD-357A-B2D2-1FAB-E4B6EB8D00A1}"/>
              </a:ext>
            </a:extLst>
          </p:cNvPr>
          <p:cNvPicPr>
            <a:picLocks noChangeAspect="1"/>
          </p:cNvPicPr>
          <p:nvPr>
            <p:custDataLst>
              <p:tags r:id="rId21"/>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5313478" y="5243591"/>
            <a:ext cx="216002" cy="216000"/>
          </a:xfrm>
          <a:prstGeom prst="rect">
            <a:avLst/>
          </a:prstGeom>
        </p:spPr>
      </p:pic>
      <p:pic>
        <p:nvPicPr>
          <p:cNvPr id="84" name="Picture 83">
            <a:extLst>
              <a:ext uri="{FF2B5EF4-FFF2-40B4-BE49-F238E27FC236}">
                <a16:creationId xmlns:a16="http://schemas.microsoft.com/office/drawing/2014/main" id="{1754351C-3C84-2BAB-C942-018CE71538DA}"/>
              </a:ext>
            </a:extLst>
          </p:cNvPr>
          <p:cNvPicPr>
            <a:picLocks noChangeAspect="1"/>
          </p:cNvPicPr>
          <p:nvPr/>
        </p:nvPicPr>
        <p:blipFill>
          <a:blip r:embed="rId33"/>
          <a:stretch>
            <a:fillRect/>
          </a:stretch>
        </p:blipFill>
        <p:spPr>
          <a:xfrm>
            <a:off x="8971603" y="3031233"/>
            <a:ext cx="144000" cy="144000"/>
          </a:xfrm>
          <a:prstGeom prst="rect">
            <a:avLst/>
          </a:prstGeom>
          <a:solidFill>
            <a:srgbClr val="051C2C"/>
          </a:solidFill>
        </p:spPr>
      </p:pic>
      <p:pic>
        <p:nvPicPr>
          <p:cNvPr id="90" name="Picture 89">
            <a:extLst>
              <a:ext uri="{FF2B5EF4-FFF2-40B4-BE49-F238E27FC236}">
                <a16:creationId xmlns:a16="http://schemas.microsoft.com/office/drawing/2014/main" id="{4842AD2D-034E-AD17-F1D8-AA779B6C8371}"/>
              </a:ext>
            </a:extLst>
          </p:cNvPr>
          <p:cNvPicPr>
            <a:picLocks noChangeAspect="1"/>
          </p:cNvPicPr>
          <p:nvPr/>
        </p:nvPicPr>
        <p:blipFill>
          <a:blip r:embed="rId33"/>
          <a:stretch>
            <a:fillRect/>
          </a:stretch>
        </p:blipFill>
        <p:spPr>
          <a:xfrm>
            <a:off x="8971603" y="4210000"/>
            <a:ext cx="144000" cy="144000"/>
          </a:xfrm>
          <a:prstGeom prst="rect">
            <a:avLst/>
          </a:prstGeom>
          <a:solidFill>
            <a:srgbClr val="051C2C"/>
          </a:solidFill>
        </p:spPr>
      </p:pic>
      <p:pic>
        <p:nvPicPr>
          <p:cNvPr id="95" name="Picture 94">
            <a:extLst>
              <a:ext uri="{FF2B5EF4-FFF2-40B4-BE49-F238E27FC236}">
                <a16:creationId xmlns:a16="http://schemas.microsoft.com/office/drawing/2014/main" id="{5BBBE01D-889C-A800-56A4-097715877789}"/>
              </a:ext>
            </a:extLst>
          </p:cNvPr>
          <p:cNvPicPr>
            <a:picLocks noChangeAspect="1"/>
          </p:cNvPicPr>
          <p:nvPr/>
        </p:nvPicPr>
        <p:blipFill>
          <a:blip r:embed="rId34"/>
          <a:stretch>
            <a:fillRect/>
          </a:stretch>
        </p:blipFill>
        <p:spPr>
          <a:xfrm>
            <a:off x="8971603" y="4883084"/>
            <a:ext cx="144000" cy="144000"/>
          </a:xfrm>
          <a:prstGeom prst="rect">
            <a:avLst/>
          </a:prstGeom>
          <a:solidFill>
            <a:srgbClr val="051C2C"/>
          </a:solidFill>
        </p:spPr>
      </p:pic>
      <p:pic>
        <p:nvPicPr>
          <p:cNvPr id="100" name="Picture 99">
            <a:extLst>
              <a:ext uri="{FF2B5EF4-FFF2-40B4-BE49-F238E27FC236}">
                <a16:creationId xmlns:a16="http://schemas.microsoft.com/office/drawing/2014/main" id="{88F75130-3FBA-B533-E887-BBE063B3C3A5}"/>
              </a:ext>
            </a:extLst>
          </p:cNvPr>
          <p:cNvPicPr>
            <a:picLocks noChangeAspect="1"/>
          </p:cNvPicPr>
          <p:nvPr/>
        </p:nvPicPr>
        <p:blipFill>
          <a:blip r:embed="rId35"/>
          <a:stretch>
            <a:fillRect/>
          </a:stretch>
        </p:blipFill>
        <p:spPr>
          <a:xfrm>
            <a:off x="8971603" y="5219626"/>
            <a:ext cx="144000" cy="144000"/>
          </a:xfrm>
          <a:prstGeom prst="rect">
            <a:avLst/>
          </a:prstGeom>
          <a:solidFill>
            <a:srgbClr val="051C2C"/>
          </a:solidFill>
        </p:spPr>
      </p:pic>
      <p:pic>
        <p:nvPicPr>
          <p:cNvPr id="103" name="Picture 102">
            <a:extLst>
              <a:ext uri="{FF2B5EF4-FFF2-40B4-BE49-F238E27FC236}">
                <a16:creationId xmlns:a16="http://schemas.microsoft.com/office/drawing/2014/main" id="{DFEA9892-9369-F26B-AD5C-495C2DFAD46B}"/>
              </a:ext>
            </a:extLst>
          </p:cNvPr>
          <p:cNvPicPr>
            <a:picLocks noChangeAspect="1"/>
          </p:cNvPicPr>
          <p:nvPr/>
        </p:nvPicPr>
        <p:blipFill>
          <a:blip r:embed="rId36"/>
          <a:stretch>
            <a:fillRect/>
          </a:stretch>
        </p:blipFill>
        <p:spPr>
          <a:xfrm>
            <a:off x="8971603" y="5556168"/>
            <a:ext cx="144000" cy="144000"/>
          </a:xfrm>
          <a:prstGeom prst="rect">
            <a:avLst/>
          </a:prstGeom>
          <a:solidFill>
            <a:srgbClr val="051C2C"/>
          </a:solidFill>
        </p:spPr>
      </p:pic>
      <p:pic>
        <p:nvPicPr>
          <p:cNvPr id="104" name="Picture 103">
            <a:extLst>
              <a:ext uri="{FF2B5EF4-FFF2-40B4-BE49-F238E27FC236}">
                <a16:creationId xmlns:a16="http://schemas.microsoft.com/office/drawing/2014/main" id="{9D4781CF-9E12-5213-0F62-CEBB6FEDAEB2}"/>
              </a:ext>
            </a:extLst>
          </p:cNvPr>
          <p:cNvPicPr>
            <a:picLocks noChangeAspect="1"/>
          </p:cNvPicPr>
          <p:nvPr/>
        </p:nvPicPr>
        <p:blipFill>
          <a:blip r:embed="rId37"/>
          <a:stretch>
            <a:fillRect/>
          </a:stretch>
        </p:blipFill>
        <p:spPr>
          <a:xfrm>
            <a:off x="8971603" y="4546542"/>
            <a:ext cx="144000" cy="144000"/>
          </a:xfrm>
          <a:prstGeom prst="rect">
            <a:avLst/>
          </a:prstGeom>
          <a:solidFill>
            <a:srgbClr val="051C2C"/>
          </a:solidFill>
        </p:spPr>
      </p:pic>
      <p:pic>
        <p:nvPicPr>
          <p:cNvPr id="105" name="Picture 104">
            <a:extLst>
              <a:ext uri="{FF2B5EF4-FFF2-40B4-BE49-F238E27FC236}">
                <a16:creationId xmlns:a16="http://schemas.microsoft.com/office/drawing/2014/main" id="{695A8332-CFB2-0FE5-A0FC-010FB718B77C}"/>
              </a:ext>
            </a:extLst>
          </p:cNvPr>
          <p:cNvPicPr>
            <a:picLocks noChangeAspect="1"/>
          </p:cNvPicPr>
          <p:nvPr/>
        </p:nvPicPr>
        <p:blipFill>
          <a:blip r:embed="rId35"/>
          <a:stretch>
            <a:fillRect/>
          </a:stretch>
        </p:blipFill>
        <p:spPr>
          <a:xfrm>
            <a:off x="8971603" y="2598042"/>
            <a:ext cx="144000" cy="144000"/>
          </a:xfrm>
          <a:prstGeom prst="rect">
            <a:avLst/>
          </a:prstGeom>
          <a:solidFill>
            <a:srgbClr val="051C2C"/>
          </a:solidFill>
        </p:spPr>
      </p:pic>
      <p:pic>
        <p:nvPicPr>
          <p:cNvPr id="106" name="CustomIcon">
            <a:extLst>
              <a:ext uri="{FF2B5EF4-FFF2-40B4-BE49-F238E27FC236}">
                <a16:creationId xmlns:a16="http://schemas.microsoft.com/office/drawing/2014/main" id="{07FD87CA-4FC5-463B-2B86-846C7E0FC2B7}"/>
              </a:ext>
            </a:extLst>
          </p:cNvPr>
          <p:cNvPicPr>
            <a:picLocks noChangeAspect="1"/>
          </p:cNvPicPr>
          <p:nvPr>
            <p:custDataLst>
              <p:tags r:id="rId22"/>
            </p:custDataLst>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2"/>
              </a:ext>
            </a:extLst>
          </a:blip>
          <a:stretch>
            <a:fillRect/>
          </a:stretch>
        </p:blipFill>
        <p:spPr>
          <a:xfrm>
            <a:off x="6676911" y="3066435"/>
            <a:ext cx="216002" cy="216000"/>
          </a:xfrm>
          <a:prstGeom prst="rect">
            <a:avLst/>
          </a:prstGeom>
        </p:spPr>
      </p:pic>
      <p:sp>
        <p:nvSpPr>
          <p:cNvPr id="26" name="Google Shape;746;p20">
            <a:extLst>
              <a:ext uri="{FF2B5EF4-FFF2-40B4-BE49-F238E27FC236}">
                <a16:creationId xmlns:a16="http://schemas.microsoft.com/office/drawing/2014/main" id="{9109BB28-B084-FA81-BA2A-D2039458F214}"/>
              </a:ext>
            </a:extLst>
          </p:cNvPr>
          <p:cNvSpPr txBox="1"/>
          <p:nvPr/>
        </p:nvSpPr>
        <p:spPr>
          <a:xfrm>
            <a:off x="467805" y="6391075"/>
            <a:ext cx="7296098" cy="365125"/>
          </a:xfrm>
          <a:prstGeom prst="rect">
            <a:avLst/>
          </a:prstGeom>
          <a:noFill/>
          <a:ln>
            <a:noFill/>
          </a:ln>
        </p:spPr>
        <p:txBody>
          <a:bodyPr spcFirstLastPara="1" wrap="square" lIns="91425" tIns="45700" rIns="91425" bIns="45700" anchor="ctr" anchorCtr="0">
            <a:noAutofit/>
          </a:bodyPr>
          <a:lstStyle/>
          <a:p>
            <a:pPr marL="0" marR="0" lvl="0" indent="0" algn="l" defTabSz="914400" rtl="0" eaLnBrk="1" fontAlgn="auto" latinLnBrk="0" hangingPunct="1">
              <a:lnSpc>
                <a:spcPct val="100000"/>
              </a:lnSpc>
              <a:spcBef>
                <a:spcPts val="0"/>
              </a:spcBef>
              <a:spcAft>
                <a:spcPts val="0"/>
              </a:spcAft>
              <a:buClr>
                <a:srgbClr val="062032"/>
              </a:buClr>
              <a:buSzPts val="900"/>
              <a:buFont typeface="Arial"/>
              <a:buNone/>
              <a:tabLst/>
              <a:defRPr/>
            </a:pPr>
            <a:r>
              <a:rPr kumimoji="0" lang="en-GB" sz="900" b="0" i="0" u="none" strike="noStrike" kern="0" cap="none" spc="0" normalizeH="0" baseline="0" noProof="0">
                <a:ln>
                  <a:noFill/>
                </a:ln>
                <a:solidFill>
                  <a:srgbClr val="062032"/>
                </a:solidFill>
                <a:effectLst/>
                <a:uLnTx/>
                <a:uFillTx/>
                <a:latin typeface="Arial"/>
                <a:ea typeface="Arial"/>
                <a:cs typeface="Arial"/>
                <a:sym typeface="Arial"/>
              </a:rPr>
              <a:t>Source: xx</a:t>
            </a:r>
            <a:endParaRPr kumimoji="0" sz="900" b="0" i="0" u="none" strike="noStrike" kern="0" cap="none" spc="0" normalizeH="0" baseline="0" noProof="0">
              <a:ln>
                <a:noFill/>
              </a:ln>
              <a:solidFill>
                <a:srgbClr val="062032"/>
              </a:solidFill>
              <a:effectLst/>
              <a:uLnTx/>
              <a:uFillTx/>
              <a:latin typeface="Arial"/>
              <a:ea typeface="Arial"/>
              <a:cs typeface="Arial"/>
              <a:sym typeface="Arial"/>
            </a:endParaRPr>
          </a:p>
        </p:txBody>
      </p:sp>
    </p:spTree>
    <p:extLst>
      <p:ext uri="{BB962C8B-B14F-4D97-AF65-F5344CB8AC3E}">
        <p14:creationId xmlns:p14="http://schemas.microsoft.com/office/powerpoint/2010/main" val="189907742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THINKCELLPRESENTATIONDONOTDELETE" val="&lt;?xml version=&quot;1.0&quot; encoding=&quot;UTF-16&quot; standalone=&quot;yes&quot;?&gt;&lt;root reqver=&quot;32687&quot;&gt;&lt;version val=&quot;38642&quot;/&gt;&lt;CPresentation id=&quot;1&quot;&gt;&lt;m_precDefaultOrdinal&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Ordinal&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Percent&gt;&lt;m_precDefaultDate&gt;&lt;m_yearfmt&gt;&lt;begin val=&quot;0&quot;/&gt;&lt;end val=&quot;4&quot;/&gt;&lt;/m_yearfmt&gt;&lt;/m_precDefaultDate&gt;&lt;m_precDefaultDay&gt;&lt;m_yearfmt&gt;&lt;begin val=&quot;0&quot;/&gt;&lt;end val=&quot;4&quot;/&gt;&lt;/m_yearfmt&gt;&lt;/m_precDefaultDay&gt;&lt;m_precDefaultWeek&gt;&lt;m_yearfmt&gt;&lt;begin val=&quot;0&quot;/&gt;&lt;end val=&quot;4&quot;/&gt;&lt;/m_yearfmt&gt;&lt;/m_precDefaultWeek&gt;&lt;m_precDefaultMonth&gt;&lt;m_yearfmt&gt;&lt;begin val=&quot;0&quot;/&gt;&lt;end val=&quot;4&quot;/&gt;&lt;/m_yearfmt&gt;&lt;/m_precDefaultMonth&gt;&lt;m_precDefaultQuarter&gt;&lt;m_yearfmt&gt;&lt;begin val=&quot;0&quot;/&gt;&lt;end val=&quot;4&quot;/&gt;&lt;/m_yearfmt&gt;&lt;/m_precDefaultQuarter&gt;&lt;m_precDefaultYear&gt;&lt;m_yearfmt&gt;&lt;begin val=&quot;0&quot;/&gt;&lt;end val=&quot;4&quot;/&gt;&lt;/m_yearfmt&gt;&lt;/m_precDefaultYear&gt;&lt;m_precDefaultFYDay&gt;&lt;m_yearfmt&gt;&lt;begin val=&quot;0&quot;/&gt;&lt;end val=&quot;4&quot;/&gt;&lt;/m_yearfmt&gt;&lt;/m_precDefaultFYDay&gt;&lt;m_precDefaultFYWeek&gt;&lt;m_yearfmt&gt;&lt;begin val=&quot;0&quot;/&gt;&lt;end val=&quot;4&quot;/&gt;&lt;/m_yearfmt&gt;&lt;/m_precDefaultFYWeek&gt;&lt;m_precDefaultFYMonth&gt;&lt;m_yearfmt&gt;&lt;begin val=&quot;0&quot;/&gt;&lt;end val=&quot;4&quot;/&gt;&lt;/m_yearfmt&gt;&lt;/m_precDefaultFYMonth&gt;&lt;m_precDefaultFYQuarter&gt;&lt;m_yearfmt&gt;&lt;begin val=&quot;0&quot;/&gt;&lt;end val=&quot;4&quot;/&gt;&lt;/m_yearfmt&gt;&lt;/m_precDefaultFYQuarter&gt;&lt;m_precDefaultFYYear&gt;&lt;m_yearfmt&gt;&lt;begin val=&quot;0&quot;/&gt;&lt;end val=&quot;4&quot;/&gt;&lt;/m_yearfmt&gt;&lt;/m_precDefaultFYYear&gt;&lt;m_mruColor&gt;&lt;m_vecMRU length=&quot;0&quot;/&gt;&lt;/m_mruColor&gt;&lt;/CPresentation&gt;&lt;/root&g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4.xml><?xml version="1.0" encoding="utf-8"?>
<p:tagLst xmlns:a="http://schemas.openxmlformats.org/drawingml/2006/main" xmlns:r="http://schemas.openxmlformats.org/officeDocument/2006/relationships" xmlns:p="http://schemas.openxmlformats.org/presentationml/2006/main">
  <p:tag name="SHAPENAME" val="BottomLine"/>
</p:tagLst>
</file>

<file path=ppt/tags/tag5.xml><?xml version="1.0" encoding="utf-8"?>
<p:tagLst xmlns:a="http://schemas.openxmlformats.org/drawingml/2006/main" xmlns:r="http://schemas.openxmlformats.org/officeDocument/2006/relationships" xmlns:p="http://schemas.openxmlformats.org/presentationml/2006/main">
  <p:tag name="SHAPENAME" val="TopLine"/>
</p:tagLst>
</file>

<file path=ppt/tags/tag6.xml><?xml version="1.0" encoding="utf-8"?>
<p:tagLst xmlns:a="http://schemas.openxmlformats.org/drawingml/2006/main" xmlns:r="http://schemas.openxmlformats.org/officeDocument/2006/relationships" xmlns:p="http://schemas.openxmlformats.org/presentationml/2006/main">
  <p:tag name="SHAPENAME" val="4. Footnote"/>
</p:tagLst>
</file>

<file path=ppt/tags/tag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8.xml><?xml version="1.0" encoding="utf-8"?>
<p:tagLst xmlns:a="http://schemas.openxmlformats.org/drawingml/2006/main" xmlns:r="http://schemas.openxmlformats.org/officeDocument/2006/relationships" xmlns:p="http://schemas.openxmlformats.org/presentationml/2006/main">
  <p:tag name="SHAPENAME" val="Grid"/>
</p:tagLst>
</file>

<file path=ppt/tags/tag9.xml><?xml version="1.0" encoding="utf-8"?>
<p:tagLst xmlns:a="http://schemas.openxmlformats.org/drawingml/2006/main" xmlns:r="http://schemas.openxmlformats.org/officeDocument/2006/relationships" xmlns:p="http://schemas.openxmlformats.org/presentationml/2006/main">
  <p:tag name="SHAPENAME" val="BottomLine"/>
</p:tagLst>
</file>

<file path=ppt/tags/tag10.xml><?xml version="1.0" encoding="utf-8"?>
<p:tagLst xmlns:a="http://schemas.openxmlformats.org/drawingml/2006/main" xmlns:r="http://schemas.openxmlformats.org/officeDocument/2006/relationships" xmlns:p="http://schemas.openxmlformats.org/presentationml/2006/main">
  <p:tag name="SHAPENAME" val="TopLine"/>
</p:tagLst>
</file>

<file path=ppt/tags/tag11.xml><?xml version="1.0" encoding="utf-8"?>
<p:tagLst xmlns:a="http://schemas.openxmlformats.org/drawingml/2006/main" xmlns:r="http://schemas.openxmlformats.org/officeDocument/2006/relationships" xmlns:p="http://schemas.openxmlformats.org/presentationml/2006/main">
  <p:tag name="SHAPENAME" val="4. Footnote"/>
</p:tagLst>
</file>

<file path=ppt/tags/tag12.xml><?xml version="1.0" encoding="utf-8"?>
<p:tagLst xmlns:a="http://schemas.openxmlformats.org/drawingml/2006/main" xmlns:r="http://schemas.openxmlformats.org/officeDocument/2006/relationships" xmlns:p="http://schemas.openxmlformats.org/presentationml/2006/main">
  <p:tag name="SHAPENAME" val="Grid"/>
</p:tagLst>
</file>

<file path=ppt/tags/tag1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xml><?xml version="1.0" encoding="utf-8"?>
<p:tagLst xmlns:a="http://schemas.openxmlformats.org/drawingml/2006/main" xmlns:r="http://schemas.openxmlformats.org/officeDocument/2006/relationships" xmlns:p="http://schemas.openxmlformats.org/presentationml/2006/main">
  <p:tag name="NAME" val="Moon"/>
</p:tagLst>
</file>

<file path=ppt/tags/tag15.xml><?xml version="1.0" encoding="utf-8"?>
<p:tagLst xmlns:a="http://schemas.openxmlformats.org/drawingml/2006/main" xmlns:r="http://schemas.openxmlformats.org/officeDocument/2006/relationships" xmlns:p="http://schemas.openxmlformats.org/presentationml/2006/main">
  <p:tag name="NAME" val="Moon"/>
</p:tagLst>
</file>

<file path=ppt/tags/tag16.xml><?xml version="1.0" encoding="utf-8"?>
<p:tagLst xmlns:a="http://schemas.openxmlformats.org/drawingml/2006/main" xmlns:r="http://schemas.openxmlformats.org/officeDocument/2006/relationships" xmlns:p="http://schemas.openxmlformats.org/presentationml/2006/main">
  <p:tag name="NAME" val="Moon"/>
</p:tagLst>
</file>

<file path=ppt/tags/tag17.xml><?xml version="1.0" encoding="utf-8"?>
<p:tagLst xmlns:a="http://schemas.openxmlformats.org/drawingml/2006/main" xmlns:r="http://schemas.openxmlformats.org/officeDocument/2006/relationships" xmlns:p="http://schemas.openxmlformats.org/presentationml/2006/main">
  <p:tag name="NAME" val="Moon"/>
</p:tagLst>
</file>

<file path=ppt/tags/tag18.xml><?xml version="1.0" encoding="utf-8"?>
<p:tagLst xmlns:a="http://schemas.openxmlformats.org/drawingml/2006/main" xmlns:r="http://schemas.openxmlformats.org/officeDocument/2006/relationships" xmlns:p="http://schemas.openxmlformats.org/presentationml/2006/main">
  <p:tag name="NAME" val="Moon"/>
</p:tagLst>
</file>

<file path=ppt/tags/tag19.xml><?xml version="1.0" encoding="utf-8"?>
<p:tagLst xmlns:a="http://schemas.openxmlformats.org/drawingml/2006/main" xmlns:r="http://schemas.openxmlformats.org/officeDocument/2006/relationships" xmlns:p="http://schemas.openxmlformats.org/presentationml/2006/main">
  <p:tag name="ANGLE" val="5"/>
</p:tagLst>
</file>

<file path=ppt/tags/tag20.xml><?xml version="1.0" encoding="utf-8"?>
<p:tagLst xmlns:a="http://schemas.openxmlformats.org/drawingml/2006/main" xmlns:r="http://schemas.openxmlformats.org/officeDocument/2006/relationships" xmlns:p="http://schemas.openxmlformats.org/presentationml/2006/main">
  <p:tag name="ANGLE" val="5"/>
</p:tagLst>
</file>

<file path=ppt/tags/tag21.xml><?xml version="1.0" encoding="utf-8"?>
<p:tagLst xmlns:a="http://schemas.openxmlformats.org/drawingml/2006/main" xmlns:r="http://schemas.openxmlformats.org/officeDocument/2006/relationships" xmlns:p="http://schemas.openxmlformats.org/presentationml/2006/main">
  <p:tag name="ANGLE" val="4"/>
</p:tagLst>
</file>

<file path=ppt/tags/tag22.xml><?xml version="1.0" encoding="utf-8"?>
<p:tagLst xmlns:a="http://schemas.openxmlformats.org/drawingml/2006/main" xmlns:r="http://schemas.openxmlformats.org/officeDocument/2006/relationships" xmlns:p="http://schemas.openxmlformats.org/presentationml/2006/main">
  <p:tag name="ANGLE" val="4"/>
</p:tagLst>
</file>

<file path=ppt/tags/tag23.xml><?xml version="1.0" encoding="utf-8"?>
<p:tagLst xmlns:a="http://schemas.openxmlformats.org/drawingml/2006/main" xmlns:r="http://schemas.openxmlformats.org/officeDocument/2006/relationships" xmlns:p="http://schemas.openxmlformats.org/presentationml/2006/main">
  <p:tag name="ANGLE" val="3"/>
</p:tagLst>
</file>

<file path=ppt/tags/tag24.xml><?xml version="1.0" encoding="utf-8"?>
<p:tagLst xmlns:a="http://schemas.openxmlformats.org/drawingml/2006/main" xmlns:r="http://schemas.openxmlformats.org/officeDocument/2006/relationships" xmlns:p="http://schemas.openxmlformats.org/presentationml/2006/main">
  <p:tag name="ANGLE" val="3"/>
</p:tagLst>
</file>

<file path=ppt/tags/tag25.xml><?xml version="1.0" encoding="utf-8"?>
<p:tagLst xmlns:a="http://schemas.openxmlformats.org/drawingml/2006/main" xmlns:r="http://schemas.openxmlformats.org/officeDocument/2006/relationships" xmlns:p="http://schemas.openxmlformats.org/presentationml/2006/main">
  <p:tag name="ANGLE" val="2"/>
</p:tagLst>
</file>

<file path=ppt/tags/tag26.xml><?xml version="1.0" encoding="utf-8"?>
<p:tagLst xmlns:a="http://schemas.openxmlformats.org/drawingml/2006/main" xmlns:r="http://schemas.openxmlformats.org/officeDocument/2006/relationships" xmlns:p="http://schemas.openxmlformats.org/presentationml/2006/main">
  <p:tag name="ANGLE" val="2"/>
</p:tagLst>
</file>

<file path=ppt/tags/tag27.xml><?xml version="1.0" encoding="utf-8"?>
<p:tagLst xmlns:a="http://schemas.openxmlformats.org/drawingml/2006/main" xmlns:r="http://schemas.openxmlformats.org/officeDocument/2006/relationships" xmlns:p="http://schemas.openxmlformats.org/presentationml/2006/main">
  <p:tag name="ANGLE" val="1"/>
</p:tagLst>
</file>

<file path=ppt/tags/tag28.xml><?xml version="1.0" encoding="utf-8"?>
<p:tagLst xmlns:a="http://schemas.openxmlformats.org/drawingml/2006/main" xmlns:r="http://schemas.openxmlformats.org/officeDocument/2006/relationships" xmlns:p="http://schemas.openxmlformats.org/presentationml/2006/main">
  <p:tag name="ANGLE" val="1"/>
</p:tagLst>
</file>

<file path=ppt/tags/tag29.xml><?xml version="1.0" encoding="utf-8"?>
<p:tagLst xmlns:a="http://schemas.openxmlformats.org/drawingml/2006/main" xmlns:r="http://schemas.openxmlformats.org/officeDocument/2006/relationships" xmlns:p="http://schemas.openxmlformats.org/presentationml/2006/main">
  <p:tag name="NAME" val="Moon"/>
</p:tagLst>
</file>

<file path=ppt/tags/tag30.xml><?xml version="1.0" encoding="utf-8"?>
<p:tagLst xmlns:a="http://schemas.openxmlformats.org/drawingml/2006/main" xmlns:r="http://schemas.openxmlformats.org/officeDocument/2006/relationships" xmlns:p="http://schemas.openxmlformats.org/presentationml/2006/main">
  <p:tag name="NAME" val="Moon"/>
</p:tagLst>
</file>

<file path=ppt/tags/tag31.xml><?xml version="1.0" encoding="utf-8"?>
<p:tagLst xmlns:a="http://schemas.openxmlformats.org/drawingml/2006/main" xmlns:r="http://schemas.openxmlformats.org/officeDocument/2006/relationships" xmlns:p="http://schemas.openxmlformats.org/presentationml/2006/main">
  <p:tag name="NAME" val="Moon"/>
</p:tagLst>
</file>

<file path=ppt/tags/tag32.xml><?xml version="1.0" encoding="utf-8"?>
<p:tagLst xmlns:a="http://schemas.openxmlformats.org/drawingml/2006/main" xmlns:r="http://schemas.openxmlformats.org/officeDocument/2006/relationships" xmlns:p="http://schemas.openxmlformats.org/presentationml/2006/main">
  <p:tag name="NAME" val="Moon"/>
</p:tagLst>
</file>

<file path=ppt/tags/tag33.xml><?xml version="1.0" encoding="utf-8"?>
<p:tagLst xmlns:a="http://schemas.openxmlformats.org/drawingml/2006/main" xmlns:r="http://schemas.openxmlformats.org/officeDocument/2006/relationships" xmlns:p="http://schemas.openxmlformats.org/presentationml/2006/main">
  <p:tag name="NAME" val="Moon"/>
</p:tagLst>
</file>

<file path=ppt/tags/tag34.xml><?xml version="1.0" encoding="utf-8"?>
<p:tagLst xmlns:a="http://schemas.openxmlformats.org/drawingml/2006/main" xmlns:r="http://schemas.openxmlformats.org/officeDocument/2006/relationships" xmlns:p="http://schemas.openxmlformats.org/presentationml/2006/main">
  <p:tag name="ANGLE" val="5"/>
</p:tagLst>
</file>

<file path=ppt/tags/tag35.xml><?xml version="1.0" encoding="utf-8"?>
<p:tagLst xmlns:a="http://schemas.openxmlformats.org/drawingml/2006/main" xmlns:r="http://schemas.openxmlformats.org/officeDocument/2006/relationships" xmlns:p="http://schemas.openxmlformats.org/presentationml/2006/main">
  <p:tag name="ANGLE" val="5"/>
</p:tagLst>
</file>

<file path=ppt/tags/tag36.xml><?xml version="1.0" encoding="utf-8"?>
<p:tagLst xmlns:a="http://schemas.openxmlformats.org/drawingml/2006/main" xmlns:r="http://schemas.openxmlformats.org/officeDocument/2006/relationships" xmlns:p="http://schemas.openxmlformats.org/presentationml/2006/main">
  <p:tag name="ANGLE" val="4"/>
</p:tagLst>
</file>

<file path=ppt/tags/tag37.xml><?xml version="1.0" encoding="utf-8"?>
<p:tagLst xmlns:a="http://schemas.openxmlformats.org/drawingml/2006/main" xmlns:r="http://schemas.openxmlformats.org/officeDocument/2006/relationships" xmlns:p="http://schemas.openxmlformats.org/presentationml/2006/main">
  <p:tag name="ANGLE" val="4"/>
</p:tagLst>
</file>

<file path=ppt/tags/tag38.xml><?xml version="1.0" encoding="utf-8"?>
<p:tagLst xmlns:a="http://schemas.openxmlformats.org/drawingml/2006/main" xmlns:r="http://schemas.openxmlformats.org/officeDocument/2006/relationships" xmlns:p="http://schemas.openxmlformats.org/presentationml/2006/main">
  <p:tag name="ANGLE" val="3"/>
</p:tagLst>
</file>

<file path=ppt/tags/tag39.xml><?xml version="1.0" encoding="utf-8"?>
<p:tagLst xmlns:a="http://schemas.openxmlformats.org/drawingml/2006/main" xmlns:r="http://schemas.openxmlformats.org/officeDocument/2006/relationships" xmlns:p="http://schemas.openxmlformats.org/presentationml/2006/main">
  <p:tag name="ANGLE" val="3"/>
</p:tagLst>
</file>

<file path=ppt/tags/tag40.xml><?xml version="1.0" encoding="utf-8"?>
<p:tagLst xmlns:a="http://schemas.openxmlformats.org/drawingml/2006/main" xmlns:r="http://schemas.openxmlformats.org/officeDocument/2006/relationships" xmlns:p="http://schemas.openxmlformats.org/presentationml/2006/main">
  <p:tag name="ANGLE" val="2"/>
</p:tagLst>
</file>

<file path=ppt/tags/tag41.xml><?xml version="1.0" encoding="utf-8"?>
<p:tagLst xmlns:a="http://schemas.openxmlformats.org/drawingml/2006/main" xmlns:r="http://schemas.openxmlformats.org/officeDocument/2006/relationships" xmlns:p="http://schemas.openxmlformats.org/presentationml/2006/main">
  <p:tag name="ANGLE" val="2"/>
</p:tagLst>
</file>

<file path=ppt/tags/tag42.xml><?xml version="1.0" encoding="utf-8"?>
<p:tagLst xmlns:a="http://schemas.openxmlformats.org/drawingml/2006/main" xmlns:r="http://schemas.openxmlformats.org/officeDocument/2006/relationships" xmlns:p="http://schemas.openxmlformats.org/presentationml/2006/main">
  <p:tag name="ANGLE" val="1"/>
</p:tagLst>
</file>

<file path=ppt/tags/tag43.xml><?xml version="1.0" encoding="utf-8"?>
<p:tagLst xmlns:a="http://schemas.openxmlformats.org/drawingml/2006/main" xmlns:r="http://schemas.openxmlformats.org/officeDocument/2006/relationships" xmlns:p="http://schemas.openxmlformats.org/presentationml/2006/main">
  <p:tag name="ANGLE" val="1"/>
</p:tagLst>
</file>

<file path=ppt/tags/tag44.xml><?xml version="1.0" encoding="utf-8"?>
<p:tagLst xmlns:a="http://schemas.openxmlformats.org/drawingml/2006/main" xmlns:r="http://schemas.openxmlformats.org/officeDocument/2006/relationships" xmlns:p="http://schemas.openxmlformats.org/presentationml/2006/main">
  <p:tag name="SHAPENAME" val="ClientLogo"/>
</p:tagLst>
</file>

<file path=ppt/tags/tag45.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46.xml><?xml version="1.0" encoding="utf-8"?>
<p:tagLst xmlns:a="http://schemas.openxmlformats.org/drawingml/2006/main" xmlns:r="http://schemas.openxmlformats.org/officeDocument/2006/relationships" xmlns:p="http://schemas.openxmlformats.org/presentationml/2006/main">
  <p:tag name="SHAPENAME" val="Subtitle"/>
</p:tagLst>
</file>

<file path=ppt/tags/tag47.xml><?xml version="1.0" encoding="utf-8"?>
<p:tagLst xmlns:a="http://schemas.openxmlformats.org/drawingml/2006/main" xmlns:r="http://schemas.openxmlformats.org/officeDocument/2006/relationships" xmlns:p="http://schemas.openxmlformats.org/presentationml/2006/main">
  <p:tag name="SHAPENAME" val="Title"/>
</p:tagLst>
</file>

<file path=ppt/tags/tag48.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4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0.xml><?xml version="1.0" encoding="utf-8"?>
<p:tagLst xmlns:a="http://schemas.openxmlformats.org/drawingml/2006/main" xmlns:r="http://schemas.openxmlformats.org/officeDocument/2006/relationships" xmlns:p="http://schemas.openxmlformats.org/presentationml/2006/main">
  <p:tag name="SHAPENAME" val="3. Subtitle"/>
</p:tagLst>
</file>

<file path=ppt/tags/tag51.xml><?xml version="1.0" encoding="utf-8"?>
<p:tagLst xmlns:a="http://schemas.openxmlformats.org/drawingml/2006/main" xmlns:r="http://schemas.openxmlformats.org/officeDocument/2006/relationships" xmlns:p="http://schemas.openxmlformats.org/presentationml/2006/main">
  <p:tag name="SHAPENAME" val="5. Source"/>
</p:tagLst>
</file>

<file path=ppt/tags/tag5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3.xml><?xml version="1.0" encoding="utf-8"?>
<p:tagLst xmlns:a="http://schemas.openxmlformats.org/drawingml/2006/main" xmlns:r="http://schemas.openxmlformats.org/officeDocument/2006/relationships" xmlns:p="http://schemas.openxmlformats.org/presentationml/2006/main">
  <p:tag name="SHAPENAME" val="5. Source"/>
</p:tagLst>
</file>

<file path=ppt/tags/tag5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5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56.xml><?xml version="1.0" encoding="utf-8"?>
<p:tagLst xmlns:a="http://schemas.openxmlformats.org/drawingml/2006/main" xmlns:r="http://schemas.openxmlformats.org/officeDocument/2006/relationships" xmlns:p="http://schemas.openxmlformats.org/presentationml/2006/main">
  <p:tag name="SHAPENAME" val="5. Source"/>
</p:tagLst>
</file>

<file path=ppt/tags/tag5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58.xml><?xml version="1.0" encoding="utf-8"?>
<p:tagLst xmlns:a="http://schemas.openxmlformats.org/drawingml/2006/main" xmlns:r="http://schemas.openxmlformats.org/officeDocument/2006/relationships" xmlns:p="http://schemas.openxmlformats.org/presentationml/2006/main">
  <p:tag name="SHAPENAME" val="5. Source"/>
</p:tagLst>
</file>

<file path=ppt/tags/tag5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1.xml><?xml version="1.0" encoding="utf-8"?>
<p:tagLst xmlns:a="http://schemas.openxmlformats.org/drawingml/2006/main" xmlns:r="http://schemas.openxmlformats.org/officeDocument/2006/relationships" xmlns:p="http://schemas.openxmlformats.org/presentationml/2006/main">
  <p:tag name="SHAPENAME" val="5. Source"/>
</p:tagLst>
</file>

<file path=ppt/tags/tag6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3.xml><?xml version="1.0" encoding="utf-8"?>
<p:tagLst xmlns:a="http://schemas.openxmlformats.org/drawingml/2006/main" xmlns:r="http://schemas.openxmlformats.org/officeDocument/2006/relationships" xmlns:p="http://schemas.openxmlformats.org/presentationml/2006/main">
  <p:tag name="SHAPENAME" val="5. Source"/>
</p:tagLst>
</file>

<file path=ppt/tags/tag64.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6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66.xml><?xml version="1.0" encoding="utf-8"?>
<p:tagLst xmlns:a="http://schemas.openxmlformats.org/drawingml/2006/main" xmlns:r="http://schemas.openxmlformats.org/officeDocument/2006/relationships" xmlns:p="http://schemas.openxmlformats.org/presentationml/2006/main">
  <p:tag name="SHAPENAME" val="5. Source"/>
</p:tagLst>
</file>

<file path=ppt/tags/tag6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68.xml><?xml version="1.0" encoding="utf-8"?>
<p:tagLst xmlns:a="http://schemas.openxmlformats.org/drawingml/2006/main" xmlns:r="http://schemas.openxmlformats.org/officeDocument/2006/relationships" xmlns:p="http://schemas.openxmlformats.org/presentationml/2006/main">
  <p:tag name="SHAPENAME" val="5. Source"/>
</p:tagLst>
</file>

<file path=ppt/tags/tag6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7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7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72.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73.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74.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75.xml><?xml version="1.0" encoding="utf-8"?>
<p:tagLst xmlns:a="http://schemas.openxmlformats.org/drawingml/2006/main" xmlns:r="http://schemas.openxmlformats.org/officeDocument/2006/relationships" xmlns:p="http://schemas.openxmlformats.org/presentationml/2006/main">
  <p:tag name="SHAPENAME" val="TopLineLeft"/>
</p:tagLst>
</file>

<file path=ppt/tags/tag7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77.xml><?xml version="1.0" encoding="utf-8"?>
<p:tagLst xmlns:a="http://schemas.openxmlformats.org/drawingml/2006/main" xmlns:r="http://schemas.openxmlformats.org/officeDocument/2006/relationships" xmlns:p="http://schemas.openxmlformats.org/presentationml/2006/main">
  <p:tag name="SHAPENAME" val="3. Subtitle"/>
</p:tagLst>
</file>

<file path=ppt/tags/tag78.xml><?xml version="1.0" encoding="utf-8"?>
<p:tagLst xmlns:a="http://schemas.openxmlformats.org/drawingml/2006/main" xmlns:r="http://schemas.openxmlformats.org/officeDocument/2006/relationships" xmlns:p="http://schemas.openxmlformats.org/presentationml/2006/main">
  <p:tag name="SHAPENAME" val="5. Source"/>
</p:tagLst>
</file>

<file path=ppt/tags/tag7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8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81.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82.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83.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84.xml><?xml version="1.0" encoding="utf-8"?>
<p:tagLst xmlns:a="http://schemas.openxmlformats.org/drawingml/2006/main" xmlns:r="http://schemas.openxmlformats.org/officeDocument/2006/relationships" xmlns:p="http://schemas.openxmlformats.org/presentationml/2006/main">
  <p:tag name="SHAPENAME" val="TopLineLeft"/>
</p:tagLst>
</file>

<file path=ppt/tags/tag85.xml><?xml version="1.0" encoding="utf-8"?>
<p:tagLst xmlns:a="http://schemas.openxmlformats.org/drawingml/2006/main" xmlns:r="http://schemas.openxmlformats.org/officeDocument/2006/relationships" xmlns:p="http://schemas.openxmlformats.org/presentationml/2006/main">
  <p:tag name="SHAPENAME" val="5. Source"/>
</p:tagLst>
</file>

<file path=ppt/tags/tag86.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8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8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89.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90.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91.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92.xml><?xml version="1.0" encoding="utf-8"?>
<p:tagLst xmlns:a="http://schemas.openxmlformats.org/drawingml/2006/main" xmlns:r="http://schemas.openxmlformats.org/officeDocument/2006/relationships" xmlns:p="http://schemas.openxmlformats.org/presentationml/2006/main">
  <p:tag name="SHAPENAME" val="TopLineLeft"/>
</p:tagLst>
</file>

<file path=ppt/tags/tag9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94.xml><?xml version="1.0" encoding="utf-8"?>
<p:tagLst xmlns:a="http://schemas.openxmlformats.org/drawingml/2006/main" xmlns:r="http://schemas.openxmlformats.org/officeDocument/2006/relationships" xmlns:p="http://schemas.openxmlformats.org/presentationml/2006/main">
  <p:tag name="SHAPENAME" val="3. Subtitle"/>
</p:tagLst>
</file>

<file path=ppt/tags/tag95.xml><?xml version="1.0" encoding="utf-8"?>
<p:tagLst xmlns:a="http://schemas.openxmlformats.org/drawingml/2006/main" xmlns:r="http://schemas.openxmlformats.org/officeDocument/2006/relationships" xmlns:p="http://schemas.openxmlformats.org/presentationml/2006/main">
  <p:tag name="SHAPENAME" val="5. Source"/>
</p:tagLst>
</file>

<file path=ppt/tags/tag9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97.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98.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99.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00.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01.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02.xml><?xml version="1.0" encoding="utf-8"?>
<p:tagLst xmlns:a="http://schemas.openxmlformats.org/drawingml/2006/main" xmlns:r="http://schemas.openxmlformats.org/officeDocument/2006/relationships" xmlns:p="http://schemas.openxmlformats.org/presentationml/2006/main">
  <p:tag name="SHAPENAME" val="5. Source"/>
</p:tagLst>
</file>

<file path=ppt/tags/tag103.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0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0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06.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07.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08.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09.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10.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111.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12.xml><?xml version="1.0" encoding="utf-8"?>
<p:tagLst xmlns:a="http://schemas.openxmlformats.org/drawingml/2006/main" xmlns:r="http://schemas.openxmlformats.org/officeDocument/2006/relationships" xmlns:p="http://schemas.openxmlformats.org/presentationml/2006/main">
  <p:tag name="SHAPENAME" val="3. Subtitle"/>
</p:tagLst>
</file>

<file path=ppt/tags/tag113.xml><?xml version="1.0" encoding="utf-8"?>
<p:tagLst xmlns:a="http://schemas.openxmlformats.org/drawingml/2006/main" xmlns:r="http://schemas.openxmlformats.org/officeDocument/2006/relationships" xmlns:p="http://schemas.openxmlformats.org/presentationml/2006/main">
  <p:tag name="SHAPENAME" val="5. Source"/>
</p:tagLst>
</file>

<file path=ppt/tags/tag11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15.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16.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17.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18.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19.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20.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121.xml><?xml version="1.0" encoding="utf-8"?>
<p:tagLst xmlns:a="http://schemas.openxmlformats.org/drawingml/2006/main" xmlns:r="http://schemas.openxmlformats.org/officeDocument/2006/relationships" xmlns:p="http://schemas.openxmlformats.org/presentationml/2006/main">
  <p:tag name="SHAPENAME" val="5. Source"/>
</p:tagLst>
</file>

<file path=ppt/tags/tag12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23.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2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25.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26.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27.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28.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29.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13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31.xml><?xml version="1.0" encoding="utf-8"?>
<p:tagLst xmlns:a="http://schemas.openxmlformats.org/drawingml/2006/main" xmlns:r="http://schemas.openxmlformats.org/officeDocument/2006/relationships" xmlns:p="http://schemas.openxmlformats.org/presentationml/2006/main">
  <p:tag name="SHAPENAME" val="3. Subtitle"/>
</p:tagLst>
</file>

<file path=ppt/tags/tag132.xml><?xml version="1.0" encoding="utf-8"?>
<p:tagLst xmlns:a="http://schemas.openxmlformats.org/drawingml/2006/main" xmlns:r="http://schemas.openxmlformats.org/officeDocument/2006/relationships" xmlns:p="http://schemas.openxmlformats.org/presentationml/2006/main">
  <p:tag name="SHAPENAME" val="5. Source"/>
</p:tagLst>
</file>

<file path=ppt/tags/tag13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34.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35.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36.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37.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38.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139.xml><?xml version="1.0" encoding="utf-8"?>
<p:tagLst xmlns:a="http://schemas.openxmlformats.org/drawingml/2006/main" xmlns:r="http://schemas.openxmlformats.org/officeDocument/2006/relationships" xmlns:p="http://schemas.openxmlformats.org/presentationml/2006/main">
  <p:tag name="SHAPENAME" val="5. Source"/>
</p:tagLst>
</file>

<file path=ppt/tags/tag14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41.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4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4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44.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45.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46.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47.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48.xml><?xml version="1.0" encoding="utf-8"?>
<p:tagLst xmlns:a="http://schemas.openxmlformats.org/drawingml/2006/main" xmlns:r="http://schemas.openxmlformats.org/officeDocument/2006/relationships" xmlns:p="http://schemas.openxmlformats.org/presentationml/2006/main">
  <p:tag name="SHAPENAME" val="Straight Connector 17"/>
</p:tagLst>
</file>

<file path=ppt/tags/tag149.xml><?xml version="1.0" encoding="utf-8"?>
<p:tagLst xmlns:a="http://schemas.openxmlformats.org/drawingml/2006/main" xmlns:r="http://schemas.openxmlformats.org/officeDocument/2006/relationships" xmlns:p="http://schemas.openxmlformats.org/presentationml/2006/main">
  <p:tag name="SHAPENAME" val="3. Subtitle"/>
</p:tagLst>
</file>

<file path=ppt/tags/tag150.xml><?xml version="1.0" encoding="utf-8"?>
<p:tagLst xmlns:a="http://schemas.openxmlformats.org/drawingml/2006/main" xmlns:r="http://schemas.openxmlformats.org/officeDocument/2006/relationships" xmlns:p="http://schemas.openxmlformats.org/presentationml/2006/main">
  <p:tag name="SHAPENAME" val="5. Source"/>
</p:tagLst>
</file>

<file path=ppt/tags/tag151.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52.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53.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154.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15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56.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57.xml><?xml version="1.0" encoding="utf-8"?>
<p:tagLst xmlns:a="http://schemas.openxmlformats.org/drawingml/2006/main" xmlns:r="http://schemas.openxmlformats.org/officeDocument/2006/relationships" xmlns:p="http://schemas.openxmlformats.org/presentationml/2006/main">
  <p:tag name="SHAPENAME" val="Straight Connector 17"/>
</p:tagLst>
</file>

<file path=ppt/tags/tag158.xml><?xml version="1.0" encoding="utf-8"?>
<p:tagLst xmlns:a="http://schemas.openxmlformats.org/drawingml/2006/main" xmlns:r="http://schemas.openxmlformats.org/officeDocument/2006/relationships" xmlns:p="http://schemas.openxmlformats.org/presentationml/2006/main">
  <p:tag name="SHAPENAME" val="5. Source"/>
</p:tagLst>
</file>

<file path=ppt/tags/tag15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16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16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62.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63.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64.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6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6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67.xml><?xml version="1.0" encoding="utf-8"?>
<p:tagLst xmlns:a="http://schemas.openxmlformats.org/drawingml/2006/main" xmlns:r="http://schemas.openxmlformats.org/officeDocument/2006/relationships" xmlns:p="http://schemas.openxmlformats.org/presentationml/2006/main">
  <p:tag name="SHAPENAME" val="3. Subtitle"/>
</p:tagLst>
</file>

<file path=ppt/tags/tag168.xml><?xml version="1.0" encoding="utf-8"?>
<p:tagLst xmlns:a="http://schemas.openxmlformats.org/drawingml/2006/main" xmlns:r="http://schemas.openxmlformats.org/officeDocument/2006/relationships" xmlns:p="http://schemas.openxmlformats.org/presentationml/2006/main">
  <p:tag name="SHAPENAME" val="5. Source"/>
</p:tagLst>
</file>

<file path=ppt/tags/tag16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70.xml><?xml version="1.0" encoding="utf-8"?>
<p:tagLst xmlns:a="http://schemas.openxmlformats.org/drawingml/2006/main" xmlns:r="http://schemas.openxmlformats.org/officeDocument/2006/relationships" xmlns:p="http://schemas.openxmlformats.org/presentationml/2006/main">
  <p:tag name="SHAPENAME" val="TopLineLeft"/>
</p:tagLst>
</file>

<file path=ppt/tags/tag171.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172.xml><?xml version="1.0" encoding="utf-8"?>
<p:tagLst xmlns:a="http://schemas.openxmlformats.org/drawingml/2006/main" xmlns:r="http://schemas.openxmlformats.org/officeDocument/2006/relationships" xmlns:p="http://schemas.openxmlformats.org/presentationml/2006/main">
  <p:tag name="SHAPENAME" val="5. Source"/>
</p:tagLst>
</file>

<file path=ppt/tags/tag173.xml><?xml version="1.0" encoding="utf-8"?>
<p:tagLst xmlns:a="http://schemas.openxmlformats.org/drawingml/2006/main" xmlns:r="http://schemas.openxmlformats.org/officeDocument/2006/relationships" xmlns:p="http://schemas.openxmlformats.org/presentationml/2006/main">
  <p:tag name="SHAPENAME" val="5. Source"/>
</p:tagLst>
</file>

<file path=ppt/tags/tag174.xml><?xml version="1.0" encoding="utf-8"?>
<p:tagLst xmlns:a="http://schemas.openxmlformats.org/drawingml/2006/main" xmlns:r="http://schemas.openxmlformats.org/officeDocument/2006/relationships" xmlns:p="http://schemas.openxmlformats.org/presentationml/2006/main">
  <p:tag name="SHAPENAME" val="ClientLogo"/>
</p:tagLst>
</file>

<file path=ppt/tags/tag175.xml><?xml version="1.0" encoding="utf-8"?>
<p:tagLst xmlns:a="http://schemas.openxmlformats.org/drawingml/2006/main" xmlns:r="http://schemas.openxmlformats.org/officeDocument/2006/relationships" xmlns:p="http://schemas.openxmlformats.org/presentationml/2006/main">
  <p:tag name="SHAPENAME" val="5. Source"/>
</p:tagLst>
</file>

<file path=ppt/tags/tag176.xml><?xml version="1.0" encoding="utf-8"?>
<p:tagLst xmlns:a="http://schemas.openxmlformats.org/drawingml/2006/main" xmlns:r="http://schemas.openxmlformats.org/officeDocument/2006/relationships" xmlns:p="http://schemas.openxmlformats.org/presentationml/2006/main">
  <p:tag name="SHAPENAME" val="ClientLogo"/>
</p:tagLst>
</file>

<file path=ppt/tags/tag177.xml><?xml version="1.0" encoding="utf-8"?>
<p:tagLst xmlns:a="http://schemas.openxmlformats.org/drawingml/2006/main" xmlns:r="http://schemas.openxmlformats.org/officeDocument/2006/relationships" xmlns:p="http://schemas.openxmlformats.org/presentationml/2006/main">
  <p:tag name="SHAPENAME" val="Documenttype"/>
</p:tagLst>
</file>

<file path=ppt/tags/tag178.xml><?xml version="1.0" encoding="utf-8"?>
<p:tagLst xmlns:a="http://schemas.openxmlformats.org/drawingml/2006/main" xmlns:r="http://schemas.openxmlformats.org/officeDocument/2006/relationships" xmlns:p="http://schemas.openxmlformats.org/presentationml/2006/main">
  <p:tag name="SHAPENAME" val="Subtitle"/>
</p:tagLst>
</file>

<file path=ppt/tags/tag179.xml><?xml version="1.0" encoding="utf-8"?>
<p:tagLst xmlns:a="http://schemas.openxmlformats.org/drawingml/2006/main" xmlns:r="http://schemas.openxmlformats.org/officeDocument/2006/relationships" xmlns:p="http://schemas.openxmlformats.org/presentationml/2006/main">
  <p:tag name="SHAPENAME" val="Title"/>
</p:tagLst>
</file>

<file path=ppt/tags/tag18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1.xml><?xml version="1.0" encoding="utf-8"?>
<p:tagLst xmlns:a="http://schemas.openxmlformats.org/drawingml/2006/main" xmlns:r="http://schemas.openxmlformats.org/officeDocument/2006/relationships" xmlns:p="http://schemas.openxmlformats.org/presentationml/2006/main">
  <p:tag name="SHAPENAME" val="5. Source"/>
</p:tagLst>
</file>

<file path=ppt/tags/tag182.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3.xml><?xml version="1.0" encoding="utf-8"?>
<p:tagLst xmlns:a="http://schemas.openxmlformats.org/drawingml/2006/main" xmlns:r="http://schemas.openxmlformats.org/officeDocument/2006/relationships" xmlns:p="http://schemas.openxmlformats.org/presentationml/2006/main">
  <p:tag name="SHAPENAME" val="3. Subtitle"/>
</p:tagLst>
</file>

<file path=ppt/tags/tag184.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85.xml><?xml version="1.0" encoding="utf-8"?>
<p:tagLst xmlns:a="http://schemas.openxmlformats.org/drawingml/2006/main" xmlns:r="http://schemas.openxmlformats.org/officeDocument/2006/relationships" xmlns:p="http://schemas.openxmlformats.org/presentationml/2006/main">
  <p:tag name="SHAPENAME" val="TopLine"/>
</p:tagLst>
</file>

<file path=ppt/tags/tag186.xml><?xml version="1.0" encoding="utf-8"?>
<p:tagLst xmlns:a="http://schemas.openxmlformats.org/drawingml/2006/main" xmlns:r="http://schemas.openxmlformats.org/officeDocument/2006/relationships" xmlns:p="http://schemas.openxmlformats.org/presentationml/2006/main">
  <p:tag name="SHAPENAME" val="BottomLine"/>
</p:tagLst>
</file>

<file path=ppt/tags/tag18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8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89.xml><?xml version="1.0" encoding="utf-8"?>
<p:tagLst xmlns:a="http://schemas.openxmlformats.org/drawingml/2006/main" xmlns:r="http://schemas.openxmlformats.org/officeDocument/2006/relationships" xmlns:p="http://schemas.openxmlformats.org/presentationml/2006/main">
  <p:tag name="SHAPENAME" val="5. Source"/>
</p:tagLst>
</file>

<file path=ppt/tags/tag19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19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2.xml><?xml version="1.0" encoding="utf-8"?>
<p:tagLst xmlns:a="http://schemas.openxmlformats.org/drawingml/2006/main" xmlns:r="http://schemas.openxmlformats.org/officeDocument/2006/relationships" xmlns:p="http://schemas.openxmlformats.org/presentationml/2006/main">
  <p:tag name="SHAPENAME" val="5. Source"/>
</p:tagLst>
</file>

<file path=ppt/tags/tag19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4.xml><?xml version="1.0" encoding="utf-8"?>
<p:tagLst xmlns:a="http://schemas.openxmlformats.org/drawingml/2006/main" xmlns:r="http://schemas.openxmlformats.org/officeDocument/2006/relationships" xmlns:p="http://schemas.openxmlformats.org/presentationml/2006/main">
  <p:tag name="SHAPENAME" val="TopLine"/>
</p:tagLst>
</file>

<file path=ppt/tags/tag195.xml><?xml version="1.0" encoding="utf-8"?>
<p:tagLst xmlns:a="http://schemas.openxmlformats.org/drawingml/2006/main" xmlns:r="http://schemas.openxmlformats.org/officeDocument/2006/relationships" xmlns:p="http://schemas.openxmlformats.org/presentationml/2006/main">
  <p:tag name="SHAPENAME" val="BottomLine"/>
</p:tagLst>
</file>

<file path=ppt/tags/tag196.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197.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198.xml><?xml version="1.0" encoding="utf-8"?>
<p:tagLst xmlns:a="http://schemas.openxmlformats.org/drawingml/2006/main" xmlns:r="http://schemas.openxmlformats.org/officeDocument/2006/relationships" xmlns:p="http://schemas.openxmlformats.org/presentationml/2006/main">
  <p:tag name="SHAPENAME" val="5. Source"/>
</p:tagLst>
</file>

<file path=ppt/tags/tag199.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00.xml><?xml version="1.0" encoding="utf-8"?>
<p:tagLst xmlns:a="http://schemas.openxmlformats.org/drawingml/2006/main" xmlns:r="http://schemas.openxmlformats.org/officeDocument/2006/relationships" xmlns:p="http://schemas.openxmlformats.org/presentationml/2006/main">
  <p:tag name="SHAPENAME" val="5. Source"/>
</p:tagLst>
</file>

<file path=ppt/tags/tag201.xml><?xml version="1.0" encoding="utf-8"?>
<p:tagLst xmlns:a="http://schemas.openxmlformats.org/drawingml/2006/main" xmlns:r="http://schemas.openxmlformats.org/officeDocument/2006/relationships" xmlns:p="http://schemas.openxmlformats.org/presentationml/2006/main">
  <p:tag name="SHAPENAME" val="TopLine"/>
</p:tagLst>
</file>

<file path=ppt/tags/tag202.xml><?xml version="1.0" encoding="utf-8"?>
<p:tagLst xmlns:a="http://schemas.openxmlformats.org/drawingml/2006/main" xmlns:r="http://schemas.openxmlformats.org/officeDocument/2006/relationships" xmlns:p="http://schemas.openxmlformats.org/presentationml/2006/main">
  <p:tag name="SHAPENAME" val="BottomLine"/>
</p:tagLst>
</file>

<file path=ppt/tags/tag20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04.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05.xml><?xml version="1.0" encoding="utf-8"?>
<p:tagLst xmlns:a="http://schemas.openxmlformats.org/drawingml/2006/main" xmlns:r="http://schemas.openxmlformats.org/officeDocument/2006/relationships" xmlns:p="http://schemas.openxmlformats.org/presentationml/2006/main">
  <p:tag name="SHAPENAME" val="5. Source"/>
</p:tagLst>
</file>

<file path=ppt/tags/tag20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07.xml><?xml version="1.0" encoding="utf-8"?>
<p:tagLst xmlns:a="http://schemas.openxmlformats.org/drawingml/2006/main" xmlns:r="http://schemas.openxmlformats.org/officeDocument/2006/relationships" xmlns:p="http://schemas.openxmlformats.org/presentationml/2006/main">
  <p:tag name="SHAPENAME" val="5. Source"/>
</p:tagLst>
</file>

<file path=ppt/tags/tag208.xml><?xml version="1.0" encoding="utf-8"?>
<p:tagLst xmlns:a="http://schemas.openxmlformats.org/drawingml/2006/main" xmlns:r="http://schemas.openxmlformats.org/officeDocument/2006/relationships" xmlns:p="http://schemas.openxmlformats.org/presentationml/2006/main">
  <p:tag name="SHAPENAME" val="TopLine"/>
</p:tagLst>
</file>

<file path=ppt/tags/tag209.xml><?xml version="1.0" encoding="utf-8"?>
<p:tagLst xmlns:a="http://schemas.openxmlformats.org/drawingml/2006/main" xmlns:r="http://schemas.openxmlformats.org/officeDocument/2006/relationships" xmlns:p="http://schemas.openxmlformats.org/presentationml/2006/main">
  <p:tag name="SHAPENAME" val="BottomLine"/>
</p:tagLst>
</file>

<file path=ppt/tags/tag210.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1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12.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13.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14.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1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16.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1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18.xml><?xml version="1.0" encoding="utf-8"?>
<p:tagLst xmlns:a="http://schemas.openxmlformats.org/drawingml/2006/main" xmlns:r="http://schemas.openxmlformats.org/officeDocument/2006/relationships" xmlns:p="http://schemas.openxmlformats.org/presentationml/2006/main">
  <p:tag name="SHAPENAME" val="3. Subtitle"/>
</p:tagLst>
</file>

<file path=ppt/tags/tag219.xml><?xml version="1.0" encoding="utf-8"?>
<p:tagLst xmlns:a="http://schemas.openxmlformats.org/drawingml/2006/main" xmlns:r="http://schemas.openxmlformats.org/officeDocument/2006/relationships" xmlns:p="http://schemas.openxmlformats.org/presentationml/2006/main">
  <p:tag name="SHAPENAME" val="5. Source"/>
</p:tagLst>
</file>

<file path=ppt/tags/tag22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21.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22.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23.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24.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25.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26.xml><?xml version="1.0" encoding="utf-8"?>
<p:tagLst xmlns:a="http://schemas.openxmlformats.org/drawingml/2006/main" xmlns:r="http://schemas.openxmlformats.org/officeDocument/2006/relationships" xmlns:p="http://schemas.openxmlformats.org/presentationml/2006/main">
  <p:tag name="SHAPENAME" val="5. Source"/>
</p:tagLst>
</file>

<file path=ppt/tags/tag227.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28.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29.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30.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31.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32.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33.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34.xml><?xml version="1.0" encoding="utf-8"?>
<p:tagLst xmlns:a="http://schemas.openxmlformats.org/drawingml/2006/main" xmlns:r="http://schemas.openxmlformats.org/officeDocument/2006/relationships" xmlns:p="http://schemas.openxmlformats.org/presentationml/2006/main">
  <p:tag name="SHAPENAME" val="3. Subtitle"/>
</p:tagLst>
</file>

<file path=ppt/tags/tag235.xml><?xml version="1.0" encoding="utf-8"?>
<p:tagLst xmlns:a="http://schemas.openxmlformats.org/drawingml/2006/main" xmlns:r="http://schemas.openxmlformats.org/officeDocument/2006/relationships" xmlns:p="http://schemas.openxmlformats.org/presentationml/2006/main">
  <p:tag name="SHAPENAME" val="5. Source"/>
</p:tagLst>
</file>

<file path=ppt/tags/tag236.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37.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38.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39.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40.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41.xml><?xml version="1.0" encoding="utf-8"?>
<p:tagLst xmlns:a="http://schemas.openxmlformats.org/drawingml/2006/main" xmlns:r="http://schemas.openxmlformats.org/officeDocument/2006/relationships" xmlns:p="http://schemas.openxmlformats.org/presentationml/2006/main">
  <p:tag name="SHAPENAME" val="5. Source"/>
</p:tagLst>
</file>

<file path=ppt/tags/tag242.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43.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44.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45.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46.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47.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48.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249.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50.xml><?xml version="1.0" encoding="utf-8"?>
<p:tagLst xmlns:a="http://schemas.openxmlformats.org/drawingml/2006/main" xmlns:r="http://schemas.openxmlformats.org/officeDocument/2006/relationships" xmlns:p="http://schemas.openxmlformats.org/presentationml/2006/main">
  <p:tag name="SHAPENAME" val="3. Subtitle"/>
</p:tagLst>
</file>

<file path=ppt/tags/tag251.xml><?xml version="1.0" encoding="utf-8"?>
<p:tagLst xmlns:a="http://schemas.openxmlformats.org/drawingml/2006/main" xmlns:r="http://schemas.openxmlformats.org/officeDocument/2006/relationships" xmlns:p="http://schemas.openxmlformats.org/presentationml/2006/main">
  <p:tag name="SHAPENAME" val="5. Source"/>
</p:tagLst>
</file>

<file path=ppt/tags/tag25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53.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54.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5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56.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57.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258.xml><?xml version="1.0" encoding="utf-8"?>
<p:tagLst xmlns:a="http://schemas.openxmlformats.org/drawingml/2006/main" xmlns:r="http://schemas.openxmlformats.org/officeDocument/2006/relationships" xmlns:p="http://schemas.openxmlformats.org/presentationml/2006/main">
  <p:tag name="SHAPENAME" val="5. Source"/>
</p:tagLst>
</file>

<file path=ppt/tags/tag259.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60.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261.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62.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63.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64.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65.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66.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26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68.xml><?xml version="1.0" encoding="utf-8"?>
<p:tagLst xmlns:a="http://schemas.openxmlformats.org/drawingml/2006/main" xmlns:r="http://schemas.openxmlformats.org/officeDocument/2006/relationships" xmlns:p="http://schemas.openxmlformats.org/presentationml/2006/main">
  <p:tag name="SHAPENAME" val="3. Subtitle"/>
</p:tagLst>
</file>

<file path=ppt/tags/tag269.xml><?xml version="1.0" encoding="utf-8"?>
<p:tagLst xmlns:a="http://schemas.openxmlformats.org/drawingml/2006/main" xmlns:r="http://schemas.openxmlformats.org/officeDocument/2006/relationships" xmlns:p="http://schemas.openxmlformats.org/presentationml/2006/main">
  <p:tag name="SHAPENAME" val="5. Source"/>
</p:tagLst>
</file>

<file path=ppt/tags/tag270.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71.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72.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73.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74.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75.xml><?xml version="1.0" encoding="utf-8"?>
<p:tagLst xmlns:a="http://schemas.openxmlformats.org/drawingml/2006/main" xmlns:r="http://schemas.openxmlformats.org/officeDocument/2006/relationships" xmlns:p="http://schemas.openxmlformats.org/presentationml/2006/main">
  <p:tag name="SHAPENAME" val="Straight Connector 15"/>
</p:tagLst>
</file>

<file path=ppt/tags/tag276.xml><?xml version="1.0" encoding="utf-8"?>
<p:tagLst xmlns:a="http://schemas.openxmlformats.org/drawingml/2006/main" xmlns:r="http://schemas.openxmlformats.org/officeDocument/2006/relationships" xmlns:p="http://schemas.openxmlformats.org/presentationml/2006/main">
  <p:tag name="SHAPENAME" val="5. Source"/>
</p:tagLst>
</file>

<file path=ppt/tags/tag277.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278.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79.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80.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81.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82.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83.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84.xml><?xml version="1.0" encoding="utf-8"?>
<p:tagLst xmlns:a="http://schemas.openxmlformats.org/drawingml/2006/main" xmlns:r="http://schemas.openxmlformats.org/officeDocument/2006/relationships" xmlns:p="http://schemas.openxmlformats.org/presentationml/2006/main">
  <p:tag name="SHAPENAME" val="Straight Connector 17"/>
</p:tagLst>
</file>

<file path=ppt/tags/tag285.xml><?xml version="1.0" encoding="utf-8"?>
<p:tagLst xmlns:a="http://schemas.openxmlformats.org/drawingml/2006/main" xmlns:r="http://schemas.openxmlformats.org/officeDocument/2006/relationships" xmlns:p="http://schemas.openxmlformats.org/presentationml/2006/main">
  <p:tag name="SHAPENAME" val="3. Subtitle"/>
</p:tagLst>
</file>

<file path=ppt/tags/tag286.xml><?xml version="1.0" encoding="utf-8"?>
<p:tagLst xmlns:a="http://schemas.openxmlformats.org/drawingml/2006/main" xmlns:r="http://schemas.openxmlformats.org/officeDocument/2006/relationships" xmlns:p="http://schemas.openxmlformats.org/presentationml/2006/main">
  <p:tag name="SHAPENAME" val="5. Source"/>
</p:tagLst>
</file>

<file path=ppt/tags/tag287.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288.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289.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290.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91.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92.xml><?xml version="1.0" encoding="utf-8"?>
<p:tagLst xmlns:a="http://schemas.openxmlformats.org/drawingml/2006/main" xmlns:r="http://schemas.openxmlformats.org/officeDocument/2006/relationships" xmlns:p="http://schemas.openxmlformats.org/presentationml/2006/main">
  <p:tag name="SHAPENAME" val="Straight Connector 17"/>
</p:tagLst>
</file>

<file path=ppt/tags/tag293.xml><?xml version="1.0" encoding="utf-8"?>
<p:tagLst xmlns:a="http://schemas.openxmlformats.org/drawingml/2006/main" xmlns:r="http://schemas.openxmlformats.org/officeDocument/2006/relationships" xmlns:p="http://schemas.openxmlformats.org/presentationml/2006/main">
  <p:tag name="SHAPENAME" val="5. Source"/>
</p:tagLst>
</file>

<file path=ppt/tags/tag294.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29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296.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97.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298.xml><?xml version="1.0" encoding="utf-8"?>
<p:tagLst xmlns:a="http://schemas.openxmlformats.org/drawingml/2006/main" xmlns:r="http://schemas.openxmlformats.org/officeDocument/2006/relationships" xmlns:p="http://schemas.openxmlformats.org/presentationml/2006/main">
  <p:tag name="SHAPENAME" val="TopLineLeft"/>
</p:tagLst>
</file>

<file path=ppt/tags/tag299.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30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01.xml><?xml version="1.0" encoding="utf-8"?>
<p:tagLst xmlns:a="http://schemas.openxmlformats.org/drawingml/2006/main" xmlns:r="http://schemas.openxmlformats.org/officeDocument/2006/relationships" xmlns:p="http://schemas.openxmlformats.org/presentationml/2006/main">
  <p:tag name="SHAPENAME" val="3. Subtitle"/>
</p:tagLst>
</file>

<file path=ppt/tags/tag302.xml><?xml version="1.0" encoding="utf-8"?>
<p:tagLst xmlns:a="http://schemas.openxmlformats.org/drawingml/2006/main" xmlns:r="http://schemas.openxmlformats.org/officeDocument/2006/relationships" xmlns:p="http://schemas.openxmlformats.org/presentationml/2006/main">
  <p:tag name="SHAPENAME" val="5. Source"/>
</p:tagLst>
</file>

<file path=ppt/tags/tag30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04.xml><?xml version="1.0" encoding="utf-8"?>
<p:tagLst xmlns:a="http://schemas.openxmlformats.org/drawingml/2006/main" xmlns:r="http://schemas.openxmlformats.org/officeDocument/2006/relationships" xmlns:p="http://schemas.openxmlformats.org/presentationml/2006/main">
  <p:tag name="SHAPENAME" val="TopLineLeft"/>
</p:tagLst>
</file>

<file path=ppt/tags/tag305.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306.xml><?xml version="1.0" encoding="utf-8"?>
<p:tagLst xmlns:a="http://schemas.openxmlformats.org/drawingml/2006/main" xmlns:r="http://schemas.openxmlformats.org/officeDocument/2006/relationships" xmlns:p="http://schemas.openxmlformats.org/presentationml/2006/main">
  <p:tag name="SHAPENAME" val="5. Source"/>
</p:tagLst>
</file>

<file path=ppt/tags/tag307.xml><?xml version="1.0" encoding="utf-8"?>
<p:tagLst xmlns:a="http://schemas.openxmlformats.org/drawingml/2006/main" xmlns:r="http://schemas.openxmlformats.org/officeDocument/2006/relationships" xmlns:p="http://schemas.openxmlformats.org/presentationml/2006/main">
  <p:tag name="SHAPENAME" val="5. Source"/>
</p:tagLst>
</file>

<file path=ppt/tags/tag308.xml><?xml version="1.0" encoding="utf-8"?>
<p:tagLst xmlns:a="http://schemas.openxmlformats.org/drawingml/2006/main" xmlns:r="http://schemas.openxmlformats.org/officeDocument/2006/relationships" xmlns:p="http://schemas.openxmlformats.org/presentationml/2006/main">
  <p:tag name="SHAPENAME" val="ClientLogo"/>
</p:tagLst>
</file>

<file path=ppt/tags/tag309.xml><?xml version="1.0" encoding="utf-8"?>
<p:tagLst xmlns:a="http://schemas.openxmlformats.org/drawingml/2006/main" xmlns:r="http://schemas.openxmlformats.org/officeDocument/2006/relationships" xmlns:p="http://schemas.openxmlformats.org/presentationml/2006/main">
  <p:tag name="SHAPENAME" val="5. Source"/>
</p:tagLst>
</file>

<file path=ppt/tags/tag310.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11.xml><?xml version="1.0" encoding="utf-8"?>
<p:tagLst xmlns:a="http://schemas.openxmlformats.org/drawingml/2006/main" xmlns:r="http://schemas.openxmlformats.org/officeDocument/2006/relationships" xmlns:p="http://schemas.openxmlformats.org/presentationml/2006/main">
  <p:tag name="SHAPENAME" val="5. Source"/>
</p:tagLst>
</file>

<file path=ppt/tags/tag312.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13.xml><?xml version="1.0" encoding="utf-8"?>
<p:tagLst xmlns:a="http://schemas.openxmlformats.org/drawingml/2006/main" xmlns:r="http://schemas.openxmlformats.org/officeDocument/2006/relationships" xmlns:p="http://schemas.openxmlformats.org/presentationml/2006/main">
  <p:tag name="SHAPENAME" val="RectangleLight"/>
</p:tagLst>
</file>

<file path=ppt/tags/tag31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315.xml><?xml version="1.0" encoding="utf-8"?>
<p:tagLst xmlns:a="http://schemas.openxmlformats.org/drawingml/2006/main" xmlns:r="http://schemas.openxmlformats.org/officeDocument/2006/relationships" xmlns:p="http://schemas.openxmlformats.org/presentationml/2006/main">
  <p:tag name="SHAPENAME" val="Slide Number"/>
</p:tagLst>
</file>

<file path=ppt/tags/tag316.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317.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318.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319.xml><?xml version="1.0" encoding="utf-8"?>
<p:tagLst xmlns:a="http://schemas.openxmlformats.org/drawingml/2006/main" xmlns:r="http://schemas.openxmlformats.org/officeDocument/2006/relationships" xmlns:p="http://schemas.openxmlformats.org/presentationml/2006/main">
  <p:tag name="SHAPENAME" val="TopLineLeft"/>
</p:tagLst>
</file>

<file path=ppt/tags/tag320.xml><?xml version="1.0" encoding="utf-8"?>
<p:tagLst xmlns:a="http://schemas.openxmlformats.org/drawingml/2006/main" xmlns:r="http://schemas.openxmlformats.org/officeDocument/2006/relationships" xmlns:p="http://schemas.openxmlformats.org/presentationml/2006/main">
  <p:tag name="SHAPENAME" val="2. Slide Title"/>
</p:tagLst>
</file>

<file path=ppt/tags/tag321.xml><?xml version="1.0" encoding="utf-8"?>
<p:tagLst xmlns:a="http://schemas.openxmlformats.org/drawingml/2006/main" xmlns:r="http://schemas.openxmlformats.org/officeDocument/2006/relationships" xmlns:p="http://schemas.openxmlformats.org/presentationml/2006/main">
  <p:tag name="SHAPENAME" val="3. Subtitle"/>
</p:tagLst>
</file>

<file path=ppt/tags/tag322.xml><?xml version="1.0" encoding="utf-8"?>
<p:tagLst xmlns:a="http://schemas.openxmlformats.org/drawingml/2006/main" xmlns:r="http://schemas.openxmlformats.org/officeDocument/2006/relationships" xmlns:p="http://schemas.openxmlformats.org/presentationml/2006/main">
  <p:tag name="SHAPENAME" val="5. Source"/>
</p:tagLst>
</file>

<file path=ppt/tags/tag323.xml><?xml version="1.0" encoding="utf-8"?>
<p:tagLst xmlns:a="http://schemas.openxmlformats.org/drawingml/2006/main" xmlns:r="http://schemas.openxmlformats.org/officeDocument/2006/relationships" xmlns:p="http://schemas.openxmlformats.org/presentationml/2006/main">
  <p:tag name="SHAPENAME" val="1. On-page tracker"/>
</p:tagLst>
</file>

<file path=ppt/tags/tag324.xml><?xml version="1.0" encoding="utf-8"?>
<p:tagLst xmlns:a="http://schemas.openxmlformats.org/drawingml/2006/main" xmlns:r="http://schemas.openxmlformats.org/officeDocument/2006/relationships" xmlns:p="http://schemas.openxmlformats.org/presentationml/2006/main">
  <p:tag name="SHAPENAME" val="SlideLogoText"/>
</p:tagLst>
</file>

<file path=ppt/tags/tag325.xml><?xml version="1.0" encoding="utf-8"?>
<p:tagLst xmlns:a="http://schemas.openxmlformats.org/drawingml/2006/main" xmlns:r="http://schemas.openxmlformats.org/officeDocument/2006/relationships" xmlns:p="http://schemas.openxmlformats.org/presentationml/2006/main">
  <p:tag name="SHAPENAME" val="BottomLineRight"/>
</p:tagLst>
</file>

<file path=ppt/tags/tag326.xml><?xml version="1.0" encoding="utf-8"?>
<p:tagLst xmlns:a="http://schemas.openxmlformats.org/drawingml/2006/main" xmlns:r="http://schemas.openxmlformats.org/officeDocument/2006/relationships" xmlns:p="http://schemas.openxmlformats.org/presentationml/2006/main">
  <p:tag name="SHAPENAME" val="BottomLineLeft"/>
</p:tagLst>
</file>

<file path=ppt/tags/tag327.xml><?xml version="1.0" encoding="utf-8"?>
<p:tagLst xmlns:a="http://schemas.openxmlformats.org/drawingml/2006/main" xmlns:r="http://schemas.openxmlformats.org/officeDocument/2006/relationships" xmlns:p="http://schemas.openxmlformats.org/presentationml/2006/main">
  <p:tag name="SHAPENAME" val="TopLineRight"/>
</p:tagLst>
</file>

<file path=ppt/tags/tag328.xml><?xml version="1.0" encoding="utf-8"?>
<p:tagLst xmlns:a="http://schemas.openxmlformats.org/drawingml/2006/main" xmlns:r="http://schemas.openxmlformats.org/officeDocument/2006/relationships" xmlns:p="http://schemas.openxmlformats.org/presentationml/2006/main">
  <p:tag name="SHAPENAME" val="TopLineLeft"/>
</p:tagLst>
</file>

<file path=ppt/tags/tag329.xml><?xml version="1.0" encoding="utf-8"?>
<p:tagLst xmlns:a="http://schemas.openxmlformats.org/drawingml/2006/main" xmlns:r="http://schemas.openxmlformats.org/officeDocument/2006/relationships" xmlns:p="http://schemas.openxmlformats.org/presentationml/2006/main">
  <p:tag name="SHAPENAME" val="5. Source"/>
</p:tagLst>
</file>

<file path=ppt/tags/tag3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2.xml><?xml version="1.0" encoding="utf-8"?>
<p:tagLst xmlns:a="http://schemas.openxmlformats.org/drawingml/2006/main" xmlns:r="http://schemas.openxmlformats.org/officeDocument/2006/relationships" xmlns:p="http://schemas.openxmlformats.org/presentationml/2006/main">
  <p:tag name="1LEVEL" val="2"/>
  <p:tag name="2LEVEL" val="1"/>
  <p:tag name="3LEVEL" val="0.5"/>
  <p:tag name="4LEVEL" val="0.25"/>
  <p:tag name="5LEVEL" val="0.12"/>
</p:tagLst>
</file>

<file path=ppt/tags/tag333.xml><?xml version="1.0" encoding="utf-8"?>
<p:tagLst xmlns:a="http://schemas.openxmlformats.org/drawingml/2006/main" xmlns:r="http://schemas.openxmlformats.org/officeDocument/2006/relationships" xmlns:p="http://schemas.openxmlformats.org/presentationml/2006/main">
  <p:tag name="NAME" val="CustomIcon"/>
</p:tagLst>
</file>

<file path=ppt/tags/tag334.xml><?xml version="1.0" encoding="utf-8"?>
<p:tagLst xmlns:a="http://schemas.openxmlformats.org/drawingml/2006/main" xmlns:r="http://schemas.openxmlformats.org/officeDocument/2006/relationships" xmlns:p="http://schemas.openxmlformats.org/presentationml/2006/main">
  <p:tag name="NAME" val="CustomIcon"/>
</p:tagLst>
</file>

<file path=ppt/tags/tag335.xml><?xml version="1.0" encoding="utf-8"?>
<p:tagLst xmlns:a="http://schemas.openxmlformats.org/drawingml/2006/main" xmlns:r="http://schemas.openxmlformats.org/officeDocument/2006/relationships" xmlns:p="http://schemas.openxmlformats.org/presentationml/2006/main">
  <p:tag name="1LEVEL" val="2"/>
  <p:tag name="2LEVEL" val="1"/>
  <p:tag name="3LEVEL" val="0.5"/>
  <p:tag name="4LEVEL" val="0.25"/>
  <p:tag name="5LEVEL" val="0.12"/>
</p:tagLst>
</file>

<file path=ppt/tags/tag336.xml><?xml version="1.0" encoding="utf-8"?>
<p:tagLst xmlns:a="http://schemas.openxmlformats.org/drawingml/2006/main" xmlns:r="http://schemas.openxmlformats.org/officeDocument/2006/relationships" xmlns:p="http://schemas.openxmlformats.org/presentationml/2006/main">
  <p:tag name="1LEVEL" val="2"/>
  <p:tag name="2LEVEL" val="1"/>
  <p:tag name="3LEVEL" val="0.5"/>
  <p:tag name="4LEVEL" val="0.25"/>
  <p:tag name="5LEVEL" val="0.12"/>
</p:tagLst>
</file>

<file path=ppt/tags/tag337.xml><?xml version="1.0" encoding="utf-8"?>
<p:tagLst xmlns:a="http://schemas.openxmlformats.org/drawingml/2006/main" xmlns:r="http://schemas.openxmlformats.org/officeDocument/2006/relationships" xmlns:p="http://schemas.openxmlformats.org/presentationml/2006/main">
  <p:tag name="1LEVEL" val="2"/>
  <p:tag name="2LEVEL" val="1"/>
  <p:tag name="3LEVEL" val="0.5"/>
  <p:tag name="4LEVEL" val="0.25"/>
  <p:tag name="5LEVEL" val="0.12"/>
</p:tagLst>
</file>

<file path=ppt/tags/tag338.xml><?xml version="1.0" encoding="utf-8"?>
<p:tagLst xmlns:a="http://schemas.openxmlformats.org/drawingml/2006/main" xmlns:r="http://schemas.openxmlformats.org/officeDocument/2006/relationships" xmlns:p="http://schemas.openxmlformats.org/presentationml/2006/main">
  <p:tag name="1LEVEL" val="2"/>
  <p:tag name="2LEVEL" val="1"/>
  <p:tag name="3LEVEL" val="0.5"/>
  <p:tag name="4LEVEL" val="0.25"/>
  <p:tag name="5LEVEL" val="0.12"/>
</p:tagLst>
</file>

<file path=ppt/tags/tag339.xml><?xml version="1.0" encoding="utf-8"?>
<p:tagLst xmlns:a="http://schemas.openxmlformats.org/drawingml/2006/main" xmlns:r="http://schemas.openxmlformats.org/officeDocument/2006/relationships" xmlns:p="http://schemas.openxmlformats.org/presentationml/2006/main">
  <p:tag name="1LEVEL" val="2"/>
  <p:tag name="2LEVEL" val="1"/>
  <p:tag name="3LEVEL" val="0.5"/>
  <p:tag name="4LEVEL" val="0.25"/>
  <p:tag name="5LEVEL" val="0.12"/>
</p:tagLst>
</file>

<file path=ppt/tags/tag340.xml><?xml version="1.0" encoding="utf-8"?>
<p:tagLst xmlns:a="http://schemas.openxmlformats.org/drawingml/2006/main" xmlns:r="http://schemas.openxmlformats.org/officeDocument/2006/relationships" xmlns:p="http://schemas.openxmlformats.org/presentationml/2006/main">
  <p:tag name="1LEVEL" val="2"/>
  <p:tag name="2LEVEL" val="1"/>
  <p:tag name="3LEVEL" val="0.5"/>
  <p:tag name="4LEVEL" val="0.25"/>
  <p:tag name="5LEVEL" val="0.12"/>
</p:tagLst>
</file>

<file path=ppt/tags/tag341.xml><?xml version="1.0" encoding="utf-8"?>
<p:tagLst xmlns:a="http://schemas.openxmlformats.org/drawingml/2006/main" xmlns:r="http://schemas.openxmlformats.org/officeDocument/2006/relationships" xmlns:p="http://schemas.openxmlformats.org/presentationml/2006/main">
  <p:tag name="1LEVEL" val="2"/>
  <p:tag name="2LEVEL" val="1"/>
  <p:tag name="3LEVEL" val="0.5"/>
  <p:tag name="4LEVEL" val="0.25"/>
  <p:tag name="5LEVEL" val="0.12"/>
</p:tagLst>
</file>

<file path=ppt/tags/tag342.xml><?xml version="1.0" encoding="utf-8"?>
<p:tagLst xmlns:a="http://schemas.openxmlformats.org/drawingml/2006/main" xmlns:r="http://schemas.openxmlformats.org/officeDocument/2006/relationships" xmlns:p="http://schemas.openxmlformats.org/presentationml/2006/main">
  <p:tag name="1LEVEL" val="2"/>
  <p:tag name="2LEVEL" val="1"/>
  <p:tag name="3LEVEL" val="0.5"/>
  <p:tag name="4LEVEL" val="0.25"/>
  <p:tag name="5LEVEL" val="0.12"/>
</p:tagLst>
</file>

<file path=ppt/tags/tag343.xml><?xml version="1.0" encoding="utf-8"?>
<p:tagLst xmlns:a="http://schemas.openxmlformats.org/drawingml/2006/main" xmlns:r="http://schemas.openxmlformats.org/officeDocument/2006/relationships" xmlns:p="http://schemas.openxmlformats.org/presentationml/2006/main">
  <p:tag name="1LEVEL" val="2"/>
  <p:tag name="2LEVEL" val="1"/>
  <p:tag name="3LEVEL" val="0.5"/>
  <p:tag name="4LEVEL" val="0.25"/>
  <p:tag name="5LEVEL" val="0.12"/>
</p:tagLst>
</file>

<file path=ppt/tags/tag344.xml><?xml version="1.0" encoding="utf-8"?>
<p:tagLst xmlns:a="http://schemas.openxmlformats.org/drawingml/2006/main" xmlns:r="http://schemas.openxmlformats.org/officeDocument/2006/relationships" xmlns:p="http://schemas.openxmlformats.org/presentationml/2006/main">
  <p:tag name="1LEVEL" val="2"/>
  <p:tag name="2LEVEL" val="1"/>
  <p:tag name="3LEVEL" val="0.5"/>
  <p:tag name="4LEVEL" val="0.25"/>
  <p:tag name="5LEVEL" val="0.12"/>
</p:tagLst>
</file>

<file path=ppt/tags/tag345.xml><?xml version="1.0" encoding="utf-8"?>
<p:tagLst xmlns:a="http://schemas.openxmlformats.org/drawingml/2006/main" xmlns:r="http://schemas.openxmlformats.org/officeDocument/2006/relationships" xmlns:p="http://schemas.openxmlformats.org/presentationml/2006/main">
  <p:tag name="NAME" val="CustomIcon"/>
</p:tagLst>
</file>

<file path=ppt/tags/tag346.xml><?xml version="1.0" encoding="utf-8"?>
<p:tagLst xmlns:a="http://schemas.openxmlformats.org/drawingml/2006/main" xmlns:r="http://schemas.openxmlformats.org/officeDocument/2006/relationships" xmlns:p="http://schemas.openxmlformats.org/presentationml/2006/main">
  <p:tag name="1LEVEL" val="2"/>
  <p:tag name="2LEVEL" val="1"/>
  <p:tag name="3LEVEL" val="0.5"/>
  <p:tag name="4LEVEL" val="0.25"/>
  <p:tag name="5LEVEL" val="0.12"/>
</p:tagLst>
</file>

<file path=ppt/tags/tag347.xml><?xml version="1.0" encoding="utf-8"?>
<p:tagLst xmlns:a="http://schemas.openxmlformats.org/drawingml/2006/main" xmlns:r="http://schemas.openxmlformats.org/officeDocument/2006/relationships" xmlns:p="http://schemas.openxmlformats.org/presentationml/2006/main">
  <p:tag name="NAME" val="CustomIcon"/>
</p:tagLst>
</file>

<file path=ppt/tags/tag348.xml><?xml version="1.0" encoding="utf-8"?>
<p:tagLst xmlns:a="http://schemas.openxmlformats.org/drawingml/2006/main" xmlns:r="http://schemas.openxmlformats.org/officeDocument/2006/relationships" xmlns:p="http://schemas.openxmlformats.org/presentationml/2006/main">
  <p:tag name="1LEVEL" val="2"/>
  <p:tag name="2LEVEL" val="1"/>
  <p:tag name="3LEVEL" val="0.5"/>
  <p:tag name="4LEVEL" val="0.25"/>
  <p:tag name="5LEVEL" val="0.12"/>
</p:tagLst>
</file>

<file path=ppt/tags/tag349.xml><?xml version="1.0" encoding="utf-8"?>
<p:tagLst xmlns:a="http://schemas.openxmlformats.org/drawingml/2006/main" xmlns:r="http://schemas.openxmlformats.org/officeDocument/2006/relationships" xmlns:p="http://schemas.openxmlformats.org/presentationml/2006/main">
  <p:tag name="1LEVEL" val="2"/>
  <p:tag name="2LEVEL" val="1"/>
  <p:tag name="3LEVEL" val="0.5"/>
  <p:tag name="4LEVEL" val="0.25"/>
  <p:tag name="5LEVEL" val="0.12"/>
</p:tagLst>
</file>

<file path=ppt/tags/tag350.xml><?xml version="1.0" encoding="utf-8"?>
<p:tagLst xmlns:a="http://schemas.openxmlformats.org/drawingml/2006/main" xmlns:r="http://schemas.openxmlformats.org/officeDocument/2006/relationships" xmlns:p="http://schemas.openxmlformats.org/presentationml/2006/main">
  <p:tag name="1LEVEL" val="2"/>
  <p:tag name="2LEVEL" val="1"/>
  <p:tag name="3LEVEL" val="0.5"/>
  <p:tag name="4LEVEL" val="0.25"/>
  <p:tag name="5LEVEL" val="0.12"/>
</p:tagLst>
</file>

<file path=ppt/tags/tag351.xml><?xml version="1.0" encoding="utf-8"?>
<p:tagLst xmlns:a="http://schemas.openxmlformats.org/drawingml/2006/main" xmlns:r="http://schemas.openxmlformats.org/officeDocument/2006/relationships" xmlns:p="http://schemas.openxmlformats.org/presentationml/2006/main">
  <p:tag name="NAME" val="CustomIcon"/>
</p:tagLst>
</file>

<file path=ppt/tags/tag352.xml><?xml version="1.0" encoding="utf-8"?>
<p:tagLst xmlns:a="http://schemas.openxmlformats.org/drawingml/2006/main" xmlns:r="http://schemas.openxmlformats.org/officeDocument/2006/relationships" xmlns:p="http://schemas.openxmlformats.org/presentationml/2006/main">
  <p:tag name="NAME" val="CustomIcon"/>
</p:tagLst>
</file>

<file path=ppt/tags/tag353.xml><?xml version="1.0" encoding="utf-8"?>
<p:tagLst xmlns:a="http://schemas.openxmlformats.org/drawingml/2006/main" xmlns:r="http://schemas.openxmlformats.org/officeDocument/2006/relationships" xmlns:p="http://schemas.openxmlformats.org/presentationml/2006/main">
  <p:tag name="NAME" val="CustomIcon"/>
</p:tagLst>
</file>

<file path=ppt/tags/tag354.xml><?xml version="1.0" encoding="utf-8"?>
<p:tagLst xmlns:a="http://schemas.openxmlformats.org/drawingml/2006/main" xmlns:r="http://schemas.openxmlformats.org/officeDocument/2006/relationships" xmlns:p="http://schemas.openxmlformats.org/presentationml/2006/main">
  <p:tag name="NAME" val="CustomIcon"/>
</p:tagLst>
</file>

<file path=ppt/theme/theme1.xml><?xml version="1.0" encoding="utf-8"?>
<a:theme xmlns:a="http://schemas.openxmlformats.org/drawingml/2006/main" name="Slideworks">
  <a:themeElements>
    <a:clrScheme name="Slideworks 2025 (updated)">
      <a:dk1>
        <a:srgbClr val="000000"/>
      </a:dk1>
      <a:lt1>
        <a:srgbClr val="FFFFFF"/>
      </a:lt1>
      <a:dk2>
        <a:srgbClr val="000000"/>
      </a:dk2>
      <a:lt2>
        <a:srgbClr val="FFFFFF"/>
      </a:lt2>
      <a:accent1>
        <a:srgbClr val="051C2C"/>
      </a:accent1>
      <a:accent2>
        <a:srgbClr val="22A3DF"/>
      </a:accent2>
      <a:accent3>
        <a:srgbClr val="2222F6"/>
      </a:accent3>
      <a:accent4>
        <a:srgbClr val="1877A2"/>
      </a:accent4>
      <a:accent5>
        <a:srgbClr val="A2D5EC"/>
      </a:accent5>
      <a:accent6>
        <a:srgbClr val="F8BC3B"/>
      </a:accent6>
      <a:hlink>
        <a:srgbClr val="3478AB"/>
      </a:hlink>
      <a:folHlink>
        <a:srgbClr val="8B78A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 cap="sq">
          <a:noFill/>
          <a:miter lim="800000"/>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spcBef>
            <a:spcPts val="300"/>
          </a:spcBef>
          <a:spcAft>
            <a:spcPts val="300"/>
          </a:spcAft>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6350" cap="sq">
          <a:solidFill>
            <a:srgbClr val="000000"/>
          </a:solidFill>
          <a:miter lim="800000"/>
          <a:tailEnd type="none"/>
        </a:ln>
      </a:spPr>
      <a:bodyPr/>
      <a:lstStyle/>
      <a:style>
        <a:lnRef idx="1">
          <a:schemeClr val="accent1"/>
        </a:lnRef>
        <a:fillRef idx="0">
          <a:schemeClr val="accent1"/>
        </a:fillRef>
        <a:effectRef idx="0">
          <a:schemeClr val="accent1"/>
        </a:effectRef>
        <a:fontRef idx="minor">
          <a:schemeClr val="tx1"/>
        </a:fontRef>
      </a:style>
    </a:lnDef>
    <a:txDef>
      <a:spPr>
        <a:ln w="6350">
          <a:noFill/>
          <a:miter lim="800000"/>
        </a:ln>
      </a:spPr>
      <a:bodyPr vert="horz" wrap="square" lIns="0" tIns="0" rIns="0" bIns="0" rtlCol="0">
        <a:noAutofit/>
      </a:bodyPr>
      <a:lstStyle>
        <a:defPPr algn="l">
          <a:spcBef>
            <a:spcPts val="300"/>
          </a:spcBef>
          <a:spcAft>
            <a:spcPts val="300"/>
          </a:spcAft>
          <a:buNone/>
          <a:defRPr sz="1600" dirty="0" smtClean="0"/>
        </a:defPPr>
      </a:lstStyle>
    </a:txDef>
  </a:objectDefaults>
  <a:extraClrSchemeLst>
    <a:extraClrScheme>
      <a:clrScheme name="Scheme White">
        <a:dk1>
          <a:srgbClr val="000000"/>
        </a:dk1>
        <a:lt1>
          <a:srgbClr val="FFFFFF"/>
        </a:lt1>
        <a:dk2>
          <a:srgbClr val="FFFFFF"/>
        </a:dk2>
        <a:lt2>
          <a:srgbClr val="FFFFFF"/>
        </a:lt2>
        <a:accent1>
          <a:srgbClr val="051C2C"/>
        </a:accent1>
        <a:accent2>
          <a:srgbClr val="00A9F4"/>
        </a:accent2>
        <a:accent3>
          <a:srgbClr val="1F40E6"/>
        </a:accent3>
        <a:accent4>
          <a:srgbClr val="AAE6F0"/>
        </a:accent4>
        <a:accent5>
          <a:srgbClr val="3C96B4"/>
        </a:accent5>
        <a:accent6>
          <a:srgbClr val="AFC3FF"/>
        </a:accent6>
        <a:hlink>
          <a:srgbClr val="1F40E6"/>
        </a:hlink>
        <a:folHlink>
          <a:srgbClr val="8C5AC8"/>
        </a:folHlink>
      </a:clrScheme>
    </a:extraClrScheme>
  </a:extraClrSchemeLst>
  <a:custClrLst>
    <a:custClr name="Deep Blue">
      <a:srgbClr val="051C2C"/>
    </a:custClr>
    <a:custClr name="Cyan">
      <a:srgbClr val="00A9F4"/>
    </a:custClr>
    <a:custClr name="Electric Blue">
      <a:srgbClr val="1F40E6"/>
    </a:custClr>
    <a:custClr name="Pale Blue">
      <a:srgbClr val="AAE6F0"/>
    </a:custClr>
    <a:custClr name="Turquoise">
      <a:srgbClr val="3C96B4"/>
    </a:custClr>
    <a:custClr name="Pale Electric Blue">
      <a:srgbClr val="AFC3FF"/>
    </a:custClr>
    <a:custClr name="Purple">
      <a:srgbClr val="8C5AC8"/>
    </a:custClr>
    <a:custClr name="Pink">
      <a:srgbClr val="E6A0C8"/>
    </a:custClr>
    <a:custClr name="Red">
      <a:srgbClr val="E5546C"/>
    </a:custClr>
    <a:custClr name="Orange">
      <a:srgbClr val="FAA082"/>
    </a:custClr>
    <a:custClr name="Dark Gray">
      <a:srgbClr val="4D4D4D"/>
    </a:custClr>
    <a:custClr name="Mid Gray">
      <a:srgbClr val="7F7F7F"/>
    </a:custClr>
    <a:custClr name="Light Gray">
      <a:srgbClr val="B3B3B3"/>
    </a:custClr>
    <a:custClr name="Super Light Gray">
      <a:srgbClr val="D0D0D0"/>
    </a:custClr>
    <a:custClr name="Pale Gray">
      <a:srgbClr val="E6E6E6"/>
    </a:custClr>
    <a:custClr name="Null">
      <a:srgbClr val="FFFFFF"/>
    </a:custClr>
    <a:custClr name="Null">
      <a:srgbClr val="FFFFFF"/>
    </a:custClr>
    <a:custClr name="Null">
      <a:srgbClr val="FFFFFF"/>
    </a:custClr>
    <a:custClr name="Null">
      <a:srgbClr val="FFFFFF"/>
    </a:custClr>
    <a:custClr name="Null">
      <a:srgbClr val="FFFFFF"/>
    </a:custClr>
    <a:custClr name="Linear 1 (Deep Blue)">
      <a:srgbClr val="051C2C"/>
    </a:custClr>
    <a:custClr name="Linear 2">
      <a:srgbClr val="034B6F"/>
    </a:custClr>
    <a:custClr name="Linear 3">
      <a:srgbClr val="027AB1"/>
    </a:custClr>
    <a:custClr name="Linear 4 (Cyan)">
      <a:srgbClr val="00A9F4"/>
    </a:custClr>
    <a:custClr name="Linear 5">
      <a:srgbClr val="39BDF3"/>
    </a:custClr>
    <a:custClr name="Linear 6">
      <a:srgbClr val="71D2F1"/>
    </a:custClr>
    <a:custClr name="Linear 7 (Pale Blue)">
      <a:srgbClr val="AAE6F0"/>
    </a:custClr>
    <a:custClr name="Null">
      <a:srgbClr val="FFFFFF"/>
    </a:custClr>
    <a:custClr name="Null">
      <a:srgbClr val="FFFFFF"/>
    </a:custClr>
    <a:custClr name="Null">
      <a:srgbClr val="FFFFFF"/>
    </a:custClr>
  </a:custClrLst>
  <a:extLst>
    <a:ext uri="{05A4C25C-085E-4340-85A3-A5531E510DB2}">
      <thm15:themeFamily xmlns:thm15="http://schemas.microsoft.com/office/thememl/2012/main" name="Presentation12" id="{1FA589A1-0B2A-4F44-97D9-C242F3010324}" vid="{DFEAFBB2-D4D4-764F-80C1-244A30EA48A6}"/>
    </a:ext>
  </a:extLst>
</a:theme>
</file>

<file path=ppt/theme/theme2.xml><?xml version="1.0" encoding="utf-8"?>
<a:theme xmlns:a="http://schemas.openxmlformats.org/drawingml/2006/main" name="4_Office Theme">
  <a:themeElements>
    <a:clrScheme name="Accenture 2020">
      <a:dk1>
        <a:srgbClr val="000000"/>
      </a:dk1>
      <a:lt1>
        <a:srgbClr val="FFFFFF"/>
      </a:lt1>
      <a:dk2>
        <a:srgbClr val="96968C"/>
      </a:dk2>
      <a:lt2>
        <a:srgbClr val="E6E6DC"/>
      </a:lt2>
      <a:accent1>
        <a:srgbClr val="A100FF"/>
      </a:accent1>
      <a:accent2>
        <a:srgbClr val="7500C0"/>
      </a:accent2>
      <a:accent3>
        <a:srgbClr val="460073"/>
      </a:accent3>
      <a:accent4>
        <a:srgbClr val="B455AA"/>
      </a:accent4>
      <a:accent5>
        <a:srgbClr val="BE82FF"/>
      </a:accent5>
      <a:accent6>
        <a:srgbClr val="DCAFFF"/>
      </a:accent6>
      <a:hlink>
        <a:srgbClr val="A100FF"/>
      </a:hlink>
      <a:folHlink>
        <a:srgbClr val="7500C0"/>
      </a:folHlink>
    </a:clrScheme>
    <a:fontScheme name="Accenture - Graphik">
      <a:majorFont>
        <a:latin typeface="Graphik"/>
        <a:ea typeface=""/>
        <a:cs typeface=""/>
      </a:majorFont>
      <a:minorFont>
        <a:latin typeface="Graphi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tIns="91440" bIns="91440" rtlCol="0" anchor="ctr"/>
      <a:lstStyle>
        <a:defPPr algn="ctr">
          <a:defRPr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w="28575">
          <a:solidFill>
            <a:schemeClr val="accent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gn="l" defTabSz="228600">
          <a:spcAft>
            <a:spcPts val="1200"/>
          </a:spcAft>
          <a:defRPr noProof="0" dirty="0" smtClean="0"/>
        </a:defPPr>
      </a:lstStyle>
    </a:txDef>
  </a:objectDefaults>
  <a:extraClrSchemeLst/>
  <a:extLst>
    <a:ext uri="{05A4C25C-085E-4340-85A3-A5531E510DB2}">
      <thm15:themeFamily xmlns:thm15="http://schemas.microsoft.com/office/thememl/2012/main" name="Acc_CoreTemplate_Graphik_100820" id="{49DBA5FE-D7D0-7E4B-91FA-5CF7CE14D163}" vid="{DBC2176E-0E90-094E-B41E-2DF55F50486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emplate>Slideworks</Template>
  <TotalTime>2866</TotalTime>
  <Words>773</Words>
  <Application>Microsoft Office PowerPoint</Application>
  <PresentationFormat>Widescreen</PresentationFormat>
  <Paragraphs>230</Paragraphs>
  <Slides>7</Slides>
  <Notes>6</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1</vt:i4>
      </vt:variant>
      <vt:variant>
        <vt:lpstr>Slide Titles</vt:lpstr>
      </vt:variant>
      <vt:variant>
        <vt:i4>7</vt:i4>
      </vt:variant>
    </vt:vector>
  </HeadingPairs>
  <TitlesOfParts>
    <vt:vector size="21" baseType="lpstr">
      <vt:lpstr>Arial</vt:lpstr>
      <vt:lpstr>Arial Black</vt:lpstr>
      <vt:lpstr>Calibri</vt:lpstr>
      <vt:lpstr>Graphik</vt:lpstr>
      <vt:lpstr>Graphik Light</vt:lpstr>
      <vt:lpstr>Graphik Medium</vt:lpstr>
      <vt:lpstr>GT Sectra Fine</vt:lpstr>
      <vt:lpstr>Roboto Light</vt:lpstr>
      <vt:lpstr>Segoe UI</vt:lpstr>
      <vt:lpstr>System Font</vt:lpstr>
      <vt:lpstr>Wingdings</vt:lpstr>
      <vt:lpstr>Slideworks</vt:lpstr>
      <vt:lpstr>4_Office Theme</vt:lpstr>
      <vt:lpstr>think-cell Slide</vt:lpstr>
      <vt:lpstr>Org Charts, Teams and Governance</vt:lpstr>
      <vt:lpstr>PowerPoint Presentation</vt:lpstr>
      <vt:lpstr>PowerPoint Presentation</vt:lpstr>
      <vt:lpstr>PowerPoint Presentation</vt:lpstr>
      <vt:lpstr>PowerPoint Presentation</vt:lpstr>
      <vt:lpstr>PowerPoint Presentation</vt:lpstr>
      <vt:lpstr>IV. Possible organizational structure across [project/business x]</vt:lpstr>
    </vt:vector>
  </TitlesOfParts>
  <Manager>Slideworks</Manager>
  <Company>Slideworks ApS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Slideworks Business Case Template</dc:title>
  <dc:subject>Business case</dc:subject>
  <dc:creator>Slideworks</dc:creator>
  <cp:keywords>project management, business development, consulting</cp:keywords>
  <dc:description>Copyright of Slideworks.io. Any unauthorized distribution prohibited. See our full terms and conditions at https://slideworks.io/terms</dc:description>
  <cp:lastModifiedBy>Peralta, Mario</cp:lastModifiedBy>
  <cp:revision>365</cp:revision>
  <dcterms:created xsi:type="dcterms:W3CDTF">2025-08-18T13:32:02Z</dcterms:created>
  <dcterms:modified xsi:type="dcterms:W3CDTF">2026-04-20T22:36:13Z</dcterms:modified>
  <cp:category>Management consulting, presentation design, business</cp:category>
</cp:coreProperties>
</file>