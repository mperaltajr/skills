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notesSlides/notesSlide1.xml" ContentType="application/vnd.openxmlformats-officedocument.presentationml.notesSlide+xml"/>
  <Override PartName="/ppt/tags/tag332.xml" ContentType="application/vnd.openxmlformats-officedocument.presentationml.tags+xml"/>
  <Override PartName="/ppt/notesSlides/notesSlide2.xml" ContentType="application/vnd.openxmlformats-officedocument.presentationml.notesSlide+xml"/>
  <Override PartName="/ppt/tags/tag333.xml" ContentType="application/vnd.openxmlformats-officedocument.presentationml.tags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notesSlides/notesSlide4.xml" ContentType="application/vnd.openxmlformats-officedocument.presentationml.notesSlide+xml"/>
  <Override PartName="/ppt/tags/tag354.xml" ContentType="application/vnd.openxmlformats-officedocument.presentationml.tags+xml"/>
  <Override PartName="/ppt/notesSlides/notesSlide5.xml" ContentType="application/vnd.openxmlformats-officedocument.presentationml.notesSlide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1"/>
    <p:sldMasterId id="2147484244" r:id="rId2"/>
  </p:sldMasterIdLst>
  <p:notesMasterIdLst>
    <p:notesMasterId r:id="rId14"/>
  </p:notesMasterIdLst>
  <p:handoutMasterIdLst>
    <p:handoutMasterId r:id="rId15"/>
  </p:handoutMasterIdLst>
  <p:sldIdLst>
    <p:sldId id="2147471492" r:id="rId3"/>
    <p:sldId id="2147472072" r:id="rId4"/>
    <p:sldId id="2355" r:id="rId5"/>
    <p:sldId id="2147471999" r:id="rId6"/>
    <p:sldId id="2147471997" r:id="rId7"/>
    <p:sldId id="2147471218" r:id="rId8"/>
    <p:sldId id="2147471238" r:id="rId9"/>
    <p:sldId id="2147471227" r:id="rId10"/>
    <p:sldId id="2147472073" r:id="rId11"/>
    <p:sldId id="2147472028" r:id="rId12"/>
    <p:sldId id="2147471779" r:id="rId13"/>
  </p:sldIdLst>
  <p:sldSz cx="12192000" cy="6858000"/>
  <p:notesSz cx="6858000" cy="9144000"/>
  <p:custDataLst>
    <p:tags r:id="rId16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183"/>
    <p:restoredTop sz="93574"/>
  </p:normalViewPr>
  <p:slideViewPr>
    <p:cSldViewPr snapToGrid="0" showGuides="1">
      <p:cViewPr varScale="1">
        <p:scale>
          <a:sx n="92" d="100"/>
          <a:sy n="92" d="100"/>
        </p:scale>
        <p:origin x="618" y="306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5613116639712526E-2"/>
          <c:y val="0.37806214507898195"/>
          <c:w val="0.93960888567339873"/>
          <c:h val="0.62193785492101794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0%</c:formatCode>
                <c:ptCount val="1"/>
                <c:pt idx="0">
                  <c:v>0.77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A7-4BF5-B904-2DC210D5E29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Previous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0%</c:formatCode>
                <c:ptCount val="1"/>
                <c:pt idx="0">
                  <c:v>0.12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1A7-4BF5-B904-2DC210D5E29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Prospective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9BD2E79C-2051-5842-8036-D03BBC014471}" type="VALUE">
                      <a:rPr lang="en-US">
                        <a:solidFill>
                          <a:schemeClr val="bg1"/>
                        </a:solidFill>
                      </a:rPr>
                      <a:pPr/>
                      <a:t>[VALUE]</a:t>
                    </a:fld>
                    <a:endParaRPr 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0D35-F54E-B15F-89941A923B1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0%</c:formatCode>
                <c:ptCount val="1"/>
                <c:pt idx="0">
                  <c:v>0.11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1A7-4BF5-B904-2DC210D5E29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65449087"/>
        <c:axId val="1849307008"/>
      </c:barChart>
      <c:catAx>
        <c:axId val="165449087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849307008"/>
        <c:crosses val="autoZero"/>
        <c:auto val="1"/>
        <c:lblAlgn val="ctr"/>
        <c:lblOffset val="100"/>
        <c:noMultiLvlLbl val="0"/>
      </c:catAx>
      <c:valAx>
        <c:axId val="1849307008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1654490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just"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4138901781184377"/>
          <c:y val="9.460326254887963E-2"/>
          <c:w val="0.54638069659347632"/>
          <c:h val="0.8412126765615730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[Type 1]</c:v>
                </c:pt>
                <c:pt idx="1">
                  <c:v>[Type 2]</c:v>
                </c:pt>
                <c:pt idx="2">
                  <c:v>[Type 3]</c:v>
                </c:pt>
                <c:pt idx="3">
                  <c:v>[Type 4]</c:v>
                </c:pt>
                <c:pt idx="4">
                  <c:v>[Type 5]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>
                  <c:v>0.22</c:v>
                </c:pt>
                <c:pt idx="1">
                  <c:v>0.48</c:v>
                </c:pt>
                <c:pt idx="2">
                  <c:v>0.06</c:v>
                </c:pt>
                <c:pt idx="3">
                  <c:v>7.0000000000000007E-2</c:v>
                </c:pt>
                <c:pt idx="4">
                  <c:v>0.1</c:v>
                </c:pt>
                <c:pt idx="5">
                  <c:v>7.0000000000000007E-2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887-4A18-945E-24FA5E972E2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165453407"/>
        <c:axId val="1972745520"/>
      </c:barChart>
      <c:catAx>
        <c:axId val="165453407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2745520"/>
        <c:crosses val="autoZero"/>
        <c:auto val="1"/>
        <c:lblAlgn val="ctr"/>
        <c:lblOffset val="100"/>
        <c:noMultiLvlLbl val="0"/>
      </c:catAx>
      <c:valAx>
        <c:axId val="1972745520"/>
        <c:scaling>
          <c:orientation val="minMax"/>
        </c:scaling>
        <c:delete val="1"/>
        <c:axPos val="t"/>
        <c:numFmt formatCode="0%" sourceLinked="1"/>
        <c:majorTickMark val="none"/>
        <c:minorTickMark val="none"/>
        <c:tickLblPos val="nextTo"/>
        <c:crossAx val="165453407"/>
        <c:crosses val="autoZero"/>
        <c:crossBetween val="between"/>
      </c:valAx>
      <c:spPr>
        <a:noFill/>
        <a:ln w="9525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41417911721144196"/>
          <c:y val="0.12453801867459395"/>
          <c:w val="0.50995645437606207"/>
          <c:h val="0.7963013080739738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 w="9525"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18-25</c:v>
                </c:pt>
                <c:pt idx="1">
                  <c:v>26-34</c:v>
                </c:pt>
                <c:pt idx="2">
                  <c:v>35-44</c:v>
                </c:pt>
                <c:pt idx="3">
                  <c:v>45-54</c:v>
                </c:pt>
                <c:pt idx="4">
                  <c:v>55-64</c:v>
                </c:pt>
                <c:pt idx="5">
                  <c:v>65+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>
                  <c:v>0.02</c:v>
                </c:pt>
                <c:pt idx="1">
                  <c:v>0.05</c:v>
                </c:pt>
                <c:pt idx="2">
                  <c:v>0.11</c:v>
                </c:pt>
                <c:pt idx="3">
                  <c:v>0.31</c:v>
                </c:pt>
                <c:pt idx="4">
                  <c:v>0.32</c:v>
                </c:pt>
                <c:pt idx="5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A4-40EE-8813-A641C1995D9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155195119"/>
        <c:axId val="1972739568"/>
      </c:barChart>
      <c:catAx>
        <c:axId val="15519511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2739568"/>
        <c:crosses val="autoZero"/>
        <c:auto val="1"/>
        <c:lblAlgn val="ctr"/>
        <c:lblOffset val="100"/>
        <c:noMultiLvlLbl val="0"/>
      </c:catAx>
      <c:valAx>
        <c:axId val="1972739568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1551951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54176834410312824"/>
          <c:y val="9.2766286950999796E-2"/>
          <c:w val="0.41850256637457739"/>
          <c:h val="0.8288800979744177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Information services</c:v>
                </c:pt>
                <c:pt idx="1">
                  <c:v>Construction</c:v>
                </c:pt>
                <c:pt idx="2">
                  <c:v>Manufacturing</c:v>
                </c:pt>
                <c:pt idx="3">
                  <c:v>Retail</c:v>
                </c:pt>
                <c:pt idx="4">
                  <c:v>Administrative services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0.05</c:v>
                </c:pt>
                <c:pt idx="1">
                  <c:v>7.0000000000000007E-2</c:v>
                </c:pt>
                <c:pt idx="2">
                  <c:v>0.11</c:v>
                </c:pt>
                <c:pt idx="3">
                  <c:v>0.15</c:v>
                </c:pt>
                <c:pt idx="4">
                  <c:v>0.23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887-4A18-945E-24FA5E972E2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165453407"/>
        <c:axId val="1972745520"/>
      </c:barChart>
      <c:catAx>
        <c:axId val="16545340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2745520"/>
        <c:crosses val="autoZero"/>
        <c:auto val="1"/>
        <c:lblAlgn val="ctr"/>
        <c:lblOffset val="100"/>
        <c:noMultiLvlLbl val="0"/>
      </c:catAx>
      <c:valAx>
        <c:axId val="1972745520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16545340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54176834410312824"/>
          <c:y val="9.3046370502983297E-2"/>
          <c:w val="0.41850256637457739"/>
          <c:h val="0.8285994844728120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0-2 years</c:v>
                </c:pt>
                <c:pt idx="1">
                  <c:v>3-5 years</c:v>
                </c:pt>
                <c:pt idx="2">
                  <c:v>6-10 years</c:v>
                </c:pt>
                <c:pt idx="3">
                  <c:v>11-20 years</c:v>
                </c:pt>
                <c:pt idx="4">
                  <c:v>21+years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0.11</c:v>
                </c:pt>
                <c:pt idx="1">
                  <c:v>0.12</c:v>
                </c:pt>
                <c:pt idx="2">
                  <c:v>0.18</c:v>
                </c:pt>
                <c:pt idx="3">
                  <c:v>0.21</c:v>
                </c:pt>
                <c:pt idx="4">
                  <c:v>0.39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887-4A18-945E-24FA5E972E2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165453407"/>
        <c:axId val="1972745520"/>
      </c:barChart>
      <c:catAx>
        <c:axId val="16545340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2745520"/>
        <c:crosses val="autoZero"/>
        <c:auto val="1"/>
        <c:lblAlgn val="ctr"/>
        <c:lblOffset val="100"/>
        <c:noMultiLvlLbl val="0"/>
      </c:catAx>
      <c:valAx>
        <c:axId val="1972745520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16545340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54176834410312824"/>
          <c:y val="0.1292443575371017"/>
          <c:w val="0.41850256637457739"/>
          <c:h val="0.7924016264298148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&lt;0.1</c:v>
                </c:pt>
                <c:pt idx="1">
                  <c:v>0.1-0.25</c:v>
                </c:pt>
                <c:pt idx="2">
                  <c:v>0.25-0.5</c:v>
                </c:pt>
                <c:pt idx="3">
                  <c:v>0.5-1</c:v>
                </c:pt>
                <c:pt idx="4">
                  <c:v>1-5</c:v>
                </c:pt>
                <c:pt idx="5">
                  <c:v>5-20</c:v>
                </c:pt>
                <c:pt idx="6">
                  <c:v>20-50</c:v>
                </c:pt>
                <c:pt idx="7">
                  <c:v>50-100</c:v>
                </c:pt>
                <c:pt idx="8">
                  <c:v>&gt;100</c:v>
                </c:pt>
              </c:strCache>
            </c:strRef>
          </c:cat>
          <c:val>
            <c:numRef>
              <c:f>Sheet1!$B$2:$B$10</c:f>
              <c:numCache>
                <c:formatCode>0%</c:formatCode>
                <c:ptCount val="9"/>
                <c:pt idx="0">
                  <c:v>0.04</c:v>
                </c:pt>
                <c:pt idx="1">
                  <c:v>0.36</c:v>
                </c:pt>
                <c:pt idx="2">
                  <c:v>0.12</c:v>
                </c:pt>
                <c:pt idx="3">
                  <c:v>0.04</c:v>
                </c:pt>
                <c:pt idx="4">
                  <c:v>0.09</c:v>
                </c:pt>
                <c:pt idx="5">
                  <c:v>0.05</c:v>
                </c:pt>
                <c:pt idx="6">
                  <c:v>0.23</c:v>
                </c:pt>
                <c:pt idx="7">
                  <c:v>0.04</c:v>
                </c:pt>
                <c:pt idx="8">
                  <c:v>0.03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887-4A18-945E-24FA5E972E2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165453407"/>
        <c:axId val="1972745520"/>
      </c:barChart>
      <c:catAx>
        <c:axId val="16545340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2745520"/>
        <c:crosses val="autoZero"/>
        <c:auto val="1"/>
        <c:lblAlgn val="ctr"/>
        <c:lblOffset val="100"/>
        <c:noMultiLvlLbl val="0"/>
      </c:catAx>
      <c:valAx>
        <c:axId val="1972745520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16545340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4345480282431341"/>
          <c:y val="0.12924386768427665"/>
          <c:w val="0.52572303380114427"/>
          <c:h val="0.7924020127591011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1-5</c:v>
                </c:pt>
                <c:pt idx="2">
                  <c:v>6-15</c:v>
                </c:pt>
                <c:pt idx="3">
                  <c:v>16-50</c:v>
                </c:pt>
                <c:pt idx="4">
                  <c:v>51-100</c:v>
                </c:pt>
                <c:pt idx="5">
                  <c:v>101+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>
                  <c:v>0.1</c:v>
                </c:pt>
                <c:pt idx="1">
                  <c:v>0.36</c:v>
                </c:pt>
                <c:pt idx="2">
                  <c:v>0.35</c:v>
                </c:pt>
                <c:pt idx="3">
                  <c:v>0.16</c:v>
                </c:pt>
                <c:pt idx="4">
                  <c:v>0.01</c:v>
                </c:pt>
                <c:pt idx="5">
                  <c:v>0.01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887-4A18-945E-24FA5E972E2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165453407"/>
        <c:axId val="1972745520"/>
      </c:barChart>
      <c:catAx>
        <c:axId val="16545340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2745520"/>
        <c:crosses val="autoZero"/>
        <c:auto val="1"/>
        <c:lblAlgn val="ctr"/>
        <c:lblOffset val="100"/>
        <c:noMultiLvlLbl val="0"/>
      </c:catAx>
      <c:valAx>
        <c:axId val="1972745520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16545340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7645985986638771E-2"/>
          <c:y val="1.1581222097062952E-2"/>
          <c:w val="0.92109788436856499"/>
          <c:h val="0.9884187779029370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4282-A44F-9C68-8D45C9CB275D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282-A44F-9C68-8D45C9CB275D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4282-A44F-9C68-8D45C9CB275D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282-A44F-9C68-8D45C9CB275D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4282-A44F-9C68-8D45C9CB275D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282-A44F-9C68-8D45C9CB275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Competitor 1</c:v>
                </c:pt>
                <c:pt idx="1">
                  <c:v>Competitor 2</c:v>
                </c:pt>
                <c:pt idx="2">
                  <c:v>Competitor 3</c:v>
                </c:pt>
                <c:pt idx="3">
                  <c:v>Competitor 4</c:v>
                </c:pt>
                <c:pt idx="4">
                  <c:v>Competitor 5</c:v>
                </c:pt>
                <c:pt idx="5">
                  <c:v>Competitor 6</c:v>
                </c:pt>
                <c:pt idx="6">
                  <c:v>Competitor 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324</c:v>
                </c:pt>
                <c:pt idx="1">
                  <c:v>301</c:v>
                </c:pt>
                <c:pt idx="2">
                  <c:v>288</c:v>
                </c:pt>
                <c:pt idx="3">
                  <c:v>230</c:v>
                </c:pt>
                <c:pt idx="4">
                  <c:v>170</c:v>
                </c:pt>
                <c:pt idx="5">
                  <c:v>155</c:v>
                </c:pt>
                <c:pt idx="6">
                  <c:v>123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282-A44F-9C68-8D45C9CB275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Competitor 1</c:v>
                </c:pt>
                <c:pt idx="1">
                  <c:v>Competitor 2</c:v>
                </c:pt>
                <c:pt idx="2">
                  <c:v>Competitor 3</c:v>
                </c:pt>
                <c:pt idx="3">
                  <c:v>Competitor 4</c:v>
                </c:pt>
                <c:pt idx="4">
                  <c:v>Competitor 5</c:v>
                </c:pt>
                <c:pt idx="5">
                  <c:v>Competitor 6</c:v>
                </c:pt>
                <c:pt idx="6">
                  <c:v>Competitor 7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45</c:v>
                </c:pt>
                <c:pt idx="1">
                  <c:v>39</c:v>
                </c:pt>
                <c:pt idx="2">
                  <c:v>48</c:v>
                </c:pt>
                <c:pt idx="3">
                  <c:v>25</c:v>
                </c:pt>
                <c:pt idx="4">
                  <c:v>19</c:v>
                </c:pt>
                <c:pt idx="5">
                  <c:v>23</c:v>
                </c:pt>
                <c:pt idx="6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4282-A44F-9C68-8D45C9CB27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640196208"/>
        <c:axId val="1640199120"/>
      </c:barChart>
      <c:catAx>
        <c:axId val="164019620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0199120"/>
        <c:crosses val="autoZero"/>
        <c:auto val="1"/>
        <c:lblAlgn val="ctr"/>
        <c:lblOffset val="100"/>
        <c:noMultiLvlLbl val="0"/>
      </c:catAx>
      <c:valAx>
        <c:axId val="1640199120"/>
        <c:scaling>
          <c:orientation val="minMax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1640196208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04/20/2026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ADF2B39A-E3F6-634C-B40F-EA6B645C08D7}" type="datetimeFigureOut">
              <a:rPr lang="en-DK" smtClean="0"/>
              <a:pPr/>
              <a:t>04/20/2026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u="none" strike="noStrike" cap="none" smtClean="0">
                <a:solidFill>
                  <a:schemeClr val="dk1"/>
                </a:solidFill>
                <a:ea typeface="Calibri"/>
                <a:sym typeface="Calibri"/>
              </a:rPr>
              <a:t>3</a:t>
            </a:fld>
            <a:endParaRPr lang="en-GB" sz="1200" u="none" strike="noStrike" cap="none">
              <a:solidFill>
                <a:schemeClr val="dk1"/>
              </a:solidFill>
              <a:ea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131887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1CD82C-8186-9E41-8B8B-F66E4066A413}" type="slidenum">
              <a:rPr kumimoji="0" lang="en-DK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DK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79478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1CD82C-8186-9E41-8B8B-F66E4066A413}" type="slidenum">
              <a:rPr kumimoji="0" lang="en-DK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DK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02753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CD82C-8186-9E41-8B8B-F66E4066A413}" type="slidenum">
              <a:rPr lang="en-DK" smtClean="0"/>
              <a:pPr/>
              <a:t>8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5746795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1CD82C-8186-9E41-8B8B-F66E4066A413}" type="slidenum">
              <a:rPr kumimoji="0" lang="en-DK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DK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75394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8.xml"/><Relationship Id="rId4" Type="http://schemas.openxmlformats.org/officeDocument/2006/relationships/tags" Target="../tags/tag57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8.xml"/><Relationship Id="rId4" Type="http://schemas.openxmlformats.org/officeDocument/2006/relationships/tags" Target="../tags/tag67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13" Type="http://schemas.openxmlformats.org/officeDocument/2006/relationships/tags" Target="../tags/tag81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12" Type="http://schemas.openxmlformats.org/officeDocument/2006/relationships/tags" Target="../tags/tag80.xml"/><Relationship Id="rId17" Type="http://schemas.openxmlformats.org/officeDocument/2006/relationships/tags" Target="../tags/tag85.xml"/><Relationship Id="rId2" Type="http://schemas.openxmlformats.org/officeDocument/2006/relationships/tags" Target="../tags/tag70.xml"/><Relationship Id="rId16" Type="http://schemas.openxmlformats.org/officeDocument/2006/relationships/tags" Target="../tags/tag84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tags" Target="../tags/tag79.xml"/><Relationship Id="rId5" Type="http://schemas.openxmlformats.org/officeDocument/2006/relationships/tags" Target="../tags/tag73.xml"/><Relationship Id="rId15" Type="http://schemas.openxmlformats.org/officeDocument/2006/relationships/tags" Target="../tags/tag83.xml"/><Relationship Id="rId10" Type="http://schemas.openxmlformats.org/officeDocument/2006/relationships/tags" Target="../tags/tag78.xml"/><Relationship Id="rId4" Type="http://schemas.openxmlformats.org/officeDocument/2006/relationships/tags" Target="../tags/tag72.xml"/><Relationship Id="rId9" Type="http://schemas.openxmlformats.org/officeDocument/2006/relationships/tags" Target="../tags/tag77.xml"/><Relationship Id="rId14" Type="http://schemas.openxmlformats.org/officeDocument/2006/relationships/tags" Target="../tags/tag82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93.xml"/><Relationship Id="rId13" Type="http://schemas.openxmlformats.org/officeDocument/2006/relationships/tags" Target="../tags/tag98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88.xml"/><Relationship Id="rId7" Type="http://schemas.openxmlformats.org/officeDocument/2006/relationships/tags" Target="../tags/tag92.xml"/><Relationship Id="rId12" Type="http://schemas.openxmlformats.org/officeDocument/2006/relationships/tags" Target="../tags/tag97.xml"/><Relationship Id="rId17" Type="http://schemas.openxmlformats.org/officeDocument/2006/relationships/tags" Target="../tags/tag102.xml"/><Relationship Id="rId2" Type="http://schemas.openxmlformats.org/officeDocument/2006/relationships/tags" Target="../tags/tag87.xml"/><Relationship Id="rId16" Type="http://schemas.openxmlformats.org/officeDocument/2006/relationships/tags" Target="../tags/tag101.xml"/><Relationship Id="rId1" Type="http://schemas.openxmlformats.org/officeDocument/2006/relationships/tags" Target="../tags/tag86.xml"/><Relationship Id="rId6" Type="http://schemas.openxmlformats.org/officeDocument/2006/relationships/tags" Target="../tags/tag91.xml"/><Relationship Id="rId11" Type="http://schemas.openxmlformats.org/officeDocument/2006/relationships/tags" Target="../tags/tag96.xml"/><Relationship Id="rId5" Type="http://schemas.openxmlformats.org/officeDocument/2006/relationships/tags" Target="../tags/tag90.xml"/><Relationship Id="rId15" Type="http://schemas.openxmlformats.org/officeDocument/2006/relationships/tags" Target="../tags/tag100.xml"/><Relationship Id="rId10" Type="http://schemas.openxmlformats.org/officeDocument/2006/relationships/tags" Target="../tags/tag95.xml"/><Relationship Id="rId4" Type="http://schemas.openxmlformats.org/officeDocument/2006/relationships/tags" Target="../tags/tag89.xml"/><Relationship Id="rId9" Type="http://schemas.openxmlformats.org/officeDocument/2006/relationships/tags" Target="../tags/tag94.xml"/><Relationship Id="rId14" Type="http://schemas.openxmlformats.org/officeDocument/2006/relationships/tags" Target="../tags/tag99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110.xml"/><Relationship Id="rId13" Type="http://schemas.openxmlformats.org/officeDocument/2006/relationships/tags" Target="../tags/tag115.xml"/><Relationship Id="rId18" Type="http://schemas.openxmlformats.org/officeDocument/2006/relationships/tags" Target="../tags/tag120.xml"/><Relationship Id="rId3" Type="http://schemas.openxmlformats.org/officeDocument/2006/relationships/tags" Target="../tags/tag105.xml"/><Relationship Id="rId7" Type="http://schemas.openxmlformats.org/officeDocument/2006/relationships/tags" Target="../tags/tag109.xml"/><Relationship Id="rId12" Type="http://schemas.openxmlformats.org/officeDocument/2006/relationships/tags" Target="../tags/tag114.xml"/><Relationship Id="rId17" Type="http://schemas.openxmlformats.org/officeDocument/2006/relationships/tags" Target="../tags/tag119.xml"/><Relationship Id="rId2" Type="http://schemas.openxmlformats.org/officeDocument/2006/relationships/tags" Target="../tags/tag104.xml"/><Relationship Id="rId16" Type="http://schemas.openxmlformats.org/officeDocument/2006/relationships/tags" Target="../tags/tag118.xml"/><Relationship Id="rId20" Type="http://schemas.openxmlformats.org/officeDocument/2006/relationships/slideMaster" Target="../slideMasters/slideMaster1.xml"/><Relationship Id="rId1" Type="http://schemas.openxmlformats.org/officeDocument/2006/relationships/tags" Target="../tags/tag103.xml"/><Relationship Id="rId6" Type="http://schemas.openxmlformats.org/officeDocument/2006/relationships/tags" Target="../tags/tag108.xml"/><Relationship Id="rId11" Type="http://schemas.openxmlformats.org/officeDocument/2006/relationships/tags" Target="../tags/tag113.xml"/><Relationship Id="rId5" Type="http://schemas.openxmlformats.org/officeDocument/2006/relationships/tags" Target="../tags/tag107.xml"/><Relationship Id="rId15" Type="http://schemas.openxmlformats.org/officeDocument/2006/relationships/tags" Target="../tags/tag117.xml"/><Relationship Id="rId10" Type="http://schemas.openxmlformats.org/officeDocument/2006/relationships/tags" Target="../tags/tag112.xml"/><Relationship Id="rId19" Type="http://schemas.openxmlformats.org/officeDocument/2006/relationships/tags" Target="../tags/tag121.xml"/><Relationship Id="rId4" Type="http://schemas.openxmlformats.org/officeDocument/2006/relationships/tags" Target="../tags/tag106.xml"/><Relationship Id="rId9" Type="http://schemas.openxmlformats.org/officeDocument/2006/relationships/tags" Target="../tags/tag111.xml"/><Relationship Id="rId14" Type="http://schemas.openxmlformats.org/officeDocument/2006/relationships/tags" Target="../tags/tag116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129.xml"/><Relationship Id="rId13" Type="http://schemas.openxmlformats.org/officeDocument/2006/relationships/tags" Target="../tags/tag134.xml"/><Relationship Id="rId18" Type="http://schemas.openxmlformats.org/officeDocument/2006/relationships/tags" Target="../tags/tag139.xml"/><Relationship Id="rId3" Type="http://schemas.openxmlformats.org/officeDocument/2006/relationships/tags" Target="../tags/tag124.xml"/><Relationship Id="rId7" Type="http://schemas.openxmlformats.org/officeDocument/2006/relationships/tags" Target="../tags/tag128.xml"/><Relationship Id="rId12" Type="http://schemas.openxmlformats.org/officeDocument/2006/relationships/tags" Target="../tags/tag133.xml"/><Relationship Id="rId17" Type="http://schemas.openxmlformats.org/officeDocument/2006/relationships/tags" Target="../tags/tag138.xml"/><Relationship Id="rId2" Type="http://schemas.openxmlformats.org/officeDocument/2006/relationships/tags" Target="../tags/tag123.xml"/><Relationship Id="rId16" Type="http://schemas.openxmlformats.org/officeDocument/2006/relationships/tags" Target="../tags/tag137.xml"/><Relationship Id="rId1" Type="http://schemas.openxmlformats.org/officeDocument/2006/relationships/tags" Target="../tags/tag122.xml"/><Relationship Id="rId6" Type="http://schemas.openxmlformats.org/officeDocument/2006/relationships/tags" Target="../tags/tag127.xml"/><Relationship Id="rId11" Type="http://schemas.openxmlformats.org/officeDocument/2006/relationships/tags" Target="../tags/tag132.xml"/><Relationship Id="rId5" Type="http://schemas.openxmlformats.org/officeDocument/2006/relationships/tags" Target="../tags/tag126.xml"/><Relationship Id="rId15" Type="http://schemas.openxmlformats.org/officeDocument/2006/relationships/tags" Target="../tags/tag136.xml"/><Relationship Id="rId10" Type="http://schemas.openxmlformats.org/officeDocument/2006/relationships/tags" Target="../tags/tag131.xml"/><Relationship Id="rId19" Type="http://schemas.openxmlformats.org/officeDocument/2006/relationships/slideMaster" Target="../slideMasters/slideMaster1.xml"/><Relationship Id="rId4" Type="http://schemas.openxmlformats.org/officeDocument/2006/relationships/tags" Target="../tags/tag125.xml"/><Relationship Id="rId9" Type="http://schemas.openxmlformats.org/officeDocument/2006/relationships/tags" Target="../tags/tag130.xml"/><Relationship Id="rId14" Type="http://schemas.openxmlformats.org/officeDocument/2006/relationships/tags" Target="../tags/tag135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147.xml"/><Relationship Id="rId13" Type="http://schemas.openxmlformats.org/officeDocument/2006/relationships/tags" Target="../tags/tag152.xml"/><Relationship Id="rId18" Type="http://schemas.openxmlformats.org/officeDocument/2006/relationships/tags" Target="../tags/tag157.xml"/><Relationship Id="rId3" Type="http://schemas.openxmlformats.org/officeDocument/2006/relationships/tags" Target="../tags/tag142.xml"/><Relationship Id="rId7" Type="http://schemas.openxmlformats.org/officeDocument/2006/relationships/tags" Target="../tags/tag146.xml"/><Relationship Id="rId12" Type="http://schemas.openxmlformats.org/officeDocument/2006/relationships/tags" Target="../tags/tag151.xml"/><Relationship Id="rId17" Type="http://schemas.openxmlformats.org/officeDocument/2006/relationships/tags" Target="../tags/tag156.xml"/><Relationship Id="rId2" Type="http://schemas.openxmlformats.org/officeDocument/2006/relationships/tags" Target="../tags/tag141.xml"/><Relationship Id="rId16" Type="http://schemas.openxmlformats.org/officeDocument/2006/relationships/tags" Target="../tags/tag155.xml"/><Relationship Id="rId20" Type="http://schemas.openxmlformats.org/officeDocument/2006/relationships/slideMaster" Target="../slideMasters/slideMaster1.xml"/><Relationship Id="rId1" Type="http://schemas.openxmlformats.org/officeDocument/2006/relationships/tags" Target="../tags/tag140.xml"/><Relationship Id="rId6" Type="http://schemas.openxmlformats.org/officeDocument/2006/relationships/tags" Target="../tags/tag145.xml"/><Relationship Id="rId11" Type="http://schemas.openxmlformats.org/officeDocument/2006/relationships/tags" Target="../tags/tag150.xml"/><Relationship Id="rId5" Type="http://schemas.openxmlformats.org/officeDocument/2006/relationships/tags" Target="../tags/tag144.xml"/><Relationship Id="rId15" Type="http://schemas.openxmlformats.org/officeDocument/2006/relationships/tags" Target="../tags/tag154.xml"/><Relationship Id="rId10" Type="http://schemas.openxmlformats.org/officeDocument/2006/relationships/tags" Target="../tags/tag149.xml"/><Relationship Id="rId19" Type="http://schemas.openxmlformats.org/officeDocument/2006/relationships/tags" Target="../tags/tag158.xml"/><Relationship Id="rId4" Type="http://schemas.openxmlformats.org/officeDocument/2006/relationships/tags" Target="../tags/tag143.xml"/><Relationship Id="rId9" Type="http://schemas.openxmlformats.org/officeDocument/2006/relationships/tags" Target="../tags/tag148.xml"/><Relationship Id="rId14" Type="http://schemas.openxmlformats.org/officeDocument/2006/relationships/tags" Target="../tags/tag153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166.xml"/><Relationship Id="rId13" Type="http://schemas.openxmlformats.org/officeDocument/2006/relationships/tags" Target="../tags/tag171.xml"/><Relationship Id="rId3" Type="http://schemas.openxmlformats.org/officeDocument/2006/relationships/tags" Target="../tags/tag161.xml"/><Relationship Id="rId7" Type="http://schemas.openxmlformats.org/officeDocument/2006/relationships/tags" Target="../tags/tag165.xml"/><Relationship Id="rId12" Type="http://schemas.openxmlformats.org/officeDocument/2006/relationships/tags" Target="../tags/tag170.xml"/><Relationship Id="rId2" Type="http://schemas.openxmlformats.org/officeDocument/2006/relationships/tags" Target="../tags/tag160.xml"/><Relationship Id="rId1" Type="http://schemas.openxmlformats.org/officeDocument/2006/relationships/tags" Target="../tags/tag159.xml"/><Relationship Id="rId6" Type="http://schemas.openxmlformats.org/officeDocument/2006/relationships/tags" Target="../tags/tag164.xml"/><Relationship Id="rId11" Type="http://schemas.openxmlformats.org/officeDocument/2006/relationships/tags" Target="../tags/tag169.xml"/><Relationship Id="rId5" Type="http://schemas.openxmlformats.org/officeDocument/2006/relationships/tags" Target="../tags/tag163.xml"/><Relationship Id="rId15" Type="http://schemas.openxmlformats.org/officeDocument/2006/relationships/slideMaster" Target="../slideMasters/slideMaster1.xml"/><Relationship Id="rId10" Type="http://schemas.openxmlformats.org/officeDocument/2006/relationships/tags" Target="../tags/tag168.xml"/><Relationship Id="rId4" Type="http://schemas.openxmlformats.org/officeDocument/2006/relationships/tags" Target="../tags/tag162.xml"/><Relationship Id="rId9" Type="http://schemas.openxmlformats.org/officeDocument/2006/relationships/tags" Target="../tags/tag167.xml"/><Relationship Id="rId14" Type="http://schemas.openxmlformats.org/officeDocument/2006/relationships/tags" Target="../tags/tag17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175.xml"/><Relationship Id="rId2" Type="http://schemas.openxmlformats.org/officeDocument/2006/relationships/tags" Target="../tags/tag174.xml"/><Relationship Id="rId1" Type="http://schemas.openxmlformats.org/officeDocument/2006/relationships/tags" Target="../tags/tag173.xml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178.xml"/><Relationship Id="rId2" Type="http://schemas.openxmlformats.org/officeDocument/2006/relationships/tags" Target="../tags/tag177.xml"/><Relationship Id="rId1" Type="http://schemas.openxmlformats.org/officeDocument/2006/relationships/tags" Target="../tags/tag17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79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82.xml"/><Relationship Id="rId7" Type="http://schemas.openxmlformats.org/officeDocument/2006/relationships/tags" Target="../tags/tag186.xml"/><Relationship Id="rId2" Type="http://schemas.openxmlformats.org/officeDocument/2006/relationships/tags" Target="../tags/tag181.xml"/><Relationship Id="rId1" Type="http://schemas.openxmlformats.org/officeDocument/2006/relationships/tags" Target="../tags/tag180.xml"/><Relationship Id="rId6" Type="http://schemas.openxmlformats.org/officeDocument/2006/relationships/tags" Target="../tags/tag185.xml"/><Relationship Id="rId5" Type="http://schemas.openxmlformats.org/officeDocument/2006/relationships/tags" Target="../tags/tag184.xml"/><Relationship Id="rId4" Type="http://schemas.openxmlformats.org/officeDocument/2006/relationships/tags" Target="../tags/tag183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194.xml"/><Relationship Id="rId3" Type="http://schemas.openxmlformats.org/officeDocument/2006/relationships/tags" Target="../tags/tag189.xml"/><Relationship Id="rId7" Type="http://schemas.openxmlformats.org/officeDocument/2006/relationships/tags" Target="../tags/tag193.xml"/><Relationship Id="rId2" Type="http://schemas.openxmlformats.org/officeDocument/2006/relationships/tags" Target="../tags/tag188.xml"/><Relationship Id="rId1" Type="http://schemas.openxmlformats.org/officeDocument/2006/relationships/tags" Target="../tags/tag187.xml"/><Relationship Id="rId6" Type="http://schemas.openxmlformats.org/officeDocument/2006/relationships/tags" Target="../tags/tag192.xml"/><Relationship Id="rId5" Type="http://schemas.openxmlformats.org/officeDocument/2006/relationships/tags" Target="../tags/tag191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90.xml"/><Relationship Id="rId9" Type="http://schemas.openxmlformats.org/officeDocument/2006/relationships/tags" Target="../tags/tag195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98.xml"/><Relationship Id="rId7" Type="http://schemas.openxmlformats.org/officeDocument/2006/relationships/tags" Target="../tags/tag202.xml"/><Relationship Id="rId2" Type="http://schemas.openxmlformats.org/officeDocument/2006/relationships/tags" Target="../tags/tag197.xml"/><Relationship Id="rId1" Type="http://schemas.openxmlformats.org/officeDocument/2006/relationships/tags" Target="../tags/tag196.xml"/><Relationship Id="rId6" Type="http://schemas.openxmlformats.org/officeDocument/2006/relationships/tags" Target="../tags/tag201.xml"/><Relationship Id="rId5" Type="http://schemas.openxmlformats.org/officeDocument/2006/relationships/tags" Target="../tags/tag200.xml"/><Relationship Id="rId4" Type="http://schemas.openxmlformats.org/officeDocument/2006/relationships/tags" Target="../tags/tag199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205.xml"/><Relationship Id="rId7" Type="http://schemas.openxmlformats.org/officeDocument/2006/relationships/tags" Target="../tags/tag209.xml"/><Relationship Id="rId2" Type="http://schemas.openxmlformats.org/officeDocument/2006/relationships/tags" Target="../tags/tag204.xml"/><Relationship Id="rId1" Type="http://schemas.openxmlformats.org/officeDocument/2006/relationships/tags" Target="../tags/tag203.xml"/><Relationship Id="rId6" Type="http://schemas.openxmlformats.org/officeDocument/2006/relationships/tags" Target="../tags/tag208.xml"/><Relationship Id="rId5" Type="http://schemas.openxmlformats.org/officeDocument/2006/relationships/tags" Target="../tags/tag207.xml"/><Relationship Id="rId4" Type="http://schemas.openxmlformats.org/officeDocument/2006/relationships/tags" Target="../tags/tag206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217.xml"/><Relationship Id="rId13" Type="http://schemas.openxmlformats.org/officeDocument/2006/relationships/tags" Target="../tags/tag222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212.xml"/><Relationship Id="rId7" Type="http://schemas.openxmlformats.org/officeDocument/2006/relationships/tags" Target="../tags/tag216.xml"/><Relationship Id="rId12" Type="http://schemas.openxmlformats.org/officeDocument/2006/relationships/tags" Target="../tags/tag221.xml"/><Relationship Id="rId17" Type="http://schemas.openxmlformats.org/officeDocument/2006/relationships/tags" Target="../tags/tag226.xml"/><Relationship Id="rId2" Type="http://schemas.openxmlformats.org/officeDocument/2006/relationships/tags" Target="../tags/tag211.xml"/><Relationship Id="rId16" Type="http://schemas.openxmlformats.org/officeDocument/2006/relationships/tags" Target="../tags/tag225.xml"/><Relationship Id="rId1" Type="http://schemas.openxmlformats.org/officeDocument/2006/relationships/tags" Target="../tags/tag210.xml"/><Relationship Id="rId6" Type="http://schemas.openxmlformats.org/officeDocument/2006/relationships/tags" Target="../tags/tag215.xml"/><Relationship Id="rId11" Type="http://schemas.openxmlformats.org/officeDocument/2006/relationships/tags" Target="../tags/tag220.xml"/><Relationship Id="rId5" Type="http://schemas.openxmlformats.org/officeDocument/2006/relationships/tags" Target="../tags/tag214.xml"/><Relationship Id="rId15" Type="http://schemas.openxmlformats.org/officeDocument/2006/relationships/tags" Target="../tags/tag224.xml"/><Relationship Id="rId10" Type="http://schemas.openxmlformats.org/officeDocument/2006/relationships/tags" Target="../tags/tag219.xml"/><Relationship Id="rId4" Type="http://schemas.openxmlformats.org/officeDocument/2006/relationships/tags" Target="../tags/tag213.xml"/><Relationship Id="rId9" Type="http://schemas.openxmlformats.org/officeDocument/2006/relationships/tags" Target="../tags/tag218.xml"/><Relationship Id="rId14" Type="http://schemas.openxmlformats.org/officeDocument/2006/relationships/tags" Target="../tags/tag223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tags" Target="../tags/tag234.xml"/><Relationship Id="rId13" Type="http://schemas.openxmlformats.org/officeDocument/2006/relationships/tags" Target="../tags/tag239.xml"/><Relationship Id="rId3" Type="http://schemas.openxmlformats.org/officeDocument/2006/relationships/tags" Target="../tags/tag229.xml"/><Relationship Id="rId7" Type="http://schemas.openxmlformats.org/officeDocument/2006/relationships/tags" Target="../tags/tag233.xml"/><Relationship Id="rId12" Type="http://schemas.openxmlformats.org/officeDocument/2006/relationships/tags" Target="../tags/tag238.xml"/><Relationship Id="rId2" Type="http://schemas.openxmlformats.org/officeDocument/2006/relationships/tags" Target="../tags/tag228.xml"/><Relationship Id="rId16" Type="http://schemas.openxmlformats.org/officeDocument/2006/relationships/slideMaster" Target="../slideMasters/slideMaster1.xml"/><Relationship Id="rId1" Type="http://schemas.openxmlformats.org/officeDocument/2006/relationships/tags" Target="../tags/tag227.xml"/><Relationship Id="rId6" Type="http://schemas.openxmlformats.org/officeDocument/2006/relationships/tags" Target="../tags/tag232.xml"/><Relationship Id="rId11" Type="http://schemas.openxmlformats.org/officeDocument/2006/relationships/tags" Target="../tags/tag237.xml"/><Relationship Id="rId5" Type="http://schemas.openxmlformats.org/officeDocument/2006/relationships/tags" Target="../tags/tag231.xml"/><Relationship Id="rId15" Type="http://schemas.openxmlformats.org/officeDocument/2006/relationships/tags" Target="../tags/tag241.xml"/><Relationship Id="rId10" Type="http://schemas.openxmlformats.org/officeDocument/2006/relationships/tags" Target="../tags/tag236.xml"/><Relationship Id="rId4" Type="http://schemas.openxmlformats.org/officeDocument/2006/relationships/tags" Target="../tags/tag230.xml"/><Relationship Id="rId9" Type="http://schemas.openxmlformats.org/officeDocument/2006/relationships/tags" Target="../tags/tag235.xml"/><Relationship Id="rId14" Type="http://schemas.openxmlformats.org/officeDocument/2006/relationships/tags" Target="../tags/tag240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tags" Target="../tags/tag249.xml"/><Relationship Id="rId13" Type="http://schemas.openxmlformats.org/officeDocument/2006/relationships/tags" Target="../tags/tag254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244.xml"/><Relationship Id="rId7" Type="http://schemas.openxmlformats.org/officeDocument/2006/relationships/tags" Target="../tags/tag248.xml"/><Relationship Id="rId12" Type="http://schemas.openxmlformats.org/officeDocument/2006/relationships/tags" Target="../tags/tag253.xml"/><Relationship Id="rId17" Type="http://schemas.openxmlformats.org/officeDocument/2006/relationships/tags" Target="../tags/tag258.xml"/><Relationship Id="rId2" Type="http://schemas.openxmlformats.org/officeDocument/2006/relationships/tags" Target="../tags/tag243.xml"/><Relationship Id="rId16" Type="http://schemas.openxmlformats.org/officeDocument/2006/relationships/tags" Target="../tags/tag257.xml"/><Relationship Id="rId1" Type="http://schemas.openxmlformats.org/officeDocument/2006/relationships/tags" Target="../tags/tag242.xml"/><Relationship Id="rId6" Type="http://schemas.openxmlformats.org/officeDocument/2006/relationships/tags" Target="../tags/tag247.xml"/><Relationship Id="rId11" Type="http://schemas.openxmlformats.org/officeDocument/2006/relationships/tags" Target="../tags/tag252.xml"/><Relationship Id="rId5" Type="http://schemas.openxmlformats.org/officeDocument/2006/relationships/tags" Target="../tags/tag246.xml"/><Relationship Id="rId15" Type="http://schemas.openxmlformats.org/officeDocument/2006/relationships/tags" Target="../tags/tag256.xml"/><Relationship Id="rId10" Type="http://schemas.openxmlformats.org/officeDocument/2006/relationships/tags" Target="../tags/tag251.xml"/><Relationship Id="rId4" Type="http://schemas.openxmlformats.org/officeDocument/2006/relationships/tags" Target="../tags/tag245.xml"/><Relationship Id="rId9" Type="http://schemas.openxmlformats.org/officeDocument/2006/relationships/tags" Target="../tags/tag250.xml"/><Relationship Id="rId14" Type="http://schemas.openxmlformats.org/officeDocument/2006/relationships/tags" Target="../tags/tag255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266.xml"/><Relationship Id="rId13" Type="http://schemas.openxmlformats.org/officeDocument/2006/relationships/tags" Target="../tags/tag271.xml"/><Relationship Id="rId18" Type="http://schemas.openxmlformats.org/officeDocument/2006/relationships/tags" Target="../tags/tag276.xml"/><Relationship Id="rId3" Type="http://schemas.openxmlformats.org/officeDocument/2006/relationships/tags" Target="../tags/tag261.xml"/><Relationship Id="rId7" Type="http://schemas.openxmlformats.org/officeDocument/2006/relationships/tags" Target="../tags/tag265.xml"/><Relationship Id="rId12" Type="http://schemas.openxmlformats.org/officeDocument/2006/relationships/tags" Target="../tags/tag270.xml"/><Relationship Id="rId17" Type="http://schemas.openxmlformats.org/officeDocument/2006/relationships/tags" Target="../tags/tag275.xml"/><Relationship Id="rId2" Type="http://schemas.openxmlformats.org/officeDocument/2006/relationships/tags" Target="../tags/tag260.xml"/><Relationship Id="rId16" Type="http://schemas.openxmlformats.org/officeDocument/2006/relationships/tags" Target="../tags/tag274.xml"/><Relationship Id="rId1" Type="http://schemas.openxmlformats.org/officeDocument/2006/relationships/tags" Target="../tags/tag259.xml"/><Relationship Id="rId6" Type="http://schemas.openxmlformats.org/officeDocument/2006/relationships/tags" Target="../tags/tag264.xml"/><Relationship Id="rId11" Type="http://schemas.openxmlformats.org/officeDocument/2006/relationships/tags" Target="../tags/tag269.xml"/><Relationship Id="rId5" Type="http://schemas.openxmlformats.org/officeDocument/2006/relationships/tags" Target="../tags/tag263.xml"/><Relationship Id="rId15" Type="http://schemas.openxmlformats.org/officeDocument/2006/relationships/tags" Target="../tags/tag273.xml"/><Relationship Id="rId10" Type="http://schemas.openxmlformats.org/officeDocument/2006/relationships/tags" Target="../tags/tag268.xml"/><Relationship Id="rId19" Type="http://schemas.openxmlformats.org/officeDocument/2006/relationships/slideMaster" Target="../slideMasters/slideMaster1.xml"/><Relationship Id="rId4" Type="http://schemas.openxmlformats.org/officeDocument/2006/relationships/tags" Target="../tags/tag262.xml"/><Relationship Id="rId9" Type="http://schemas.openxmlformats.org/officeDocument/2006/relationships/tags" Target="../tags/tag267.xml"/><Relationship Id="rId14" Type="http://schemas.openxmlformats.org/officeDocument/2006/relationships/tags" Target="../tags/tag272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284.xml"/><Relationship Id="rId13" Type="http://schemas.openxmlformats.org/officeDocument/2006/relationships/tags" Target="../tags/tag289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279.xml"/><Relationship Id="rId7" Type="http://schemas.openxmlformats.org/officeDocument/2006/relationships/tags" Target="../tags/tag283.xml"/><Relationship Id="rId12" Type="http://schemas.openxmlformats.org/officeDocument/2006/relationships/tags" Target="../tags/tag288.xml"/><Relationship Id="rId17" Type="http://schemas.openxmlformats.org/officeDocument/2006/relationships/tags" Target="../tags/tag293.xml"/><Relationship Id="rId2" Type="http://schemas.openxmlformats.org/officeDocument/2006/relationships/tags" Target="../tags/tag278.xml"/><Relationship Id="rId16" Type="http://schemas.openxmlformats.org/officeDocument/2006/relationships/tags" Target="../tags/tag292.xml"/><Relationship Id="rId1" Type="http://schemas.openxmlformats.org/officeDocument/2006/relationships/tags" Target="../tags/tag277.xml"/><Relationship Id="rId6" Type="http://schemas.openxmlformats.org/officeDocument/2006/relationships/tags" Target="../tags/tag282.xml"/><Relationship Id="rId11" Type="http://schemas.openxmlformats.org/officeDocument/2006/relationships/tags" Target="../tags/tag287.xml"/><Relationship Id="rId5" Type="http://schemas.openxmlformats.org/officeDocument/2006/relationships/tags" Target="../tags/tag281.xml"/><Relationship Id="rId15" Type="http://schemas.openxmlformats.org/officeDocument/2006/relationships/tags" Target="../tags/tag291.xml"/><Relationship Id="rId10" Type="http://schemas.openxmlformats.org/officeDocument/2006/relationships/tags" Target="../tags/tag286.xml"/><Relationship Id="rId4" Type="http://schemas.openxmlformats.org/officeDocument/2006/relationships/tags" Target="../tags/tag280.xml"/><Relationship Id="rId9" Type="http://schemas.openxmlformats.org/officeDocument/2006/relationships/tags" Target="../tags/tag285.xml"/><Relationship Id="rId14" Type="http://schemas.openxmlformats.org/officeDocument/2006/relationships/tags" Target="../tags/tag290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301.xml"/><Relationship Id="rId13" Type="http://schemas.openxmlformats.org/officeDocument/2006/relationships/tags" Target="../tags/tag306.xml"/><Relationship Id="rId3" Type="http://schemas.openxmlformats.org/officeDocument/2006/relationships/tags" Target="../tags/tag296.xml"/><Relationship Id="rId7" Type="http://schemas.openxmlformats.org/officeDocument/2006/relationships/tags" Target="../tags/tag300.xml"/><Relationship Id="rId12" Type="http://schemas.openxmlformats.org/officeDocument/2006/relationships/tags" Target="../tags/tag305.xml"/><Relationship Id="rId2" Type="http://schemas.openxmlformats.org/officeDocument/2006/relationships/tags" Target="../tags/tag295.xml"/><Relationship Id="rId1" Type="http://schemas.openxmlformats.org/officeDocument/2006/relationships/tags" Target="../tags/tag294.xml"/><Relationship Id="rId6" Type="http://schemas.openxmlformats.org/officeDocument/2006/relationships/tags" Target="../tags/tag299.xml"/><Relationship Id="rId11" Type="http://schemas.openxmlformats.org/officeDocument/2006/relationships/tags" Target="../tags/tag304.xml"/><Relationship Id="rId5" Type="http://schemas.openxmlformats.org/officeDocument/2006/relationships/tags" Target="../tags/tag298.xml"/><Relationship Id="rId10" Type="http://schemas.openxmlformats.org/officeDocument/2006/relationships/tags" Target="../tags/tag303.xml"/><Relationship Id="rId4" Type="http://schemas.openxmlformats.org/officeDocument/2006/relationships/tags" Target="../tags/tag297.xml"/><Relationship Id="rId9" Type="http://schemas.openxmlformats.org/officeDocument/2006/relationships/tags" Target="../tags/tag302.xml"/><Relationship Id="rId14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tags" Target="../tags/tag309.xml"/><Relationship Id="rId2" Type="http://schemas.openxmlformats.org/officeDocument/2006/relationships/tags" Target="../tags/tag308.xml"/><Relationship Id="rId1" Type="http://schemas.openxmlformats.org/officeDocument/2006/relationships/tags" Target="../tags/tag307.xml"/><Relationship Id="rId4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tags" Target="../tags/tag312.xml"/><Relationship Id="rId2" Type="http://schemas.openxmlformats.org/officeDocument/2006/relationships/tags" Target="../tags/tag311.xml"/><Relationship Id="rId1" Type="http://schemas.openxmlformats.org/officeDocument/2006/relationships/tags" Target="../tags/tag310.xml"/><Relationship Id="rId4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320.xml"/><Relationship Id="rId13" Type="http://schemas.openxmlformats.org/officeDocument/2006/relationships/tags" Target="../tags/tag325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315.xml"/><Relationship Id="rId7" Type="http://schemas.openxmlformats.org/officeDocument/2006/relationships/tags" Target="../tags/tag319.xml"/><Relationship Id="rId12" Type="http://schemas.openxmlformats.org/officeDocument/2006/relationships/tags" Target="../tags/tag324.xml"/><Relationship Id="rId17" Type="http://schemas.openxmlformats.org/officeDocument/2006/relationships/tags" Target="../tags/tag329.xml"/><Relationship Id="rId2" Type="http://schemas.openxmlformats.org/officeDocument/2006/relationships/tags" Target="../tags/tag314.xml"/><Relationship Id="rId16" Type="http://schemas.openxmlformats.org/officeDocument/2006/relationships/tags" Target="../tags/tag328.xml"/><Relationship Id="rId1" Type="http://schemas.openxmlformats.org/officeDocument/2006/relationships/tags" Target="../tags/tag313.xml"/><Relationship Id="rId6" Type="http://schemas.openxmlformats.org/officeDocument/2006/relationships/tags" Target="../tags/tag318.xml"/><Relationship Id="rId11" Type="http://schemas.openxmlformats.org/officeDocument/2006/relationships/tags" Target="../tags/tag323.xml"/><Relationship Id="rId5" Type="http://schemas.openxmlformats.org/officeDocument/2006/relationships/tags" Target="../tags/tag317.xml"/><Relationship Id="rId15" Type="http://schemas.openxmlformats.org/officeDocument/2006/relationships/tags" Target="../tags/tag327.xml"/><Relationship Id="rId10" Type="http://schemas.openxmlformats.org/officeDocument/2006/relationships/tags" Target="../tags/tag322.xml"/><Relationship Id="rId4" Type="http://schemas.openxmlformats.org/officeDocument/2006/relationships/tags" Target="../tags/tag316.xml"/><Relationship Id="rId9" Type="http://schemas.openxmlformats.org/officeDocument/2006/relationships/tags" Target="../tags/tag321.xml"/><Relationship Id="rId14" Type="http://schemas.openxmlformats.org/officeDocument/2006/relationships/tags" Target="../tags/tag326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2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1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C0D3CBF4-D047-32CB-A092-652CAC857033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915682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770898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341724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296612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095673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E3C091A9-963C-2C5A-3FA3-C25CC81E7BFE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155543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10" name="SlideLogoText">
            <a:extLst>
              <a:ext uri="{FF2B5EF4-FFF2-40B4-BE49-F238E27FC236}">
                <a16:creationId xmlns:a16="http://schemas.microsoft.com/office/drawing/2014/main" id="{88033E0C-2CF5-6BBA-1C85-008D0D4DB883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537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375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10" name="SlideLogoText">
            <a:extLst>
              <a:ext uri="{FF2B5EF4-FFF2-40B4-BE49-F238E27FC236}">
                <a16:creationId xmlns:a16="http://schemas.microsoft.com/office/drawing/2014/main" id="{ED193EBB-5466-5BDD-AEFC-F0E9BB306421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9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72983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879629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006364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1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533875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A3FB3845-C7A1-C146-0D47-CA99D05EE4C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55092"/>
            <a:ext cx="11082528" cy="73152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3. Subtitle">
            <a:extLst>
              <a:ext uri="{FF2B5EF4-FFF2-40B4-BE49-F238E27FC236}">
                <a16:creationId xmlns:a16="http://schemas.microsoft.com/office/drawing/2014/main" id="{2D82DC27-D40F-1FDD-08CA-E1D98D482D55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1. On-page tracker">
            <a:extLst>
              <a:ext uri="{FF2B5EF4-FFF2-40B4-BE49-F238E27FC236}">
                <a16:creationId xmlns:a16="http://schemas.microsoft.com/office/drawing/2014/main" id="{2256F47C-8755-AD8E-F266-944EE5D1E6E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7" name="TopLine">
            <a:extLst>
              <a:ext uri="{FF2B5EF4-FFF2-40B4-BE49-F238E27FC236}">
                <a16:creationId xmlns:a16="http://schemas.microsoft.com/office/drawing/2014/main" id="{42A698AF-55F9-B974-2353-E7C18303832A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BottomLine">
            <a:extLst>
              <a:ext uri="{FF2B5EF4-FFF2-40B4-BE49-F238E27FC236}">
                <a16:creationId xmlns:a16="http://schemas.microsoft.com/office/drawing/2014/main" id="{0F91EBE0-A37D-1C3F-105C-121497E50581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4638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op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95262A3-4D06-C89D-05E2-AA97F9B5D0A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12E272E9-BC69-EC9E-B4A6-1953D2BB2D85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1" name="TopLine">
            <a:extLst>
              <a:ext uri="{FF2B5EF4-FFF2-40B4-BE49-F238E27FC236}">
                <a16:creationId xmlns:a16="http://schemas.microsoft.com/office/drawing/2014/main" id="{E9C5FC54-7D67-724E-E303-818A330F138E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BottomLine">
            <a:extLst>
              <a:ext uri="{FF2B5EF4-FFF2-40B4-BE49-F238E27FC236}">
                <a16:creationId xmlns:a16="http://schemas.microsoft.com/office/drawing/2014/main" id="{B72CCDAD-B288-166D-1A8A-2A1CD511CDCC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5385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id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6" name="TopLine">
            <a:extLst>
              <a:ext uri="{FF2B5EF4-FFF2-40B4-BE49-F238E27FC236}">
                <a16:creationId xmlns:a16="http://schemas.microsoft.com/office/drawing/2014/main" id="{8B904657-3B87-B4EE-8316-1E859C4514EB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2FF090A-C003-0304-46D8-4251EFBBFB06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0596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break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5" name="TopLine">
            <a:extLst>
              <a:ext uri="{FF2B5EF4-FFF2-40B4-BE49-F238E27FC236}">
                <a16:creationId xmlns:a16="http://schemas.microsoft.com/office/drawing/2014/main" id="{FB35A28F-B25A-F397-C076-3C4307EC7FFE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BottomLine">
            <a:extLst>
              <a:ext uri="{FF2B5EF4-FFF2-40B4-BE49-F238E27FC236}">
                <a16:creationId xmlns:a16="http://schemas.microsoft.com/office/drawing/2014/main" id="{A4C1D2D5-250E-7892-49D1-538B4E9DA58C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473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6842996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2FA89E15-5D02-0617-3AA7-74A6D56FA911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0916594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4127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0110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4417375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0364982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1897165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 whi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131881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21995521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|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erson holding a microphone&#10;&#10;Description automatically generated with medium confidence">
            <a:extLst>
              <a:ext uri="{FF2B5EF4-FFF2-40B4-BE49-F238E27FC236}">
                <a16:creationId xmlns:a16="http://schemas.microsoft.com/office/drawing/2014/main" id="{CF267FB5-4FD2-F74D-B9FB-1B0FF2C786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6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75385A75-6C7A-3349-9526-077235AAEF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42" y="5257799"/>
            <a:ext cx="10941358" cy="671513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1" i="0" cap="none" baseline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</a:lstStyle>
          <a:p>
            <a:pPr lvl="0"/>
            <a:r>
              <a:rPr lang="en-US"/>
              <a:t>Insert sub-title here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D9660141-0EA2-CA47-B889-5B22F54F07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042" y="6008713"/>
            <a:ext cx="10941358" cy="492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en-US"/>
              <a:t>Insert date or additional details here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886BFB-6914-0849-9071-3E7EF5D563D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1956" y="703769"/>
            <a:ext cx="1267765" cy="33444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7CEC6B31-07DA-E24E-AB02-4804DD8CB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956" y="1614497"/>
            <a:ext cx="5020855" cy="290035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8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EE1578-6C5A-8143-1ED7-E512D0BE1C98}"/>
              </a:ext>
            </a:extLst>
          </p:cNvPr>
          <p:cNvSpPr txBox="1"/>
          <p:nvPr userDrawn="1"/>
        </p:nvSpPr>
        <p:spPr>
          <a:xfrm>
            <a:off x="8936737" y="381000"/>
            <a:ext cx="2874263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de-DE" sz="1600" noProof="0">
                <a:solidFill>
                  <a:schemeClr val="bg1"/>
                </a:solidFill>
              </a:rPr>
              <a:t>Accenture </a:t>
            </a:r>
            <a:r>
              <a:rPr lang="de-DE" sz="1600" b="1" noProof="0">
                <a:solidFill>
                  <a:schemeClr val="bg1"/>
                </a:solidFill>
              </a:rPr>
              <a:t>Business </a:t>
            </a:r>
            <a:r>
              <a:rPr lang="de-DE" sz="1600" b="1" noProof="0" err="1">
                <a:solidFill>
                  <a:schemeClr val="bg1"/>
                </a:solidFill>
              </a:rPr>
              <a:t>Agility</a:t>
            </a:r>
            <a:endParaRPr lang="de-DE" sz="1600" b="1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7177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|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person, looking, wearing, posing&#10;&#10;Description automatically generated">
            <a:extLst>
              <a:ext uri="{FF2B5EF4-FFF2-40B4-BE49-F238E27FC236}">
                <a16:creationId xmlns:a16="http://schemas.microsoft.com/office/drawing/2014/main" id="{D93AB678-4AD4-E74A-A92D-AA6AE8587C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0"/>
            <a:ext cx="12207721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6706273-499D-C646-BF8D-F3C8C88350A9}"/>
              </a:ext>
            </a:extLst>
          </p:cNvPr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gradFill>
            <a:gsLst>
              <a:gs pos="100000">
                <a:schemeClr val="tx1">
                  <a:alpha val="30000"/>
                </a:schemeClr>
              </a:gs>
              <a:gs pos="33000">
                <a:schemeClr val="tx1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75385A75-6C7A-3349-9526-077235AAEF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42" y="5257799"/>
            <a:ext cx="10941358" cy="671513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1" i="0" cap="none" baseline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</a:lstStyle>
          <a:p>
            <a:pPr lvl="0"/>
            <a:r>
              <a:rPr lang="en-US"/>
              <a:t>Insert sub-title here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D9660141-0EA2-CA47-B889-5B22F54F07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042" y="6008713"/>
            <a:ext cx="10941358" cy="492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en-US"/>
              <a:t>Insert date or additional details here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886BFB-6914-0849-9071-3E7EF5D563D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1956" y="703769"/>
            <a:ext cx="1267765" cy="33444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7CEC6B31-07DA-E24E-AB02-4804DD8CB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956" y="1614497"/>
            <a:ext cx="5020855" cy="290035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8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527A7F-CB14-286F-A622-E334CD37B403}"/>
              </a:ext>
            </a:extLst>
          </p:cNvPr>
          <p:cNvSpPr txBox="1"/>
          <p:nvPr userDrawn="1"/>
        </p:nvSpPr>
        <p:spPr>
          <a:xfrm>
            <a:off x="8936737" y="381000"/>
            <a:ext cx="2874263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de-DE" sz="1600" noProof="0">
                <a:solidFill>
                  <a:schemeClr val="bg1"/>
                </a:solidFill>
              </a:rPr>
              <a:t>Accenture </a:t>
            </a:r>
            <a:r>
              <a:rPr lang="de-DE" sz="1600" b="1" noProof="0">
                <a:solidFill>
                  <a:schemeClr val="bg1"/>
                </a:solidFill>
              </a:rPr>
              <a:t>Business </a:t>
            </a:r>
            <a:r>
              <a:rPr lang="de-DE" sz="1600" b="1" noProof="0" err="1">
                <a:solidFill>
                  <a:schemeClr val="bg1"/>
                </a:solidFill>
              </a:rPr>
              <a:t>Agility</a:t>
            </a:r>
            <a:endParaRPr lang="de-DE" sz="1600" b="1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411104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 |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4922A79-808B-8D68-A25E-212712A938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1875" b="21798"/>
          <a:stretch/>
        </p:blipFill>
        <p:spPr>
          <a:xfrm>
            <a:off x="0" y="0"/>
            <a:ext cx="12192000" cy="686733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D312046-917F-1F62-A0ED-0FB980502074}"/>
              </a:ext>
            </a:extLst>
          </p:cNvPr>
          <p:cNvSpPr/>
          <p:nvPr userDrawn="1"/>
        </p:nvSpPr>
        <p:spPr>
          <a:xfrm>
            <a:off x="0" y="0"/>
            <a:ext cx="12192000" cy="6867335"/>
          </a:xfrm>
          <a:prstGeom prst="rect">
            <a:avLst/>
          </a:prstGeom>
          <a:gradFill flip="none" rotWithShape="1">
            <a:gsLst>
              <a:gs pos="35000">
                <a:schemeClr val="accent3">
                  <a:alpha val="68000"/>
                  <a:lumMod val="47000"/>
                </a:schemeClr>
              </a:gs>
              <a:gs pos="79000">
                <a:schemeClr val="accent3">
                  <a:lumMod val="24000"/>
                  <a:alpha val="71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75385A75-6C7A-3349-9526-077235AAEF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42" y="5257799"/>
            <a:ext cx="10941358" cy="671513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1" i="0" cap="none" baseline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</a:lstStyle>
          <a:p>
            <a:pPr lvl="0"/>
            <a:r>
              <a:rPr lang="en-US"/>
              <a:t>Insert sub-title here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D9660141-0EA2-CA47-B889-5B22F54F07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042" y="6008713"/>
            <a:ext cx="10941358" cy="492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en-US"/>
              <a:t>Insert date or additional details here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886BFB-6914-0849-9071-3E7EF5D563D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1956" y="703769"/>
            <a:ext cx="1267765" cy="33444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7CEC6B31-07DA-E24E-AB02-4804DD8CB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956" y="1614497"/>
            <a:ext cx="5020855" cy="290035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8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53561B-F219-E545-3E4D-D25A012F63B0}"/>
              </a:ext>
            </a:extLst>
          </p:cNvPr>
          <p:cNvSpPr txBox="1"/>
          <p:nvPr userDrawn="1"/>
        </p:nvSpPr>
        <p:spPr>
          <a:xfrm>
            <a:off x="8936737" y="381000"/>
            <a:ext cx="2874263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de-DE" sz="1600" noProof="0">
                <a:solidFill>
                  <a:schemeClr val="bg1"/>
                </a:solidFill>
              </a:rPr>
              <a:t>Accenture </a:t>
            </a:r>
            <a:r>
              <a:rPr lang="de-DE" sz="1600" b="1" noProof="0">
                <a:solidFill>
                  <a:schemeClr val="bg1"/>
                </a:solidFill>
              </a:rPr>
              <a:t>Business </a:t>
            </a:r>
            <a:r>
              <a:rPr lang="de-DE" sz="1600" b="1" noProof="0" err="1">
                <a:solidFill>
                  <a:schemeClr val="bg1"/>
                </a:solidFill>
              </a:rPr>
              <a:t>Agility</a:t>
            </a:r>
            <a:endParaRPr lang="de-DE" sz="1600" b="1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480175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|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person, male&#10;&#10;Description automatically generated">
            <a:extLst>
              <a:ext uri="{FF2B5EF4-FFF2-40B4-BE49-F238E27FC236}">
                <a16:creationId xmlns:a16="http://schemas.microsoft.com/office/drawing/2014/main" id="{13CBC0EB-0BC6-F842-B099-663EE3FC2C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2" y="0"/>
            <a:ext cx="12192001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16D440A-E0E9-CB41-B7B1-00FEDE56B02D}"/>
              </a:ext>
            </a:extLst>
          </p:cNvPr>
          <p:cNvSpPr/>
          <p:nvPr userDrawn="1"/>
        </p:nvSpPr>
        <p:spPr>
          <a:xfrm>
            <a:off x="-4" y="0"/>
            <a:ext cx="12192003" cy="6858000"/>
          </a:xfrm>
          <a:prstGeom prst="rect">
            <a:avLst/>
          </a:prstGeom>
          <a:gradFill>
            <a:gsLst>
              <a:gs pos="100000">
                <a:schemeClr val="tx1">
                  <a:lumMod val="45000"/>
                  <a:alpha val="20000"/>
                </a:schemeClr>
              </a:gs>
              <a:gs pos="15000">
                <a:schemeClr val="bg1">
                  <a:lumMod val="17859"/>
                  <a:alpha val="34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75385A75-6C7A-3349-9526-077235AAEF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42" y="5257799"/>
            <a:ext cx="10941358" cy="671513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1" i="0" cap="none" baseline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</a:lstStyle>
          <a:p>
            <a:pPr lvl="0"/>
            <a:r>
              <a:rPr lang="en-US"/>
              <a:t>Insert sub-title here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D9660141-0EA2-CA47-B889-5B22F54F07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042" y="6008713"/>
            <a:ext cx="10941358" cy="492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en-US"/>
              <a:t>Insert date or additional details here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886BFB-6914-0849-9071-3E7EF5D563D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1956" y="703769"/>
            <a:ext cx="1267765" cy="33444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7CEC6B31-07DA-E24E-AB02-4804DD8CB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956" y="1614497"/>
            <a:ext cx="5020855" cy="290035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8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185AD8-51F9-EDAC-F597-7DE69BA8BE19}"/>
              </a:ext>
            </a:extLst>
          </p:cNvPr>
          <p:cNvSpPr txBox="1"/>
          <p:nvPr userDrawn="1"/>
        </p:nvSpPr>
        <p:spPr>
          <a:xfrm>
            <a:off x="8936737" y="381000"/>
            <a:ext cx="2874263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de-DE" sz="1600" noProof="0">
                <a:solidFill>
                  <a:schemeClr val="bg1"/>
                </a:solidFill>
              </a:rPr>
              <a:t>Accenture </a:t>
            </a:r>
            <a:r>
              <a:rPr lang="de-DE" sz="1600" b="1" noProof="0">
                <a:solidFill>
                  <a:schemeClr val="bg1"/>
                </a:solidFill>
              </a:rPr>
              <a:t>Business </a:t>
            </a:r>
            <a:r>
              <a:rPr lang="de-DE" sz="1600" b="1" noProof="0" err="1">
                <a:solidFill>
                  <a:schemeClr val="bg1"/>
                </a:solidFill>
              </a:rPr>
              <a:t>Agility</a:t>
            </a:r>
            <a:endParaRPr lang="de-DE" sz="1600" b="1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55901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|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pool ball&#10;&#10;Description automatically generated">
            <a:extLst>
              <a:ext uri="{FF2B5EF4-FFF2-40B4-BE49-F238E27FC236}">
                <a16:creationId xmlns:a16="http://schemas.microsoft.com/office/drawing/2014/main" id="{F82A3BE7-326F-4630-B03C-58D42C37559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2"/>
            <a:ext cx="12191223" cy="686733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E1B90A9-5AA7-2444-97CF-551E3490359D}"/>
              </a:ext>
            </a:extLst>
          </p:cNvPr>
          <p:cNvSpPr/>
          <p:nvPr userDrawn="1"/>
        </p:nvSpPr>
        <p:spPr>
          <a:xfrm>
            <a:off x="-778" y="0"/>
            <a:ext cx="12192000" cy="6867335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58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0C00FA2E-4E05-4F59-9DD3-4067B8A74B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42" y="5257799"/>
            <a:ext cx="10941358" cy="6715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 i="0" cap="none" baseline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</a:lstStyle>
          <a:p>
            <a:pPr lvl="0"/>
            <a:r>
              <a:rPr lang="en-US"/>
              <a:t>Insert sub-title here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B0E25A4F-DB76-42F1-AB64-8C49B5A535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042" y="6008713"/>
            <a:ext cx="10941358" cy="4921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en-US"/>
              <a:t>Insert date or additional details here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9B9939B-E3CD-4A75-9B1C-E1B56CB2F82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1956" y="703769"/>
            <a:ext cx="1267765" cy="33444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32EAF1A-069C-3F4C-834C-9B077A62C4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956" y="1614497"/>
            <a:ext cx="5020855" cy="290035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8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73AD0F-C313-0A6D-A254-F2BE51686884}"/>
              </a:ext>
            </a:extLst>
          </p:cNvPr>
          <p:cNvSpPr txBox="1"/>
          <p:nvPr userDrawn="1"/>
        </p:nvSpPr>
        <p:spPr>
          <a:xfrm>
            <a:off x="8936737" y="381000"/>
            <a:ext cx="2874263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de-DE" sz="1600" noProof="0">
                <a:solidFill>
                  <a:schemeClr val="bg1"/>
                </a:solidFill>
              </a:rPr>
              <a:t>Accenture </a:t>
            </a:r>
            <a:r>
              <a:rPr lang="de-DE" sz="1600" b="1" noProof="0">
                <a:solidFill>
                  <a:schemeClr val="bg1"/>
                </a:solidFill>
              </a:rPr>
              <a:t>Business </a:t>
            </a:r>
            <a:r>
              <a:rPr lang="de-DE" sz="1600" b="1" noProof="0" err="1">
                <a:solidFill>
                  <a:schemeClr val="bg1"/>
                </a:solidFill>
              </a:rPr>
              <a:t>Agility</a:t>
            </a:r>
            <a:endParaRPr lang="de-DE" sz="1600" b="1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720765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|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ein sehr hoher, schneebedeckter Berg mit einem Himmelshintergrund">
            <a:extLst>
              <a:ext uri="{FF2B5EF4-FFF2-40B4-BE49-F238E27FC236}">
                <a16:creationId xmlns:a16="http://schemas.microsoft.com/office/drawing/2014/main" id="{11402B72-65A0-0E51-201E-684CF0FEA81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556" t="1068" r="-1" b="19417"/>
          <a:stretch/>
        </p:blipFill>
        <p:spPr bwMode="auto">
          <a:xfrm>
            <a:off x="2" y="0"/>
            <a:ext cx="12191998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0C00FA2E-4E05-4F59-9DD3-4067B8A74B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42" y="5257799"/>
            <a:ext cx="10941358" cy="6715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 i="0" cap="none" baseline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</a:lstStyle>
          <a:p>
            <a:pPr lvl="0"/>
            <a:r>
              <a:rPr lang="en-US"/>
              <a:t>Insert sub-title here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B0E25A4F-DB76-42F1-AB64-8C49B5A535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042" y="6008713"/>
            <a:ext cx="10941358" cy="4921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en-US"/>
              <a:t>Insert date or additional details here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9B9939B-E3CD-4A75-9B1C-E1B56CB2F82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21956" y="703769"/>
            <a:ext cx="1267765" cy="33444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32EAF1A-069C-3F4C-834C-9B077A62C4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956" y="1614497"/>
            <a:ext cx="5020855" cy="290035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8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73AD0F-C313-0A6D-A254-F2BE51686884}"/>
              </a:ext>
            </a:extLst>
          </p:cNvPr>
          <p:cNvSpPr txBox="1"/>
          <p:nvPr userDrawn="1"/>
        </p:nvSpPr>
        <p:spPr>
          <a:xfrm>
            <a:off x="8936737" y="381000"/>
            <a:ext cx="2874263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de-DE" sz="1600" noProof="0">
                <a:solidFill>
                  <a:schemeClr val="bg1"/>
                </a:solidFill>
              </a:rPr>
              <a:t>Accenture </a:t>
            </a:r>
            <a:r>
              <a:rPr lang="de-DE" sz="1600" b="1" noProof="0">
                <a:solidFill>
                  <a:schemeClr val="bg1"/>
                </a:solidFill>
              </a:rPr>
              <a:t>Business </a:t>
            </a:r>
            <a:r>
              <a:rPr lang="de-DE" sz="1600" b="1" noProof="0" err="1">
                <a:solidFill>
                  <a:schemeClr val="bg1"/>
                </a:solidFill>
              </a:rPr>
              <a:t>Agility</a:t>
            </a:r>
            <a:endParaRPr lang="de-DE" sz="1600" b="1" noProof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1B90A9-5AA7-2444-97CF-551E3490359D}"/>
              </a:ext>
            </a:extLst>
          </p:cNvPr>
          <p:cNvSpPr/>
          <p:nvPr userDrawn="1"/>
        </p:nvSpPr>
        <p:spPr>
          <a:xfrm>
            <a:off x="-778" y="0"/>
            <a:ext cx="12192000" cy="6867335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58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60700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|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person's face&#10;&#10;Description automatically generated">
            <a:extLst>
              <a:ext uri="{FF2B5EF4-FFF2-40B4-BE49-F238E27FC236}">
                <a16:creationId xmlns:a16="http://schemas.microsoft.com/office/drawing/2014/main" id="{0E608888-9A8B-D849-BD96-02ADDA2572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4819712" y="0"/>
            <a:ext cx="740373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4D03DBC-2506-064A-8162-F54C9AF96D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8000">
                <a:schemeClr val="tx1">
                  <a:alpha val="0"/>
                </a:schemeClr>
              </a:gs>
              <a:gs pos="45000">
                <a:schemeClr val="tx1">
                  <a:alpha val="99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75385A75-6C7A-3349-9526-077235AAEF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42" y="5257799"/>
            <a:ext cx="10941358" cy="671513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1" i="0" cap="none" baseline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</a:lstStyle>
          <a:p>
            <a:pPr lvl="0"/>
            <a:r>
              <a:rPr lang="en-US"/>
              <a:t>Insert sub-title here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D9660141-0EA2-CA47-B889-5B22F54F07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042" y="6008713"/>
            <a:ext cx="10941358" cy="492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en-US"/>
              <a:t>Insert date or additional details here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886BFB-6914-0849-9071-3E7EF5D563D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1956" y="703769"/>
            <a:ext cx="1267765" cy="33444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7CEC6B31-07DA-E24E-AB02-4804DD8CB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956" y="1614497"/>
            <a:ext cx="5020855" cy="290035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8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EE840A-1182-1D83-15E7-53893562B261}"/>
              </a:ext>
            </a:extLst>
          </p:cNvPr>
          <p:cNvSpPr txBox="1"/>
          <p:nvPr userDrawn="1"/>
        </p:nvSpPr>
        <p:spPr>
          <a:xfrm>
            <a:off x="8936737" y="381000"/>
            <a:ext cx="2874263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de-DE" sz="1600" noProof="0">
                <a:solidFill>
                  <a:schemeClr val="bg1"/>
                </a:solidFill>
              </a:rPr>
              <a:t>Accenture </a:t>
            </a:r>
            <a:r>
              <a:rPr lang="de-DE" sz="1600" b="1" noProof="0">
                <a:solidFill>
                  <a:schemeClr val="bg1"/>
                </a:solidFill>
              </a:rPr>
              <a:t>Business </a:t>
            </a:r>
            <a:r>
              <a:rPr lang="de-DE" sz="1600" b="1" noProof="0" err="1">
                <a:solidFill>
                  <a:schemeClr val="bg1"/>
                </a:solidFill>
              </a:rPr>
              <a:t>Agility</a:t>
            </a:r>
            <a:endParaRPr lang="de-DE" sz="1600" b="1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246657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|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unset over a body of water&#10;&#10;Description automatically generated with medium confidence">
            <a:extLst>
              <a:ext uri="{FF2B5EF4-FFF2-40B4-BE49-F238E27FC236}">
                <a16:creationId xmlns:a16="http://schemas.microsoft.com/office/drawing/2014/main" id="{B14FC67E-89D6-4E07-8F8A-4D80CCD3F1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20772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A3FE061-4B75-7D4B-B1F8-EBA0F949C9E8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>
            <a:gsLst>
              <a:gs pos="0">
                <a:srgbClr val="008EFF">
                  <a:lumMod val="46195"/>
                  <a:alpha val="60000"/>
                </a:srgbClr>
              </a:gs>
              <a:gs pos="53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919F5C-229E-4C77-BDF4-EAD8A13CF890}"/>
              </a:ext>
            </a:extLst>
          </p:cNvPr>
          <p:cNvSpPr/>
          <p:nvPr userDrawn="1"/>
        </p:nvSpPr>
        <p:spPr>
          <a:xfrm>
            <a:off x="7861" y="-16676"/>
            <a:ext cx="12207720" cy="6858000"/>
          </a:xfrm>
          <a:prstGeom prst="rect">
            <a:avLst/>
          </a:prstGeom>
          <a:gradFill>
            <a:gsLst>
              <a:gs pos="54000">
                <a:schemeClr val="tx1">
                  <a:alpha val="20873"/>
                  <a:lumMod val="94000"/>
                </a:schemeClr>
              </a:gs>
              <a:gs pos="0">
                <a:schemeClr val="bg1">
                  <a:lumMod val="0"/>
                  <a:alpha val="69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7F2FD447-5EF1-ED42-96CF-E58AFD1D27F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42" y="5257799"/>
            <a:ext cx="10941358" cy="67151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 i="0" cap="none" baseline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</a:lstStyle>
          <a:p>
            <a:pPr lvl="0"/>
            <a:r>
              <a:rPr lang="en-US"/>
              <a:t>Insert sub-title here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D91995B8-8B98-C749-AC77-6BC9679B4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042" y="6008713"/>
            <a:ext cx="10941358" cy="492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en-US"/>
              <a:t>Insert date or additional details here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51CD3A7-6D06-3D45-B00C-35F47C6F2C5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1956" y="703769"/>
            <a:ext cx="1267765" cy="334441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428848D7-9D2F-8A44-A7C2-39E32673D0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956" y="1614497"/>
            <a:ext cx="10960443" cy="290035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8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5CD73C-606A-875D-0624-49C4C8319798}"/>
              </a:ext>
            </a:extLst>
          </p:cNvPr>
          <p:cNvSpPr txBox="1"/>
          <p:nvPr userDrawn="1"/>
        </p:nvSpPr>
        <p:spPr>
          <a:xfrm>
            <a:off x="8936737" y="381000"/>
            <a:ext cx="2874263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de-DE" sz="1600" noProof="0">
                <a:solidFill>
                  <a:schemeClr val="bg1"/>
                </a:solidFill>
              </a:rPr>
              <a:t>Accenture </a:t>
            </a:r>
            <a:r>
              <a:rPr lang="de-DE" sz="1600" b="1" noProof="0">
                <a:solidFill>
                  <a:schemeClr val="bg1"/>
                </a:solidFill>
              </a:rPr>
              <a:t>Business </a:t>
            </a:r>
            <a:r>
              <a:rPr lang="de-DE" sz="1600" b="1" noProof="0" err="1">
                <a:solidFill>
                  <a:schemeClr val="bg1"/>
                </a:solidFill>
              </a:rPr>
              <a:t>Agility</a:t>
            </a:r>
            <a:endParaRPr lang="de-DE" sz="1600" b="1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457549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| 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cat, wall, indoor&#10;&#10;Description automatically generated">
            <a:extLst>
              <a:ext uri="{FF2B5EF4-FFF2-40B4-BE49-F238E27FC236}">
                <a16:creationId xmlns:a16="http://schemas.microsoft.com/office/drawing/2014/main" id="{16F84C7C-2CB8-456C-83AE-A3F9F0BFD6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1699" cy="685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E1B90A9-5AA7-2444-97CF-551E3490359D}"/>
              </a:ext>
            </a:extLst>
          </p:cNvPr>
          <p:cNvSpPr/>
          <p:nvPr userDrawn="1"/>
        </p:nvSpPr>
        <p:spPr>
          <a:xfrm>
            <a:off x="-1" y="0"/>
            <a:ext cx="12207722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58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0C00FA2E-4E05-4F59-9DD3-4067B8A74B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42" y="5257799"/>
            <a:ext cx="10941358" cy="67151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 i="0" cap="none" baseline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</a:lstStyle>
          <a:p>
            <a:pPr lvl="0"/>
            <a:r>
              <a:rPr lang="en-US"/>
              <a:t>Insert sub-title here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B0E25A4F-DB76-42F1-AB64-8C49B5A535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042" y="6008713"/>
            <a:ext cx="10941358" cy="492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en-US"/>
              <a:t>Insert date or additional details here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9B9939B-E3CD-4A75-9B1C-E1B56CB2F82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1956" y="703769"/>
            <a:ext cx="1267765" cy="33444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32EAF1A-069C-3F4C-834C-9B077A62C4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956" y="1614497"/>
            <a:ext cx="5020855" cy="290035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8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pic>
        <p:nvPicPr>
          <p:cNvPr id="10" name="Picture 9" descr="A picture containing text, tableware, clipart, dishware&#10;&#10;Description automatically generated">
            <a:extLst>
              <a:ext uri="{FF2B5EF4-FFF2-40B4-BE49-F238E27FC236}">
                <a16:creationId xmlns:a16="http://schemas.microsoft.com/office/drawing/2014/main" id="{188DC479-9264-324C-8690-D0FF168B8FC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75305" y="6008713"/>
            <a:ext cx="3207094" cy="27521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96C87C1-E017-89F2-D479-580279663B69}"/>
              </a:ext>
            </a:extLst>
          </p:cNvPr>
          <p:cNvSpPr txBox="1"/>
          <p:nvPr userDrawn="1"/>
        </p:nvSpPr>
        <p:spPr>
          <a:xfrm>
            <a:off x="8936737" y="381000"/>
            <a:ext cx="2874263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de-DE" sz="1600" noProof="0">
                <a:solidFill>
                  <a:schemeClr val="bg1"/>
                </a:solidFill>
              </a:rPr>
              <a:t>Accenture </a:t>
            </a:r>
            <a:r>
              <a:rPr lang="de-DE" sz="1600" b="1" noProof="0">
                <a:solidFill>
                  <a:schemeClr val="bg1"/>
                </a:solidFill>
              </a:rPr>
              <a:t>Business </a:t>
            </a:r>
            <a:r>
              <a:rPr lang="de-DE" sz="1600" b="1" noProof="0" err="1">
                <a:solidFill>
                  <a:schemeClr val="bg1"/>
                </a:solidFill>
              </a:rPr>
              <a:t>Agility</a:t>
            </a:r>
            <a:endParaRPr lang="de-DE" sz="1600" b="1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467545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| 1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4" descr="A picture containing text, person, indoor&#10;&#10;Description automatically generated">
            <a:extLst>
              <a:ext uri="{FF2B5EF4-FFF2-40B4-BE49-F238E27FC236}">
                <a16:creationId xmlns:a16="http://schemas.microsoft.com/office/drawing/2014/main" id="{60DE002C-1B23-43E1-96A5-7FCE0D4BA8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915AECF-8258-4764-8518-7FE9BB0B9F6B}"/>
              </a:ext>
            </a:extLst>
          </p:cNvPr>
          <p:cNvSpPr/>
          <p:nvPr userDrawn="1"/>
        </p:nvSpPr>
        <p:spPr>
          <a:xfrm>
            <a:off x="-1" y="-16676"/>
            <a:ext cx="12192000" cy="6874676"/>
          </a:xfrm>
          <a:prstGeom prst="rect">
            <a:avLst/>
          </a:prstGeom>
          <a:gradFill>
            <a:gsLst>
              <a:gs pos="54000">
                <a:schemeClr val="tx1">
                  <a:alpha val="20873"/>
                  <a:lumMod val="94000"/>
                </a:schemeClr>
              </a:gs>
              <a:gs pos="0">
                <a:schemeClr val="bg1">
                  <a:lumMod val="0"/>
                  <a:alpha val="69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72B11314-6545-2C43-B575-51E4084401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42" y="5257799"/>
            <a:ext cx="10941358" cy="67151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 i="0" cap="none" baseline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</a:lstStyle>
          <a:p>
            <a:pPr lvl="0"/>
            <a:r>
              <a:rPr lang="en-US"/>
              <a:t>Insert sub-title here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771B5EE1-B456-8540-87E6-1E7E9A34C0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042" y="6008713"/>
            <a:ext cx="10941358" cy="492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en-US"/>
              <a:t>Insert date or additional details here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08E2D6D-92FF-164F-812F-1401066C437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1956" y="703769"/>
            <a:ext cx="1267765" cy="334441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F38C0B5F-3738-9B46-8C3E-19F68C22B3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956" y="1614497"/>
            <a:ext cx="5020855" cy="290035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8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F1A21F-2003-6DEA-BD64-BE17AC416FA3}"/>
              </a:ext>
            </a:extLst>
          </p:cNvPr>
          <p:cNvSpPr txBox="1"/>
          <p:nvPr userDrawn="1"/>
        </p:nvSpPr>
        <p:spPr>
          <a:xfrm>
            <a:off x="8936737" y="381000"/>
            <a:ext cx="2874263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de-DE" sz="1600" noProof="0">
                <a:solidFill>
                  <a:schemeClr val="bg1"/>
                </a:solidFill>
              </a:rPr>
              <a:t>Accenture </a:t>
            </a:r>
            <a:r>
              <a:rPr lang="de-DE" sz="1600" b="1" noProof="0">
                <a:solidFill>
                  <a:schemeClr val="bg1"/>
                </a:solidFill>
              </a:rPr>
              <a:t>Business </a:t>
            </a:r>
            <a:r>
              <a:rPr lang="de-DE" sz="1600" b="1" noProof="0" err="1">
                <a:solidFill>
                  <a:schemeClr val="bg1"/>
                </a:solidFill>
              </a:rPr>
              <a:t>Agility</a:t>
            </a:r>
            <a:endParaRPr lang="de-DE" sz="1600" b="1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270043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| 1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4" descr="A person looking at a computer screen&#10;&#10;Description automatically generated with medium confidence">
            <a:extLst>
              <a:ext uri="{FF2B5EF4-FFF2-40B4-BE49-F238E27FC236}">
                <a16:creationId xmlns:a16="http://schemas.microsoft.com/office/drawing/2014/main" id="{9376E1AB-E0BF-47DC-82C5-F63615876C4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D5F828D-6C56-2545-9BE5-1809273CC22C}"/>
              </a:ext>
            </a:extLst>
          </p:cNvPr>
          <p:cNvSpPr/>
          <p:nvPr userDrawn="1"/>
        </p:nvSpPr>
        <p:spPr>
          <a:xfrm>
            <a:off x="4787" y="0"/>
            <a:ext cx="12192000" cy="6858000"/>
          </a:xfrm>
          <a:prstGeom prst="rect">
            <a:avLst/>
          </a:prstGeom>
          <a:gradFill flip="none" rotWithShape="1">
            <a:gsLst>
              <a:gs pos="43000">
                <a:schemeClr val="tx1">
                  <a:alpha val="0"/>
                </a:schemeClr>
              </a:gs>
              <a:gs pos="100000">
                <a:schemeClr val="tx1">
                  <a:alpha val="58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7F2FD447-5EF1-ED42-96CF-E58AFD1D27F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42" y="5257799"/>
            <a:ext cx="10941358" cy="67151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 i="0" cap="none" baseline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</a:lstStyle>
          <a:p>
            <a:pPr lvl="0"/>
            <a:r>
              <a:rPr lang="en-US"/>
              <a:t>Insert sub-title here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D91995B8-8B98-C749-AC77-6BC9679B4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042" y="6008713"/>
            <a:ext cx="10941358" cy="492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en-US"/>
              <a:t>Insert date or additional details here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51CD3A7-6D06-3D45-B00C-35F47C6F2C5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1956" y="703769"/>
            <a:ext cx="1267765" cy="334441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57747E5A-EB4A-DD42-AECD-0591E32BE7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956" y="1614497"/>
            <a:ext cx="5020855" cy="290035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8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460323-D690-BF09-3B2E-DC744B0C0AC0}"/>
              </a:ext>
            </a:extLst>
          </p:cNvPr>
          <p:cNvSpPr txBox="1"/>
          <p:nvPr userDrawn="1"/>
        </p:nvSpPr>
        <p:spPr>
          <a:xfrm>
            <a:off x="8936737" y="381000"/>
            <a:ext cx="2874263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de-DE" sz="1600" noProof="0">
                <a:solidFill>
                  <a:schemeClr val="bg1"/>
                </a:solidFill>
              </a:rPr>
              <a:t>Accenture </a:t>
            </a:r>
            <a:r>
              <a:rPr lang="de-DE" sz="1600" b="1" noProof="0">
                <a:solidFill>
                  <a:schemeClr val="bg1"/>
                </a:solidFill>
              </a:rPr>
              <a:t>Business </a:t>
            </a:r>
            <a:r>
              <a:rPr lang="de-DE" sz="1600" b="1" noProof="0" err="1">
                <a:solidFill>
                  <a:schemeClr val="bg1"/>
                </a:solidFill>
              </a:rPr>
              <a:t>Agility</a:t>
            </a:r>
            <a:endParaRPr lang="de-DE" sz="1600" b="1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647578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GTS Keylin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859254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GTS left-image bkg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3E7551B-7F86-46D2-A90B-DF5CC30BDF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8" name="GTS_WH" descr="Accenture Greater Than symbol in white">
            <a:extLst>
              <a:ext uri="{FF2B5EF4-FFF2-40B4-BE49-F238E27FC236}">
                <a16:creationId xmlns:a16="http://schemas.microsoft.com/office/drawing/2014/main" id="{E96B644F-A9C2-401B-8562-DC3B10FB5CFA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1001" y="38100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Acc_Tech_Logo_WH" descr="Accenture Technology wordmark in white">
            <a:extLst>
              <a:ext uri="{FF2B5EF4-FFF2-40B4-BE49-F238E27FC236}">
                <a16:creationId xmlns:a16="http://schemas.microsoft.com/office/drawing/2014/main" id="{E1C4528C-35CA-41C7-B25C-A600CD41B680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381001" y="6096691"/>
            <a:ext cx="3008376" cy="276189"/>
          </a:xfrm>
          <a:custGeom>
            <a:avLst/>
            <a:gdLst>
              <a:gd name="T0" fmla="*/ 4127 w 4219"/>
              <a:gd name="T1" fmla="*/ 250 h 386"/>
              <a:gd name="T2" fmla="*/ 4070 w 4219"/>
              <a:gd name="T3" fmla="*/ 382 h 386"/>
              <a:gd name="T4" fmla="*/ 3885 w 4219"/>
              <a:gd name="T5" fmla="*/ 124 h 386"/>
              <a:gd name="T6" fmla="*/ 3952 w 4219"/>
              <a:gd name="T7" fmla="*/ 201 h 386"/>
              <a:gd name="T8" fmla="*/ 3950 w 4219"/>
              <a:gd name="T9" fmla="*/ 293 h 386"/>
              <a:gd name="T10" fmla="*/ 3784 w 4219"/>
              <a:gd name="T11" fmla="*/ 200 h 386"/>
              <a:gd name="T12" fmla="*/ 3984 w 4219"/>
              <a:gd name="T13" fmla="*/ 100 h 386"/>
              <a:gd name="T14" fmla="*/ 3714 w 4219"/>
              <a:gd name="T15" fmla="*/ 206 h 386"/>
              <a:gd name="T16" fmla="*/ 3577 w 4219"/>
              <a:gd name="T17" fmla="*/ 206 h 386"/>
              <a:gd name="T18" fmla="*/ 3543 w 4219"/>
              <a:gd name="T19" fmla="*/ 203 h 386"/>
              <a:gd name="T20" fmla="*/ 3645 w 4219"/>
              <a:gd name="T21" fmla="*/ 313 h 386"/>
              <a:gd name="T22" fmla="*/ 3490 w 4219"/>
              <a:gd name="T23" fmla="*/ 309 h 386"/>
              <a:gd name="T24" fmla="*/ 3370 w 4219"/>
              <a:gd name="T25" fmla="*/ 204 h 386"/>
              <a:gd name="T26" fmla="*/ 3302 w 4219"/>
              <a:gd name="T27" fmla="*/ 285 h 386"/>
              <a:gd name="T28" fmla="*/ 3302 w 4219"/>
              <a:gd name="T29" fmla="*/ 96 h 386"/>
              <a:gd name="T30" fmla="*/ 3199 w 4219"/>
              <a:gd name="T31" fmla="*/ 206 h 386"/>
              <a:gd name="T32" fmla="*/ 3076 w 4219"/>
              <a:gd name="T33" fmla="*/ 96 h 386"/>
              <a:gd name="T34" fmla="*/ 3116 w 4219"/>
              <a:gd name="T35" fmla="*/ 178 h 386"/>
              <a:gd name="T36" fmla="*/ 2975 w 4219"/>
              <a:gd name="T37" fmla="*/ 309 h 386"/>
              <a:gd name="T38" fmla="*/ 2769 w 4219"/>
              <a:gd name="T39" fmla="*/ 133 h 386"/>
              <a:gd name="T40" fmla="*/ 2877 w 4219"/>
              <a:gd name="T41" fmla="*/ 309 h 386"/>
              <a:gd name="T42" fmla="*/ 2769 w 4219"/>
              <a:gd name="T43" fmla="*/ 309 h 386"/>
              <a:gd name="T44" fmla="*/ 2492 w 4219"/>
              <a:gd name="T45" fmla="*/ 204 h 386"/>
              <a:gd name="T46" fmla="*/ 2594 w 4219"/>
              <a:gd name="T47" fmla="*/ 124 h 386"/>
              <a:gd name="T48" fmla="*/ 2655 w 4219"/>
              <a:gd name="T49" fmla="*/ 234 h 386"/>
              <a:gd name="T50" fmla="*/ 2423 w 4219"/>
              <a:gd name="T51" fmla="*/ 184 h 386"/>
              <a:gd name="T52" fmla="*/ 2265 w 4219"/>
              <a:gd name="T53" fmla="*/ 207 h 386"/>
              <a:gd name="T54" fmla="*/ 2457 w 4219"/>
              <a:gd name="T55" fmla="*/ 211 h 386"/>
              <a:gd name="T56" fmla="*/ 2456 w 4219"/>
              <a:gd name="T57" fmla="*/ 249 h 386"/>
              <a:gd name="T58" fmla="*/ 2064 w 4219"/>
              <a:gd name="T59" fmla="*/ 52 h 386"/>
              <a:gd name="T60" fmla="*/ 2182 w 4219"/>
              <a:gd name="T61" fmla="*/ 52 h 386"/>
              <a:gd name="T62" fmla="*/ 1938 w 4219"/>
              <a:gd name="T63" fmla="*/ 182 h 386"/>
              <a:gd name="T64" fmla="*/ 1785 w 4219"/>
              <a:gd name="T65" fmla="*/ 207 h 386"/>
              <a:gd name="T66" fmla="*/ 1994 w 4219"/>
              <a:gd name="T67" fmla="*/ 218 h 386"/>
              <a:gd name="T68" fmla="*/ 1994 w 4219"/>
              <a:gd name="T69" fmla="*/ 243 h 386"/>
              <a:gd name="T70" fmla="*/ 1696 w 4219"/>
              <a:gd name="T71" fmla="*/ 100 h 386"/>
              <a:gd name="T72" fmla="*/ 1696 w 4219"/>
              <a:gd name="T73" fmla="*/ 204 h 386"/>
              <a:gd name="T74" fmla="*/ 1392 w 4219"/>
              <a:gd name="T75" fmla="*/ 235 h 386"/>
              <a:gd name="T76" fmla="*/ 1486 w 4219"/>
              <a:gd name="T77" fmla="*/ 269 h 386"/>
              <a:gd name="T78" fmla="*/ 1587 w 4219"/>
              <a:gd name="T79" fmla="*/ 309 h 386"/>
              <a:gd name="T80" fmla="*/ 1392 w 4219"/>
              <a:gd name="T81" fmla="*/ 235 h 386"/>
              <a:gd name="T82" fmla="*/ 1224 w 4219"/>
              <a:gd name="T83" fmla="*/ 100 h 386"/>
              <a:gd name="T84" fmla="*/ 1309 w 4219"/>
              <a:gd name="T85" fmla="*/ 100 h 386"/>
              <a:gd name="T86" fmla="*/ 1309 w 4219"/>
              <a:gd name="T87" fmla="*/ 242 h 386"/>
              <a:gd name="T88" fmla="*/ 1319 w 4219"/>
              <a:gd name="T89" fmla="*/ 313 h 386"/>
              <a:gd name="T90" fmla="*/ 1054 w 4219"/>
              <a:gd name="T91" fmla="*/ 133 h 386"/>
              <a:gd name="T92" fmla="*/ 1135 w 4219"/>
              <a:gd name="T93" fmla="*/ 309 h 386"/>
              <a:gd name="T94" fmla="*/ 1054 w 4219"/>
              <a:gd name="T95" fmla="*/ 309 h 386"/>
              <a:gd name="T96" fmla="*/ 856 w 4219"/>
              <a:gd name="T97" fmla="*/ 135 h 386"/>
              <a:gd name="T98" fmla="*/ 749 w 4219"/>
              <a:gd name="T99" fmla="*/ 204 h 386"/>
              <a:gd name="T100" fmla="*/ 808 w 4219"/>
              <a:gd name="T101" fmla="*/ 218 h 386"/>
              <a:gd name="T102" fmla="*/ 858 w 4219"/>
              <a:gd name="T103" fmla="*/ 314 h 386"/>
              <a:gd name="T104" fmla="*/ 626 w 4219"/>
              <a:gd name="T105" fmla="*/ 95 h 386"/>
              <a:gd name="T106" fmla="*/ 577 w 4219"/>
              <a:gd name="T107" fmla="*/ 203 h 386"/>
              <a:gd name="T108" fmla="*/ 725 w 4219"/>
              <a:gd name="T109" fmla="*/ 230 h 386"/>
              <a:gd name="T110" fmla="*/ 286 w 4219"/>
              <a:gd name="T111" fmla="*/ 204 h 386"/>
              <a:gd name="T112" fmla="*/ 396 w 4219"/>
              <a:gd name="T113" fmla="*/ 141 h 386"/>
              <a:gd name="T114" fmla="*/ 442 w 4219"/>
              <a:gd name="T115" fmla="*/ 230 h 386"/>
              <a:gd name="T116" fmla="*/ 94 w 4219"/>
              <a:gd name="T117" fmla="*/ 200 h 386"/>
              <a:gd name="T118" fmla="*/ 94 w 4219"/>
              <a:gd name="T119" fmla="*/ 23 h 386"/>
              <a:gd name="T120" fmla="*/ 184 w 4219"/>
              <a:gd name="T121" fmla="*/ 246 h 386"/>
              <a:gd name="T122" fmla="*/ 94 w 4219"/>
              <a:gd name="T123" fmla="*/ 23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19" h="386">
                <a:moveTo>
                  <a:pt x="4109" y="288"/>
                </a:moveTo>
                <a:lnTo>
                  <a:pt x="4027" y="100"/>
                </a:lnTo>
                <a:lnTo>
                  <a:pt x="4063" y="100"/>
                </a:lnTo>
                <a:lnTo>
                  <a:pt x="4127" y="250"/>
                </a:lnTo>
                <a:lnTo>
                  <a:pt x="4185" y="100"/>
                </a:lnTo>
                <a:lnTo>
                  <a:pt x="4219" y="100"/>
                </a:lnTo>
                <a:lnTo>
                  <a:pt x="4103" y="382"/>
                </a:lnTo>
                <a:lnTo>
                  <a:pt x="4070" y="382"/>
                </a:lnTo>
                <a:lnTo>
                  <a:pt x="4109" y="288"/>
                </a:lnTo>
                <a:close/>
                <a:moveTo>
                  <a:pt x="3952" y="201"/>
                </a:moveTo>
                <a:lnTo>
                  <a:pt x="3952" y="198"/>
                </a:lnTo>
                <a:cubicBezTo>
                  <a:pt x="3952" y="151"/>
                  <a:pt x="3926" y="124"/>
                  <a:pt x="3885" y="124"/>
                </a:cubicBezTo>
                <a:cubicBezTo>
                  <a:pt x="3844" y="124"/>
                  <a:pt x="3819" y="155"/>
                  <a:pt x="3819" y="199"/>
                </a:cubicBezTo>
                <a:lnTo>
                  <a:pt x="3819" y="202"/>
                </a:lnTo>
                <a:cubicBezTo>
                  <a:pt x="3819" y="248"/>
                  <a:pt x="3848" y="275"/>
                  <a:pt x="3883" y="275"/>
                </a:cubicBezTo>
                <a:cubicBezTo>
                  <a:pt x="3922" y="275"/>
                  <a:pt x="3952" y="248"/>
                  <a:pt x="3952" y="201"/>
                </a:cubicBezTo>
                <a:close/>
                <a:moveTo>
                  <a:pt x="3789" y="321"/>
                </a:moveTo>
                <a:lnTo>
                  <a:pt x="3823" y="321"/>
                </a:lnTo>
                <a:cubicBezTo>
                  <a:pt x="3828" y="345"/>
                  <a:pt x="3848" y="358"/>
                  <a:pt x="3883" y="358"/>
                </a:cubicBezTo>
                <a:cubicBezTo>
                  <a:pt x="3924" y="358"/>
                  <a:pt x="3950" y="338"/>
                  <a:pt x="3950" y="293"/>
                </a:cubicBezTo>
                <a:lnTo>
                  <a:pt x="3950" y="263"/>
                </a:lnTo>
                <a:cubicBezTo>
                  <a:pt x="3938" y="283"/>
                  <a:pt x="3910" y="302"/>
                  <a:pt x="3880" y="302"/>
                </a:cubicBezTo>
                <a:cubicBezTo>
                  <a:pt x="3825" y="302"/>
                  <a:pt x="3784" y="261"/>
                  <a:pt x="3784" y="203"/>
                </a:cubicBezTo>
                <a:lnTo>
                  <a:pt x="3784" y="200"/>
                </a:lnTo>
                <a:cubicBezTo>
                  <a:pt x="3784" y="144"/>
                  <a:pt x="3824" y="96"/>
                  <a:pt x="3882" y="96"/>
                </a:cubicBezTo>
                <a:cubicBezTo>
                  <a:pt x="3917" y="96"/>
                  <a:pt x="3938" y="113"/>
                  <a:pt x="3950" y="134"/>
                </a:cubicBezTo>
                <a:lnTo>
                  <a:pt x="3950" y="100"/>
                </a:lnTo>
                <a:lnTo>
                  <a:pt x="3984" y="100"/>
                </a:lnTo>
                <a:lnTo>
                  <a:pt x="3984" y="295"/>
                </a:lnTo>
                <a:cubicBezTo>
                  <a:pt x="3983" y="356"/>
                  <a:pt x="3942" y="386"/>
                  <a:pt x="3884" y="386"/>
                </a:cubicBezTo>
                <a:cubicBezTo>
                  <a:pt x="3822" y="386"/>
                  <a:pt x="3794" y="356"/>
                  <a:pt x="3789" y="321"/>
                </a:cubicBezTo>
                <a:close/>
                <a:moveTo>
                  <a:pt x="3714" y="206"/>
                </a:moveTo>
                <a:lnTo>
                  <a:pt x="3714" y="204"/>
                </a:lnTo>
                <a:cubicBezTo>
                  <a:pt x="3714" y="155"/>
                  <a:pt x="3687" y="124"/>
                  <a:pt x="3646" y="124"/>
                </a:cubicBezTo>
                <a:cubicBezTo>
                  <a:pt x="3604" y="124"/>
                  <a:pt x="3577" y="155"/>
                  <a:pt x="3577" y="203"/>
                </a:cubicBezTo>
                <a:lnTo>
                  <a:pt x="3577" y="206"/>
                </a:lnTo>
                <a:cubicBezTo>
                  <a:pt x="3577" y="254"/>
                  <a:pt x="3603" y="285"/>
                  <a:pt x="3646" y="285"/>
                </a:cubicBezTo>
                <a:cubicBezTo>
                  <a:pt x="3688" y="285"/>
                  <a:pt x="3714" y="254"/>
                  <a:pt x="3714" y="206"/>
                </a:cubicBezTo>
                <a:close/>
                <a:moveTo>
                  <a:pt x="3543" y="206"/>
                </a:moveTo>
                <a:lnTo>
                  <a:pt x="3543" y="203"/>
                </a:lnTo>
                <a:cubicBezTo>
                  <a:pt x="3543" y="140"/>
                  <a:pt x="3586" y="96"/>
                  <a:pt x="3646" y="96"/>
                </a:cubicBezTo>
                <a:cubicBezTo>
                  <a:pt x="3705" y="96"/>
                  <a:pt x="3748" y="140"/>
                  <a:pt x="3748" y="203"/>
                </a:cubicBezTo>
                <a:lnTo>
                  <a:pt x="3748" y="206"/>
                </a:lnTo>
                <a:cubicBezTo>
                  <a:pt x="3748" y="269"/>
                  <a:pt x="3705" y="313"/>
                  <a:pt x="3645" y="313"/>
                </a:cubicBezTo>
                <a:cubicBezTo>
                  <a:pt x="3586" y="313"/>
                  <a:pt x="3543" y="268"/>
                  <a:pt x="3543" y="206"/>
                </a:cubicBezTo>
                <a:close/>
                <a:moveTo>
                  <a:pt x="3457" y="0"/>
                </a:moveTo>
                <a:lnTo>
                  <a:pt x="3490" y="0"/>
                </a:lnTo>
                <a:lnTo>
                  <a:pt x="3490" y="309"/>
                </a:lnTo>
                <a:lnTo>
                  <a:pt x="3457" y="309"/>
                </a:lnTo>
                <a:lnTo>
                  <a:pt x="3457" y="0"/>
                </a:lnTo>
                <a:close/>
                <a:moveTo>
                  <a:pt x="3370" y="206"/>
                </a:moveTo>
                <a:lnTo>
                  <a:pt x="3370" y="204"/>
                </a:lnTo>
                <a:cubicBezTo>
                  <a:pt x="3370" y="155"/>
                  <a:pt x="3343" y="124"/>
                  <a:pt x="3302" y="124"/>
                </a:cubicBezTo>
                <a:cubicBezTo>
                  <a:pt x="3260" y="124"/>
                  <a:pt x="3233" y="155"/>
                  <a:pt x="3233" y="203"/>
                </a:cubicBezTo>
                <a:lnTo>
                  <a:pt x="3233" y="206"/>
                </a:lnTo>
                <a:cubicBezTo>
                  <a:pt x="3233" y="254"/>
                  <a:pt x="3259" y="285"/>
                  <a:pt x="3302" y="285"/>
                </a:cubicBezTo>
                <a:cubicBezTo>
                  <a:pt x="3344" y="285"/>
                  <a:pt x="3370" y="254"/>
                  <a:pt x="3370" y="206"/>
                </a:cubicBezTo>
                <a:close/>
                <a:moveTo>
                  <a:pt x="3199" y="206"/>
                </a:moveTo>
                <a:lnTo>
                  <a:pt x="3199" y="203"/>
                </a:lnTo>
                <a:cubicBezTo>
                  <a:pt x="3199" y="140"/>
                  <a:pt x="3242" y="96"/>
                  <a:pt x="3302" y="96"/>
                </a:cubicBezTo>
                <a:cubicBezTo>
                  <a:pt x="3361" y="96"/>
                  <a:pt x="3404" y="140"/>
                  <a:pt x="3404" y="203"/>
                </a:cubicBezTo>
                <a:lnTo>
                  <a:pt x="3404" y="206"/>
                </a:lnTo>
                <a:cubicBezTo>
                  <a:pt x="3404" y="269"/>
                  <a:pt x="3361" y="313"/>
                  <a:pt x="3301" y="313"/>
                </a:cubicBezTo>
                <a:cubicBezTo>
                  <a:pt x="3242" y="313"/>
                  <a:pt x="3199" y="268"/>
                  <a:pt x="3199" y="206"/>
                </a:cubicBezTo>
                <a:close/>
                <a:moveTo>
                  <a:pt x="2975" y="100"/>
                </a:moveTo>
                <a:lnTo>
                  <a:pt x="3008" y="100"/>
                </a:lnTo>
                <a:lnTo>
                  <a:pt x="3008" y="133"/>
                </a:lnTo>
                <a:cubicBezTo>
                  <a:pt x="3018" y="114"/>
                  <a:pt x="3041" y="96"/>
                  <a:pt x="3076" y="96"/>
                </a:cubicBezTo>
                <a:cubicBezTo>
                  <a:pt x="3119" y="96"/>
                  <a:pt x="3149" y="120"/>
                  <a:pt x="3149" y="181"/>
                </a:cubicBezTo>
                <a:lnTo>
                  <a:pt x="3149" y="309"/>
                </a:lnTo>
                <a:lnTo>
                  <a:pt x="3116" y="309"/>
                </a:lnTo>
                <a:lnTo>
                  <a:pt x="3116" y="178"/>
                </a:lnTo>
                <a:cubicBezTo>
                  <a:pt x="3116" y="142"/>
                  <a:pt x="3100" y="125"/>
                  <a:pt x="3067" y="125"/>
                </a:cubicBezTo>
                <a:cubicBezTo>
                  <a:pt x="3036" y="125"/>
                  <a:pt x="3008" y="145"/>
                  <a:pt x="3008" y="182"/>
                </a:cubicBezTo>
                <a:lnTo>
                  <a:pt x="3008" y="309"/>
                </a:lnTo>
                <a:lnTo>
                  <a:pt x="2975" y="309"/>
                </a:lnTo>
                <a:lnTo>
                  <a:pt x="2975" y="100"/>
                </a:lnTo>
                <a:close/>
                <a:moveTo>
                  <a:pt x="2736" y="0"/>
                </a:moveTo>
                <a:lnTo>
                  <a:pt x="2769" y="0"/>
                </a:lnTo>
                <a:lnTo>
                  <a:pt x="2769" y="133"/>
                </a:lnTo>
                <a:cubicBezTo>
                  <a:pt x="2779" y="114"/>
                  <a:pt x="2802" y="96"/>
                  <a:pt x="2836" y="96"/>
                </a:cubicBezTo>
                <a:cubicBezTo>
                  <a:pt x="2880" y="96"/>
                  <a:pt x="2910" y="120"/>
                  <a:pt x="2910" y="181"/>
                </a:cubicBezTo>
                <a:lnTo>
                  <a:pt x="2910" y="309"/>
                </a:lnTo>
                <a:lnTo>
                  <a:pt x="2877" y="309"/>
                </a:lnTo>
                <a:lnTo>
                  <a:pt x="2877" y="178"/>
                </a:lnTo>
                <a:cubicBezTo>
                  <a:pt x="2877" y="142"/>
                  <a:pt x="2861" y="125"/>
                  <a:pt x="2828" y="125"/>
                </a:cubicBezTo>
                <a:cubicBezTo>
                  <a:pt x="2797" y="125"/>
                  <a:pt x="2769" y="145"/>
                  <a:pt x="2769" y="182"/>
                </a:cubicBezTo>
                <a:lnTo>
                  <a:pt x="2769" y="309"/>
                </a:lnTo>
                <a:lnTo>
                  <a:pt x="2736" y="309"/>
                </a:lnTo>
                <a:lnTo>
                  <a:pt x="2736" y="0"/>
                </a:lnTo>
                <a:close/>
                <a:moveTo>
                  <a:pt x="2492" y="207"/>
                </a:moveTo>
                <a:lnTo>
                  <a:pt x="2492" y="204"/>
                </a:lnTo>
                <a:cubicBezTo>
                  <a:pt x="2492" y="140"/>
                  <a:pt x="2538" y="96"/>
                  <a:pt x="2594" y="96"/>
                </a:cubicBezTo>
                <a:cubicBezTo>
                  <a:pt x="2638" y="96"/>
                  <a:pt x="2678" y="116"/>
                  <a:pt x="2685" y="170"/>
                </a:cubicBezTo>
                <a:lnTo>
                  <a:pt x="2652" y="170"/>
                </a:lnTo>
                <a:cubicBezTo>
                  <a:pt x="2647" y="136"/>
                  <a:pt x="2623" y="124"/>
                  <a:pt x="2594" y="124"/>
                </a:cubicBezTo>
                <a:cubicBezTo>
                  <a:pt x="2556" y="124"/>
                  <a:pt x="2527" y="154"/>
                  <a:pt x="2527" y="204"/>
                </a:cubicBezTo>
                <a:lnTo>
                  <a:pt x="2527" y="207"/>
                </a:lnTo>
                <a:cubicBezTo>
                  <a:pt x="2527" y="258"/>
                  <a:pt x="2555" y="285"/>
                  <a:pt x="2595" y="285"/>
                </a:cubicBezTo>
                <a:cubicBezTo>
                  <a:pt x="2625" y="285"/>
                  <a:pt x="2652" y="268"/>
                  <a:pt x="2655" y="234"/>
                </a:cubicBezTo>
                <a:lnTo>
                  <a:pt x="2686" y="234"/>
                </a:lnTo>
                <a:cubicBezTo>
                  <a:pt x="2682" y="279"/>
                  <a:pt x="2645" y="313"/>
                  <a:pt x="2595" y="313"/>
                </a:cubicBezTo>
                <a:cubicBezTo>
                  <a:pt x="2536" y="313"/>
                  <a:pt x="2492" y="272"/>
                  <a:pt x="2492" y="207"/>
                </a:cubicBezTo>
                <a:close/>
                <a:moveTo>
                  <a:pt x="2423" y="184"/>
                </a:moveTo>
                <a:cubicBezTo>
                  <a:pt x="2420" y="141"/>
                  <a:pt x="2398" y="124"/>
                  <a:pt x="2363" y="124"/>
                </a:cubicBezTo>
                <a:cubicBezTo>
                  <a:pt x="2329" y="124"/>
                  <a:pt x="2306" y="147"/>
                  <a:pt x="2301" y="184"/>
                </a:cubicBezTo>
                <a:lnTo>
                  <a:pt x="2423" y="184"/>
                </a:lnTo>
                <a:close/>
                <a:moveTo>
                  <a:pt x="2265" y="207"/>
                </a:moveTo>
                <a:lnTo>
                  <a:pt x="2265" y="204"/>
                </a:lnTo>
                <a:cubicBezTo>
                  <a:pt x="2265" y="140"/>
                  <a:pt x="2306" y="96"/>
                  <a:pt x="2363" y="96"/>
                </a:cubicBezTo>
                <a:cubicBezTo>
                  <a:pt x="2412" y="96"/>
                  <a:pt x="2457" y="126"/>
                  <a:pt x="2457" y="200"/>
                </a:cubicBezTo>
                <a:lnTo>
                  <a:pt x="2457" y="211"/>
                </a:lnTo>
                <a:lnTo>
                  <a:pt x="2300" y="211"/>
                </a:lnTo>
                <a:cubicBezTo>
                  <a:pt x="2301" y="259"/>
                  <a:pt x="2324" y="285"/>
                  <a:pt x="2367" y="285"/>
                </a:cubicBezTo>
                <a:cubicBezTo>
                  <a:pt x="2399" y="285"/>
                  <a:pt x="2418" y="273"/>
                  <a:pt x="2422" y="249"/>
                </a:cubicBezTo>
                <a:lnTo>
                  <a:pt x="2456" y="249"/>
                </a:lnTo>
                <a:cubicBezTo>
                  <a:pt x="2448" y="291"/>
                  <a:pt x="2414" y="313"/>
                  <a:pt x="2366" y="313"/>
                </a:cubicBezTo>
                <a:cubicBezTo>
                  <a:pt x="2307" y="313"/>
                  <a:pt x="2265" y="271"/>
                  <a:pt x="2265" y="207"/>
                </a:cubicBezTo>
                <a:moveTo>
                  <a:pt x="2148" y="52"/>
                </a:moveTo>
                <a:lnTo>
                  <a:pt x="2064" y="52"/>
                </a:lnTo>
                <a:lnTo>
                  <a:pt x="2064" y="23"/>
                </a:lnTo>
                <a:lnTo>
                  <a:pt x="2266" y="23"/>
                </a:lnTo>
                <a:lnTo>
                  <a:pt x="2266" y="52"/>
                </a:lnTo>
                <a:lnTo>
                  <a:pt x="2182" y="52"/>
                </a:lnTo>
                <a:lnTo>
                  <a:pt x="2182" y="309"/>
                </a:lnTo>
                <a:lnTo>
                  <a:pt x="2148" y="309"/>
                </a:lnTo>
                <a:lnTo>
                  <a:pt x="2148" y="52"/>
                </a:lnTo>
                <a:close/>
                <a:moveTo>
                  <a:pt x="1938" y="182"/>
                </a:moveTo>
                <a:cubicBezTo>
                  <a:pt x="1936" y="150"/>
                  <a:pt x="1920" y="135"/>
                  <a:pt x="1892" y="135"/>
                </a:cubicBezTo>
                <a:cubicBezTo>
                  <a:pt x="1866" y="135"/>
                  <a:pt x="1849" y="152"/>
                  <a:pt x="1844" y="182"/>
                </a:cubicBezTo>
                <a:lnTo>
                  <a:pt x="1938" y="182"/>
                </a:lnTo>
                <a:close/>
                <a:moveTo>
                  <a:pt x="1785" y="207"/>
                </a:moveTo>
                <a:lnTo>
                  <a:pt x="1785" y="204"/>
                </a:lnTo>
                <a:cubicBezTo>
                  <a:pt x="1785" y="138"/>
                  <a:pt x="1832" y="95"/>
                  <a:pt x="1892" y="95"/>
                </a:cubicBezTo>
                <a:cubicBezTo>
                  <a:pt x="1946" y="95"/>
                  <a:pt x="1994" y="127"/>
                  <a:pt x="1994" y="202"/>
                </a:cubicBezTo>
                <a:lnTo>
                  <a:pt x="1994" y="218"/>
                </a:lnTo>
                <a:lnTo>
                  <a:pt x="1844" y="218"/>
                </a:lnTo>
                <a:cubicBezTo>
                  <a:pt x="1845" y="252"/>
                  <a:pt x="1864" y="272"/>
                  <a:pt x="1896" y="272"/>
                </a:cubicBezTo>
                <a:cubicBezTo>
                  <a:pt x="1922" y="272"/>
                  <a:pt x="1936" y="261"/>
                  <a:pt x="1939" y="243"/>
                </a:cubicBezTo>
                <a:lnTo>
                  <a:pt x="1994" y="243"/>
                </a:lnTo>
                <a:cubicBezTo>
                  <a:pt x="1987" y="288"/>
                  <a:pt x="1951" y="314"/>
                  <a:pt x="1894" y="314"/>
                </a:cubicBezTo>
                <a:cubicBezTo>
                  <a:pt x="1831" y="314"/>
                  <a:pt x="1785" y="274"/>
                  <a:pt x="1785" y="207"/>
                </a:cubicBezTo>
                <a:moveTo>
                  <a:pt x="1638" y="100"/>
                </a:moveTo>
                <a:lnTo>
                  <a:pt x="1696" y="100"/>
                </a:lnTo>
                <a:lnTo>
                  <a:pt x="1696" y="140"/>
                </a:lnTo>
                <a:cubicBezTo>
                  <a:pt x="1709" y="112"/>
                  <a:pt x="1730" y="97"/>
                  <a:pt x="1764" y="97"/>
                </a:cubicBezTo>
                <a:lnTo>
                  <a:pt x="1764" y="151"/>
                </a:lnTo>
                <a:cubicBezTo>
                  <a:pt x="1721" y="150"/>
                  <a:pt x="1696" y="164"/>
                  <a:pt x="1696" y="204"/>
                </a:cubicBezTo>
                <a:lnTo>
                  <a:pt x="1696" y="309"/>
                </a:lnTo>
                <a:lnTo>
                  <a:pt x="1638" y="309"/>
                </a:lnTo>
                <a:lnTo>
                  <a:pt x="1638" y="100"/>
                </a:lnTo>
                <a:close/>
                <a:moveTo>
                  <a:pt x="1392" y="235"/>
                </a:moveTo>
                <a:lnTo>
                  <a:pt x="1392" y="100"/>
                </a:lnTo>
                <a:lnTo>
                  <a:pt x="1449" y="100"/>
                </a:lnTo>
                <a:lnTo>
                  <a:pt x="1449" y="227"/>
                </a:lnTo>
                <a:cubicBezTo>
                  <a:pt x="1449" y="255"/>
                  <a:pt x="1461" y="269"/>
                  <a:pt x="1486" y="269"/>
                </a:cubicBezTo>
                <a:cubicBezTo>
                  <a:pt x="1510" y="269"/>
                  <a:pt x="1529" y="254"/>
                  <a:pt x="1529" y="223"/>
                </a:cubicBezTo>
                <a:lnTo>
                  <a:pt x="1529" y="100"/>
                </a:lnTo>
                <a:lnTo>
                  <a:pt x="1587" y="100"/>
                </a:lnTo>
                <a:lnTo>
                  <a:pt x="1587" y="309"/>
                </a:lnTo>
                <a:lnTo>
                  <a:pt x="1529" y="309"/>
                </a:lnTo>
                <a:lnTo>
                  <a:pt x="1529" y="276"/>
                </a:lnTo>
                <a:cubicBezTo>
                  <a:pt x="1518" y="298"/>
                  <a:pt x="1497" y="314"/>
                  <a:pt x="1463" y="314"/>
                </a:cubicBezTo>
                <a:cubicBezTo>
                  <a:pt x="1422" y="314"/>
                  <a:pt x="1392" y="290"/>
                  <a:pt x="1392" y="235"/>
                </a:cubicBezTo>
                <a:moveTo>
                  <a:pt x="1251" y="247"/>
                </a:moveTo>
                <a:lnTo>
                  <a:pt x="1251" y="141"/>
                </a:lnTo>
                <a:lnTo>
                  <a:pt x="1224" y="141"/>
                </a:lnTo>
                <a:lnTo>
                  <a:pt x="1224" y="100"/>
                </a:lnTo>
                <a:lnTo>
                  <a:pt x="1251" y="100"/>
                </a:lnTo>
                <a:lnTo>
                  <a:pt x="1251" y="55"/>
                </a:lnTo>
                <a:lnTo>
                  <a:pt x="1309" y="55"/>
                </a:lnTo>
                <a:lnTo>
                  <a:pt x="1309" y="100"/>
                </a:lnTo>
                <a:lnTo>
                  <a:pt x="1353" y="100"/>
                </a:lnTo>
                <a:lnTo>
                  <a:pt x="1353" y="141"/>
                </a:lnTo>
                <a:lnTo>
                  <a:pt x="1309" y="141"/>
                </a:lnTo>
                <a:lnTo>
                  <a:pt x="1309" y="242"/>
                </a:lnTo>
                <a:cubicBezTo>
                  <a:pt x="1309" y="259"/>
                  <a:pt x="1317" y="267"/>
                  <a:pt x="1332" y="267"/>
                </a:cubicBezTo>
                <a:cubicBezTo>
                  <a:pt x="1341" y="267"/>
                  <a:pt x="1347" y="266"/>
                  <a:pt x="1354" y="263"/>
                </a:cubicBezTo>
                <a:lnTo>
                  <a:pt x="1354" y="308"/>
                </a:lnTo>
                <a:cubicBezTo>
                  <a:pt x="1346" y="310"/>
                  <a:pt x="1334" y="313"/>
                  <a:pt x="1319" y="313"/>
                </a:cubicBezTo>
                <a:cubicBezTo>
                  <a:pt x="1275" y="313"/>
                  <a:pt x="1251" y="291"/>
                  <a:pt x="1251" y="247"/>
                </a:cubicBezTo>
                <a:close/>
                <a:moveTo>
                  <a:pt x="996" y="100"/>
                </a:moveTo>
                <a:lnTo>
                  <a:pt x="1054" y="100"/>
                </a:lnTo>
                <a:lnTo>
                  <a:pt x="1054" y="133"/>
                </a:lnTo>
                <a:cubicBezTo>
                  <a:pt x="1065" y="112"/>
                  <a:pt x="1088" y="95"/>
                  <a:pt x="1122" y="95"/>
                </a:cubicBezTo>
                <a:cubicBezTo>
                  <a:pt x="1164" y="95"/>
                  <a:pt x="1193" y="120"/>
                  <a:pt x="1193" y="176"/>
                </a:cubicBezTo>
                <a:lnTo>
                  <a:pt x="1193" y="309"/>
                </a:lnTo>
                <a:lnTo>
                  <a:pt x="1135" y="309"/>
                </a:lnTo>
                <a:lnTo>
                  <a:pt x="1135" y="184"/>
                </a:lnTo>
                <a:cubicBezTo>
                  <a:pt x="1135" y="156"/>
                  <a:pt x="1124" y="142"/>
                  <a:pt x="1098" y="142"/>
                </a:cubicBezTo>
                <a:cubicBezTo>
                  <a:pt x="1073" y="142"/>
                  <a:pt x="1054" y="158"/>
                  <a:pt x="1054" y="188"/>
                </a:cubicBezTo>
                <a:lnTo>
                  <a:pt x="1054" y="309"/>
                </a:lnTo>
                <a:lnTo>
                  <a:pt x="996" y="309"/>
                </a:lnTo>
                <a:lnTo>
                  <a:pt x="996" y="100"/>
                </a:lnTo>
                <a:close/>
                <a:moveTo>
                  <a:pt x="902" y="182"/>
                </a:moveTo>
                <a:cubicBezTo>
                  <a:pt x="900" y="150"/>
                  <a:pt x="884" y="135"/>
                  <a:pt x="856" y="135"/>
                </a:cubicBezTo>
                <a:cubicBezTo>
                  <a:pt x="830" y="135"/>
                  <a:pt x="813" y="152"/>
                  <a:pt x="808" y="182"/>
                </a:cubicBezTo>
                <a:lnTo>
                  <a:pt x="902" y="182"/>
                </a:lnTo>
                <a:close/>
                <a:moveTo>
                  <a:pt x="749" y="207"/>
                </a:moveTo>
                <a:lnTo>
                  <a:pt x="749" y="204"/>
                </a:lnTo>
                <a:cubicBezTo>
                  <a:pt x="749" y="138"/>
                  <a:pt x="796" y="95"/>
                  <a:pt x="856" y="95"/>
                </a:cubicBezTo>
                <a:cubicBezTo>
                  <a:pt x="910" y="95"/>
                  <a:pt x="958" y="127"/>
                  <a:pt x="958" y="202"/>
                </a:cubicBezTo>
                <a:lnTo>
                  <a:pt x="958" y="218"/>
                </a:lnTo>
                <a:lnTo>
                  <a:pt x="808" y="218"/>
                </a:lnTo>
                <a:cubicBezTo>
                  <a:pt x="809" y="252"/>
                  <a:pt x="828" y="272"/>
                  <a:pt x="860" y="272"/>
                </a:cubicBezTo>
                <a:cubicBezTo>
                  <a:pt x="886" y="272"/>
                  <a:pt x="900" y="261"/>
                  <a:pt x="903" y="243"/>
                </a:cubicBezTo>
                <a:lnTo>
                  <a:pt x="958" y="243"/>
                </a:lnTo>
                <a:cubicBezTo>
                  <a:pt x="951" y="288"/>
                  <a:pt x="915" y="314"/>
                  <a:pt x="858" y="314"/>
                </a:cubicBezTo>
                <a:cubicBezTo>
                  <a:pt x="795" y="314"/>
                  <a:pt x="749" y="274"/>
                  <a:pt x="749" y="207"/>
                </a:cubicBezTo>
                <a:moveTo>
                  <a:pt x="518" y="207"/>
                </a:moveTo>
                <a:lnTo>
                  <a:pt x="518" y="204"/>
                </a:lnTo>
                <a:cubicBezTo>
                  <a:pt x="518" y="136"/>
                  <a:pt x="566" y="95"/>
                  <a:pt x="626" y="95"/>
                </a:cubicBezTo>
                <a:cubicBezTo>
                  <a:pt x="674" y="95"/>
                  <a:pt x="719" y="116"/>
                  <a:pt x="724" y="176"/>
                </a:cubicBezTo>
                <a:lnTo>
                  <a:pt x="669" y="176"/>
                </a:lnTo>
                <a:cubicBezTo>
                  <a:pt x="665" y="152"/>
                  <a:pt x="650" y="141"/>
                  <a:pt x="627" y="141"/>
                </a:cubicBezTo>
                <a:cubicBezTo>
                  <a:pt x="597" y="141"/>
                  <a:pt x="577" y="163"/>
                  <a:pt x="577" y="203"/>
                </a:cubicBezTo>
                <a:lnTo>
                  <a:pt x="577" y="206"/>
                </a:lnTo>
                <a:cubicBezTo>
                  <a:pt x="577" y="248"/>
                  <a:pt x="596" y="270"/>
                  <a:pt x="628" y="270"/>
                </a:cubicBezTo>
                <a:cubicBezTo>
                  <a:pt x="651" y="270"/>
                  <a:pt x="670" y="256"/>
                  <a:pt x="673" y="230"/>
                </a:cubicBezTo>
                <a:lnTo>
                  <a:pt x="725" y="230"/>
                </a:lnTo>
                <a:cubicBezTo>
                  <a:pt x="722" y="279"/>
                  <a:pt x="686" y="314"/>
                  <a:pt x="625" y="314"/>
                </a:cubicBezTo>
                <a:cubicBezTo>
                  <a:pt x="564" y="314"/>
                  <a:pt x="518" y="276"/>
                  <a:pt x="518" y="207"/>
                </a:cubicBezTo>
                <a:moveTo>
                  <a:pt x="286" y="207"/>
                </a:moveTo>
                <a:lnTo>
                  <a:pt x="286" y="204"/>
                </a:lnTo>
                <a:cubicBezTo>
                  <a:pt x="286" y="136"/>
                  <a:pt x="335" y="95"/>
                  <a:pt x="394" y="95"/>
                </a:cubicBezTo>
                <a:cubicBezTo>
                  <a:pt x="443" y="95"/>
                  <a:pt x="488" y="116"/>
                  <a:pt x="493" y="176"/>
                </a:cubicBezTo>
                <a:lnTo>
                  <a:pt x="438" y="176"/>
                </a:lnTo>
                <a:cubicBezTo>
                  <a:pt x="434" y="152"/>
                  <a:pt x="419" y="141"/>
                  <a:pt x="396" y="141"/>
                </a:cubicBezTo>
                <a:cubicBezTo>
                  <a:pt x="366" y="141"/>
                  <a:pt x="346" y="163"/>
                  <a:pt x="346" y="203"/>
                </a:cubicBezTo>
                <a:lnTo>
                  <a:pt x="346" y="206"/>
                </a:lnTo>
                <a:cubicBezTo>
                  <a:pt x="346" y="248"/>
                  <a:pt x="364" y="270"/>
                  <a:pt x="397" y="270"/>
                </a:cubicBezTo>
                <a:cubicBezTo>
                  <a:pt x="420" y="270"/>
                  <a:pt x="439" y="256"/>
                  <a:pt x="442" y="230"/>
                </a:cubicBezTo>
                <a:lnTo>
                  <a:pt x="494" y="230"/>
                </a:lnTo>
                <a:cubicBezTo>
                  <a:pt x="491" y="279"/>
                  <a:pt x="455" y="314"/>
                  <a:pt x="394" y="314"/>
                </a:cubicBezTo>
                <a:cubicBezTo>
                  <a:pt x="333" y="314"/>
                  <a:pt x="286" y="276"/>
                  <a:pt x="286" y="207"/>
                </a:cubicBezTo>
                <a:close/>
                <a:moveTo>
                  <a:pt x="94" y="200"/>
                </a:moveTo>
                <a:lnTo>
                  <a:pt x="170" y="200"/>
                </a:lnTo>
                <a:lnTo>
                  <a:pt x="132" y="76"/>
                </a:lnTo>
                <a:lnTo>
                  <a:pt x="94" y="200"/>
                </a:lnTo>
                <a:close/>
                <a:moveTo>
                  <a:pt x="94" y="23"/>
                </a:moveTo>
                <a:lnTo>
                  <a:pt x="178" y="23"/>
                </a:lnTo>
                <a:lnTo>
                  <a:pt x="271" y="309"/>
                </a:lnTo>
                <a:lnTo>
                  <a:pt x="204" y="309"/>
                </a:lnTo>
                <a:lnTo>
                  <a:pt x="184" y="246"/>
                </a:lnTo>
                <a:lnTo>
                  <a:pt x="80" y="246"/>
                </a:lnTo>
                <a:lnTo>
                  <a:pt x="61" y="309"/>
                </a:lnTo>
                <a:lnTo>
                  <a:pt x="0" y="309"/>
                </a:lnTo>
                <a:lnTo>
                  <a:pt x="94" y="2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2862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rgbClr val="E6DCFF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DFBD97-7A23-4453-9DFC-F825350AF9B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1A7501AC-E717-4CB3-89D9-DEE7B06E1876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9926898" y="381000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E84F1646-52FE-4716-AED1-FE252A8E05E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5FBA828-A6EE-4CDC-A2F1-52C5DC0E3C3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9" name="Acc_Tech_Logo_WH" descr="Accenture Technology wordmark in white">
            <a:extLst>
              <a:ext uri="{FF2B5EF4-FFF2-40B4-BE49-F238E27FC236}">
                <a16:creationId xmlns:a16="http://schemas.microsoft.com/office/drawing/2014/main" id="{D858ADC7-4C7C-4404-9E70-D87FF1DC656D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8802186" y="6096691"/>
            <a:ext cx="3008376" cy="276189"/>
          </a:xfrm>
          <a:custGeom>
            <a:avLst/>
            <a:gdLst>
              <a:gd name="T0" fmla="*/ 4127 w 4219"/>
              <a:gd name="T1" fmla="*/ 250 h 386"/>
              <a:gd name="T2" fmla="*/ 4070 w 4219"/>
              <a:gd name="T3" fmla="*/ 382 h 386"/>
              <a:gd name="T4" fmla="*/ 3885 w 4219"/>
              <a:gd name="T5" fmla="*/ 124 h 386"/>
              <a:gd name="T6" fmla="*/ 3952 w 4219"/>
              <a:gd name="T7" fmla="*/ 201 h 386"/>
              <a:gd name="T8" fmla="*/ 3950 w 4219"/>
              <a:gd name="T9" fmla="*/ 293 h 386"/>
              <a:gd name="T10" fmla="*/ 3784 w 4219"/>
              <a:gd name="T11" fmla="*/ 200 h 386"/>
              <a:gd name="T12" fmla="*/ 3984 w 4219"/>
              <a:gd name="T13" fmla="*/ 100 h 386"/>
              <a:gd name="T14" fmla="*/ 3714 w 4219"/>
              <a:gd name="T15" fmla="*/ 206 h 386"/>
              <a:gd name="T16" fmla="*/ 3577 w 4219"/>
              <a:gd name="T17" fmla="*/ 206 h 386"/>
              <a:gd name="T18" fmla="*/ 3543 w 4219"/>
              <a:gd name="T19" fmla="*/ 203 h 386"/>
              <a:gd name="T20" fmla="*/ 3645 w 4219"/>
              <a:gd name="T21" fmla="*/ 313 h 386"/>
              <a:gd name="T22" fmla="*/ 3490 w 4219"/>
              <a:gd name="T23" fmla="*/ 309 h 386"/>
              <a:gd name="T24" fmla="*/ 3370 w 4219"/>
              <a:gd name="T25" fmla="*/ 204 h 386"/>
              <a:gd name="T26" fmla="*/ 3302 w 4219"/>
              <a:gd name="T27" fmla="*/ 285 h 386"/>
              <a:gd name="T28" fmla="*/ 3302 w 4219"/>
              <a:gd name="T29" fmla="*/ 96 h 386"/>
              <a:gd name="T30" fmla="*/ 3199 w 4219"/>
              <a:gd name="T31" fmla="*/ 206 h 386"/>
              <a:gd name="T32" fmla="*/ 3076 w 4219"/>
              <a:gd name="T33" fmla="*/ 96 h 386"/>
              <a:gd name="T34" fmla="*/ 3116 w 4219"/>
              <a:gd name="T35" fmla="*/ 178 h 386"/>
              <a:gd name="T36" fmla="*/ 2975 w 4219"/>
              <a:gd name="T37" fmla="*/ 309 h 386"/>
              <a:gd name="T38" fmla="*/ 2769 w 4219"/>
              <a:gd name="T39" fmla="*/ 133 h 386"/>
              <a:gd name="T40" fmla="*/ 2877 w 4219"/>
              <a:gd name="T41" fmla="*/ 309 h 386"/>
              <a:gd name="T42" fmla="*/ 2769 w 4219"/>
              <a:gd name="T43" fmla="*/ 309 h 386"/>
              <a:gd name="T44" fmla="*/ 2492 w 4219"/>
              <a:gd name="T45" fmla="*/ 204 h 386"/>
              <a:gd name="T46" fmla="*/ 2594 w 4219"/>
              <a:gd name="T47" fmla="*/ 124 h 386"/>
              <a:gd name="T48" fmla="*/ 2655 w 4219"/>
              <a:gd name="T49" fmla="*/ 234 h 386"/>
              <a:gd name="T50" fmla="*/ 2423 w 4219"/>
              <a:gd name="T51" fmla="*/ 184 h 386"/>
              <a:gd name="T52" fmla="*/ 2265 w 4219"/>
              <a:gd name="T53" fmla="*/ 207 h 386"/>
              <a:gd name="T54" fmla="*/ 2457 w 4219"/>
              <a:gd name="T55" fmla="*/ 211 h 386"/>
              <a:gd name="T56" fmla="*/ 2456 w 4219"/>
              <a:gd name="T57" fmla="*/ 249 h 386"/>
              <a:gd name="T58" fmla="*/ 2064 w 4219"/>
              <a:gd name="T59" fmla="*/ 52 h 386"/>
              <a:gd name="T60" fmla="*/ 2182 w 4219"/>
              <a:gd name="T61" fmla="*/ 52 h 386"/>
              <a:gd name="T62" fmla="*/ 1938 w 4219"/>
              <a:gd name="T63" fmla="*/ 182 h 386"/>
              <a:gd name="T64" fmla="*/ 1785 w 4219"/>
              <a:gd name="T65" fmla="*/ 207 h 386"/>
              <a:gd name="T66" fmla="*/ 1994 w 4219"/>
              <a:gd name="T67" fmla="*/ 218 h 386"/>
              <a:gd name="T68" fmla="*/ 1994 w 4219"/>
              <a:gd name="T69" fmla="*/ 243 h 386"/>
              <a:gd name="T70" fmla="*/ 1696 w 4219"/>
              <a:gd name="T71" fmla="*/ 100 h 386"/>
              <a:gd name="T72" fmla="*/ 1696 w 4219"/>
              <a:gd name="T73" fmla="*/ 204 h 386"/>
              <a:gd name="T74" fmla="*/ 1392 w 4219"/>
              <a:gd name="T75" fmla="*/ 235 h 386"/>
              <a:gd name="T76" fmla="*/ 1486 w 4219"/>
              <a:gd name="T77" fmla="*/ 269 h 386"/>
              <a:gd name="T78" fmla="*/ 1587 w 4219"/>
              <a:gd name="T79" fmla="*/ 309 h 386"/>
              <a:gd name="T80" fmla="*/ 1392 w 4219"/>
              <a:gd name="T81" fmla="*/ 235 h 386"/>
              <a:gd name="T82" fmla="*/ 1224 w 4219"/>
              <a:gd name="T83" fmla="*/ 100 h 386"/>
              <a:gd name="T84" fmla="*/ 1309 w 4219"/>
              <a:gd name="T85" fmla="*/ 100 h 386"/>
              <a:gd name="T86" fmla="*/ 1309 w 4219"/>
              <a:gd name="T87" fmla="*/ 242 h 386"/>
              <a:gd name="T88" fmla="*/ 1319 w 4219"/>
              <a:gd name="T89" fmla="*/ 313 h 386"/>
              <a:gd name="T90" fmla="*/ 1054 w 4219"/>
              <a:gd name="T91" fmla="*/ 133 h 386"/>
              <a:gd name="T92" fmla="*/ 1135 w 4219"/>
              <a:gd name="T93" fmla="*/ 309 h 386"/>
              <a:gd name="T94" fmla="*/ 1054 w 4219"/>
              <a:gd name="T95" fmla="*/ 309 h 386"/>
              <a:gd name="T96" fmla="*/ 856 w 4219"/>
              <a:gd name="T97" fmla="*/ 135 h 386"/>
              <a:gd name="T98" fmla="*/ 749 w 4219"/>
              <a:gd name="T99" fmla="*/ 204 h 386"/>
              <a:gd name="T100" fmla="*/ 808 w 4219"/>
              <a:gd name="T101" fmla="*/ 218 h 386"/>
              <a:gd name="T102" fmla="*/ 858 w 4219"/>
              <a:gd name="T103" fmla="*/ 314 h 386"/>
              <a:gd name="T104" fmla="*/ 626 w 4219"/>
              <a:gd name="T105" fmla="*/ 95 h 386"/>
              <a:gd name="T106" fmla="*/ 577 w 4219"/>
              <a:gd name="T107" fmla="*/ 203 h 386"/>
              <a:gd name="T108" fmla="*/ 725 w 4219"/>
              <a:gd name="T109" fmla="*/ 230 h 386"/>
              <a:gd name="T110" fmla="*/ 286 w 4219"/>
              <a:gd name="T111" fmla="*/ 204 h 386"/>
              <a:gd name="T112" fmla="*/ 396 w 4219"/>
              <a:gd name="T113" fmla="*/ 141 h 386"/>
              <a:gd name="T114" fmla="*/ 442 w 4219"/>
              <a:gd name="T115" fmla="*/ 230 h 386"/>
              <a:gd name="T116" fmla="*/ 94 w 4219"/>
              <a:gd name="T117" fmla="*/ 200 h 386"/>
              <a:gd name="T118" fmla="*/ 94 w 4219"/>
              <a:gd name="T119" fmla="*/ 23 h 386"/>
              <a:gd name="T120" fmla="*/ 184 w 4219"/>
              <a:gd name="T121" fmla="*/ 246 h 386"/>
              <a:gd name="T122" fmla="*/ 94 w 4219"/>
              <a:gd name="T123" fmla="*/ 23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19" h="386">
                <a:moveTo>
                  <a:pt x="4109" y="288"/>
                </a:moveTo>
                <a:lnTo>
                  <a:pt x="4027" y="100"/>
                </a:lnTo>
                <a:lnTo>
                  <a:pt x="4063" y="100"/>
                </a:lnTo>
                <a:lnTo>
                  <a:pt x="4127" y="250"/>
                </a:lnTo>
                <a:lnTo>
                  <a:pt x="4185" y="100"/>
                </a:lnTo>
                <a:lnTo>
                  <a:pt x="4219" y="100"/>
                </a:lnTo>
                <a:lnTo>
                  <a:pt x="4103" y="382"/>
                </a:lnTo>
                <a:lnTo>
                  <a:pt x="4070" y="382"/>
                </a:lnTo>
                <a:lnTo>
                  <a:pt x="4109" y="288"/>
                </a:lnTo>
                <a:close/>
                <a:moveTo>
                  <a:pt x="3952" y="201"/>
                </a:moveTo>
                <a:lnTo>
                  <a:pt x="3952" y="198"/>
                </a:lnTo>
                <a:cubicBezTo>
                  <a:pt x="3952" y="151"/>
                  <a:pt x="3926" y="124"/>
                  <a:pt x="3885" y="124"/>
                </a:cubicBezTo>
                <a:cubicBezTo>
                  <a:pt x="3844" y="124"/>
                  <a:pt x="3819" y="155"/>
                  <a:pt x="3819" y="199"/>
                </a:cubicBezTo>
                <a:lnTo>
                  <a:pt x="3819" y="202"/>
                </a:lnTo>
                <a:cubicBezTo>
                  <a:pt x="3819" y="248"/>
                  <a:pt x="3848" y="275"/>
                  <a:pt x="3883" y="275"/>
                </a:cubicBezTo>
                <a:cubicBezTo>
                  <a:pt x="3922" y="275"/>
                  <a:pt x="3952" y="248"/>
                  <a:pt x="3952" y="201"/>
                </a:cubicBezTo>
                <a:close/>
                <a:moveTo>
                  <a:pt x="3789" y="321"/>
                </a:moveTo>
                <a:lnTo>
                  <a:pt x="3823" y="321"/>
                </a:lnTo>
                <a:cubicBezTo>
                  <a:pt x="3828" y="345"/>
                  <a:pt x="3848" y="358"/>
                  <a:pt x="3883" y="358"/>
                </a:cubicBezTo>
                <a:cubicBezTo>
                  <a:pt x="3924" y="358"/>
                  <a:pt x="3950" y="338"/>
                  <a:pt x="3950" y="293"/>
                </a:cubicBezTo>
                <a:lnTo>
                  <a:pt x="3950" y="263"/>
                </a:lnTo>
                <a:cubicBezTo>
                  <a:pt x="3938" y="283"/>
                  <a:pt x="3910" y="302"/>
                  <a:pt x="3880" y="302"/>
                </a:cubicBezTo>
                <a:cubicBezTo>
                  <a:pt x="3825" y="302"/>
                  <a:pt x="3784" y="261"/>
                  <a:pt x="3784" y="203"/>
                </a:cubicBezTo>
                <a:lnTo>
                  <a:pt x="3784" y="200"/>
                </a:lnTo>
                <a:cubicBezTo>
                  <a:pt x="3784" y="144"/>
                  <a:pt x="3824" y="96"/>
                  <a:pt x="3882" y="96"/>
                </a:cubicBezTo>
                <a:cubicBezTo>
                  <a:pt x="3917" y="96"/>
                  <a:pt x="3938" y="113"/>
                  <a:pt x="3950" y="134"/>
                </a:cubicBezTo>
                <a:lnTo>
                  <a:pt x="3950" y="100"/>
                </a:lnTo>
                <a:lnTo>
                  <a:pt x="3984" y="100"/>
                </a:lnTo>
                <a:lnTo>
                  <a:pt x="3984" y="295"/>
                </a:lnTo>
                <a:cubicBezTo>
                  <a:pt x="3983" y="356"/>
                  <a:pt x="3942" y="386"/>
                  <a:pt x="3884" y="386"/>
                </a:cubicBezTo>
                <a:cubicBezTo>
                  <a:pt x="3822" y="386"/>
                  <a:pt x="3794" y="356"/>
                  <a:pt x="3789" y="321"/>
                </a:cubicBezTo>
                <a:close/>
                <a:moveTo>
                  <a:pt x="3714" y="206"/>
                </a:moveTo>
                <a:lnTo>
                  <a:pt x="3714" y="204"/>
                </a:lnTo>
                <a:cubicBezTo>
                  <a:pt x="3714" y="155"/>
                  <a:pt x="3687" y="124"/>
                  <a:pt x="3646" y="124"/>
                </a:cubicBezTo>
                <a:cubicBezTo>
                  <a:pt x="3604" y="124"/>
                  <a:pt x="3577" y="155"/>
                  <a:pt x="3577" y="203"/>
                </a:cubicBezTo>
                <a:lnTo>
                  <a:pt x="3577" y="206"/>
                </a:lnTo>
                <a:cubicBezTo>
                  <a:pt x="3577" y="254"/>
                  <a:pt x="3603" y="285"/>
                  <a:pt x="3646" y="285"/>
                </a:cubicBezTo>
                <a:cubicBezTo>
                  <a:pt x="3688" y="285"/>
                  <a:pt x="3714" y="254"/>
                  <a:pt x="3714" y="206"/>
                </a:cubicBezTo>
                <a:close/>
                <a:moveTo>
                  <a:pt x="3543" y="206"/>
                </a:moveTo>
                <a:lnTo>
                  <a:pt x="3543" y="203"/>
                </a:lnTo>
                <a:cubicBezTo>
                  <a:pt x="3543" y="140"/>
                  <a:pt x="3586" y="96"/>
                  <a:pt x="3646" y="96"/>
                </a:cubicBezTo>
                <a:cubicBezTo>
                  <a:pt x="3705" y="96"/>
                  <a:pt x="3748" y="140"/>
                  <a:pt x="3748" y="203"/>
                </a:cubicBezTo>
                <a:lnTo>
                  <a:pt x="3748" y="206"/>
                </a:lnTo>
                <a:cubicBezTo>
                  <a:pt x="3748" y="269"/>
                  <a:pt x="3705" y="313"/>
                  <a:pt x="3645" y="313"/>
                </a:cubicBezTo>
                <a:cubicBezTo>
                  <a:pt x="3586" y="313"/>
                  <a:pt x="3543" y="268"/>
                  <a:pt x="3543" y="206"/>
                </a:cubicBezTo>
                <a:close/>
                <a:moveTo>
                  <a:pt x="3457" y="0"/>
                </a:moveTo>
                <a:lnTo>
                  <a:pt x="3490" y="0"/>
                </a:lnTo>
                <a:lnTo>
                  <a:pt x="3490" y="309"/>
                </a:lnTo>
                <a:lnTo>
                  <a:pt x="3457" y="309"/>
                </a:lnTo>
                <a:lnTo>
                  <a:pt x="3457" y="0"/>
                </a:lnTo>
                <a:close/>
                <a:moveTo>
                  <a:pt x="3370" y="206"/>
                </a:moveTo>
                <a:lnTo>
                  <a:pt x="3370" y="204"/>
                </a:lnTo>
                <a:cubicBezTo>
                  <a:pt x="3370" y="155"/>
                  <a:pt x="3343" y="124"/>
                  <a:pt x="3302" y="124"/>
                </a:cubicBezTo>
                <a:cubicBezTo>
                  <a:pt x="3260" y="124"/>
                  <a:pt x="3233" y="155"/>
                  <a:pt x="3233" y="203"/>
                </a:cubicBezTo>
                <a:lnTo>
                  <a:pt x="3233" y="206"/>
                </a:lnTo>
                <a:cubicBezTo>
                  <a:pt x="3233" y="254"/>
                  <a:pt x="3259" y="285"/>
                  <a:pt x="3302" y="285"/>
                </a:cubicBezTo>
                <a:cubicBezTo>
                  <a:pt x="3344" y="285"/>
                  <a:pt x="3370" y="254"/>
                  <a:pt x="3370" y="206"/>
                </a:cubicBezTo>
                <a:close/>
                <a:moveTo>
                  <a:pt x="3199" y="206"/>
                </a:moveTo>
                <a:lnTo>
                  <a:pt x="3199" y="203"/>
                </a:lnTo>
                <a:cubicBezTo>
                  <a:pt x="3199" y="140"/>
                  <a:pt x="3242" y="96"/>
                  <a:pt x="3302" y="96"/>
                </a:cubicBezTo>
                <a:cubicBezTo>
                  <a:pt x="3361" y="96"/>
                  <a:pt x="3404" y="140"/>
                  <a:pt x="3404" y="203"/>
                </a:cubicBezTo>
                <a:lnTo>
                  <a:pt x="3404" y="206"/>
                </a:lnTo>
                <a:cubicBezTo>
                  <a:pt x="3404" y="269"/>
                  <a:pt x="3361" y="313"/>
                  <a:pt x="3301" y="313"/>
                </a:cubicBezTo>
                <a:cubicBezTo>
                  <a:pt x="3242" y="313"/>
                  <a:pt x="3199" y="268"/>
                  <a:pt x="3199" y="206"/>
                </a:cubicBezTo>
                <a:close/>
                <a:moveTo>
                  <a:pt x="2975" y="100"/>
                </a:moveTo>
                <a:lnTo>
                  <a:pt x="3008" y="100"/>
                </a:lnTo>
                <a:lnTo>
                  <a:pt x="3008" y="133"/>
                </a:lnTo>
                <a:cubicBezTo>
                  <a:pt x="3018" y="114"/>
                  <a:pt x="3041" y="96"/>
                  <a:pt x="3076" y="96"/>
                </a:cubicBezTo>
                <a:cubicBezTo>
                  <a:pt x="3119" y="96"/>
                  <a:pt x="3149" y="120"/>
                  <a:pt x="3149" y="181"/>
                </a:cubicBezTo>
                <a:lnTo>
                  <a:pt x="3149" y="309"/>
                </a:lnTo>
                <a:lnTo>
                  <a:pt x="3116" y="309"/>
                </a:lnTo>
                <a:lnTo>
                  <a:pt x="3116" y="178"/>
                </a:lnTo>
                <a:cubicBezTo>
                  <a:pt x="3116" y="142"/>
                  <a:pt x="3100" y="125"/>
                  <a:pt x="3067" y="125"/>
                </a:cubicBezTo>
                <a:cubicBezTo>
                  <a:pt x="3036" y="125"/>
                  <a:pt x="3008" y="145"/>
                  <a:pt x="3008" y="182"/>
                </a:cubicBezTo>
                <a:lnTo>
                  <a:pt x="3008" y="309"/>
                </a:lnTo>
                <a:lnTo>
                  <a:pt x="2975" y="309"/>
                </a:lnTo>
                <a:lnTo>
                  <a:pt x="2975" y="100"/>
                </a:lnTo>
                <a:close/>
                <a:moveTo>
                  <a:pt x="2736" y="0"/>
                </a:moveTo>
                <a:lnTo>
                  <a:pt x="2769" y="0"/>
                </a:lnTo>
                <a:lnTo>
                  <a:pt x="2769" y="133"/>
                </a:lnTo>
                <a:cubicBezTo>
                  <a:pt x="2779" y="114"/>
                  <a:pt x="2802" y="96"/>
                  <a:pt x="2836" y="96"/>
                </a:cubicBezTo>
                <a:cubicBezTo>
                  <a:pt x="2880" y="96"/>
                  <a:pt x="2910" y="120"/>
                  <a:pt x="2910" y="181"/>
                </a:cubicBezTo>
                <a:lnTo>
                  <a:pt x="2910" y="309"/>
                </a:lnTo>
                <a:lnTo>
                  <a:pt x="2877" y="309"/>
                </a:lnTo>
                <a:lnTo>
                  <a:pt x="2877" y="178"/>
                </a:lnTo>
                <a:cubicBezTo>
                  <a:pt x="2877" y="142"/>
                  <a:pt x="2861" y="125"/>
                  <a:pt x="2828" y="125"/>
                </a:cubicBezTo>
                <a:cubicBezTo>
                  <a:pt x="2797" y="125"/>
                  <a:pt x="2769" y="145"/>
                  <a:pt x="2769" y="182"/>
                </a:cubicBezTo>
                <a:lnTo>
                  <a:pt x="2769" y="309"/>
                </a:lnTo>
                <a:lnTo>
                  <a:pt x="2736" y="309"/>
                </a:lnTo>
                <a:lnTo>
                  <a:pt x="2736" y="0"/>
                </a:lnTo>
                <a:close/>
                <a:moveTo>
                  <a:pt x="2492" y="207"/>
                </a:moveTo>
                <a:lnTo>
                  <a:pt x="2492" y="204"/>
                </a:lnTo>
                <a:cubicBezTo>
                  <a:pt x="2492" y="140"/>
                  <a:pt x="2538" y="96"/>
                  <a:pt x="2594" y="96"/>
                </a:cubicBezTo>
                <a:cubicBezTo>
                  <a:pt x="2638" y="96"/>
                  <a:pt x="2678" y="116"/>
                  <a:pt x="2685" y="170"/>
                </a:cubicBezTo>
                <a:lnTo>
                  <a:pt x="2652" y="170"/>
                </a:lnTo>
                <a:cubicBezTo>
                  <a:pt x="2647" y="136"/>
                  <a:pt x="2623" y="124"/>
                  <a:pt x="2594" y="124"/>
                </a:cubicBezTo>
                <a:cubicBezTo>
                  <a:pt x="2556" y="124"/>
                  <a:pt x="2527" y="154"/>
                  <a:pt x="2527" y="204"/>
                </a:cubicBezTo>
                <a:lnTo>
                  <a:pt x="2527" y="207"/>
                </a:lnTo>
                <a:cubicBezTo>
                  <a:pt x="2527" y="258"/>
                  <a:pt x="2555" y="285"/>
                  <a:pt x="2595" y="285"/>
                </a:cubicBezTo>
                <a:cubicBezTo>
                  <a:pt x="2625" y="285"/>
                  <a:pt x="2652" y="268"/>
                  <a:pt x="2655" y="234"/>
                </a:cubicBezTo>
                <a:lnTo>
                  <a:pt x="2686" y="234"/>
                </a:lnTo>
                <a:cubicBezTo>
                  <a:pt x="2682" y="279"/>
                  <a:pt x="2645" y="313"/>
                  <a:pt x="2595" y="313"/>
                </a:cubicBezTo>
                <a:cubicBezTo>
                  <a:pt x="2536" y="313"/>
                  <a:pt x="2492" y="272"/>
                  <a:pt x="2492" y="207"/>
                </a:cubicBezTo>
                <a:close/>
                <a:moveTo>
                  <a:pt x="2423" y="184"/>
                </a:moveTo>
                <a:cubicBezTo>
                  <a:pt x="2420" y="141"/>
                  <a:pt x="2398" y="124"/>
                  <a:pt x="2363" y="124"/>
                </a:cubicBezTo>
                <a:cubicBezTo>
                  <a:pt x="2329" y="124"/>
                  <a:pt x="2306" y="147"/>
                  <a:pt x="2301" y="184"/>
                </a:cubicBezTo>
                <a:lnTo>
                  <a:pt x="2423" y="184"/>
                </a:lnTo>
                <a:close/>
                <a:moveTo>
                  <a:pt x="2265" y="207"/>
                </a:moveTo>
                <a:lnTo>
                  <a:pt x="2265" y="204"/>
                </a:lnTo>
                <a:cubicBezTo>
                  <a:pt x="2265" y="140"/>
                  <a:pt x="2306" y="96"/>
                  <a:pt x="2363" y="96"/>
                </a:cubicBezTo>
                <a:cubicBezTo>
                  <a:pt x="2412" y="96"/>
                  <a:pt x="2457" y="126"/>
                  <a:pt x="2457" y="200"/>
                </a:cubicBezTo>
                <a:lnTo>
                  <a:pt x="2457" y="211"/>
                </a:lnTo>
                <a:lnTo>
                  <a:pt x="2300" y="211"/>
                </a:lnTo>
                <a:cubicBezTo>
                  <a:pt x="2301" y="259"/>
                  <a:pt x="2324" y="285"/>
                  <a:pt x="2367" y="285"/>
                </a:cubicBezTo>
                <a:cubicBezTo>
                  <a:pt x="2399" y="285"/>
                  <a:pt x="2418" y="273"/>
                  <a:pt x="2422" y="249"/>
                </a:cubicBezTo>
                <a:lnTo>
                  <a:pt x="2456" y="249"/>
                </a:lnTo>
                <a:cubicBezTo>
                  <a:pt x="2448" y="291"/>
                  <a:pt x="2414" y="313"/>
                  <a:pt x="2366" y="313"/>
                </a:cubicBezTo>
                <a:cubicBezTo>
                  <a:pt x="2307" y="313"/>
                  <a:pt x="2265" y="271"/>
                  <a:pt x="2265" y="207"/>
                </a:cubicBezTo>
                <a:moveTo>
                  <a:pt x="2148" y="52"/>
                </a:moveTo>
                <a:lnTo>
                  <a:pt x="2064" y="52"/>
                </a:lnTo>
                <a:lnTo>
                  <a:pt x="2064" y="23"/>
                </a:lnTo>
                <a:lnTo>
                  <a:pt x="2266" y="23"/>
                </a:lnTo>
                <a:lnTo>
                  <a:pt x="2266" y="52"/>
                </a:lnTo>
                <a:lnTo>
                  <a:pt x="2182" y="52"/>
                </a:lnTo>
                <a:lnTo>
                  <a:pt x="2182" y="309"/>
                </a:lnTo>
                <a:lnTo>
                  <a:pt x="2148" y="309"/>
                </a:lnTo>
                <a:lnTo>
                  <a:pt x="2148" y="52"/>
                </a:lnTo>
                <a:close/>
                <a:moveTo>
                  <a:pt x="1938" y="182"/>
                </a:moveTo>
                <a:cubicBezTo>
                  <a:pt x="1936" y="150"/>
                  <a:pt x="1920" y="135"/>
                  <a:pt x="1892" y="135"/>
                </a:cubicBezTo>
                <a:cubicBezTo>
                  <a:pt x="1866" y="135"/>
                  <a:pt x="1849" y="152"/>
                  <a:pt x="1844" y="182"/>
                </a:cubicBezTo>
                <a:lnTo>
                  <a:pt x="1938" y="182"/>
                </a:lnTo>
                <a:close/>
                <a:moveTo>
                  <a:pt x="1785" y="207"/>
                </a:moveTo>
                <a:lnTo>
                  <a:pt x="1785" y="204"/>
                </a:lnTo>
                <a:cubicBezTo>
                  <a:pt x="1785" y="138"/>
                  <a:pt x="1832" y="95"/>
                  <a:pt x="1892" y="95"/>
                </a:cubicBezTo>
                <a:cubicBezTo>
                  <a:pt x="1946" y="95"/>
                  <a:pt x="1994" y="127"/>
                  <a:pt x="1994" y="202"/>
                </a:cubicBezTo>
                <a:lnTo>
                  <a:pt x="1994" y="218"/>
                </a:lnTo>
                <a:lnTo>
                  <a:pt x="1844" y="218"/>
                </a:lnTo>
                <a:cubicBezTo>
                  <a:pt x="1845" y="252"/>
                  <a:pt x="1864" y="272"/>
                  <a:pt x="1896" y="272"/>
                </a:cubicBezTo>
                <a:cubicBezTo>
                  <a:pt x="1922" y="272"/>
                  <a:pt x="1936" y="261"/>
                  <a:pt x="1939" y="243"/>
                </a:cubicBezTo>
                <a:lnTo>
                  <a:pt x="1994" y="243"/>
                </a:lnTo>
                <a:cubicBezTo>
                  <a:pt x="1987" y="288"/>
                  <a:pt x="1951" y="314"/>
                  <a:pt x="1894" y="314"/>
                </a:cubicBezTo>
                <a:cubicBezTo>
                  <a:pt x="1831" y="314"/>
                  <a:pt x="1785" y="274"/>
                  <a:pt x="1785" y="207"/>
                </a:cubicBezTo>
                <a:moveTo>
                  <a:pt x="1638" y="100"/>
                </a:moveTo>
                <a:lnTo>
                  <a:pt x="1696" y="100"/>
                </a:lnTo>
                <a:lnTo>
                  <a:pt x="1696" y="140"/>
                </a:lnTo>
                <a:cubicBezTo>
                  <a:pt x="1709" y="112"/>
                  <a:pt x="1730" y="97"/>
                  <a:pt x="1764" y="97"/>
                </a:cubicBezTo>
                <a:lnTo>
                  <a:pt x="1764" y="151"/>
                </a:lnTo>
                <a:cubicBezTo>
                  <a:pt x="1721" y="150"/>
                  <a:pt x="1696" y="164"/>
                  <a:pt x="1696" y="204"/>
                </a:cubicBezTo>
                <a:lnTo>
                  <a:pt x="1696" y="309"/>
                </a:lnTo>
                <a:lnTo>
                  <a:pt x="1638" y="309"/>
                </a:lnTo>
                <a:lnTo>
                  <a:pt x="1638" y="100"/>
                </a:lnTo>
                <a:close/>
                <a:moveTo>
                  <a:pt x="1392" y="235"/>
                </a:moveTo>
                <a:lnTo>
                  <a:pt x="1392" y="100"/>
                </a:lnTo>
                <a:lnTo>
                  <a:pt x="1449" y="100"/>
                </a:lnTo>
                <a:lnTo>
                  <a:pt x="1449" y="227"/>
                </a:lnTo>
                <a:cubicBezTo>
                  <a:pt x="1449" y="255"/>
                  <a:pt x="1461" y="269"/>
                  <a:pt x="1486" y="269"/>
                </a:cubicBezTo>
                <a:cubicBezTo>
                  <a:pt x="1510" y="269"/>
                  <a:pt x="1529" y="254"/>
                  <a:pt x="1529" y="223"/>
                </a:cubicBezTo>
                <a:lnTo>
                  <a:pt x="1529" y="100"/>
                </a:lnTo>
                <a:lnTo>
                  <a:pt x="1587" y="100"/>
                </a:lnTo>
                <a:lnTo>
                  <a:pt x="1587" y="309"/>
                </a:lnTo>
                <a:lnTo>
                  <a:pt x="1529" y="309"/>
                </a:lnTo>
                <a:lnTo>
                  <a:pt x="1529" y="276"/>
                </a:lnTo>
                <a:cubicBezTo>
                  <a:pt x="1518" y="298"/>
                  <a:pt x="1497" y="314"/>
                  <a:pt x="1463" y="314"/>
                </a:cubicBezTo>
                <a:cubicBezTo>
                  <a:pt x="1422" y="314"/>
                  <a:pt x="1392" y="290"/>
                  <a:pt x="1392" y="235"/>
                </a:cubicBezTo>
                <a:moveTo>
                  <a:pt x="1251" y="247"/>
                </a:moveTo>
                <a:lnTo>
                  <a:pt x="1251" y="141"/>
                </a:lnTo>
                <a:lnTo>
                  <a:pt x="1224" y="141"/>
                </a:lnTo>
                <a:lnTo>
                  <a:pt x="1224" y="100"/>
                </a:lnTo>
                <a:lnTo>
                  <a:pt x="1251" y="100"/>
                </a:lnTo>
                <a:lnTo>
                  <a:pt x="1251" y="55"/>
                </a:lnTo>
                <a:lnTo>
                  <a:pt x="1309" y="55"/>
                </a:lnTo>
                <a:lnTo>
                  <a:pt x="1309" y="100"/>
                </a:lnTo>
                <a:lnTo>
                  <a:pt x="1353" y="100"/>
                </a:lnTo>
                <a:lnTo>
                  <a:pt x="1353" y="141"/>
                </a:lnTo>
                <a:lnTo>
                  <a:pt x="1309" y="141"/>
                </a:lnTo>
                <a:lnTo>
                  <a:pt x="1309" y="242"/>
                </a:lnTo>
                <a:cubicBezTo>
                  <a:pt x="1309" y="259"/>
                  <a:pt x="1317" y="267"/>
                  <a:pt x="1332" y="267"/>
                </a:cubicBezTo>
                <a:cubicBezTo>
                  <a:pt x="1341" y="267"/>
                  <a:pt x="1347" y="266"/>
                  <a:pt x="1354" y="263"/>
                </a:cubicBezTo>
                <a:lnTo>
                  <a:pt x="1354" y="308"/>
                </a:lnTo>
                <a:cubicBezTo>
                  <a:pt x="1346" y="310"/>
                  <a:pt x="1334" y="313"/>
                  <a:pt x="1319" y="313"/>
                </a:cubicBezTo>
                <a:cubicBezTo>
                  <a:pt x="1275" y="313"/>
                  <a:pt x="1251" y="291"/>
                  <a:pt x="1251" y="247"/>
                </a:cubicBezTo>
                <a:close/>
                <a:moveTo>
                  <a:pt x="996" y="100"/>
                </a:moveTo>
                <a:lnTo>
                  <a:pt x="1054" y="100"/>
                </a:lnTo>
                <a:lnTo>
                  <a:pt x="1054" y="133"/>
                </a:lnTo>
                <a:cubicBezTo>
                  <a:pt x="1065" y="112"/>
                  <a:pt x="1088" y="95"/>
                  <a:pt x="1122" y="95"/>
                </a:cubicBezTo>
                <a:cubicBezTo>
                  <a:pt x="1164" y="95"/>
                  <a:pt x="1193" y="120"/>
                  <a:pt x="1193" y="176"/>
                </a:cubicBezTo>
                <a:lnTo>
                  <a:pt x="1193" y="309"/>
                </a:lnTo>
                <a:lnTo>
                  <a:pt x="1135" y="309"/>
                </a:lnTo>
                <a:lnTo>
                  <a:pt x="1135" y="184"/>
                </a:lnTo>
                <a:cubicBezTo>
                  <a:pt x="1135" y="156"/>
                  <a:pt x="1124" y="142"/>
                  <a:pt x="1098" y="142"/>
                </a:cubicBezTo>
                <a:cubicBezTo>
                  <a:pt x="1073" y="142"/>
                  <a:pt x="1054" y="158"/>
                  <a:pt x="1054" y="188"/>
                </a:cubicBezTo>
                <a:lnTo>
                  <a:pt x="1054" y="309"/>
                </a:lnTo>
                <a:lnTo>
                  <a:pt x="996" y="309"/>
                </a:lnTo>
                <a:lnTo>
                  <a:pt x="996" y="100"/>
                </a:lnTo>
                <a:close/>
                <a:moveTo>
                  <a:pt x="902" y="182"/>
                </a:moveTo>
                <a:cubicBezTo>
                  <a:pt x="900" y="150"/>
                  <a:pt x="884" y="135"/>
                  <a:pt x="856" y="135"/>
                </a:cubicBezTo>
                <a:cubicBezTo>
                  <a:pt x="830" y="135"/>
                  <a:pt x="813" y="152"/>
                  <a:pt x="808" y="182"/>
                </a:cubicBezTo>
                <a:lnTo>
                  <a:pt x="902" y="182"/>
                </a:lnTo>
                <a:close/>
                <a:moveTo>
                  <a:pt x="749" y="207"/>
                </a:moveTo>
                <a:lnTo>
                  <a:pt x="749" y="204"/>
                </a:lnTo>
                <a:cubicBezTo>
                  <a:pt x="749" y="138"/>
                  <a:pt x="796" y="95"/>
                  <a:pt x="856" y="95"/>
                </a:cubicBezTo>
                <a:cubicBezTo>
                  <a:pt x="910" y="95"/>
                  <a:pt x="958" y="127"/>
                  <a:pt x="958" y="202"/>
                </a:cubicBezTo>
                <a:lnTo>
                  <a:pt x="958" y="218"/>
                </a:lnTo>
                <a:lnTo>
                  <a:pt x="808" y="218"/>
                </a:lnTo>
                <a:cubicBezTo>
                  <a:pt x="809" y="252"/>
                  <a:pt x="828" y="272"/>
                  <a:pt x="860" y="272"/>
                </a:cubicBezTo>
                <a:cubicBezTo>
                  <a:pt x="886" y="272"/>
                  <a:pt x="900" y="261"/>
                  <a:pt x="903" y="243"/>
                </a:cubicBezTo>
                <a:lnTo>
                  <a:pt x="958" y="243"/>
                </a:lnTo>
                <a:cubicBezTo>
                  <a:pt x="951" y="288"/>
                  <a:pt x="915" y="314"/>
                  <a:pt x="858" y="314"/>
                </a:cubicBezTo>
                <a:cubicBezTo>
                  <a:pt x="795" y="314"/>
                  <a:pt x="749" y="274"/>
                  <a:pt x="749" y="207"/>
                </a:cubicBezTo>
                <a:moveTo>
                  <a:pt x="518" y="207"/>
                </a:moveTo>
                <a:lnTo>
                  <a:pt x="518" y="204"/>
                </a:lnTo>
                <a:cubicBezTo>
                  <a:pt x="518" y="136"/>
                  <a:pt x="566" y="95"/>
                  <a:pt x="626" y="95"/>
                </a:cubicBezTo>
                <a:cubicBezTo>
                  <a:pt x="674" y="95"/>
                  <a:pt x="719" y="116"/>
                  <a:pt x="724" y="176"/>
                </a:cubicBezTo>
                <a:lnTo>
                  <a:pt x="669" y="176"/>
                </a:lnTo>
                <a:cubicBezTo>
                  <a:pt x="665" y="152"/>
                  <a:pt x="650" y="141"/>
                  <a:pt x="627" y="141"/>
                </a:cubicBezTo>
                <a:cubicBezTo>
                  <a:pt x="597" y="141"/>
                  <a:pt x="577" y="163"/>
                  <a:pt x="577" y="203"/>
                </a:cubicBezTo>
                <a:lnTo>
                  <a:pt x="577" y="206"/>
                </a:lnTo>
                <a:cubicBezTo>
                  <a:pt x="577" y="248"/>
                  <a:pt x="596" y="270"/>
                  <a:pt x="628" y="270"/>
                </a:cubicBezTo>
                <a:cubicBezTo>
                  <a:pt x="651" y="270"/>
                  <a:pt x="670" y="256"/>
                  <a:pt x="673" y="230"/>
                </a:cubicBezTo>
                <a:lnTo>
                  <a:pt x="725" y="230"/>
                </a:lnTo>
                <a:cubicBezTo>
                  <a:pt x="722" y="279"/>
                  <a:pt x="686" y="314"/>
                  <a:pt x="625" y="314"/>
                </a:cubicBezTo>
                <a:cubicBezTo>
                  <a:pt x="564" y="314"/>
                  <a:pt x="518" y="276"/>
                  <a:pt x="518" y="207"/>
                </a:cubicBezTo>
                <a:moveTo>
                  <a:pt x="286" y="207"/>
                </a:moveTo>
                <a:lnTo>
                  <a:pt x="286" y="204"/>
                </a:lnTo>
                <a:cubicBezTo>
                  <a:pt x="286" y="136"/>
                  <a:pt x="335" y="95"/>
                  <a:pt x="394" y="95"/>
                </a:cubicBezTo>
                <a:cubicBezTo>
                  <a:pt x="443" y="95"/>
                  <a:pt x="488" y="116"/>
                  <a:pt x="493" y="176"/>
                </a:cubicBezTo>
                <a:lnTo>
                  <a:pt x="438" y="176"/>
                </a:lnTo>
                <a:cubicBezTo>
                  <a:pt x="434" y="152"/>
                  <a:pt x="419" y="141"/>
                  <a:pt x="396" y="141"/>
                </a:cubicBezTo>
                <a:cubicBezTo>
                  <a:pt x="366" y="141"/>
                  <a:pt x="346" y="163"/>
                  <a:pt x="346" y="203"/>
                </a:cubicBezTo>
                <a:lnTo>
                  <a:pt x="346" y="206"/>
                </a:lnTo>
                <a:cubicBezTo>
                  <a:pt x="346" y="248"/>
                  <a:pt x="364" y="270"/>
                  <a:pt x="397" y="270"/>
                </a:cubicBezTo>
                <a:cubicBezTo>
                  <a:pt x="420" y="270"/>
                  <a:pt x="439" y="256"/>
                  <a:pt x="442" y="230"/>
                </a:cubicBezTo>
                <a:lnTo>
                  <a:pt x="494" y="230"/>
                </a:lnTo>
                <a:cubicBezTo>
                  <a:pt x="491" y="279"/>
                  <a:pt x="455" y="314"/>
                  <a:pt x="394" y="314"/>
                </a:cubicBezTo>
                <a:cubicBezTo>
                  <a:pt x="333" y="314"/>
                  <a:pt x="286" y="276"/>
                  <a:pt x="286" y="207"/>
                </a:cubicBezTo>
                <a:close/>
                <a:moveTo>
                  <a:pt x="94" y="200"/>
                </a:moveTo>
                <a:lnTo>
                  <a:pt x="170" y="200"/>
                </a:lnTo>
                <a:lnTo>
                  <a:pt x="132" y="76"/>
                </a:lnTo>
                <a:lnTo>
                  <a:pt x="94" y="200"/>
                </a:lnTo>
                <a:close/>
                <a:moveTo>
                  <a:pt x="94" y="23"/>
                </a:moveTo>
                <a:lnTo>
                  <a:pt x="178" y="23"/>
                </a:lnTo>
                <a:lnTo>
                  <a:pt x="271" y="309"/>
                </a:lnTo>
                <a:lnTo>
                  <a:pt x="204" y="309"/>
                </a:lnTo>
                <a:lnTo>
                  <a:pt x="184" y="246"/>
                </a:lnTo>
                <a:lnTo>
                  <a:pt x="80" y="246"/>
                </a:lnTo>
                <a:lnTo>
                  <a:pt x="61" y="309"/>
                </a:lnTo>
                <a:lnTo>
                  <a:pt x="0" y="309"/>
                </a:lnTo>
                <a:lnTo>
                  <a:pt x="94" y="2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7661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2+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84A5767-82AC-46A2-88DD-C31D51E1CB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659D61A8-47A5-47C2-A85A-BCCCBE83C91F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1001" y="38100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Acc_Tech_Logo_WH" descr="Accenture Technology wordmark in white">
            <a:extLst>
              <a:ext uri="{FF2B5EF4-FFF2-40B4-BE49-F238E27FC236}">
                <a16:creationId xmlns:a16="http://schemas.microsoft.com/office/drawing/2014/main" id="{2DBCDDF3-9F8E-44B5-9E3F-2223C14CC4C3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381001" y="6096691"/>
            <a:ext cx="3008376" cy="276189"/>
          </a:xfrm>
          <a:custGeom>
            <a:avLst/>
            <a:gdLst>
              <a:gd name="T0" fmla="*/ 4127 w 4219"/>
              <a:gd name="T1" fmla="*/ 250 h 386"/>
              <a:gd name="T2" fmla="*/ 4070 w 4219"/>
              <a:gd name="T3" fmla="*/ 382 h 386"/>
              <a:gd name="T4" fmla="*/ 3885 w 4219"/>
              <a:gd name="T5" fmla="*/ 124 h 386"/>
              <a:gd name="T6" fmla="*/ 3952 w 4219"/>
              <a:gd name="T7" fmla="*/ 201 h 386"/>
              <a:gd name="T8" fmla="*/ 3950 w 4219"/>
              <a:gd name="T9" fmla="*/ 293 h 386"/>
              <a:gd name="T10" fmla="*/ 3784 w 4219"/>
              <a:gd name="T11" fmla="*/ 200 h 386"/>
              <a:gd name="T12" fmla="*/ 3984 w 4219"/>
              <a:gd name="T13" fmla="*/ 100 h 386"/>
              <a:gd name="T14" fmla="*/ 3714 w 4219"/>
              <a:gd name="T15" fmla="*/ 206 h 386"/>
              <a:gd name="T16" fmla="*/ 3577 w 4219"/>
              <a:gd name="T17" fmla="*/ 206 h 386"/>
              <a:gd name="T18" fmla="*/ 3543 w 4219"/>
              <a:gd name="T19" fmla="*/ 203 h 386"/>
              <a:gd name="T20" fmla="*/ 3645 w 4219"/>
              <a:gd name="T21" fmla="*/ 313 h 386"/>
              <a:gd name="T22" fmla="*/ 3490 w 4219"/>
              <a:gd name="T23" fmla="*/ 309 h 386"/>
              <a:gd name="T24" fmla="*/ 3370 w 4219"/>
              <a:gd name="T25" fmla="*/ 204 h 386"/>
              <a:gd name="T26" fmla="*/ 3302 w 4219"/>
              <a:gd name="T27" fmla="*/ 285 h 386"/>
              <a:gd name="T28" fmla="*/ 3302 w 4219"/>
              <a:gd name="T29" fmla="*/ 96 h 386"/>
              <a:gd name="T30" fmla="*/ 3199 w 4219"/>
              <a:gd name="T31" fmla="*/ 206 h 386"/>
              <a:gd name="T32" fmla="*/ 3076 w 4219"/>
              <a:gd name="T33" fmla="*/ 96 h 386"/>
              <a:gd name="T34" fmla="*/ 3116 w 4219"/>
              <a:gd name="T35" fmla="*/ 178 h 386"/>
              <a:gd name="T36" fmla="*/ 2975 w 4219"/>
              <a:gd name="T37" fmla="*/ 309 h 386"/>
              <a:gd name="T38" fmla="*/ 2769 w 4219"/>
              <a:gd name="T39" fmla="*/ 133 h 386"/>
              <a:gd name="T40" fmla="*/ 2877 w 4219"/>
              <a:gd name="T41" fmla="*/ 309 h 386"/>
              <a:gd name="T42" fmla="*/ 2769 w 4219"/>
              <a:gd name="T43" fmla="*/ 309 h 386"/>
              <a:gd name="T44" fmla="*/ 2492 w 4219"/>
              <a:gd name="T45" fmla="*/ 204 h 386"/>
              <a:gd name="T46" fmla="*/ 2594 w 4219"/>
              <a:gd name="T47" fmla="*/ 124 h 386"/>
              <a:gd name="T48" fmla="*/ 2655 w 4219"/>
              <a:gd name="T49" fmla="*/ 234 h 386"/>
              <a:gd name="T50" fmla="*/ 2423 w 4219"/>
              <a:gd name="T51" fmla="*/ 184 h 386"/>
              <a:gd name="T52" fmla="*/ 2265 w 4219"/>
              <a:gd name="T53" fmla="*/ 207 h 386"/>
              <a:gd name="T54" fmla="*/ 2457 w 4219"/>
              <a:gd name="T55" fmla="*/ 211 h 386"/>
              <a:gd name="T56" fmla="*/ 2456 w 4219"/>
              <a:gd name="T57" fmla="*/ 249 h 386"/>
              <a:gd name="T58" fmla="*/ 2064 w 4219"/>
              <a:gd name="T59" fmla="*/ 52 h 386"/>
              <a:gd name="T60" fmla="*/ 2182 w 4219"/>
              <a:gd name="T61" fmla="*/ 52 h 386"/>
              <a:gd name="T62" fmla="*/ 1938 w 4219"/>
              <a:gd name="T63" fmla="*/ 182 h 386"/>
              <a:gd name="T64" fmla="*/ 1785 w 4219"/>
              <a:gd name="T65" fmla="*/ 207 h 386"/>
              <a:gd name="T66" fmla="*/ 1994 w 4219"/>
              <a:gd name="T67" fmla="*/ 218 h 386"/>
              <a:gd name="T68" fmla="*/ 1994 w 4219"/>
              <a:gd name="T69" fmla="*/ 243 h 386"/>
              <a:gd name="T70" fmla="*/ 1696 w 4219"/>
              <a:gd name="T71" fmla="*/ 100 h 386"/>
              <a:gd name="T72" fmla="*/ 1696 w 4219"/>
              <a:gd name="T73" fmla="*/ 204 h 386"/>
              <a:gd name="T74" fmla="*/ 1392 w 4219"/>
              <a:gd name="T75" fmla="*/ 235 h 386"/>
              <a:gd name="T76" fmla="*/ 1486 w 4219"/>
              <a:gd name="T77" fmla="*/ 269 h 386"/>
              <a:gd name="T78" fmla="*/ 1587 w 4219"/>
              <a:gd name="T79" fmla="*/ 309 h 386"/>
              <a:gd name="T80" fmla="*/ 1392 w 4219"/>
              <a:gd name="T81" fmla="*/ 235 h 386"/>
              <a:gd name="T82" fmla="*/ 1224 w 4219"/>
              <a:gd name="T83" fmla="*/ 100 h 386"/>
              <a:gd name="T84" fmla="*/ 1309 w 4219"/>
              <a:gd name="T85" fmla="*/ 100 h 386"/>
              <a:gd name="T86" fmla="*/ 1309 w 4219"/>
              <a:gd name="T87" fmla="*/ 242 h 386"/>
              <a:gd name="T88" fmla="*/ 1319 w 4219"/>
              <a:gd name="T89" fmla="*/ 313 h 386"/>
              <a:gd name="T90" fmla="*/ 1054 w 4219"/>
              <a:gd name="T91" fmla="*/ 133 h 386"/>
              <a:gd name="T92" fmla="*/ 1135 w 4219"/>
              <a:gd name="T93" fmla="*/ 309 h 386"/>
              <a:gd name="T94" fmla="*/ 1054 w 4219"/>
              <a:gd name="T95" fmla="*/ 309 h 386"/>
              <a:gd name="T96" fmla="*/ 856 w 4219"/>
              <a:gd name="T97" fmla="*/ 135 h 386"/>
              <a:gd name="T98" fmla="*/ 749 w 4219"/>
              <a:gd name="T99" fmla="*/ 204 h 386"/>
              <a:gd name="T100" fmla="*/ 808 w 4219"/>
              <a:gd name="T101" fmla="*/ 218 h 386"/>
              <a:gd name="T102" fmla="*/ 858 w 4219"/>
              <a:gd name="T103" fmla="*/ 314 h 386"/>
              <a:gd name="T104" fmla="*/ 626 w 4219"/>
              <a:gd name="T105" fmla="*/ 95 h 386"/>
              <a:gd name="T106" fmla="*/ 577 w 4219"/>
              <a:gd name="T107" fmla="*/ 203 h 386"/>
              <a:gd name="T108" fmla="*/ 725 w 4219"/>
              <a:gd name="T109" fmla="*/ 230 h 386"/>
              <a:gd name="T110" fmla="*/ 286 w 4219"/>
              <a:gd name="T111" fmla="*/ 204 h 386"/>
              <a:gd name="T112" fmla="*/ 396 w 4219"/>
              <a:gd name="T113" fmla="*/ 141 h 386"/>
              <a:gd name="T114" fmla="*/ 442 w 4219"/>
              <a:gd name="T115" fmla="*/ 230 h 386"/>
              <a:gd name="T116" fmla="*/ 94 w 4219"/>
              <a:gd name="T117" fmla="*/ 200 h 386"/>
              <a:gd name="T118" fmla="*/ 94 w 4219"/>
              <a:gd name="T119" fmla="*/ 23 h 386"/>
              <a:gd name="T120" fmla="*/ 184 w 4219"/>
              <a:gd name="T121" fmla="*/ 246 h 386"/>
              <a:gd name="T122" fmla="*/ 94 w 4219"/>
              <a:gd name="T123" fmla="*/ 23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19" h="386">
                <a:moveTo>
                  <a:pt x="4109" y="288"/>
                </a:moveTo>
                <a:lnTo>
                  <a:pt x="4027" y="100"/>
                </a:lnTo>
                <a:lnTo>
                  <a:pt x="4063" y="100"/>
                </a:lnTo>
                <a:lnTo>
                  <a:pt x="4127" y="250"/>
                </a:lnTo>
                <a:lnTo>
                  <a:pt x="4185" y="100"/>
                </a:lnTo>
                <a:lnTo>
                  <a:pt x="4219" y="100"/>
                </a:lnTo>
                <a:lnTo>
                  <a:pt x="4103" y="382"/>
                </a:lnTo>
                <a:lnTo>
                  <a:pt x="4070" y="382"/>
                </a:lnTo>
                <a:lnTo>
                  <a:pt x="4109" y="288"/>
                </a:lnTo>
                <a:close/>
                <a:moveTo>
                  <a:pt x="3952" y="201"/>
                </a:moveTo>
                <a:lnTo>
                  <a:pt x="3952" y="198"/>
                </a:lnTo>
                <a:cubicBezTo>
                  <a:pt x="3952" y="151"/>
                  <a:pt x="3926" y="124"/>
                  <a:pt x="3885" y="124"/>
                </a:cubicBezTo>
                <a:cubicBezTo>
                  <a:pt x="3844" y="124"/>
                  <a:pt x="3819" y="155"/>
                  <a:pt x="3819" y="199"/>
                </a:cubicBezTo>
                <a:lnTo>
                  <a:pt x="3819" y="202"/>
                </a:lnTo>
                <a:cubicBezTo>
                  <a:pt x="3819" y="248"/>
                  <a:pt x="3848" y="275"/>
                  <a:pt x="3883" y="275"/>
                </a:cubicBezTo>
                <a:cubicBezTo>
                  <a:pt x="3922" y="275"/>
                  <a:pt x="3952" y="248"/>
                  <a:pt x="3952" y="201"/>
                </a:cubicBezTo>
                <a:close/>
                <a:moveTo>
                  <a:pt x="3789" y="321"/>
                </a:moveTo>
                <a:lnTo>
                  <a:pt x="3823" y="321"/>
                </a:lnTo>
                <a:cubicBezTo>
                  <a:pt x="3828" y="345"/>
                  <a:pt x="3848" y="358"/>
                  <a:pt x="3883" y="358"/>
                </a:cubicBezTo>
                <a:cubicBezTo>
                  <a:pt x="3924" y="358"/>
                  <a:pt x="3950" y="338"/>
                  <a:pt x="3950" y="293"/>
                </a:cubicBezTo>
                <a:lnTo>
                  <a:pt x="3950" y="263"/>
                </a:lnTo>
                <a:cubicBezTo>
                  <a:pt x="3938" y="283"/>
                  <a:pt x="3910" y="302"/>
                  <a:pt x="3880" y="302"/>
                </a:cubicBezTo>
                <a:cubicBezTo>
                  <a:pt x="3825" y="302"/>
                  <a:pt x="3784" y="261"/>
                  <a:pt x="3784" y="203"/>
                </a:cubicBezTo>
                <a:lnTo>
                  <a:pt x="3784" y="200"/>
                </a:lnTo>
                <a:cubicBezTo>
                  <a:pt x="3784" y="144"/>
                  <a:pt x="3824" y="96"/>
                  <a:pt x="3882" y="96"/>
                </a:cubicBezTo>
                <a:cubicBezTo>
                  <a:pt x="3917" y="96"/>
                  <a:pt x="3938" y="113"/>
                  <a:pt x="3950" y="134"/>
                </a:cubicBezTo>
                <a:lnTo>
                  <a:pt x="3950" y="100"/>
                </a:lnTo>
                <a:lnTo>
                  <a:pt x="3984" y="100"/>
                </a:lnTo>
                <a:lnTo>
                  <a:pt x="3984" y="295"/>
                </a:lnTo>
                <a:cubicBezTo>
                  <a:pt x="3983" y="356"/>
                  <a:pt x="3942" y="386"/>
                  <a:pt x="3884" y="386"/>
                </a:cubicBezTo>
                <a:cubicBezTo>
                  <a:pt x="3822" y="386"/>
                  <a:pt x="3794" y="356"/>
                  <a:pt x="3789" y="321"/>
                </a:cubicBezTo>
                <a:close/>
                <a:moveTo>
                  <a:pt x="3714" y="206"/>
                </a:moveTo>
                <a:lnTo>
                  <a:pt x="3714" y="204"/>
                </a:lnTo>
                <a:cubicBezTo>
                  <a:pt x="3714" y="155"/>
                  <a:pt x="3687" y="124"/>
                  <a:pt x="3646" y="124"/>
                </a:cubicBezTo>
                <a:cubicBezTo>
                  <a:pt x="3604" y="124"/>
                  <a:pt x="3577" y="155"/>
                  <a:pt x="3577" y="203"/>
                </a:cubicBezTo>
                <a:lnTo>
                  <a:pt x="3577" y="206"/>
                </a:lnTo>
                <a:cubicBezTo>
                  <a:pt x="3577" y="254"/>
                  <a:pt x="3603" y="285"/>
                  <a:pt x="3646" y="285"/>
                </a:cubicBezTo>
                <a:cubicBezTo>
                  <a:pt x="3688" y="285"/>
                  <a:pt x="3714" y="254"/>
                  <a:pt x="3714" y="206"/>
                </a:cubicBezTo>
                <a:close/>
                <a:moveTo>
                  <a:pt x="3543" y="206"/>
                </a:moveTo>
                <a:lnTo>
                  <a:pt x="3543" y="203"/>
                </a:lnTo>
                <a:cubicBezTo>
                  <a:pt x="3543" y="140"/>
                  <a:pt x="3586" y="96"/>
                  <a:pt x="3646" y="96"/>
                </a:cubicBezTo>
                <a:cubicBezTo>
                  <a:pt x="3705" y="96"/>
                  <a:pt x="3748" y="140"/>
                  <a:pt x="3748" y="203"/>
                </a:cubicBezTo>
                <a:lnTo>
                  <a:pt x="3748" y="206"/>
                </a:lnTo>
                <a:cubicBezTo>
                  <a:pt x="3748" y="269"/>
                  <a:pt x="3705" y="313"/>
                  <a:pt x="3645" y="313"/>
                </a:cubicBezTo>
                <a:cubicBezTo>
                  <a:pt x="3586" y="313"/>
                  <a:pt x="3543" y="268"/>
                  <a:pt x="3543" y="206"/>
                </a:cubicBezTo>
                <a:close/>
                <a:moveTo>
                  <a:pt x="3457" y="0"/>
                </a:moveTo>
                <a:lnTo>
                  <a:pt x="3490" y="0"/>
                </a:lnTo>
                <a:lnTo>
                  <a:pt x="3490" y="309"/>
                </a:lnTo>
                <a:lnTo>
                  <a:pt x="3457" y="309"/>
                </a:lnTo>
                <a:lnTo>
                  <a:pt x="3457" y="0"/>
                </a:lnTo>
                <a:close/>
                <a:moveTo>
                  <a:pt x="3370" y="206"/>
                </a:moveTo>
                <a:lnTo>
                  <a:pt x="3370" y="204"/>
                </a:lnTo>
                <a:cubicBezTo>
                  <a:pt x="3370" y="155"/>
                  <a:pt x="3343" y="124"/>
                  <a:pt x="3302" y="124"/>
                </a:cubicBezTo>
                <a:cubicBezTo>
                  <a:pt x="3260" y="124"/>
                  <a:pt x="3233" y="155"/>
                  <a:pt x="3233" y="203"/>
                </a:cubicBezTo>
                <a:lnTo>
                  <a:pt x="3233" y="206"/>
                </a:lnTo>
                <a:cubicBezTo>
                  <a:pt x="3233" y="254"/>
                  <a:pt x="3259" y="285"/>
                  <a:pt x="3302" y="285"/>
                </a:cubicBezTo>
                <a:cubicBezTo>
                  <a:pt x="3344" y="285"/>
                  <a:pt x="3370" y="254"/>
                  <a:pt x="3370" y="206"/>
                </a:cubicBezTo>
                <a:close/>
                <a:moveTo>
                  <a:pt x="3199" y="206"/>
                </a:moveTo>
                <a:lnTo>
                  <a:pt x="3199" y="203"/>
                </a:lnTo>
                <a:cubicBezTo>
                  <a:pt x="3199" y="140"/>
                  <a:pt x="3242" y="96"/>
                  <a:pt x="3302" y="96"/>
                </a:cubicBezTo>
                <a:cubicBezTo>
                  <a:pt x="3361" y="96"/>
                  <a:pt x="3404" y="140"/>
                  <a:pt x="3404" y="203"/>
                </a:cubicBezTo>
                <a:lnTo>
                  <a:pt x="3404" y="206"/>
                </a:lnTo>
                <a:cubicBezTo>
                  <a:pt x="3404" y="269"/>
                  <a:pt x="3361" y="313"/>
                  <a:pt x="3301" y="313"/>
                </a:cubicBezTo>
                <a:cubicBezTo>
                  <a:pt x="3242" y="313"/>
                  <a:pt x="3199" y="268"/>
                  <a:pt x="3199" y="206"/>
                </a:cubicBezTo>
                <a:close/>
                <a:moveTo>
                  <a:pt x="2975" y="100"/>
                </a:moveTo>
                <a:lnTo>
                  <a:pt x="3008" y="100"/>
                </a:lnTo>
                <a:lnTo>
                  <a:pt x="3008" y="133"/>
                </a:lnTo>
                <a:cubicBezTo>
                  <a:pt x="3018" y="114"/>
                  <a:pt x="3041" y="96"/>
                  <a:pt x="3076" y="96"/>
                </a:cubicBezTo>
                <a:cubicBezTo>
                  <a:pt x="3119" y="96"/>
                  <a:pt x="3149" y="120"/>
                  <a:pt x="3149" y="181"/>
                </a:cubicBezTo>
                <a:lnTo>
                  <a:pt x="3149" y="309"/>
                </a:lnTo>
                <a:lnTo>
                  <a:pt x="3116" y="309"/>
                </a:lnTo>
                <a:lnTo>
                  <a:pt x="3116" y="178"/>
                </a:lnTo>
                <a:cubicBezTo>
                  <a:pt x="3116" y="142"/>
                  <a:pt x="3100" y="125"/>
                  <a:pt x="3067" y="125"/>
                </a:cubicBezTo>
                <a:cubicBezTo>
                  <a:pt x="3036" y="125"/>
                  <a:pt x="3008" y="145"/>
                  <a:pt x="3008" y="182"/>
                </a:cubicBezTo>
                <a:lnTo>
                  <a:pt x="3008" y="309"/>
                </a:lnTo>
                <a:lnTo>
                  <a:pt x="2975" y="309"/>
                </a:lnTo>
                <a:lnTo>
                  <a:pt x="2975" y="100"/>
                </a:lnTo>
                <a:close/>
                <a:moveTo>
                  <a:pt x="2736" y="0"/>
                </a:moveTo>
                <a:lnTo>
                  <a:pt x="2769" y="0"/>
                </a:lnTo>
                <a:lnTo>
                  <a:pt x="2769" y="133"/>
                </a:lnTo>
                <a:cubicBezTo>
                  <a:pt x="2779" y="114"/>
                  <a:pt x="2802" y="96"/>
                  <a:pt x="2836" y="96"/>
                </a:cubicBezTo>
                <a:cubicBezTo>
                  <a:pt x="2880" y="96"/>
                  <a:pt x="2910" y="120"/>
                  <a:pt x="2910" y="181"/>
                </a:cubicBezTo>
                <a:lnTo>
                  <a:pt x="2910" y="309"/>
                </a:lnTo>
                <a:lnTo>
                  <a:pt x="2877" y="309"/>
                </a:lnTo>
                <a:lnTo>
                  <a:pt x="2877" y="178"/>
                </a:lnTo>
                <a:cubicBezTo>
                  <a:pt x="2877" y="142"/>
                  <a:pt x="2861" y="125"/>
                  <a:pt x="2828" y="125"/>
                </a:cubicBezTo>
                <a:cubicBezTo>
                  <a:pt x="2797" y="125"/>
                  <a:pt x="2769" y="145"/>
                  <a:pt x="2769" y="182"/>
                </a:cubicBezTo>
                <a:lnTo>
                  <a:pt x="2769" y="309"/>
                </a:lnTo>
                <a:lnTo>
                  <a:pt x="2736" y="309"/>
                </a:lnTo>
                <a:lnTo>
                  <a:pt x="2736" y="0"/>
                </a:lnTo>
                <a:close/>
                <a:moveTo>
                  <a:pt x="2492" y="207"/>
                </a:moveTo>
                <a:lnTo>
                  <a:pt x="2492" y="204"/>
                </a:lnTo>
                <a:cubicBezTo>
                  <a:pt x="2492" y="140"/>
                  <a:pt x="2538" y="96"/>
                  <a:pt x="2594" y="96"/>
                </a:cubicBezTo>
                <a:cubicBezTo>
                  <a:pt x="2638" y="96"/>
                  <a:pt x="2678" y="116"/>
                  <a:pt x="2685" y="170"/>
                </a:cubicBezTo>
                <a:lnTo>
                  <a:pt x="2652" y="170"/>
                </a:lnTo>
                <a:cubicBezTo>
                  <a:pt x="2647" y="136"/>
                  <a:pt x="2623" y="124"/>
                  <a:pt x="2594" y="124"/>
                </a:cubicBezTo>
                <a:cubicBezTo>
                  <a:pt x="2556" y="124"/>
                  <a:pt x="2527" y="154"/>
                  <a:pt x="2527" y="204"/>
                </a:cubicBezTo>
                <a:lnTo>
                  <a:pt x="2527" y="207"/>
                </a:lnTo>
                <a:cubicBezTo>
                  <a:pt x="2527" y="258"/>
                  <a:pt x="2555" y="285"/>
                  <a:pt x="2595" y="285"/>
                </a:cubicBezTo>
                <a:cubicBezTo>
                  <a:pt x="2625" y="285"/>
                  <a:pt x="2652" y="268"/>
                  <a:pt x="2655" y="234"/>
                </a:cubicBezTo>
                <a:lnTo>
                  <a:pt x="2686" y="234"/>
                </a:lnTo>
                <a:cubicBezTo>
                  <a:pt x="2682" y="279"/>
                  <a:pt x="2645" y="313"/>
                  <a:pt x="2595" y="313"/>
                </a:cubicBezTo>
                <a:cubicBezTo>
                  <a:pt x="2536" y="313"/>
                  <a:pt x="2492" y="272"/>
                  <a:pt x="2492" y="207"/>
                </a:cubicBezTo>
                <a:close/>
                <a:moveTo>
                  <a:pt x="2423" y="184"/>
                </a:moveTo>
                <a:cubicBezTo>
                  <a:pt x="2420" y="141"/>
                  <a:pt x="2398" y="124"/>
                  <a:pt x="2363" y="124"/>
                </a:cubicBezTo>
                <a:cubicBezTo>
                  <a:pt x="2329" y="124"/>
                  <a:pt x="2306" y="147"/>
                  <a:pt x="2301" y="184"/>
                </a:cubicBezTo>
                <a:lnTo>
                  <a:pt x="2423" y="184"/>
                </a:lnTo>
                <a:close/>
                <a:moveTo>
                  <a:pt x="2265" y="207"/>
                </a:moveTo>
                <a:lnTo>
                  <a:pt x="2265" y="204"/>
                </a:lnTo>
                <a:cubicBezTo>
                  <a:pt x="2265" y="140"/>
                  <a:pt x="2306" y="96"/>
                  <a:pt x="2363" y="96"/>
                </a:cubicBezTo>
                <a:cubicBezTo>
                  <a:pt x="2412" y="96"/>
                  <a:pt x="2457" y="126"/>
                  <a:pt x="2457" y="200"/>
                </a:cubicBezTo>
                <a:lnTo>
                  <a:pt x="2457" y="211"/>
                </a:lnTo>
                <a:lnTo>
                  <a:pt x="2300" y="211"/>
                </a:lnTo>
                <a:cubicBezTo>
                  <a:pt x="2301" y="259"/>
                  <a:pt x="2324" y="285"/>
                  <a:pt x="2367" y="285"/>
                </a:cubicBezTo>
                <a:cubicBezTo>
                  <a:pt x="2399" y="285"/>
                  <a:pt x="2418" y="273"/>
                  <a:pt x="2422" y="249"/>
                </a:cubicBezTo>
                <a:lnTo>
                  <a:pt x="2456" y="249"/>
                </a:lnTo>
                <a:cubicBezTo>
                  <a:pt x="2448" y="291"/>
                  <a:pt x="2414" y="313"/>
                  <a:pt x="2366" y="313"/>
                </a:cubicBezTo>
                <a:cubicBezTo>
                  <a:pt x="2307" y="313"/>
                  <a:pt x="2265" y="271"/>
                  <a:pt x="2265" y="207"/>
                </a:cubicBezTo>
                <a:moveTo>
                  <a:pt x="2148" y="52"/>
                </a:moveTo>
                <a:lnTo>
                  <a:pt x="2064" y="52"/>
                </a:lnTo>
                <a:lnTo>
                  <a:pt x="2064" y="23"/>
                </a:lnTo>
                <a:lnTo>
                  <a:pt x="2266" y="23"/>
                </a:lnTo>
                <a:lnTo>
                  <a:pt x="2266" y="52"/>
                </a:lnTo>
                <a:lnTo>
                  <a:pt x="2182" y="52"/>
                </a:lnTo>
                <a:lnTo>
                  <a:pt x="2182" y="309"/>
                </a:lnTo>
                <a:lnTo>
                  <a:pt x="2148" y="309"/>
                </a:lnTo>
                <a:lnTo>
                  <a:pt x="2148" y="52"/>
                </a:lnTo>
                <a:close/>
                <a:moveTo>
                  <a:pt x="1938" y="182"/>
                </a:moveTo>
                <a:cubicBezTo>
                  <a:pt x="1936" y="150"/>
                  <a:pt x="1920" y="135"/>
                  <a:pt x="1892" y="135"/>
                </a:cubicBezTo>
                <a:cubicBezTo>
                  <a:pt x="1866" y="135"/>
                  <a:pt x="1849" y="152"/>
                  <a:pt x="1844" y="182"/>
                </a:cubicBezTo>
                <a:lnTo>
                  <a:pt x="1938" y="182"/>
                </a:lnTo>
                <a:close/>
                <a:moveTo>
                  <a:pt x="1785" y="207"/>
                </a:moveTo>
                <a:lnTo>
                  <a:pt x="1785" y="204"/>
                </a:lnTo>
                <a:cubicBezTo>
                  <a:pt x="1785" y="138"/>
                  <a:pt x="1832" y="95"/>
                  <a:pt x="1892" y="95"/>
                </a:cubicBezTo>
                <a:cubicBezTo>
                  <a:pt x="1946" y="95"/>
                  <a:pt x="1994" y="127"/>
                  <a:pt x="1994" y="202"/>
                </a:cubicBezTo>
                <a:lnTo>
                  <a:pt x="1994" y="218"/>
                </a:lnTo>
                <a:lnTo>
                  <a:pt x="1844" y="218"/>
                </a:lnTo>
                <a:cubicBezTo>
                  <a:pt x="1845" y="252"/>
                  <a:pt x="1864" y="272"/>
                  <a:pt x="1896" y="272"/>
                </a:cubicBezTo>
                <a:cubicBezTo>
                  <a:pt x="1922" y="272"/>
                  <a:pt x="1936" y="261"/>
                  <a:pt x="1939" y="243"/>
                </a:cubicBezTo>
                <a:lnTo>
                  <a:pt x="1994" y="243"/>
                </a:lnTo>
                <a:cubicBezTo>
                  <a:pt x="1987" y="288"/>
                  <a:pt x="1951" y="314"/>
                  <a:pt x="1894" y="314"/>
                </a:cubicBezTo>
                <a:cubicBezTo>
                  <a:pt x="1831" y="314"/>
                  <a:pt x="1785" y="274"/>
                  <a:pt x="1785" y="207"/>
                </a:cubicBezTo>
                <a:moveTo>
                  <a:pt x="1638" y="100"/>
                </a:moveTo>
                <a:lnTo>
                  <a:pt x="1696" y="100"/>
                </a:lnTo>
                <a:lnTo>
                  <a:pt x="1696" y="140"/>
                </a:lnTo>
                <a:cubicBezTo>
                  <a:pt x="1709" y="112"/>
                  <a:pt x="1730" y="97"/>
                  <a:pt x="1764" y="97"/>
                </a:cubicBezTo>
                <a:lnTo>
                  <a:pt x="1764" y="151"/>
                </a:lnTo>
                <a:cubicBezTo>
                  <a:pt x="1721" y="150"/>
                  <a:pt x="1696" y="164"/>
                  <a:pt x="1696" y="204"/>
                </a:cubicBezTo>
                <a:lnTo>
                  <a:pt x="1696" y="309"/>
                </a:lnTo>
                <a:lnTo>
                  <a:pt x="1638" y="309"/>
                </a:lnTo>
                <a:lnTo>
                  <a:pt x="1638" y="100"/>
                </a:lnTo>
                <a:close/>
                <a:moveTo>
                  <a:pt x="1392" y="235"/>
                </a:moveTo>
                <a:lnTo>
                  <a:pt x="1392" y="100"/>
                </a:lnTo>
                <a:lnTo>
                  <a:pt x="1449" y="100"/>
                </a:lnTo>
                <a:lnTo>
                  <a:pt x="1449" y="227"/>
                </a:lnTo>
                <a:cubicBezTo>
                  <a:pt x="1449" y="255"/>
                  <a:pt x="1461" y="269"/>
                  <a:pt x="1486" y="269"/>
                </a:cubicBezTo>
                <a:cubicBezTo>
                  <a:pt x="1510" y="269"/>
                  <a:pt x="1529" y="254"/>
                  <a:pt x="1529" y="223"/>
                </a:cubicBezTo>
                <a:lnTo>
                  <a:pt x="1529" y="100"/>
                </a:lnTo>
                <a:lnTo>
                  <a:pt x="1587" y="100"/>
                </a:lnTo>
                <a:lnTo>
                  <a:pt x="1587" y="309"/>
                </a:lnTo>
                <a:lnTo>
                  <a:pt x="1529" y="309"/>
                </a:lnTo>
                <a:lnTo>
                  <a:pt x="1529" y="276"/>
                </a:lnTo>
                <a:cubicBezTo>
                  <a:pt x="1518" y="298"/>
                  <a:pt x="1497" y="314"/>
                  <a:pt x="1463" y="314"/>
                </a:cubicBezTo>
                <a:cubicBezTo>
                  <a:pt x="1422" y="314"/>
                  <a:pt x="1392" y="290"/>
                  <a:pt x="1392" y="235"/>
                </a:cubicBezTo>
                <a:moveTo>
                  <a:pt x="1251" y="247"/>
                </a:moveTo>
                <a:lnTo>
                  <a:pt x="1251" y="141"/>
                </a:lnTo>
                <a:lnTo>
                  <a:pt x="1224" y="141"/>
                </a:lnTo>
                <a:lnTo>
                  <a:pt x="1224" y="100"/>
                </a:lnTo>
                <a:lnTo>
                  <a:pt x="1251" y="100"/>
                </a:lnTo>
                <a:lnTo>
                  <a:pt x="1251" y="55"/>
                </a:lnTo>
                <a:lnTo>
                  <a:pt x="1309" y="55"/>
                </a:lnTo>
                <a:lnTo>
                  <a:pt x="1309" y="100"/>
                </a:lnTo>
                <a:lnTo>
                  <a:pt x="1353" y="100"/>
                </a:lnTo>
                <a:lnTo>
                  <a:pt x="1353" y="141"/>
                </a:lnTo>
                <a:lnTo>
                  <a:pt x="1309" y="141"/>
                </a:lnTo>
                <a:lnTo>
                  <a:pt x="1309" y="242"/>
                </a:lnTo>
                <a:cubicBezTo>
                  <a:pt x="1309" y="259"/>
                  <a:pt x="1317" y="267"/>
                  <a:pt x="1332" y="267"/>
                </a:cubicBezTo>
                <a:cubicBezTo>
                  <a:pt x="1341" y="267"/>
                  <a:pt x="1347" y="266"/>
                  <a:pt x="1354" y="263"/>
                </a:cubicBezTo>
                <a:lnTo>
                  <a:pt x="1354" y="308"/>
                </a:lnTo>
                <a:cubicBezTo>
                  <a:pt x="1346" y="310"/>
                  <a:pt x="1334" y="313"/>
                  <a:pt x="1319" y="313"/>
                </a:cubicBezTo>
                <a:cubicBezTo>
                  <a:pt x="1275" y="313"/>
                  <a:pt x="1251" y="291"/>
                  <a:pt x="1251" y="247"/>
                </a:cubicBezTo>
                <a:close/>
                <a:moveTo>
                  <a:pt x="996" y="100"/>
                </a:moveTo>
                <a:lnTo>
                  <a:pt x="1054" y="100"/>
                </a:lnTo>
                <a:lnTo>
                  <a:pt x="1054" y="133"/>
                </a:lnTo>
                <a:cubicBezTo>
                  <a:pt x="1065" y="112"/>
                  <a:pt x="1088" y="95"/>
                  <a:pt x="1122" y="95"/>
                </a:cubicBezTo>
                <a:cubicBezTo>
                  <a:pt x="1164" y="95"/>
                  <a:pt x="1193" y="120"/>
                  <a:pt x="1193" y="176"/>
                </a:cubicBezTo>
                <a:lnTo>
                  <a:pt x="1193" y="309"/>
                </a:lnTo>
                <a:lnTo>
                  <a:pt x="1135" y="309"/>
                </a:lnTo>
                <a:lnTo>
                  <a:pt x="1135" y="184"/>
                </a:lnTo>
                <a:cubicBezTo>
                  <a:pt x="1135" y="156"/>
                  <a:pt x="1124" y="142"/>
                  <a:pt x="1098" y="142"/>
                </a:cubicBezTo>
                <a:cubicBezTo>
                  <a:pt x="1073" y="142"/>
                  <a:pt x="1054" y="158"/>
                  <a:pt x="1054" y="188"/>
                </a:cubicBezTo>
                <a:lnTo>
                  <a:pt x="1054" y="309"/>
                </a:lnTo>
                <a:lnTo>
                  <a:pt x="996" y="309"/>
                </a:lnTo>
                <a:lnTo>
                  <a:pt x="996" y="100"/>
                </a:lnTo>
                <a:close/>
                <a:moveTo>
                  <a:pt x="902" y="182"/>
                </a:moveTo>
                <a:cubicBezTo>
                  <a:pt x="900" y="150"/>
                  <a:pt x="884" y="135"/>
                  <a:pt x="856" y="135"/>
                </a:cubicBezTo>
                <a:cubicBezTo>
                  <a:pt x="830" y="135"/>
                  <a:pt x="813" y="152"/>
                  <a:pt x="808" y="182"/>
                </a:cubicBezTo>
                <a:lnTo>
                  <a:pt x="902" y="182"/>
                </a:lnTo>
                <a:close/>
                <a:moveTo>
                  <a:pt x="749" y="207"/>
                </a:moveTo>
                <a:lnTo>
                  <a:pt x="749" y="204"/>
                </a:lnTo>
                <a:cubicBezTo>
                  <a:pt x="749" y="138"/>
                  <a:pt x="796" y="95"/>
                  <a:pt x="856" y="95"/>
                </a:cubicBezTo>
                <a:cubicBezTo>
                  <a:pt x="910" y="95"/>
                  <a:pt x="958" y="127"/>
                  <a:pt x="958" y="202"/>
                </a:cubicBezTo>
                <a:lnTo>
                  <a:pt x="958" y="218"/>
                </a:lnTo>
                <a:lnTo>
                  <a:pt x="808" y="218"/>
                </a:lnTo>
                <a:cubicBezTo>
                  <a:pt x="809" y="252"/>
                  <a:pt x="828" y="272"/>
                  <a:pt x="860" y="272"/>
                </a:cubicBezTo>
                <a:cubicBezTo>
                  <a:pt x="886" y="272"/>
                  <a:pt x="900" y="261"/>
                  <a:pt x="903" y="243"/>
                </a:cubicBezTo>
                <a:lnTo>
                  <a:pt x="958" y="243"/>
                </a:lnTo>
                <a:cubicBezTo>
                  <a:pt x="951" y="288"/>
                  <a:pt x="915" y="314"/>
                  <a:pt x="858" y="314"/>
                </a:cubicBezTo>
                <a:cubicBezTo>
                  <a:pt x="795" y="314"/>
                  <a:pt x="749" y="274"/>
                  <a:pt x="749" y="207"/>
                </a:cubicBezTo>
                <a:moveTo>
                  <a:pt x="518" y="207"/>
                </a:moveTo>
                <a:lnTo>
                  <a:pt x="518" y="204"/>
                </a:lnTo>
                <a:cubicBezTo>
                  <a:pt x="518" y="136"/>
                  <a:pt x="566" y="95"/>
                  <a:pt x="626" y="95"/>
                </a:cubicBezTo>
                <a:cubicBezTo>
                  <a:pt x="674" y="95"/>
                  <a:pt x="719" y="116"/>
                  <a:pt x="724" y="176"/>
                </a:cubicBezTo>
                <a:lnTo>
                  <a:pt x="669" y="176"/>
                </a:lnTo>
                <a:cubicBezTo>
                  <a:pt x="665" y="152"/>
                  <a:pt x="650" y="141"/>
                  <a:pt x="627" y="141"/>
                </a:cubicBezTo>
                <a:cubicBezTo>
                  <a:pt x="597" y="141"/>
                  <a:pt x="577" y="163"/>
                  <a:pt x="577" y="203"/>
                </a:cubicBezTo>
                <a:lnTo>
                  <a:pt x="577" y="206"/>
                </a:lnTo>
                <a:cubicBezTo>
                  <a:pt x="577" y="248"/>
                  <a:pt x="596" y="270"/>
                  <a:pt x="628" y="270"/>
                </a:cubicBezTo>
                <a:cubicBezTo>
                  <a:pt x="651" y="270"/>
                  <a:pt x="670" y="256"/>
                  <a:pt x="673" y="230"/>
                </a:cubicBezTo>
                <a:lnTo>
                  <a:pt x="725" y="230"/>
                </a:lnTo>
                <a:cubicBezTo>
                  <a:pt x="722" y="279"/>
                  <a:pt x="686" y="314"/>
                  <a:pt x="625" y="314"/>
                </a:cubicBezTo>
                <a:cubicBezTo>
                  <a:pt x="564" y="314"/>
                  <a:pt x="518" y="276"/>
                  <a:pt x="518" y="207"/>
                </a:cubicBezTo>
                <a:moveTo>
                  <a:pt x="286" y="207"/>
                </a:moveTo>
                <a:lnTo>
                  <a:pt x="286" y="204"/>
                </a:lnTo>
                <a:cubicBezTo>
                  <a:pt x="286" y="136"/>
                  <a:pt x="335" y="95"/>
                  <a:pt x="394" y="95"/>
                </a:cubicBezTo>
                <a:cubicBezTo>
                  <a:pt x="443" y="95"/>
                  <a:pt x="488" y="116"/>
                  <a:pt x="493" y="176"/>
                </a:cubicBezTo>
                <a:lnTo>
                  <a:pt x="438" y="176"/>
                </a:lnTo>
                <a:cubicBezTo>
                  <a:pt x="434" y="152"/>
                  <a:pt x="419" y="141"/>
                  <a:pt x="396" y="141"/>
                </a:cubicBezTo>
                <a:cubicBezTo>
                  <a:pt x="366" y="141"/>
                  <a:pt x="346" y="163"/>
                  <a:pt x="346" y="203"/>
                </a:cubicBezTo>
                <a:lnTo>
                  <a:pt x="346" y="206"/>
                </a:lnTo>
                <a:cubicBezTo>
                  <a:pt x="346" y="248"/>
                  <a:pt x="364" y="270"/>
                  <a:pt x="397" y="270"/>
                </a:cubicBezTo>
                <a:cubicBezTo>
                  <a:pt x="420" y="270"/>
                  <a:pt x="439" y="256"/>
                  <a:pt x="442" y="230"/>
                </a:cubicBezTo>
                <a:lnTo>
                  <a:pt x="494" y="230"/>
                </a:lnTo>
                <a:cubicBezTo>
                  <a:pt x="491" y="279"/>
                  <a:pt x="455" y="314"/>
                  <a:pt x="394" y="314"/>
                </a:cubicBezTo>
                <a:cubicBezTo>
                  <a:pt x="333" y="314"/>
                  <a:pt x="286" y="276"/>
                  <a:pt x="286" y="207"/>
                </a:cubicBezTo>
                <a:close/>
                <a:moveTo>
                  <a:pt x="94" y="200"/>
                </a:moveTo>
                <a:lnTo>
                  <a:pt x="170" y="200"/>
                </a:lnTo>
                <a:lnTo>
                  <a:pt x="132" y="76"/>
                </a:lnTo>
                <a:lnTo>
                  <a:pt x="94" y="200"/>
                </a:lnTo>
                <a:close/>
                <a:moveTo>
                  <a:pt x="94" y="23"/>
                </a:moveTo>
                <a:lnTo>
                  <a:pt x="178" y="23"/>
                </a:lnTo>
                <a:lnTo>
                  <a:pt x="271" y="309"/>
                </a:lnTo>
                <a:lnTo>
                  <a:pt x="204" y="309"/>
                </a:lnTo>
                <a:lnTo>
                  <a:pt x="184" y="246"/>
                </a:lnTo>
                <a:lnTo>
                  <a:pt x="80" y="246"/>
                </a:lnTo>
                <a:lnTo>
                  <a:pt x="61" y="309"/>
                </a:lnTo>
                <a:lnTo>
                  <a:pt x="0" y="309"/>
                </a:lnTo>
                <a:lnTo>
                  <a:pt x="94" y="2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2464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3+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84A5767-82AC-46A2-88DD-C31D51E1CB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13" name="Logo_WH" descr="Accenture logo in white">
            <a:extLst>
              <a:ext uri="{FF2B5EF4-FFF2-40B4-BE49-F238E27FC236}">
                <a16:creationId xmlns:a16="http://schemas.microsoft.com/office/drawing/2014/main" id="{6E8422F7-B85B-4755-B6A1-FFEA87624FFE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381000" y="381000"/>
            <a:ext cx="1883664" cy="496247"/>
            <a:chOff x="1561" y="187"/>
            <a:chExt cx="4536" cy="1195"/>
          </a:xfrm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64597228-D9AB-44B8-B1CD-B17ABE7714E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C5BFA133-9FE4-4FB4-968A-A369A9EF6AE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4" name="Acc_Tech_Logo_WH" descr="Accenture Technology wordmark in white">
            <a:extLst>
              <a:ext uri="{FF2B5EF4-FFF2-40B4-BE49-F238E27FC236}">
                <a16:creationId xmlns:a16="http://schemas.microsoft.com/office/drawing/2014/main" id="{77A704DC-31A8-4495-8AF1-E7E89DF738BF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381001" y="6096691"/>
            <a:ext cx="3008376" cy="276189"/>
          </a:xfrm>
          <a:custGeom>
            <a:avLst/>
            <a:gdLst>
              <a:gd name="T0" fmla="*/ 4127 w 4219"/>
              <a:gd name="T1" fmla="*/ 250 h 386"/>
              <a:gd name="T2" fmla="*/ 4070 w 4219"/>
              <a:gd name="T3" fmla="*/ 382 h 386"/>
              <a:gd name="T4" fmla="*/ 3885 w 4219"/>
              <a:gd name="T5" fmla="*/ 124 h 386"/>
              <a:gd name="T6" fmla="*/ 3952 w 4219"/>
              <a:gd name="T7" fmla="*/ 201 h 386"/>
              <a:gd name="T8" fmla="*/ 3950 w 4219"/>
              <a:gd name="T9" fmla="*/ 293 h 386"/>
              <a:gd name="T10" fmla="*/ 3784 w 4219"/>
              <a:gd name="T11" fmla="*/ 200 h 386"/>
              <a:gd name="T12" fmla="*/ 3984 w 4219"/>
              <a:gd name="T13" fmla="*/ 100 h 386"/>
              <a:gd name="T14" fmla="*/ 3714 w 4219"/>
              <a:gd name="T15" fmla="*/ 206 h 386"/>
              <a:gd name="T16" fmla="*/ 3577 w 4219"/>
              <a:gd name="T17" fmla="*/ 206 h 386"/>
              <a:gd name="T18" fmla="*/ 3543 w 4219"/>
              <a:gd name="T19" fmla="*/ 203 h 386"/>
              <a:gd name="T20" fmla="*/ 3645 w 4219"/>
              <a:gd name="T21" fmla="*/ 313 h 386"/>
              <a:gd name="T22" fmla="*/ 3490 w 4219"/>
              <a:gd name="T23" fmla="*/ 309 h 386"/>
              <a:gd name="T24" fmla="*/ 3370 w 4219"/>
              <a:gd name="T25" fmla="*/ 204 h 386"/>
              <a:gd name="T26" fmla="*/ 3302 w 4219"/>
              <a:gd name="T27" fmla="*/ 285 h 386"/>
              <a:gd name="T28" fmla="*/ 3302 w 4219"/>
              <a:gd name="T29" fmla="*/ 96 h 386"/>
              <a:gd name="T30" fmla="*/ 3199 w 4219"/>
              <a:gd name="T31" fmla="*/ 206 h 386"/>
              <a:gd name="T32" fmla="*/ 3076 w 4219"/>
              <a:gd name="T33" fmla="*/ 96 h 386"/>
              <a:gd name="T34" fmla="*/ 3116 w 4219"/>
              <a:gd name="T35" fmla="*/ 178 h 386"/>
              <a:gd name="T36" fmla="*/ 2975 w 4219"/>
              <a:gd name="T37" fmla="*/ 309 h 386"/>
              <a:gd name="T38" fmla="*/ 2769 w 4219"/>
              <a:gd name="T39" fmla="*/ 133 h 386"/>
              <a:gd name="T40" fmla="*/ 2877 w 4219"/>
              <a:gd name="T41" fmla="*/ 309 h 386"/>
              <a:gd name="T42" fmla="*/ 2769 w 4219"/>
              <a:gd name="T43" fmla="*/ 309 h 386"/>
              <a:gd name="T44" fmla="*/ 2492 w 4219"/>
              <a:gd name="T45" fmla="*/ 204 h 386"/>
              <a:gd name="T46" fmla="*/ 2594 w 4219"/>
              <a:gd name="T47" fmla="*/ 124 h 386"/>
              <a:gd name="T48" fmla="*/ 2655 w 4219"/>
              <a:gd name="T49" fmla="*/ 234 h 386"/>
              <a:gd name="T50" fmla="*/ 2423 w 4219"/>
              <a:gd name="T51" fmla="*/ 184 h 386"/>
              <a:gd name="T52" fmla="*/ 2265 w 4219"/>
              <a:gd name="T53" fmla="*/ 207 h 386"/>
              <a:gd name="T54" fmla="*/ 2457 w 4219"/>
              <a:gd name="T55" fmla="*/ 211 h 386"/>
              <a:gd name="T56" fmla="*/ 2456 w 4219"/>
              <a:gd name="T57" fmla="*/ 249 h 386"/>
              <a:gd name="T58" fmla="*/ 2064 w 4219"/>
              <a:gd name="T59" fmla="*/ 52 h 386"/>
              <a:gd name="T60" fmla="*/ 2182 w 4219"/>
              <a:gd name="T61" fmla="*/ 52 h 386"/>
              <a:gd name="T62" fmla="*/ 1938 w 4219"/>
              <a:gd name="T63" fmla="*/ 182 h 386"/>
              <a:gd name="T64" fmla="*/ 1785 w 4219"/>
              <a:gd name="T65" fmla="*/ 207 h 386"/>
              <a:gd name="T66" fmla="*/ 1994 w 4219"/>
              <a:gd name="T67" fmla="*/ 218 h 386"/>
              <a:gd name="T68" fmla="*/ 1994 w 4219"/>
              <a:gd name="T69" fmla="*/ 243 h 386"/>
              <a:gd name="T70" fmla="*/ 1696 w 4219"/>
              <a:gd name="T71" fmla="*/ 100 h 386"/>
              <a:gd name="T72" fmla="*/ 1696 w 4219"/>
              <a:gd name="T73" fmla="*/ 204 h 386"/>
              <a:gd name="T74" fmla="*/ 1392 w 4219"/>
              <a:gd name="T75" fmla="*/ 235 h 386"/>
              <a:gd name="T76" fmla="*/ 1486 w 4219"/>
              <a:gd name="T77" fmla="*/ 269 h 386"/>
              <a:gd name="T78" fmla="*/ 1587 w 4219"/>
              <a:gd name="T79" fmla="*/ 309 h 386"/>
              <a:gd name="T80" fmla="*/ 1392 w 4219"/>
              <a:gd name="T81" fmla="*/ 235 h 386"/>
              <a:gd name="T82" fmla="*/ 1224 w 4219"/>
              <a:gd name="T83" fmla="*/ 100 h 386"/>
              <a:gd name="T84" fmla="*/ 1309 w 4219"/>
              <a:gd name="T85" fmla="*/ 100 h 386"/>
              <a:gd name="T86" fmla="*/ 1309 w 4219"/>
              <a:gd name="T87" fmla="*/ 242 h 386"/>
              <a:gd name="T88" fmla="*/ 1319 w 4219"/>
              <a:gd name="T89" fmla="*/ 313 h 386"/>
              <a:gd name="T90" fmla="*/ 1054 w 4219"/>
              <a:gd name="T91" fmla="*/ 133 h 386"/>
              <a:gd name="T92" fmla="*/ 1135 w 4219"/>
              <a:gd name="T93" fmla="*/ 309 h 386"/>
              <a:gd name="T94" fmla="*/ 1054 w 4219"/>
              <a:gd name="T95" fmla="*/ 309 h 386"/>
              <a:gd name="T96" fmla="*/ 856 w 4219"/>
              <a:gd name="T97" fmla="*/ 135 h 386"/>
              <a:gd name="T98" fmla="*/ 749 w 4219"/>
              <a:gd name="T99" fmla="*/ 204 h 386"/>
              <a:gd name="T100" fmla="*/ 808 w 4219"/>
              <a:gd name="T101" fmla="*/ 218 h 386"/>
              <a:gd name="T102" fmla="*/ 858 w 4219"/>
              <a:gd name="T103" fmla="*/ 314 h 386"/>
              <a:gd name="T104" fmla="*/ 626 w 4219"/>
              <a:gd name="T105" fmla="*/ 95 h 386"/>
              <a:gd name="T106" fmla="*/ 577 w 4219"/>
              <a:gd name="T107" fmla="*/ 203 h 386"/>
              <a:gd name="T108" fmla="*/ 725 w 4219"/>
              <a:gd name="T109" fmla="*/ 230 h 386"/>
              <a:gd name="T110" fmla="*/ 286 w 4219"/>
              <a:gd name="T111" fmla="*/ 204 h 386"/>
              <a:gd name="T112" fmla="*/ 396 w 4219"/>
              <a:gd name="T113" fmla="*/ 141 h 386"/>
              <a:gd name="T114" fmla="*/ 442 w 4219"/>
              <a:gd name="T115" fmla="*/ 230 h 386"/>
              <a:gd name="T116" fmla="*/ 94 w 4219"/>
              <a:gd name="T117" fmla="*/ 200 h 386"/>
              <a:gd name="T118" fmla="*/ 94 w 4219"/>
              <a:gd name="T119" fmla="*/ 23 h 386"/>
              <a:gd name="T120" fmla="*/ 184 w 4219"/>
              <a:gd name="T121" fmla="*/ 246 h 386"/>
              <a:gd name="T122" fmla="*/ 94 w 4219"/>
              <a:gd name="T123" fmla="*/ 23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19" h="386">
                <a:moveTo>
                  <a:pt x="4109" y="288"/>
                </a:moveTo>
                <a:lnTo>
                  <a:pt x="4027" y="100"/>
                </a:lnTo>
                <a:lnTo>
                  <a:pt x="4063" y="100"/>
                </a:lnTo>
                <a:lnTo>
                  <a:pt x="4127" y="250"/>
                </a:lnTo>
                <a:lnTo>
                  <a:pt x="4185" y="100"/>
                </a:lnTo>
                <a:lnTo>
                  <a:pt x="4219" y="100"/>
                </a:lnTo>
                <a:lnTo>
                  <a:pt x="4103" y="382"/>
                </a:lnTo>
                <a:lnTo>
                  <a:pt x="4070" y="382"/>
                </a:lnTo>
                <a:lnTo>
                  <a:pt x="4109" y="288"/>
                </a:lnTo>
                <a:close/>
                <a:moveTo>
                  <a:pt x="3952" y="201"/>
                </a:moveTo>
                <a:lnTo>
                  <a:pt x="3952" y="198"/>
                </a:lnTo>
                <a:cubicBezTo>
                  <a:pt x="3952" y="151"/>
                  <a:pt x="3926" y="124"/>
                  <a:pt x="3885" y="124"/>
                </a:cubicBezTo>
                <a:cubicBezTo>
                  <a:pt x="3844" y="124"/>
                  <a:pt x="3819" y="155"/>
                  <a:pt x="3819" y="199"/>
                </a:cubicBezTo>
                <a:lnTo>
                  <a:pt x="3819" y="202"/>
                </a:lnTo>
                <a:cubicBezTo>
                  <a:pt x="3819" y="248"/>
                  <a:pt x="3848" y="275"/>
                  <a:pt x="3883" y="275"/>
                </a:cubicBezTo>
                <a:cubicBezTo>
                  <a:pt x="3922" y="275"/>
                  <a:pt x="3952" y="248"/>
                  <a:pt x="3952" y="201"/>
                </a:cubicBezTo>
                <a:close/>
                <a:moveTo>
                  <a:pt x="3789" y="321"/>
                </a:moveTo>
                <a:lnTo>
                  <a:pt x="3823" y="321"/>
                </a:lnTo>
                <a:cubicBezTo>
                  <a:pt x="3828" y="345"/>
                  <a:pt x="3848" y="358"/>
                  <a:pt x="3883" y="358"/>
                </a:cubicBezTo>
                <a:cubicBezTo>
                  <a:pt x="3924" y="358"/>
                  <a:pt x="3950" y="338"/>
                  <a:pt x="3950" y="293"/>
                </a:cubicBezTo>
                <a:lnTo>
                  <a:pt x="3950" y="263"/>
                </a:lnTo>
                <a:cubicBezTo>
                  <a:pt x="3938" y="283"/>
                  <a:pt x="3910" y="302"/>
                  <a:pt x="3880" y="302"/>
                </a:cubicBezTo>
                <a:cubicBezTo>
                  <a:pt x="3825" y="302"/>
                  <a:pt x="3784" y="261"/>
                  <a:pt x="3784" y="203"/>
                </a:cubicBezTo>
                <a:lnTo>
                  <a:pt x="3784" y="200"/>
                </a:lnTo>
                <a:cubicBezTo>
                  <a:pt x="3784" y="144"/>
                  <a:pt x="3824" y="96"/>
                  <a:pt x="3882" y="96"/>
                </a:cubicBezTo>
                <a:cubicBezTo>
                  <a:pt x="3917" y="96"/>
                  <a:pt x="3938" y="113"/>
                  <a:pt x="3950" y="134"/>
                </a:cubicBezTo>
                <a:lnTo>
                  <a:pt x="3950" y="100"/>
                </a:lnTo>
                <a:lnTo>
                  <a:pt x="3984" y="100"/>
                </a:lnTo>
                <a:lnTo>
                  <a:pt x="3984" y="295"/>
                </a:lnTo>
                <a:cubicBezTo>
                  <a:pt x="3983" y="356"/>
                  <a:pt x="3942" y="386"/>
                  <a:pt x="3884" y="386"/>
                </a:cubicBezTo>
                <a:cubicBezTo>
                  <a:pt x="3822" y="386"/>
                  <a:pt x="3794" y="356"/>
                  <a:pt x="3789" y="321"/>
                </a:cubicBezTo>
                <a:close/>
                <a:moveTo>
                  <a:pt x="3714" y="206"/>
                </a:moveTo>
                <a:lnTo>
                  <a:pt x="3714" y="204"/>
                </a:lnTo>
                <a:cubicBezTo>
                  <a:pt x="3714" y="155"/>
                  <a:pt x="3687" y="124"/>
                  <a:pt x="3646" y="124"/>
                </a:cubicBezTo>
                <a:cubicBezTo>
                  <a:pt x="3604" y="124"/>
                  <a:pt x="3577" y="155"/>
                  <a:pt x="3577" y="203"/>
                </a:cubicBezTo>
                <a:lnTo>
                  <a:pt x="3577" y="206"/>
                </a:lnTo>
                <a:cubicBezTo>
                  <a:pt x="3577" y="254"/>
                  <a:pt x="3603" y="285"/>
                  <a:pt x="3646" y="285"/>
                </a:cubicBezTo>
                <a:cubicBezTo>
                  <a:pt x="3688" y="285"/>
                  <a:pt x="3714" y="254"/>
                  <a:pt x="3714" y="206"/>
                </a:cubicBezTo>
                <a:close/>
                <a:moveTo>
                  <a:pt x="3543" y="206"/>
                </a:moveTo>
                <a:lnTo>
                  <a:pt x="3543" y="203"/>
                </a:lnTo>
                <a:cubicBezTo>
                  <a:pt x="3543" y="140"/>
                  <a:pt x="3586" y="96"/>
                  <a:pt x="3646" y="96"/>
                </a:cubicBezTo>
                <a:cubicBezTo>
                  <a:pt x="3705" y="96"/>
                  <a:pt x="3748" y="140"/>
                  <a:pt x="3748" y="203"/>
                </a:cubicBezTo>
                <a:lnTo>
                  <a:pt x="3748" y="206"/>
                </a:lnTo>
                <a:cubicBezTo>
                  <a:pt x="3748" y="269"/>
                  <a:pt x="3705" y="313"/>
                  <a:pt x="3645" y="313"/>
                </a:cubicBezTo>
                <a:cubicBezTo>
                  <a:pt x="3586" y="313"/>
                  <a:pt x="3543" y="268"/>
                  <a:pt x="3543" y="206"/>
                </a:cubicBezTo>
                <a:close/>
                <a:moveTo>
                  <a:pt x="3457" y="0"/>
                </a:moveTo>
                <a:lnTo>
                  <a:pt x="3490" y="0"/>
                </a:lnTo>
                <a:lnTo>
                  <a:pt x="3490" y="309"/>
                </a:lnTo>
                <a:lnTo>
                  <a:pt x="3457" y="309"/>
                </a:lnTo>
                <a:lnTo>
                  <a:pt x="3457" y="0"/>
                </a:lnTo>
                <a:close/>
                <a:moveTo>
                  <a:pt x="3370" y="206"/>
                </a:moveTo>
                <a:lnTo>
                  <a:pt x="3370" y="204"/>
                </a:lnTo>
                <a:cubicBezTo>
                  <a:pt x="3370" y="155"/>
                  <a:pt x="3343" y="124"/>
                  <a:pt x="3302" y="124"/>
                </a:cubicBezTo>
                <a:cubicBezTo>
                  <a:pt x="3260" y="124"/>
                  <a:pt x="3233" y="155"/>
                  <a:pt x="3233" y="203"/>
                </a:cubicBezTo>
                <a:lnTo>
                  <a:pt x="3233" y="206"/>
                </a:lnTo>
                <a:cubicBezTo>
                  <a:pt x="3233" y="254"/>
                  <a:pt x="3259" y="285"/>
                  <a:pt x="3302" y="285"/>
                </a:cubicBezTo>
                <a:cubicBezTo>
                  <a:pt x="3344" y="285"/>
                  <a:pt x="3370" y="254"/>
                  <a:pt x="3370" y="206"/>
                </a:cubicBezTo>
                <a:close/>
                <a:moveTo>
                  <a:pt x="3199" y="206"/>
                </a:moveTo>
                <a:lnTo>
                  <a:pt x="3199" y="203"/>
                </a:lnTo>
                <a:cubicBezTo>
                  <a:pt x="3199" y="140"/>
                  <a:pt x="3242" y="96"/>
                  <a:pt x="3302" y="96"/>
                </a:cubicBezTo>
                <a:cubicBezTo>
                  <a:pt x="3361" y="96"/>
                  <a:pt x="3404" y="140"/>
                  <a:pt x="3404" y="203"/>
                </a:cubicBezTo>
                <a:lnTo>
                  <a:pt x="3404" y="206"/>
                </a:lnTo>
                <a:cubicBezTo>
                  <a:pt x="3404" y="269"/>
                  <a:pt x="3361" y="313"/>
                  <a:pt x="3301" y="313"/>
                </a:cubicBezTo>
                <a:cubicBezTo>
                  <a:pt x="3242" y="313"/>
                  <a:pt x="3199" y="268"/>
                  <a:pt x="3199" y="206"/>
                </a:cubicBezTo>
                <a:close/>
                <a:moveTo>
                  <a:pt x="2975" y="100"/>
                </a:moveTo>
                <a:lnTo>
                  <a:pt x="3008" y="100"/>
                </a:lnTo>
                <a:lnTo>
                  <a:pt x="3008" y="133"/>
                </a:lnTo>
                <a:cubicBezTo>
                  <a:pt x="3018" y="114"/>
                  <a:pt x="3041" y="96"/>
                  <a:pt x="3076" y="96"/>
                </a:cubicBezTo>
                <a:cubicBezTo>
                  <a:pt x="3119" y="96"/>
                  <a:pt x="3149" y="120"/>
                  <a:pt x="3149" y="181"/>
                </a:cubicBezTo>
                <a:lnTo>
                  <a:pt x="3149" y="309"/>
                </a:lnTo>
                <a:lnTo>
                  <a:pt x="3116" y="309"/>
                </a:lnTo>
                <a:lnTo>
                  <a:pt x="3116" y="178"/>
                </a:lnTo>
                <a:cubicBezTo>
                  <a:pt x="3116" y="142"/>
                  <a:pt x="3100" y="125"/>
                  <a:pt x="3067" y="125"/>
                </a:cubicBezTo>
                <a:cubicBezTo>
                  <a:pt x="3036" y="125"/>
                  <a:pt x="3008" y="145"/>
                  <a:pt x="3008" y="182"/>
                </a:cubicBezTo>
                <a:lnTo>
                  <a:pt x="3008" y="309"/>
                </a:lnTo>
                <a:lnTo>
                  <a:pt x="2975" y="309"/>
                </a:lnTo>
                <a:lnTo>
                  <a:pt x="2975" y="100"/>
                </a:lnTo>
                <a:close/>
                <a:moveTo>
                  <a:pt x="2736" y="0"/>
                </a:moveTo>
                <a:lnTo>
                  <a:pt x="2769" y="0"/>
                </a:lnTo>
                <a:lnTo>
                  <a:pt x="2769" y="133"/>
                </a:lnTo>
                <a:cubicBezTo>
                  <a:pt x="2779" y="114"/>
                  <a:pt x="2802" y="96"/>
                  <a:pt x="2836" y="96"/>
                </a:cubicBezTo>
                <a:cubicBezTo>
                  <a:pt x="2880" y="96"/>
                  <a:pt x="2910" y="120"/>
                  <a:pt x="2910" y="181"/>
                </a:cubicBezTo>
                <a:lnTo>
                  <a:pt x="2910" y="309"/>
                </a:lnTo>
                <a:lnTo>
                  <a:pt x="2877" y="309"/>
                </a:lnTo>
                <a:lnTo>
                  <a:pt x="2877" y="178"/>
                </a:lnTo>
                <a:cubicBezTo>
                  <a:pt x="2877" y="142"/>
                  <a:pt x="2861" y="125"/>
                  <a:pt x="2828" y="125"/>
                </a:cubicBezTo>
                <a:cubicBezTo>
                  <a:pt x="2797" y="125"/>
                  <a:pt x="2769" y="145"/>
                  <a:pt x="2769" y="182"/>
                </a:cubicBezTo>
                <a:lnTo>
                  <a:pt x="2769" y="309"/>
                </a:lnTo>
                <a:lnTo>
                  <a:pt x="2736" y="309"/>
                </a:lnTo>
                <a:lnTo>
                  <a:pt x="2736" y="0"/>
                </a:lnTo>
                <a:close/>
                <a:moveTo>
                  <a:pt x="2492" y="207"/>
                </a:moveTo>
                <a:lnTo>
                  <a:pt x="2492" y="204"/>
                </a:lnTo>
                <a:cubicBezTo>
                  <a:pt x="2492" y="140"/>
                  <a:pt x="2538" y="96"/>
                  <a:pt x="2594" y="96"/>
                </a:cubicBezTo>
                <a:cubicBezTo>
                  <a:pt x="2638" y="96"/>
                  <a:pt x="2678" y="116"/>
                  <a:pt x="2685" y="170"/>
                </a:cubicBezTo>
                <a:lnTo>
                  <a:pt x="2652" y="170"/>
                </a:lnTo>
                <a:cubicBezTo>
                  <a:pt x="2647" y="136"/>
                  <a:pt x="2623" y="124"/>
                  <a:pt x="2594" y="124"/>
                </a:cubicBezTo>
                <a:cubicBezTo>
                  <a:pt x="2556" y="124"/>
                  <a:pt x="2527" y="154"/>
                  <a:pt x="2527" y="204"/>
                </a:cubicBezTo>
                <a:lnTo>
                  <a:pt x="2527" y="207"/>
                </a:lnTo>
                <a:cubicBezTo>
                  <a:pt x="2527" y="258"/>
                  <a:pt x="2555" y="285"/>
                  <a:pt x="2595" y="285"/>
                </a:cubicBezTo>
                <a:cubicBezTo>
                  <a:pt x="2625" y="285"/>
                  <a:pt x="2652" y="268"/>
                  <a:pt x="2655" y="234"/>
                </a:cubicBezTo>
                <a:lnTo>
                  <a:pt x="2686" y="234"/>
                </a:lnTo>
                <a:cubicBezTo>
                  <a:pt x="2682" y="279"/>
                  <a:pt x="2645" y="313"/>
                  <a:pt x="2595" y="313"/>
                </a:cubicBezTo>
                <a:cubicBezTo>
                  <a:pt x="2536" y="313"/>
                  <a:pt x="2492" y="272"/>
                  <a:pt x="2492" y="207"/>
                </a:cubicBezTo>
                <a:close/>
                <a:moveTo>
                  <a:pt x="2423" y="184"/>
                </a:moveTo>
                <a:cubicBezTo>
                  <a:pt x="2420" y="141"/>
                  <a:pt x="2398" y="124"/>
                  <a:pt x="2363" y="124"/>
                </a:cubicBezTo>
                <a:cubicBezTo>
                  <a:pt x="2329" y="124"/>
                  <a:pt x="2306" y="147"/>
                  <a:pt x="2301" y="184"/>
                </a:cubicBezTo>
                <a:lnTo>
                  <a:pt x="2423" y="184"/>
                </a:lnTo>
                <a:close/>
                <a:moveTo>
                  <a:pt x="2265" y="207"/>
                </a:moveTo>
                <a:lnTo>
                  <a:pt x="2265" y="204"/>
                </a:lnTo>
                <a:cubicBezTo>
                  <a:pt x="2265" y="140"/>
                  <a:pt x="2306" y="96"/>
                  <a:pt x="2363" y="96"/>
                </a:cubicBezTo>
                <a:cubicBezTo>
                  <a:pt x="2412" y="96"/>
                  <a:pt x="2457" y="126"/>
                  <a:pt x="2457" y="200"/>
                </a:cubicBezTo>
                <a:lnTo>
                  <a:pt x="2457" y="211"/>
                </a:lnTo>
                <a:lnTo>
                  <a:pt x="2300" y="211"/>
                </a:lnTo>
                <a:cubicBezTo>
                  <a:pt x="2301" y="259"/>
                  <a:pt x="2324" y="285"/>
                  <a:pt x="2367" y="285"/>
                </a:cubicBezTo>
                <a:cubicBezTo>
                  <a:pt x="2399" y="285"/>
                  <a:pt x="2418" y="273"/>
                  <a:pt x="2422" y="249"/>
                </a:cubicBezTo>
                <a:lnTo>
                  <a:pt x="2456" y="249"/>
                </a:lnTo>
                <a:cubicBezTo>
                  <a:pt x="2448" y="291"/>
                  <a:pt x="2414" y="313"/>
                  <a:pt x="2366" y="313"/>
                </a:cubicBezTo>
                <a:cubicBezTo>
                  <a:pt x="2307" y="313"/>
                  <a:pt x="2265" y="271"/>
                  <a:pt x="2265" y="207"/>
                </a:cubicBezTo>
                <a:moveTo>
                  <a:pt x="2148" y="52"/>
                </a:moveTo>
                <a:lnTo>
                  <a:pt x="2064" y="52"/>
                </a:lnTo>
                <a:lnTo>
                  <a:pt x="2064" y="23"/>
                </a:lnTo>
                <a:lnTo>
                  <a:pt x="2266" y="23"/>
                </a:lnTo>
                <a:lnTo>
                  <a:pt x="2266" y="52"/>
                </a:lnTo>
                <a:lnTo>
                  <a:pt x="2182" y="52"/>
                </a:lnTo>
                <a:lnTo>
                  <a:pt x="2182" y="309"/>
                </a:lnTo>
                <a:lnTo>
                  <a:pt x="2148" y="309"/>
                </a:lnTo>
                <a:lnTo>
                  <a:pt x="2148" y="52"/>
                </a:lnTo>
                <a:close/>
                <a:moveTo>
                  <a:pt x="1938" y="182"/>
                </a:moveTo>
                <a:cubicBezTo>
                  <a:pt x="1936" y="150"/>
                  <a:pt x="1920" y="135"/>
                  <a:pt x="1892" y="135"/>
                </a:cubicBezTo>
                <a:cubicBezTo>
                  <a:pt x="1866" y="135"/>
                  <a:pt x="1849" y="152"/>
                  <a:pt x="1844" y="182"/>
                </a:cubicBezTo>
                <a:lnTo>
                  <a:pt x="1938" y="182"/>
                </a:lnTo>
                <a:close/>
                <a:moveTo>
                  <a:pt x="1785" y="207"/>
                </a:moveTo>
                <a:lnTo>
                  <a:pt x="1785" y="204"/>
                </a:lnTo>
                <a:cubicBezTo>
                  <a:pt x="1785" y="138"/>
                  <a:pt x="1832" y="95"/>
                  <a:pt x="1892" y="95"/>
                </a:cubicBezTo>
                <a:cubicBezTo>
                  <a:pt x="1946" y="95"/>
                  <a:pt x="1994" y="127"/>
                  <a:pt x="1994" y="202"/>
                </a:cubicBezTo>
                <a:lnTo>
                  <a:pt x="1994" y="218"/>
                </a:lnTo>
                <a:lnTo>
                  <a:pt x="1844" y="218"/>
                </a:lnTo>
                <a:cubicBezTo>
                  <a:pt x="1845" y="252"/>
                  <a:pt x="1864" y="272"/>
                  <a:pt x="1896" y="272"/>
                </a:cubicBezTo>
                <a:cubicBezTo>
                  <a:pt x="1922" y="272"/>
                  <a:pt x="1936" y="261"/>
                  <a:pt x="1939" y="243"/>
                </a:cubicBezTo>
                <a:lnTo>
                  <a:pt x="1994" y="243"/>
                </a:lnTo>
                <a:cubicBezTo>
                  <a:pt x="1987" y="288"/>
                  <a:pt x="1951" y="314"/>
                  <a:pt x="1894" y="314"/>
                </a:cubicBezTo>
                <a:cubicBezTo>
                  <a:pt x="1831" y="314"/>
                  <a:pt x="1785" y="274"/>
                  <a:pt x="1785" y="207"/>
                </a:cubicBezTo>
                <a:moveTo>
                  <a:pt x="1638" y="100"/>
                </a:moveTo>
                <a:lnTo>
                  <a:pt x="1696" y="100"/>
                </a:lnTo>
                <a:lnTo>
                  <a:pt x="1696" y="140"/>
                </a:lnTo>
                <a:cubicBezTo>
                  <a:pt x="1709" y="112"/>
                  <a:pt x="1730" y="97"/>
                  <a:pt x="1764" y="97"/>
                </a:cubicBezTo>
                <a:lnTo>
                  <a:pt x="1764" y="151"/>
                </a:lnTo>
                <a:cubicBezTo>
                  <a:pt x="1721" y="150"/>
                  <a:pt x="1696" y="164"/>
                  <a:pt x="1696" y="204"/>
                </a:cubicBezTo>
                <a:lnTo>
                  <a:pt x="1696" y="309"/>
                </a:lnTo>
                <a:lnTo>
                  <a:pt x="1638" y="309"/>
                </a:lnTo>
                <a:lnTo>
                  <a:pt x="1638" y="100"/>
                </a:lnTo>
                <a:close/>
                <a:moveTo>
                  <a:pt x="1392" y="235"/>
                </a:moveTo>
                <a:lnTo>
                  <a:pt x="1392" y="100"/>
                </a:lnTo>
                <a:lnTo>
                  <a:pt x="1449" y="100"/>
                </a:lnTo>
                <a:lnTo>
                  <a:pt x="1449" y="227"/>
                </a:lnTo>
                <a:cubicBezTo>
                  <a:pt x="1449" y="255"/>
                  <a:pt x="1461" y="269"/>
                  <a:pt x="1486" y="269"/>
                </a:cubicBezTo>
                <a:cubicBezTo>
                  <a:pt x="1510" y="269"/>
                  <a:pt x="1529" y="254"/>
                  <a:pt x="1529" y="223"/>
                </a:cubicBezTo>
                <a:lnTo>
                  <a:pt x="1529" y="100"/>
                </a:lnTo>
                <a:lnTo>
                  <a:pt x="1587" y="100"/>
                </a:lnTo>
                <a:lnTo>
                  <a:pt x="1587" y="309"/>
                </a:lnTo>
                <a:lnTo>
                  <a:pt x="1529" y="309"/>
                </a:lnTo>
                <a:lnTo>
                  <a:pt x="1529" y="276"/>
                </a:lnTo>
                <a:cubicBezTo>
                  <a:pt x="1518" y="298"/>
                  <a:pt x="1497" y="314"/>
                  <a:pt x="1463" y="314"/>
                </a:cubicBezTo>
                <a:cubicBezTo>
                  <a:pt x="1422" y="314"/>
                  <a:pt x="1392" y="290"/>
                  <a:pt x="1392" y="235"/>
                </a:cubicBezTo>
                <a:moveTo>
                  <a:pt x="1251" y="247"/>
                </a:moveTo>
                <a:lnTo>
                  <a:pt x="1251" y="141"/>
                </a:lnTo>
                <a:lnTo>
                  <a:pt x="1224" y="141"/>
                </a:lnTo>
                <a:lnTo>
                  <a:pt x="1224" y="100"/>
                </a:lnTo>
                <a:lnTo>
                  <a:pt x="1251" y="100"/>
                </a:lnTo>
                <a:lnTo>
                  <a:pt x="1251" y="55"/>
                </a:lnTo>
                <a:lnTo>
                  <a:pt x="1309" y="55"/>
                </a:lnTo>
                <a:lnTo>
                  <a:pt x="1309" y="100"/>
                </a:lnTo>
                <a:lnTo>
                  <a:pt x="1353" y="100"/>
                </a:lnTo>
                <a:lnTo>
                  <a:pt x="1353" y="141"/>
                </a:lnTo>
                <a:lnTo>
                  <a:pt x="1309" y="141"/>
                </a:lnTo>
                <a:lnTo>
                  <a:pt x="1309" y="242"/>
                </a:lnTo>
                <a:cubicBezTo>
                  <a:pt x="1309" y="259"/>
                  <a:pt x="1317" y="267"/>
                  <a:pt x="1332" y="267"/>
                </a:cubicBezTo>
                <a:cubicBezTo>
                  <a:pt x="1341" y="267"/>
                  <a:pt x="1347" y="266"/>
                  <a:pt x="1354" y="263"/>
                </a:cubicBezTo>
                <a:lnTo>
                  <a:pt x="1354" y="308"/>
                </a:lnTo>
                <a:cubicBezTo>
                  <a:pt x="1346" y="310"/>
                  <a:pt x="1334" y="313"/>
                  <a:pt x="1319" y="313"/>
                </a:cubicBezTo>
                <a:cubicBezTo>
                  <a:pt x="1275" y="313"/>
                  <a:pt x="1251" y="291"/>
                  <a:pt x="1251" y="247"/>
                </a:cubicBezTo>
                <a:close/>
                <a:moveTo>
                  <a:pt x="996" y="100"/>
                </a:moveTo>
                <a:lnTo>
                  <a:pt x="1054" y="100"/>
                </a:lnTo>
                <a:lnTo>
                  <a:pt x="1054" y="133"/>
                </a:lnTo>
                <a:cubicBezTo>
                  <a:pt x="1065" y="112"/>
                  <a:pt x="1088" y="95"/>
                  <a:pt x="1122" y="95"/>
                </a:cubicBezTo>
                <a:cubicBezTo>
                  <a:pt x="1164" y="95"/>
                  <a:pt x="1193" y="120"/>
                  <a:pt x="1193" y="176"/>
                </a:cubicBezTo>
                <a:lnTo>
                  <a:pt x="1193" y="309"/>
                </a:lnTo>
                <a:lnTo>
                  <a:pt x="1135" y="309"/>
                </a:lnTo>
                <a:lnTo>
                  <a:pt x="1135" y="184"/>
                </a:lnTo>
                <a:cubicBezTo>
                  <a:pt x="1135" y="156"/>
                  <a:pt x="1124" y="142"/>
                  <a:pt x="1098" y="142"/>
                </a:cubicBezTo>
                <a:cubicBezTo>
                  <a:pt x="1073" y="142"/>
                  <a:pt x="1054" y="158"/>
                  <a:pt x="1054" y="188"/>
                </a:cubicBezTo>
                <a:lnTo>
                  <a:pt x="1054" y="309"/>
                </a:lnTo>
                <a:lnTo>
                  <a:pt x="996" y="309"/>
                </a:lnTo>
                <a:lnTo>
                  <a:pt x="996" y="100"/>
                </a:lnTo>
                <a:close/>
                <a:moveTo>
                  <a:pt x="902" y="182"/>
                </a:moveTo>
                <a:cubicBezTo>
                  <a:pt x="900" y="150"/>
                  <a:pt x="884" y="135"/>
                  <a:pt x="856" y="135"/>
                </a:cubicBezTo>
                <a:cubicBezTo>
                  <a:pt x="830" y="135"/>
                  <a:pt x="813" y="152"/>
                  <a:pt x="808" y="182"/>
                </a:cubicBezTo>
                <a:lnTo>
                  <a:pt x="902" y="182"/>
                </a:lnTo>
                <a:close/>
                <a:moveTo>
                  <a:pt x="749" y="207"/>
                </a:moveTo>
                <a:lnTo>
                  <a:pt x="749" y="204"/>
                </a:lnTo>
                <a:cubicBezTo>
                  <a:pt x="749" y="138"/>
                  <a:pt x="796" y="95"/>
                  <a:pt x="856" y="95"/>
                </a:cubicBezTo>
                <a:cubicBezTo>
                  <a:pt x="910" y="95"/>
                  <a:pt x="958" y="127"/>
                  <a:pt x="958" y="202"/>
                </a:cubicBezTo>
                <a:lnTo>
                  <a:pt x="958" y="218"/>
                </a:lnTo>
                <a:lnTo>
                  <a:pt x="808" y="218"/>
                </a:lnTo>
                <a:cubicBezTo>
                  <a:pt x="809" y="252"/>
                  <a:pt x="828" y="272"/>
                  <a:pt x="860" y="272"/>
                </a:cubicBezTo>
                <a:cubicBezTo>
                  <a:pt x="886" y="272"/>
                  <a:pt x="900" y="261"/>
                  <a:pt x="903" y="243"/>
                </a:cubicBezTo>
                <a:lnTo>
                  <a:pt x="958" y="243"/>
                </a:lnTo>
                <a:cubicBezTo>
                  <a:pt x="951" y="288"/>
                  <a:pt x="915" y="314"/>
                  <a:pt x="858" y="314"/>
                </a:cubicBezTo>
                <a:cubicBezTo>
                  <a:pt x="795" y="314"/>
                  <a:pt x="749" y="274"/>
                  <a:pt x="749" y="207"/>
                </a:cubicBezTo>
                <a:moveTo>
                  <a:pt x="518" y="207"/>
                </a:moveTo>
                <a:lnTo>
                  <a:pt x="518" y="204"/>
                </a:lnTo>
                <a:cubicBezTo>
                  <a:pt x="518" y="136"/>
                  <a:pt x="566" y="95"/>
                  <a:pt x="626" y="95"/>
                </a:cubicBezTo>
                <a:cubicBezTo>
                  <a:pt x="674" y="95"/>
                  <a:pt x="719" y="116"/>
                  <a:pt x="724" y="176"/>
                </a:cubicBezTo>
                <a:lnTo>
                  <a:pt x="669" y="176"/>
                </a:lnTo>
                <a:cubicBezTo>
                  <a:pt x="665" y="152"/>
                  <a:pt x="650" y="141"/>
                  <a:pt x="627" y="141"/>
                </a:cubicBezTo>
                <a:cubicBezTo>
                  <a:pt x="597" y="141"/>
                  <a:pt x="577" y="163"/>
                  <a:pt x="577" y="203"/>
                </a:cubicBezTo>
                <a:lnTo>
                  <a:pt x="577" y="206"/>
                </a:lnTo>
                <a:cubicBezTo>
                  <a:pt x="577" y="248"/>
                  <a:pt x="596" y="270"/>
                  <a:pt x="628" y="270"/>
                </a:cubicBezTo>
                <a:cubicBezTo>
                  <a:pt x="651" y="270"/>
                  <a:pt x="670" y="256"/>
                  <a:pt x="673" y="230"/>
                </a:cubicBezTo>
                <a:lnTo>
                  <a:pt x="725" y="230"/>
                </a:lnTo>
                <a:cubicBezTo>
                  <a:pt x="722" y="279"/>
                  <a:pt x="686" y="314"/>
                  <a:pt x="625" y="314"/>
                </a:cubicBezTo>
                <a:cubicBezTo>
                  <a:pt x="564" y="314"/>
                  <a:pt x="518" y="276"/>
                  <a:pt x="518" y="207"/>
                </a:cubicBezTo>
                <a:moveTo>
                  <a:pt x="286" y="207"/>
                </a:moveTo>
                <a:lnTo>
                  <a:pt x="286" y="204"/>
                </a:lnTo>
                <a:cubicBezTo>
                  <a:pt x="286" y="136"/>
                  <a:pt x="335" y="95"/>
                  <a:pt x="394" y="95"/>
                </a:cubicBezTo>
                <a:cubicBezTo>
                  <a:pt x="443" y="95"/>
                  <a:pt x="488" y="116"/>
                  <a:pt x="493" y="176"/>
                </a:cubicBezTo>
                <a:lnTo>
                  <a:pt x="438" y="176"/>
                </a:lnTo>
                <a:cubicBezTo>
                  <a:pt x="434" y="152"/>
                  <a:pt x="419" y="141"/>
                  <a:pt x="396" y="141"/>
                </a:cubicBezTo>
                <a:cubicBezTo>
                  <a:pt x="366" y="141"/>
                  <a:pt x="346" y="163"/>
                  <a:pt x="346" y="203"/>
                </a:cubicBezTo>
                <a:lnTo>
                  <a:pt x="346" y="206"/>
                </a:lnTo>
                <a:cubicBezTo>
                  <a:pt x="346" y="248"/>
                  <a:pt x="364" y="270"/>
                  <a:pt x="397" y="270"/>
                </a:cubicBezTo>
                <a:cubicBezTo>
                  <a:pt x="420" y="270"/>
                  <a:pt x="439" y="256"/>
                  <a:pt x="442" y="230"/>
                </a:cubicBezTo>
                <a:lnTo>
                  <a:pt x="494" y="230"/>
                </a:lnTo>
                <a:cubicBezTo>
                  <a:pt x="491" y="279"/>
                  <a:pt x="455" y="314"/>
                  <a:pt x="394" y="314"/>
                </a:cubicBezTo>
                <a:cubicBezTo>
                  <a:pt x="333" y="314"/>
                  <a:pt x="286" y="276"/>
                  <a:pt x="286" y="207"/>
                </a:cubicBezTo>
                <a:close/>
                <a:moveTo>
                  <a:pt x="94" y="200"/>
                </a:moveTo>
                <a:lnTo>
                  <a:pt x="170" y="200"/>
                </a:lnTo>
                <a:lnTo>
                  <a:pt x="132" y="76"/>
                </a:lnTo>
                <a:lnTo>
                  <a:pt x="94" y="200"/>
                </a:lnTo>
                <a:close/>
                <a:moveTo>
                  <a:pt x="94" y="23"/>
                </a:moveTo>
                <a:lnTo>
                  <a:pt x="178" y="23"/>
                </a:lnTo>
                <a:lnTo>
                  <a:pt x="271" y="309"/>
                </a:lnTo>
                <a:lnTo>
                  <a:pt x="204" y="309"/>
                </a:lnTo>
                <a:lnTo>
                  <a:pt x="184" y="246"/>
                </a:lnTo>
                <a:lnTo>
                  <a:pt x="80" y="246"/>
                </a:lnTo>
                <a:lnTo>
                  <a:pt x="61" y="309"/>
                </a:lnTo>
                <a:lnTo>
                  <a:pt x="0" y="309"/>
                </a:lnTo>
                <a:lnTo>
                  <a:pt x="94" y="2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7558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818ECE-32D7-4F71-A6CA-1144DA38ED6C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grpSp>
        <p:nvGrpSpPr>
          <p:cNvPr id="8" name="Logo_BL" descr="Accenture logo in black and purple">
            <a:extLst>
              <a:ext uri="{FF2B5EF4-FFF2-40B4-BE49-F238E27FC236}">
                <a16:creationId xmlns:a16="http://schemas.microsoft.com/office/drawing/2014/main" id="{35D3F8C8-B2E5-431B-9639-9F05530860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26898" y="381000"/>
            <a:ext cx="1883664" cy="496357"/>
            <a:chOff x="2387" y="1701"/>
            <a:chExt cx="4535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9AD7BAC9-11D9-4846-95CD-5C2B827147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CAEDE4E-DAF3-4FBC-BAEB-E0C26C20EB9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9" name="Acc_Tech_Logo_WH" descr="Accenture Technology wordmark in black">
            <a:extLst>
              <a:ext uri="{FF2B5EF4-FFF2-40B4-BE49-F238E27FC236}">
                <a16:creationId xmlns:a16="http://schemas.microsoft.com/office/drawing/2014/main" id="{C6585ED9-32B3-49DC-BF0B-CD6F5EFC2937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8802186" y="6096691"/>
            <a:ext cx="3008376" cy="276189"/>
          </a:xfrm>
          <a:custGeom>
            <a:avLst/>
            <a:gdLst>
              <a:gd name="T0" fmla="*/ 4127 w 4219"/>
              <a:gd name="T1" fmla="*/ 250 h 386"/>
              <a:gd name="T2" fmla="*/ 4070 w 4219"/>
              <a:gd name="T3" fmla="*/ 382 h 386"/>
              <a:gd name="T4" fmla="*/ 3885 w 4219"/>
              <a:gd name="T5" fmla="*/ 124 h 386"/>
              <a:gd name="T6" fmla="*/ 3952 w 4219"/>
              <a:gd name="T7" fmla="*/ 201 h 386"/>
              <a:gd name="T8" fmla="*/ 3950 w 4219"/>
              <a:gd name="T9" fmla="*/ 293 h 386"/>
              <a:gd name="T10" fmla="*/ 3784 w 4219"/>
              <a:gd name="T11" fmla="*/ 200 h 386"/>
              <a:gd name="T12" fmla="*/ 3984 w 4219"/>
              <a:gd name="T13" fmla="*/ 100 h 386"/>
              <a:gd name="T14" fmla="*/ 3714 w 4219"/>
              <a:gd name="T15" fmla="*/ 206 h 386"/>
              <a:gd name="T16" fmla="*/ 3577 w 4219"/>
              <a:gd name="T17" fmla="*/ 206 h 386"/>
              <a:gd name="T18" fmla="*/ 3543 w 4219"/>
              <a:gd name="T19" fmla="*/ 203 h 386"/>
              <a:gd name="T20" fmla="*/ 3645 w 4219"/>
              <a:gd name="T21" fmla="*/ 313 h 386"/>
              <a:gd name="T22" fmla="*/ 3490 w 4219"/>
              <a:gd name="T23" fmla="*/ 309 h 386"/>
              <a:gd name="T24" fmla="*/ 3370 w 4219"/>
              <a:gd name="T25" fmla="*/ 204 h 386"/>
              <a:gd name="T26" fmla="*/ 3302 w 4219"/>
              <a:gd name="T27" fmla="*/ 285 h 386"/>
              <a:gd name="T28" fmla="*/ 3302 w 4219"/>
              <a:gd name="T29" fmla="*/ 96 h 386"/>
              <a:gd name="T30" fmla="*/ 3199 w 4219"/>
              <a:gd name="T31" fmla="*/ 206 h 386"/>
              <a:gd name="T32" fmla="*/ 3076 w 4219"/>
              <a:gd name="T33" fmla="*/ 96 h 386"/>
              <a:gd name="T34" fmla="*/ 3116 w 4219"/>
              <a:gd name="T35" fmla="*/ 178 h 386"/>
              <a:gd name="T36" fmla="*/ 2975 w 4219"/>
              <a:gd name="T37" fmla="*/ 309 h 386"/>
              <a:gd name="T38" fmla="*/ 2769 w 4219"/>
              <a:gd name="T39" fmla="*/ 133 h 386"/>
              <a:gd name="T40" fmla="*/ 2877 w 4219"/>
              <a:gd name="T41" fmla="*/ 309 h 386"/>
              <a:gd name="T42" fmla="*/ 2769 w 4219"/>
              <a:gd name="T43" fmla="*/ 309 h 386"/>
              <a:gd name="T44" fmla="*/ 2492 w 4219"/>
              <a:gd name="T45" fmla="*/ 204 h 386"/>
              <a:gd name="T46" fmla="*/ 2594 w 4219"/>
              <a:gd name="T47" fmla="*/ 124 h 386"/>
              <a:gd name="T48" fmla="*/ 2655 w 4219"/>
              <a:gd name="T49" fmla="*/ 234 h 386"/>
              <a:gd name="T50" fmla="*/ 2423 w 4219"/>
              <a:gd name="T51" fmla="*/ 184 h 386"/>
              <a:gd name="T52" fmla="*/ 2265 w 4219"/>
              <a:gd name="T53" fmla="*/ 207 h 386"/>
              <a:gd name="T54" fmla="*/ 2457 w 4219"/>
              <a:gd name="T55" fmla="*/ 211 h 386"/>
              <a:gd name="T56" fmla="*/ 2456 w 4219"/>
              <a:gd name="T57" fmla="*/ 249 h 386"/>
              <a:gd name="T58" fmla="*/ 2064 w 4219"/>
              <a:gd name="T59" fmla="*/ 52 h 386"/>
              <a:gd name="T60" fmla="*/ 2182 w 4219"/>
              <a:gd name="T61" fmla="*/ 52 h 386"/>
              <a:gd name="T62" fmla="*/ 1938 w 4219"/>
              <a:gd name="T63" fmla="*/ 182 h 386"/>
              <a:gd name="T64" fmla="*/ 1785 w 4219"/>
              <a:gd name="T65" fmla="*/ 207 h 386"/>
              <a:gd name="T66" fmla="*/ 1994 w 4219"/>
              <a:gd name="T67" fmla="*/ 218 h 386"/>
              <a:gd name="T68" fmla="*/ 1994 w 4219"/>
              <a:gd name="T69" fmla="*/ 243 h 386"/>
              <a:gd name="T70" fmla="*/ 1696 w 4219"/>
              <a:gd name="T71" fmla="*/ 100 h 386"/>
              <a:gd name="T72" fmla="*/ 1696 w 4219"/>
              <a:gd name="T73" fmla="*/ 204 h 386"/>
              <a:gd name="T74" fmla="*/ 1392 w 4219"/>
              <a:gd name="T75" fmla="*/ 235 h 386"/>
              <a:gd name="T76" fmla="*/ 1486 w 4219"/>
              <a:gd name="T77" fmla="*/ 269 h 386"/>
              <a:gd name="T78" fmla="*/ 1587 w 4219"/>
              <a:gd name="T79" fmla="*/ 309 h 386"/>
              <a:gd name="T80" fmla="*/ 1392 w 4219"/>
              <a:gd name="T81" fmla="*/ 235 h 386"/>
              <a:gd name="T82" fmla="*/ 1224 w 4219"/>
              <a:gd name="T83" fmla="*/ 100 h 386"/>
              <a:gd name="T84" fmla="*/ 1309 w 4219"/>
              <a:gd name="T85" fmla="*/ 100 h 386"/>
              <a:gd name="T86" fmla="*/ 1309 w 4219"/>
              <a:gd name="T87" fmla="*/ 242 h 386"/>
              <a:gd name="T88" fmla="*/ 1319 w 4219"/>
              <a:gd name="T89" fmla="*/ 313 h 386"/>
              <a:gd name="T90" fmla="*/ 1054 w 4219"/>
              <a:gd name="T91" fmla="*/ 133 h 386"/>
              <a:gd name="T92" fmla="*/ 1135 w 4219"/>
              <a:gd name="T93" fmla="*/ 309 h 386"/>
              <a:gd name="T94" fmla="*/ 1054 w 4219"/>
              <a:gd name="T95" fmla="*/ 309 h 386"/>
              <a:gd name="T96" fmla="*/ 856 w 4219"/>
              <a:gd name="T97" fmla="*/ 135 h 386"/>
              <a:gd name="T98" fmla="*/ 749 w 4219"/>
              <a:gd name="T99" fmla="*/ 204 h 386"/>
              <a:gd name="T100" fmla="*/ 808 w 4219"/>
              <a:gd name="T101" fmla="*/ 218 h 386"/>
              <a:gd name="T102" fmla="*/ 858 w 4219"/>
              <a:gd name="T103" fmla="*/ 314 h 386"/>
              <a:gd name="T104" fmla="*/ 626 w 4219"/>
              <a:gd name="T105" fmla="*/ 95 h 386"/>
              <a:gd name="T106" fmla="*/ 577 w 4219"/>
              <a:gd name="T107" fmla="*/ 203 h 386"/>
              <a:gd name="T108" fmla="*/ 725 w 4219"/>
              <a:gd name="T109" fmla="*/ 230 h 386"/>
              <a:gd name="T110" fmla="*/ 286 w 4219"/>
              <a:gd name="T111" fmla="*/ 204 h 386"/>
              <a:gd name="T112" fmla="*/ 396 w 4219"/>
              <a:gd name="T113" fmla="*/ 141 h 386"/>
              <a:gd name="T114" fmla="*/ 442 w 4219"/>
              <a:gd name="T115" fmla="*/ 230 h 386"/>
              <a:gd name="T116" fmla="*/ 94 w 4219"/>
              <a:gd name="T117" fmla="*/ 200 h 386"/>
              <a:gd name="T118" fmla="*/ 94 w 4219"/>
              <a:gd name="T119" fmla="*/ 23 h 386"/>
              <a:gd name="T120" fmla="*/ 184 w 4219"/>
              <a:gd name="T121" fmla="*/ 246 h 386"/>
              <a:gd name="T122" fmla="*/ 94 w 4219"/>
              <a:gd name="T123" fmla="*/ 23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19" h="386">
                <a:moveTo>
                  <a:pt x="4109" y="288"/>
                </a:moveTo>
                <a:lnTo>
                  <a:pt x="4027" y="100"/>
                </a:lnTo>
                <a:lnTo>
                  <a:pt x="4063" y="100"/>
                </a:lnTo>
                <a:lnTo>
                  <a:pt x="4127" y="250"/>
                </a:lnTo>
                <a:lnTo>
                  <a:pt x="4185" y="100"/>
                </a:lnTo>
                <a:lnTo>
                  <a:pt x="4219" y="100"/>
                </a:lnTo>
                <a:lnTo>
                  <a:pt x="4103" y="382"/>
                </a:lnTo>
                <a:lnTo>
                  <a:pt x="4070" y="382"/>
                </a:lnTo>
                <a:lnTo>
                  <a:pt x="4109" y="288"/>
                </a:lnTo>
                <a:close/>
                <a:moveTo>
                  <a:pt x="3952" y="201"/>
                </a:moveTo>
                <a:lnTo>
                  <a:pt x="3952" y="198"/>
                </a:lnTo>
                <a:cubicBezTo>
                  <a:pt x="3952" y="151"/>
                  <a:pt x="3926" y="124"/>
                  <a:pt x="3885" y="124"/>
                </a:cubicBezTo>
                <a:cubicBezTo>
                  <a:pt x="3844" y="124"/>
                  <a:pt x="3819" y="155"/>
                  <a:pt x="3819" y="199"/>
                </a:cubicBezTo>
                <a:lnTo>
                  <a:pt x="3819" y="202"/>
                </a:lnTo>
                <a:cubicBezTo>
                  <a:pt x="3819" y="248"/>
                  <a:pt x="3848" y="275"/>
                  <a:pt x="3883" y="275"/>
                </a:cubicBezTo>
                <a:cubicBezTo>
                  <a:pt x="3922" y="275"/>
                  <a:pt x="3952" y="248"/>
                  <a:pt x="3952" y="201"/>
                </a:cubicBezTo>
                <a:close/>
                <a:moveTo>
                  <a:pt x="3789" y="321"/>
                </a:moveTo>
                <a:lnTo>
                  <a:pt x="3823" y="321"/>
                </a:lnTo>
                <a:cubicBezTo>
                  <a:pt x="3828" y="345"/>
                  <a:pt x="3848" y="358"/>
                  <a:pt x="3883" y="358"/>
                </a:cubicBezTo>
                <a:cubicBezTo>
                  <a:pt x="3924" y="358"/>
                  <a:pt x="3950" y="338"/>
                  <a:pt x="3950" y="293"/>
                </a:cubicBezTo>
                <a:lnTo>
                  <a:pt x="3950" y="263"/>
                </a:lnTo>
                <a:cubicBezTo>
                  <a:pt x="3938" y="283"/>
                  <a:pt x="3910" y="302"/>
                  <a:pt x="3880" y="302"/>
                </a:cubicBezTo>
                <a:cubicBezTo>
                  <a:pt x="3825" y="302"/>
                  <a:pt x="3784" y="261"/>
                  <a:pt x="3784" y="203"/>
                </a:cubicBezTo>
                <a:lnTo>
                  <a:pt x="3784" y="200"/>
                </a:lnTo>
                <a:cubicBezTo>
                  <a:pt x="3784" y="144"/>
                  <a:pt x="3824" y="96"/>
                  <a:pt x="3882" y="96"/>
                </a:cubicBezTo>
                <a:cubicBezTo>
                  <a:pt x="3917" y="96"/>
                  <a:pt x="3938" y="113"/>
                  <a:pt x="3950" y="134"/>
                </a:cubicBezTo>
                <a:lnTo>
                  <a:pt x="3950" y="100"/>
                </a:lnTo>
                <a:lnTo>
                  <a:pt x="3984" y="100"/>
                </a:lnTo>
                <a:lnTo>
                  <a:pt x="3984" y="295"/>
                </a:lnTo>
                <a:cubicBezTo>
                  <a:pt x="3983" y="356"/>
                  <a:pt x="3942" y="386"/>
                  <a:pt x="3884" y="386"/>
                </a:cubicBezTo>
                <a:cubicBezTo>
                  <a:pt x="3822" y="386"/>
                  <a:pt x="3794" y="356"/>
                  <a:pt x="3789" y="321"/>
                </a:cubicBezTo>
                <a:close/>
                <a:moveTo>
                  <a:pt x="3714" y="206"/>
                </a:moveTo>
                <a:lnTo>
                  <a:pt x="3714" y="204"/>
                </a:lnTo>
                <a:cubicBezTo>
                  <a:pt x="3714" y="155"/>
                  <a:pt x="3687" y="124"/>
                  <a:pt x="3646" y="124"/>
                </a:cubicBezTo>
                <a:cubicBezTo>
                  <a:pt x="3604" y="124"/>
                  <a:pt x="3577" y="155"/>
                  <a:pt x="3577" y="203"/>
                </a:cubicBezTo>
                <a:lnTo>
                  <a:pt x="3577" y="206"/>
                </a:lnTo>
                <a:cubicBezTo>
                  <a:pt x="3577" y="254"/>
                  <a:pt x="3603" y="285"/>
                  <a:pt x="3646" y="285"/>
                </a:cubicBezTo>
                <a:cubicBezTo>
                  <a:pt x="3688" y="285"/>
                  <a:pt x="3714" y="254"/>
                  <a:pt x="3714" y="206"/>
                </a:cubicBezTo>
                <a:close/>
                <a:moveTo>
                  <a:pt x="3543" y="206"/>
                </a:moveTo>
                <a:lnTo>
                  <a:pt x="3543" y="203"/>
                </a:lnTo>
                <a:cubicBezTo>
                  <a:pt x="3543" y="140"/>
                  <a:pt x="3586" y="96"/>
                  <a:pt x="3646" y="96"/>
                </a:cubicBezTo>
                <a:cubicBezTo>
                  <a:pt x="3705" y="96"/>
                  <a:pt x="3748" y="140"/>
                  <a:pt x="3748" y="203"/>
                </a:cubicBezTo>
                <a:lnTo>
                  <a:pt x="3748" y="206"/>
                </a:lnTo>
                <a:cubicBezTo>
                  <a:pt x="3748" y="269"/>
                  <a:pt x="3705" y="313"/>
                  <a:pt x="3645" y="313"/>
                </a:cubicBezTo>
                <a:cubicBezTo>
                  <a:pt x="3586" y="313"/>
                  <a:pt x="3543" y="268"/>
                  <a:pt x="3543" y="206"/>
                </a:cubicBezTo>
                <a:close/>
                <a:moveTo>
                  <a:pt x="3457" y="0"/>
                </a:moveTo>
                <a:lnTo>
                  <a:pt x="3490" y="0"/>
                </a:lnTo>
                <a:lnTo>
                  <a:pt x="3490" y="309"/>
                </a:lnTo>
                <a:lnTo>
                  <a:pt x="3457" y="309"/>
                </a:lnTo>
                <a:lnTo>
                  <a:pt x="3457" y="0"/>
                </a:lnTo>
                <a:close/>
                <a:moveTo>
                  <a:pt x="3370" y="206"/>
                </a:moveTo>
                <a:lnTo>
                  <a:pt x="3370" y="204"/>
                </a:lnTo>
                <a:cubicBezTo>
                  <a:pt x="3370" y="155"/>
                  <a:pt x="3343" y="124"/>
                  <a:pt x="3302" y="124"/>
                </a:cubicBezTo>
                <a:cubicBezTo>
                  <a:pt x="3260" y="124"/>
                  <a:pt x="3233" y="155"/>
                  <a:pt x="3233" y="203"/>
                </a:cubicBezTo>
                <a:lnTo>
                  <a:pt x="3233" y="206"/>
                </a:lnTo>
                <a:cubicBezTo>
                  <a:pt x="3233" y="254"/>
                  <a:pt x="3259" y="285"/>
                  <a:pt x="3302" y="285"/>
                </a:cubicBezTo>
                <a:cubicBezTo>
                  <a:pt x="3344" y="285"/>
                  <a:pt x="3370" y="254"/>
                  <a:pt x="3370" y="206"/>
                </a:cubicBezTo>
                <a:close/>
                <a:moveTo>
                  <a:pt x="3199" y="206"/>
                </a:moveTo>
                <a:lnTo>
                  <a:pt x="3199" y="203"/>
                </a:lnTo>
                <a:cubicBezTo>
                  <a:pt x="3199" y="140"/>
                  <a:pt x="3242" y="96"/>
                  <a:pt x="3302" y="96"/>
                </a:cubicBezTo>
                <a:cubicBezTo>
                  <a:pt x="3361" y="96"/>
                  <a:pt x="3404" y="140"/>
                  <a:pt x="3404" y="203"/>
                </a:cubicBezTo>
                <a:lnTo>
                  <a:pt x="3404" y="206"/>
                </a:lnTo>
                <a:cubicBezTo>
                  <a:pt x="3404" y="269"/>
                  <a:pt x="3361" y="313"/>
                  <a:pt x="3301" y="313"/>
                </a:cubicBezTo>
                <a:cubicBezTo>
                  <a:pt x="3242" y="313"/>
                  <a:pt x="3199" y="268"/>
                  <a:pt x="3199" y="206"/>
                </a:cubicBezTo>
                <a:close/>
                <a:moveTo>
                  <a:pt x="2975" y="100"/>
                </a:moveTo>
                <a:lnTo>
                  <a:pt x="3008" y="100"/>
                </a:lnTo>
                <a:lnTo>
                  <a:pt x="3008" y="133"/>
                </a:lnTo>
                <a:cubicBezTo>
                  <a:pt x="3018" y="114"/>
                  <a:pt x="3041" y="96"/>
                  <a:pt x="3076" y="96"/>
                </a:cubicBezTo>
                <a:cubicBezTo>
                  <a:pt x="3119" y="96"/>
                  <a:pt x="3149" y="120"/>
                  <a:pt x="3149" y="181"/>
                </a:cubicBezTo>
                <a:lnTo>
                  <a:pt x="3149" y="309"/>
                </a:lnTo>
                <a:lnTo>
                  <a:pt x="3116" y="309"/>
                </a:lnTo>
                <a:lnTo>
                  <a:pt x="3116" y="178"/>
                </a:lnTo>
                <a:cubicBezTo>
                  <a:pt x="3116" y="142"/>
                  <a:pt x="3100" y="125"/>
                  <a:pt x="3067" y="125"/>
                </a:cubicBezTo>
                <a:cubicBezTo>
                  <a:pt x="3036" y="125"/>
                  <a:pt x="3008" y="145"/>
                  <a:pt x="3008" y="182"/>
                </a:cubicBezTo>
                <a:lnTo>
                  <a:pt x="3008" y="309"/>
                </a:lnTo>
                <a:lnTo>
                  <a:pt x="2975" y="309"/>
                </a:lnTo>
                <a:lnTo>
                  <a:pt x="2975" y="100"/>
                </a:lnTo>
                <a:close/>
                <a:moveTo>
                  <a:pt x="2736" y="0"/>
                </a:moveTo>
                <a:lnTo>
                  <a:pt x="2769" y="0"/>
                </a:lnTo>
                <a:lnTo>
                  <a:pt x="2769" y="133"/>
                </a:lnTo>
                <a:cubicBezTo>
                  <a:pt x="2779" y="114"/>
                  <a:pt x="2802" y="96"/>
                  <a:pt x="2836" y="96"/>
                </a:cubicBezTo>
                <a:cubicBezTo>
                  <a:pt x="2880" y="96"/>
                  <a:pt x="2910" y="120"/>
                  <a:pt x="2910" y="181"/>
                </a:cubicBezTo>
                <a:lnTo>
                  <a:pt x="2910" y="309"/>
                </a:lnTo>
                <a:lnTo>
                  <a:pt x="2877" y="309"/>
                </a:lnTo>
                <a:lnTo>
                  <a:pt x="2877" y="178"/>
                </a:lnTo>
                <a:cubicBezTo>
                  <a:pt x="2877" y="142"/>
                  <a:pt x="2861" y="125"/>
                  <a:pt x="2828" y="125"/>
                </a:cubicBezTo>
                <a:cubicBezTo>
                  <a:pt x="2797" y="125"/>
                  <a:pt x="2769" y="145"/>
                  <a:pt x="2769" y="182"/>
                </a:cubicBezTo>
                <a:lnTo>
                  <a:pt x="2769" y="309"/>
                </a:lnTo>
                <a:lnTo>
                  <a:pt x="2736" y="309"/>
                </a:lnTo>
                <a:lnTo>
                  <a:pt x="2736" y="0"/>
                </a:lnTo>
                <a:close/>
                <a:moveTo>
                  <a:pt x="2492" y="207"/>
                </a:moveTo>
                <a:lnTo>
                  <a:pt x="2492" y="204"/>
                </a:lnTo>
                <a:cubicBezTo>
                  <a:pt x="2492" y="140"/>
                  <a:pt x="2538" y="96"/>
                  <a:pt x="2594" y="96"/>
                </a:cubicBezTo>
                <a:cubicBezTo>
                  <a:pt x="2638" y="96"/>
                  <a:pt x="2678" y="116"/>
                  <a:pt x="2685" y="170"/>
                </a:cubicBezTo>
                <a:lnTo>
                  <a:pt x="2652" y="170"/>
                </a:lnTo>
                <a:cubicBezTo>
                  <a:pt x="2647" y="136"/>
                  <a:pt x="2623" y="124"/>
                  <a:pt x="2594" y="124"/>
                </a:cubicBezTo>
                <a:cubicBezTo>
                  <a:pt x="2556" y="124"/>
                  <a:pt x="2527" y="154"/>
                  <a:pt x="2527" y="204"/>
                </a:cubicBezTo>
                <a:lnTo>
                  <a:pt x="2527" y="207"/>
                </a:lnTo>
                <a:cubicBezTo>
                  <a:pt x="2527" y="258"/>
                  <a:pt x="2555" y="285"/>
                  <a:pt x="2595" y="285"/>
                </a:cubicBezTo>
                <a:cubicBezTo>
                  <a:pt x="2625" y="285"/>
                  <a:pt x="2652" y="268"/>
                  <a:pt x="2655" y="234"/>
                </a:cubicBezTo>
                <a:lnTo>
                  <a:pt x="2686" y="234"/>
                </a:lnTo>
                <a:cubicBezTo>
                  <a:pt x="2682" y="279"/>
                  <a:pt x="2645" y="313"/>
                  <a:pt x="2595" y="313"/>
                </a:cubicBezTo>
                <a:cubicBezTo>
                  <a:pt x="2536" y="313"/>
                  <a:pt x="2492" y="272"/>
                  <a:pt x="2492" y="207"/>
                </a:cubicBezTo>
                <a:close/>
                <a:moveTo>
                  <a:pt x="2423" y="184"/>
                </a:moveTo>
                <a:cubicBezTo>
                  <a:pt x="2420" y="141"/>
                  <a:pt x="2398" y="124"/>
                  <a:pt x="2363" y="124"/>
                </a:cubicBezTo>
                <a:cubicBezTo>
                  <a:pt x="2329" y="124"/>
                  <a:pt x="2306" y="147"/>
                  <a:pt x="2301" y="184"/>
                </a:cubicBezTo>
                <a:lnTo>
                  <a:pt x="2423" y="184"/>
                </a:lnTo>
                <a:close/>
                <a:moveTo>
                  <a:pt x="2265" y="207"/>
                </a:moveTo>
                <a:lnTo>
                  <a:pt x="2265" y="204"/>
                </a:lnTo>
                <a:cubicBezTo>
                  <a:pt x="2265" y="140"/>
                  <a:pt x="2306" y="96"/>
                  <a:pt x="2363" y="96"/>
                </a:cubicBezTo>
                <a:cubicBezTo>
                  <a:pt x="2412" y="96"/>
                  <a:pt x="2457" y="126"/>
                  <a:pt x="2457" y="200"/>
                </a:cubicBezTo>
                <a:lnTo>
                  <a:pt x="2457" y="211"/>
                </a:lnTo>
                <a:lnTo>
                  <a:pt x="2300" y="211"/>
                </a:lnTo>
                <a:cubicBezTo>
                  <a:pt x="2301" y="259"/>
                  <a:pt x="2324" y="285"/>
                  <a:pt x="2367" y="285"/>
                </a:cubicBezTo>
                <a:cubicBezTo>
                  <a:pt x="2399" y="285"/>
                  <a:pt x="2418" y="273"/>
                  <a:pt x="2422" y="249"/>
                </a:cubicBezTo>
                <a:lnTo>
                  <a:pt x="2456" y="249"/>
                </a:lnTo>
                <a:cubicBezTo>
                  <a:pt x="2448" y="291"/>
                  <a:pt x="2414" y="313"/>
                  <a:pt x="2366" y="313"/>
                </a:cubicBezTo>
                <a:cubicBezTo>
                  <a:pt x="2307" y="313"/>
                  <a:pt x="2265" y="271"/>
                  <a:pt x="2265" y="207"/>
                </a:cubicBezTo>
                <a:moveTo>
                  <a:pt x="2148" y="52"/>
                </a:moveTo>
                <a:lnTo>
                  <a:pt x="2064" y="52"/>
                </a:lnTo>
                <a:lnTo>
                  <a:pt x="2064" y="23"/>
                </a:lnTo>
                <a:lnTo>
                  <a:pt x="2266" y="23"/>
                </a:lnTo>
                <a:lnTo>
                  <a:pt x="2266" y="52"/>
                </a:lnTo>
                <a:lnTo>
                  <a:pt x="2182" y="52"/>
                </a:lnTo>
                <a:lnTo>
                  <a:pt x="2182" y="309"/>
                </a:lnTo>
                <a:lnTo>
                  <a:pt x="2148" y="309"/>
                </a:lnTo>
                <a:lnTo>
                  <a:pt x="2148" y="52"/>
                </a:lnTo>
                <a:close/>
                <a:moveTo>
                  <a:pt x="1938" y="182"/>
                </a:moveTo>
                <a:cubicBezTo>
                  <a:pt x="1936" y="150"/>
                  <a:pt x="1920" y="135"/>
                  <a:pt x="1892" y="135"/>
                </a:cubicBezTo>
                <a:cubicBezTo>
                  <a:pt x="1866" y="135"/>
                  <a:pt x="1849" y="152"/>
                  <a:pt x="1844" y="182"/>
                </a:cubicBezTo>
                <a:lnTo>
                  <a:pt x="1938" y="182"/>
                </a:lnTo>
                <a:close/>
                <a:moveTo>
                  <a:pt x="1785" y="207"/>
                </a:moveTo>
                <a:lnTo>
                  <a:pt x="1785" y="204"/>
                </a:lnTo>
                <a:cubicBezTo>
                  <a:pt x="1785" y="138"/>
                  <a:pt x="1832" y="95"/>
                  <a:pt x="1892" y="95"/>
                </a:cubicBezTo>
                <a:cubicBezTo>
                  <a:pt x="1946" y="95"/>
                  <a:pt x="1994" y="127"/>
                  <a:pt x="1994" y="202"/>
                </a:cubicBezTo>
                <a:lnTo>
                  <a:pt x="1994" y="218"/>
                </a:lnTo>
                <a:lnTo>
                  <a:pt x="1844" y="218"/>
                </a:lnTo>
                <a:cubicBezTo>
                  <a:pt x="1845" y="252"/>
                  <a:pt x="1864" y="272"/>
                  <a:pt x="1896" y="272"/>
                </a:cubicBezTo>
                <a:cubicBezTo>
                  <a:pt x="1922" y="272"/>
                  <a:pt x="1936" y="261"/>
                  <a:pt x="1939" y="243"/>
                </a:cubicBezTo>
                <a:lnTo>
                  <a:pt x="1994" y="243"/>
                </a:lnTo>
                <a:cubicBezTo>
                  <a:pt x="1987" y="288"/>
                  <a:pt x="1951" y="314"/>
                  <a:pt x="1894" y="314"/>
                </a:cubicBezTo>
                <a:cubicBezTo>
                  <a:pt x="1831" y="314"/>
                  <a:pt x="1785" y="274"/>
                  <a:pt x="1785" y="207"/>
                </a:cubicBezTo>
                <a:moveTo>
                  <a:pt x="1638" y="100"/>
                </a:moveTo>
                <a:lnTo>
                  <a:pt x="1696" y="100"/>
                </a:lnTo>
                <a:lnTo>
                  <a:pt x="1696" y="140"/>
                </a:lnTo>
                <a:cubicBezTo>
                  <a:pt x="1709" y="112"/>
                  <a:pt x="1730" y="97"/>
                  <a:pt x="1764" y="97"/>
                </a:cubicBezTo>
                <a:lnTo>
                  <a:pt x="1764" y="151"/>
                </a:lnTo>
                <a:cubicBezTo>
                  <a:pt x="1721" y="150"/>
                  <a:pt x="1696" y="164"/>
                  <a:pt x="1696" y="204"/>
                </a:cubicBezTo>
                <a:lnTo>
                  <a:pt x="1696" y="309"/>
                </a:lnTo>
                <a:lnTo>
                  <a:pt x="1638" y="309"/>
                </a:lnTo>
                <a:lnTo>
                  <a:pt x="1638" y="100"/>
                </a:lnTo>
                <a:close/>
                <a:moveTo>
                  <a:pt x="1392" y="235"/>
                </a:moveTo>
                <a:lnTo>
                  <a:pt x="1392" y="100"/>
                </a:lnTo>
                <a:lnTo>
                  <a:pt x="1449" y="100"/>
                </a:lnTo>
                <a:lnTo>
                  <a:pt x="1449" y="227"/>
                </a:lnTo>
                <a:cubicBezTo>
                  <a:pt x="1449" y="255"/>
                  <a:pt x="1461" y="269"/>
                  <a:pt x="1486" y="269"/>
                </a:cubicBezTo>
                <a:cubicBezTo>
                  <a:pt x="1510" y="269"/>
                  <a:pt x="1529" y="254"/>
                  <a:pt x="1529" y="223"/>
                </a:cubicBezTo>
                <a:lnTo>
                  <a:pt x="1529" y="100"/>
                </a:lnTo>
                <a:lnTo>
                  <a:pt x="1587" y="100"/>
                </a:lnTo>
                <a:lnTo>
                  <a:pt x="1587" y="309"/>
                </a:lnTo>
                <a:lnTo>
                  <a:pt x="1529" y="309"/>
                </a:lnTo>
                <a:lnTo>
                  <a:pt x="1529" y="276"/>
                </a:lnTo>
                <a:cubicBezTo>
                  <a:pt x="1518" y="298"/>
                  <a:pt x="1497" y="314"/>
                  <a:pt x="1463" y="314"/>
                </a:cubicBezTo>
                <a:cubicBezTo>
                  <a:pt x="1422" y="314"/>
                  <a:pt x="1392" y="290"/>
                  <a:pt x="1392" y="235"/>
                </a:cubicBezTo>
                <a:moveTo>
                  <a:pt x="1251" y="247"/>
                </a:moveTo>
                <a:lnTo>
                  <a:pt x="1251" y="141"/>
                </a:lnTo>
                <a:lnTo>
                  <a:pt x="1224" y="141"/>
                </a:lnTo>
                <a:lnTo>
                  <a:pt x="1224" y="100"/>
                </a:lnTo>
                <a:lnTo>
                  <a:pt x="1251" y="100"/>
                </a:lnTo>
                <a:lnTo>
                  <a:pt x="1251" y="55"/>
                </a:lnTo>
                <a:lnTo>
                  <a:pt x="1309" y="55"/>
                </a:lnTo>
                <a:lnTo>
                  <a:pt x="1309" y="100"/>
                </a:lnTo>
                <a:lnTo>
                  <a:pt x="1353" y="100"/>
                </a:lnTo>
                <a:lnTo>
                  <a:pt x="1353" y="141"/>
                </a:lnTo>
                <a:lnTo>
                  <a:pt x="1309" y="141"/>
                </a:lnTo>
                <a:lnTo>
                  <a:pt x="1309" y="242"/>
                </a:lnTo>
                <a:cubicBezTo>
                  <a:pt x="1309" y="259"/>
                  <a:pt x="1317" y="267"/>
                  <a:pt x="1332" y="267"/>
                </a:cubicBezTo>
                <a:cubicBezTo>
                  <a:pt x="1341" y="267"/>
                  <a:pt x="1347" y="266"/>
                  <a:pt x="1354" y="263"/>
                </a:cubicBezTo>
                <a:lnTo>
                  <a:pt x="1354" y="308"/>
                </a:lnTo>
                <a:cubicBezTo>
                  <a:pt x="1346" y="310"/>
                  <a:pt x="1334" y="313"/>
                  <a:pt x="1319" y="313"/>
                </a:cubicBezTo>
                <a:cubicBezTo>
                  <a:pt x="1275" y="313"/>
                  <a:pt x="1251" y="291"/>
                  <a:pt x="1251" y="247"/>
                </a:cubicBezTo>
                <a:close/>
                <a:moveTo>
                  <a:pt x="996" y="100"/>
                </a:moveTo>
                <a:lnTo>
                  <a:pt x="1054" y="100"/>
                </a:lnTo>
                <a:lnTo>
                  <a:pt x="1054" y="133"/>
                </a:lnTo>
                <a:cubicBezTo>
                  <a:pt x="1065" y="112"/>
                  <a:pt x="1088" y="95"/>
                  <a:pt x="1122" y="95"/>
                </a:cubicBezTo>
                <a:cubicBezTo>
                  <a:pt x="1164" y="95"/>
                  <a:pt x="1193" y="120"/>
                  <a:pt x="1193" y="176"/>
                </a:cubicBezTo>
                <a:lnTo>
                  <a:pt x="1193" y="309"/>
                </a:lnTo>
                <a:lnTo>
                  <a:pt x="1135" y="309"/>
                </a:lnTo>
                <a:lnTo>
                  <a:pt x="1135" y="184"/>
                </a:lnTo>
                <a:cubicBezTo>
                  <a:pt x="1135" y="156"/>
                  <a:pt x="1124" y="142"/>
                  <a:pt x="1098" y="142"/>
                </a:cubicBezTo>
                <a:cubicBezTo>
                  <a:pt x="1073" y="142"/>
                  <a:pt x="1054" y="158"/>
                  <a:pt x="1054" y="188"/>
                </a:cubicBezTo>
                <a:lnTo>
                  <a:pt x="1054" y="309"/>
                </a:lnTo>
                <a:lnTo>
                  <a:pt x="996" y="309"/>
                </a:lnTo>
                <a:lnTo>
                  <a:pt x="996" y="100"/>
                </a:lnTo>
                <a:close/>
                <a:moveTo>
                  <a:pt x="902" y="182"/>
                </a:moveTo>
                <a:cubicBezTo>
                  <a:pt x="900" y="150"/>
                  <a:pt x="884" y="135"/>
                  <a:pt x="856" y="135"/>
                </a:cubicBezTo>
                <a:cubicBezTo>
                  <a:pt x="830" y="135"/>
                  <a:pt x="813" y="152"/>
                  <a:pt x="808" y="182"/>
                </a:cubicBezTo>
                <a:lnTo>
                  <a:pt x="902" y="182"/>
                </a:lnTo>
                <a:close/>
                <a:moveTo>
                  <a:pt x="749" y="207"/>
                </a:moveTo>
                <a:lnTo>
                  <a:pt x="749" y="204"/>
                </a:lnTo>
                <a:cubicBezTo>
                  <a:pt x="749" y="138"/>
                  <a:pt x="796" y="95"/>
                  <a:pt x="856" y="95"/>
                </a:cubicBezTo>
                <a:cubicBezTo>
                  <a:pt x="910" y="95"/>
                  <a:pt x="958" y="127"/>
                  <a:pt x="958" y="202"/>
                </a:cubicBezTo>
                <a:lnTo>
                  <a:pt x="958" y="218"/>
                </a:lnTo>
                <a:lnTo>
                  <a:pt x="808" y="218"/>
                </a:lnTo>
                <a:cubicBezTo>
                  <a:pt x="809" y="252"/>
                  <a:pt x="828" y="272"/>
                  <a:pt x="860" y="272"/>
                </a:cubicBezTo>
                <a:cubicBezTo>
                  <a:pt x="886" y="272"/>
                  <a:pt x="900" y="261"/>
                  <a:pt x="903" y="243"/>
                </a:cubicBezTo>
                <a:lnTo>
                  <a:pt x="958" y="243"/>
                </a:lnTo>
                <a:cubicBezTo>
                  <a:pt x="951" y="288"/>
                  <a:pt x="915" y="314"/>
                  <a:pt x="858" y="314"/>
                </a:cubicBezTo>
                <a:cubicBezTo>
                  <a:pt x="795" y="314"/>
                  <a:pt x="749" y="274"/>
                  <a:pt x="749" y="207"/>
                </a:cubicBezTo>
                <a:moveTo>
                  <a:pt x="518" y="207"/>
                </a:moveTo>
                <a:lnTo>
                  <a:pt x="518" y="204"/>
                </a:lnTo>
                <a:cubicBezTo>
                  <a:pt x="518" y="136"/>
                  <a:pt x="566" y="95"/>
                  <a:pt x="626" y="95"/>
                </a:cubicBezTo>
                <a:cubicBezTo>
                  <a:pt x="674" y="95"/>
                  <a:pt x="719" y="116"/>
                  <a:pt x="724" y="176"/>
                </a:cubicBezTo>
                <a:lnTo>
                  <a:pt x="669" y="176"/>
                </a:lnTo>
                <a:cubicBezTo>
                  <a:pt x="665" y="152"/>
                  <a:pt x="650" y="141"/>
                  <a:pt x="627" y="141"/>
                </a:cubicBezTo>
                <a:cubicBezTo>
                  <a:pt x="597" y="141"/>
                  <a:pt x="577" y="163"/>
                  <a:pt x="577" y="203"/>
                </a:cubicBezTo>
                <a:lnTo>
                  <a:pt x="577" y="206"/>
                </a:lnTo>
                <a:cubicBezTo>
                  <a:pt x="577" y="248"/>
                  <a:pt x="596" y="270"/>
                  <a:pt x="628" y="270"/>
                </a:cubicBezTo>
                <a:cubicBezTo>
                  <a:pt x="651" y="270"/>
                  <a:pt x="670" y="256"/>
                  <a:pt x="673" y="230"/>
                </a:cubicBezTo>
                <a:lnTo>
                  <a:pt x="725" y="230"/>
                </a:lnTo>
                <a:cubicBezTo>
                  <a:pt x="722" y="279"/>
                  <a:pt x="686" y="314"/>
                  <a:pt x="625" y="314"/>
                </a:cubicBezTo>
                <a:cubicBezTo>
                  <a:pt x="564" y="314"/>
                  <a:pt x="518" y="276"/>
                  <a:pt x="518" y="207"/>
                </a:cubicBezTo>
                <a:moveTo>
                  <a:pt x="286" y="207"/>
                </a:moveTo>
                <a:lnTo>
                  <a:pt x="286" y="204"/>
                </a:lnTo>
                <a:cubicBezTo>
                  <a:pt x="286" y="136"/>
                  <a:pt x="335" y="95"/>
                  <a:pt x="394" y="95"/>
                </a:cubicBezTo>
                <a:cubicBezTo>
                  <a:pt x="443" y="95"/>
                  <a:pt x="488" y="116"/>
                  <a:pt x="493" y="176"/>
                </a:cubicBezTo>
                <a:lnTo>
                  <a:pt x="438" y="176"/>
                </a:lnTo>
                <a:cubicBezTo>
                  <a:pt x="434" y="152"/>
                  <a:pt x="419" y="141"/>
                  <a:pt x="396" y="141"/>
                </a:cubicBezTo>
                <a:cubicBezTo>
                  <a:pt x="366" y="141"/>
                  <a:pt x="346" y="163"/>
                  <a:pt x="346" y="203"/>
                </a:cubicBezTo>
                <a:lnTo>
                  <a:pt x="346" y="206"/>
                </a:lnTo>
                <a:cubicBezTo>
                  <a:pt x="346" y="248"/>
                  <a:pt x="364" y="270"/>
                  <a:pt x="397" y="270"/>
                </a:cubicBezTo>
                <a:cubicBezTo>
                  <a:pt x="420" y="270"/>
                  <a:pt x="439" y="256"/>
                  <a:pt x="442" y="230"/>
                </a:cubicBezTo>
                <a:lnTo>
                  <a:pt x="494" y="230"/>
                </a:lnTo>
                <a:cubicBezTo>
                  <a:pt x="491" y="279"/>
                  <a:pt x="455" y="314"/>
                  <a:pt x="394" y="314"/>
                </a:cubicBezTo>
                <a:cubicBezTo>
                  <a:pt x="333" y="314"/>
                  <a:pt x="286" y="276"/>
                  <a:pt x="286" y="207"/>
                </a:cubicBezTo>
                <a:close/>
                <a:moveTo>
                  <a:pt x="94" y="200"/>
                </a:moveTo>
                <a:lnTo>
                  <a:pt x="170" y="200"/>
                </a:lnTo>
                <a:lnTo>
                  <a:pt x="132" y="76"/>
                </a:lnTo>
                <a:lnTo>
                  <a:pt x="94" y="200"/>
                </a:lnTo>
                <a:close/>
                <a:moveTo>
                  <a:pt x="94" y="23"/>
                </a:moveTo>
                <a:lnTo>
                  <a:pt x="178" y="23"/>
                </a:lnTo>
                <a:lnTo>
                  <a:pt x="271" y="309"/>
                </a:lnTo>
                <a:lnTo>
                  <a:pt x="204" y="309"/>
                </a:lnTo>
                <a:lnTo>
                  <a:pt x="184" y="246"/>
                </a:lnTo>
                <a:lnTo>
                  <a:pt x="80" y="246"/>
                </a:lnTo>
                <a:lnTo>
                  <a:pt x="61" y="309"/>
                </a:lnTo>
                <a:lnTo>
                  <a:pt x="0" y="309"/>
                </a:lnTo>
                <a:lnTo>
                  <a:pt x="94" y="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5002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2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715308A-2B7A-4485-A51C-F3F23FC426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grpSp>
        <p:nvGrpSpPr>
          <p:cNvPr id="12" name="Logo_BL" descr="Accenture logo in black and purple">
            <a:extLst>
              <a:ext uri="{FF2B5EF4-FFF2-40B4-BE49-F238E27FC236}">
                <a16:creationId xmlns:a16="http://schemas.microsoft.com/office/drawing/2014/main" id="{9F19D48A-46F6-4BAE-97F3-DFACD8E22BA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82636" y="382725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848F740B-2A73-4970-A31A-4A0E685E66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84A90C93-9B70-4203-9499-12D2A090A80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1" name="Acc_Tech_Logo_WH" descr="Accenture Technology wordmark in black">
            <a:extLst>
              <a:ext uri="{FF2B5EF4-FFF2-40B4-BE49-F238E27FC236}">
                <a16:creationId xmlns:a16="http://schemas.microsoft.com/office/drawing/2014/main" id="{E96F42A4-2317-4355-8825-25B7BD82F6B1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381001" y="6096691"/>
            <a:ext cx="3008376" cy="276189"/>
          </a:xfrm>
          <a:custGeom>
            <a:avLst/>
            <a:gdLst>
              <a:gd name="T0" fmla="*/ 4127 w 4219"/>
              <a:gd name="T1" fmla="*/ 250 h 386"/>
              <a:gd name="T2" fmla="*/ 4070 w 4219"/>
              <a:gd name="T3" fmla="*/ 382 h 386"/>
              <a:gd name="T4" fmla="*/ 3885 w 4219"/>
              <a:gd name="T5" fmla="*/ 124 h 386"/>
              <a:gd name="T6" fmla="*/ 3952 w 4219"/>
              <a:gd name="T7" fmla="*/ 201 h 386"/>
              <a:gd name="T8" fmla="*/ 3950 w 4219"/>
              <a:gd name="T9" fmla="*/ 293 h 386"/>
              <a:gd name="T10" fmla="*/ 3784 w 4219"/>
              <a:gd name="T11" fmla="*/ 200 h 386"/>
              <a:gd name="T12" fmla="*/ 3984 w 4219"/>
              <a:gd name="T13" fmla="*/ 100 h 386"/>
              <a:gd name="T14" fmla="*/ 3714 w 4219"/>
              <a:gd name="T15" fmla="*/ 206 h 386"/>
              <a:gd name="T16" fmla="*/ 3577 w 4219"/>
              <a:gd name="T17" fmla="*/ 206 h 386"/>
              <a:gd name="T18" fmla="*/ 3543 w 4219"/>
              <a:gd name="T19" fmla="*/ 203 h 386"/>
              <a:gd name="T20" fmla="*/ 3645 w 4219"/>
              <a:gd name="T21" fmla="*/ 313 h 386"/>
              <a:gd name="T22" fmla="*/ 3490 w 4219"/>
              <a:gd name="T23" fmla="*/ 309 h 386"/>
              <a:gd name="T24" fmla="*/ 3370 w 4219"/>
              <a:gd name="T25" fmla="*/ 204 h 386"/>
              <a:gd name="T26" fmla="*/ 3302 w 4219"/>
              <a:gd name="T27" fmla="*/ 285 h 386"/>
              <a:gd name="T28" fmla="*/ 3302 w 4219"/>
              <a:gd name="T29" fmla="*/ 96 h 386"/>
              <a:gd name="T30" fmla="*/ 3199 w 4219"/>
              <a:gd name="T31" fmla="*/ 206 h 386"/>
              <a:gd name="T32" fmla="*/ 3076 w 4219"/>
              <a:gd name="T33" fmla="*/ 96 h 386"/>
              <a:gd name="T34" fmla="*/ 3116 w 4219"/>
              <a:gd name="T35" fmla="*/ 178 h 386"/>
              <a:gd name="T36" fmla="*/ 2975 w 4219"/>
              <a:gd name="T37" fmla="*/ 309 h 386"/>
              <a:gd name="T38" fmla="*/ 2769 w 4219"/>
              <a:gd name="T39" fmla="*/ 133 h 386"/>
              <a:gd name="T40" fmla="*/ 2877 w 4219"/>
              <a:gd name="T41" fmla="*/ 309 h 386"/>
              <a:gd name="T42" fmla="*/ 2769 w 4219"/>
              <a:gd name="T43" fmla="*/ 309 h 386"/>
              <a:gd name="T44" fmla="*/ 2492 w 4219"/>
              <a:gd name="T45" fmla="*/ 204 h 386"/>
              <a:gd name="T46" fmla="*/ 2594 w 4219"/>
              <a:gd name="T47" fmla="*/ 124 h 386"/>
              <a:gd name="T48" fmla="*/ 2655 w 4219"/>
              <a:gd name="T49" fmla="*/ 234 h 386"/>
              <a:gd name="T50" fmla="*/ 2423 w 4219"/>
              <a:gd name="T51" fmla="*/ 184 h 386"/>
              <a:gd name="T52" fmla="*/ 2265 w 4219"/>
              <a:gd name="T53" fmla="*/ 207 h 386"/>
              <a:gd name="T54" fmla="*/ 2457 w 4219"/>
              <a:gd name="T55" fmla="*/ 211 h 386"/>
              <a:gd name="T56" fmla="*/ 2456 w 4219"/>
              <a:gd name="T57" fmla="*/ 249 h 386"/>
              <a:gd name="T58" fmla="*/ 2064 w 4219"/>
              <a:gd name="T59" fmla="*/ 52 h 386"/>
              <a:gd name="T60" fmla="*/ 2182 w 4219"/>
              <a:gd name="T61" fmla="*/ 52 h 386"/>
              <a:gd name="T62" fmla="*/ 1938 w 4219"/>
              <a:gd name="T63" fmla="*/ 182 h 386"/>
              <a:gd name="T64" fmla="*/ 1785 w 4219"/>
              <a:gd name="T65" fmla="*/ 207 h 386"/>
              <a:gd name="T66" fmla="*/ 1994 w 4219"/>
              <a:gd name="T67" fmla="*/ 218 h 386"/>
              <a:gd name="T68" fmla="*/ 1994 w 4219"/>
              <a:gd name="T69" fmla="*/ 243 h 386"/>
              <a:gd name="T70" fmla="*/ 1696 w 4219"/>
              <a:gd name="T71" fmla="*/ 100 h 386"/>
              <a:gd name="T72" fmla="*/ 1696 w 4219"/>
              <a:gd name="T73" fmla="*/ 204 h 386"/>
              <a:gd name="T74" fmla="*/ 1392 w 4219"/>
              <a:gd name="T75" fmla="*/ 235 h 386"/>
              <a:gd name="T76" fmla="*/ 1486 w 4219"/>
              <a:gd name="T77" fmla="*/ 269 h 386"/>
              <a:gd name="T78" fmla="*/ 1587 w 4219"/>
              <a:gd name="T79" fmla="*/ 309 h 386"/>
              <a:gd name="T80" fmla="*/ 1392 w 4219"/>
              <a:gd name="T81" fmla="*/ 235 h 386"/>
              <a:gd name="T82" fmla="*/ 1224 w 4219"/>
              <a:gd name="T83" fmla="*/ 100 h 386"/>
              <a:gd name="T84" fmla="*/ 1309 w 4219"/>
              <a:gd name="T85" fmla="*/ 100 h 386"/>
              <a:gd name="T86" fmla="*/ 1309 w 4219"/>
              <a:gd name="T87" fmla="*/ 242 h 386"/>
              <a:gd name="T88" fmla="*/ 1319 w 4219"/>
              <a:gd name="T89" fmla="*/ 313 h 386"/>
              <a:gd name="T90" fmla="*/ 1054 w 4219"/>
              <a:gd name="T91" fmla="*/ 133 h 386"/>
              <a:gd name="T92" fmla="*/ 1135 w 4219"/>
              <a:gd name="T93" fmla="*/ 309 h 386"/>
              <a:gd name="T94" fmla="*/ 1054 w 4219"/>
              <a:gd name="T95" fmla="*/ 309 h 386"/>
              <a:gd name="T96" fmla="*/ 856 w 4219"/>
              <a:gd name="T97" fmla="*/ 135 h 386"/>
              <a:gd name="T98" fmla="*/ 749 w 4219"/>
              <a:gd name="T99" fmla="*/ 204 h 386"/>
              <a:gd name="T100" fmla="*/ 808 w 4219"/>
              <a:gd name="T101" fmla="*/ 218 h 386"/>
              <a:gd name="T102" fmla="*/ 858 w 4219"/>
              <a:gd name="T103" fmla="*/ 314 h 386"/>
              <a:gd name="T104" fmla="*/ 626 w 4219"/>
              <a:gd name="T105" fmla="*/ 95 h 386"/>
              <a:gd name="T106" fmla="*/ 577 w 4219"/>
              <a:gd name="T107" fmla="*/ 203 h 386"/>
              <a:gd name="T108" fmla="*/ 725 w 4219"/>
              <a:gd name="T109" fmla="*/ 230 h 386"/>
              <a:gd name="T110" fmla="*/ 286 w 4219"/>
              <a:gd name="T111" fmla="*/ 204 h 386"/>
              <a:gd name="T112" fmla="*/ 396 w 4219"/>
              <a:gd name="T113" fmla="*/ 141 h 386"/>
              <a:gd name="T114" fmla="*/ 442 w 4219"/>
              <a:gd name="T115" fmla="*/ 230 h 386"/>
              <a:gd name="T116" fmla="*/ 94 w 4219"/>
              <a:gd name="T117" fmla="*/ 200 h 386"/>
              <a:gd name="T118" fmla="*/ 94 w 4219"/>
              <a:gd name="T119" fmla="*/ 23 h 386"/>
              <a:gd name="T120" fmla="*/ 184 w 4219"/>
              <a:gd name="T121" fmla="*/ 246 h 386"/>
              <a:gd name="T122" fmla="*/ 94 w 4219"/>
              <a:gd name="T123" fmla="*/ 23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19" h="386">
                <a:moveTo>
                  <a:pt x="4109" y="288"/>
                </a:moveTo>
                <a:lnTo>
                  <a:pt x="4027" y="100"/>
                </a:lnTo>
                <a:lnTo>
                  <a:pt x="4063" y="100"/>
                </a:lnTo>
                <a:lnTo>
                  <a:pt x="4127" y="250"/>
                </a:lnTo>
                <a:lnTo>
                  <a:pt x="4185" y="100"/>
                </a:lnTo>
                <a:lnTo>
                  <a:pt x="4219" y="100"/>
                </a:lnTo>
                <a:lnTo>
                  <a:pt x="4103" y="382"/>
                </a:lnTo>
                <a:lnTo>
                  <a:pt x="4070" y="382"/>
                </a:lnTo>
                <a:lnTo>
                  <a:pt x="4109" y="288"/>
                </a:lnTo>
                <a:close/>
                <a:moveTo>
                  <a:pt x="3952" y="201"/>
                </a:moveTo>
                <a:lnTo>
                  <a:pt x="3952" y="198"/>
                </a:lnTo>
                <a:cubicBezTo>
                  <a:pt x="3952" y="151"/>
                  <a:pt x="3926" y="124"/>
                  <a:pt x="3885" y="124"/>
                </a:cubicBezTo>
                <a:cubicBezTo>
                  <a:pt x="3844" y="124"/>
                  <a:pt x="3819" y="155"/>
                  <a:pt x="3819" y="199"/>
                </a:cubicBezTo>
                <a:lnTo>
                  <a:pt x="3819" y="202"/>
                </a:lnTo>
                <a:cubicBezTo>
                  <a:pt x="3819" y="248"/>
                  <a:pt x="3848" y="275"/>
                  <a:pt x="3883" y="275"/>
                </a:cubicBezTo>
                <a:cubicBezTo>
                  <a:pt x="3922" y="275"/>
                  <a:pt x="3952" y="248"/>
                  <a:pt x="3952" y="201"/>
                </a:cubicBezTo>
                <a:close/>
                <a:moveTo>
                  <a:pt x="3789" y="321"/>
                </a:moveTo>
                <a:lnTo>
                  <a:pt x="3823" y="321"/>
                </a:lnTo>
                <a:cubicBezTo>
                  <a:pt x="3828" y="345"/>
                  <a:pt x="3848" y="358"/>
                  <a:pt x="3883" y="358"/>
                </a:cubicBezTo>
                <a:cubicBezTo>
                  <a:pt x="3924" y="358"/>
                  <a:pt x="3950" y="338"/>
                  <a:pt x="3950" y="293"/>
                </a:cubicBezTo>
                <a:lnTo>
                  <a:pt x="3950" y="263"/>
                </a:lnTo>
                <a:cubicBezTo>
                  <a:pt x="3938" y="283"/>
                  <a:pt x="3910" y="302"/>
                  <a:pt x="3880" y="302"/>
                </a:cubicBezTo>
                <a:cubicBezTo>
                  <a:pt x="3825" y="302"/>
                  <a:pt x="3784" y="261"/>
                  <a:pt x="3784" y="203"/>
                </a:cubicBezTo>
                <a:lnTo>
                  <a:pt x="3784" y="200"/>
                </a:lnTo>
                <a:cubicBezTo>
                  <a:pt x="3784" y="144"/>
                  <a:pt x="3824" y="96"/>
                  <a:pt x="3882" y="96"/>
                </a:cubicBezTo>
                <a:cubicBezTo>
                  <a:pt x="3917" y="96"/>
                  <a:pt x="3938" y="113"/>
                  <a:pt x="3950" y="134"/>
                </a:cubicBezTo>
                <a:lnTo>
                  <a:pt x="3950" y="100"/>
                </a:lnTo>
                <a:lnTo>
                  <a:pt x="3984" y="100"/>
                </a:lnTo>
                <a:lnTo>
                  <a:pt x="3984" y="295"/>
                </a:lnTo>
                <a:cubicBezTo>
                  <a:pt x="3983" y="356"/>
                  <a:pt x="3942" y="386"/>
                  <a:pt x="3884" y="386"/>
                </a:cubicBezTo>
                <a:cubicBezTo>
                  <a:pt x="3822" y="386"/>
                  <a:pt x="3794" y="356"/>
                  <a:pt x="3789" y="321"/>
                </a:cubicBezTo>
                <a:close/>
                <a:moveTo>
                  <a:pt x="3714" y="206"/>
                </a:moveTo>
                <a:lnTo>
                  <a:pt x="3714" y="204"/>
                </a:lnTo>
                <a:cubicBezTo>
                  <a:pt x="3714" y="155"/>
                  <a:pt x="3687" y="124"/>
                  <a:pt x="3646" y="124"/>
                </a:cubicBezTo>
                <a:cubicBezTo>
                  <a:pt x="3604" y="124"/>
                  <a:pt x="3577" y="155"/>
                  <a:pt x="3577" y="203"/>
                </a:cubicBezTo>
                <a:lnTo>
                  <a:pt x="3577" y="206"/>
                </a:lnTo>
                <a:cubicBezTo>
                  <a:pt x="3577" y="254"/>
                  <a:pt x="3603" y="285"/>
                  <a:pt x="3646" y="285"/>
                </a:cubicBezTo>
                <a:cubicBezTo>
                  <a:pt x="3688" y="285"/>
                  <a:pt x="3714" y="254"/>
                  <a:pt x="3714" y="206"/>
                </a:cubicBezTo>
                <a:close/>
                <a:moveTo>
                  <a:pt x="3543" y="206"/>
                </a:moveTo>
                <a:lnTo>
                  <a:pt x="3543" y="203"/>
                </a:lnTo>
                <a:cubicBezTo>
                  <a:pt x="3543" y="140"/>
                  <a:pt x="3586" y="96"/>
                  <a:pt x="3646" y="96"/>
                </a:cubicBezTo>
                <a:cubicBezTo>
                  <a:pt x="3705" y="96"/>
                  <a:pt x="3748" y="140"/>
                  <a:pt x="3748" y="203"/>
                </a:cubicBezTo>
                <a:lnTo>
                  <a:pt x="3748" y="206"/>
                </a:lnTo>
                <a:cubicBezTo>
                  <a:pt x="3748" y="269"/>
                  <a:pt x="3705" y="313"/>
                  <a:pt x="3645" y="313"/>
                </a:cubicBezTo>
                <a:cubicBezTo>
                  <a:pt x="3586" y="313"/>
                  <a:pt x="3543" y="268"/>
                  <a:pt x="3543" y="206"/>
                </a:cubicBezTo>
                <a:close/>
                <a:moveTo>
                  <a:pt x="3457" y="0"/>
                </a:moveTo>
                <a:lnTo>
                  <a:pt x="3490" y="0"/>
                </a:lnTo>
                <a:lnTo>
                  <a:pt x="3490" y="309"/>
                </a:lnTo>
                <a:lnTo>
                  <a:pt x="3457" y="309"/>
                </a:lnTo>
                <a:lnTo>
                  <a:pt x="3457" y="0"/>
                </a:lnTo>
                <a:close/>
                <a:moveTo>
                  <a:pt x="3370" y="206"/>
                </a:moveTo>
                <a:lnTo>
                  <a:pt x="3370" y="204"/>
                </a:lnTo>
                <a:cubicBezTo>
                  <a:pt x="3370" y="155"/>
                  <a:pt x="3343" y="124"/>
                  <a:pt x="3302" y="124"/>
                </a:cubicBezTo>
                <a:cubicBezTo>
                  <a:pt x="3260" y="124"/>
                  <a:pt x="3233" y="155"/>
                  <a:pt x="3233" y="203"/>
                </a:cubicBezTo>
                <a:lnTo>
                  <a:pt x="3233" y="206"/>
                </a:lnTo>
                <a:cubicBezTo>
                  <a:pt x="3233" y="254"/>
                  <a:pt x="3259" y="285"/>
                  <a:pt x="3302" y="285"/>
                </a:cubicBezTo>
                <a:cubicBezTo>
                  <a:pt x="3344" y="285"/>
                  <a:pt x="3370" y="254"/>
                  <a:pt x="3370" y="206"/>
                </a:cubicBezTo>
                <a:close/>
                <a:moveTo>
                  <a:pt x="3199" y="206"/>
                </a:moveTo>
                <a:lnTo>
                  <a:pt x="3199" y="203"/>
                </a:lnTo>
                <a:cubicBezTo>
                  <a:pt x="3199" y="140"/>
                  <a:pt x="3242" y="96"/>
                  <a:pt x="3302" y="96"/>
                </a:cubicBezTo>
                <a:cubicBezTo>
                  <a:pt x="3361" y="96"/>
                  <a:pt x="3404" y="140"/>
                  <a:pt x="3404" y="203"/>
                </a:cubicBezTo>
                <a:lnTo>
                  <a:pt x="3404" y="206"/>
                </a:lnTo>
                <a:cubicBezTo>
                  <a:pt x="3404" y="269"/>
                  <a:pt x="3361" y="313"/>
                  <a:pt x="3301" y="313"/>
                </a:cubicBezTo>
                <a:cubicBezTo>
                  <a:pt x="3242" y="313"/>
                  <a:pt x="3199" y="268"/>
                  <a:pt x="3199" y="206"/>
                </a:cubicBezTo>
                <a:close/>
                <a:moveTo>
                  <a:pt x="2975" y="100"/>
                </a:moveTo>
                <a:lnTo>
                  <a:pt x="3008" y="100"/>
                </a:lnTo>
                <a:lnTo>
                  <a:pt x="3008" y="133"/>
                </a:lnTo>
                <a:cubicBezTo>
                  <a:pt x="3018" y="114"/>
                  <a:pt x="3041" y="96"/>
                  <a:pt x="3076" y="96"/>
                </a:cubicBezTo>
                <a:cubicBezTo>
                  <a:pt x="3119" y="96"/>
                  <a:pt x="3149" y="120"/>
                  <a:pt x="3149" y="181"/>
                </a:cubicBezTo>
                <a:lnTo>
                  <a:pt x="3149" y="309"/>
                </a:lnTo>
                <a:lnTo>
                  <a:pt x="3116" y="309"/>
                </a:lnTo>
                <a:lnTo>
                  <a:pt x="3116" y="178"/>
                </a:lnTo>
                <a:cubicBezTo>
                  <a:pt x="3116" y="142"/>
                  <a:pt x="3100" y="125"/>
                  <a:pt x="3067" y="125"/>
                </a:cubicBezTo>
                <a:cubicBezTo>
                  <a:pt x="3036" y="125"/>
                  <a:pt x="3008" y="145"/>
                  <a:pt x="3008" y="182"/>
                </a:cubicBezTo>
                <a:lnTo>
                  <a:pt x="3008" y="309"/>
                </a:lnTo>
                <a:lnTo>
                  <a:pt x="2975" y="309"/>
                </a:lnTo>
                <a:lnTo>
                  <a:pt x="2975" y="100"/>
                </a:lnTo>
                <a:close/>
                <a:moveTo>
                  <a:pt x="2736" y="0"/>
                </a:moveTo>
                <a:lnTo>
                  <a:pt x="2769" y="0"/>
                </a:lnTo>
                <a:lnTo>
                  <a:pt x="2769" y="133"/>
                </a:lnTo>
                <a:cubicBezTo>
                  <a:pt x="2779" y="114"/>
                  <a:pt x="2802" y="96"/>
                  <a:pt x="2836" y="96"/>
                </a:cubicBezTo>
                <a:cubicBezTo>
                  <a:pt x="2880" y="96"/>
                  <a:pt x="2910" y="120"/>
                  <a:pt x="2910" y="181"/>
                </a:cubicBezTo>
                <a:lnTo>
                  <a:pt x="2910" y="309"/>
                </a:lnTo>
                <a:lnTo>
                  <a:pt x="2877" y="309"/>
                </a:lnTo>
                <a:lnTo>
                  <a:pt x="2877" y="178"/>
                </a:lnTo>
                <a:cubicBezTo>
                  <a:pt x="2877" y="142"/>
                  <a:pt x="2861" y="125"/>
                  <a:pt x="2828" y="125"/>
                </a:cubicBezTo>
                <a:cubicBezTo>
                  <a:pt x="2797" y="125"/>
                  <a:pt x="2769" y="145"/>
                  <a:pt x="2769" y="182"/>
                </a:cubicBezTo>
                <a:lnTo>
                  <a:pt x="2769" y="309"/>
                </a:lnTo>
                <a:lnTo>
                  <a:pt x="2736" y="309"/>
                </a:lnTo>
                <a:lnTo>
                  <a:pt x="2736" y="0"/>
                </a:lnTo>
                <a:close/>
                <a:moveTo>
                  <a:pt x="2492" y="207"/>
                </a:moveTo>
                <a:lnTo>
                  <a:pt x="2492" y="204"/>
                </a:lnTo>
                <a:cubicBezTo>
                  <a:pt x="2492" y="140"/>
                  <a:pt x="2538" y="96"/>
                  <a:pt x="2594" y="96"/>
                </a:cubicBezTo>
                <a:cubicBezTo>
                  <a:pt x="2638" y="96"/>
                  <a:pt x="2678" y="116"/>
                  <a:pt x="2685" y="170"/>
                </a:cubicBezTo>
                <a:lnTo>
                  <a:pt x="2652" y="170"/>
                </a:lnTo>
                <a:cubicBezTo>
                  <a:pt x="2647" y="136"/>
                  <a:pt x="2623" y="124"/>
                  <a:pt x="2594" y="124"/>
                </a:cubicBezTo>
                <a:cubicBezTo>
                  <a:pt x="2556" y="124"/>
                  <a:pt x="2527" y="154"/>
                  <a:pt x="2527" y="204"/>
                </a:cubicBezTo>
                <a:lnTo>
                  <a:pt x="2527" y="207"/>
                </a:lnTo>
                <a:cubicBezTo>
                  <a:pt x="2527" y="258"/>
                  <a:pt x="2555" y="285"/>
                  <a:pt x="2595" y="285"/>
                </a:cubicBezTo>
                <a:cubicBezTo>
                  <a:pt x="2625" y="285"/>
                  <a:pt x="2652" y="268"/>
                  <a:pt x="2655" y="234"/>
                </a:cubicBezTo>
                <a:lnTo>
                  <a:pt x="2686" y="234"/>
                </a:lnTo>
                <a:cubicBezTo>
                  <a:pt x="2682" y="279"/>
                  <a:pt x="2645" y="313"/>
                  <a:pt x="2595" y="313"/>
                </a:cubicBezTo>
                <a:cubicBezTo>
                  <a:pt x="2536" y="313"/>
                  <a:pt x="2492" y="272"/>
                  <a:pt x="2492" y="207"/>
                </a:cubicBezTo>
                <a:close/>
                <a:moveTo>
                  <a:pt x="2423" y="184"/>
                </a:moveTo>
                <a:cubicBezTo>
                  <a:pt x="2420" y="141"/>
                  <a:pt x="2398" y="124"/>
                  <a:pt x="2363" y="124"/>
                </a:cubicBezTo>
                <a:cubicBezTo>
                  <a:pt x="2329" y="124"/>
                  <a:pt x="2306" y="147"/>
                  <a:pt x="2301" y="184"/>
                </a:cubicBezTo>
                <a:lnTo>
                  <a:pt x="2423" y="184"/>
                </a:lnTo>
                <a:close/>
                <a:moveTo>
                  <a:pt x="2265" y="207"/>
                </a:moveTo>
                <a:lnTo>
                  <a:pt x="2265" y="204"/>
                </a:lnTo>
                <a:cubicBezTo>
                  <a:pt x="2265" y="140"/>
                  <a:pt x="2306" y="96"/>
                  <a:pt x="2363" y="96"/>
                </a:cubicBezTo>
                <a:cubicBezTo>
                  <a:pt x="2412" y="96"/>
                  <a:pt x="2457" y="126"/>
                  <a:pt x="2457" y="200"/>
                </a:cubicBezTo>
                <a:lnTo>
                  <a:pt x="2457" y="211"/>
                </a:lnTo>
                <a:lnTo>
                  <a:pt x="2300" y="211"/>
                </a:lnTo>
                <a:cubicBezTo>
                  <a:pt x="2301" y="259"/>
                  <a:pt x="2324" y="285"/>
                  <a:pt x="2367" y="285"/>
                </a:cubicBezTo>
                <a:cubicBezTo>
                  <a:pt x="2399" y="285"/>
                  <a:pt x="2418" y="273"/>
                  <a:pt x="2422" y="249"/>
                </a:cubicBezTo>
                <a:lnTo>
                  <a:pt x="2456" y="249"/>
                </a:lnTo>
                <a:cubicBezTo>
                  <a:pt x="2448" y="291"/>
                  <a:pt x="2414" y="313"/>
                  <a:pt x="2366" y="313"/>
                </a:cubicBezTo>
                <a:cubicBezTo>
                  <a:pt x="2307" y="313"/>
                  <a:pt x="2265" y="271"/>
                  <a:pt x="2265" y="207"/>
                </a:cubicBezTo>
                <a:moveTo>
                  <a:pt x="2148" y="52"/>
                </a:moveTo>
                <a:lnTo>
                  <a:pt x="2064" y="52"/>
                </a:lnTo>
                <a:lnTo>
                  <a:pt x="2064" y="23"/>
                </a:lnTo>
                <a:lnTo>
                  <a:pt x="2266" y="23"/>
                </a:lnTo>
                <a:lnTo>
                  <a:pt x="2266" y="52"/>
                </a:lnTo>
                <a:lnTo>
                  <a:pt x="2182" y="52"/>
                </a:lnTo>
                <a:lnTo>
                  <a:pt x="2182" y="309"/>
                </a:lnTo>
                <a:lnTo>
                  <a:pt x="2148" y="309"/>
                </a:lnTo>
                <a:lnTo>
                  <a:pt x="2148" y="52"/>
                </a:lnTo>
                <a:close/>
                <a:moveTo>
                  <a:pt x="1938" y="182"/>
                </a:moveTo>
                <a:cubicBezTo>
                  <a:pt x="1936" y="150"/>
                  <a:pt x="1920" y="135"/>
                  <a:pt x="1892" y="135"/>
                </a:cubicBezTo>
                <a:cubicBezTo>
                  <a:pt x="1866" y="135"/>
                  <a:pt x="1849" y="152"/>
                  <a:pt x="1844" y="182"/>
                </a:cubicBezTo>
                <a:lnTo>
                  <a:pt x="1938" y="182"/>
                </a:lnTo>
                <a:close/>
                <a:moveTo>
                  <a:pt x="1785" y="207"/>
                </a:moveTo>
                <a:lnTo>
                  <a:pt x="1785" y="204"/>
                </a:lnTo>
                <a:cubicBezTo>
                  <a:pt x="1785" y="138"/>
                  <a:pt x="1832" y="95"/>
                  <a:pt x="1892" y="95"/>
                </a:cubicBezTo>
                <a:cubicBezTo>
                  <a:pt x="1946" y="95"/>
                  <a:pt x="1994" y="127"/>
                  <a:pt x="1994" y="202"/>
                </a:cubicBezTo>
                <a:lnTo>
                  <a:pt x="1994" y="218"/>
                </a:lnTo>
                <a:lnTo>
                  <a:pt x="1844" y="218"/>
                </a:lnTo>
                <a:cubicBezTo>
                  <a:pt x="1845" y="252"/>
                  <a:pt x="1864" y="272"/>
                  <a:pt x="1896" y="272"/>
                </a:cubicBezTo>
                <a:cubicBezTo>
                  <a:pt x="1922" y="272"/>
                  <a:pt x="1936" y="261"/>
                  <a:pt x="1939" y="243"/>
                </a:cubicBezTo>
                <a:lnTo>
                  <a:pt x="1994" y="243"/>
                </a:lnTo>
                <a:cubicBezTo>
                  <a:pt x="1987" y="288"/>
                  <a:pt x="1951" y="314"/>
                  <a:pt x="1894" y="314"/>
                </a:cubicBezTo>
                <a:cubicBezTo>
                  <a:pt x="1831" y="314"/>
                  <a:pt x="1785" y="274"/>
                  <a:pt x="1785" y="207"/>
                </a:cubicBezTo>
                <a:moveTo>
                  <a:pt x="1638" y="100"/>
                </a:moveTo>
                <a:lnTo>
                  <a:pt x="1696" y="100"/>
                </a:lnTo>
                <a:lnTo>
                  <a:pt x="1696" y="140"/>
                </a:lnTo>
                <a:cubicBezTo>
                  <a:pt x="1709" y="112"/>
                  <a:pt x="1730" y="97"/>
                  <a:pt x="1764" y="97"/>
                </a:cubicBezTo>
                <a:lnTo>
                  <a:pt x="1764" y="151"/>
                </a:lnTo>
                <a:cubicBezTo>
                  <a:pt x="1721" y="150"/>
                  <a:pt x="1696" y="164"/>
                  <a:pt x="1696" y="204"/>
                </a:cubicBezTo>
                <a:lnTo>
                  <a:pt x="1696" y="309"/>
                </a:lnTo>
                <a:lnTo>
                  <a:pt x="1638" y="309"/>
                </a:lnTo>
                <a:lnTo>
                  <a:pt x="1638" y="100"/>
                </a:lnTo>
                <a:close/>
                <a:moveTo>
                  <a:pt x="1392" y="235"/>
                </a:moveTo>
                <a:lnTo>
                  <a:pt x="1392" y="100"/>
                </a:lnTo>
                <a:lnTo>
                  <a:pt x="1449" y="100"/>
                </a:lnTo>
                <a:lnTo>
                  <a:pt x="1449" y="227"/>
                </a:lnTo>
                <a:cubicBezTo>
                  <a:pt x="1449" y="255"/>
                  <a:pt x="1461" y="269"/>
                  <a:pt x="1486" y="269"/>
                </a:cubicBezTo>
                <a:cubicBezTo>
                  <a:pt x="1510" y="269"/>
                  <a:pt x="1529" y="254"/>
                  <a:pt x="1529" y="223"/>
                </a:cubicBezTo>
                <a:lnTo>
                  <a:pt x="1529" y="100"/>
                </a:lnTo>
                <a:lnTo>
                  <a:pt x="1587" y="100"/>
                </a:lnTo>
                <a:lnTo>
                  <a:pt x="1587" y="309"/>
                </a:lnTo>
                <a:lnTo>
                  <a:pt x="1529" y="309"/>
                </a:lnTo>
                <a:lnTo>
                  <a:pt x="1529" y="276"/>
                </a:lnTo>
                <a:cubicBezTo>
                  <a:pt x="1518" y="298"/>
                  <a:pt x="1497" y="314"/>
                  <a:pt x="1463" y="314"/>
                </a:cubicBezTo>
                <a:cubicBezTo>
                  <a:pt x="1422" y="314"/>
                  <a:pt x="1392" y="290"/>
                  <a:pt x="1392" y="235"/>
                </a:cubicBezTo>
                <a:moveTo>
                  <a:pt x="1251" y="247"/>
                </a:moveTo>
                <a:lnTo>
                  <a:pt x="1251" y="141"/>
                </a:lnTo>
                <a:lnTo>
                  <a:pt x="1224" y="141"/>
                </a:lnTo>
                <a:lnTo>
                  <a:pt x="1224" y="100"/>
                </a:lnTo>
                <a:lnTo>
                  <a:pt x="1251" y="100"/>
                </a:lnTo>
                <a:lnTo>
                  <a:pt x="1251" y="55"/>
                </a:lnTo>
                <a:lnTo>
                  <a:pt x="1309" y="55"/>
                </a:lnTo>
                <a:lnTo>
                  <a:pt x="1309" y="100"/>
                </a:lnTo>
                <a:lnTo>
                  <a:pt x="1353" y="100"/>
                </a:lnTo>
                <a:lnTo>
                  <a:pt x="1353" y="141"/>
                </a:lnTo>
                <a:lnTo>
                  <a:pt x="1309" y="141"/>
                </a:lnTo>
                <a:lnTo>
                  <a:pt x="1309" y="242"/>
                </a:lnTo>
                <a:cubicBezTo>
                  <a:pt x="1309" y="259"/>
                  <a:pt x="1317" y="267"/>
                  <a:pt x="1332" y="267"/>
                </a:cubicBezTo>
                <a:cubicBezTo>
                  <a:pt x="1341" y="267"/>
                  <a:pt x="1347" y="266"/>
                  <a:pt x="1354" y="263"/>
                </a:cubicBezTo>
                <a:lnTo>
                  <a:pt x="1354" y="308"/>
                </a:lnTo>
                <a:cubicBezTo>
                  <a:pt x="1346" y="310"/>
                  <a:pt x="1334" y="313"/>
                  <a:pt x="1319" y="313"/>
                </a:cubicBezTo>
                <a:cubicBezTo>
                  <a:pt x="1275" y="313"/>
                  <a:pt x="1251" y="291"/>
                  <a:pt x="1251" y="247"/>
                </a:cubicBezTo>
                <a:close/>
                <a:moveTo>
                  <a:pt x="996" y="100"/>
                </a:moveTo>
                <a:lnTo>
                  <a:pt x="1054" y="100"/>
                </a:lnTo>
                <a:lnTo>
                  <a:pt x="1054" y="133"/>
                </a:lnTo>
                <a:cubicBezTo>
                  <a:pt x="1065" y="112"/>
                  <a:pt x="1088" y="95"/>
                  <a:pt x="1122" y="95"/>
                </a:cubicBezTo>
                <a:cubicBezTo>
                  <a:pt x="1164" y="95"/>
                  <a:pt x="1193" y="120"/>
                  <a:pt x="1193" y="176"/>
                </a:cubicBezTo>
                <a:lnTo>
                  <a:pt x="1193" y="309"/>
                </a:lnTo>
                <a:lnTo>
                  <a:pt x="1135" y="309"/>
                </a:lnTo>
                <a:lnTo>
                  <a:pt x="1135" y="184"/>
                </a:lnTo>
                <a:cubicBezTo>
                  <a:pt x="1135" y="156"/>
                  <a:pt x="1124" y="142"/>
                  <a:pt x="1098" y="142"/>
                </a:cubicBezTo>
                <a:cubicBezTo>
                  <a:pt x="1073" y="142"/>
                  <a:pt x="1054" y="158"/>
                  <a:pt x="1054" y="188"/>
                </a:cubicBezTo>
                <a:lnTo>
                  <a:pt x="1054" y="309"/>
                </a:lnTo>
                <a:lnTo>
                  <a:pt x="996" y="309"/>
                </a:lnTo>
                <a:lnTo>
                  <a:pt x="996" y="100"/>
                </a:lnTo>
                <a:close/>
                <a:moveTo>
                  <a:pt x="902" y="182"/>
                </a:moveTo>
                <a:cubicBezTo>
                  <a:pt x="900" y="150"/>
                  <a:pt x="884" y="135"/>
                  <a:pt x="856" y="135"/>
                </a:cubicBezTo>
                <a:cubicBezTo>
                  <a:pt x="830" y="135"/>
                  <a:pt x="813" y="152"/>
                  <a:pt x="808" y="182"/>
                </a:cubicBezTo>
                <a:lnTo>
                  <a:pt x="902" y="182"/>
                </a:lnTo>
                <a:close/>
                <a:moveTo>
                  <a:pt x="749" y="207"/>
                </a:moveTo>
                <a:lnTo>
                  <a:pt x="749" y="204"/>
                </a:lnTo>
                <a:cubicBezTo>
                  <a:pt x="749" y="138"/>
                  <a:pt x="796" y="95"/>
                  <a:pt x="856" y="95"/>
                </a:cubicBezTo>
                <a:cubicBezTo>
                  <a:pt x="910" y="95"/>
                  <a:pt x="958" y="127"/>
                  <a:pt x="958" y="202"/>
                </a:cubicBezTo>
                <a:lnTo>
                  <a:pt x="958" y="218"/>
                </a:lnTo>
                <a:lnTo>
                  <a:pt x="808" y="218"/>
                </a:lnTo>
                <a:cubicBezTo>
                  <a:pt x="809" y="252"/>
                  <a:pt x="828" y="272"/>
                  <a:pt x="860" y="272"/>
                </a:cubicBezTo>
                <a:cubicBezTo>
                  <a:pt x="886" y="272"/>
                  <a:pt x="900" y="261"/>
                  <a:pt x="903" y="243"/>
                </a:cubicBezTo>
                <a:lnTo>
                  <a:pt x="958" y="243"/>
                </a:lnTo>
                <a:cubicBezTo>
                  <a:pt x="951" y="288"/>
                  <a:pt x="915" y="314"/>
                  <a:pt x="858" y="314"/>
                </a:cubicBezTo>
                <a:cubicBezTo>
                  <a:pt x="795" y="314"/>
                  <a:pt x="749" y="274"/>
                  <a:pt x="749" y="207"/>
                </a:cubicBezTo>
                <a:moveTo>
                  <a:pt x="518" y="207"/>
                </a:moveTo>
                <a:lnTo>
                  <a:pt x="518" y="204"/>
                </a:lnTo>
                <a:cubicBezTo>
                  <a:pt x="518" y="136"/>
                  <a:pt x="566" y="95"/>
                  <a:pt x="626" y="95"/>
                </a:cubicBezTo>
                <a:cubicBezTo>
                  <a:pt x="674" y="95"/>
                  <a:pt x="719" y="116"/>
                  <a:pt x="724" y="176"/>
                </a:cubicBezTo>
                <a:lnTo>
                  <a:pt x="669" y="176"/>
                </a:lnTo>
                <a:cubicBezTo>
                  <a:pt x="665" y="152"/>
                  <a:pt x="650" y="141"/>
                  <a:pt x="627" y="141"/>
                </a:cubicBezTo>
                <a:cubicBezTo>
                  <a:pt x="597" y="141"/>
                  <a:pt x="577" y="163"/>
                  <a:pt x="577" y="203"/>
                </a:cubicBezTo>
                <a:lnTo>
                  <a:pt x="577" y="206"/>
                </a:lnTo>
                <a:cubicBezTo>
                  <a:pt x="577" y="248"/>
                  <a:pt x="596" y="270"/>
                  <a:pt x="628" y="270"/>
                </a:cubicBezTo>
                <a:cubicBezTo>
                  <a:pt x="651" y="270"/>
                  <a:pt x="670" y="256"/>
                  <a:pt x="673" y="230"/>
                </a:cubicBezTo>
                <a:lnTo>
                  <a:pt x="725" y="230"/>
                </a:lnTo>
                <a:cubicBezTo>
                  <a:pt x="722" y="279"/>
                  <a:pt x="686" y="314"/>
                  <a:pt x="625" y="314"/>
                </a:cubicBezTo>
                <a:cubicBezTo>
                  <a:pt x="564" y="314"/>
                  <a:pt x="518" y="276"/>
                  <a:pt x="518" y="207"/>
                </a:cubicBezTo>
                <a:moveTo>
                  <a:pt x="286" y="207"/>
                </a:moveTo>
                <a:lnTo>
                  <a:pt x="286" y="204"/>
                </a:lnTo>
                <a:cubicBezTo>
                  <a:pt x="286" y="136"/>
                  <a:pt x="335" y="95"/>
                  <a:pt x="394" y="95"/>
                </a:cubicBezTo>
                <a:cubicBezTo>
                  <a:pt x="443" y="95"/>
                  <a:pt x="488" y="116"/>
                  <a:pt x="493" y="176"/>
                </a:cubicBezTo>
                <a:lnTo>
                  <a:pt x="438" y="176"/>
                </a:lnTo>
                <a:cubicBezTo>
                  <a:pt x="434" y="152"/>
                  <a:pt x="419" y="141"/>
                  <a:pt x="396" y="141"/>
                </a:cubicBezTo>
                <a:cubicBezTo>
                  <a:pt x="366" y="141"/>
                  <a:pt x="346" y="163"/>
                  <a:pt x="346" y="203"/>
                </a:cubicBezTo>
                <a:lnTo>
                  <a:pt x="346" y="206"/>
                </a:lnTo>
                <a:cubicBezTo>
                  <a:pt x="346" y="248"/>
                  <a:pt x="364" y="270"/>
                  <a:pt x="397" y="270"/>
                </a:cubicBezTo>
                <a:cubicBezTo>
                  <a:pt x="420" y="270"/>
                  <a:pt x="439" y="256"/>
                  <a:pt x="442" y="230"/>
                </a:cubicBezTo>
                <a:lnTo>
                  <a:pt x="494" y="230"/>
                </a:lnTo>
                <a:cubicBezTo>
                  <a:pt x="491" y="279"/>
                  <a:pt x="455" y="314"/>
                  <a:pt x="394" y="314"/>
                </a:cubicBezTo>
                <a:cubicBezTo>
                  <a:pt x="333" y="314"/>
                  <a:pt x="286" y="276"/>
                  <a:pt x="286" y="207"/>
                </a:cubicBezTo>
                <a:close/>
                <a:moveTo>
                  <a:pt x="94" y="200"/>
                </a:moveTo>
                <a:lnTo>
                  <a:pt x="170" y="200"/>
                </a:lnTo>
                <a:lnTo>
                  <a:pt x="132" y="76"/>
                </a:lnTo>
                <a:lnTo>
                  <a:pt x="94" y="200"/>
                </a:lnTo>
                <a:close/>
                <a:moveTo>
                  <a:pt x="94" y="23"/>
                </a:moveTo>
                <a:lnTo>
                  <a:pt x="178" y="23"/>
                </a:lnTo>
                <a:lnTo>
                  <a:pt x="271" y="309"/>
                </a:lnTo>
                <a:lnTo>
                  <a:pt x="204" y="309"/>
                </a:lnTo>
                <a:lnTo>
                  <a:pt x="184" y="246"/>
                </a:lnTo>
                <a:lnTo>
                  <a:pt x="80" y="246"/>
                </a:lnTo>
                <a:lnTo>
                  <a:pt x="61" y="309"/>
                </a:lnTo>
                <a:lnTo>
                  <a:pt x="0" y="309"/>
                </a:lnTo>
                <a:lnTo>
                  <a:pt x="94" y="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582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3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715308A-2B7A-4485-A51C-F3F23FC426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1073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pic>
        <p:nvPicPr>
          <p:cNvPr id="5" name="Graphic 4" descr="Accenture Greater Than symbol in purple">
            <a:extLst>
              <a:ext uri="{FF2B5EF4-FFF2-40B4-BE49-F238E27FC236}">
                <a16:creationId xmlns:a16="http://schemas.microsoft.com/office/drawing/2014/main" id="{8DD1DFCC-5489-470C-84F4-93032F0960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2636" y="382725"/>
            <a:ext cx="641502" cy="704088"/>
          </a:xfrm>
          <a:prstGeom prst="rect">
            <a:avLst/>
          </a:prstGeom>
        </p:spPr>
      </p:pic>
      <p:sp>
        <p:nvSpPr>
          <p:cNvPr id="10" name="Acc_Tech_Logo_WH" descr="Accenture Technology wordmark in black">
            <a:extLst>
              <a:ext uri="{FF2B5EF4-FFF2-40B4-BE49-F238E27FC236}">
                <a16:creationId xmlns:a16="http://schemas.microsoft.com/office/drawing/2014/main" id="{054458DC-FCF6-48B1-82BA-13CDEA023B14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381001" y="6096691"/>
            <a:ext cx="3008376" cy="276189"/>
          </a:xfrm>
          <a:custGeom>
            <a:avLst/>
            <a:gdLst>
              <a:gd name="T0" fmla="*/ 4127 w 4219"/>
              <a:gd name="T1" fmla="*/ 250 h 386"/>
              <a:gd name="T2" fmla="*/ 4070 w 4219"/>
              <a:gd name="T3" fmla="*/ 382 h 386"/>
              <a:gd name="T4" fmla="*/ 3885 w 4219"/>
              <a:gd name="T5" fmla="*/ 124 h 386"/>
              <a:gd name="T6" fmla="*/ 3952 w 4219"/>
              <a:gd name="T7" fmla="*/ 201 h 386"/>
              <a:gd name="T8" fmla="*/ 3950 w 4219"/>
              <a:gd name="T9" fmla="*/ 293 h 386"/>
              <a:gd name="T10" fmla="*/ 3784 w 4219"/>
              <a:gd name="T11" fmla="*/ 200 h 386"/>
              <a:gd name="T12" fmla="*/ 3984 w 4219"/>
              <a:gd name="T13" fmla="*/ 100 h 386"/>
              <a:gd name="T14" fmla="*/ 3714 w 4219"/>
              <a:gd name="T15" fmla="*/ 206 h 386"/>
              <a:gd name="T16" fmla="*/ 3577 w 4219"/>
              <a:gd name="T17" fmla="*/ 206 h 386"/>
              <a:gd name="T18" fmla="*/ 3543 w 4219"/>
              <a:gd name="T19" fmla="*/ 203 h 386"/>
              <a:gd name="T20" fmla="*/ 3645 w 4219"/>
              <a:gd name="T21" fmla="*/ 313 h 386"/>
              <a:gd name="T22" fmla="*/ 3490 w 4219"/>
              <a:gd name="T23" fmla="*/ 309 h 386"/>
              <a:gd name="T24" fmla="*/ 3370 w 4219"/>
              <a:gd name="T25" fmla="*/ 204 h 386"/>
              <a:gd name="T26" fmla="*/ 3302 w 4219"/>
              <a:gd name="T27" fmla="*/ 285 h 386"/>
              <a:gd name="T28" fmla="*/ 3302 w 4219"/>
              <a:gd name="T29" fmla="*/ 96 h 386"/>
              <a:gd name="T30" fmla="*/ 3199 w 4219"/>
              <a:gd name="T31" fmla="*/ 206 h 386"/>
              <a:gd name="T32" fmla="*/ 3076 w 4219"/>
              <a:gd name="T33" fmla="*/ 96 h 386"/>
              <a:gd name="T34" fmla="*/ 3116 w 4219"/>
              <a:gd name="T35" fmla="*/ 178 h 386"/>
              <a:gd name="T36" fmla="*/ 2975 w 4219"/>
              <a:gd name="T37" fmla="*/ 309 h 386"/>
              <a:gd name="T38" fmla="*/ 2769 w 4219"/>
              <a:gd name="T39" fmla="*/ 133 h 386"/>
              <a:gd name="T40" fmla="*/ 2877 w 4219"/>
              <a:gd name="T41" fmla="*/ 309 h 386"/>
              <a:gd name="T42" fmla="*/ 2769 w 4219"/>
              <a:gd name="T43" fmla="*/ 309 h 386"/>
              <a:gd name="T44" fmla="*/ 2492 w 4219"/>
              <a:gd name="T45" fmla="*/ 204 h 386"/>
              <a:gd name="T46" fmla="*/ 2594 w 4219"/>
              <a:gd name="T47" fmla="*/ 124 h 386"/>
              <a:gd name="T48" fmla="*/ 2655 w 4219"/>
              <a:gd name="T49" fmla="*/ 234 h 386"/>
              <a:gd name="T50" fmla="*/ 2423 w 4219"/>
              <a:gd name="T51" fmla="*/ 184 h 386"/>
              <a:gd name="T52" fmla="*/ 2265 w 4219"/>
              <a:gd name="T53" fmla="*/ 207 h 386"/>
              <a:gd name="T54" fmla="*/ 2457 w 4219"/>
              <a:gd name="T55" fmla="*/ 211 h 386"/>
              <a:gd name="T56" fmla="*/ 2456 w 4219"/>
              <a:gd name="T57" fmla="*/ 249 h 386"/>
              <a:gd name="T58" fmla="*/ 2064 w 4219"/>
              <a:gd name="T59" fmla="*/ 52 h 386"/>
              <a:gd name="T60" fmla="*/ 2182 w 4219"/>
              <a:gd name="T61" fmla="*/ 52 h 386"/>
              <a:gd name="T62" fmla="*/ 1938 w 4219"/>
              <a:gd name="T63" fmla="*/ 182 h 386"/>
              <a:gd name="T64" fmla="*/ 1785 w 4219"/>
              <a:gd name="T65" fmla="*/ 207 h 386"/>
              <a:gd name="T66" fmla="*/ 1994 w 4219"/>
              <a:gd name="T67" fmla="*/ 218 h 386"/>
              <a:gd name="T68" fmla="*/ 1994 w 4219"/>
              <a:gd name="T69" fmla="*/ 243 h 386"/>
              <a:gd name="T70" fmla="*/ 1696 w 4219"/>
              <a:gd name="T71" fmla="*/ 100 h 386"/>
              <a:gd name="T72" fmla="*/ 1696 w 4219"/>
              <a:gd name="T73" fmla="*/ 204 h 386"/>
              <a:gd name="T74" fmla="*/ 1392 w 4219"/>
              <a:gd name="T75" fmla="*/ 235 h 386"/>
              <a:gd name="T76" fmla="*/ 1486 w 4219"/>
              <a:gd name="T77" fmla="*/ 269 h 386"/>
              <a:gd name="T78" fmla="*/ 1587 w 4219"/>
              <a:gd name="T79" fmla="*/ 309 h 386"/>
              <a:gd name="T80" fmla="*/ 1392 w 4219"/>
              <a:gd name="T81" fmla="*/ 235 h 386"/>
              <a:gd name="T82" fmla="*/ 1224 w 4219"/>
              <a:gd name="T83" fmla="*/ 100 h 386"/>
              <a:gd name="T84" fmla="*/ 1309 w 4219"/>
              <a:gd name="T85" fmla="*/ 100 h 386"/>
              <a:gd name="T86" fmla="*/ 1309 w 4219"/>
              <a:gd name="T87" fmla="*/ 242 h 386"/>
              <a:gd name="T88" fmla="*/ 1319 w 4219"/>
              <a:gd name="T89" fmla="*/ 313 h 386"/>
              <a:gd name="T90" fmla="*/ 1054 w 4219"/>
              <a:gd name="T91" fmla="*/ 133 h 386"/>
              <a:gd name="T92" fmla="*/ 1135 w 4219"/>
              <a:gd name="T93" fmla="*/ 309 h 386"/>
              <a:gd name="T94" fmla="*/ 1054 w 4219"/>
              <a:gd name="T95" fmla="*/ 309 h 386"/>
              <a:gd name="T96" fmla="*/ 856 w 4219"/>
              <a:gd name="T97" fmla="*/ 135 h 386"/>
              <a:gd name="T98" fmla="*/ 749 w 4219"/>
              <a:gd name="T99" fmla="*/ 204 h 386"/>
              <a:gd name="T100" fmla="*/ 808 w 4219"/>
              <a:gd name="T101" fmla="*/ 218 h 386"/>
              <a:gd name="T102" fmla="*/ 858 w 4219"/>
              <a:gd name="T103" fmla="*/ 314 h 386"/>
              <a:gd name="T104" fmla="*/ 626 w 4219"/>
              <a:gd name="T105" fmla="*/ 95 h 386"/>
              <a:gd name="T106" fmla="*/ 577 w 4219"/>
              <a:gd name="T107" fmla="*/ 203 h 386"/>
              <a:gd name="T108" fmla="*/ 725 w 4219"/>
              <a:gd name="T109" fmla="*/ 230 h 386"/>
              <a:gd name="T110" fmla="*/ 286 w 4219"/>
              <a:gd name="T111" fmla="*/ 204 h 386"/>
              <a:gd name="T112" fmla="*/ 396 w 4219"/>
              <a:gd name="T113" fmla="*/ 141 h 386"/>
              <a:gd name="T114" fmla="*/ 442 w 4219"/>
              <a:gd name="T115" fmla="*/ 230 h 386"/>
              <a:gd name="T116" fmla="*/ 94 w 4219"/>
              <a:gd name="T117" fmla="*/ 200 h 386"/>
              <a:gd name="T118" fmla="*/ 94 w 4219"/>
              <a:gd name="T119" fmla="*/ 23 h 386"/>
              <a:gd name="T120" fmla="*/ 184 w 4219"/>
              <a:gd name="T121" fmla="*/ 246 h 386"/>
              <a:gd name="T122" fmla="*/ 94 w 4219"/>
              <a:gd name="T123" fmla="*/ 23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19" h="386">
                <a:moveTo>
                  <a:pt x="4109" y="288"/>
                </a:moveTo>
                <a:lnTo>
                  <a:pt x="4027" y="100"/>
                </a:lnTo>
                <a:lnTo>
                  <a:pt x="4063" y="100"/>
                </a:lnTo>
                <a:lnTo>
                  <a:pt x="4127" y="250"/>
                </a:lnTo>
                <a:lnTo>
                  <a:pt x="4185" y="100"/>
                </a:lnTo>
                <a:lnTo>
                  <a:pt x="4219" y="100"/>
                </a:lnTo>
                <a:lnTo>
                  <a:pt x="4103" y="382"/>
                </a:lnTo>
                <a:lnTo>
                  <a:pt x="4070" y="382"/>
                </a:lnTo>
                <a:lnTo>
                  <a:pt x="4109" y="288"/>
                </a:lnTo>
                <a:close/>
                <a:moveTo>
                  <a:pt x="3952" y="201"/>
                </a:moveTo>
                <a:lnTo>
                  <a:pt x="3952" y="198"/>
                </a:lnTo>
                <a:cubicBezTo>
                  <a:pt x="3952" y="151"/>
                  <a:pt x="3926" y="124"/>
                  <a:pt x="3885" y="124"/>
                </a:cubicBezTo>
                <a:cubicBezTo>
                  <a:pt x="3844" y="124"/>
                  <a:pt x="3819" y="155"/>
                  <a:pt x="3819" y="199"/>
                </a:cubicBezTo>
                <a:lnTo>
                  <a:pt x="3819" y="202"/>
                </a:lnTo>
                <a:cubicBezTo>
                  <a:pt x="3819" y="248"/>
                  <a:pt x="3848" y="275"/>
                  <a:pt x="3883" y="275"/>
                </a:cubicBezTo>
                <a:cubicBezTo>
                  <a:pt x="3922" y="275"/>
                  <a:pt x="3952" y="248"/>
                  <a:pt x="3952" y="201"/>
                </a:cubicBezTo>
                <a:close/>
                <a:moveTo>
                  <a:pt x="3789" y="321"/>
                </a:moveTo>
                <a:lnTo>
                  <a:pt x="3823" y="321"/>
                </a:lnTo>
                <a:cubicBezTo>
                  <a:pt x="3828" y="345"/>
                  <a:pt x="3848" y="358"/>
                  <a:pt x="3883" y="358"/>
                </a:cubicBezTo>
                <a:cubicBezTo>
                  <a:pt x="3924" y="358"/>
                  <a:pt x="3950" y="338"/>
                  <a:pt x="3950" y="293"/>
                </a:cubicBezTo>
                <a:lnTo>
                  <a:pt x="3950" y="263"/>
                </a:lnTo>
                <a:cubicBezTo>
                  <a:pt x="3938" y="283"/>
                  <a:pt x="3910" y="302"/>
                  <a:pt x="3880" y="302"/>
                </a:cubicBezTo>
                <a:cubicBezTo>
                  <a:pt x="3825" y="302"/>
                  <a:pt x="3784" y="261"/>
                  <a:pt x="3784" y="203"/>
                </a:cubicBezTo>
                <a:lnTo>
                  <a:pt x="3784" y="200"/>
                </a:lnTo>
                <a:cubicBezTo>
                  <a:pt x="3784" y="144"/>
                  <a:pt x="3824" y="96"/>
                  <a:pt x="3882" y="96"/>
                </a:cubicBezTo>
                <a:cubicBezTo>
                  <a:pt x="3917" y="96"/>
                  <a:pt x="3938" y="113"/>
                  <a:pt x="3950" y="134"/>
                </a:cubicBezTo>
                <a:lnTo>
                  <a:pt x="3950" y="100"/>
                </a:lnTo>
                <a:lnTo>
                  <a:pt x="3984" y="100"/>
                </a:lnTo>
                <a:lnTo>
                  <a:pt x="3984" y="295"/>
                </a:lnTo>
                <a:cubicBezTo>
                  <a:pt x="3983" y="356"/>
                  <a:pt x="3942" y="386"/>
                  <a:pt x="3884" y="386"/>
                </a:cubicBezTo>
                <a:cubicBezTo>
                  <a:pt x="3822" y="386"/>
                  <a:pt x="3794" y="356"/>
                  <a:pt x="3789" y="321"/>
                </a:cubicBezTo>
                <a:close/>
                <a:moveTo>
                  <a:pt x="3714" y="206"/>
                </a:moveTo>
                <a:lnTo>
                  <a:pt x="3714" y="204"/>
                </a:lnTo>
                <a:cubicBezTo>
                  <a:pt x="3714" y="155"/>
                  <a:pt x="3687" y="124"/>
                  <a:pt x="3646" y="124"/>
                </a:cubicBezTo>
                <a:cubicBezTo>
                  <a:pt x="3604" y="124"/>
                  <a:pt x="3577" y="155"/>
                  <a:pt x="3577" y="203"/>
                </a:cubicBezTo>
                <a:lnTo>
                  <a:pt x="3577" y="206"/>
                </a:lnTo>
                <a:cubicBezTo>
                  <a:pt x="3577" y="254"/>
                  <a:pt x="3603" y="285"/>
                  <a:pt x="3646" y="285"/>
                </a:cubicBezTo>
                <a:cubicBezTo>
                  <a:pt x="3688" y="285"/>
                  <a:pt x="3714" y="254"/>
                  <a:pt x="3714" y="206"/>
                </a:cubicBezTo>
                <a:close/>
                <a:moveTo>
                  <a:pt x="3543" y="206"/>
                </a:moveTo>
                <a:lnTo>
                  <a:pt x="3543" y="203"/>
                </a:lnTo>
                <a:cubicBezTo>
                  <a:pt x="3543" y="140"/>
                  <a:pt x="3586" y="96"/>
                  <a:pt x="3646" y="96"/>
                </a:cubicBezTo>
                <a:cubicBezTo>
                  <a:pt x="3705" y="96"/>
                  <a:pt x="3748" y="140"/>
                  <a:pt x="3748" y="203"/>
                </a:cubicBezTo>
                <a:lnTo>
                  <a:pt x="3748" y="206"/>
                </a:lnTo>
                <a:cubicBezTo>
                  <a:pt x="3748" y="269"/>
                  <a:pt x="3705" y="313"/>
                  <a:pt x="3645" y="313"/>
                </a:cubicBezTo>
                <a:cubicBezTo>
                  <a:pt x="3586" y="313"/>
                  <a:pt x="3543" y="268"/>
                  <a:pt x="3543" y="206"/>
                </a:cubicBezTo>
                <a:close/>
                <a:moveTo>
                  <a:pt x="3457" y="0"/>
                </a:moveTo>
                <a:lnTo>
                  <a:pt x="3490" y="0"/>
                </a:lnTo>
                <a:lnTo>
                  <a:pt x="3490" y="309"/>
                </a:lnTo>
                <a:lnTo>
                  <a:pt x="3457" y="309"/>
                </a:lnTo>
                <a:lnTo>
                  <a:pt x="3457" y="0"/>
                </a:lnTo>
                <a:close/>
                <a:moveTo>
                  <a:pt x="3370" y="206"/>
                </a:moveTo>
                <a:lnTo>
                  <a:pt x="3370" y="204"/>
                </a:lnTo>
                <a:cubicBezTo>
                  <a:pt x="3370" y="155"/>
                  <a:pt x="3343" y="124"/>
                  <a:pt x="3302" y="124"/>
                </a:cubicBezTo>
                <a:cubicBezTo>
                  <a:pt x="3260" y="124"/>
                  <a:pt x="3233" y="155"/>
                  <a:pt x="3233" y="203"/>
                </a:cubicBezTo>
                <a:lnTo>
                  <a:pt x="3233" y="206"/>
                </a:lnTo>
                <a:cubicBezTo>
                  <a:pt x="3233" y="254"/>
                  <a:pt x="3259" y="285"/>
                  <a:pt x="3302" y="285"/>
                </a:cubicBezTo>
                <a:cubicBezTo>
                  <a:pt x="3344" y="285"/>
                  <a:pt x="3370" y="254"/>
                  <a:pt x="3370" y="206"/>
                </a:cubicBezTo>
                <a:close/>
                <a:moveTo>
                  <a:pt x="3199" y="206"/>
                </a:moveTo>
                <a:lnTo>
                  <a:pt x="3199" y="203"/>
                </a:lnTo>
                <a:cubicBezTo>
                  <a:pt x="3199" y="140"/>
                  <a:pt x="3242" y="96"/>
                  <a:pt x="3302" y="96"/>
                </a:cubicBezTo>
                <a:cubicBezTo>
                  <a:pt x="3361" y="96"/>
                  <a:pt x="3404" y="140"/>
                  <a:pt x="3404" y="203"/>
                </a:cubicBezTo>
                <a:lnTo>
                  <a:pt x="3404" y="206"/>
                </a:lnTo>
                <a:cubicBezTo>
                  <a:pt x="3404" y="269"/>
                  <a:pt x="3361" y="313"/>
                  <a:pt x="3301" y="313"/>
                </a:cubicBezTo>
                <a:cubicBezTo>
                  <a:pt x="3242" y="313"/>
                  <a:pt x="3199" y="268"/>
                  <a:pt x="3199" y="206"/>
                </a:cubicBezTo>
                <a:close/>
                <a:moveTo>
                  <a:pt x="2975" y="100"/>
                </a:moveTo>
                <a:lnTo>
                  <a:pt x="3008" y="100"/>
                </a:lnTo>
                <a:lnTo>
                  <a:pt x="3008" y="133"/>
                </a:lnTo>
                <a:cubicBezTo>
                  <a:pt x="3018" y="114"/>
                  <a:pt x="3041" y="96"/>
                  <a:pt x="3076" y="96"/>
                </a:cubicBezTo>
                <a:cubicBezTo>
                  <a:pt x="3119" y="96"/>
                  <a:pt x="3149" y="120"/>
                  <a:pt x="3149" y="181"/>
                </a:cubicBezTo>
                <a:lnTo>
                  <a:pt x="3149" y="309"/>
                </a:lnTo>
                <a:lnTo>
                  <a:pt x="3116" y="309"/>
                </a:lnTo>
                <a:lnTo>
                  <a:pt x="3116" y="178"/>
                </a:lnTo>
                <a:cubicBezTo>
                  <a:pt x="3116" y="142"/>
                  <a:pt x="3100" y="125"/>
                  <a:pt x="3067" y="125"/>
                </a:cubicBezTo>
                <a:cubicBezTo>
                  <a:pt x="3036" y="125"/>
                  <a:pt x="3008" y="145"/>
                  <a:pt x="3008" y="182"/>
                </a:cubicBezTo>
                <a:lnTo>
                  <a:pt x="3008" y="309"/>
                </a:lnTo>
                <a:lnTo>
                  <a:pt x="2975" y="309"/>
                </a:lnTo>
                <a:lnTo>
                  <a:pt x="2975" y="100"/>
                </a:lnTo>
                <a:close/>
                <a:moveTo>
                  <a:pt x="2736" y="0"/>
                </a:moveTo>
                <a:lnTo>
                  <a:pt x="2769" y="0"/>
                </a:lnTo>
                <a:lnTo>
                  <a:pt x="2769" y="133"/>
                </a:lnTo>
                <a:cubicBezTo>
                  <a:pt x="2779" y="114"/>
                  <a:pt x="2802" y="96"/>
                  <a:pt x="2836" y="96"/>
                </a:cubicBezTo>
                <a:cubicBezTo>
                  <a:pt x="2880" y="96"/>
                  <a:pt x="2910" y="120"/>
                  <a:pt x="2910" y="181"/>
                </a:cubicBezTo>
                <a:lnTo>
                  <a:pt x="2910" y="309"/>
                </a:lnTo>
                <a:lnTo>
                  <a:pt x="2877" y="309"/>
                </a:lnTo>
                <a:lnTo>
                  <a:pt x="2877" y="178"/>
                </a:lnTo>
                <a:cubicBezTo>
                  <a:pt x="2877" y="142"/>
                  <a:pt x="2861" y="125"/>
                  <a:pt x="2828" y="125"/>
                </a:cubicBezTo>
                <a:cubicBezTo>
                  <a:pt x="2797" y="125"/>
                  <a:pt x="2769" y="145"/>
                  <a:pt x="2769" y="182"/>
                </a:cubicBezTo>
                <a:lnTo>
                  <a:pt x="2769" y="309"/>
                </a:lnTo>
                <a:lnTo>
                  <a:pt x="2736" y="309"/>
                </a:lnTo>
                <a:lnTo>
                  <a:pt x="2736" y="0"/>
                </a:lnTo>
                <a:close/>
                <a:moveTo>
                  <a:pt x="2492" y="207"/>
                </a:moveTo>
                <a:lnTo>
                  <a:pt x="2492" y="204"/>
                </a:lnTo>
                <a:cubicBezTo>
                  <a:pt x="2492" y="140"/>
                  <a:pt x="2538" y="96"/>
                  <a:pt x="2594" y="96"/>
                </a:cubicBezTo>
                <a:cubicBezTo>
                  <a:pt x="2638" y="96"/>
                  <a:pt x="2678" y="116"/>
                  <a:pt x="2685" y="170"/>
                </a:cubicBezTo>
                <a:lnTo>
                  <a:pt x="2652" y="170"/>
                </a:lnTo>
                <a:cubicBezTo>
                  <a:pt x="2647" y="136"/>
                  <a:pt x="2623" y="124"/>
                  <a:pt x="2594" y="124"/>
                </a:cubicBezTo>
                <a:cubicBezTo>
                  <a:pt x="2556" y="124"/>
                  <a:pt x="2527" y="154"/>
                  <a:pt x="2527" y="204"/>
                </a:cubicBezTo>
                <a:lnTo>
                  <a:pt x="2527" y="207"/>
                </a:lnTo>
                <a:cubicBezTo>
                  <a:pt x="2527" y="258"/>
                  <a:pt x="2555" y="285"/>
                  <a:pt x="2595" y="285"/>
                </a:cubicBezTo>
                <a:cubicBezTo>
                  <a:pt x="2625" y="285"/>
                  <a:pt x="2652" y="268"/>
                  <a:pt x="2655" y="234"/>
                </a:cubicBezTo>
                <a:lnTo>
                  <a:pt x="2686" y="234"/>
                </a:lnTo>
                <a:cubicBezTo>
                  <a:pt x="2682" y="279"/>
                  <a:pt x="2645" y="313"/>
                  <a:pt x="2595" y="313"/>
                </a:cubicBezTo>
                <a:cubicBezTo>
                  <a:pt x="2536" y="313"/>
                  <a:pt x="2492" y="272"/>
                  <a:pt x="2492" y="207"/>
                </a:cubicBezTo>
                <a:close/>
                <a:moveTo>
                  <a:pt x="2423" y="184"/>
                </a:moveTo>
                <a:cubicBezTo>
                  <a:pt x="2420" y="141"/>
                  <a:pt x="2398" y="124"/>
                  <a:pt x="2363" y="124"/>
                </a:cubicBezTo>
                <a:cubicBezTo>
                  <a:pt x="2329" y="124"/>
                  <a:pt x="2306" y="147"/>
                  <a:pt x="2301" y="184"/>
                </a:cubicBezTo>
                <a:lnTo>
                  <a:pt x="2423" y="184"/>
                </a:lnTo>
                <a:close/>
                <a:moveTo>
                  <a:pt x="2265" y="207"/>
                </a:moveTo>
                <a:lnTo>
                  <a:pt x="2265" y="204"/>
                </a:lnTo>
                <a:cubicBezTo>
                  <a:pt x="2265" y="140"/>
                  <a:pt x="2306" y="96"/>
                  <a:pt x="2363" y="96"/>
                </a:cubicBezTo>
                <a:cubicBezTo>
                  <a:pt x="2412" y="96"/>
                  <a:pt x="2457" y="126"/>
                  <a:pt x="2457" y="200"/>
                </a:cubicBezTo>
                <a:lnTo>
                  <a:pt x="2457" y="211"/>
                </a:lnTo>
                <a:lnTo>
                  <a:pt x="2300" y="211"/>
                </a:lnTo>
                <a:cubicBezTo>
                  <a:pt x="2301" y="259"/>
                  <a:pt x="2324" y="285"/>
                  <a:pt x="2367" y="285"/>
                </a:cubicBezTo>
                <a:cubicBezTo>
                  <a:pt x="2399" y="285"/>
                  <a:pt x="2418" y="273"/>
                  <a:pt x="2422" y="249"/>
                </a:cubicBezTo>
                <a:lnTo>
                  <a:pt x="2456" y="249"/>
                </a:lnTo>
                <a:cubicBezTo>
                  <a:pt x="2448" y="291"/>
                  <a:pt x="2414" y="313"/>
                  <a:pt x="2366" y="313"/>
                </a:cubicBezTo>
                <a:cubicBezTo>
                  <a:pt x="2307" y="313"/>
                  <a:pt x="2265" y="271"/>
                  <a:pt x="2265" y="207"/>
                </a:cubicBezTo>
                <a:moveTo>
                  <a:pt x="2148" y="52"/>
                </a:moveTo>
                <a:lnTo>
                  <a:pt x="2064" y="52"/>
                </a:lnTo>
                <a:lnTo>
                  <a:pt x="2064" y="23"/>
                </a:lnTo>
                <a:lnTo>
                  <a:pt x="2266" y="23"/>
                </a:lnTo>
                <a:lnTo>
                  <a:pt x="2266" y="52"/>
                </a:lnTo>
                <a:lnTo>
                  <a:pt x="2182" y="52"/>
                </a:lnTo>
                <a:lnTo>
                  <a:pt x="2182" y="309"/>
                </a:lnTo>
                <a:lnTo>
                  <a:pt x="2148" y="309"/>
                </a:lnTo>
                <a:lnTo>
                  <a:pt x="2148" y="52"/>
                </a:lnTo>
                <a:close/>
                <a:moveTo>
                  <a:pt x="1938" y="182"/>
                </a:moveTo>
                <a:cubicBezTo>
                  <a:pt x="1936" y="150"/>
                  <a:pt x="1920" y="135"/>
                  <a:pt x="1892" y="135"/>
                </a:cubicBezTo>
                <a:cubicBezTo>
                  <a:pt x="1866" y="135"/>
                  <a:pt x="1849" y="152"/>
                  <a:pt x="1844" y="182"/>
                </a:cubicBezTo>
                <a:lnTo>
                  <a:pt x="1938" y="182"/>
                </a:lnTo>
                <a:close/>
                <a:moveTo>
                  <a:pt x="1785" y="207"/>
                </a:moveTo>
                <a:lnTo>
                  <a:pt x="1785" y="204"/>
                </a:lnTo>
                <a:cubicBezTo>
                  <a:pt x="1785" y="138"/>
                  <a:pt x="1832" y="95"/>
                  <a:pt x="1892" y="95"/>
                </a:cubicBezTo>
                <a:cubicBezTo>
                  <a:pt x="1946" y="95"/>
                  <a:pt x="1994" y="127"/>
                  <a:pt x="1994" y="202"/>
                </a:cubicBezTo>
                <a:lnTo>
                  <a:pt x="1994" y="218"/>
                </a:lnTo>
                <a:lnTo>
                  <a:pt x="1844" y="218"/>
                </a:lnTo>
                <a:cubicBezTo>
                  <a:pt x="1845" y="252"/>
                  <a:pt x="1864" y="272"/>
                  <a:pt x="1896" y="272"/>
                </a:cubicBezTo>
                <a:cubicBezTo>
                  <a:pt x="1922" y="272"/>
                  <a:pt x="1936" y="261"/>
                  <a:pt x="1939" y="243"/>
                </a:cubicBezTo>
                <a:lnTo>
                  <a:pt x="1994" y="243"/>
                </a:lnTo>
                <a:cubicBezTo>
                  <a:pt x="1987" y="288"/>
                  <a:pt x="1951" y="314"/>
                  <a:pt x="1894" y="314"/>
                </a:cubicBezTo>
                <a:cubicBezTo>
                  <a:pt x="1831" y="314"/>
                  <a:pt x="1785" y="274"/>
                  <a:pt x="1785" y="207"/>
                </a:cubicBezTo>
                <a:moveTo>
                  <a:pt x="1638" y="100"/>
                </a:moveTo>
                <a:lnTo>
                  <a:pt x="1696" y="100"/>
                </a:lnTo>
                <a:lnTo>
                  <a:pt x="1696" y="140"/>
                </a:lnTo>
                <a:cubicBezTo>
                  <a:pt x="1709" y="112"/>
                  <a:pt x="1730" y="97"/>
                  <a:pt x="1764" y="97"/>
                </a:cubicBezTo>
                <a:lnTo>
                  <a:pt x="1764" y="151"/>
                </a:lnTo>
                <a:cubicBezTo>
                  <a:pt x="1721" y="150"/>
                  <a:pt x="1696" y="164"/>
                  <a:pt x="1696" y="204"/>
                </a:cubicBezTo>
                <a:lnTo>
                  <a:pt x="1696" y="309"/>
                </a:lnTo>
                <a:lnTo>
                  <a:pt x="1638" y="309"/>
                </a:lnTo>
                <a:lnTo>
                  <a:pt x="1638" y="100"/>
                </a:lnTo>
                <a:close/>
                <a:moveTo>
                  <a:pt x="1392" y="235"/>
                </a:moveTo>
                <a:lnTo>
                  <a:pt x="1392" y="100"/>
                </a:lnTo>
                <a:lnTo>
                  <a:pt x="1449" y="100"/>
                </a:lnTo>
                <a:lnTo>
                  <a:pt x="1449" y="227"/>
                </a:lnTo>
                <a:cubicBezTo>
                  <a:pt x="1449" y="255"/>
                  <a:pt x="1461" y="269"/>
                  <a:pt x="1486" y="269"/>
                </a:cubicBezTo>
                <a:cubicBezTo>
                  <a:pt x="1510" y="269"/>
                  <a:pt x="1529" y="254"/>
                  <a:pt x="1529" y="223"/>
                </a:cubicBezTo>
                <a:lnTo>
                  <a:pt x="1529" y="100"/>
                </a:lnTo>
                <a:lnTo>
                  <a:pt x="1587" y="100"/>
                </a:lnTo>
                <a:lnTo>
                  <a:pt x="1587" y="309"/>
                </a:lnTo>
                <a:lnTo>
                  <a:pt x="1529" y="309"/>
                </a:lnTo>
                <a:lnTo>
                  <a:pt x="1529" y="276"/>
                </a:lnTo>
                <a:cubicBezTo>
                  <a:pt x="1518" y="298"/>
                  <a:pt x="1497" y="314"/>
                  <a:pt x="1463" y="314"/>
                </a:cubicBezTo>
                <a:cubicBezTo>
                  <a:pt x="1422" y="314"/>
                  <a:pt x="1392" y="290"/>
                  <a:pt x="1392" y="235"/>
                </a:cubicBezTo>
                <a:moveTo>
                  <a:pt x="1251" y="247"/>
                </a:moveTo>
                <a:lnTo>
                  <a:pt x="1251" y="141"/>
                </a:lnTo>
                <a:lnTo>
                  <a:pt x="1224" y="141"/>
                </a:lnTo>
                <a:lnTo>
                  <a:pt x="1224" y="100"/>
                </a:lnTo>
                <a:lnTo>
                  <a:pt x="1251" y="100"/>
                </a:lnTo>
                <a:lnTo>
                  <a:pt x="1251" y="55"/>
                </a:lnTo>
                <a:lnTo>
                  <a:pt x="1309" y="55"/>
                </a:lnTo>
                <a:lnTo>
                  <a:pt x="1309" y="100"/>
                </a:lnTo>
                <a:lnTo>
                  <a:pt x="1353" y="100"/>
                </a:lnTo>
                <a:lnTo>
                  <a:pt x="1353" y="141"/>
                </a:lnTo>
                <a:lnTo>
                  <a:pt x="1309" y="141"/>
                </a:lnTo>
                <a:lnTo>
                  <a:pt x="1309" y="242"/>
                </a:lnTo>
                <a:cubicBezTo>
                  <a:pt x="1309" y="259"/>
                  <a:pt x="1317" y="267"/>
                  <a:pt x="1332" y="267"/>
                </a:cubicBezTo>
                <a:cubicBezTo>
                  <a:pt x="1341" y="267"/>
                  <a:pt x="1347" y="266"/>
                  <a:pt x="1354" y="263"/>
                </a:cubicBezTo>
                <a:lnTo>
                  <a:pt x="1354" y="308"/>
                </a:lnTo>
                <a:cubicBezTo>
                  <a:pt x="1346" y="310"/>
                  <a:pt x="1334" y="313"/>
                  <a:pt x="1319" y="313"/>
                </a:cubicBezTo>
                <a:cubicBezTo>
                  <a:pt x="1275" y="313"/>
                  <a:pt x="1251" y="291"/>
                  <a:pt x="1251" y="247"/>
                </a:cubicBezTo>
                <a:close/>
                <a:moveTo>
                  <a:pt x="996" y="100"/>
                </a:moveTo>
                <a:lnTo>
                  <a:pt x="1054" y="100"/>
                </a:lnTo>
                <a:lnTo>
                  <a:pt x="1054" y="133"/>
                </a:lnTo>
                <a:cubicBezTo>
                  <a:pt x="1065" y="112"/>
                  <a:pt x="1088" y="95"/>
                  <a:pt x="1122" y="95"/>
                </a:cubicBezTo>
                <a:cubicBezTo>
                  <a:pt x="1164" y="95"/>
                  <a:pt x="1193" y="120"/>
                  <a:pt x="1193" y="176"/>
                </a:cubicBezTo>
                <a:lnTo>
                  <a:pt x="1193" y="309"/>
                </a:lnTo>
                <a:lnTo>
                  <a:pt x="1135" y="309"/>
                </a:lnTo>
                <a:lnTo>
                  <a:pt x="1135" y="184"/>
                </a:lnTo>
                <a:cubicBezTo>
                  <a:pt x="1135" y="156"/>
                  <a:pt x="1124" y="142"/>
                  <a:pt x="1098" y="142"/>
                </a:cubicBezTo>
                <a:cubicBezTo>
                  <a:pt x="1073" y="142"/>
                  <a:pt x="1054" y="158"/>
                  <a:pt x="1054" y="188"/>
                </a:cubicBezTo>
                <a:lnTo>
                  <a:pt x="1054" y="309"/>
                </a:lnTo>
                <a:lnTo>
                  <a:pt x="996" y="309"/>
                </a:lnTo>
                <a:lnTo>
                  <a:pt x="996" y="100"/>
                </a:lnTo>
                <a:close/>
                <a:moveTo>
                  <a:pt x="902" y="182"/>
                </a:moveTo>
                <a:cubicBezTo>
                  <a:pt x="900" y="150"/>
                  <a:pt x="884" y="135"/>
                  <a:pt x="856" y="135"/>
                </a:cubicBezTo>
                <a:cubicBezTo>
                  <a:pt x="830" y="135"/>
                  <a:pt x="813" y="152"/>
                  <a:pt x="808" y="182"/>
                </a:cubicBezTo>
                <a:lnTo>
                  <a:pt x="902" y="182"/>
                </a:lnTo>
                <a:close/>
                <a:moveTo>
                  <a:pt x="749" y="207"/>
                </a:moveTo>
                <a:lnTo>
                  <a:pt x="749" y="204"/>
                </a:lnTo>
                <a:cubicBezTo>
                  <a:pt x="749" y="138"/>
                  <a:pt x="796" y="95"/>
                  <a:pt x="856" y="95"/>
                </a:cubicBezTo>
                <a:cubicBezTo>
                  <a:pt x="910" y="95"/>
                  <a:pt x="958" y="127"/>
                  <a:pt x="958" y="202"/>
                </a:cubicBezTo>
                <a:lnTo>
                  <a:pt x="958" y="218"/>
                </a:lnTo>
                <a:lnTo>
                  <a:pt x="808" y="218"/>
                </a:lnTo>
                <a:cubicBezTo>
                  <a:pt x="809" y="252"/>
                  <a:pt x="828" y="272"/>
                  <a:pt x="860" y="272"/>
                </a:cubicBezTo>
                <a:cubicBezTo>
                  <a:pt x="886" y="272"/>
                  <a:pt x="900" y="261"/>
                  <a:pt x="903" y="243"/>
                </a:cubicBezTo>
                <a:lnTo>
                  <a:pt x="958" y="243"/>
                </a:lnTo>
                <a:cubicBezTo>
                  <a:pt x="951" y="288"/>
                  <a:pt x="915" y="314"/>
                  <a:pt x="858" y="314"/>
                </a:cubicBezTo>
                <a:cubicBezTo>
                  <a:pt x="795" y="314"/>
                  <a:pt x="749" y="274"/>
                  <a:pt x="749" y="207"/>
                </a:cubicBezTo>
                <a:moveTo>
                  <a:pt x="518" y="207"/>
                </a:moveTo>
                <a:lnTo>
                  <a:pt x="518" y="204"/>
                </a:lnTo>
                <a:cubicBezTo>
                  <a:pt x="518" y="136"/>
                  <a:pt x="566" y="95"/>
                  <a:pt x="626" y="95"/>
                </a:cubicBezTo>
                <a:cubicBezTo>
                  <a:pt x="674" y="95"/>
                  <a:pt x="719" y="116"/>
                  <a:pt x="724" y="176"/>
                </a:cubicBezTo>
                <a:lnTo>
                  <a:pt x="669" y="176"/>
                </a:lnTo>
                <a:cubicBezTo>
                  <a:pt x="665" y="152"/>
                  <a:pt x="650" y="141"/>
                  <a:pt x="627" y="141"/>
                </a:cubicBezTo>
                <a:cubicBezTo>
                  <a:pt x="597" y="141"/>
                  <a:pt x="577" y="163"/>
                  <a:pt x="577" y="203"/>
                </a:cubicBezTo>
                <a:lnTo>
                  <a:pt x="577" y="206"/>
                </a:lnTo>
                <a:cubicBezTo>
                  <a:pt x="577" y="248"/>
                  <a:pt x="596" y="270"/>
                  <a:pt x="628" y="270"/>
                </a:cubicBezTo>
                <a:cubicBezTo>
                  <a:pt x="651" y="270"/>
                  <a:pt x="670" y="256"/>
                  <a:pt x="673" y="230"/>
                </a:cubicBezTo>
                <a:lnTo>
                  <a:pt x="725" y="230"/>
                </a:lnTo>
                <a:cubicBezTo>
                  <a:pt x="722" y="279"/>
                  <a:pt x="686" y="314"/>
                  <a:pt x="625" y="314"/>
                </a:cubicBezTo>
                <a:cubicBezTo>
                  <a:pt x="564" y="314"/>
                  <a:pt x="518" y="276"/>
                  <a:pt x="518" y="207"/>
                </a:cubicBezTo>
                <a:moveTo>
                  <a:pt x="286" y="207"/>
                </a:moveTo>
                <a:lnTo>
                  <a:pt x="286" y="204"/>
                </a:lnTo>
                <a:cubicBezTo>
                  <a:pt x="286" y="136"/>
                  <a:pt x="335" y="95"/>
                  <a:pt x="394" y="95"/>
                </a:cubicBezTo>
                <a:cubicBezTo>
                  <a:pt x="443" y="95"/>
                  <a:pt x="488" y="116"/>
                  <a:pt x="493" y="176"/>
                </a:cubicBezTo>
                <a:lnTo>
                  <a:pt x="438" y="176"/>
                </a:lnTo>
                <a:cubicBezTo>
                  <a:pt x="434" y="152"/>
                  <a:pt x="419" y="141"/>
                  <a:pt x="396" y="141"/>
                </a:cubicBezTo>
                <a:cubicBezTo>
                  <a:pt x="366" y="141"/>
                  <a:pt x="346" y="163"/>
                  <a:pt x="346" y="203"/>
                </a:cubicBezTo>
                <a:lnTo>
                  <a:pt x="346" y="206"/>
                </a:lnTo>
                <a:cubicBezTo>
                  <a:pt x="346" y="248"/>
                  <a:pt x="364" y="270"/>
                  <a:pt x="397" y="270"/>
                </a:cubicBezTo>
                <a:cubicBezTo>
                  <a:pt x="420" y="270"/>
                  <a:pt x="439" y="256"/>
                  <a:pt x="442" y="230"/>
                </a:cubicBezTo>
                <a:lnTo>
                  <a:pt x="494" y="230"/>
                </a:lnTo>
                <a:cubicBezTo>
                  <a:pt x="491" y="279"/>
                  <a:pt x="455" y="314"/>
                  <a:pt x="394" y="314"/>
                </a:cubicBezTo>
                <a:cubicBezTo>
                  <a:pt x="333" y="314"/>
                  <a:pt x="286" y="276"/>
                  <a:pt x="286" y="207"/>
                </a:cubicBezTo>
                <a:close/>
                <a:moveTo>
                  <a:pt x="94" y="200"/>
                </a:moveTo>
                <a:lnTo>
                  <a:pt x="170" y="200"/>
                </a:lnTo>
                <a:lnTo>
                  <a:pt x="132" y="76"/>
                </a:lnTo>
                <a:lnTo>
                  <a:pt x="94" y="200"/>
                </a:lnTo>
                <a:close/>
                <a:moveTo>
                  <a:pt x="94" y="23"/>
                </a:moveTo>
                <a:lnTo>
                  <a:pt x="178" y="23"/>
                </a:lnTo>
                <a:lnTo>
                  <a:pt x="271" y="309"/>
                </a:lnTo>
                <a:lnTo>
                  <a:pt x="204" y="309"/>
                </a:lnTo>
                <a:lnTo>
                  <a:pt x="184" y="246"/>
                </a:lnTo>
                <a:lnTo>
                  <a:pt x="80" y="246"/>
                </a:lnTo>
                <a:lnTo>
                  <a:pt x="61" y="309"/>
                </a:lnTo>
                <a:lnTo>
                  <a:pt x="0" y="309"/>
                </a:lnTo>
                <a:lnTo>
                  <a:pt x="94" y="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4120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ccenture Gradient Dark">
            <a:extLst>
              <a:ext uri="{FF2B5EF4-FFF2-40B4-BE49-F238E27FC236}">
                <a16:creationId xmlns:a16="http://schemas.microsoft.com/office/drawing/2014/main" id="{86F62995-A1F7-47A0-AD35-CBADA97239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"/>
          <a:stretch/>
        </p:blipFill>
        <p:spPr bwMode="invGray"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61CA96-71E3-F941-B41E-52928AB911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5pPr>
          </a:lstStyle>
          <a:p>
            <a:pPr lvl="0"/>
            <a:r>
              <a:rPr lang="en-GB"/>
              <a:t>Place subtitle here in GT </a:t>
            </a:r>
            <a:r>
              <a:rPr lang="en-GB" err="1"/>
              <a:t>Sectra</a:t>
            </a:r>
            <a:r>
              <a:rPr lang="en-GB"/>
              <a:t> Fine </a:t>
            </a:r>
            <a:r>
              <a:rPr lang="en-GB" err="1"/>
              <a:t>Rg</a:t>
            </a:r>
            <a:r>
              <a:rPr lang="en-GB"/>
              <a:t> 24pt</a:t>
            </a:r>
            <a:endParaRPr lang="en-US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B2379EA-B598-42DD-B03E-5C4FC1D468F3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87566C-53C2-495B-AB09-FB963677FBC0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27EE6-F7FE-45B9-AE64-447923B7520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9F831CF1-4D94-409F-82CE-22B21A5E6E28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3372889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Co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ccenture Gradient Mid&#10;">
            <a:extLst>
              <a:ext uri="{FF2B5EF4-FFF2-40B4-BE49-F238E27FC236}">
                <a16:creationId xmlns:a16="http://schemas.microsoft.com/office/drawing/2014/main" id="{D34847E9-71CB-4177-8BB3-C4EDB8A3E2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88312-3597-964E-9B24-8371E2C856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70180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5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  <a:endParaRPr lang="en-US"/>
          </a:p>
        </p:txBody>
      </p:sp>
      <p:sp>
        <p:nvSpPr>
          <p:cNvPr id="14" name="GTS_WH" descr="Accenture Greater Than symbol in white">
            <a:extLst>
              <a:ext uri="{FF2B5EF4-FFF2-40B4-BE49-F238E27FC236}">
                <a16:creationId xmlns:a16="http://schemas.microsoft.com/office/drawing/2014/main" id="{3FC0722F-C643-4988-96E8-F00519CB3A00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5138DC-2E91-497C-AA8C-AB2731576A7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E29E12-82E6-4A7B-A4EA-B7EBB886FDA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FCB18A7F-13E9-4220-9450-D65CC24C3D0B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243473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Numbered, Gradient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ccenture Gradient Mid">
            <a:extLst>
              <a:ext uri="{FF2B5EF4-FFF2-40B4-BE49-F238E27FC236}">
                <a16:creationId xmlns:a16="http://schemas.microsoft.com/office/drawing/2014/main" id="{CB16898D-3DD4-439C-B43F-558C1FDD36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34289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 userDrawn="1"/>
        </p:nvSpPr>
        <p:spPr bwMode="white">
          <a:xfrm>
            <a:off x="0" y="3428999"/>
            <a:ext cx="12192000" cy="3429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3889828"/>
            <a:ext cx="6186713" cy="2422072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#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55427" y="3889827"/>
            <a:ext cx="2993573" cy="242207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5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  <a:endParaRPr lang="en-US"/>
          </a:p>
        </p:txBody>
      </p:sp>
      <p:sp>
        <p:nvSpPr>
          <p:cNvPr id="16" name="GTS_WH" descr="Accenture Greater Than symbol in white">
            <a:extLst>
              <a:ext uri="{FF2B5EF4-FFF2-40B4-BE49-F238E27FC236}">
                <a16:creationId xmlns:a16="http://schemas.microsoft.com/office/drawing/2014/main" id="{C5173724-68B6-47CD-B850-71B1407EEAA1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21E867-226F-488A-A8C5-1FA9BFED95E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8F0E0-252D-49C1-B228-814B72EC1BA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ooter Placeholder 3">
            <a:extLst>
              <a:ext uri="{FF2B5EF4-FFF2-40B4-BE49-F238E27FC236}">
                <a16:creationId xmlns:a16="http://schemas.microsoft.com/office/drawing/2014/main" id="{56EA0650-802C-4FDD-B5A4-6C182345E0D8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92081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69933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Graphik" panose="020B0604020202020204" pitchFamily="34" charset="0"/>
              <a:buChar char="•"/>
              <a:defRPr sz="1800"/>
            </a:lvl3pPr>
            <a:lvl4pPr marL="457200">
              <a:buFont typeface="System Font"/>
              <a:buChar char="–"/>
              <a:defRPr sz="1600"/>
            </a:lvl4pPr>
            <a:lvl5pPr marL="685800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agenda summary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1" cy="810399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1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1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1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1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1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1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1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1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2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2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2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2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2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2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2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2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</a:extLst>
          </p:cNvPr>
          <p:cNvCxnSpPr/>
          <p:nvPr userDrawn="1"/>
        </p:nvCxnSpPr>
        <p:spPr>
          <a:xfrm>
            <a:off x="4045241" y="1371600"/>
            <a:ext cx="0" cy="471948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0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0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0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0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0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0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0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0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4E6FA45-B87D-4010-B3A6-50390CDC2036}"/>
              </a:ext>
            </a:extLst>
          </p:cNvPr>
          <p:cNvSpPr>
            <a:spLocks noGrp="1"/>
          </p:cNvSpPr>
          <p:nvPr>
            <p:ph type="dt" sz="half" idx="5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B1C212-8B21-4C54-AA4C-AE65DBACFD84}"/>
              </a:ext>
            </a:extLst>
          </p:cNvPr>
          <p:cNvSpPr>
            <a:spLocks noGrp="1"/>
          </p:cNvSpPr>
          <p:nvPr>
            <p:ph type="sldNum" sz="quarter" idx="5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0621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59C898-565C-3242-FA11-F381C9FB7D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1875" b="21798"/>
          <a:stretch/>
        </p:blipFill>
        <p:spPr>
          <a:xfrm>
            <a:off x="0" y="0"/>
            <a:ext cx="12192000" cy="686733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7143E4C-DBC5-A30E-857B-CFBBF6DB2EB1}"/>
              </a:ext>
            </a:extLst>
          </p:cNvPr>
          <p:cNvSpPr/>
          <p:nvPr userDrawn="1"/>
        </p:nvSpPr>
        <p:spPr>
          <a:xfrm>
            <a:off x="0" y="0"/>
            <a:ext cx="12192000" cy="6867335"/>
          </a:xfrm>
          <a:prstGeom prst="rect">
            <a:avLst/>
          </a:prstGeom>
          <a:gradFill flip="none" rotWithShape="1">
            <a:gsLst>
              <a:gs pos="35000">
                <a:schemeClr val="accent3">
                  <a:alpha val="68000"/>
                  <a:lumMod val="47000"/>
                </a:schemeClr>
              </a:gs>
              <a:gs pos="79000">
                <a:schemeClr val="accent3">
                  <a:lumMod val="24000"/>
                  <a:alpha val="71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69933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bg1"/>
                </a:solidFill>
                <a:latin typeface="GT Sectra Fine Rg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Graphik" panose="020B0604020202020204" pitchFamily="34" charset="0"/>
              <a:buChar char="•"/>
              <a:defRPr sz="1800"/>
            </a:lvl3pPr>
            <a:lvl4pPr marL="457200">
              <a:buFont typeface="System Font"/>
              <a:buChar char="–"/>
              <a:defRPr sz="1600"/>
            </a:lvl4pPr>
            <a:lvl5pPr marL="685800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agenda summary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1" cy="8103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1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1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1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1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1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1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1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1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2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2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2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2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2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2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2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2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</a:extLst>
          </p:cNvPr>
          <p:cNvCxnSpPr/>
          <p:nvPr userDrawn="1"/>
        </p:nvCxnSpPr>
        <p:spPr>
          <a:xfrm>
            <a:off x="4045241" y="1371600"/>
            <a:ext cx="0" cy="2304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0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0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0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0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0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0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0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0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4E6FA45-B87D-4010-B3A6-50390CDC2036}"/>
              </a:ext>
            </a:extLst>
          </p:cNvPr>
          <p:cNvSpPr>
            <a:spLocks noGrp="1"/>
          </p:cNvSpPr>
          <p:nvPr>
            <p:ph type="dt" sz="half" idx="5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B1C212-8B21-4C54-AA4C-AE65DBACFD84}"/>
              </a:ext>
            </a:extLst>
          </p:cNvPr>
          <p:cNvSpPr>
            <a:spLocks noGrp="1"/>
          </p:cNvSpPr>
          <p:nvPr>
            <p:ph type="sldNum" sz="quarter" idx="5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8764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6DB689C-7DB3-4046-A1BF-E63F8EF784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87C97B1E-CB9E-4CBC-A6F1-1D4F2E4ECB3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0"/>
            <a:ext cx="11430000" cy="4940300"/>
          </a:xfrm>
        </p:spPr>
        <p:txBody>
          <a:bodyPr/>
          <a:lstStyle>
            <a:lvl1pPr marL="228600" indent="-228600">
              <a:buFont typeface="Graphik" panose="020B0604020202020204" pitchFamily="34" charset="0"/>
              <a:buChar char="•"/>
              <a:defRPr/>
            </a:lvl1pPr>
            <a:lvl2pPr marL="457200">
              <a:defRPr/>
            </a:lvl2pPr>
            <a:lvl3pPr marL="685800">
              <a:defRPr/>
            </a:lvl3pPr>
            <a:lvl4pPr marL="914400">
              <a:defRPr/>
            </a:lvl4pPr>
            <a:lvl5pPr marL="1143000">
              <a:defRPr/>
            </a:lvl5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814A41-AE1D-4ED0-AEF0-A7196671391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1BA0FB-750F-41F2-A36F-F10D6317F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5715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ng Headline and 1 Column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DFCE48E-1DF3-48D6-BD43-BA3B9CE95A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5EFDEB3F-4743-43EA-A121-ED3CB6054C7F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35A837B-28FB-46DA-A9E1-BBD52F8F500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8814393-A477-4161-9DFD-00CCDF9D3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878C572D-D458-4A76-90DF-0E44EED2893F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2568806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949194"/>
            <a:ext cx="11430000" cy="4362706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6ABE35-6A9F-4EFF-A45E-6FBDF564DF3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CFCF4C-BF6B-4DD2-AD05-1E27B9CAC82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2395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1">
          <p15:clr>
            <a:srgbClr val="547EBF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2 - Headline + GT Sec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3004457"/>
            <a:ext cx="5524500" cy="286599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/>
              <a:t>Place sub-headline here in GT Sectra Fine </a:t>
            </a:r>
            <a:r>
              <a:rPr lang="en-US" err="1"/>
              <a:t>Rg</a:t>
            </a:r>
            <a:r>
              <a:rPr lang="en-US"/>
              <a:t> 24pt,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C1513EB-EC9B-9B42-BA12-BC659505A76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6499" y="1371601"/>
            <a:ext cx="5524500" cy="450242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Place text here 20pt</a:t>
            </a:r>
          </a:p>
          <a:p>
            <a:pPr lvl="1"/>
            <a:r>
              <a:rPr lang="en-US"/>
              <a:t>Second level 20pt</a:t>
            </a:r>
          </a:p>
          <a:p>
            <a:pPr lvl="2"/>
            <a:r>
              <a:rPr lang="en-US"/>
              <a:t>Third level 20pt</a:t>
            </a:r>
          </a:p>
          <a:p>
            <a:pPr lvl="3"/>
            <a:r>
              <a:rPr lang="en-US"/>
              <a:t>Fourth level 18pt</a:t>
            </a:r>
          </a:p>
          <a:p>
            <a:pPr lvl="4"/>
            <a:r>
              <a:rPr lang="en-US"/>
              <a:t>Fifth level 18pt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1371601"/>
            <a:ext cx="5524499" cy="1632856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68E481-807E-4A42-B3B9-E7CC3CAB467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4FD7E5F-AF3A-4FA5-9F37-A1A07B14A8F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4830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20">
          <p15:clr>
            <a:srgbClr val="C35EA4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987552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0055B0-6CCC-412F-B2AB-95EE559FA9CC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45E2E-B58E-47DE-99A6-C28BFE3B8D6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8186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357AF-6031-4E46-92DB-3BF352FFDD47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D135-77B2-4CBD-8873-E996A6018B4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148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2 Headings/Co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E1E44A-D007-46D2-9E20-283025607FF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286499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EA4AE36-551D-47A6-9ED4-90DAB2CE5ECD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A6CA7D-7F0B-41E6-8974-77DD6EFDE09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160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1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318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318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318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974BDB1-DA1D-43EC-81BC-66135DB7B8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B5FE2F-EA43-4D55-AD7B-6D2BE5328771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3C2A080-C529-4EE2-8C9B-66DE4979711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207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2571749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2571749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3337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33337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8650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8650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973701C-90E3-449B-A44A-0C66B094560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92392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6CB018D-34A3-4417-AE76-9BB3793F0332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92392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381000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0F6CE73-9C88-264F-A7F2-A3D2B2D1938B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33337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F289FE6-F2A2-784D-9D31-047C10F04CDF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6286500" y="3145138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A079B5C1-1D0F-8F40-A376-4AE3B49D1B5A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92392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01BF3E00-F066-4583-A5B1-87DD19666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5650FA89-A64B-4802-B6DF-D1844A8430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C7A206-6C55-484E-AF32-1E74F136687B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2F61A-F918-432B-B0D2-A3DA25E887B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844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9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5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79882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377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C854DFB-B17D-45CF-98C3-3882DBE2C3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898899"/>
            <a:ext cx="1985504" cy="1971541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5D125FD-0D25-4E65-82F5-4E18FE84E47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3943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5B124AA5-6419-4552-97B5-242DA08BE7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145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A378CD97-B880-4BCB-AD71-A7C1C1C848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347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2CB6C29-05E0-4B43-A2EB-22FEB969E5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25496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3EDE11-CE40-4943-AE63-A3B14CB3C037}"/>
              </a:ext>
            </a:extLst>
          </p:cNvPr>
          <p:cNvCxnSpPr>
            <a:cxnSpLocks/>
          </p:cNvCxnSpPr>
          <p:nvPr userDrawn="1"/>
        </p:nvCxnSpPr>
        <p:spPr>
          <a:xfrm>
            <a:off x="114156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7ED40C-58DA-45F1-8E80-6A74976C6E1E}"/>
              </a:ext>
            </a:extLst>
          </p:cNvPr>
          <p:cNvCxnSpPr/>
          <p:nvPr userDrawn="1"/>
        </p:nvCxnSpPr>
        <p:spPr>
          <a:xfrm>
            <a:off x="350358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91A22B2-C08A-41DA-ACB1-5B59B4CDA8DE}"/>
              </a:ext>
            </a:extLst>
          </p:cNvPr>
          <p:cNvCxnSpPr/>
          <p:nvPr userDrawn="1"/>
        </p:nvCxnSpPr>
        <p:spPr>
          <a:xfrm>
            <a:off x="586560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7D3E374-86AB-4A80-81AD-B09F07C51B80}"/>
              </a:ext>
            </a:extLst>
          </p:cNvPr>
          <p:cNvCxnSpPr/>
          <p:nvPr userDrawn="1"/>
        </p:nvCxnSpPr>
        <p:spPr>
          <a:xfrm>
            <a:off x="822762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3A5244A-D0CA-43CB-A0DB-296A219EDC9D}"/>
              </a:ext>
            </a:extLst>
          </p:cNvPr>
          <p:cNvCxnSpPr>
            <a:cxnSpLocks/>
          </p:cNvCxnSpPr>
          <p:nvPr userDrawn="1"/>
        </p:nvCxnSpPr>
        <p:spPr>
          <a:xfrm>
            <a:off x="10589648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07579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0" name="Picture Placeholder 13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43781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9983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161852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8D97977-AAE6-4533-93CA-ADE704E9F4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12A893A-4FC2-4BA5-BD11-65DA030F8476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65E893-1B46-478C-82DE-373CE5E96C1A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8952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Alt) Long Headline and 5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79882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377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C854DFB-B17D-45CF-98C3-3882DBE2C3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898899"/>
            <a:ext cx="1985504" cy="1971541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5D125FD-0D25-4E65-82F5-4E18FE84E47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3943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5B124AA5-6419-4552-97B5-242DA08BE7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145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A378CD97-B880-4BCB-AD71-A7C1C1C848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347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2CB6C29-05E0-4B43-A2EB-22FEB969E5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25496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07579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0" name="Picture Placeholder 13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43781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9983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161852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8D97977-AAE6-4533-93CA-ADE704E9F4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36FB760-AEF8-46F8-B73E-B0A537402A7A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1141567" y="361969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6" name="Picture Placeholder 4">
            <a:extLst>
              <a:ext uri="{FF2B5EF4-FFF2-40B4-BE49-F238E27FC236}">
                <a16:creationId xmlns:a16="http://schemas.microsoft.com/office/drawing/2014/main" id="{B9165B01-6544-4059-9AE2-42F4426A0387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3503587" y="361969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EB2E96CC-0F77-4F5D-A96C-5243BDB51C0E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865607" y="361969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2D003B29-C8CB-4629-BF53-F5AEBE6FAE2A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227627" y="361969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49BB6C55-F8C8-4B99-843F-9A6047B7A3E8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10570872" y="361969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425B4D7-8923-4103-941B-9DB281917809}"/>
              </a:ext>
            </a:extLst>
          </p:cNvPr>
          <p:cNvSpPr>
            <a:spLocks noGrp="1"/>
          </p:cNvSpPr>
          <p:nvPr>
            <p:ph type="dt" sz="half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CE1F10-2744-46D6-9860-2213E0F322D7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4961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4-Box Sha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4655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Font typeface="Graphik" panose="020B0604020202020204" pitchFamily="34" charset="0"/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817351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480047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42743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4653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solidFill>
                  <a:schemeClr val="accent2"/>
                </a:solidFill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17350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0047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42742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993E9F-9185-457C-AF55-43D1692644E3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6B548-1FC6-4BEE-85E0-F39502BAE5CD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594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6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lIns="91440" tIns="0"/>
          <a:lstStyle>
            <a:lvl1pPr marL="0" indent="0">
              <a:buNone/>
              <a:defRPr sz="1800" b="0"/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BEB5A56-DED2-134F-B0DE-11936982FF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923321BD-6745-7944-910F-B8C8E4AC31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2A6C4DC7-1806-A74D-B434-61FF385F82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053D7F26-6DC1-034C-B572-B4BFE718C7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E075A489-B7B7-CE40-B061-D8A36AFCC8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FF2BF483-5EDC-9242-AD58-57E84F538C8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Picture Placeholder 4">
            <a:extLst>
              <a:ext uri="{FF2B5EF4-FFF2-40B4-BE49-F238E27FC236}">
                <a16:creationId xmlns:a16="http://schemas.microsoft.com/office/drawing/2014/main" id="{9FEF6117-B6D9-4841-8EFA-DF78BCFA9C0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77415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90B0A6BB-BC70-4436-B334-35CF914D177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EA23CA56-3568-4982-84E5-176DE32541C2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7E019EA7-B58E-4B17-A663-2E8CCD701589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9A57066F-5BF5-43F7-A9DA-1788B5511DA7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5" name="Picture Placeholder 4">
            <a:extLst>
              <a:ext uri="{FF2B5EF4-FFF2-40B4-BE49-F238E27FC236}">
                <a16:creationId xmlns:a16="http://schemas.microsoft.com/office/drawing/2014/main" id="{EA5F90EC-FB85-4041-85C1-409768D3A0C0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22849C-95A8-476C-B86E-8FADE9EDEF83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42844-40EF-4283-B20C-E51DF85DE8DF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9670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ng Headline-Team 6-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lIns="91440"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2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2" name="Text Placeholder 21">
            <a:extLst>
              <a:ext uri="{FF2B5EF4-FFF2-40B4-BE49-F238E27FC236}">
                <a16:creationId xmlns:a16="http://schemas.microsoft.com/office/drawing/2014/main" id="{6DA3268F-5CC4-7E4D-879D-3A3F1FBF6B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3" name="Text Placeholder 21">
            <a:extLst>
              <a:ext uri="{FF2B5EF4-FFF2-40B4-BE49-F238E27FC236}">
                <a16:creationId xmlns:a16="http://schemas.microsoft.com/office/drawing/2014/main" id="{855592D2-902A-1146-B433-6648BEC8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4389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2" name="GTS_WH" descr="Accenture Greater Than symbol in white">
            <a:extLst>
              <a:ext uri="{FF2B5EF4-FFF2-40B4-BE49-F238E27FC236}">
                <a16:creationId xmlns:a16="http://schemas.microsoft.com/office/drawing/2014/main" id="{B49891DC-D80E-4D1B-961E-1B567E0E4535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199DF3DD-2E34-4D79-8E11-12CE813E73FA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8100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5" name="Picture Placeholder 4">
            <a:extLst>
              <a:ext uri="{FF2B5EF4-FFF2-40B4-BE49-F238E27FC236}">
                <a16:creationId xmlns:a16="http://schemas.microsoft.com/office/drawing/2014/main" id="{6FCD1A94-A214-4264-842C-B5DA710C1F3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895C1CB4-E517-4380-8170-E8C0CA787FBA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6AFBE91E-BB56-4FAF-ADEB-859CA86F829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15D78B8A-7ECF-44EE-A95F-FBD072A68894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F2F64C30-F694-4DC6-AAED-5ECA99ECCF51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9B37BA-76DF-41D7-97E2-6799C05FB045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2263A-F6D1-4212-95F4-A97D0AE0FD80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0" name="Footer Placeholder 3">
            <a:extLst>
              <a:ext uri="{FF2B5EF4-FFF2-40B4-BE49-F238E27FC236}">
                <a16:creationId xmlns:a16="http://schemas.microsoft.com/office/drawing/2014/main" id="{E1440906-C2CB-48C3-B0F0-9372D82C370B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2899404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8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81000" y="1295233"/>
            <a:ext cx="3540355" cy="501666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Place text here, use indent to access other levels 20pt</a:t>
            </a:r>
          </a:p>
          <a:p>
            <a:pPr lvl="1"/>
            <a:r>
              <a:rPr lang="en-GB"/>
              <a:t>Second level 20pt</a:t>
            </a:r>
          </a:p>
          <a:p>
            <a:pPr lvl="2"/>
            <a:r>
              <a:rPr lang="en-GB"/>
              <a:t>Third level 20pt</a:t>
            </a:r>
          </a:p>
          <a:p>
            <a:pPr lvl="3"/>
            <a:r>
              <a:rPr lang="en-GB"/>
              <a:t>Fourth level 18pt</a:t>
            </a:r>
          </a:p>
          <a:p>
            <a:pPr lvl="4"/>
            <a:r>
              <a:rPr lang="en-GB"/>
              <a:t>Fifth level 18pt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5" name="Picture Placeholder 13">
            <a:extLst>
              <a:ext uri="{FF2B5EF4-FFF2-40B4-BE49-F238E27FC236}">
                <a16:creationId xmlns:a16="http://schemas.microsoft.com/office/drawing/2014/main" id="{CD7EAAF9-7102-4351-9F35-C40B3F3819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25820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CC40CB3D-DFEA-4056-B2DA-887E7C86324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98231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BABECB-6F2D-4068-AEE6-A603DAA72EF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43053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914A31DD-59CB-48C9-9C28-954E6B85C62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70642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7" name="Text Placeholder 21">
            <a:extLst>
              <a:ext uri="{FF2B5EF4-FFF2-40B4-BE49-F238E27FC236}">
                <a16:creationId xmlns:a16="http://schemas.microsoft.com/office/drawing/2014/main" id="{224BCF40-5B7A-4471-B077-3EEE956ADC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5822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8" name="Text Placeholder 21">
            <a:extLst>
              <a:ext uri="{FF2B5EF4-FFF2-40B4-BE49-F238E27FC236}">
                <a16:creationId xmlns:a16="http://schemas.microsoft.com/office/drawing/2014/main" id="{68E899C2-D12C-4214-88A5-B7A6E1BCDC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98233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9" name="Text Placeholder 21">
            <a:extLst>
              <a:ext uri="{FF2B5EF4-FFF2-40B4-BE49-F238E27FC236}">
                <a16:creationId xmlns:a16="http://schemas.microsoft.com/office/drawing/2014/main" id="{66A0D763-27FE-421C-A5D9-19A08FC2D8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70644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78" name="Text Placeholder 21">
            <a:extLst>
              <a:ext uri="{FF2B5EF4-FFF2-40B4-BE49-F238E27FC236}">
                <a16:creationId xmlns:a16="http://schemas.microsoft.com/office/drawing/2014/main" id="{43E52046-A5DE-47E3-A9A3-ADD4F6DB82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43055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BA696AEF-3D6B-2E4A-853E-8A8760E58D09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325822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3" name="Picture Placeholder 13">
            <a:extLst>
              <a:ext uri="{FF2B5EF4-FFF2-40B4-BE49-F238E27FC236}">
                <a16:creationId xmlns:a16="http://schemas.microsoft.com/office/drawing/2014/main" id="{05B98E7F-7333-A04B-94D4-281325401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29823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4" name="Picture Placeholder 13">
            <a:extLst>
              <a:ext uri="{FF2B5EF4-FFF2-40B4-BE49-F238E27FC236}">
                <a16:creationId xmlns:a16="http://schemas.microsoft.com/office/drawing/2014/main" id="{B99C455B-37CC-4E44-8046-56AF81C1636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1024305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5" name="Picture Placeholder 13">
            <a:extLst>
              <a:ext uri="{FF2B5EF4-FFF2-40B4-BE49-F238E27FC236}">
                <a16:creationId xmlns:a16="http://schemas.microsoft.com/office/drawing/2014/main" id="{AAA6B0A5-6A50-1640-8F39-F8AC766655F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8270644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0" name="Text Placeholder 21">
            <a:extLst>
              <a:ext uri="{FF2B5EF4-FFF2-40B4-BE49-F238E27FC236}">
                <a16:creationId xmlns:a16="http://schemas.microsoft.com/office/drawing/2014/main" id="{CDFBCAAC-9CA0-5A4E-8684-A49AAB0BA65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25822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id="{0C025F6B-BD75-0A4C-87E1-147D69F7C5B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98233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A9CB5A73-2496-3841-A61A-1965B0A6AD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270644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886F547A-67CA-C749-B9EA-AA1142C315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243055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1559D4A6-A7D1-4EAE-87E5-EB8A4B73E546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4325822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564E037C-8888-4DE6-88C4-A629CBF5F3A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298233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1" name="Picture Placeholder 4">
            <a:extLst>
              <a:ext uri="{FF2B5EF4-FFF2-40B4-BE49-F238E27FC236}">
                <a16:creationId xmlns:a16="http://schemas.microsoft.com/office/drawing/2014/main" id="{1DD1D133-7281-4297-B58B-4683B9743A55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8270644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2" name="Picture Placeholder 4">
            <a:extLst>
              <a:ext uri="{FF2B5EF4-FFF2-40B4-BE49-F238E27FC236}">
                <a16:creationId xmlns:a16="http://schemas.microsoft.com/office/drawing/2014/main" id="{4D49677A-CABE-49CD-A2EE-9EC21E15DF23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10243055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3" name="Picture Placeholder 4">
            <a:extLst>
              <a:ext uri="{FF2B5EF4-FFF2-40B4-BE49-F238E27FC236}">
                <a16:creationId xmlns:a16="http://schemas.microsoft.com/office/drawing/2014/main" id="{E46B730A-2104-4381-A7F8-6A08201D7F97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325822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0" name="Picture Placeholder 4">
            <a:extLst>
              <a:ext uri="{FF2B5EF4-FFF2-40B4-BE49-F238E27FC236}">
                <a16:creationId xmlns:a16="http://schemas.microsoft.com/office/drawing/2014/main" id="{15BD8921-64C2-47AC-9DE2-E4DFFCBF7C64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29823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1" name="Picture Placeholder 4">
            <a:extLst>
              <a:ext uri="{FF2B5EF4-FFF2-40B4-BE49-F238E27FC236}">
                <a16:creationId xmlns:a16="http://schemas.microsoft.com/office/drawing/2014/main" id="{3EF9A07C-1758-4B3E-A1CD-67412E56BBFE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8270644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25D8A2F3-A845-4271-8B71-45408EF9F6C1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024305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F0599F3-5A4D-4FBE-AAE6-3CADF5732E7D}"/>
              </a:ext>
            </a:extLst>
          </p:cNvPr>
          <p:cNvSpPr>
            <a:spLocks noGrp="1"/>
          </p:cNvSpPr>
          <p:nvPr>
            <p:ph type="dt" sz="half" idx="6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4636D8-D9C8-4061-966A-40D5A7E0D3DE}"/>
              </a:ext>
            </a:extLst>
          </p:cNvPr>
          <p:cNvSpPr>
            <a:spLocks noGrp="1"/>
          </p:cNvSpPr>
          <p:nvPr>
            <p:ph type="sldNum" sz="quarter" idx="6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3017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ort Headline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1"/>
            <a:ext cx="6096000" cy="6857999"/>
          </a:xfr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raphik" panose="020B0604020202020204" pitchFamily="34" charset="0"/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B929FF-38D9-4792-A56F-C1810627F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3267634"/>
            <a:ext cx="5330952" cy="304426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/>
              <a:t>Place sub-headline here in GT Sectra Fine </a:t>
            </a:r>
            <a:r>
              <a:rPr lang="en-US" err="1"/>
              <a:t>Rg</a:t>
            </a:r>
            <a:r>
              <a:rPr lang="en-US"/>
              <a:t> 24pt,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ECD5DAA7-2D65-4744-A4C4-3E3C318A0F60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C807CD7-8FE5-4E51-8390-2E27D2E32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7E1239-0A43-4E5F-BE3C-558FCA54849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4D723E3B-CD32-4134-A639-8045735CC6D3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1386925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ort Headline and Imag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6096024" cy="6309361"/>
          </a:xfrm>
          <a:solidFill>
            <a:schemeClr val="tx1">
              <a:lumMod val="95000"/>
            </a:schemeClr>
          </a:solidFill>
        </p:spPr>
        <p:txBody>
          <a:bodyPr lIns="0" tIns="210312" anchor="t"/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 userDrawn="1"/>
        </p:nvSpPr>
        <p:spPr bwMode="white">
          <a:xfrm>
            <a:off x="0" y="6309360"/>
            <a:ext cx="12192000" cy="548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B30F4D9-6AB9-4693-B1C3-C7BE8D81EC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99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42B8317-AACA-4DC7-AD68-8986DF6299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80047" y="3264586"/>
            <a:ext cx="5330952" cy="3047313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457200">
              <a:buFont typeface="Graphik" panose="020B0503030202060203" pitchFamily="34" charset="0"/>
              <a:buChar char="–"/>
              <a:defRPr sz="1800">
                <a:solidFill>
                  <a:schemeClr val="tx1"/>
                </a:solidFill>
              </a:defRPr>
            </a:lvl3pPr>
            <a:lvl4pPr marL="685800">
              <a:buFont typeface="Graphik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914400">
              <a:buFont typeface="Graphik" panose="020B0503030202060203" pitchFamily="34" charset="0"/>
              <a:buChar char="–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Place sub-headline here in GT Sectra Fine </a:t>
            </a:r>
            <a:r>
              <a:rPr lang="en-US" err="1"/>
              <a:t>Rg</a:t>
            </a:r>
            <a:r>
              <a:rPr lang="en-US"/>
              <a:t> 24pt,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9" name="GTS_Purple" descr="Accenture Greater Than symbol in white">
            <a:extLst>
              <a:ext uri="{FF2B5EF4-FFF2-40B4-BE49-F238E27FC236}">
                <a16:creationId xmlns:a16="http://schemas.microsoft.com/office/drawing/2014/main" id="{8C4A6146-1E4E-44A0-BBBB-ACDCAA9D7F2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0D8E7D-513C-4E47-9B34-D9704218DC74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20E87-44DC-45B8-BBEC-944BF191394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6ED8EF41-C8D4-472A-94FA-1EECD819C456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076157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19">
            <a:extLst>
              <a:ext uri="{FF2B5EF4-FFF2-40B4-BE49-F238E27FC236}">
                <a16:creationId xmlns:a16="http://schemas.microsoft.com/office/drawing/2014/main" id="{9128CE8F-D41A-47B9-921B-C6C1790F8F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26839" y="943234"/>
            <a:ext cx="4191000" cy="49768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EC080C0-D198-40BF-822E-6333F0D85D2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93DB136-9367-4F71-BB12-00E767B8BDB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1343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image (alternativ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9FF0C6-094C-4FEF-9DE0-E0F01A8659A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87ABC-802F-4347-9119-8F1A3E59CCB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2944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istics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FF1C6BE-E6FE-4BD6-8477-A09403EEE56E}"/>
              </a:ext>
            </a:extLst>
          </p:cNvPr>
          <p:cNvSpPr/>
          <p:nvPr userDrawn="1"/>
        </p:nvSpPr>
        <p:spPr bwMode="white">
          <a:xfrm>
            <a:off x="-10" y="-3"/>
            <a:ext cx="6096008" cy="6311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2" name="Text Placeholder 32">
            <a:extLst>
              <a:ext uri="{FF2B5EF4-FFF2-40B4-BE49-F238E27FC236}">
                <a16:creationId xmlns:a16="http://schemas.microsoft.com/office/drawing/2014/main" id="{AC315915-FC9E-0942-980E-6C0E99FEA8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0986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24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311900"/>
          </a:xfrm>
          <a:solidFill>
            <a:schemeClr val="bg1">
              <a:lumMod val="95000"/>
            </a:schemeClr>
          </a:solidFill>
        </p:spPr>
        <p:txBody>
          <a:bodyPr tIns="45720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D7539E0-EC97-4984-8CDD-85CC949BB7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</a:extLst>
          </p:cNvPr>
          <p:cNvCxnSpPr>
            <a:cxnSpLocks/>
          </p:cNvCxnSpPr>
          <p:nvPr userDrawn="1"/>
        </p:nvCxnSpPr>
        <p:spPr>
          <a:xfrm>
            <a:off x="0" y="3155950"/>
            <a:ext cx="6096008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2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1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2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</a:extLst>
          </p:cNvPr>
          <p:cNvCxnSpPr>
            <a:cxnSpLocks/>
          </p:cNvCxnSpPr>
          <p:nvPr userDrawn="1"/>
        </p:nvCxnSpPr>
        <p:spPr>
          <a:xfrm>
            <a:off x="3047998" y="-2"/>
            <a:ext cx="0" cy="6311902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394EF33C-E010-4503-AC38-BB48E62572E9}"/>
              </a:ext>
            </a:extLst>
          </p:cNvPr>
          <p:cNvSpPr/>
          <p:nvPr userDrawn="1"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32">
            <a:extLst>
              <a:ext uri="{FF2B5EF4-FFF2-40B4-BE49-F238E27FC236}">
                <a16:creationId xmlns:a16="http://schemas.microsoft.com/office/drawing/2014/main" id="{15FC8104-48E6-B248-8FB6-974B5ABAE6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28992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24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27C860B3-C7A0-E840-9D83-305F739202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0986" y="4646021"/>
            <a:ext cx="2285996" cy="1665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24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559DD1F-A98C-F14E-95DC-32EC947751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2" y="4646020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24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pic>
        <p:nvPicPr>
          <p:cNvPr id="19" name="Picture 18" descr="Accenture Greater Than symbol in white">
            <a:extLst>
              <a:ext uri="{FF2B5EF4-FFF2-40B4-BE49-F238E27FC236}">
                <a16:creationId xmlns:a16="http://schemas.microsoft.com/office/drawing/2014/main" id="{E8781F80-F3D9-42F9-B6EE-F6DC303E05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8F365B-6E6B-42D0-A788-DC291B18D38E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FC246-178A-4E59-B0DB-2113C4E2C288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Footer Placeholder 3">
            <a:extLst>
              <a:ext uri="{FF2B5EF4-FFF2-40B4-BE49-F238E27FC236}">
                <a16:creationId xmlns:a16="http://schemas.microsoft.com/office/drawing/2014/main" id="{69732029-D892-4E9C-B651-A09B118D54F3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>
                <a:solidFill>
                  <a:schemeClr val="bg1"/>
                </a:solidFill>
              </a:rPr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3197334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stics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 userDrawn="1"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</a:extLst>
          </p:cNvPr>
          <p:cNvSpPr/>
          <p:nvPr userDrawn="1"/>
        </p:nvSpPr>
        <p:spPr bwMode="white">
          <a:xfrm>
            <a:off x="9144056" y="3155948"/>
            <a:ext cx="3047944" cy="31559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</a:extLst>
          </p:cNvPr>
          <p:cNvSpPr/>
          <p:nvPr userDrawn="1"/>
        </p:nvSpPr>
        <p:spPr bwMode="white">
          <a:xfrm>
            <a:off x="3048000" y="3155948"/>
            <a:ext cx="3047968" cy="31559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-1"/>
            <a:ext cx="3048024" cy="3151189"/>
          </a:xfrm>
          <a:solidFill>
            <a:schemeClr val="bg1">
              <a:lumMod val="95000"/>
            </a:schemeClr>
          </a:solidFill>
        </p:spPr>
        <p:txBody>
          <a:bodyPr t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7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7" name="Text Placeholder 32">
            <a:extLst>
              <a:ext uri="{FF2B5EF4-FFF2-40B4-BE49-F238E27FC236}">
                <a16:creationId xmlns:a16="http://schemas.microsoft.com/office/drawing/2014/main" id="{705CC01D-6D66-4B27-8D0E-E2205E002C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5005" y="1490071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20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8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D36C84D9-D180-4ECA-9C39-AB74A8A3E6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8986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20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6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1" name="Text Placeholder 32">
            <a:extLst>
              <a:ext uri="{FF2B5EF4-FFF2-40B4-BE49-F238E27FC236}">
                <a16:creationId xmlns:a16="http://schemas.microsoft.com/office/drawing/2014/main" id="{2ACA6616-E51D-4660-96C1-738E6693FA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76994" y="4647835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20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1" name="Picture Placeholder 35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155942"/>
            <a:ext cx="3048000" cy="3155958"/>
          </a:xfr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t">
            <a:noAutofit/>
          </a:bodyPr>
          <a:lstStyle>
            <a:lvl1pPr marL="0" indent="0" algn="ctr">
              <a:buNone/>
              <a:defRPr lang="en-US" sz="1400" dirty="0"/>
            </a:lvl1pPr>
          </a:lstStyle>
          <a:p>
            <a:pPr marL="228600" lvl="0" indent="-228600" algn="ctr"/>
            <a:r>
              <a:rPr lang="en-GB"/>
              <a:t>Drag picture to placeholder </a:t>
            </a:r>
          </a:p>
          <a:p>
            <a:pPr marL="228600" lvl="0" indent="-228600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24" name="Text Placeholder 26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1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7ADCD97-A8C0-487C-9E6C-6CD77C3BE0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4999" y="4647836"/>
            <a:ext cx="2285995" cy="1662794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headline20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35" name="Text Placeholder 26">
            <a:extLst>
              <a:ext uri="{FF2B5EF4-FFF2-40B4-BE49-F238E27FC236}">
                <a16:creationId xmlns:a16="http://schemas.microsoft.com/office/drawing/2014/main" id="{9BC0904C-6BDA-4032-94C2-6417F59042D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80997" y="380999"/>
            <a:ext cx="5333972" cy="2393952"/>
          </a:xfrm>
        </p:spPr>
        <p:txBody>
          <a:bodyPr anchor="ctr"/>
          <a:lstStyle>
            <a:lvl1pPr marL="0" indent="0">
              <a:buNone/>
              <a:defRPr kumimoji="0" lang="en-US" sz="3600" b="1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j-ea"/>
                <a:cs typeface="+mj-cs"/>
              </a:rPr>
              <a:t>P</a:t>
            </a: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j-ea"/>
                <a:cs typeface="+mj-cs"/>
              </a:rPr>
              <a:t>lace headline here 36pt, min 30pt)</a:t>
            </a:r>
          </a:p>
        </p:txBody>
      </p:sp>
      <p:pic>
        <p:nvPicPr>
          <p:cNvPr id="23" name="Picture 22" descr="Accenture Greater Than symbol in white">
            <a:extLst>
              <a:ext uri="{FF2B5EF4-FFF2-40B4-BE49-F238E27FC236}">
                <a16:creationId xmlns:a16="http://schemas.microsoft.com/office/drawing/2014/main" id="{78774BCE-242F-4FF9-9C01-D01B97743A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4A8D3-6058-41A2-8F04-78E76A485F40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69078F-A59C-436D-84D4-8FAB180FE562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Footer Placeholder 3">
            <a:extLst>
              <a:ext uri="{FF2B5EF4-FFF2-40B4-BE49-F238E27FC236}">
                <a16:creationId xmlns:a16="http://schemas.microsoft.com/office/drawing/2014/main" id="{8477001B-4C2C-4282-B6EE-0D4B7017E475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>
                <a:solidFill>
                  <a:schemeClr val="bg1"/>
                </a:solidFill>
              </a:rPr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1568748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ccenture Gradient Dark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2FF57A0A-C5DD-42B6-8DD3-E5EA041C72D5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A6AE46-0FE8-4DAD-A388-14C49AA34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CF10E-CDE8-468B-A64E-68FFDBFED8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35ECF0F6-A697-4552-8206-D23F12C34FAF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5031081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ECBE8-C9DE-46DF-9582-7DB75BEDF4F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3), Mid Purple (Accent 2) or Core Purple (Accent 1)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B0B0C095-6C73-4899-AD8E-8F75768CF51A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EB2E7-0785-45A4-8430-CC38AACA9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8A0C7-A599-44BD-BEAF-471E292866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C6B77894-8DA1-4830-AE7C-61E323D7C3B1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5804350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5AD31DD4-2506-4E03-897C-F4C8C020F0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39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headline here 54pt</a:t>
            </a:r>
          </a:p>
        </p:txBody>
      </p:sp>
      <p:sp>
        <p:nvSpPr>
          <p:cNvPr id="7" name="GTS_WH" descr="Accenture Greater Than symbol in white">
            <a:extLst>
              <a:ext uri="{FF2B5EF4-FFF2-40B4-BE49-F238E27FC236}">
                <a16:creationId xmlns:a16="http://schemas.microsoft.com/office/drawing/2014/main" id="{AE479463-B4C9-4B9A-BE8B-62B5B9CF0075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BDB6FD-908B-48B9-BD48-646C8677A0A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DE2F3-EB7C-4364-AD0E-3830F234F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672DFBB2-51AA-4D40-BFE2-0053D472B9F1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7350623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8546ADE-103C-4652-A344-9C0C8C49E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C458B6-3034-43C2-AB7C-A09935ED8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04913F-768B-49A5-BA02-72CED2D4688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6880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8B439C2-A664-4428-9625-B6371A5FC0D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DEF03CC-8DC0-420F-B0FE-3B42860532C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93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55882D-D1BF-4DE0-8753-4109C2A38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B59FDF-87FF-4486-9033-65EA82B690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7463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Short Headline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1DA04B2-BD1D-D9C4-0561-40622A65F8FE}"/>
              </a:ext>
            </a:extLst>
          </p:cNvPr>
          <p:cNvSpPr/>
          <p:nvPr userDrawn="1"/>
        </p:nvSpPr>
        <p:spPr>
          <a:xfrm>
            <a:off x="6096000" y="0"/>
            <a:ext cx="6096000" cy="6857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B929FF-38D9-4792-A56F-C1810627F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3267634"/>
            <a:ext cx="5330952" cy="304426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/>
              <a:t>Place sub-headline here in GT Sectra Fine </a:t>
            </a:r>
            <a:r>
              <a:rPr lang="en-US" err="1"/>
              <a:t>Rg</a:t>
            </a:r>
            <a:r>
              <a:rPr lang="en-US"/>
              <a:t> 24pt,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ECD5DAA7-2D65-4744-A4C4-3E3C318A0F60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C807CD7-8FE5-4E51-8390-2E27D2E32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7E1239-0A43-4E5F-BE3C-558FCA54849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4D723E3B-CD32-4134-A639-8045735CC6D3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0650121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tags" Target="../tags/tag16.xml"/><Relationship Id="rId47" Type="http://schemas.openxmlformats.org/officeDocument/2006/relationships/tags" Target="../tags/tag21.xml"/><Relationship Id="rId63" Type="http://schemas.openxmlformats.org/officeDocument/2006/relationships/tags" Target="../tags/tag37.xml"/><Relationship Id="rId68" Type="http://schemas.openxmlformats.org/officeDocument/2006/relationships/tags" Target="../tags/tag42.xml"/><Relationship Id="rId7" Type="http://schemas.openxmlformats.org/officeDocument/2006/relationships/slideLayout" Target="../slideLayouts/slideLayout7.xml"/><Relationship Id="rId71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tags" Target="../tags/tag3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ags" Target="../tags/tag6.xml"/><Relationship Id="rId37" Type="http://schemas.openxmlformats.org/officeDocument/2006/relationships/tags" Target="../tags/tag11.xml"/><Relationship Id="rId40" Type="http://schemas.openxmlformats.org/officeDocument/2006/relationships/tags" Target="../tags/tag14.xml"/><Relationship Id="rId45" Type="http://schemas.openxmlformats.org/officeDocument/2006/relationships/tags" Target="../tags/tag19.xml"/><Relationship Id="rId53" Type="http://schemas.openxmlformats.org/officeDocument/2006/relationships/tags" Target="../tags/tag27.xml"/><Relationship Id="rId58" Type="http://schemas.openxmlformats.org/officeDocument/2006/relationships/tags" Target="../tags/tag32.xml"/><Relationship Id="rId66" Type="http://schemas.openxmlformats.org/officeDocument/2006/relationships/tags" Target="../tags/tag40.xml"/><Relationship Id="rId5" Type="http://schemas.openxmlformats.org/officeDocument/2006/relationships/slideLayout" Target="../slideLayouts/slideLayout5.xml"/><Relationship Id="rId61" Type="http://schemas.openxmlformats.org/officeDocument/2006/relationships/tags" Target="../tags/tag35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Relationship Id="rId30" Type="http://schemas.openxmlformats.org/officeDocument/2006/relationships/tags" Target="../tags/tag4.xml"/><Relationship Id="rId35" Type="http://schemas.openxmlformats.org/officeDocument/2006/relationships/tags" Target="../tags/tag9.xml"/><Relationship Id="rId43" Type="http://schemas.openxmlformats.org/officeDocument/2006/relationships/tags" Target="../tags/tag17.xml"/><Relationship Id="rId48" Type="http://schemas.openxmlformats.org/officeDocument/2006/relationships/tags" Target="../tags/tag22.xml"/><Relationship Id="rId56" Type="http://schemas.openxmlformats.org/officeDocument/2006/relationships/tags" Target="../tags/tag30.xml"/><Relationship Id="rId64" Type="http://schemas.openxmlformats.org/officeDocument/2006/relationships/tags" Target="../tags/tag38.xml"/><Relationship Id="rId69" Type="http://schemas.openxmlformats.org/officeDocument/2006/relationships/tags" Target="../tags/tag43.xml"/><Relationship Id="rId8" Type="http://schemas.openxmlformats.org/officeDocument/2006/relationships/slideLayout" Target="../slideLayouts/slideLayout8.xml"/><Relationship Id="rId51" Type="http://schemas.openxmlformats.org/officeDocument/2006/relationships/tags" Target="../tags/tag25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ags" Target="../tags/tag7.xml"/><Relationship Id="rId38" Type="http://schemas.openxmlformats.org/officeDocument/2006/relationships/tags" Target="../tags/tag12.xml"/><Relationship Id="rId46" Type="http://schemas.openxmlformats.org/officeDocument/2006/relationships/tags" Target="../tags/tag20.xml"/><Relationship Id="rId59" Type="http://schemas.openxmlformats.org/officeDocument/2006/relationships/tags" Target="../tags/tag33.xml"/><Relationship Id="rId67" Type="http://schemas.openxmlformats.org/officeDocument/2006/relationships/tags" Target="../tags/tag41.xml"/><Relationship Id="rId20" Type="http://schemas.openxmlformats.org/officeDocument/2006/relationships/slideLayout" Target="../slideLayouts/slideLayout20.xml"/><Relationship Id="rId41" Type="http://schemas.openxmlformats.org/officeDocument/2006/relationships/tags" Target="../tags/tag15.xml"/><Relationship Id="rId54" Type="http://schemas.openxmlformats.org/officeDocument/2006/relationships/tags" Target="../tags/tag28.xml"/><Relationship Id="rId62" Type="http://schemas.openxmlformats.org/officeDocument/2006/relationships/tags" Target="../tags/tag36.xml"/><Relationship Id="rId70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ags" Target="../tags/tag2.xml"/><Relationship Id="rId36" Type="http://schemas.openxmlformats.org/officeDocument/2006/relationships/tags" Target="../tags/tag10.xml"/><Relationship Id="rId49" Type="http://schemas.openxmlformats.org/officeDocument/2006/relationships/tags" Target="../tags/tag23.xml"/><Relationship Id="rId57" Type="http://schemas.openxmlformats.org/officeDocument/2006/relationships/tags" Target="../tags/tag31.xml"/><Relationship Id="rId10" Type="http://schemas.openxmlformats.org/officeDocument/2006/relationships/slideLayout" Target="../slideLayouts/slideLayout10.xml"/><Relationship Id="rId31" Type="http://schemas.openxmlformats.org/officeDocument/2006/relationships/tags" Target="../tags/tag5.xml"/><Relationship Id="rId44" Type="http://schemas.openxmlformats.org/officeDocument/2006/relationships/tags" Target="../tags/tag18.xml"/><Relationship Id="rId52" Type="http://schemas.openxmlformats.org/officeDocument/2006/relationships/tags" Target="../tags/tag26.xml"/><Relationship Id="rId60" Type="http://schemas.openxmlformats.org/officeDocument/2006/relationships/tags" Target="../tags/tag34.xml"/><Relationship Id="rId65" Type="http://schemas.openxmlformats.org/officeDocument/2006/relationships/tags" Target="../tags/tag3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tags" Target="../tags/tag13.xml"/><Relationship Id="rId34" Type="http://schemas.openxmlformats.org/officeDocument/2006/relationships/tags" Target="../tags/tag8.xml"/><Relationship Id="rId50" Type="http://schemas.openxmlformats.org/officeDocument/2006/relationships/tags" Target="../tags/tag24.xml"/><Relationship Id="rId55" Type="http://schemas.openxmlformats.org/officeDocument/2006/relationships/tags" Target="../tags/tag2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9.xml"/><Relationship Id="rId18" Type="http://schemas.openxmlformats.org/officeDocument/2006/relationships/slideLayout" Target="../slideLayouts/slideLayout44.xml"/><Relationship Id="rId26" Type="http://schemas.openxmlformats.org/officeDocument/2006/relationships/slideLayout" Target="../slideLayouts/slideLayout52.xml"/><Relationship Id="rId39" Type="http://schemas.openxmlformats.org/officeDocument/2006/relationships/slideLayout" Target="../slideLayouts/slideLayout65.xml"/><Relationship Id="rId21" Type="http://schemas.openxmlformats.org/officeDocument/2006/relationships/slideLayout" Target="../slideLayouts/slideLayout47.xml"/><Relationship Id="rId34" Type="http://schemas.openxmlformats.org/officeDocument/2006/relationships/slideLayout" Target="../slideLayouts/slideLayout60.xml"/><Relationship Id="rId42" Type="http://schemas.openxmlformats.org/officeDocument/2006/relationships/slideLayout" Target="../slideLayouts/slideLayout68.xml"/><Relationship Id="rId47" Type="http://schemas.openxmlformats.org/officeDocument/2006/relationships/slideLayout" Target="../slideLayouts/slideLayout73.xml"/><Relationship Id="rId50" Type="http://schemas.openxmlformats.org/officeDocument/2006/relationships/slideLayout" Target="../slideLayouts/slideLayout76.xml"/><Relationship Id="rId7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42.xml"/><Relationship Id="rId29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37.xml"/><Relationship Id="rId24" Type="http://schemas.openxmlformats.org/officeDocument/2006/relationships/slideLayout" Target="../slideLayouts/slideLayout50.xml"/><Relationship Id="rId32" Type="http://schemas.openxmlformats.org/officeDocument/2006/relationships/slideLayout" Target="../slideLayouts/slideLayout58.xml"/><Relationship Id="rId37" Type="http://schemas.openxmlformats.org/officeDocument/2006/relationships/slideLayout" Target="../slideLayouts/slideLayout63.xml"/><Relationship Id="rId40" Type="http://schemas.openxmlformats.org/officeDocument/2006/relationships/slideLayout" Target="../slideLayouts/slideLayout66.xml"/><Relationship Id="rId45" Type="http://schemas.openxmlformats.org/officeDocument/2006/relationships/slideLayout" Target="../slideLayouts/slideLayout71.xml"/><Relationship Id="rId53" Type="http://schemas.openxmlformats.org/officeDocument/2006/relationships/theme" Target="../theme/theme2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19" Type="http://schemas.openxmlformats.org/officeDocument/2006/relationships/slideLayout" Target="../slideLayouts/slideLayout45.xml"/><Relationship Id="rId31" Type="http://schemas.openxmlformats.org/officeDocument/2006/relationships/slideLayout" Target="../slideLayouts/slideLayout57.xml"/><Relationship Id="rId44" Type="http://schemas.openxmlformats.org/officeDocument/2006/relationships/slideLayout" Target="../slideLayouts/slideLayout70.xml"/><Relationship Id="rId52" Type="http://schemas.openxmlformats.org/officeDocument/2006/relationships/slideLayout" Target="../slideLayouts/slideLayout78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40.xml"/><Relationship Id="rId22" Type="http://schemas.openxmlformats.org/officeDocument/2006/relationships/slideLayout" Target="../slideLayouts/slideLayout48.xml"/><Relationship Id="rId27" Type="http://schemas.openxmlformats.org/officeDocument/2006/relationships/slideLayout" Target="../slideLayouts/slideLayout53.xml"/><Relationship Id="rId30" Type="http://schemas.openxmlformats.org/officeDocument/2006/relationships/slideLayout" Target="../slideLayouts/slideLayout56.xml"/><Relationship Id="rId35" Type="http://schemas.openxmlformats.org/officeDocument/2006/relationships/slideLayout" Target="../slideLayouts/slideLayout61.xml"/><Relationship Id="rId43" Type="http://schemas.openxmlformats.org/officeDocument/2006/relationships/slideLayout" Target="../slideLayouts/slideLayout69.xml"/><Relationship Id="rId48" Type="http://schemas.openxmlformats.org/officeDocument/2006/relationships/slideLayout" Target="../slideLayouts/slideLayout74.xml"/><Relationship Id="rId8" Type="http://schemas.openxmlformats.org/officeDocument/2006/relationships/slideLayout" Target="../slideLayouts/slideLayout34.xml"/><Relationship Id="rId51" Type="http://schemas.openxmlformats.org/officeDocument/2006/relationships/slideLayout" Target="../slideLayouts/slideLayout77.xml"/><Relationship Id="rId3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43.xml"/><Relationship Id="rId25" Type="http://schemas.openxmlformats.org/officeDocument/2006/relationships/slideLayout" Target="../slideLayouts/slideLayout51.xml"/><Relationship Id="rId33" Type="http://schemas.openxmlformats.org/officeDocument/2006/relationships/slideLayout" Target="../slideLayouts/slideLayout59.xml"/><Relationship Id="rId38" Type="http://schemas.openxmlformats.org/officeDocument/2006/relationships/slideLayout" Target="../slideLayouts/slideLayout64.xml"/><Relationship Id="rId46" Type="http://schemas.openxmlformats.org/officeDocument/2006/relationships/slideLayout" Target="../slideLayouts/slideLayout72.xml"/><Relationship Id="rId20" Type="http://schemas.openxmlformats.org/officeDocument/2006/relationships/slideLayout" Target="../slideLayouts/slideLayout46.xml"/><Relationship Id="rId41" Type="http://schemas.openxmlformats.org/officeDocument/2006/relationships/slideLayout" Target="../slideLayouts/slideLayout67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41.xml"/><Relationship Id="rId23" Type="http://schemas.openxmlformats.org/officeDocument/2006/relationships/slideLayout" Target="../slideLayouts/slideLayout49.xml"/><Relationship Id="rId28" Type="http://schemas.openxmlformats.org/officeDocument/2006/relationships/slideLayout" Target="../slideLayouts/slideLayout54.xml"/><Relationship Id="rId36" Type="http://schemas.openxmlformats.org/officeDocument/2006/relationships/slideLayout" Target="../slideLayouts/slideLayout62.xml"/><Relationship Id="rId49" Type="http://schemas.openxmlformats.org/officeDocument/2006/relationships/slideLayout" Target="../slideLayouts/slideLayout7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77FC086D-550C-0391-52E6-60372882047E}"/>
              </a:ext>
            </a:extLst>
          </p:cNvPr>
          <p:cNvGraphicFramePr>
            <a:graphicFrameLocks/>
          </p:cNvGraphicFramePr>
          <p:nvPr userDrawn="1">
            <p:custDataLst>
              <p:tags r:id="rId28"/>
            </p:custDataLst>
            <p:extLst>
              <p:ext uri="{D42A27DB-BD31-4B8C-83A1-F6EECF244321}">
                <p14:modId xmlns:p14="http://schemas.microsoft.com/office/powerpoint/2010/main" val="42031036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0" imgW="347" imgH="348" progId="TCLayout.ActiveDocument.1">
                  <p:embed/>
                </p:oleObj>
              </mc:Choice>
              <mc:Fallback>
                <p:oleObj name="think-cell Slide" r:id="rId70" imgW="347" imgH="34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0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1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3"/>
            </p:custDataLst>
          </p:nvPr>
        </p:nvSpPr>
        <p:spPr>
          <a:xfrm>
            <a:off x="554736" y="35509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4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5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6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57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5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37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38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0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1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2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4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39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6" r:id="rId1"/>
    <p:sldLayoutId id="2147484187" r:id="rId2"/>
    <p:sldLayoutId id="2147484188" r:id="rId3"/>
    <p:sldLayoutId id="2147484189" r:id="rId4"/>
    <p:sldLayoutId id="2147484190" r:id="rId5"/>
    <p:sldLayoutId id="2147484191" r:id="rId6"/>
    <p:sldLayoutId id="2147484192" r:id="rId7"/>
    <p:sldLayoutId id="2147484193" r:id="rId8"/>
    <p:sldLayoutId id="2147484194" r:id="rId9"/>
    <p:sldLayoutId id="2147484195" r:id="rId10"/>
    <p:sldLayoutId id="2147484196" r:id="rId11"/>
    <p:sldLayoutId id="2147484197" r:id="rId12"/>
    <p:sldLayoutId id="2147484224" r:id="rId13"/>
    <p:sldLayoutId id="2147484225" r:id="rId14"/>
    <p:sldLayoutId id="2147484226" r:id="rId15"/>
    <p:sldLayoutId id="2147484227" r:id="rId16"/>
    <p:sldLayoutId id="2147484228" r:id="rId17"/>
    <p:sldLayoutId id="2147484229" r:id="rId18"/>
    <p:sldLayoutId id="2147484230" r:id="rId19"/>
    <p:sldLayoutId id="2147484231" r:id="rId20"/>
    <p:sldLayoutId id="2147484232" r:id="rId21"/>
    <p:sldLayoutId id="2147484233" r:id="rId22"/>
    <p:sldLayoutId id="2147484234" r:id="rId23"/>
    <p:sldLayoutId id="2147484235" r:id="rId24"/>
    <p:sldLayoutId id="2147484237" r:id="rId25"/>
    <p:sldLayoutId id="2147484242" r:id="rId26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(bullet 20pt)</a:t>
            </a:r>
          </a:p>
          <a:p>
            <a:pPr lvl="1"/>
            <a:r>
              <a:rPr lang="en-US"/>
              <a:t>Second level (bullet 20pt)</a:t>
            </a:r>
          </a:p>
          <a:p>
            <a:pPr lvl="2"/>
            <a:r>
              <a:rPr lang="en-US"/>
              <a:t>Third level (bullet 20pt)</a:t>
            </a:r>
          </a:p>
          <a:p>
            <a:pPr lvl="3"/>
            <a:r>
              <a:rPr lang="en-US"/>
              <a:t>Fourth level (bullet 18pt)</a:t>
            </a:r>
          </a:p>
          <a:p>
            <a:pPr lvl="4"/>
            <a:r>
              <a:rPr lang="en-US"/>
              <a:t>Fifth level (bullet 18pt)</a:t>
            </a:r>
          </a:p>
          <a:p>
            <a:pPr lvl="5"/>
            <a:r>
              <a:rPr lang="en-US"/>
              <a:t>Sixth level (copy 16pt)</a:t>
            </a:r>
          </a:p>
          <a:p>
            <a:pPr lvl="6"/>
            <a:r>
              <a:rPr lang="en-US"/>
              <a:t>Seventh level (small copy 12pt)</a:t>
            </a:r>
          </a:p>
          <a:p>
            <a:pPr lvl="7"/>
            <a:r>
              <a:rPr lang="en-US"/>
              <a:t>EIGHT LEVEL (DESCRIPTOR 10PT)</a:t>
            </a:r>
          </a:p>
          <a:p>
            <a:pPr lvl="8"/>
            <a:r>
              <a:rPr lang="en-US"/>
              <a:t>Ninth level (footer 8pt)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A171160-C7F3-46DE-911A-73C4F50C8896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65AB957F-03D6-48C8-8F91-1AE64BEA36C5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992032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45" r:id="rId1"/>
    <p:sldLayoutId id="2147484246" r:id="rId2"/>
    <p:sldLayoutId id="2147484247" r:id="rId3"/>
    <p:sldLayoutId id="2147484248" r:id="rId4"/>
    <p:sldLayoutId id="2147484249" r:id="rId5"/>
    <p:sldLayoutId id="2147484250" r:id="rId6"/>
    <p:sldLayoutId id="2147484251" r:id="rId7"/>
    <p:sldLayoutId id="2147484252" r:id="rId8"/>
    <p:sldLayoutId id="2147484253" r:id="rId9"/>
    <p:sldLayoutId id="2147484254" r:id="rId10"/>
    <p:sldLayoutId id="2147484255" r:id="rId11"/>
    <p:sldLayoutId id="2147484256" r:id="rId12"/>
    <p:sldLayoutId id="2147484257" r:id="rId13"/>
    <p:sldLayoutId id="2147484258" r:id="rId14"/>
    <p:sldLayoutId id="2147484259" r:id="rId15"/>
    <p:sldLayoutId id="2147484260" r:id="rId16"/>
    <p:sldLayoutId id="2147484261" r:id="rId17"/>
    <p:sldLayoutId id="2147484262" r:id="rId18"/>
    <p:sldLayoutId id="2147484263" r:id="rId19"/>
    <p:sldLayoutId id="2147484264" r:id="rId20"/>
    <p:sldLayoutId id="2147484265" r:id="rId21"/>
    <p:sldLayoutId id="2147484266" r:id="rId22"/>
    <p:sldLayoutId id="2147484267" r:id="rId23"/>
    <p:sldLayoutId id="2147484268" r:id="rId24"/>
    <p:sldLayoutId id="2147484269" r:id="rId25"/>
    <p:sldLayoutId id="2147484270" r:id="rId26"/>
    <p:sldLayoutId id="2147484271" r:id="rId27"/>
    <p:sldLayoutId id="2147484272" r:id="rId28"/>
    <p:sldLayoutId id="2147484273" r:id="rId29"/>
    <p:sldLayoutId id="2147484274" r:id="rId30"/>
    <p:sldLayoutId id="2147484275" r:id="rId31"/>
    <p:sldLayoutId id="2147484276" r:id="rId32"/>
    <p:sldLayoutId id="2147484277" r:id="rId33"/>
    <p:sldLayoutId id="2147484278" r:id="rId34"/>
    <p:sldLayoutId id="2147484279" r:id="rId35"/>
    <p:sldLayoutId id="2147484280" r:id="rId36"/>
    <p:sldLayoutId id="2147484281" r:id="rId37"/>
    <p:sldLayoutId id="2147484282" r:id="rId38"/>
    <p:sldLayoutId id="2147484283" r:id="rId39"/>
    <p:sldLayoutId id="2147484284" r:id="rId40"/>
    <p:sldLayoutId id="2147484285" r:id="rId41"/>
    <p:sldLayoutId id="2147484286" r:id="rId42"/>
    <p:sldLayoutId id="2147484287" r:id="rId43"/>
    <p:sldLayoutId id="2147484288" r:id="rId44"/>
    <p:sldLayoutId id="2147484289" r:id="rId45"/>
    <p:sldLayoutId id="2147484290" r:id="rId46"/>
    <p:sldLayoutId id="2147484291" r:id="rId47"/>
    <p:sldLayoutId id="2147484292" r:id="rId48"/>
    <p:sldLayoutId id="2147484293" r:id="rId49"/>
    <p:sldLayoutId id="2147484294" r:id="rId50"/>
    <p:sldLayoutId id="2147484295" r:id="rId51"/>
    <p:sldLayoutId id="2147484296" r:id="rId52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C35EA4"/>
          </p15:clr>
        </p15:guide>
        <p15:guide id="2" orient="horz" pos="3976">
          <p15:clr>
            <a:srgbClr val="C35EA4"/>
          </p15:clr>
        </p15:guide>
        <p15:guide id="3" pos="240">
          <p15:clr>
            <a:srgbClr val="C35EA4"/>
          </p15:clr>
        </p15:guide>
        <p15:guide id="4" pos="7440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30.xml"/><Relationship Id="rId4" Type="http://schemas.openxmlformats.org/officeDocument/2006/relationships/image" Target="../media/image24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oleObject" Target="../embeddings/oleObject3.bin"/><Relationship Id="rId7" Type="http://schemas.openxmlformats.org/officeDocument/2006/relationships/image" Target="../media/image27.sv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1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3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2.xml"/><Relationship Id="rId6" Type="http://schemas.openxmlformats.org/officeDocument/2006/relationships/image" Target="../media/image3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Relationship Id="rId9" Type="http://schemas.openxmlformats.org/officeDocument/2006/relationships/image" Target="../media/image3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hart" Target="../charts/chart3.xml"/><Relationship Id="rId3" Type="http://schemas.openxmlformats.org/officeDocument/2006/relationships/notesSlide" Target="../notesSlides/notesSlide3.xml"/><Relationship Id="rId7" Type="http://schemas.openxmlformats.org/officeDocument/2006/relationships/chart" Target="../charts/chart2.xml"/><Relationship Id="rId12" Type="http://schemas.openxmlformats.org/officeDocument/2006/relationships/chart" Target="../charts/chart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3.xml"/><Relationship Id="rId6" Type="http://schemas.openxmlformats.org/officeDocument/2006/relationships/chart" Target="../charts/chart1.xml"/><Relationship Id="rId11" Type="http://schemas.openxmlformats.org/officeDocument/2006/relationships/chart" Target="../charts/chart6.xml"/><Relationship Id="rId5" Type="http://schemas.openxmlformats.org/officeDocument/2006/relationships/image" Target="../media/image1.emf"/><Relationship Id="rId10" Type="http://schemas.openxmlformats.org/officeDocument/2006/relationships/chart" Target="../charts/chart5.xml"/><Relationship Id="rId4" Type="http://schemas.openxmlformats.org/officeDocument/2006/relationships/oleObject" Target="../embeddings/oleObject5.bin"/><Relationship Id="rId9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341.xml"/><Relationship Id="rId3" Type="http://schemas.openxmlformats.org/officeDocument/2006/relationships/tags" Target="../tags/tag336.xml"/><Relationship Id="rId7" Type="http://schemas.openxmlformats.org/officeDocument/2006/relationships/tags" Target="../tags/tag340.xml"/><Relationship Id="rId2" Type="http://schemas.openxmlformats.org/officeDocument/2006/relationships/tags" Target="../tags/tag335.xml"/><Relationship Id="rId1" Type="http://schemas.openxmlformats.org/officeDocument/2006/relationships/tags" Target="../tags/tag334.xml"/><Relationship Id="rId6" Type="http://schemas.openxmlformats.org/officeDocument/2006/relationships/tags" Target="../tags/tag339.xml"/><Relationship Id="rId11" Type="http://schemas.openxmlformats.org/officeDocument/2006/relationships/image" Target="../media/image37.emf"/><Relationship Id="rId5" Type="http://schemas.openxmlformats.org/officeDocument/2006/relationships/tags" Target="../tags/tag338.xml"/><Relationship Id="rId10" Type="http://schemas.openxmlformats.org/officeDocument/2006/relationships/oleObject" Target="../embeddings/oleObject6.bin"/><Relationship Id="rId4" Type="http://schemas.openxmlformats.org/officeDocument/2006/relationships/tags" Target="../tags/tag337.xml"/><Relationship Id="rId9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2.xml"/><Relationship Id="rId5" Type="http://schemas.openxmlformats.org/officeDocument/2006/relationships/chart" Target="../charts/chart8.xml"/><Relationship Id="rId4" Type="http://schemas.openxmlformats.org/officeDocument/2006/relationships/image" Target="../media/image37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350.xml"/><Relationship Id="rId13" Type="http://schemas.openxmlformats.org/officeDocument/2006/relationships/notesSlide" Target="../notesSlides/notesSlide4.xml"/><Relationship Id="rId3" Type="http://schemas.openxmlformats.org/officeDocument/2006/relationships/tags" Target="../tags/tag345.xml"/><Relationship Id="rId7" Type="http://schemas.openxmlformats.org/officeDocument/2006/relationships/tags" Target="../tags/tag349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344.xml"/><Relationship Id="rId1" Type="http://schemas.openxmlformats.org/officeDocument/2006/relationships/tags" Target="../tags/tag343.xml"/><Relationship Id="rId6" Type="http://schemas.openxmlformats.org/officeDocument/2006/relationships/tags" Target="../tags/tag348.xml"/><Relationship Id="rId11" Type="http://schemas.openxmlformats.org/officeDocument/2006/relationships/tags" Target="../tags/tag353.xml"/><Relationship Id="rId5" Type="http://schemas.openxmlformats.org/officeDocument/2006/relationships/tags" Target="../tags/tag347.xml"/><Relationship Id="rId15" Type="http://schemas.openxmlformats.org/officeDocument/2006/relationships/image" Target="../media/image37.emf"/><Relationship Id="rId10" Type="http://schemas.openxmlformats.org/officeDocument/2006/relationships/tags" Target="../tags/tag352.xml"/><Relationship Id="rId4" Type="http://schemas.openxmlformats.org/officeDocument/2006/relationships/tags" Target="../tags/tag346.xml"/><Relationship Id="rId9" Type="http://schemas.openxmlformats.org/officeDocument/2006/relationships/tags" Target="../tags/tag351.xml"/><Relationship Id="rId14" Type="http://schemas.openxmlformats.org/officeDocument/2006/relationships/oleObject" Target="../embeddings/oleObject7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4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8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357.xml"/><Relationship Id="rId2" Type="http://schemas.openxmlformats.org/officeDocument/2006/relationships/tags" Target="../tags/tag356.xml"/><Relationship Id="rId1" Type="http://schemas.openxmlformats.org/officeDocument/2006/relationships/tags" Target="../tags/tag355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59.xml"/><Relationship Id="rId4" Type="http://schemas.openxmlformats.org/officeDocument/2006/relationships/tags" Target="../tags/tag3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F90BE4D5-08D2-59F2-0CD5-7181975E1EA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F90BE4D5-08D2-59F2-0CD5-7181975E1E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4535322D-A95F-C1F4-D59D-01B90C3AD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35" y="1706563"/>
            <a:ext cx="4091405" cy="694944"/>
          </a:xfrm>
        </p:spPr>
        <p:txBody>
          <a:bodyPr vert="horz" rIns="0"/>
          <a:lstStyle/>
          <a:p>
            <a:r>
              <a:rPr lang="en-US" sz="4800" dirty="0"/>
              <a:t>Competitive Analysis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0BB805-14C4-4924-87EF-2ABC679C3C0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B1D0342-6445-4D1F-DF3B-044094208C85}"/>
              </a:ext>
            </a:extLst>
          </p:cNvPr>
          <p:cNvSpPr txBox="1">
            <a:spLocks/>
          </p:cNvSpPr>
          <p:nvPr/>
        </p:nvSpPr>
        <p:spPr>
          <a:xfrm>
            <a:off x="5380714" y="1680071"/>
            <a:ext cx="6626620" cy="4124893"/>
          </a:xfrm>
          <a:prstGeom prst="rect">
            <a:avLst/>
          </a:prstGeom>
        </p:spPr>
        <p:txBody>
          <a:bodyPr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-GB" sz="41300" dirty="0">
                <a:solidFill>
                  <a:schemeClr val="tx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369583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Object 28" hidden="1">
            <a:extLst>
              <a:ext uri="{FF2B5EF4-FFF2-40B4-BE49-F238E27FC236}">
                <a16:creationId xmlns:a16="http://schemas.microsoft.com/office/drawing/2014/main" id="{FAC2E4A4-A5E0-4D6D-1C04-F6AFA64E7A1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29" name="Object 28" hidden="1">
                        <a:extLst>
                          <a:ext uri="{FF2B5EF4-FFF2-40B4-BE49-F238E27FC236}">
                            <a16:creationId xmlns:a16="http://schemas.microsoft.com/office/drawing/2014/main" id="{FAC2E4A4-A5E0-4D6D-1C04-F6AFA64E7A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4038" y="565195"/>
            <a:ext cx="11083925" cy="520655"/>
          </a:xfrm>
        </p:spPr>
        <p:txBody>
          <a:bodyPr vert="horz" wrap="square" lIns="0" tIns="134620" rIns="0" bIns="0" rtlCol="0">
            <a:spAutoFit/>
          </a:bodyPr>
          <a:lstStyle/>
          <a:p>
            <a:r>
              <a:rPr lang="en-IN" dirty="0"/>
              <a:t>[Insert adjective] trends make this a [insert adjective] market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6B591680-EA36-AB0E-F410-A7E03022044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object 3"/>
          <p:cNvSpPr txBox="1"/>
          <p:nvPr/>
        </p:nvSpPr>
        <p:spPr>
          <a:xfrm>
            <a:off x="547688" y="1716882"/>
            <a:ext cx="3336249" cy="340786"/>
          </a:xfrm>
          <a:prstGeom prst="rect">
            <a:avLst/>
          </a:prstGeom>
          <a:solidFill>
            <a:schemeClr val="accent1"/>
          </a:solidFill>
        </p:spPr>
        <p:txBody>
          <a:bodyPr vert="horz" wrap="none" lIns="91440" tIns="91440" rIns="91440" bIns="91440" rtlCol="0" anchor="ctr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Market trends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70474" y="1716882"/>
            <a:ext cx="6964313" cy="340786"/>
          </a:xfrm>
          <a:prstGeom prst="rect">
            <a:avLst/>
          </a:prstGeom>
          <a:solidFill>
            <a:schemeClr val="accent1"/>
          </a:solidFill>
        </p:spPr>
        <p:txBody>
          <a:bodyPr vert="horz" wrap="none" lIns="91440" tIns="91440" rIns="91440" bIns="91440" rtlCol="0" anchor="ctr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Implications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70474" y="2152653"/>
            <a:ext cx="6964313" cy="936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rtlCol="0" anchor="t">
            <a:noAutofit/>
          </a:bodyPr>
          <a:lstStyle/>
          <a:p>
            <a:pPr marL="184150" marR="422275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95580" algn="l"/>
              </a:tabLst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[Insert main implications from trend]</a:t>
            </a:r>
          </a:p>
          <a:p>
            <a:pPr marL="184150" marR="422275" indent="-171450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95580" algn="l"/>
              </a:tabLst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[Insert main implications from trend]</a:t>
            </a:r>
          </a:p>
          <a:p>
            <a:pPr marL="184150" marR="422275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95580" algn="l"/>
              </a:tabLst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…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47688" y="3183638"/>
            <a:ext cx="3336249" cy="93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548640" tIns="91440" rIns="91440" bIns="91440" rtlCol="0" anchor="ctr">
            <a:noAutofit/>
          </a:bodyPr>
          <a:lstStyle/>
          <a:p>
            <a:pPr marL="12700" marR="5080" lvl="0" indent="0" algn="l" defTabSz="914400" rtl="0" eaLnBrk="1" fontAlgn="auto" latinLnBrk="0" hangingPunct="1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[Insert trend] </a:t>
            </a:r>
          </a:p>
          <a:p>
            <a:pPr marL="12700" marR="5080" lvl="0" indent="0" algn="l" defTabSz="914400" rtl="0" eaLnBrk="1" fontAlgn="auto" latinLnBrk="0" hangingPunct="1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Arial"/>
                <a:cs typeface="Arial"/>
              </a:rPr>
              <a:t>[Insert short description]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47688" y="4214622"/>
            <a:ext cx="3336249" cy="93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548640" tIns="91440" rIns="91440" bIns="91440" rtlCol="0" anchor="ctr">
            <a:noAutofit/>
          </a:bodyPr>
          <a:lstStyle/>
          <a:p>
            <a:pPr marL="12700" marR="5080" lvl="0" indent="0" algn="l" defTabSz="914400" rtl="0" eaLnBrk="1" fontAlgn="auto" latinLnBrk="0" hangingPunct="1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[Insert trend] </a:t>
            </a:r>
          </a:p>
          <a:p>
            <a:pPr marL="12700" marR="5080" lvl="0" indent="0" algn="l" defTabSz="914400" rtl="0" eaLnBrk="1" fontAlgn="auto" latinLnBrk="0" hangingPunct="1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Arial"/>
                <a:cs typeface="Arial"/>
              </a:rPr>
              <a:t>[Insert short description]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7688" y="2152653"/>
            <a:ext cx="3336249" cy="93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548640" tIns="91440" rIns="91440" bIns="91440" rtlCol="0" anchor="ctr">
            <a:noAutofit/>
          </a:bodyPr>
          <a:lstStyle/>
          <a:p>
            <a:pPr marL="12700" marR="5080" lvl="0" indent="0" algn="l" defTabSz="914400" rtl="0" eaLnBrk="1" fontAlgn="auto" latinLnBrk="0" hangingPunct="1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[Insert trend] </a:t>
            </a:r>
          </a:p>
          <a:p>
            <a:pPr marL="12700" marR="5080" lvl="0" indent="0" algn="l" defTabSz="914400" rtl="0" eaLnBrk="1" fontAlgn="auto" latinLnBrk="0" hangingPunct="1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Arial"/>
                <a:cs typeface="Arial"/>
              </a:rPr>
              <a:t>[Insert short description]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47688" y="5245606"/>
            <a:ext cx="3336249" cy="93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548640" tIns="91440" rIns="91440" bIns="91440" rtlCol="0" anchor="ctr">
            <a:noAutofit/>
          </a:bodyPr>
          <a:lstStyle/>
          <a:p>
            <a:pPr marL="12700" marR="5080" lvl="0" indent="0" algn="l" defTabSz="914400" rtl="0" eaLnBrk="1" fontAlgn="auto" latinLnBrk="0" hangingPunct="1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[Insert trend] </a:t>
            </a:r>
          </a:p>
          <a:p>
            <a:pPr marL="12700" marR="5080" lvl="0" indent="0" algn="l" defTabSz="914400" rtl="0" eaLnBrk="1" fontAlgn="auto" latinLnBrk="0" hangingPunct="1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Arial"/>
                <a:cs typeface="Arial"/>
              </a:rPr>
              <a:t>[Insert short description]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C90367C7-98A1-5B8B-792F-FDFE0A2116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2316" y="3475599"/>
            <a:ext cx="352078" cy="352078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B78FB1A9-1883-5A62-98B5-99DEA865F1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2316" y="2444614"/>
            <a:ext cx="352078" cy="352078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C5008985-E6D5-D87B-DCC5-B1D29AF08E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2316" y="5537567"/>
            <a:ext cx="352078" cy="352078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6B08C0C9-4AA4-6473-FD46-65FAD8F0DB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2316" y="4506583"/>
            <a:ext cx="352078" cy="352078"/>
          </a:xfrm>
          <a:prstGeom prst="rect">
            <a:avLst/>
          </a:prstGeom>
        </p:spPr>
      </p:pic>
      <p:sp>
        <p:nvSpPr>
          <p:cNvPr id="5" name="Google Shape;507;p14">
            <a:extLst>
              <a:ext uri="{FF2B5EF4-FFF2-40B4-BE49-F238E27FC236}">
                <a16:creationId xmlns:a16="http://schemas.microsoft.com/office/drawing/2014/main" id="{8CF80234-7C39-A938-FA6B-1A2EEFFB982E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Arial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538;p14">
            <a:extLst>
              <a:ext uri="{FF2B5EF4-FFF2-40B4-BE49-F238E27FC236}">
                <a16:creationId xmlns:a16="http://schemas.microsoft.com/office/drawing/2014/main" id="{3CECEFF2-2545-7376-593C-815C2F417F52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Footnote: 1. xx</a:t>
            </a:r>
            <a:endParaRPr sz="9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89F0CB3-DC26-E3EF-666F-3C80E6B68B91}"/>
              </a:ext>
            </a:extLst>
          </p:cNvPr>
          <p:cNvSpPr txBox="1"/>
          <p:nvPr/>
        </p:nvSpPr>
        <p:spPr>
          <a:xfrm>
            <a:off x="4670474" y="3183637"/>
            <a:ext cx="6964313" cy="936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rtlCol="0" anchor="t">
            <a:noAutofit/>
          </a:bodyPr>
          <a:lstStyle/>
          <a:p>
            <a:pPr marL="184150" marR="422275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95580" algn="l"/>
              </a:tabLst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[Insert main implications from trend]</a:t>
            </a:r>
          </a:p>
          <a:p>
            <a:pPr marL="184150" marR="422275" indent="-171450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95580" algn="l"/>
              </a:tabLst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[Insert main implications from trend]</a:t>
            </a:r>
          </a:p>
          <a:p>
            <a:pPr marL="184150" marR="422275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95580" algn="l"/>
              </a:tabLst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…</a:t>
            </a: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934903EA-0E9F-3530-888B-B0396D565E72}"/>
              </a:ext>
            </a:extLst>
          </p:cNvPr>
          <p:cNvSpPr txBox="1"/>
          <p:nvPr/>
        </p:nvSpPr>
        <p:spPr>
          <a:xfrm>
            <a:off x="4670474" y="4214621"/>
            <a:ext cx="6964313" cy="936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rtlCol="0" anchor="t">
            <a:noAutofit/>
          </a:bodyPr>
          <a:lstStyle/>
          <a:p>
            <a:pPr marL="184150" marR="422275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95580" algn="l"/>
              </a:tabLst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[Insert main implications from trend]</a:t>
            </a:r>
          </a:p>
          <a:p>
            <a:pPr marL="184150" marR="422275" indent="-171450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95580" algn="l"/>
              </a:tabLst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[Insert main implications from trend]</a:t>
            </a:r>
          </a:p>
          <a:p>
            <a:pPr marL="184150" marR="422275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95580" algn="l"/>
              </a:tabLst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…</a:t>
            </a:r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17AB72BD-2B07-A847-B760-453CFA324E93}"/>
              </a:ext>
            </a:extLst>
          </p:cNvPr>
          <p:cNvSpPr txBox="1"/>
          <p:nvPr/>
        </p:nvSpPr>
        <p:spPr>
          <a:xfrm>
            <a:off x="4670474" y="5245606"/>
            <a:ext cx="6964313" cy="936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rtlCol="0" anchor="t">
            <a:noAutofit/>
          </a:bodyPr>
          <a:lstStyle/>
          <a:p>
            <a:pPr marL="184150" marR="422275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95580" algn="l"/>
              </a:tabLst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[Insert main implications from trend]</a:t>
            </a:r>
          </a:p>
          <a:p>
            <a:pPr marL="184150" marR="422275" indent="-171450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95580" algn="l"/>
              </a:tabLst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[Insert main implications from trend]</a:t>
            </a:r>
          </a:p>
          <a:p>
            <a:pPr marL="184150" marR="422275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95580" algn="l"/>
              </a:tabLst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…</a:t>
            </a:r>
          </a:p>
        </p:txBody>
      </p:sp>
      <p:sp>
        <p:nvSpPr>
          <p:cNvPr id="13" name="Triangle 12">
            <a:extLst>
              <a:ext uri="{FF2B5EF4-FFF2-40B4-BE49-F238E27FC236}">
                <a16:creationId xmlns:a16="http://schemas.microsoft.com/office/drawing/2014/main" id="{F21104BF-EAAC-B6E2-9FDA-2A8FB0361B4E}"/>
              </a:ext>
            </a:extLst>
          </p:cNvPr>
          <p:cNvSpPr/>
          <p:nvPr/>
        </p:nvSpPr>
        <p:spPr>
          <a:xfrm rot="5400000">
            <a:off x="4116568" y="2496074"/>
            <a:ext cx="321276" cy="249159"/>
          </a:xfrm>
          <a:prstGeom prst="triangle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22" name="Triangle 21">
            <a:extLst>
              <a:ext uri="{FF2B5EF4-FFF2-40B4-BE49-F238E27FC236}">
                <a16:creationId xmlns:a16="http://schemas.microsoft.com/office/drawing/2014/main" id="{F1C3AD3E-2CE1-C87B-269E-EA9680C94916}"/>
              </a:ext>
            </a:extLst>
          </p:cNvPr>
          <p:cNvSpPr/>
          <p:nvPr/>
        </p:nvSpPr>
        <p:spPr>
          <a:xfrm rot="5400000">
            <a:off x="4116568" y="3527058"/>
            <a:ext cx="321276" cy="249159"/>
          </a:xfrm>
          <a:prstGeom prst="triangle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23" name="Triangle 22">
            <a:extLst>
              <a:ext uri="{FF2B5EF4-FFF2-40B4-BE49-F238E27FC236}">
                <a16:creationId xmlns:a16="http://schemas.microsoft.com/office/drawing/2014/main" id="{DBFFFD61-22D2-70A8-628C-CFCB8455E32D}"/>
              </a:ext>
            </a:extLst>
          </p:cNvPr>
          <p:cNvSpPr/>
          <p:nvPr/>
        </p:nvSpPr>
        <p:spPr>
          <a:xfrm rot="5400000">
            <a:off x="4116568" y="4558042"/>
            <a:ext cx="321276" cy="249159"/>
          </a:xfrm>
          <a:prstGeom prst="triangle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24" name="Triangle 23">
            <a:extLst>
              <a:ext uri="{FF2B5EF4-FFF2-40B4-BE49-F238E27FC236}">
                <a16:creationId xmlns:a16="http://schemas.microsoft.com/office/drawing/2014/main" id="{B979E150-1870-4DA5-15AF-9040776B4A12}"/>
              </a:ext>
            </a:extLst>
          </p:cNvPr>
          <p:cNvSpPr/>
          <p:nvPr/>
        </p:nvSpPr>
        <p:spPr>
          <a:xfrm rot="5400000">
            <a:off x="4116568" y="5589027"/>
            <a:ext cx="321276" cy="249159"/>
          </a:xfrm>
          <a:prstGeom prst="triangle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2C00F76-093A-B2C5-E49F-92F6DB5D5A80}"/>
              </a:ext>
            </a:extLst>
          </p:cNvPr>
          <p:cNvCxnSpPr>
            <a:cxnSpLocks/>
          </p:cNvCxnSpPr>
          <p:nvPr/>
        </p:nvCxnSpPr>
        <p:spPr>
          <a:xfrm>
            <a:off x="554038" y="3136146"/>
            <a:ext cx="11083925" cy="0"/>
          </a:xfrm>
          <a:prstGeom prst="line">
            <a:avLst/>
          </a:prstGeom>
          <a:ln w="9525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81105BE-3A6B-83A1-9E88-5D8F8976E132}"/>
              </a:ext>
            </a:extLst>
          </p:cNvPr>
          <p:cNvCxnSpPr>
            <a:cxnSpLocks/>
          </p:cNvCxnSpPr>
          <p:nvPr/>
        </p:nvCxnSpPr>
        <p:spPr>
          <a:xfrm>
            <a:off x="554038" y="4167130"/>
            <a:ext cx="11083925" cy="0"/>
          </a:xfrm>
          <a:prstGeom prst="line">
            <a:avLst/>
          </a:prstGeom>
          <a:ln w="9525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70799C-DB5B-24B8-F955-B9F8419E3FFE}"/>
              </a:ext>
            </a:extLst>
          </p:cNvPr>
          <p:cNvCxnSpPr>
            <a:cxnSpLocks/>
          </p:cNvCxnSpPr>
          <p:nvPr/>
        </p:nvCxnSpPr>
        <p:spPr>
          <a:xfrm>
            <a:off x="554038" y="5198114"/>
            <a:ext cx="11083925" cy="0"/>
          </a:xfrm>
          <a:prstGeom prst="line">
            <a:avLst/>
          </a:prstGeom>
          <a:ln w="9525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4530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72141-97FC-2744-890A-6849888C7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609" y="355092"/>
            <a:ext cx="11082528" cy="731520"/>
          </a:xfrm>
        </p:spPr>
        <p:txBody>
          <a:bodyPr/>
          <a:lstStyle/>
          <a:p>
            <a:r>
              <a:rPr lang="en-US" dirty="0"/>
              <a:t>Four major trends will impact the [insert] market</a:t>
            </a:r>
            <a:endParaRPr lang="en-GB" dirty="0"/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15D9D030-ED5B-C10A-7E9D-BBE285D3A8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B79C133-E94C-EABD-D5CA-C1F078AAD21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67DE18-F408-331C-7C03-C5D8FF99D9E7}"/>
              </a:ext>
            </a:extLst>
          </p:cNvPr>
          <p:cNvSpPr txBox="1"/>
          <p:nvPr/>
        </p:nvSpPr>
        <p:spPr>
          <a:xfrm>
            <a:off x="773735" y="4432203"/>
            <a:ext cx="223374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Trend 1</a:t>
            </a:r>
          </a:p>
          <a:p>
            <a:endParaRPr lang="en-US" dirty="0"/>
          </a:p>
          <a:p>
            <a:pPr algn="ctr"/>
            <a:r>
              <a:rPr lang="en-US" dirty="0"/>
              <a:t>Short description of trend [3-4 lines]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96ED2B-5EF0-25B3-18A3-B0AD4D16359E}"/>
              </a:ext>
            </a:extLst>
          </p:cNvPr>
          <p:cNvSpPr txBox="1"/>
          <p:nvPr/>
        </p:nvSpPr>
        <p:spPr>
          <a:xfrm>
            <a:off x="3573779" y="4432203"/>
            <a:ext cx="223374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Trend 2</a:t>
            </a:r>
          </a:p>
          <a:p>
            <a:endParaRPr lang="en-US" dirty="0"/>
          </a:p>
          <a:p>
            <a:pPr algn="ctr"/>
            <a:r>
              <a:rPr lang="en-US" dirty="0"/>
              <a:t>Short description of trend [3-4 lines]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A43093-1C44-0001-B46A-35DEB8E8C1B8}"/>
              </a:ext>
            </a:extLst>
          </p:cNvPr>
          <p:cNvSpPr txBox="1"/>
          <p:nvPr/>
        </p:nvSpPr>
        <p:spPr>
          <a:xfrm>
            <a:off x="6378422" y="4432203"/>
            <a:ext cx="223374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Trend 3</a:t>
            </a:r>
          </a:p>
          <a:p>
            <a:endParaRPr lang="en-US" dirty="0"/>
          </a:p>
          <a:p>
            <a:pPr algn="ctr"/>
            <a:r>
              <a:rPr lang="en-US" dirty="0"/>
              <a:t>Short description of trend [3-4 lines]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FB9F6B-D4C5-2D7D-0DBF-6C58CA0F79FB}"/>
              </a:ext>
            </a:extLst>
          </p:cNvPr>
          <p:cNvSpPr txBox="1"/>
          <p:nvPr/>
        </p:nvSpPr>
        <p:spPr>
          <a:xfrm>
            <a:off x="9172189" y="4432203"/>
            <a:ext cx="223374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Trend 4</a:t>
            </a:r>
          </a:p>
          <a:p>
            <a:endParaRPr lang="en-US" dirty="0"/>
          </a:p>
          <a:p>
            <a:pPr algn="ctr"/>
            <a:r>
              <a:rPr lang="en-US" dirty="0"/>
              <a:t>Short description of trend [3-4 lines]</a:t>
            </a:r>
          </a:p>
        </p:txBody>
      </p:sp>
      <p:sp>
        <p:nvSpPr>
          <p:cNvPr id="3" name="Google Shape;507;p14">
            <a:extLst>
              <a:ext uri="{FF2B5EF4-FFF2-40B4-BE49-F238E27FC236}">
                <a16:creationId xmlns:a16="http://schemas.microsoft.com/office/drawing/2014/main" id="{5307C0C1-2702-9094-64AB-0BD6F2AC8B06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Arial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538;p14">
            <a:extLst>
              <a:ext uri="{FF2B5EF4-FFF2-40B4-BE49-F238E27FC236}">
                <a16:creationId xmlns:a16="http://schemas.microsoft.com/office/drawing/2014/main" id="{5E7B35EF-79CB-AA13-01AD-6F04B23A6393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Footnote: 1. xx</a:t>
            </a:r>
            <a:endParaRPr sz="9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5E2ECB-C6FB-1020-2532-2D35ECCDBBF4}"/>
              </a:ext>
            </a:extLst>
          </p:cNvPr>
          <p:cNvSpPr txBox="1"/>
          <p:nvPr/>
        </p:nvSpPr>
        <p:spPr>
          <a:xfrm flipH="1" flipV="1">
            <a:off x="2555785" y="3156114"/>
            <a:ext cx="45719" cy="4571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71F92D6E-0B57-4952-968D-42827EAFEA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99"/>
          <a:stretch/>
        </p:blipFill>
        <p:spPr bwMode="auto">
          <a:xfrm>
            <a:off x="547688" y="1878014"/>
            <a:ext cx="2673198" cy="2255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E83B81AD-A0A5-6907-7675-5863C1EA9D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144"/>
          <a:stretch/>
        </p:blipFill>
        <p:spPr bwMode="auto">
          <a:xfrm>
            <a:off x="3356930" y="1878014"/>
            <a:ext cx="2664000" cy="2263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EECF0206-F59C-E6C4-66D8-5A4D7A3BAB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17"/>
          <a:stretch/>
        </p:blipFill>
        <p:spPr bwMode="auto">
          <a:xfrm>
            <a:off x="6155251" y="1870656"/>
            <a:ext cx="2676644" cy="227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8">
            <a:extLst>
              <a:ext uri="{FF2B5EF4-FFF2-40B4-BE49-F238E27FC236}">
                <a16:creationId xmlns:a16="http://schemas.microsoft.com/office/drawing/2014/main" id="{09F9FACD-B775-5264-1D12-3204386011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22"/>
          <a:stretch/>
        </p:blipFill>
        <p:spPr bwMode="auto">
          <a:xfrm>
            <a:off x="8977136" y="1870656"/>
            <a:ext cx="2664001" cy="2298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6024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3" name="Object 82" hidden="1">
            <a:extLst>
              <a:ext uri="{FF2B5EF4-FFF2-40B4-BE49-F238E27FC236}">
                <a16:creationId xmlns:a16="http://schemas.microsoft.com/office/drawing/2014/main" id="{64FA362F-CEAD-71FE-8EC5-FA833C8D417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7" imgH="348" progId="TCLayout.ActiveDocument.1">
                  <p:embed/>
                </p:oleObj>
              </mc:Choice>
              <mc:Fallback>
                <p:oleObj name="think-cell Slide" r:id="rId4" imgW="347" imgH="348" progId="TCLayout.ActiveDocument.1">
                  <p:embed/>
                  <p:pic>
                    <p:nvPicPr>
                      <p:cNvPr id="83" name="Object 82" hidden="1">
                        <a:extLst>
                          <a:ext uri="{FF2B5EF4-FFF2-40B4-BE49-F238E27FC236}">
                            <a16:creationId xmlns:a16="http://schemas.microsoft.com/office/drawing/2014/main" id="{64FA362F-CEAD-71FE-8EC5-FA833C8D41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object 2"/>
          <p:cNvSpPr txBox="1">
            <a:spLocks noGrp="1"/>
          </p:cNvSpPr>
          <p:nvPr>
            <p:ph type="title"/>
          </p:nvPr>
        </p:nvSpPr>
        <p:spPr/>
        <p:txBody>
          <a:bodyPr vert="horz" wrap="square" lIns="0" tIns="16087" rIns="0" bIns="0" rtlCol="0" anchor="b" anchorCtr="0">
            <a:spAutoFit/>
          </a:bodyPr>
          <a:lstStyle/>
          <a:p>
            <a:r>
              <a:rPr lang="en-IN" dirty="0"/>
              <a:t>Customers were open to [insert] options</a:t>
            </a:r>
          </a:p>
        </p:txBody>
      </p:sp>
      <p:sp>
        <p:nvSpPr>
          <p:cNvPr id="55" name="Subtitle 54">
            <a:extLst>
              <a:ext uri="{FF2B5EF4-FFF2-40B4-BE49-F238E27FC236}">
                <a16:creationId xmlns:a16="http://schemas.microsoft.com/office/drawing/2014/main" id="{09A11D09-A4ED-EB2C-FDE0-7E1A34A410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Results of customer survey on current channel preferences across the customer journey: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8B549BA-FC5C-6B1A-CAF8-F4B800D5CEC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AFE59A81-571E-870A-B4E4-7EC7AECF24C4}"/>
              </a:ext>
            </a:extLst>
          </p:cNvPr>
          <p:cNvSpPr txBox="1"/>
          <p:nvPr/>
        </p:nvSpPr>
        <p:spPr>
          <a:xfrm>
            <a:off x="2391158" y="1749923"/>
            <a:ext cx="2388315" cy="402325"/>
          </a:xfrm>
          <a:prstGeom prst="homePlate">
            <a:avLst>
              <a:gd name="adj" fmla="val 20000"/>
            </a:avLst>
          </a:prstGeom>
          <a:solidFill>
            <a:schemeClr val="accent1"/>
          </a:solidFill>
          <a:ln w="25400">
            <a:solidFill>
              <a:schemeClr val="bg1"/>
            </a:solidFill>
            <a:miter lim="800000"/>
          </a:ln>
        </p:spPr>
        <p:txBody>
          <a:bodyPr vert="horz" wrap="square" lIns="91440" tIns="91440" rIns="91440" bIns="9144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[Step 1]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C74351F-D20B-A98A-A150-57064F568895}"/>
              </a:ext>
            </a:extLst>
          </p:cNvPr>
          <p:cNvSpPr txBox="1"/>
          <p:nvPr/>
        </p:nvSpPr>
        <p:spPr>
          <a:xfrm>
            <a:off x="9354024" y="1749923"/>
            <a:ext cx="2388315" cy="402325"/>
          </a:xfrm>
          <a:prstGeom prst="chevron">
            <a:avLst>
              <a:gd name="adj" fmla="val 20000"/>
            </a:avLst>
          </a:prstGeom>
          <a:solidFill>
            <a:schemeClr val="accent1"/>
          </a:solidFill>
          <a:ln w="25400">
            <a:solidFill>
              <a:schemeClr val="bg1"/>
            </a:solidFill>
            <a:miter lim="800000"/>
          </a:ln>
        </p:spPr>
        <p:txBody>
          <a:bodyPr vert="horz" wrap="square" lIns="91440" tIns="91440" rIns="91440" bIns="9144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[Step 4]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43C0FE11-8A43-D288-4FF0-CC2929F548FE}"/>
              </a:ext>
            </a:extLst>
          </p:cNvPr>
          <p:cNvSpPr txBox="1"/>
          <p:nvPr/>
        </p:nvSpPr>
        <p:spPr>
          <a:xfrm>
            <a:off x="7033068" y="1749923"/>
            <a:ext cx="2388315" cy="402325"/>
          </a:xfrm>
          <a:prstGeom prst="chevron">
            <a:avLst>
              <a:gd name="adj" fmla="val 20000"/>
            </a:avLst>
          </a:prstGeom>
          <a:solidFill>
            <a:schemeClr val="accent1"/>
          </a:solidFill>
          <a:ln w="25400">
            <a:solidFill>
              <a:schemeClr val="bg1"/>
            </a:solidFill>
            <a:miter lim="800000"/>
          </a:ln>
        </p:spPr>
        <p:txBody>
          <a:bodyPr vert="horz" wrap="square" lIns="91440" tIns="91440" rIns="91440" bIns="9144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[Step 3]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1C794E5-BDCA-F30C-6412-68A8234EFB7A}"/>
              </a:ext>
            </a:extLst>
          </p:cNvPr>
          <p:cNvSpPr txBox="1"/>
          <p:nvPr/>
        </p:nvSpPr>
        <p:spPr>
          <a:xfrm>
            <a:off x="4712113" y="1749923"/>
            <a:ext cx="2388315" cy="402325"/>
          </a:xfrm>
          <a:prstGeom prst="chevron">
            <a:avLst>
              <a:gd name="adj" fmla="val 20000"/>
            </a:avLst>
          </a:prstGeom>
          <a:solidFill>
            <a:schemeClr val="accent1"/>
          </a:solidFill>
          <a:ln w="25400">
            <a:solidFill>
              <a:schemeClr val="bg1"/>
            </a:solidFill>
            <a:miter lim="800000"/>
          </a:ln>
        </p:spPr>
        <p:txBody>
          <a:bodyPr vert="horz" wrap="square" lIns="91440" tIns="91440" rIns="91440" bIns="9144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[Step 2]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4BA891CF-DF14-3249-8D16-136D3B7792E1}"/>
              </a:ext>
            </a:extLst>
          </p:cNvPr>
          <p:cNvSpPr/>
          <p:nvPr/>
        </p:nvSpPr>
        <p:spPr>
          <a:xfrm>
            <a:off x="547688" y="2703257"/>
            <a:ext cx="11089576" cy="72074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F3696DA8-4F91-305C-C2C7-F75B15136547}"/>
              </a:ext>
            </a:extLst>
          </p:cNvPr>
          <p:cNvSpPr/>
          <p:nvPr/>
        </p:nvSpPr>
        <p:spPr>
          <a:xfrm>
            <a:off x="547688" y="3581972"/>
            <a:ext cx="11089576" cy="72074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7181AD7D-1535-8F5D-7C23-108E3F0F8336}"/>
              </a:ext>
            </a:extLst>
          </p:cNvPr>
          <p:cNvSpPr/>
          <p:nvPr/>
        </p:nvSpPr>
        <p:spPr>
          <a:xfrm>
            <a:off x="547688" y="4460687"/>
            <a:ext cx="11089576" cy="72074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E743BA20-6728-6353-47B3-539EF591EFFD}"/>
              </a:ext>
            </a:extLst>
          </p:cNvPr>
          <p:cNvSpPr/>
          <p:nvPr/>
        </p:nvSpPr>
        <p:spPr>
          <a:xfrm>
            <a:off x="547688" y="5339402"/>
            <a:ext cx="11089576" cy="72074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5" name="object 12">
            <a:extLst>
              <a:ext uri="{FF2B5EF4-FFF2-40B4-BE49-F238E27FC236}">
                <a16:creationId xmlns:a16="http://schemas.microsoft.com/office/drawing/2014/main" id="{7DDE31CA-71A8-90E2-A109-4ECD33336BC5}"/>
              </a:ext>
            </a:extLst>
          </p:cNvPr>
          <p:cNvSpPr txBox="1"/>
          <p:nvPr/>
        </p:nvSpPr>
        <p:spPr>
          <a:xfrm>
            <a:off x="1199669" y="2949814"/>
            <a:ext cx="825226" cy="227626"/>
          </a:xfrm>
          <a:prstGeom prst="rect">
            <a:avLst/>
          </a:prstGeom>
        </p:spPr>
        <p:txBody>
          <a:bodyPr vert="horz" wrap="none" lIns="0" tIns="12065" rIns="0" bIns="0" rtlCol="0" anchor="ctr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400" b="1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Calibri"/>
              </a:rPr>
              <a:t>[Channel]</a:t>
            </a:r>
            <a:endParaRPr kumimoji="0" lang="da-DK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Calibri"/>
            </a:endParaRPr>
          </a:p>
        </p:txBody>
      </p:sp>
      <p:sp>
        <p:nvSpPr>
          <p:cNvPr id="106" name="object 13">
            <a:extLst>
              <a:ext uri="{FF2B5EF4-FFF2-40B4-BE49-F238E27FC236}">
                <a16:creationId xmlns:a16="http://schemas.microsoft.com/office/drawing/2014/main" id="{2A87BEF4-53B2-1FEF-7FE2-A1E88963F8D3}"/>
              </a:ext>
            </a:extLst>
          </p:cNvPr>
          <p:cNvSpPr txBox="1"/>
          <p:nvPr/>
        </p:nvSpPr>
        <p:spPr>
          <a:xfrm>
            <a:off x="1199669" y="3828529"/>
            <a:ext cx="825226" cy="227626"/>
          </a:xfrm>
          <a:prstGeom prst="rect">
            <a:avLst/>
          </a:prstGeom>
        </p:spPr>
        <p:txBody>
          <a:bodyPr vert="horz" wrap="none" lIns="0" tIns="12065" rIns="0" bIns="0" rtlCol="0" anchor="ctr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400" b="1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Calibri"/>
              </a:rPr>
              <a:t>[Channel]</a:t>
            </a:r>
            <a:endParaRPr kumimoji="0" lang="da-DK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Calibri"/>
            </a:endParaRPr>
          </a:p>
        </p:txBody>
      </p:sp>
      <p:sp>
        <p:nvSpPr>
          <p:cNvPr id="107" name="object 14">
            <a:extLst>
              <a:ext uri="{FF2B5EF4-FFF2-40B4-BE49-F238E27FC236}">
                <a16:creationId xmlns:a16="http://schemas.microsoft.com/office/drawing/2014/main" id="{EA559E1E-F0DF-C3A7-D419-06FF7535968C}"/>
              </a:ext>
            </a:extLst>
          </p:cNvPr>
          <p:cNvSpPr txBox="1"/>
          <p:nvPr/>
        </p:nvSpPr>
        <p:spPr>
          <a:xfrm>
            <a:off x="1199669" y="4707244"/>
            <a:ext cx="825226" cy="227626"/>
          </a:xfrm>
          <a:prstGeom prst="rect">
            <a:avLst/>
          </a:prstGeom>
        </p:spPr>
        <p:txBody>
          <a:bodyPr vert="horz" wrap="none" lIns="0" tIns="12065" rIns="0" bIns="0" rtlCol="0" anchor="ctr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400" b="1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Calibri"/>
              </a:rPr>
              <a:t>[Channel]</a:t>
            </a:r>
            <a:endParaRPr kumimoji="0" lang="da-DK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Calibri"/>
            </a:endParaRPr>
          </a:p>
        </p:txBody>
      </p:sp>
      <p:sp>
        <p:nvSpPr>
          <p:cNvPr id="108" name="object 15">
            <a:extLst>
              <a:ext uri="{FF2B5EF4-FFF2-40B4-BE49-F238E27FC236}">
                <a16:creationId xmlns:a16="http://schemas.microsoft.com/office/drawing/2014/main" id="{5E08390B-6A8D-7FA4-947B-7A94AFF0D484}"/>
              </a:ext>
            </a:extLst>
          </p:cNvPr>
          <p:cNvSpPr txBox="1"/>
          <p:nvPr/>
        </p:nvSpPr>
        <p:spPr>
          <a:xfrm>
            <a:off x="1199669" y="5585959"/>
            <a:ext cx="825226" cy="227626"/>
          </a:xfrm>
          <a:prstGeom prst="rect">
            <a:avLst/>
          </a:prstGeom>
        </p:spPr>
        <p:txBody>
          <a:bodyPr vert="horz" wrap="none" lIns="0" tIns="12065" rIns="0" bIns="0" rtlCol="0" anchor="ctr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400" b="1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Calibri"/>
              </a:rPr>
              <a:t>[Channel]</a:t>
            </a:r>
            <a:endParaRPr kumimoji="0" lang="da-DK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Calibri"/>
            </a:endParaRPr>
          </a:p>
        </p:txBody>
      </p:sp>
      <p:sp>
        <p:nvSpPr>
          <p:cNvPr id="175" name="object 52">
            <a:extLst>
              <a:ext uri="{FF2B5EF4-FFF2-40B4-BE49-F238E27FC236}">
                <a16:creationId xmlns:a16="http://schemas.microsoft.com/office/drawing/2014/main" id="{78E9097E-EAC0-5462-90F8-9BF2E1955E63}"/>
              </a:ext>
            </a:extLst>
          </p:cNvPr>
          <p:cNvSpPr txBox="1"/>
          <p:nvPr/>
        </p:nvSpPr>
        <p:spPr>
          <a:xfrm>
            <a:off x="2555100" y="2308691"/>
            <a:ext cx="600164" cy="227626"/>
          </a:xfrm>
          <a:prstGeom prst="rect">
            <a:avLst/>
          </a:prstGeom>
        </p:spPr>
        <p:txBody>
          <a:bodyPr vert="horz" wrap="none" lIns="0" tIns="12065" rIns="0" bIns="0" rtlCol="0" anchor="ctr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Calibri"/>
              </a:rPr>
              <a:t>Current</a:t>
            </a:r>
            <a:endParaRPr kumimoji="0" sz="1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Calibri"/>
            </a:endParaRPr>
          </a:p>
        </p:txBody>
      </p:sp>
      <p:sp>
        <p:nvSpPr>
          <p:cNvPr id="176" name="object 53">
            <a:extLst>
              <a:ext uri="{FF2B5EF4-FFF2-40B4-BE49-F238E27FC236}">
                <a16:creationId xmlns:a16="http://schemas.microsoft.com/office/drawing/2014/main" id="{73BC5B2B-FC5D-6BDE-4760-3D992B580C78}"/>
              </a:ext>
            </a:extLst>
          </p:cNvPr>
          <p:cNvSpPr txBox="1"/>
          <p:nvPr/>
        </p:nvSpPr>
        <p:spPr>
          <a:xfrm>
            <a:off x="3564039" y="2308691"/>
            <a:ext cx="934871" cy="227626"/>
          </a:xfrm>
          <a:prstGeom prst="rect">
            <a:avLst/>
          </a:prstGeom>
        </p:spPr>
        <p:txBody>
          <a:bodyPr vert="horz" wrap="none" lIns="0" tIns="12065" rIns="0" bIns="0" rtlCol="0" anchor="ctr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Calibri"/>
              </a:rPr>
              <a:t>Prospective</a:t>
            </a:r>
            <a:endParaRPr kumimoji="0" sz="1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C3C8ED-DC41-817A-616C-C2D2449A8B02}"/>
              </a:ext>
            </a:extLst>
          </p:cNvPr>
          <p:cNvSpPr/>
          <p:nvPr/>
        </p:nvSpPr>
        <p:spPr>
          <a:xfrm>
            <a:off x="2391158" y="2239165"/>
            <a:ext cx="2271694" cy="3893171"/>
          </a:xfrm>
          <a:prstGeom prst="rect">
            <a:avLst/>
          </a:prstGeom>
          <a:noFill/>
          <a:ln w="9525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20C994-ABED-2A08-1DDE-80759A5194D9}"/>
              </a:ext>
            </a:extLst>
          </p:cNvPr>
          <p:cNvSpPr/>
          <p:nvPr/>
        </p:nvSpPr>
        <p:spPr>
          <a:xfrm>
            <a:off x="4712113" y="2239165"/>
            <a:ext cx="2271694" cy="3893171"/>
          </a:xfrm>
          <a:prstGeom prst="rect">
            <a:avLst/>
          </a:prstGeom>
          <a:noFill/>
          <a:ln w="9525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5E07CD-1B25-1395-965A-787F17D07DB7}"/>
              </a:ext>
            </a:extLst>
          </p:cNvPr>
          <p:cNvSpPr/>
          <p:nvPr/>
        </p:nvSpPr>
        <p:spPr>
          <a:xfrm>
            <a:off x="7033068" y="2239165"/>
            <a:ext cx="2271694" cy="3893171"/>
          </a:xfrm>
          <a:prstGeom prst="rect">
            <a:avLst/>
          </a:prstGeom>
          <a:noFill/>
          <a:ln w="9525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6D7C65-3BB4-CD32-DC93-B141E04AE1FE}"/>
              </a:ext>
            </a:extLst>
          </p:cNvPr>
          <p:cNvSpPr/>
          <p:nvPr/>
        </p:nvSpPr>
        <p:spPr>
          <a:xfrm>
            <a:off x="9354024" y="2239165"/>
            <a:ext cx="2271694" cy="3893171"/>
          </a:xfrm>
          <a:prstGeom prst="rect">
            <a:avLst/>
          </a:prstGeom>
          <a:noFill/>
          <a:ln w="9525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3C00C15C-C797-FAAD-E42E-F2C044AD1C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804" y="2847627"/>
            <a:ext cx="432000" cy="43200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14D84257-87B4-C28A-B477-29061C9FC6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804" y="3726342"/>
            <a:ext cx="432000" cy="4320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69F177A8-F7DC-0AD1-15A6-3C4E5F1926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804" y="4605057"/>
            <a:ext cx="432000" cy="43200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8D81D781-86B7-8133-A2B2-65AC3B30F6B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804" y="5483772"/>
            <a:ext cx="432000" cy="432000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CFB9F213-FE38-221F-FDDF-B62FDF0272AF}"/>
              </a:ext>
            </a:extLst>
          </p:cNvPr>
          <p:cNvSpPr txBox="1"/>
          <p:nvPr/>
        </p:nvSpPr>
        <p:spPr>
          <a:xfrm>
            <a:off x="1688123" y="2153236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  <p:sp>
        <p:nvSpPr>
          <p:cNvPr id="64" name="Shape1_20231025_105407">
            <a:extLst>
              <a:ext uri="{FF2B5EF4-FFF2-40B4-BE49-F238E27FC236}">
                <a16:creationId xmlns:a16="http://schemas.microsoft.com/office/drawing/2014/main" id="{CC2E27EA-A71C-13E8-C243-DF98EA42B6C0}"/>
              </a:ext>
            </a:extLst>
          </p:cNvPr>
          <p:cNvSpPr txBox="1"/>
          <p:nvPr/>
        </p:nvSpPr>
        <p:spPr>
          <a:xfrm>
            <a:off x="2549245" y="2912149"/>
            <a:ext cx="612000" cy="302955"/>
          </a:xfrm>
          <a:prstGeom prst="ellipse">
            <a:avLst/>
          </a:prstGeom>
          <a:solidFill>
            <a:schemeClr val="accent2"/>
          </a:solidFill>
        </p:spPr>
        <p:txBody>
          <a:bodyPr vert="horz" wrap="square" lIns="0" tIns="0" rIns="0" bIns="0" rtlCol="0" anchor="ctr">
            <a:spAutoFit/>
          </a:bodyPr>
          <a:lstStyle/>
          <a:p>
            <a:pPr marL="77470" marR="0" lvl="0" indent="0" algn="ctr" defTabSz="914400" rtl="0" eaLnBrk="1" fontAlgn="auto" latinLnBrk="0" hangingPunct="1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-25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Calibri"/>
              </a:rPr>
              <a:t>55%</a:t>
            </a:r>
            <a:endParaRPr kumimoji="0" sz="14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Calibri"/>
            </a:endParaRPr>
          </a:p>
        </p:txBody>
      </p:sp>
      <p:sp>
        <p:nvSpPr>
          <p:cNvPr id="65" name="Shape2_20231025_105407">
            <a:extLst>
              <a:ext uri="{FF2B5EF4-FFF2-40B4-BE49-F238E27FC236}">
                <a16:creationId xmlns:a16="http://schemas.microsoft.com/office/drawing/2014/main" id="{2F69ABDA-D5F8-DA9D-3192-C72B98A0A141}"/>
              </a:ext>
            </a:extLst>
          </p:cNvPr>
          <p:cNvSpPr txBox="1"/>
          <p:nvPr/>
        </p:nvSpPr>
        <p:spPr>
          <a:xfrm>
            <a:off x="3725474" y="2912149"/>
            <a:ext cx="612000" cy="302955"/>
          </a:xfrm>
          <a:prstGeom prst="ellipse">
            <a:avLst/>
          </a:prstGeom>
          <a:solidFill>
            <a:schemeClr val="accent4"/>
          </a:solidFill>
        </p:spPr>
        <p:txBody>
          <a:bodyPr vert="horz" wrap="square" lIns="0" tIns="0" rIns="0" bIns="0" rtlCol="0" anchor="ctr">
            <a:spAutoFit/>
          </a:bodyPr>
          <a:lstStyle/>
          <a:p>
            <a:pPr marL="78740" marR="0" lvl="0" indent="0" algn="ctr" defTabSz="914400" rtl="0" eaLnBrk="1" fontAlgn="auto" latinLnBrk="0" hangingPunct="1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-25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Calibri"/>
              </a:rPr>
              <a:t>55%</a:t>
            </a:r>
            <a:endParaRPr kumimoji="0" sz="14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Calibri"/>
            </a:endParaRPr>
          </a:p>
        </p:txBody>
      </p:sp>
      <p:sp>
        <p:nvSpPr>
          <p:cNvPr id="66" name="Shape3_20231025_105407">
            <a:extLst>
              <a:ext uri="{FF2B5EF4-FFF2-40B4-BE49-F238E27FC236}">
                <a16:creationId xmlns:a16="http://schemas.microsoft.com/office/drawing/2014/main" id="{3EE0F30C-F50E-1C68-C0C5-02E0383F24DD}"/>
              </a:ext>
            </a:extLst>
          </p:cNvPr>
          <p:cNvSpPr txBox="1"/>
          <p:nvPr/>
        </p:nvSpPr>
        <p:spPr>
          <a:xfrm>
            <a:off x="2652561" y="3828529"/>
            <a:ext cx="405368" cy="227626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Calibri"/>
              </a:rPr>
              <a:t>15%</a:t>
            </a:r>
            <a:endParaRPr kumimoji="0" sz="140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Calibri"/>
            </a:endParaRPr>
          </a:p>
        </p:txBody>
      </p:sp>
      <p:sp>
        <p:nvSpPr>
          <p:cNvPr id="67" name="Shape4_20231025_105407">
            <a:extLst>
              <a:ext uri="{FF2B5EF4-FFF2-40B4-BE49-F238E27FC236}">
                <a16:creationId xmlns:a16="http://schemas.microsoft.com/office/drawing/2014/main" id="{DC550D5C-24EE-BC27-1BA8-423537AC47E2}"/>
              </a:ext>
            </a:extLst>
          </p:cNvPr>
          <p:cNvSpPr txBox="1"/>
          <p:nvPr/>
        </p:nvSpPr>
        <p:spPr>
          <a:xfrm>
            <a:off x="3828790" y="3828529"/>
            <a:ext cx="405368" cy="227626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Calibri"/>
              </a:rPr>
              <a:t>35%</a:t>
            </a:r>
            <a:endParaRPr kumimoji="0" sz="140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Calibri"/>
            </a:endParaRPr>
          </a:p>
        </p:txBody>
      </p:sp>
      <p:sp>
        <p:nvSpPr>
          <p:cNvPr id="68" name="Shape5_20231025_105407">
            <a:extLst>
              <a:ext uri="{FF2B5EF4-FFF2-40B4-BE49-F238E27FC236}">
                <a16:creationId xmlns:a16="http://schemas.microsoft.com/office/drawing/2014/main" id="{D1817DFE-31D2-200C-12FD-C49430D3BEE4}"/>
              </a:ext>
            </a:extLst>
          </p:cNvPr>
          <p:cNvSpPr txBox="1"/>
          <p:nvPr/>
        </p:nvSpPr>
        <p:spPr>
          <a:xfrm>
            <a:off x="2652561" y="4707244"/>
            <a:ext cx="405368" cy="227626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Calibri"/>
              </a:rPr>
              <a:t>15%</a:t>
            </a:r>
            <a:endParaRPr kumimoji="0" sz="140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Calibri"/>
            </a:endParaRPr>
          </a:p>
        </p:txBody>
      </p:sp>
      <p:sp>
        <p:nvSpPr>
          <p:cNvPr id="69" name="Shape6_20231025_105407">
            <a:extLst>
              <a:ext uri="{FF2B5EF4-FFF2-40B4-BE49-F238E27FC236}">
                <a16:creationId xmlns:a16="http://schemas.microsoft.com/office/drawing/2014/main" id="{5F6CF40F-7302-6ECE-B4D2-1672B5123AAA}"/>
              </a:ext>
            </a:extLst>
          </p:cNvPr>
          <p:cNvSpPr txBox="1"/>
          <p:nvPr/>
        </p:nvSpPr>
        <p:spPr>
          <a:xfrm>
            <a:off x="3884570" y="4707244"/>
            <a:ext cx="293809" cy="227626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Calibri"/>
              </a:rPr>
              <a:t>5%</a:t>
            </a:r>
            <a:endParaRPr kumimoji="0" sz="140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Calibri"/>
            </a:endParaRPr>
          </a:p>
        </p:txBody>
      </p:sp>
      <p:sp>
        <p:nvSpPr>
          <p:cNvPr id="70" name="Shape7_20231025_105407">
            <a:extLst>
              <a:ext uri="{FF2B5EF4-FFF2-40B4-BE49-F238E27FC236}">
                <a16:creationId xmlns:a16="http://schemas.microsoft.com/office/drawing/2014/main" id="{EF9B7309-866F-31BF-C7CA-99EC10AF70D4}"/>
              </a:ext>
            </a:extLst>
          </p:cNvPr>
          <p:cNvSpPr txBox="1"/>
          <p:nvPr/>
        </p:nvSpPr>
        <p:spPr>
          <a:xfrm>
            <a:off x="2605023" y="5585959"/>
            <a:ext cx="500445" cy="227626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Calibri"/>
              </a:rPr>
              <a:t>15%</a:t>
            </a:r>
            <a:endParaRPr kumimoji="0" sz="1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Calibri"/>
            </a:endParaRPr>
          </a:p>
        </p:txBody>
      </p:sp>
      <p:sp>
        <p:nvSpPr>
          <p:cNvPr id="71" name="Shape8_20231025_105407">
            <a:extLst>
              <a:ext uri="{FF2B5EF4-FFF2-40B4-BE49-F238E27FC236}">
                <a16:creationId xmlns:a16="http://schemas.microsoft.com/office/drawing/2014/main" id="{DB9BCE3F-C4C6-8226-6C06-4AF250C24437}"/>
              </a:ext>
            </a:extLst>
          </p:cNvPr>
          <p:cNvSpPr txBox="1"/>
          <p:nvPr/>
        </p:nvSpPr>
        <p:spPr>
          <a:xfrm>
            <a:off x="3850114" y="5585959"/>
            <a:ext cx="362721" cy="227626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Calibri"/>
              </a:rPr>
              <a:t>5%</a:t>
            </a:r>
            <a:endParaRPr kumimoji="0" sz="140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Calibri"/>
            </a:endParaRPr>
          </a:p>
        </p:txBody>
      </p:sp>
      <p:sp>
        <p:nvSpPr>
          <p:cNvPr id="72" name="Shape17_20231025_105407">
            <a:extLst>
              <a:ext uri="{FF2B5EF4-FFF2-40B4-BE49-F238E27FC236}">
                <a16:creationId xmlns:a16="http://schemas.microsoft.com/office/drawing/2014/main" id="{E7C64E08-9310-DEF5-E9E0-0038C7989CBD}"/>
              </a:ext>
            </a:extLst>
          </p:cNvPr>
          <p:cNvSpPr txBox="1"/>
          <p:nvPr/>
        </p:nvSpPr>
        <p:spPr>
          <a:xfrm>
            <a:off x="4975149" y="2949814"/>
            <a:ext cx="413813" cy="227626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Calibri"/>
              </a:rPr>
              <a:t>20%</a:t>
            </a:r>
            <a:endParaRPr kumimoji="0" sz="1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Calibri"/>
            </a:endParaRPr>
          </a:p>
        </p:txBody>
      </p:sp>
      <p:sp>
        <p:nvSpPr>
          <p:cNvPr id="73" name="Shape18_20231025_105407">
            <a:extLst>
              <a:ext uri="{FF2B5EF4-FFF2-40B4-BE49-F238E27FC236}">
                <a16:creationId xmlns:a16="http://schemas.microsoft.com/office/drawing/2014/main" id="{49276228-CEB5-E004-EC91-16B97C8C9A7E}"/>
              </a:ext>
            </a:extLst>
          </p:cNvPr>
          <p:cNvSpPr txBox="1"/>
          <p:nvPr/>
        </p:nvSpPr>
        <p:spPr>
          <a:xfrm>
            <a:off x="6046429" y="2912149"/>
            <a:ext cx="612000" cy="302955"/>
          </a:xfrm>
          <a:prstGeom prst="ellipse">
            <a:avLst/>
          </a:prstGeom>
          <a:solidFill>
            <a:schemeClr val="accent4"/>
          </a:solidFill>
        </p:spPr>
        <p:txBody>
          <a:bodyPr vert="horz" wrap="square" lIns="0" tIns="0" rIns="0" bIns="0" rtlCol="0" anchor="ctr">
            <a:spAutoFit/>
          </a:bodyPr>
          <a:lstStyle/>
          <a:p>
            <a:pPr marL="78105" marR="0" lvl="0" indent="0" algn="ctr" defTabSz="914400" rtl="0" eaLnBrk="1" fontAlgn="auto" latinLnBrk="0" hangingPunct="1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-25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Calibri"/>
              </a:rPr>
              <a:t>38%</a:t>
            </a:r>
            <a:endParaRPr kumimoji="0" sz="140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Calibri"/>
            </a:endParaRPr>
          </a:p>
        </p:txBody>
      </p:sp>
      <p:sp>
        <p:nvSpPr>
          <p:cNvPr id="74" name="Shape19_20231025_105407">
            <a:extLst>
              <a:ext uri="{FF2B5EF4-FFF2-40B4-BE49-F238E27FC236}">
                <a16:creationId xmlns:a16="http://schemas.microsoft.com/office/drawing/2014/main" id="{F65E49CC-8649-C9DF-931E-83F58B3EDDBC}"/>
              </a:ext>
            </a:extLst>
          </p:cNvPr>
          <p:cNvSpPr txBox="1"/>
          <p:nvPr/>
        </p:nvSpPr>
        <p:spPr>
          <a:xfrm>
            <a:off x="4979371" y="3828529"/>
            <a:ext cx="405368" cy="227626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Calibri"/>
              </a:rPr>
              <a:t>15%</a:t>
            </a:r>
            <a:endParaRPr kumimoji="0" sz="140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Calibri"/>
            </a:endParaRPr>
          </a:p>
        </p:txBody>
      </p:sp>
      <p:sp>
        <p:nvSpPr>
          <p:cNvPr id="75" name="Shape20_20231025_105407">
            <a:extLst>
              <a:ext uri="{FF2B5EF4-FFF2-40B4-BE49-F238E27FC236}">
                <a16:creationId xmlns:a16="http://schemas.microsoft.com/office/drawing/2014/main" id="{5CAAC24B-0F34-CC12-8F47-4A69A38294C2}"/>
              </a:ext>
            </a:extLst>
          </p:cNvPr>
          <p:cNvSpPr txBox="1"/>
          <p:nvPr/>
        </p:nvSpPr>
        <p:spPr>
          <a:xfrm>
            <a:off x="6205525" y="3828529"/>
            <a:ext cx="293809" cy="227626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Calibri"/>
              </a:rPr>
              <a:t>0%</a:t>
            </a:r>
            <a:endParaRPr kumimoji="0" sz="140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Calibri"/>
            </a:endParaRPr>
          </a:p>
        </p:txBody>
      </p:sp>
      <p:sp>
        <p:nvSpPr>
          <p:cNvPr id="76" name="Shape21_20231025_105407">
            <a:extLst>
              <a:ext uri="{FF2B5EF4-FFF2-40B4-BE49-F238E27FC236}">
                <a16:creationId xmlns:a16="http://schemas.microsoft.com/office/drawing/2014/main" id="{6729F92C-B1E0-2E17-BF96-C276A5A2F00A}"/>
              </a:ext>
            </a:extLst>
          </p:cNvPr>
          <p:cNvSpPr txBox="1"/>
          <p:nvPr/>
        </p:nvSpPr>
        <p:spPr>
          <a:xfrm>
            <a:off x="4979371" y="4707244"/>
            <a:ext cx="405368" cy="227626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Calibri"/>
              </a:rPr>
              <a:t>23%</a:t>
            </a:r>
            <a:endParaRPr kumimoji="0" sz="140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Calibri"/>
            </a:endParaRPr>
          </a:p>
        </p:txBody>
      </p:sp>
      <p:sp>
        <p:nvSpPr>
          <p:cNvPr id="77" name="Shape22_20231025_105407">
            <a:extLst>
              <a:ext uri="{FF2B5EF4-FFF2-40B4-BE49-F238E27FC236}">
                <a16:creationId xmlns:a16="http://schemas.microsoft.com/office/drawing/2014/main" id="{967DA868-0D5E-9577-0F68-81C4E7F840BE}"/>
              </a:ext>
            </a:extLst>
          </p:cNvPr>
          <p:cNvSpPr txBox="1"/>
          <p:nvPr/>
        </p:nvSpPr>
        <p:spPr>
          <a:xfrm>
            <a:off x="6149745" y="4707244"/>
            <a:ext cx="405368" cy="227626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Calibri"/>
              </a:rPr>
              <a:t>33%</a:t>
            </a:r>
            <a:endParaRPr kumimoji="0" sz="140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Calibri"/>
            </a:endParaRPr>
          </a:p>
        </p:txBody>
      </p:sp>
      <p:sp>
        <p:nvSpPr>
          <p:cNvPr id="78" name="Shape23_20231025_105407">
            <a:extLst>
              <a:ext uri="{FF2B5EF4-FFF2-40B4-BE49-F238E27FC236}">
                <a16:creationId xmlns:a16="http://schemas.microsoft.com/office/drawing/2014/main" id="{69766B81-A84D-A57B-0B4C-0984B2FFD7B4}"/>
              </a:ext>
            </a:extLst>
          </p:cNvPr>
          <p:cNvSpPr txBox="1"/>
          <p:nvPr/>
        </p:nvSpPr>
        <p:spPr>
          <a:xfrm>
            <a:off x="4876055" y="5548294"/>
            <a:ext cx="612000" cy="302955"/>
          </a:xfrm>
          <a:prstGeom prst="ellipse">
            <a:avLst/>
          </a:prstGeom>
          <a:solidFill>
            <a:schemeClr val="accent2"/>
          </a:solidFill>
        </p:spPr>
        <p:txBody>
          <a:bodyPr vert="horz" wrap="square" lIns="0" tIns="0" rIns="0" bIns="0" rtlCol="0" anchor="ctr">
            <a:spAutoFit/>
          </a:bodyPr>
          <a:lstStyle/>
          <a:p>
            <a:pPr marL="78105" marR="0" lvl="0" indent="0" algn="ctr" defTabSz="914400" rtl="0" eaLnBrk="1" fontAlgn="auto" latinLnBrk="0" hangingPunct="1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-25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Calibri"/>
              </a:rPr>
              <a:t>41%</a:t>
            </a:r>
            <a:endParaRPr kumimoji="0" sz="140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Calibri"/>
            </a:endParaRPr>
          </a:p>
        </p:txBody>
      </p:sp>
      <p:sp>
        <p:nvSpPr>
          <p:cNvPr id="79" name="Shape24_20231025_105407">
            <a:extLst>
              <a:ext uri="{FF2B5EF4-FFF2-40B4-BE49-F238E27FC236}">
                <a16:creationId xmlns:a16="http://schemas.microsoft.com/office/drawing/2014/main" id="{A3337659-FF29-7AC3-4104-A2247688D4F0}"/>
              </a:ext>
            </a:extLst>
          </p:cNvPr>
          <p:cNvSpPr txBox="1"/>
          <p:nvPr/>
        </p:nvSpPr>
        <p:spPr>
          <a:xfrm>
            <a:off x="6088571" y="5585959"/>
            <a:ext cx="527717" cy="227626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Calibri"/>
              </a:rPr>
              <a:t>29%</a:t>
            </a:r>
            <a:endParaRPr kumimoji="0" sz="140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Calibri"/>
            </a:endParaRPr>
          </a:p>
        </p:txBody>
      </p:sp>
      <p:sp>
        <p:nvSpPr>
          <p:cNvPr id="80" name="Shape33_20231025_105407">
            <a:extLst>
              <a:ext uri="{FF2B5EF4-FFF2-40B4-BE49-F238E27FC236}">
                <a16:creationId xmlns:a16="http://schemas.microsoft.com/office/drawing/2014/main" id="{0787BC29-6256-2763-84CA-25EAC6C9023D}"/>
              </a:ext>
            </a:extLst>
          </p:cNvPr>
          <p:cNvSpPr txBox="1"/>
          <p:nvPr/>
        </p:nvSpPr>
        <p:spPr>
          <a:xfrm>
            <a:off x="7197010" y="2912149"/>
            <a:ext cx="612000" cy="302955"/>
          </a:xfrm>
          <a:prstGeom prst="ellipse">
            <a:avLst/>
          </a:prstGeom>
          <a:solidFill>
            <a:schemeClr val="accent2"/>
          </a:solidFill>
        </p:spPr>
        <p:txBody>
          <a:bodyPr vert="horz" wrap="square" lIns="0" tIns="0" rIns="0" bIns="0" rtlCol="0" anchor="ctr">
            <a:spAutoFit/>
          </a:bodyPr>
          <a:lstStyle/>
          <a:p>
            <a:pPr marL="79375" marR="0" lvl="0" indent="0" algn="ctr" defTabSz="914400" rtl="0" eaLnBrk="1" fontAlgn="auto" latinLnBrk="0" hangingPunct="1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-25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Calibri"/>
              </a:rPr>
              <a:t>39%</a:t>
            </a:r>
            <a:endParaRPr kumimoji="0" sz="140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Calibri"/>
            </a:endParaRPr>
          </a:p>
        </p:txBody>
      </p:sp>
      <p:sp>
        <p:nvSpPr>
          <p:cNvPr id="81" name="Shape34_20231025_105407">
            <a:extLst>
              <a:ext uri="{FF2B5EF4-FFF2-40B4-BE49-F238E27FC236}">
                <a16:creationId xmlns:a16="http://schemas.microsoft.com/office/drawing/2014/main" id="{0A40EC16-9989-A76C-CE76-48130E70CAFD}"/>
              </a:ext>
            </a:extLst>
          </p:cNvPr>
          <p:cNvSpPr txBox="1"/>
          <p:nvPr/>
        </p:nvSpPr>
        <p:spPr>
          <a:xfrm>
            <a:off x="8367384" y="2874822"/>
            <a:ext cx="612000" cy="377611"/>
          </a:xfrm>
          <a:prstGeom prst="ellipse">
            <a:avLst/>
          </a:prstGeom>
          <a:solidFill>
            <a:schemeClr val="accent4"/>
          </a:solidFill>
        </p:spPr>
        <p:txBody>
          <a:bodyPr vert="horz" wrap="square" lIns="0" tIns="34290" rIns="0" bIns="18288" rtlCol="0" anchor="ctr">
            <a:spAutoFit/>
          </a:bodyPr>
          <a:lstStyle/>
          <a:p>
            <a:pPr marL="78740" marR="0" lvl="0" indent="0" algn="ctr" defTabSz="914400" rtl="0" eaLnBrk="1" fontAlgn="auto" latinLnBrk="0" hangingPunct="1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-25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Calibri"/>
              </a:rPr>
              <a:t>48%</a:t>
            </a:r>
            <a:endParaRPr kumimoji="0" sz="140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Calibri"/>
            </a:endParaRPr>
          </a:p>
        </p:txBody>
      </p:sp>
      <p:sp>
        <p:nvSpPr>
          <p:cNvPr id="82" name="Shape35_20231025_105407">
            <a:extLst>
              <a:ext uri="{FF2B5EF4-FFF2-40B4-BE49-F238E27FC236}">
                <a16:creationId xmlns:a16="http://schemas.microsoft.com/office/drawing/2014/main" id="{844570F3-CCCC-96F1-E9D0-803B3D36CB39}"/>
              </a:ext>
            </a:extLst>
          </p:cNvPr>
          <p:cNvSpPr txBox="1"/>
          <p:nvPr/>
        </p:nvSpPr>
        <p:spPr>
          <a:xfrm>
            <a:off x="7300326" y="3828529"/>
            <a:ext cx="405368" cy="227626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Calibri"/>
              </a:rPr>
              <a:t>2</a:t>
            </a:r>
            <a:r>
              <a:rPr kumimoji="0" lang="da-DK" sz="140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Calibri"/>
              </a:rPr>
              <a:t>3</a:t>
            </a:r>
            <a:r>
              <a:rPr kumimoji="0" sz="140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Calibri"/>
              </a:rPr>
              <a:t>%</a:t>
            </a:r>
            <a:endParaRPr kumimoji="0" sz="1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Calibri"/>
            </a:endParaRPr>
          </a:p>
        </p:txBody>
      </p:sp>
      <p:sp>
        <p:nvSpPr>
          <p:cNvPr id="84" name="Shape36_20231025_105407">
            <a:extLst>
              <a:ext uri="{FF2B5EF4-FFF2-40B4-BE49-F238E27FC236}">
                <a16:creationId xmlns:a16="http://schemas.microsoft.com/office/drawing/2014/main" id="{A1499704-32C0-4B76-F57D-1DB5F270AFBF}"/>
              </a:ext>
            </a:extLst>
          </p:cNvPr>
          <p:cNvSpPr txBox="1"/>
          <p:nvPr/>
        </p:nvSpPr>
        <p:spPr>
          <a:xfrm>
            <a:off x="8470700" y="3828529"/>
            <a:ext cx="405368" cy="227626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Calibri"/>
              </a:rPr>
              <a:t>2</a:t>
            </a:r>
            <a:r>
              <a:rPr lang="da-DK" sz="1400" spc="-25" dirty="0">
                <a:latin typeface="Arial"/>
                <a:cs typeface="Calibri"/>
              </a:rPr>
              <a:t>1</a:t>
            </a:r>
            <a:r>
              <a:rPr kumimoji="0" sz="140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Calibri"/>
              </a:rPr>
              <a:t>%</a:t>
            </a:r>
            <a:endParaRPr kumimoji="0" sz="1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Calibri"/>
            </a:endParaRPr>
          </a:p>
        </p:txBody>
      </p:sp>
      <p:sp>
        <p:nvSpPr>
          <p:cNvPr id="85" name="Shape37_20231025_105407">
            <a:extLst>
              <a:ext uri="{FF2B5EF4-FFF2-40B4-BE49-F238E27FC236}">
                <a16:creationId xmlns:a16="http://schemas.microsoft.com/office/drawing/2014/main" id="{99EA9E59-F7D5-EF21-B628-FF52E687248E}"/>
              </a:ext>
            </a:extLst>
          </p:cNvPr>
          <p:cNvSpPr txBox="1"/>
          <p:nvPr/>
        </p:nvSpPr>
        <p:spPr>
          <a:xfrm>
            <a:off x="7300326" y="4707244"/>
            <a:ext cx="405368" cy="227626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Calibri"/>
              </a:rPr>
              <a:t>2</a:t>
            </a:r>
            <a:r>
              <a:rPr kumimoji="0" lang="da-DK" sz="140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Calibri"/>
              </a:rPr>
              <a:t>7</a:t>
            </a:r>
            <a:r>
              <a:rPr kumimoji="0" sz="140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Calibri"/>
              </a:rPr>
              <a:t>%</a:t>
            </a:r>
            <a:endParaRPr kumimoji="0" sz="1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Calibri"/>
            </a:endParaRPr>
          </a:p>
        </p:txBody>
      </p:sp>
      <p:sp>
        <p:nvSpPr>
          <p:cNvPr id="86" name="Shape38_20231025_105407">
            <a:extLst>
              <a:ext uri="{FF2B5EF4-FFF2-40B4-BE49-F238E27FC236}">
                <a16:creationId xmlns:a16="http://schemas.microsoft.com/office/drawing/2014/main" id="{5EFCACAF-0EE4-A2A6-3D58-5A575BE52053}"/>
              </a:ext>
            </a:extLst>
          </p:cNvPr>
          <p:cNvSpPr txBox="1"/>
          <p:nvPr/>
        </p:nvSpPr>
        <p:spPr>
          <a:xfrm>
            <a:off x="8470700" y="4707244"/>
            <a:ext cx="405368" cy="227626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Calibri"/>
              </a:rPr>
              <a:t>21%</a:t>
            </a:r>
            <a:endParaRPr kumimoji="0" sz="1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Calibri"/>
            </a:endParaRPr>
          </a:p>
        </p:txBody>
      </p:sp>
      <p:sp>
        <p:nvSpPr>
          <p:cNvPr id="87" name="Shape39_20231025_105407">
            <a:extLst>
              <a:ext uri="{FF2B5EF4-FFF2-40B4-BE49-F238E27FC236}">
                <a16:creationId xmlns:a16="http://schemas.microsoft.com/office/drawing/2014/main" id="{D5BE5D9A-64AA-E157-6FF1-BD04D3CCA60F}"/>
              </a:ext>
            </a:extLst>
          </p:cNvPr>
          <p:cNvSpPr txBox="1"/>
          <p:nvPr/>
        </p:nvSpPr>
        <p:spPr>
          <a:xfrm>
            <a:off x="7252788" y="5585959"/>
            <a:ext cx="500445" cy="227626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Calibri"/>
              </a:rPr>
              <a:t>1</a:t>
            </a:r>
            <a:r>
              <a:rPr kumimoji="0" lang="da-DK" sz="140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Calibri"/>
              </a:rPr>
              <a:t>7</a:t>
            </a:r>
            <a:r>
              <a:rPr kumimoji="0" sz="140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Calibri"/>
              </a:rPr>
              <a:t>%</a:t>
            </a:r>
            <a:endParaRPr kumimoji="0" sz="1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Calibri"/>
            </a:endParaRPr>
          </a:p>
        </p:txBody>
      </p:sp>
      <p:sp>
        <p:nvSpPr>
          <p:cNvPr id="88" name="Shape40_20231025_105407">
            <a:extLst>
              <a:ext uri="{FF2B5EF4-FFF2-40B4-BE49-F238E27FC236}">
                <a16:creationId xmlns:a16="http://schemas.microsoft.com/office/drawing/2014/main" id="{B153C189-2B8A-2DFA-0BDA-BDEABE7CD720}"/>
              </a:ext>
            </a:extLst>
          </p:cNvPr>
          <p:cNvSpPr txBox="1"/>
          <p:nvPr/>
        </p:nvSpPr>
        <p:spPr>
          <a:xfrm>
            <a:off x="8492024" y="5585959"/>
            <a:ext cx="362721" cy="227626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sz="1400" spc="-25" dirty="0">
                <a:latin typeface="Arial"/>
                <a:cs typeface="Calibri"/>
              </a:rPr>
              <a:t>6</a:t>
            </a:r>
            <a:r>
              <a:rPr kumimoji="0" sz="140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Calibri"/>
              </a:rPr>
              <a:t>%</a:t>
            </a:r>
            <a:endParaRPr kumimoji="0" sz="1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Calibri"/>
            </a:endParaRPr>
          </a:p>
        </p:txBody>
      </p:sp>
      <p:sp>
        <p:nvSpPr>
          <p:cNvPr id="89" name="Shape49_20231025_105407">
            <a:extLst>
              <a:ext uri="{FF2B5EF4-FFF2-40B4-BE49-F238E27FC236}">
                <a16:creationId xmlns:a16="http://schemas.microsoft.com/office/drawing/2014/main" id="{560BE1E0-74BC-9133-39D7-316CD628F05B}"/>
              </a:ext>
            </a:extLst>
          </p:cNvPr>
          <p:cNvSpPr txBox="1"/>
          <p:nvPr/>
        </p:nvSpPr>
        <p:spPr>
          <a:xfrm>
            <a:off x="9517966" y="2912149"/>
            <a:ext cx="612000" cy="302955"/>
          </a:xfrm>
          <a:prstGeom prst="ellipse">
            <a:avLst/>
          </a:prstGeom>
          <a:solidFill>
            <a:schemeClr val="accent2"/>
          </a:solidFill>
        </p:spPr>
        <p:txBody>
          <a:bodyPr vert="horz" wrap="square" lIns="0" tIns="0" rIns="0" bIns="0" rtlCol="0" anchor="ctr">
            <a:spAutoFit/>
          </a:bodyPr>
          <a:lstStyle/>
          <a:p>
            <a:pPr marL="78740" marR="0" lvl="0" indent="0" algn="ctr" defTabSz="914400" rtl="0" eaLnBrk="1" fontAlgn="auto" latinLnBrk="0" hangingPunct="1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-25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Calibri"/>
              </a:rPr>
              <a:t>57%</a:t>
            </a:r>
            <a:endParaRPr kumimoji="0" sz="140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Calibri"/>
            </a:endParaRPr>
          </a:p>
        </p:txBody>
      </p:sp>
      <p:sp>
        <p:nvSpPr>
          <p:cNvPr id="90" name="Shape50_20231025_105407">
            <a:extLst>
              <a:ext uri="{FF2B5EF4-FFF2-40B4-BE49-F238E27FC236}">
                <a16:creationId xmlns:a16="http://schemas.microsoft.com/office/drawing/2014/main" id="{4B49F498-76C9-6D25-1B6F-823287D39E82}"/>
              </a:ext>
            </a:extLst>
          </p:cNvPr>
          <p:cNvSpPr txBox="1"/>
          <p:nvPr/>
        </p:nvSpPr>
        <p:spPr>
          <a:xfrm>
            <a:off x="10688340" y="2912149"/>
            <a:ext cx="612000" cy="302955"/>
          </a:xfrm>
          <a:prstGeom prst="ellipse">
            <a:avLst/>
          </a:prstGeom>
          <a:solidFill>
            <a:schemeClr val="accent4"/>
          </a:solidFill>
        </p:spPr>
        <p:txBody>
          <a:bodyPr vert="horz" wrap="square" lIns="0" tIns="0" rIns="0" bIns="0" rtlCol="0" anchor="ctr">
            <a:spAutoFit/>
          </a:bodyPr>
          <a:lstStyle/>
          <a:p>
            <a:pPr marL="78105" marR="0" lvl="0" indent="0" algn="ctr" defTabSz="914400" rtl="0" eaLnBrk="1" fontAlgn="auto" latinLnBrk="0" hangingPunct="1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-25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Calibri"/>
              </a:rPr>
              <a:t>60%</a:t>
            </a:r>
            <a:endParaRPr kumimoji="0" sz="14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Calibri"/>
            </a:endParaRPr>
          </a:p>
        </p:txBody>
      </p:sp>
      <p:sp>
        <p:nvSpPr>
          <p:cNvPr id="91" name="Shape51_20231025_105407">
            <a:extLst>
              <a:ext uri="{FF2B5EF4-FFF2-40B4-BE49-F238E27FC236}">
                <a16:creationId xmlns:a16="http://schemas.microsoft.com/office/drawing/2014/main" id="{D292C4AB-ED12-6B8A-6532-8AF7A2BBC28E}"/>
              </a:ext>
            </a:extLst>
          </p:cNvPr>
          <p:cNvSpPr txBox="1"/>
          <p:nvPr/>
        </p:nvSpPr>
        <p:spPr>
          <a:xfrm>
            <a:off x="9621282" y="3828529"/>
            <a:ext cx="405368" cy="227626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Calibri"/>
              </a:rPr>
              <a:t>1</a:t>
            </a:r>
            <a:r>
              <a:rPr kumimoji="0" lang="da-DK" sz="140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Calibri"/>
              </a:rPr>
              <a:t>2</a:t>
            </a:r>
            <a:r>
              <a:rPr kumimoji="0" sz="140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Calibri"/>
              </a:rPr>
              <a:t>%</a:t>
            </a:r>
            <a:endParaRPr kumimoji="0" sz="1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Calibri"/>
            </a:endParaRPr>
          </a:p>
        </p:txBody>
      </p:sp>
      <p:sp>
        <p:nvSpPr>
          <p:cNvPr id="92" name="Shape52_20231025_105407">
            <a:extLst>
              <a:ext uri="{FF2B5EF4-FFF2-40B4-BE49-F238E27FC236}">
                <a16:creationId xmlns:a16="http://schemas.microsoft.com/office/drawing/2014/main" id="{0AC4287C-DBD4-97B3-633B-2F10B6EE61A3}"/>
              </a:ext>
            </a:extLst>
          </p:cNvPr>
          <p:cNvSpPr txBox="1"/>
          <p:nvPr/>
        </p:nvSpPr>
        <p:spPr>
          <a:xfrm>
            <a:off x="10791656" y="3828529"/>
            <a:ext cx="405368" cy="227626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Calibri"/>
              </a:rPr>
              <a:t>2</a:t>
            </a:r>
            <a:r>
              <a:rPr kumimoji="0" lang="da-DK" sz="140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Calibri"/>
              </a:rPr>
              <a:t>8</a:t>
            </a:r>
            <a:r>
              <a:rPr kumimoji="0" sz="140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Calibri"/>
              </a:rPr>
              <a:t>%</a:t>
            </a:r>
            <a:endParaRPr kumimoji="0" sz="1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Calibri"/>
            </a:endParaRPr>
          </a:p>
        </p:txBody>
      </p:sp>
      <p:sp>
        <p:nvSpPr>
          <p:cNvPr id="97" name="Shape53_20231025_105407">
            <a:extLst>
              <a:ext uri="{FF2B5EF4-FFF2-40B4-BE49-F238E27FC236}">
                <a16:creationId xmlns:a16="http://schemas.microsoft.com/office/drawing/2014/main" id="{954DAA05-2E29-778C-DC93-53F0F4E37244}"/>
              </a:ext>
            </a:extLst>
          </p:cNvPr>
          <p:cNvSpPr txBox="1"/>
          <p:nvPr/>
        </p:nvSpPr>
        <p:spPr>
          <a:xfrm>
            <a:off x="9621282" y="4707244"/>
            <a:ext cx="405368" cy="227626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Calibri"/>
              </a:rPr>
              <a:t>2</a:t>
            </a:r>
            <a:r>
              <a:rPr kumimoji="0" lang="da-DK" sz="140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Calibri"/>
              </a:rPr>
              <a:t>3</a:t>
            </a:r>
            <a:r>
              <a:rPr kumimoji="0" sz="140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Calibri"/>
              </a:rPr>
              <a:t>%</a:t>
            </a:r>
            <a:endParaRPr kumimoji="0" sz="1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Calibri"/>
            </a:endParaRPr>
          </a:p>
        </p:txBody>
      </p:sp>
      <p:sp>
        <p:nvSpPr>
          <p:cNvPr id="98" name="Shape0_20231025_105407">
            <a:extLst>
              <a:ext uri="{FF2B5EF4-FFF2-40B4-BE49-F238E27FC236}">
                <a16:creationId xmlns:a16="http://schemas.microsoft.com/office/drawing/2014/main" id="{4A9862A4-858D-BBEF-6EEC-D2436E473D73}"/>
              </a:ext>
            </a:extLst>
          </p:cNvPr>
          <p:cNvSpPr txBox="1"/>
          <p:nvPr/>
        </p:nvSpPr>
        <p:spPr>
          <a:xfrm>
            <a:off x="10791656" y="4707244"/>
            <a:ext cx="405368" cy="227626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Calibri"/>
              </a:rPr>
              <a:t>1</a:t>
            </a:r>
            <a:r>
              <a:rPr kumimoji="0" lang="da-DK" sz="140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Calibri"/>
              </a:rPr>
              <a:t>8</a:t>
            </a:r>
            <a:r>
              <a:rPr kumimoji="0" sz="140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Calibri"/>
              </a:rPr>
              <a:t>%</a:t>
            </a:r>
            <a:endParaRPr kumimoji="0" sz="1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Calibri"/>
            </a:endParaRPr>
          </a:p>
        </p:txBody>
      </p:sp>
      <p:sp>
        <p:nvSpPr>
          <p:cNvPr id="103" name="Shape54_20231025_105407">
            <a:extLst>
              <a:ext uri="{FF2B5EF4-FFF2-40B4-BE49-F238E27FC236}">
                <a16:creationId xmlns:a16="http://schemas.microsoft.com/office/drawing/2014/main" id="{842B8E4D-8B5E-B2FB-72B0-6E0E488096A7}"/>
              </a:ext>
            </a:extLst>
          </p:cNvPr>
          <p:cNvSpPr txBox="1"/>
          <p:nvPr/>
        </p:nvSpPr>
        <p:spPr>
          <a:xfrm>
            <a:off x="9642606" y="5585959"/>
            <a:ext cx="362721" cy="227626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Calibri"/>
              </a:rPr>
              <a:t>2%</a:t>
            </a:r>
            <a:endParaRPr kumimoji="0" sz="1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Calibri"/>
            </a:endParaRPr>
          </a:p>
        </p:txBody>
      </p:sp>
      <p:sp>
        <p:nvSpPr>
          <p:cNvPr id="104" name="Shape55_20231025_105407">
            <a:extLst>
              <a:ext uri="{FF2B5EF4-FFF2-40B4-BE49-F238E27FC236}">
                <a16:creationId xmlns:a16="http://schemas.microsoft.com/office/drawing/2014/main" id="{9FFCAE95-1D84-FCB4-A8D3-80546C2876E3}"/>
              </a:ext>
            </a:extLst>
          </p:cNvPr>
          <p:cNvSpPr txBox="1"/>
          <p:nvPr/>
        </p:nvSpPr>
        <p:spPr>
          <a:xfrm>
            <a:off x="10812980" y="5585959"/>
            <a:ext cx="362721" cy="227626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sz="1400" spc="-25" dirty="0">
                <a:latin typeface="Arial"/>
                <a:cs typeface="Calibri"/>
              </a:rPr>
              <a:t>1</a:t>
            </a:r>
            <a:r>
              <a:rPr kumimoji="0" sz="140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Calibri"/>
              </a:rPr>
              <a:t>%</a:t>
            </a:r>
            <a:endParaRPr kumimoji="0" sz="1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Calibri"/>
            </a:endParaRPr>
          </a:p>
        </p:txBody>
      </p:sp>
      <p:sp>
        <p:nvSpPr>
          <p:cNvPr id="119" name="object 52">
            <a:extLst>
              <a:ext uri="{FF2B5EF4-FFF2-40B4-BE49-F238E27FC236}">
                <a16:creationId xmlns:a16="http://schemas.microsoft.com/office/drawing/2014/main" id="{1B00E6B1-B8A6-8169-25E5-34BFFAC6BD76}"/>
              </a:ext>
            </a:extLst>
          </p:cNvPr>
          <p:cNvSpPr txBox="1"/>
          <p:nvPr/>
        </p:nvSpPr>
        <p:spPr>
          <a:xfrm>
            <a:off x="4881973" y="2308691"/>
            <a:ext cx="600164" cy="227626"/>
          </a:xfrm>
          <a:prstGeom prst="rect">
            <a:avLst/>
          </a:prstGeom>
        </p:spPr>
        <p:txBody>
          <a:bodyPr vert="horz" wrap="none" lIns="0" tIns="12065" rIns="0" bIns="0" rtlCol="0" anchor="ctr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Calibri"/>
              </a:rPr>
              <a:t>Current</a:t>
            </a:r>
            <a:endParaRPr kumimoji="0" sz="1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Calibri"/>
            </a:endParaRPr>
          </a:p>
        </p:txBody>
      </p:sp>
      <p:sp>
        <p:nvSpPr>
          <p:cNvPr id="121" name="object 53">
            <a:extLst>
              <a:ext uri="{FF2B5EF4-FFF2-40B4-BE49-F238E27FC236}">
                <a16:creationId xmlns:a16="http://schemas.microsoft.com/office/drawing/2014/main" id="{3ED9388B-4BA2-BF7F-40A1-31A63C38F4CF}"/>
              </a:ext>
            </a:extLst>
          </p:cNvPr>
          <p:cNvSpPr txBox="1"/>
          <p:nvPr/>
        </p:nvSpPr>
        <p:spPr>
          <a:xfrm>
            <a:off x="5884994" y="2308691"/>
            <a:ext cx="934871" cy="227626"/>
          </a:xfrm>
          <a:prstGeom prst="rect">
            <a:avLst/>
          </a:prstGeom>
        </p:spPr>
        <p:txBody>
          <a:bodyPr vert="horz" wrap="none" lIns="0" tIns="12065" rIns="0" bIns="0" rtlCol="0" anchor="ctr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Calibri"/>
              </a:rPr>
              <a:t>Prospective</a:t>
            </a:r>
            <a:endParaRPr kumimoji="0" sz="1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Calibri"/>
            </a:endParaRPr>
          </a:p>
        </p:txBody>
      </p:sp>
      <p:sp>
        <p:nvSpPr>
          <p:cNvPr id="128" name="object 52">
            <a:extLst>
              <a:ext uri="{FF2B5EF4-FFF2-40B4-BE49-F238E27FC236}">
                <a16:creationId xmlns:a16="http://schemas.microsoft.com/office/drawing/2014/main" id="{FD2D96A0-6AB1-7B16-BDBA-A6C1CCCC0C9C}"/>
              </a:ext>
            </a:extLst>
          </p:cNvPr>
          <p:cNvSpPr txBox="1"/>
          <p:nvPr/>
        </p:nvSpPr>
        <p:spPr>
          <a:xfrm>
            <a:off x="7202928" y="2308691"/>
            <a:ext cx="600164" cy="227626"/>
          </a:xfrm>
          <a:prstGeom prst="rect">
            <a:avLst/>
          </a:prstGeom>
        </p:spPr>
        <p:txBody>
          <a:bodyPr vert="horz" wrap="none" lIns="0" tIns="12065" rIns="0" bIns="0" rtlCol="0" anchor="ctr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Calibri"/>
              </a:rPr>
              <a:t>Current</a:t>
            </a:r>
            <a:endParaRPr kumimoji="0" sz="1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Calibri"/>
            </a:endParaRPr>
          </a:p>
        </p:txBody>
      </p:sp>
      <p:sp>
        <p:nvSpPr>
          <p:cNvPr id="134" name="object 53">
            <a:extLst>
              <a:ext uri="{FF2B5EF4-FFF2-40B4-BE49-F238E27FC236}">
                <a16:creationId xmlns:a16="http://schemas.microsoft.com/office/drawing/2014/main" id="{177EF68F-63CA-B5E1-46DA-09211209C6B2}"/>
              </a:ext>
            </a:extLst>
          </p:cNvPr>
          <p:cNvSpPr txBox="1"/>
          <p:nvPr/>
        </p:nvSpPr>
        <p:spPr>
          <a:xfrm>
            <a:off x="8205949" y="2308691"/>
            <a:ext cx="934871" cy="227626"/>
          </a:xfrm>
          <a:prstGeom prst="rect">
            <a:avLst/>
          </a:prstGeom>
        </p:spPr>
        <p:txBody>
          <a:bodyPr vert="horz" wrap="none" lIns="0" tIns="12065" rIns="0" bIns="0" rtlCol="0" anchor="ctr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Calibri"/>
              </a:rPr>
              <a:t>Prospective</a:t>
            </a:r>
            <a:endParaRPr kumimoji="0" sz="1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Calibri"/>
            </a:endParaRPr>
          </a:p>
        </p:txBody>
      </p:sp>
      <p:sp>
        <p:nvSpPr>
          <p:cNvPr id="136" name="object 52">
            <a:extLst>
              <a:ext uri="{FF2B5EF4-FFF2-40B4-BE49-F238E27FC236}">
                <a16:creationId xmlns:a16="http://schemas.microsoft.com/office/drawing/2014/main" id="{5E62B332-31EB-78F0-A92E-444D6CC5F6F8}"/>
              </a:ext>
            </a:extLst>
          </p:cNvPr>
          <p:cNvSpPr txBox="1"/>
          <p:nvPr/>
        </p:nvSpPr>
        <p:spPr>
          <a:xfrm>
            <a:off x="9523884" y="2308691"/>
            <a:ext cx="600164" cy="227626"/>
          </a:xfrm>
          <a:prstGeom prst="rect">
            <a:avLst/>
          </a:prstGeom>
        </p:spPr>
        <p:txBody>
          <a:bodyPr vert="horz" wrap="none" lIns="0" tIns="12065" rIns="0" bIns="0" rtlCol="0" anchor="ctr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Calibri"/>
              </a:rPr>
              <a:t>Current</a:t>
            </a:r>
            <a:endParaRPr kumimoji="0" sz="1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Calibri"/>
            </a:endParaRPr>
          </a:p>
        </p:txBody>
      </p:sp>
      <p:sp>
        <p:nvSpPr>
          <p:cNvPr id="137" name="object 53">
            <a:extLst>
              <a:ext uri="{FF2B5EF4-FFF2-40B4-BE49-F238E27FC236}">
                <a16:creationId xmlns:a16="http://schemas.microsoft.com/office/drawing/2014/main" id="{0A282122-F8C9-8A84-3C39-732D3E232BD6}"/>
              </a:ext>
            </a:extLst>
          </p:cNvPr>
          <p:cNvSpPr txBox="1"/>
          <p:nvPr/>
        </p:nvSpPr>
        <p:spPr>
          <a:xfrm>
            <a:off x="10526905" y="2308691"/>
            <a:ext cx="934871" cy="227626"/>
          </a:xfrm>
          <a:prstGeom prst="rect">
            <a:avLst/>
          </a:prstGeom>
        </p:spPr>
        <p:txBody>
          <a:bodyPr vert="horz" wrap="none" lIns="0" tIns="12065" rIns="0" bIns="0" rtlCol="0" anchor="ctr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Calibri"/>
              </a:rPr>
              <a:t>Prospective</a:t>
            </a:r>
            <a:endParaRPr kumimoji="0" sz="1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Calibri"/>
            </a:endParaRPr>
          </a:p>
        </p:txBody>
      </p:sp>
      <p:sp>
        <p:nvSpPr>
          <p:cNvPr id="3" name="Google Shape;507;p14">
            <a:extLst>
              <a:ext uri="{FF2B5EF4-FFF2-40B4-BE49-F238E27FC236}">
                <a16:creationId xmlns:a16="http://schemas.microsoft.com/office/drawing/2014/main" id="{E583045A-4ECA-D418-C94B-AD42B6484DD6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Arial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538;p14">
            <a:extLst>
              <a:ext uri="{FF2B5EF4-FFF2-40B4-BE49-F238E27FC236}">
                <a16:creationId xmlns:a16="http://schemas.microsoft.com/office/drawing/2014/main" id="{4513EE11-7065-75D1-2DC0-52C55FBA86E2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Footnote: 1. xx</a:t>
            </a:r>
            <a:endParaRPr sz="900"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24647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Object 22" hidden="1">
            <a:extLst>
              <a:ext uri="{FF2B5EF4-FFF2-40B4-BE49-F238E27FC236}">
                <a16:creationId xmlns:a16="http://schemas.microsoft.com/office/drawing/2014/main" id="{3ABC1C5B-DEE0-CE40-D861-56524E6C26E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7" imgH="348" progId="TCLayout.ActiveDocument.1">
                  <p:embed/>
                </p:oleObj>
              </mc:Choice>
              <mc:Fallback>
                <p:oleObj name="think-cell Slide" r:id="rId4" imgW="347" imgH="348" progId="TCLayout.ActiveDocument.1">
                  <p:embed/>
                  <p:pic>
                    <p:nvPicPr>
                      <p:cNvPr id="23" name="Object 22" hidden="1">
                        <a:extLst>
                          <a:ext uri="{FF2B5EF4-FFF2-40B4-BE49-F238E27FC236}">
                            <a16:creationId xmlns:a16="http://schemas.microsoft.com/office/drawing/2014/main" id="{3ABC1C5B-DEE0-CE40-D861-56524E6C26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4736" y="300926"/>
            <a:ext cx="11082528" cy="785686"/>
          </a:xfrm>
        </p:spPr>
        <p:txBody>
          <a:bodyPr vert="horz" wrap="square" lIns="0" tIns="16087" rIns="0" bIns="0" rtlCol="0" anchor="b" anchorCtr="0">
            <a:spAutoFit/>
          </a:bodyPr>
          <a:lstStyle/>
          <a:p>
            <a:r>
              <a:rPr lang="en-IN" dirty="0"/>
              <a:t>We surveyed a range of customers across [insert relevant parameters e.g., age, job function, industry etc.]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492D25E-EB01-B36E-CF3C-A17F3250C4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4294967295"/>
          </p:nvPr>
        </p:nvSpPr>
        <p:spPr>
          <a:xfrm>
            <a:off x="11904663" y="6607175"/>
            <a:ext cx="287337" cy="204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 marR="0" lvl="0" indent="0" algn="l" defTabSz="914400" rtl="0" eaLnBrk="1" fontAlgn="auto" latinLnBrk="0" hangingPunct="1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IN" sz="1400" b="0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pPr marL="38100" marR="0" lvl="0" indent="0" algn="l" defTabSz="914400" rtl="0" eaLnBrk="1" fontAlgn="auto" latinLnBrk="0" hangingPunct="1">
                <a:lnSpc>
                  <a:spcPts val="165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sz="1400" b="0" i="0" u="none" strike="noStrike" kern="1200" cap="none" spc="-33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graphicFrame>
        <p:nvGraphicFramePr>
          <p:cNvPr id="46" name="Chart 45">
            <a:extLst>
              <a:ext uri="{FF2B5EF4-FFF2-40B4-BE49-F238E27FC236}">
                <a16:creationId xmlns:a16="http://schemas.microsoft.com/office/drawing/2014/main" id="{1CD59D1E-C866-E0C3-23BE-FAC32DC5BED1}"/>
              </a:ext>
            </a:extLst>
          </p:cNvPr>
          <p:cNvGraphicFramePr/>
          <p:nvPr/>
        </p:nvGraphicFramePr>
        <p:xfrm>
          <a:off x="576466" y="2372450"/>
          <a:ext cx="3516312" cy="8130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50" name="Chart 49">
            <a:extLst>
              <a:ext uri="{FF2B5EF4-FFF2-40B4-BE49-F238E27FC236}">
                <a16:creationId xmlns:a16="http://schemas.microsoft.com/office/drawing/2014/main" id="{91F676DC-A633-CBAF-99F2-97207422C86D}"/>
              </a:ext>
            </a:extLst>
          </p:cNvPr>
          <p:cNvGraphicFramePr/>
          <p:nvPr/>
        </p:nvGraphicFramePr>
        <p:xfrm>
          <a:off x="554736" y="3411944"/>
          <a:ext cx="3534167" cy="14077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54" name="Chart 53">
            <a:extLst>
              <a:ext uri="{FF2B5EF4-FFF2-40B4-BE49-F238E27FC236}">
                <a16:creationId xmlns:a16="http://schemas.microsoft.com/office/drawing/2014/main" id="{DEABAE3F-5534-45FB-0A62-4AEF6D1A51C5}"/>
              </a:ext>
            </a:extLst>
          </p:cNvPr>
          <p:cNvGraphicFramePr/>
          <p:nvPr/>
        </p:nvGraphicFramePr>
        <p:xfrm>
          <a:off x="554736" y="5077404"/>
          <a:ext cx="3516312" cy="12868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67" name="Chart 66">
            <a:extLst>
              <a:ext uri="{FF2B5EF4-FFF2-40B4-BE49-F238E27FC236}">
                <a16:creationId xmlns:a16="http://schemas.microsoft.com/office/drawing/2014/main" id="{FF1BF65D-F6F5-0220-12E8-DD134016DC2D}"/>
              </a:ext>
            </a:extLst>
          </p:cNvPr>
          <p:cNvGraphicFramePr/>
          <p:nvPr/>
        </p:nvGraphicFramePr>
        <p:xfrm>
          <a:off x="4343937" y="2372450"/>
          <a:ext cx="3553430" cy="15137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68" name="Chart 67">
            <a:extLst>
              <a:ext uri="{FF2B5EF4-FFF2-40B4-BE49-F238E27FC236}">
                <a16:creationId xmlns:a16="http://schemas.microsoft.com/office/drawing/2014/main" id="{50285C08-FE30-5CBA-92DF-5758944157AA}"/>
              </a:ext>
            </a:extLst>
          </p:cNvPr>
          <p:cNvGraphicFramePr/>
          <p:nvPr/>
        </p:nvGraphicFramePr>
        <p:xfrm>
          <a:off x="7973175" y="2372451"/>
          <a:ext cx="3553430" cy="15137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69" name="Chart 68">
            <a:extLst>
              <a:ext uri="{FF2B5EF4-FFF2-40B4-BE49-F238E27FC236}">
                <a16:creationId xmlns:a16="http://schemas.microsoft.com/office/drawing/2014/main" id="{A9148382-E0E7-DBC8-1ABB-D4BC59A1E046}"/>
              </a:ext>
            </a:extLst>
          </p:cNvPr>
          <p:cNvGraphicFramePr/>
          <p:nvPr/>
        </p:nvGraphicFramePr>
        <p:xfrm>
          <a:off x="4343937" y="4305592"/>
          <a:ext cx="3553430" cy="20586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graphicFrame>
        <p:nvGraphicFramePr>
          <p:cNvPr id="71" name="Chart 70">
            <a:extLst>
              <a:ext uri="{FF2B5EF4-FFF2-40B4-BE49-F238E27FC236}">
                <a16:creationId xmlns:a16="http://schemas.microsoft.com/office/drawing/2014/main" id="{F6F9E33D-3693-2C80-6CC8-9AE59FE68AEA}"/>
              </a:ext>
            </a:extLst>
          </p:cNvPr>
          <p:cNvGraphicFramePr/>
          <p:nvPr/>
        </p:nvGraphicFramePr>
        <p:xfrm>
          <a:off x="8351233" y="4305595"/>
          <a:ext cx="3553430" cy="20586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6FD19F6-A597-DD9C-262D-13EB9EC48C72}"/>
              </a:ext>
            </a:extLst>
          </p:cNvPr>
          <p:cNvSpPr txBox="1"/>
          <p:nvPr/>
        </p:nvSpPr>
        <p:spPr>
          <a:xfrm>
            <a:off x="558609" y="1441096"/>
            <a:ext cx="3534169" cy="427657"/>
          </a:xfrm>
          <a:prstGeom prst="rect">
            <a:avLst/>
          </a:prstGeom>
          <a:noFill/>
        </p:spPr>
        <p:txBody>
          <a:bodyPr wrap="square" l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Respondent information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33ED5D-4CF9-993C-E973-DEF1AD06F4C3}"/>
              </a:ext>
            </a:extLst>
          </p:cNvPr>
          <p:cNvCxnSpPr>
            <a:cxnSpLocks/>
          </p:cNvCxnSpPr>
          <p:nvPr/>
        </p:nvCxnSpPr>
        <p:spPr>
          <a:xfrm>
            <a:off x="4343937" y="1953063"/>
            <a:ext cx="72972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8509091-1641-24D2-62BA-5D374A03260B}"/>
              </a:ext>
            </a:extLst>
          </p:cNvPr>
          <p:cNvSpPr txBox="1"/>
          <p:nvPr/>
        </p:nvSpPr>
        <p:spPr>
          <a:xfrm>
            <a:off x="4343937" y="1441096"/>
            <a:ext cx="3535105" cy="427657"/>
          </a:xfrm>
          <a:prstGeom prst="rect">
            <a:avLst/>
          </a:prstGeom>
          <a:noFill/>
        </p:spPr>
        <p:txBody>
          <a:bodyPr wrap="square" l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Characteristics of respondents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D5AEE9D-B56A-42DC-477A-84AFF24D5D2B}"/>
              </a:ext>
            </a:extLst>
          </p:cNvPr>
          <p:cNvCxnSpPr>
            <a:cxnSpLocks/>
          </p:cNvCxnSpPr>
          <p:nvPr/>
        </p:nvCxnSpPr>
        <p:spPr>
          <a:xfrm>
            <a:off x="4218826" y="1527142"/>
            <a:ext cx="0" cy="463024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423AAB9-CBCE-9BB0-4600-EDA105E63C50}"/>
              </a:ext>
            </a:extLst>
          </p:cNvPr>
          <p:cNvCxnSpPr>
            <a:cxnSpLocks/>
          </p:cNvCxnSpPr>
          <p:nvPr/>
        </p:nvCxnSpPr>
        <p:spPr>
          <a:xfrm>
            <a:off x="558609" y="1953063"/>
            <a:ext cx="3535105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F7CDFDE-C783-7EDC-0A1C-AF7CEC840833}"/>
              </a:ext>
            </a:extLst>
          </p:cNvPr>
          <p:cNvSpPr txBox="1"/>
          <p:nvPr/>
        </p:nvSpPr>
        <p:spPr>
          <a:xfrm>
            <a:off x="558609" y="2045511"/>
            <a:ext cx="1454064" cy="27017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/>
              <a:t>Customer type: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C4AE67-5B0B-C540-AD15-2B666EF49E84}"/>
              </a:ext>
            </a:extLst>
          </p:cNvPr>
          <p:cNvSpPr txBox="1"/>
          <p:nvPr/>
        </p:nvSpPr>
        <p:spPr>
          <a:xfrm>
            <a:off x="558609" y="3326600"/>
            <a:ext cx="1454064" cy="27017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/>
              <a:t>[Metric]: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D7A08D-E752-757C-E0D1-C702A95F4770}"/>
              </a:ext>
            </a:extLst>
          </p:cNvPr>
          <p:cNvSpPr txBox="1"/>
          <p:nvPr/>
        </p:nvSpPr>
        <p:spPr>
          <a:xfrm>
            <a:off x="558609" y="4992060"/>
            <a:ext cx="1454064" cy="27017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/>
              <a:t>Age: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94427B-983E-06E7-97BD-8914B549F304}"/>
              </a:ext>
            </a:extLst>
          </p:cNvPr>
          <p:cNvSpPr txBox="1"/>
          <p:nvPr/>
        </p:nvSpPr>
        <p:spPr>
          <a:xfrm>
            <a:off x="4343936" y="2045511"/>
            <a:ext cx="2321771" cy="27017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/>
              <a:t>[Metric]: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5C3956-0394-CEFE-F119-885AF41C6433}"/>
              </a:ext>
            </a:extLst>
          </p:cNvPr>
          <p:cNvSpPr txBox="1"/>
          <p:nvPr/>
        </p:nvSpPr>
        <p:spPr>
          <a:xfrm>
            <a:off x="8361958" y="2045511"/>
            <a:ext cx="1454064" cy="27017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/>
              <a:t>[Metric]: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757B54-9734-D7EC-C123-D32E72245BDD}"/>
              </a:ext>
            </a:extLst>
          </p:cNvPr>
          <p:cNvSpPr txBox="1"/>
          <p:nvPr/>
        </p:nvSpPr>
        <p:spPr>
          <a:xfrm>
            <a:off x="4343937" y="3980754"/>
            <a:ext cx="1454064" cy="27017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/>
              <a:t>[Metric]: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85BBB3-E19D-0CD3-9217-81C842B39AAC}"/>
              </a:ext>
            </a:extLst>
          </p:cNvPr>
          <p:cNvSpPr txBox="1"/>
          <p:nvPr/>
        </p:nvSpPr>
        <p:spPr>
          <a:xfrm>
            <a:off x="8361958" y="3980754"/>
            <a:ext cx="1864692" cy="27017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/>
              <a:t>[Metric]:</a:t>
            </a:r>
          </a:p>
        </p:txBody>
      </p:sp>
      <p:sp>
        <p:nvSpPr>
          <p:cNvPr id="9" name="Google Shape;507;p14">
            <a:extLst>
              <a:ext uri="{FF2B5EF4-FFF2-40B4-BE49-F238E27FC236}">
                <a16:creationId xmlns:a16="http://schemas.microsoft.com/office/drawing/2014/main" id="{3A211E2D-1A8E-413F-A583-767D4205E8E7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Arial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538;p14">
            <a:extLst>
              <a:ext uri="{FF2B5EF4-FFF2-40B4-BE49-F238E27FC236}">
                <a16:creationId xmlns:a16="http://schemas.microsoft.com/office/drawing/2014/main" id="{91C69CED-CE57-6F20-CBFE-A22E2819851F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Footnote: 1. xx</a:t>
            </a:r>
            <a:endParaRPr sz="900"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93919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F5813C0-49EB-6CA1-D737-EE48C6CDD6C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7772400" imgH="10058400" progId="TCLayout.ActiveDocument.1">
                  <p:embed/>
                </p:oleObj>
              </mc:Choice>
              <mc:Fallback>
                <p:oleObj name="think-cell Slide" r:id="rId10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F5813C0-49EB-6CA1-D737-EE48C6CDD6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E579D8B-4611-B928-953C-F7CC010CE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 dirty="0"/>
              <a:t>The [insert] market is [insert adjective e.g., concentrated / dominated by / fragmented etc.]</a:t>
            </a:r>
            <a:endParaRPr lang="en-I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5F99461-802A-5D89-5958-90E42BBF297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043B357-27F9-4B58-0DA4-088D2563692A}"/>
              </a:ext>
            </a:extLst>
          </p:cNvPr>
          <p:cNvCxnSpPr>
            <a:cxnSpLocks/>
          </p:cNvCxnSpPr>
          <p:nvPr/>
        </p:nvCxnSpPr>
        <p:spPr>
          <a:xfrm>
            <a:off x="554736" y="2617920"/>
            <a:ext cx="11082528" cy="0"/>
          </a:xfrm>
          <a:prstGeom prst="line">
            <a:avLst/>
          </a:prstGeom>
          <a:ln w="9525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FF0BE28-37F0-814E-F861-8D2E4E738B86}"/>
              </a:ext>
            </a:extLst>
          </p:cNvPr>
          <p:cNvCxnSpPr>
            <a:cxnSpLocks/>
          </p:cNvCxnSpPr>
          <p:nvPr/>
        </p:nvCxnSpPr>
        <p:spPr>
          <a:xfrm>
            <a:off x="554736" y="3244585"/>
            <a:ext cx="11082528" cy="0"/>
          </a:xfrm>
          <a:prstGeom prst="line">
            <a:avLst/>
          </a:prstGeom>
          <a:ln w="9525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079369B-7E5D-1837-E2E9-84FD476D0DC2}"/>
              </a:ext>
            </a:extLst>
          </p:cNvPr>
          <p:cNvCxnSpPr>
            <a:cxnSpLocks/>
          </p:cNvCxnSpPr>
          <p:nvPr/>
        </p:nvCxnSpPr>
        <p:spPr>
          <a:xfrm>
            <a:off x="554736" y="3871251"/>
            <a:ext cx="11082528" cy="0"/>
          </a:xfrm>
          <a:prstGeom prst="line">
            <a:avLst/>
          </a:prstGeom>
          <a:ln w="9525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73CAF5E-0CDE-2CE8-3CC9-8D3F54005FD6}"/>
              </a:ext>
            </a:extLst>
          </p:cNvPr>
          <p:cNvCxnSpPr>
            <a:cxnSpLocks/>
          </p:cNvCxnSpPr>
          <p:nvPr/>
        </p:nvCxnSpPr>
        <p:spPr>
          <a:xfrm>
            <a:off x="554736" y="5124583"/>
            <a:ext cx="11082528" cy="0"/>
          </a:xfrm>
          <a:prstGeom prst="line">
            <a:avLst/>
          </a:prstGeom>
          <a:ln w="9525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A075795D-A647-3AFB-5FF8-38344EC681E3}"/>
              </a:ext>
            </a:extLst>
          </p:cNvPr>
          <p:cNvCxnSpPr>
            <a:cxnSpLocks/>
          </p:cNvCxnSpPr>
          <p:nvPr/>
        </p:nvCxnSpPr>
        <p:spPr>
          <a:xfrm>
            <a:off x="554736" y="5751249"/>
            <a:ext cx="11082528" cy="0"/>
          </a:xfrm>
          <a:prstGeom prst="line">
            <a:avLst/>
          </a:prstGeom>
          <a:ln w="9525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EDC651FA-93A7-2B10-14AE-1B2E8B922C96}"/>
              </a:ext>
            </a:extLst>
          </p:cNvPr>
          <p:cNvCxnSpPr>
            <a:cxnSpLocks/>
          </p:cNvCxnSpPr>
          <p:nvPr/>
        </p:nvCxnSpPr>
        <p:spPr>
          <a:xfrm>
            <a:off x="554736" y="4497917"/>
            <a:ext cx="11082528" cy="0"/>
          </a:xfrm>
          <a:prstGeom prst="line">
            <a:avLst/>
          </a:prstGeom>
          <a:ln w="9525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1F740B48-4D1B-FF4C-1BAD-C2E182460C86}"/>
              </a:ext>
            </a:extLst>
          </p:cNvPr>
          <p:cNvSpPr txBox="1"/>
          <p:nvPr/>
        </p:nvSpPr>
        <p:spPr>
          <a:xfrm>
            <a:off x="2119210" y="5879912"/>
            <a:ext cx="4085734" cy="36933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173736" marR="0" lvl="0" indent="-173736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[Insert 1-2 bullet points describing main focus, geos etc.]</a:t>
            </a:r>
          </a:p>
          <a:p>
            <a:pPr marL="173736" indent="-173736"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Font typeface="Arial" panose="020B0604020202020204" pitchFamily="34" charset="0"/>
              <a:buChar char="•"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[Insert 1-2 bullet points describing main focus, geos etc.]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9FF18DE3-C96E-A7CD-497E-E6C89007AC7A}"/>
              </a:ext>
            </a:extLst>
          </p:cNvPr>
          <p:cNvSpPr txBox="1"/>
          <p:nvPr/>
        </p:nvSpPr>
        <p:spPr>
          <a:xfrm>
            <a:off x="2119210" y="5253247"/>
            <a:ext cx="4085734" cy="36933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173736" marR="0" lvl="0" indent="-173736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[Insert 1-2 bullet points describing main focus, geos etc.]</a:t>
            </a:r>
          </a:p>
          <a:p>
            <a:pPr marL="173736" indent="-173736"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Font typeface="Arial" panose="020B0604020202020204" pitchFamily="34" charset="0"/>
              <a:buChar char="•"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[Insert 1-2 bullet points describing main focus, geos etc.]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DD0C4253-C0A2-6D28-F33F-610C54DB25CC}"/>
              </a:ext>
            </a:extLst>
          </p:cNvPr>
          <p:cNvSpPr txBox="1"/>
          <p:nvPr/>
        </p:nvSpPr>
        <p:spPr>
          <a:xfrm>
            <a:off x="2119210" y="4626582"/>
            <a:ext cx="4085734" cy="36933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173736" marR="0" lvl="0" indent="-173736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[Insert 1-2 bullet points describing main focus, geos etc.]</a:t>
            </a:r>
          </a:p>
          <a:p>
            <a:pPr marL="173736" indent="-173736"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Font typeface="Arial" panose="020B0604020202020204" pitchFamily="34" charset="0"/>
              <a:buChar char="•"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[Insert 1-2 bullet points describing main focus, geos etc.]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8E7FB2DC-EB82-9413-B812-3D4F87F5B8D3}"/>
              </a:ext>
            </a:extLst>
          </p:cNvPr>
          <p:cNvSpPr txBox="1"/>
          <p:nvPr/>
        </p:nvSpPr>
        <p:spPr>
          <a:xfrm>
            <a:off x="2119210" y="3999917"/>
            <a:ext cx="4085734" cy="36933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173736" marR="0" lvl="0" indent="-173736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[Insert 1-2 bullet points describing main focus, geos etc.]</a:t>
            </a:r>
          </a:p>
          <a:p>
            <a:pPr marL="173736" indent="-173736"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Font typeface="Arial" panose="020B0604020202020204" pitchFamily="34" charset="0"/>
              <a:buChar char="•"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[Insert 1-2 bullet points describing main focus, geos etc.]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B1B5A0B-40B1-6C09-7E11-F903472E621C}"/>
              </a:ext>
            </a:extLst>
          </p:cNvPr>
          <p:cNvSpPr txBox="1"/>
          <p:nvPr/>
        </p:nvSpPr>
        <p:spPr>
          <a:xfrm>
            <a:off x="2119210" y="3373252"/>
            <a:ext cx="4085734" cy="36933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173736" marR="0" lvl="0" indent="-173736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[Insert 1-2 bullet points describing main focus, geos etc.]</a:t>
            </a:r>
          </a:p>
          <a:p>
            <a:pPr marL="173736" indent="-173736"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Font typeface="Arial" panose="020B0604020202020204" pitchFamily="34" charset="0"/>
              <a:buChar char="•"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[Insert 1-2 bullet points describing main focus, geos etc.]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0B3A2679-A190-16E0-E87A-B23C755B56D3}"/>
              </a:ext>
            </a:extLst>
          </p:cNvPr>
          <p:cNvSpPr txBox="1"/>
          <p:nvPr/>
        </p:nvSpPr>
        <p:spPr>
          <a:xfrm>
            <a:off x="2119210" y="2746587"/>
            <a:ext cx="4085734" cy="36933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173736" marR="0" lvl="0" indent="-173736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[Insert 1-2 bullet points describing main focus, geos etc.]</a:t>
            </a:r>
          </a:p>
          <a:p>
            <a:pPr marL="173736" indent="-173736"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Font typeface="Arial" panose="020B0604020202020204" pitchFamily="34" charset="0"/>
              <a:buChar char="•"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[Insert 1-2 bullet points describing main focus, geos etc.]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04DCAB4-516D-628A-3279-CFC2C12DCB61}"/>
              </a:ext>
            </a:extLst>
          </p:cNvPr>
          <p:cNvSpPr txBox="1"/>
          <p:nvPr/>
        </p:nvSpPr>
        <p:spPr>
          <a:xfrm>
            <a:off x="2119210" y="2119922"/>
            <a:ext cx="4085734" cy="36933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173736" marR="0" lvl="0" indent="-173736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[Insert 1-2 bullet points describing main focus, geos etc.]</a:t>
            </a:r>
          </a:p>
          <a:p>
            <a:pPr marL="173736" indent="-173736"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Font typeface="Arial" panose="020B0604020202020204" pitchFamily="34" charset="0"/>
              <a:buChar char="•"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[Insert 1-2 bullet points describing main focus, geos etc.]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4D56AC89-F75D-6EAA-2335-90833B8E4797}"/>
              </a:ext>
            </a:extLst>
          </p:cNvPr>
          <p:cNvSpPr txBox="1"/>
          <p:nvPr/>
        </p:nvSpPr>
        <p:spPr>
          <a:xfrm>
            <a:off x="9168384" y="2159063"/>
            <a:ext cx="2468880" cy="18466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[Insert overall assessment]</a:t>
            </a:r>
          </a:p>
        </p:txBody>
      </p:sp>
      <p:sp>
        <p:nvSpPr>
          <p:cNvPr id="207" name="Oval 206">
            <a:extLst>
              <a:ext uri="{FF2B5EF4-FFF2-40B4-BE49-F238E27FC236}">
                <a16:creationId xmlns:a16="http://schemas.microsoft.com/office/drawing/2014/main" id="{92F44711-1D3F-F0AA-11C5-42D6436A299C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8233910" y="5904558"/>
            <a:ext cx="320040" cy="320040"/>
          </a:xfrm>
          <a:prstGeom prst="ellipse">
            <a:avLst/>
          </a:prstGeom>
          <a:solidFill>
            <a:schemeClr val="bg1">
              <a:lumMod val="75000"/>
            </a:schemeClr>
          </a:solidFill>
          <a:ln w="9525" cap="sq" algn="ctr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A70CE59-AB6E-4D36-4AF2-5602D0477DD4}"/>
              </a:ext>
            </a:extLst>
          </p:cNvPr>
          <p:cNvSpPr txBox="1"/>
          <p:nvPr/>
        </p:nvSpPr>
        <p:spPr>
          <a:xfrm>
            <a:off x="554736" y="1625528"/>
            <a:ext cx="1430101" cy="21544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Competitor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F0E9A04-AF5F-A5F8-9FE4-5D91EB7B530D}"/>
              </a:ext>
            </a:extLst>
          </p:cNvPr>
          <p:cNvCxnSpPr>
            <a:cxnSpLocks/>
          </p:cNvCxnSpPr>
          <p:nvPr/>
        </p:nvCxnSpPr>
        <p:spPr>
          <a:xfrm>
            <a:off x="554736" y="1892386"/>
            <a:ext cx="143010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419FF53-691B-5975-2458-95DB79922E13}"/>
              </a:ext>
            </a:extLst>
          </p:cNvPr>
          <p:cNvSpPr txBox="1"/>
          <p:nvPr/>
        </p:nvSpPr>
        <p:spPr>
          <a:xfrm>
            <a:off x="2119210" y="1625528"/>
            <a:ext cx="4085734" cy="21544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Description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410985D-D72F-61AA-3696-31A9998FB008}"/>
              </a:ext>
            </a:extLst>
          </p:cNvPr>
          <p:cNvCxnSpPr>
            <a:cxnSpLocks/>
          </p:cNvCxnSpPr>
          <p:nvPr/>
        </p:nvCxnSpPr>
        <p:spPr>
          <a:xfrm>
            <a:off x="2119210" y="1892386"/>
            <a:ext cx="4085734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0EC4EE2-284E-130C-AED4-284B80FDE85E}"/>
              </a:ext>
            </a:extLst>
          </p:cNvPr>
          <p:cNvSpPr txBox="1"/>
          <p:nvPr/>
        </p:nvSpPr>
        <p:spPr>
          <a:xfrm>
            <a:off x="6339317" y="1625528"/>
            <a:ext cx="1280160" cy="21544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Market share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37AB250-6DD6-3CEE-6442-04287D794D0B}"/>
              </a:ext>
            </a:extLst>
          </p:cNvPr>
          <p:cNvCxnSpPr>
            <a:cxnSpLocks/>
          </p:cNvCxnSpPr>
          <p:nvPr/>
        </p:nvCxnSpPr>
        <p:spPr>
          <a:xfrm>
            <a:off x="6339317" y="1892386"/>
            <a:ext cx="128016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310B3FF-5F42-7E1C-642E-EDE914BB5F15}"/>
              </a:ext>
            </a:extLst>
          </p:cNvPr>
          <p:cNvSpPr txBox="1"/>
          <p:nvPr/>
        </p:nvSpPr>
        <p:spPr>
          <a:xfrm>
            <a:off x="7753850" y="1625528"/>
            <a:ext cx="1280160" cy="21544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Strategy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6FD18B9-ECAC-E9CE-C793-9C456552F302}"/>
              </a:ext>
            </a:extLst>
          </p:cNvPr>
          <p:cNvCxnSpPr>
            <a:cxnSpLocks/>
          </p:cNvCxnSpPr>
          <p:nvPr/>
        </p:nvCxnSpPr>
        <p:spPr>
          <a:xfrm>
            <a:off x="7753850" y="1892386"/>
            <a:ext cx="128016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464C78CF-B86F-45E2-74A0-DFE645AA2F8D}"/>
              </a:ext>
            </a:extLst>
          </p:cNvPr>
          <p:cNvSpPr txBox="1"/>
          <p:nvPr/>
        </p:nvSpPr>
        <p:spPr>
          <a:xfrm>
            <a:off x="9168384" y="1625528"/>
            <a:ext cx="2201032" cy="21544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latin typeface="Arial"/>
              </a:rPr>
              <a:t>Overall assessment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ADC93A1-3EEE-5234-1A19-D9B88D3ADD56}"/>
              </a:ext>
            </a:extLst>
          </p:cNvPr>
          <p:cNvCxnSpPr>
            <a:cxnSpLocks/>
          </p:cNvCxnSpPr>
          <p:nvPr/>
        </p:nvCxnSpPr>
        <p:spPr>
          <a:xfrm>
            <a:off x="9168384" y="1892386"/>
            <a:ext cx="246888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06C5932-8316-1FDD-9B81-AB24E74556BF}"/>
              </a:ext>
            </a:extLst>
          </p:cNvPr>
          <p:cNvSpPr txBox="1"/>
          <p:nvPr/>
        </p:nvSpPr>
        <p:spPr>
          <a:xfrm>
            <a:off x="9168384" y="2794593"/>
            <a:ext cx="2468880" cy="18466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[Insert overall assessment]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A0EB18-B813-5AEE-0361-6EE6DD3B1FC9}"/>
              </a:ext>
            </a:extLst>
          </p:cNvPr>
          <p:cNvSpPr txBox="1"/>
          <p:nvPr/>
        </p:nvSpPr>
        <p:spPr>
          <a:xfrm>
            <a:off x="9168384" y="3430123"/>
            <a:ext cx="2468880" cy="18466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[Insert overall assessment]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DA5B8D-B233-16A8-08EF-8DE91DDEC709}"/>
              </a:ext>
            </a:extLst>
          </p:cNvPr>
          <p:cNvSpPr txBox="1"/>
          <p:nvPr/>
        </p:nvSpPr>
        <p:spPr>
          <a:xfrm>
            <a:off x="9168384" y="4065653"/>
            <a:ext cx="2468880" cy="18466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[Insert overall assessment]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FAC825-94DD-E7BB-1E13-81C057A85CA6}"/>
              </a:ext>
            </a:extLst>
          </p:cNvPr>
          <p:cNvSpPr txBox="1"/>
          <p:nvPr/>
        </p:nvSpPr>
        <p:spPr>
          <a:xfrm>
            <a:off x="9168384" y="4701183"/>
            <a:ext cx="2468880" cy="18466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[Insert overall assessment]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5AB515-4884-CC2F-7A3A-FDB6483FF14B}"/>
              </a:ext>
            </a:extLst>
          </p:cNvPr>
          <p:cNvSpPr txBox="1"/>
          <p:nvPr/>
        </p:nvSpPr>
        <p:spPr>
          <a:xfrm>
            <a:off x="9168384" y="5336713"/>
            <a:ext cx="2468880" cy="18466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[Insert overall assessment]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53F1A7F-0346-B322-CA62-9E2336EC7DB3}"/>
              </a:ext>
            </a:extLst>
          </p:cNvPr>
          <p:cNvSpPr txBox="1"/>
          <p:nvPr/>
        </p:nvSpPr>
        <p:spPr>
          <a:xfrm>
            <a:off x="9168384" y="5972245"/>
            <a:ext cx="2468880" cy="18466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[Insert overall assessment]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F814277-2FE4-8980-077C-50D71A1969FA}"/>
              </a:ext>
            </a:extLst>
          </p:cNvPr>
          <p:cNvSpPr/>
          <p:nvPr/>
        </p:nvSpPr>
        <p:spPr bwMode="auto">
          <a:xfrm>
            <a:off x="8233910" y="2144568"/>
            <a:ext cx="320040" cy="320040"/>
          </a:xfrm>
          <a:prstGeom prst="ellipse">
            <a:avLst/>
          </a:prstGeom>
          <a:solidFill>
            <a:schemeClr val="bg1">
              <a:lumMod val="75000"/>
            </a:schemeClr>
          </a:solidFill>
          <a:ln w="9525" cap="sq" algn="ctr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D46F9BF-C9BD-DDB7-7A9D-21355A043731}"/>
              </a:ext>
            </a:extLst>
          </p:cNvPr>
          <p:cNvSpPr/>
          <p:nvPr/>
        </p:nvSpPr>
        <p:spPr bwMode="auto">
          <a:xfrm>
            <a:off x="8233910" y="2771233"/>
            <a:ext cx="320040" cy="320040"/>
          </a:xfrm>
          <a:prstGeom prst="ellipse">
            <a:avLst/>
          </a:prstGeom>
          <a:solidFill>
            <a:schemeClr val="bg1">
              <a:lumMod val="75000"/>
            </a:schemeClr>
          </a:solidFill>
          <a:ln w="9525" cap="sq" algn="ctr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4DC10E9-2E82-1EEE-2CFE-2B38C11DF38A}"/>
              </a:ext>
            </a:extLst>
          </p:cNvPr>
          <p:cNvSpPr/>
          <p:nvPr/>
        </p:nvSpPr>
        <p:spPr bwMode="auto">
          <a:xfrm>
            <a:off x="8233910" y="3397898"/>
            <a:ext cx="320040" cy="320040"/>
          </a:xfrm>
          <a:prstGeom prst="ellipse">
            <a:avLst/>
          </a:prstGeom>
          <a:solidFill>
            <a:schemeClr val="bg1">
              <a:lumMod val="75000"/>
            </a:schemeClr>
          </a:solidFill>
          <a:ln w="9525" cap="sq" algn="ctr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D4FBAB2-A0B8-53AB-94E6-B00CD538D15C}"/>
              </a:ext>
            </a:extLst>
          </p:cNvPr>
          <p:cNvSpPr/>
          <p:nvPr/>
        </p:nvSpPr>
        <p:spPr bwMode="auto">
          <a:xfrm>
            <a:off x="8233910" y="4024563"/>
            <a:ext cx="320040" cy="320040"/>
          </a:xfrm>
          <a:prstGeom prst="ellipse">
            <a:avLst/>
          </a:prstGeom>
          <a:solidFill>
            <a:schemeClr val="bg1">
              <a:lumMod val="75000"/>
            </a:schemeClr>
          </a:solidFill>
          <a:ln w="9525" cap="sq" algn="ctr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D352022-5251-1A53-ED34-309B6230EB6A}"/>
              </a:ext>
            </a:extLst>
          </p:cNvPr>
          <p:cNvSpPr/>
          <p:nvPr/>
        </p:nvSpPr>
        <p:spPr bwMode="auto">
          <a:xfrm>
            <a:off x="8233910" y="4651228"/>
            <a:ext cx="320040" cy="320040"/>
          </a:xfrm>
          <a:prstGeom prst="ellipse">
            <a:avLst/>
          </a:prstGeom>
          <a:solidFill>
            <a:schemeClr val="bg1">
              <a:lumMod val="75000"/>
            </a:schemeClr>
          </a:solidFill>
          <a:ln w="9525" cap="sq" algn="ctr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99C9718-FEEC-241F-B1AF-2ED09B251BF5}"/>
              </a:ext>
            </a:extLst>
          </p:cNvPr>
          <p:cNvSpPr/>
          <p:nvPr/>
        </p:nvSpPr>
        <p:spPr bwMode="auto">
          <a:xfrm>
            <a:off x="8233910" y="5277893"/>
            <a:ext cx="320040" cy="320040"/>
          </a:xfrm>
          <a:prstGeom prst="ellipse">
            <a:avLst/>
          </a:prstGeom>
          <a:solidFill>
            <a:schemeClr val="bg1">
              <a:lumMod val="75000"/>
            </a:schemeClr>
          </a:solidFill>
          <a:ln w="9525" cap="sq" algn="ctr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6" name="Arc 195">
            <a:extLst>
              <a:ext uri="{FF2B5EF4-FFF2-40B4-BE49-F238E27FC236}">
                <a16:creationId xmlns:a16="http://schemas.microsoft.com/office/drawing/2014/main" id="{80F08DD1-4AB2-E3A9-DBF7-F1F2BA63779E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8233910" y="2771233"/>
            <a:ext cx="320040" cy="320040"/>
          </a:xfrm>
          <a:prstGeom prst="arc">
            <a:avLst>
              <a:gd name="adj1" fmla="val 16200000"/>
              <a:gd name="adj2" fmla="val 10800000"/>
            </a:avLst>
          </a:prstGeom>
          <a:solidFill>
            <a:schemeClr val="accent2"/>
          </a:solidFill>
          <a:ln w="9525" cap="sq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8" name="Arc 197">
            <a:extLst>
              <a:ext uri="{FF2B5EF4-FFF2-40B4-BE49-F238E27FC236}">
                <a16:creationId xmlns:a16="http://schemas.microsoft.com/office/drawing/2014/main" id="{19099627-9989-8BEC-9400-6035E58EE38B}"/>
              </a:ext>
            </a:extLst>
          </p:cNvPr>
          <p:cNvSpPr/>
          <p:nvPr>
            <p:custDataLst>
              <p:tags r:id="rId4"/>
            </p:custDataLst>
          </p:nvPr>
        </p:nvSpPr>
        <p:spPr bwMode="gray">
          <a:xfrm>
            <a:off x="8233910" y="3397898"/>
            <a:ext cx="320040" cy="320040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2"/>
          </a:solidFill>
          <a:ln w="9525" cap="sq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0" name="Arc 199">
            <a:extLst>
              <a:ext uri="{FF2B5EF4-FFF2-40B4-BE49-F238E27FC236}">
                <a16:creationId xmlns:a16="http://schemas.microsoft.com/office/drawing/2014/main" id="{613CEC67-3498-6869-BF48-9E8436458C3D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8233910" y="5277893"/>
            <a:ext cx="320040" cy="320040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accent2"/>
          </a:solidFill>
          <a:ln w="9525" cap="sq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3" name="Oval 202">
            <a:extLst>
              <a:ext uri="{FF2B5EF4-FFF2-40B4-BE49-F238E27FC236}">
                <a16:creationId xmlns:a16="http://schemas.microsoft.com/office/drawing/2014/main" id="{8841E614-915C-D7F5-CC74-20806E05949F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8233910" y="2144568"/>
            <a:ext cx="320040" cy="320040"/>
          </a:xfrm>
          <a:prstGeom prst="ellipse">
            <a:avLst/>
          </a:prstGeom>
          <a:solidFill>
            <a:schemeClr val="accent2"/>
          </a:solidFill>
          <a:ln w="9525" cap="sq" algn="ctr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6" name="Arc 205">
            <a:extLst>
              <a:ext uri="{FF2B5EF4-FFF2-40B4-BE49-F238E27FC236}">
                <a16:creationId xmlns:a16="http://schemas.microsoft.com/office/drawing/2014/main" id="{ECF73F2D-9ED4-0FA9-5E19-5512F492DA86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8233910" y="4024563"/>
            <a:ext cx="320040" cy="320040"/>
          </a:xfrm>
          <a:prstGeom prst="arc">
            <a:avLst>
              <a:gd name="adj1" fmla="val 16200000"/>
              <a:gd name="adj2" fmla="val 10800000"/>
            </a:avLst>
          </a:prstGeom>
          <a:solidFill>
            <a:schemeClr val="accent2"/>
          </a:solidFill>
          <a:ln w="9525" cap="sq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8" name="Arc 207">
            <a:extLst>
              <a:ext uri="{FF2B5EF4-FFF2-40B4-BE49-F238E27FC236}">
                <a16:creationId xmlns:a16="http://schemas.microsoft.com/office/drawing/2014/main" id="{DBF98EDF-7517-BA2E-7028-89AB269F9FB1}"/>
              </a:ext>
            </a:extLst>
          </p:cNvPr>
          <p:cNvSpPr/>
          <p:nvPr>
            <p:custDataLst>
              <p:tags r:id="rId8"/>
            </p:custDataLst>
          </p:nvPr>
        </p:nvSpPr>
        <p:spPr bwMode="gray">
          <a:xfrm>
            <a:off x="8233910" y="4651228"/>
            <a:ext cx="320040" cy="320040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2"/>
          </a:solidFill>
          <a:ln w="9525" cap="sq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38EE13B2-CF40-EDBB-9B0F-1A8A596DFB26}"/>
              </a:ext>
            </a:extLst>
          </p:cNvPr>
          <p:cNvSpPr/>
          <p:nvPr/>
        </p:nvSpPr>
        <p:spPr bwMode="gray">
          <a:xfrm>
            <a:off x="8233910" y="5904558"/>
            <a:ext cx="320040" cy="320040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accent2"/>
          </a:solidFill>
          <a:ln w="9525" cap="sq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87C7C01-0C6F-82F5-97C3-E66E249E6BD9}"/>
              </a:ext>
            </a:extLst>
          </p:cNvPr>
          <p:cNvSpPr txBox="1"/>
          <p:nvPr/>
        </p:nvSpPr>
        <p:spPr>
          <a:xfrm>
            <a:off x="6562248" y="2212255"/>
            <a:ext cx="834298" cy="18466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None/>
              <a:tabLst/>
              <a:defRPr/>
            </a:pPr>
            <a:r>
              <a:rPr lang="en-GB" sz="1200" dirty="0">
                <a:solidFill>
                  <a:schemeClr val="tx1"/>
                </a:solidFill>
                <a:latin typeface="Arial"/>
              </a:rPr>
              <a:t>~xx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E579D21-8C07-DA5B-4D19-34DC3FD53B88}"/>
              </a:ext>
            </a:extLst>
          </p:cNvPr>
          <p:cNvSpPr txBox="1"/>
          <p:nvPr/>
        </p:nvSpPr>
        <p:spPr>
          <a:xfrm>
            <a:off x="6562248" y="2838920"/>
            <a:ext cx="834298" cy="18466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None/>
              <a:tabLst/>
              <a:defRPr/>
            </a:pPr>
            <a:r>
              <a:rPr lang="en-GB" sz="1200" dirty="0">
                <a:solidFill>
                  <a:schemeClr val="tx1"/>
                </a:solidFill>
                <a:latin typeface="Arial"/>
              </a:rPr>
              <a:t>~xx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%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069C7C5-C138-8BF4-66B9-41FC20882B6D}"/>
              </a:ext>
            </a:extLst>
          </p:cNvPr>
          <p:cNvSpPr txBox="1"/>
          <p:nvPr/>
        </p:nvSpPr>
        <p:spPr>
          <a:xfrm>
            <a:off x="6562248" y="3465585"/>
            <a:ext cx="834298" cy="18466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None/>
              <a:tabLst/>
              <a:defRPr/>
            </a:pPr>
            <a:r>
              <a:rPr lang="en-GB" sz="1200" dirty="0">
                <a:solidFill>
                  <a:schemeClr val="tx1"/>
                </a:solidFill>
                <a:latin typeface="Arial"/>
              </a:rPr>
              <a:t>~xx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%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96F6515-FBB0-32EE-90CD-48EC71022B43}"/>
              </a:ext>
            </a:extLst>
          </p:cNvPr>
          <p:cNvSpPr txBox="1"/>
          <p:nvPr/>
        </p:nvSpPr>
        <p:spPr>
          <a:xfrm>
            <a:off x="6562248" y="4092250"/>
            <a:ext cx="834298" cy="18466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None/>
              <a:tabLst/>
              <a:defRPr/>
            </a:pPr>
            <a:r>
              <a:rPr lang="en-GB" sz="1200" dirty="0">
                <a:solidFill>
                  <a:schemeClr val="tx1"/>
                </a:solidFill>
                <a:latin typeface="Arial"/>
              </a:rPr>
              <a:t>~xx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%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43CF445-5E60-C134-2382-6812115BB25B}"/>
              </a:ext>
            </a:extLst>
          </p:cNvPr>
          <p:cNvSpPr txBox="1"/>
          <p:nvPr/>
        </p:nvSpPr>
        <p:spPr>
          <a:xfrm>
            <a:off x="6562248" y="4718915"/>
            <a:ext cx="834298" cy="18466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None/>
              <a:tabLst/>
              <a:defRPr/>
            </a:pPr>
            <a:r>
              <a:rPr lang="en-GB" sz="1200" dirty="0">
                <a:solidFill>
                  <a:schemeClr val="tx1"/>
                </a:solidFill>
                <a:latin typeface="Arial"/>
              </a:rPr>
              <a:t>~xx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%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D5277E5-810E-CEFD-D703-5E1D03DAE333}"/>
              </a:ext>
            </a:extLst>
          </p:cNvPr>
          <p:cNvSpPr txBox="1"/>
          <p:nvPr/>
        </p:nvSpPr>
        <p:spPr>
          <a:xfrm>
            <a:off x="6562248" y="5345580"/>
            <a:ext cx="834298" cy="18466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None/>
              <a:tabLst/>
              <a:defRPr/>
            </a:pPr>
            <a:r>
              <a:rPr lang="en-GB" sz="1200" dirty="0">
                <a:solidFill>
                  <a:schemeClr val="tx1"/>
                </a:solidFill>
                <a:latin typeface="Arial"/>
              </a:rPr>
              <a:t>~xx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%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65D2F24-D1EC-FA9D-066E-6A064515C5E1}"/>
              </a:ext>
            </a:extLst>
          </p:cNvPr>
          <p:cNvSpPr txBox="1"/>
          <p:nvPr/>
        </p:nvSpPr>
        <p:spPr>
          <a:xfrm>
            <a:off x="6562248" y="5972245"/>
            <a:ext cx="834298" cy="18466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None/>
              <a:tabLst/>
              <a:defRPr/>
            </a:pPr>
            <a:r>
              <a:rPr lang="en-GB" sz="1200" dirty="0">
                <a:solidFill>
                  <a:schemeClr val="tx1"/>
                </a:solidFill>
                <a:latin typeface="Arial"/>
              </a:rPr>
              <a:t>~xx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%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325EB8-EF98-FFF7-0294-5DFA62D8AD1A}"/>
              </a:ext>
            </a:extLst>
          </p:cNvPr>
          <p:cNvSpPr/>
          <p:nvPr/>
        </p:nvSpPr>
        <p:spPr>
          <a:xfrm>
            <a:off x="554736" y="2022796"/>
            <a:ext cx="1430101" cy="56358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[Competitor logo]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C6D41C-D055-9A4D-04EF-6F0DEC8E912B}"/>
              </a:ext>
            </a:extLst>
          </p:cNvPr>
          <p:cNvSpPr/>
          <p:nvPr/>
        </p:nvSpPr>
        <p:spPr>
          <a:xfrm>
            <a:off x="554736" y="2649461"/>
            <a:ext cx="1430101" cy="56358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[Competitor logo]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8000DF-FFD2-EDCB-11CB-66F764D0CC61}"/>
              </a:ext>
            </a:extLst>
          </p:cNvPr>
          <p:cNvSpPr/>
          <p:nvPr/>
        </p:nvSpPr>
        <p:spPr>
          <a:xfrm>
            <a:off x="554736" y="3276126"/>
            <a:ext cx="1430101" cy="56358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[Competitor logo]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9858FE-73D5-BC76-E2DE-B7B2B4AB4E10}"/>
              </a:ext>
            </a:extLst>
          </p:cNvPr>
          <p:cNvSpPr/>
          <p:nvPr/>
        </p:nvSpPr>
        <p:spPr>
          <a:xfrm>
            <a:off x="554736" y="3902792"/>
            <a:ext cx="1430101" cy="56358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[Competitor logo]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915EF0-F41A-442D-D0DB-E597CE0B5235}"/>
              </a:ext>
            </a:extLst>
          </p:cNvPr>
          <p:cNvSpPr/>
          <p:nvPr/>
        </p:nvSpPr>
        <p:spPr>
          <a:xfrm>
            <a:off x="554736" y="4529458"/>
            <a:ext cx="1430101" cy="56358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[Competitor logo]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52208DF-18D7-A7BE-E047-50F149E8C29B}"/>
              </a:ext>
            </a:extLst>
          </p:cNvPr>
          <p:cNvSpPr/>
          <p:nvPr/>
        </p:nvSpPr>
        <p:spPr>
          <a:xfrm>
            <a:off x="554736" y="5156124"/>
            <a:ext cx="1430101" cy="56358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[Competitor logo]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7B2291C-E5C3-7300-A5FF-47705A474B21}"/>
              </a:ext>
            </a:extLst>
          </p:cNvPr>
          <p:cNvSpPr/>
          <p:nvPr/>
        </p:nvSpPr>
        <p:spPr>
          <a:xfrm>
            <a:off x="554736" y="5782786"/>
            <a:ext cx="1430101" cy="56358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[Competitor logo]</a:t>
            </a:r>
          </a:p>
        </p:txBody>
      </p:sp>
      <p:sp>
        <p:nvSpPr>
          <p:cNvPr id="4" name="Google Shape;507;p14">
            <a:extLst>
              <a:ext uri="{FF2B5EF4-FFF2-40B4-BE49-F238E27FC236}">
                <a16:creationId xmlns:a16="http://schemas.microsoft.com/office/drawing/2014/main" id="{B169C9B3-7590-2224-8527-A754DF530FC5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Arial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61291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F5813C0-49EB-6CA1-D737-EE48C6CDD6C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F5813C0-49EB-6CA1-D737-EE48C6CDD6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E579D8B-4611-B928-953C-F7CC010CE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 dirty="0"/>
              <a:t>Revenues and margins across players are [insert adjective]</a:t>
            </a:r>
            <a:endParaRPr lang="en-I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5F99461-802A-5D89-5958-90E42BBF297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043B357-27F9-4B58-0DA4-088D2563692A}"/>
              </a:ext>
            </a:extLst>
          </p:cNvPr>
          <p:cNvCxnSpPr>
            <a:cxnSpLocks/>
          </p:cNvCxnSpPr>
          <p:nvPr/>
        </p:nvCxnSpPr>
        <p:spPr>
          <a:xfrm>
            <a:off x="554736" y="2617920"/>
            <a:ext cx="11082528" cy="0"/>
          </a:xfrm>
          <a:prstGeom prst="line">
            <a:avLst/>
          </a:prstGeom>
          <a:ln w="9525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FF0BE28-37F0-814E-F861-8D2E4E738B86}"/>
              </a:ext>
            </a:extLst>
          </p:cNvPr>
          <p:cNvCxnSpPr>
            <a:cxnSpLocks/>
          </p:cNvCxnSpPr>
          <p:nvPr/>
        </p:nvCxnSpPr>
        <p:spPr>
          <a:xfrm>
            <a:off x="554736" y="3244585"/>
            <a:ext cx="11082528" cy="0"/>
          </a:xfrm>
          <a:prstGeom prst="line">
            <a:avLst/>
          </a:prstGeom>
          <a:ln w="9525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079369B-7E5D-1837-E2E9-84FD476D0DC2}"/>
              </a:ext>
            </a:extLst>
          </p:cNvPr>
          <p:cNvCxnSpPr>
            <a:cxnSpLocks/>
          </p:cNvCxnSpPr>
          <p:nvPr/>
        </p:nvCxnSpPr>
        <p:spPr>
          <a:xfrm>
            <a:off x="554736" y="3871251"/>
            <a:ext cx="11082528" cy="0"/>
          </a:xfrm>
          <a:prstGeom prst="line">
            <a:avLst/>
          </a:prstGeom>
          <a:ln w="9525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73CAF5E-0CDE-2CE8-3CC9-8D3F54005FD6}"/>
              </a:ext>
            </a:extLst>
          </p:cNvPr>
          <p:cNvCxnSpPr>
            <a:cxnSpLocks/>
          </p:cNvCxnSpPr>
          <p:nvPr/>
        </p:nvCxnSpPr>
        <p:spPr>
          <a:xfrm>
            <a:off x="554736" y="5124583"/>
            <a:ext cx="11082528" cy="0"/>
          </a:xfrm>
          <a:prstGeom prst="line">
            <a:avLst/>
          </a:prstGeom>
          <a:ln w="9525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A075795D-A647-3AFB-5FF8-38344EC681E3}"/>
              </a:ext>
            </a:extLst>
          </p:cNvPr>
          <p:cNvCxnSpPr>
            <a:cxnSpLocks/>
          </p:cNvCxnSpPr>
          <p:nvPr/>
        </p:nvCxnSpPr>
        <p:spPr>
          <a:xfrm>
            <a:off x="554736" y="5751249"/>
            <a:ext cx="11082528" cy="0"/>
          </a:xfrm>
          <a:prstGeom prst="line">
            <a:avLst/>
          </a:prstGeom>
          <a:ln w="9525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EDC651FA-93A7-2B10-14AE-1B2E8B922C96}"/>
              </a:ext>
            </a:extLst>
          </p:cNvPr>
          <p:cNvCxnSpPr>
            <a:cxnSpLocks/>
          </p:cNvCxnSpPr>
          <p:nvPr/>
        </p:nvCxnSpPr>
        <p:spPr>
          <a:xfrm>
            <a:off x="554736" y="4497917"/>
            <a:ext cx="11082528" cy="0"/>
          </a:xfrm>
          <a:prstGeom prst="line">
            <a:avLst/>
          </a:prstGeom>
          <a:ln w="9525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1F740B48-4D1B-FF4C-1BAD-C2E182460C86}"/>
              </a:ext>
            </a:extLst>
          </p:cNvPr>
          <p:cNvSpPr txBox="1"/>
          <p:nvPr/>
        </p:nvSpPr>
        <p:spPr>
          <a:xfrm>
            <a:off x="2119210" y="5879912"/>
            <a:ext cx="4085734" cy="36933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173736" marR="0" lvl="0" indent="-173736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[Insert 1-2 bullet points describing main focus, geos etc.]</a:t>
            </a:r>
          </a:p>
          <a:p>
            <a:pPr marL="173736" indent="-173736"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Font typeface="Arial" panose="020B0604020202020204" pitchFamily="34" charset="0"/>
              <a:buChar char="•"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[Insert 1-2 bullet points describing main focus, geos etc.]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9FF18DE3-C96E-A7CD-497E-E6C89007AC7A}"/>
              </a:ext>
            </a:extLst>
          </p:cNvPr>
          <p:cNvSpPr txBox="1"/>
          <p:nvPr/>
        </p:nvSpPr>
        <p:spPr>
          <a:xfrm>
            <a:off x="2119210" y="5253247"/>
            <a:ext cx="4085734" cy="36933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173736" marR="0" lvl="0" indent="-173736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[Insert 1-2 bullet points describing main focus, geos etc.]</a:t>
            </a:r>
          </a:p>
          <a:p>
            <a:pPr marL="173736" indent="-173736"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Font typeface="Arial" panose="020B0604020202020204" pitchFamily="34" charset="0"/>
              <a:buChar char="•"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[Insert 1-2 bullet points describing main focus, geos etc.]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DD0C4253-C0A2-6D28-F33F-610C54DB25CC}"/>
              </a:ext>
            </a:extLst>
          </p:cNvPr>
          <p:cNvSpPr txBox="1"/>
          <p:nvPr/>
        </p:nvSpPr>
        <p:spPr>
          <a:xfrm>
            <a:off x="2119210" y="4626582"/>
            <a:ext cx="4085734" cy="36933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173736" marR="0" lvl="0" indent="-173736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[Insert 1-2 bullet points describing main focus, geos etc.]</a:t>
            </a:r>
          </a:p>
          <a:p>
            <a:pPr marL="173736" indent="-173736"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Font typeface="Arial" panose="020B0604020202020204" pitchFamily="34" charset="0"/>
              <a:buChar char="•"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[Insert 1-2 bullet points describing main focus, geos etc.]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8E7FB2DC-EB82-9413-B812-3D4F87F5B8D3}"/>
              </a:ext>
            </a:extLst>
          </p:cNvPr>
          <p:cNvSpPr txBox="1"/>
          <p:nvPr/>
        </p:nvSpPr>
        <p:spPr>
          <a:xfrm>
            <a:off x="2119210" y="3999917"/>
            <a:ext cx="4085734" cy="36933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173736" marR="0" lvl="0" indent="-173736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[Insert 1-2 bullet points describing main focus, geos etc.]</a:t>
            </a:r>
          </a:p>
          <a:p>
            <a:pPr marL="173736" indent="-173736"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Font typeface="Arial" panose="020B0604020202020204" pitchFamily="34" charset="0"/>
              <a:buChar char="•"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[Insert 1-2 bullet points describing main focus, geos etc.]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B1B5A0B-40B1-6C09-7E11-F903472E621C}"/>
              </a:ext>
            </a:extLst>
          </p:cNvPr>
          <p:cNvSpPr txBox="1"/>
          <p:nvPr/>
        </p:nvSpPr>
        <p:spPr>
          <a:xfrm>
            <a:off x="2119210" y="3373252"/>
            <a:ext cx="4085734" cy="36933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173736" marR="0" lvl="0" indent="-173736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[Insert 1-2 bullet points describing main focus, geos etc.]</a:t>
            </a:r>
          </a:p>
          <a:p>
            <a:pPr marL="173736" indent="-173736"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Font typeface="Arial" panose="020B0604020202020204" pitchFamily="34" charset="0"/>
              <a:buChar char="•"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[Insert 1-2 bullet points describing main focus, geos etc.]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0B3A2679-A190-16E0-E87A-B23C755B56D3}"/>
              </a:ext>
            </a:extLst>
          </p:cNvPr>
          <p:cNvSpPr txBox="1"/>
          <p:nvPr/>
        </p:nvSpPr>
        <p:spPr>
          <a:xfrm>
            <a:off x="2119210" y="2746587"/>
            <a:ext cx="4085734" cy="36933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173736" marR="0" lvl="0" indent="-173736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[Insert 1-2 bullet points describing main focus, geos etc.]</a:t>
            </a:r>
          </a:p>
          <a:p>
            <a:pPr marL="173736" indent="-173736"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Font typeface="Arial" panose="020B0604020202020204" pitchFamily="34" charset="0"/>
              <a:buChar char="•"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[Insert 1-2 bullet points describing main focus, geos etc.]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04DCAB4-516D-628A-3279-CFC2C12DCB61}"/>
              </a:ext>
            </a:extLst>
          </p:cNvPr>
          <p:cNvSpPr txBox="1"/>
          <p:nvPr/>
        </p:nvSpPr>
        <p:spPr>
          <a:xfrm>
            <a:off x="2119210" y="2119922"/>
            <a:ext cx="4085734" cy="36933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173736" marR="0" lvl="0" indent="-173736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[Insert 1-2 bullet points describing main focus, geos etc.]</a:t>
            </a:r>
          </a:p>
          <a:p>
            <a:pPr marL="173736" indent="-173736"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Font typeface="Arial" panose="020B0604020202020204" pitchFamily="34" charset="0"/>
              <a:buChar char="•"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[Insert 1-2 bullet points describing main focus, geos etc.]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A70CE59-AB6E-4D36-4AF2-5602D0477DD4}"/>
              </a:ext>
            </a:extLst>
          </p:cNvPr>
          <p:cNvSpPr txBox="1"/>
          <p:nvPr/>
        </p:nvSpPr>
        <p:spPr>
          <a:xfrm>
            <a:off x="554736" y="1625528"/>
            <a:ext cx="1430101" cy="21544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Competitor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F0E9A04-AF5F-A5F8-9FE4-5D91EB7B530D}"/>
              </a:ext>
            </a:extLst>
          </p:cNvPr>
          <p:cNvCxnSpPr>
            <a:cxnSpLocks/>
          </p:cNvCxnSpPr>
          <p:nvPr/>
        </p:nvCxnSpPr>
        <p:spPr>
          <a:xfrm>
            <a:off x="554736" y="1892386"/>
            <a:ext cx="143010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419FF53-691B-5975-2458-95DB79922E13}"/>
              </a:ext>
            </a:extLst>
          </p:cNvPr>
          <p:cNvSpPr txBox="1"/>
          <p:nvPr/>
        </p:nvSpPr>
        <p:spPr>
          <a:xfrm>
            <a:off x="2119210" y="1625528"/>
            <a:ext cx="4085734" cy="21544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Description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410985D-D72F-61AA-3696-31A9998FB008}"/>
              </a:ext>
            </a:extLst>
          </p:cNvPr>
          <p:cNvCxnSpPr>
            <a:cxnSpLocks/>
          </p:cNvCxnSpPr>
          <p:nvPr/>
        </p:nvCxnSpPr>
        <p:spPr>
          <a:xfrm>
            <a:off x="2119210" y="1892386"/>
            <a:ext cx="4085734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0EC4EE2-284E-130C-AED4-284B80FDE85E}"/>
              </a:ext>
            </a:extLst>
          </p:cNvPr>
          <p:cNvSpPr txBox="1"/>
          <p:nvPr/>
        </p:nvSpPr>
        <p:spPr>
          <a:xfrm>
            <a:off x="6339315" y="1625528"/>
            <a:ext cx="3304218" cy="21544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Revenue and profit 20xx, [Unit]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37AB250-6DD6-3CEE-6442-04287D794D0B}"/>
              </a:ext>
            </a:extLst>
          </p:cNvPr>
          <p:cNvCxnSpPr>
            <a:cxnSpLocks/>
          </p:cNvCxnSpPr>
          <p:nvPr/>
        </p:nvCxnSpPr>
        <p:spPr>
          <a:xfrm>
            <a:off x="6339316" y="1892386"/>
            <a:ext cx="3304218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464C78CF-B86F-45E2-74A0-DFE645AA2F8D}"/>
              </a:ext>
            </a:extLst>
          </p:cNvPr>
          <p:cNvSpPr txBox="1"/>
          <p:nvPr/>
        </p:nvSpPr>
        <p:spPr>
          <a:xfrm>
            <a:off x="9770533" y="1625528"/>
            <a:ext cx="1866731" cy="21544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latin typeface="Arial"/>
              </a:rPr>
              <a:t>CAGR 20xx-20xx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ADC93A1-3EEE-5234-1A19-D9B88D3ADD56}"/>
              </a:ext>
            </a:extLst>
          </p:cNvPr>
          <p:cNvCxnSpPr>
            <a:cxnSpLocks/>
          </p:cNvCxnSpPr>
          <p:nvPr/>
        </p:nvCxnSpPr>
        <p:spPr>
          <a:xfrm>
            <a:off x="9770533" y="1892386"/>
            <a:ext cx="186673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187C7C01-0C6F-82F5-97C3-E66E249E6BD9}"/>
              </a:ext>
            </a:extLst>
          </p:cNvPr>
          <p:cNvSpPr txBox="1"/>
          <p:nvPr/>
        </p:nvSpPr>
        <p:spPr>
          <a:xfrm>
            <a:off x="10286749" y="2212255"/>
            <a:ext cx="834298" cy="18466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None/>
              <a:tabLst/>
              <a:defRPr/>
            </a:pPr>
            <a:r>
              <a:rPr lang="en-GB" sz="1200" dirty="0">
                <a:solidFill>
                  <a:schemeClr val="tx1"/>
                </a:solidFill>
                <a:latin typeface="Arial"/>
              </a:rPr>
              <a:t>~xx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</a:rPr>
              <a:t> 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E579D21-8C07-DA5B-4D19-34DC3FD53B88}"/>
              </a:ext>
            </a:extLst>
          </p:cNvPr>
          <p:cNvSpPr txBox="1"/>
          <p:nvPr/>
        </p:nvSpPr>
        <p:spPr>
          <a:xfrm>
            <a:off x="10286749" y="2838920"/>
            <a:ext cx="834298" cy="18466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None/>
              <a:tabLst/>
              <a:defRPr/>
            </a:pPr>
            <a:r>
              <a:rPr lang="en-GB" sz="1200" dirty="0">
                <a:solidFill>
                  <a:schemeClr val="tx1"/>
                </a:solidFill>
                <a:latin typeface="Arial"/>
              </a:rPr>
              <a:t>~xx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</a:rPr>
              <a:t> %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069C7C5-C138-8BF4-66B9-41FC20882B6D}"/>
              </a:ext>
            </a:extLst>
          </p:cNvPr>
          <p:cNvSpPr txBox="1"/>
          <p:nvPr/>
        </p:nvSpPr>
        <p:spPr>
          <a:xfrm>
            <a:off x="10286749" y="3465585"/>
            <a:ext cx="834298" cy="18466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None/>
              <a:tabLst/>
              <a:defRPr/>
            </a:pPr>
            <a:r>
              <a:rPr lang="en-GB" sz="1200" dirty="0">
                <a:solidFill>
                  <a:schemeClr val="tx1"/>
                </a:solidFill>
                <a:latin typeface="Arial"/>
              </a:rPr>
              <a:t>~xx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</a:rPr>
              <a:t> %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96F6515-FBB0-32EE-90CD-48EC71022B43}"/>
              </a:ext>
            </a:extLst>
          </p:cNvPr>
          <p:cNvSpPr txBox="1"/>
          <p:nvPr/>
        </p:nvSpPr>
        <p:spPr>
          <a:xfrm>
            <a:off x="10286749" y="4092250"/>
            <a:ext cx="834298" cy="18466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None/>
              <a:tabLst/>
              <a:defRPr/>
            </a:pPr>
            <a:r>
              <a:rPr lang="en-GB" sz="1200" dirty="0">
                <a:solidFill>
                  <a:schemeClr val="tx1"/>
                </a:solidFill>
                <a:latin typeface="Arial"/>
              </a:rPr>
              <a:t>~xx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</a:rPr>
              <a:t> %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43CF445-5E60-C134-2382-6812115BB25B}"/>
              </a:ext>
            </a:extLst>
          </p:cNvPr>
          <p:cNvSpPr txBox="1"/>
          <p:nvPr/>
        </p:nvSpPr>
        <p:spPr>
          <a:xfrm>
            <a:off x="10286749" y="4718915"/>
            <a:ext cx="834298" cy="18466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None/>
              <a:tabLst/>
              <a:defRPr/>
            </a:pPr>
            <a:r>
              <a:rPr lang="en-GB" sz="1200" dirty="0">
                <a:solidFill>
                  <a:schemeClr val="tx1"/>
                </a:solidFill>
                <a:latin typeface="Arial"/>
              </a:rPr>
              <a:t>~xx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</a:rPr>
              <a:t> %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D5277E5-810E-CEFD-D703-5E1D03DAE333}"/>
              </a:ext>
            </a:extLst>
          </p:cNvPr>
          <p:cNvSpPr txBox="1"/>
          <p:nvPr/>
        </p:nvSpPr>
        <p:spPr>
          <a:xfrm>
            <a:off x="10286749" y="5345580"/>
            <a:ext cx="834298" cy="18466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None/>
              <a:tabLst/>
              <a:defRPr/>
            </a:pPr>
            <a:r>
              <a:rPr lang="en-GB" sz="1200" dirty="0">
                <a:solidFill>
                  <a:schemeClr val="tx1"/>
                </a:solidFill>
                <a:latin typeface="Arial"/>
              </a:rPr>
              <a:t>~xx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</a:rPr>
              <a:t> %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65D2F24-D1EC-FA9D-066E-6A064515C5E1}"/>
              </a:ext>
            </a:extLst>
          </p:cNvPr>
          <p:cNvSpPr txBox="1"/>
          <p:nvPr/>
        </p:nvSpPr>
        <p:spPr>
          <a:xfrm>
            <a:off x="10286749" y="5972245"/>
            <a:ext cx="834298" cy="18466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None/>
              <a:tabLst/>
              <a:defRPr/>
            </a:pPr>
            <a:r>
              <a:rPr lang="en-GB" sz="1200" dirty="0">
                <a:solidFill>
                  <a:schemeClr val="tx1"/>
                </a:solidFill>
                <a:latin typeface="Arial"/>
              </a:rPr>
              <a:t>~xx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</a:rPr>
              <a:t> %</a:t>
            </a:r>
          </a:p>
        </p:txBody>
      </p: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95FAE31B-BCE5-34D4-A0B2-4D288381669E}"/>
              </a:ext>
            </a:extLst>
          </p:cNvPr>
          <p:cNvGraphicFramePr>
            <a:graphicFrameLocks/>
          </p:cNvGraphicFramePr>
          <p:nvPr/>
        </p:nvGraphicFramePr>
        <p:xfrm>
          <a:off x="6339316" y="1927223"/>
          <a:ext cx="3304217" cy="44539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034448F4-7A1F-038B-F0CE-F3FA20FA6E3F}"/>
              </a:ext>
            </a:extLst>
          </p:cNvPr>
          <p:cNvSpPr/>
          <p:nvPr/>
        </p:nvSpPr>
        <p:spPr>
          <a:xfrm>
            <a:off x="554736" y="2022796"/>
            <a:ext cx="1430101" cy="56358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[Competitor logo]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1C092C-32C3-5C8A-0558-316D5F7B1E2C}"/>
              </a:ext>
            </a:extLst>
          </p:cNvPr>
          <p:cNvSpPr/>
          <p:nvPr/>
        </p:nvSpPr>
        <p:spPr>
          <a:xfrm>
            <a:off x="554736" y="2649461"/>
            <a:ext cx="1430101" cy="56358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[Competitor logo]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D4D65E-D6F3-D874-5A60-72D83DA4D32B}"/>
              </a:ext>
            </a:extLst>
          </p:cNvPr>
          <p:cNvSpPr/>
          <p:nvPr/>
        </p:nvSpPr>
        <p:spPr>
          <a:xfrm>
            <a:off x="554736" y="3276126"/>
            <a:ext cx="1430101" cy="56358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[Competitor logo]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57F028-E112-2D60-D731-F6EB964B30E8}"/>
              </a:ext>
            </a:extLst>
          </p:cNvPr>
          <p:cNvSpPr/>
          <p:nvPr/>
        </p:nvSpPr>
        <p:spPr>
          <a:xfrm>
            <a:off x="554736" y="3902792"/>
            <a:ext cx="1430101" cy="56358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[Competitor logo]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44B0B4E-E026-C048-3F39-50B70101D7AB}"/>
              </a:ext>
            </a:extLst>
          </p:cNvPr>
          <p:cNvSpPr/>
          <p:nvPr/>
        </p:nvSpPr>
        <p:spPr>
          <a:xfrm>
            <a:off x="554736" y="4529458"/>
            <a:ext cx="1430101" cy="56358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[Competitor logo]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CCBA497-B66E-81EB-C9F3-F14CC07226BA}"/>
              </a:ext>
            </a:extLst>
          </p:cNvPr>
          <p:cNvSpPr/>
          <p:nvPr/>
        </p:nvSpPr>
        <p:spPr>
          <a:xfrm>
            <a:off x="554736" y="5156124"/>
            <a:ext cx="1430101" cy="56358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[Competitor logo]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A268B4A-218F-0A64-EA74-58962450C426}"/>
              </a:ext>
            </a:extLst>
          </p:cNvPr>
          <p:cNvSpPr/>
          <p:nvPr/>
        </p:nvSpPr>
        <p:spPr>
          <a:xfrm>
            <a:off x="554736" y="5782786"/>
            <a:ext cx="1430101" cy="56358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[Competitor logo]</a:t>
            </a:r>
          </a:p>
        </p:txBody>
      </p:sp>
      <p:sp>
        <p:nvSpPr>
          <p:cNvPr id="4" name="Google Shape;507;p14">
            <a:extLst>
              <a:ext uri="{FF2B5EF4-FFF2-40B4-BE49-F238E27FC236}">
                <a16:creationId xmlns:a16="http://schemas.microsoft.com/office/drawing/2014/main" id="{C21E4A07-1611-DD1F-1D51-C5911334A394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Arial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87155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F5813C0-49EB-6CA1-D737-EE48C6CDD6C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7772400" imgH="10058400" progId="TCLayout.ActiveDocument.1">
                  <p:embed/>
                </p:oleObj>
              </mc:Choice>
              <mc:Fallback>
                <p:oleObj name="think-cell Slide" r:id="rId14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F5813C0-49EB-6CA1-D737-EE48C6CDD6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E579D8B-4611-B928-953C-F7CC010CE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There are five main competitors to [insert company]</a:t>
            </a:r>
            <a:endParaRPr lang="en-DK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5F99461-802A-5D89-5958-90E42BBF297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cxnSp>
        <p:nvCxnSpPr>
          <p:cNvPr id="392" name="Straight Connector 391">
            <a:extLst>
              <a:ext uri="{FF2B5EF4-FFF2-40B4-BE49-F238E27FC236}">
                <a16:creationId xmlns:a16="http://schemas.microsoft.com/office/drawing/2014/main" id="{84C3751A-0AAD-FDBB-D178-83EB64AE03C5}"/>
              </a:ext>
            </a:extLst>
          </p:cNvPr>
          <p:cNvCxnSpPr>
            <a:cxnSpLocks/>
          </p:cNvCxnSpPr>
          <p:nvPr/>
        </p:nvCxnSpPr>
        <p:spPr>
          <a:xfrm>
            <a:off x="3875259" y="1625358"/>
            <a:ext cx="0" cy="4572000"/>
          </a:xfrm>
          <a:prstGeom prst="line">
            <a:avLst/>
          </a:prstGeom>
          <a:ln w="9525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Connector 392">
            <a:extLst>
              <a:ext uri="{FF2B5EF4-FFF2-40B4-BE49-F238E27FC236}">
                <a16:creationId xmlns:a16="http://schemas.microsoft.com/office/drawing/2014/main" id="{4B616B16-4D8D-7908-B249-72456541E742}"/>
              </a:ext>
            </a:extLst>
          </p:cNvPr>
          <p:cNvCxnSpPr>
            <a:cxnSpLocks/>
          </p:cNvCxnSpPr>
          <p:nvPr/>
        </p:nvCxnSpPr>
        <p:spPr>
          <a:xfrm>
            <a:off x="5822320" y="1625358"/>
            <a:ext cx="0" cy="4572000"/>
          </a:xfrm>
          <a:prstGeom prst="line">
            <a:avLst/>
          </a:prstGeom>
          <a:ln w="9525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Straight Connector 393">
            <a:extLst>
              <a:ext uri="{FF2B5EF4-FFF2-40B4-BE49-F238E27FC236}">
                <a16:creationId xmlns:a16="http://schemas.microsoft.com/office/drawing/2014/main" id="{51179843-8E7B-C1E4-F445-26DBFFFFD533}"/>
              </a:ext>
            </a:extLst>
          </p:cNvPr>
          <p:cNvCxnSpPr>
            <a:cxnSpLocks/>
          </p:cNvCxnSpPr>
          <p:nvPr/>
        </p:nvCxnSpPr>
        <p:spPr>
          <a:xfrm>
            <a:off x="7769381" y="1625358"/>
            <a:ext cx="0" cy="4572000"/>
          </a:xfrm>
          <a:prstGeom prst="line">
            <a:avLst/>
          </a:prstGeom>
          <a:ln w="9525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Straight Connector 394">
            <a:extLst>
              <a:ext uri="{FF2B5EF4-FFF2-40B4-BE49-F238E27FC236}">
                <a16:creationId xmlns:a16="http://schemas.microsoft.com/office/drawing/2014/main" id="{85B86F44-84C8-0B56-1C25-4696B10DC6DF}"/>
              </a:ext>
            </a:extLst>
          </p:cNvPr>
          <p:cNvCxnSpPr>
            <a:cxnSpLocks/>
          </p:cNvCxnSpPr>
          <p:nvPr/>
        </p:nvCxnSpPr>
        <p:spPr>
          <a:xfrm>
            <a:off x="9716442" y="1625358"/>
            <a:ext cx="0" cy="4572000"/>
          </a:xfrm>
          <a:prstGeom prst="line">
            <a:avLst/>
          </a:prstGeom>
          <a:ln w="9525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Straight Connector 395">
            <a:extLst>
              <a:ext uri="{FF2B5EF4-FFF2-40B4-BE49-F238E27FC236}">
                <a16:creationId xmlns:a16="http://schemas.microsoft.com/office/drawing/2014/main" id="{307C39AE-E4F1-BD8E-4356-5FEAB896FC7C}"/>
              </a:ext>
            </a:extLst>
          </p:cNvPr>
          <p:cNvCxnSpPr>
            <a:cxnSpLocks/>
          </p:cNvCxnSpPr>
          <p:nvPr/>
        </p:nvCxnSpPr>
        <p:spPr>
          <a:xfrm>
            <a:off x="554736" y="2819915"/>
            <a:ext cx="11082528" cy="0"/>
          </a:xfrm>
          <a:prstGeom prst="line">
            <a:avLst/>
          </a:prstGeom>
          <a:ln w="9525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Straight Connector 396">
            <a:extLst>
              <a:ext uri="{FF2B5EF4-FFF2-40B4-BE49-F238E27FC236}">
                <a16:creationId xmlns:a16="http://schemas.microsoft.com/office/drawing/2014/main" id="{5FD4CD7A-F290-C795-5E47-4AD2FB402F87}"/>
              </a:ext>
            </a:extLst>
          </p:cNvPr>
          <p:cNvCxnSpPr>
            <a:cxnSpLocks/>
          </p:cNvCxnSpPr>
          <p:nvPr/>
        </p:nvCxnSpPr>
        <p:spPr>
          <a:xfrm>
            <a:off x="554736" y="3510805"/>
            <a:ext cx="11082528" cy="0"/>
          </a:xfrm>
          <a:prstGeom prst="line">
            <a:avLst/>
          </a:prstGeom>
          <a:ln w="9525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Straight Connector 397">
            <a:extLst>
              <a:ext uri="{FF2B5EF4-FFF2-40B4-BE49-F238E27FC236}">
                <a16:creationId xmlns:a16="http://schemas.microsoft.com/office/drawing/2014/main" id="{089F3E87-2010-6DE8-4E0E-B649D9B520B3}"/>
              </a:ext>
            </a:extLst>
          </p:cNvPr>
          <p:cNvCxnSpPr>
            <a:cxnSpLocks/>
          </p:cNvCxnSpPr>
          <p:nvPr/>
        </p:nvCxnSpPr>
        <p:spPr>
          <a:xfrm>
            <a:off x="554736" y="4200015"/>
            <a:ext cx="11082528" cy="0"/>
          </a:xfrm>
          <a:prstGeom prst="line">
            <a:avLst/>
          </a:prstGeom>
          <a:ln w="9525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Straight Connector 398">
            <a:extLst>
              <a:ext uri="{FF2B5EF4-FFF2-40B4-BE49-F238E27FC236}">
                <a16:creationId xmlns:a16="http://schemas.microsoft.com/office/drawing/2014/main" id="{CB097D73-9E00-9778-B8D4-2BD0D5E05D83}"/>
              </a:ext>
            </a:extLst>
          </p:cNvPr>
          <p:cNvCxnSpPr>
            <a:cxnSpLocks/>
          </p:cNvCxnSpPr>
          <p:nvPr/>
        </p:nvCxnSpPr>
        <p:spPr>
          <a:xfrm>
            <a:off x="554736" y="4889224"/>
            <a:ext cx="11082528" cy="0"/>
          </a:xfrm>
          <a:prstGeom prst="line">
            <a:avLst/>
          </a:prstGeom>
          <a:ln w="9525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Straight Connector 399">
            <a:extLst>
              <a:ext uri="{FF2B5EF4-FFF2-40B4-BE49-F238E27FC236}">
                <a16:creationId xmlns:a16="http://schemas.microsoft.com/office/drawing/2014/main" id="{71F06CF3-94D6-418E-9BA5-A29713840B2A}"/>
              </a:ext>
            </a:extLst>
          </p:cNvPr>
          <p:cNvCxnSpPr>
            <a:cxnSpLocks/>
          </p:cNvCxnSpPr>
          <p:nvPr/>
        </p:nvCxnSpPr>
        <p:spPr>
          <a:xfrm>
            <a:off x="554736" y="5580114"/>
            <a:ext cx="11082528" cy="0"/>
          </a:xfrm>
          <a:prstGeom prst="line">
            <a:avLst/>
          </a:prstGeom>
          <a:ln w="9525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1" name="Rectangle 420">
            <a:extLst>
              <a:ext uri="{FF2B5EF4-FFF2-40B4-BE49-F238E27FC236}">
                <a16:creationId xmlns:a16="http://schemas.microsoft.com/office/drawing/2014/main" id="{4DDEA9AE-7439-7F84-C57F-20A78632BDB7}"/>
              </a:ext>
            </a:extLst>
          </p:cNvPr>
          <p:cNvSpPr/>
          <p:nvPr/>
        </p:nvSpPr>
        <p:spPr>
          <a:xfrm>
            <a:off x="554736" y="5627323"/>
            <a:ext cx="1347216" cy="594783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chemeClr val="bg1"/>
                </a:solidFill>
                <a:latin typeface="Arial"/>
              </a:rPr>
              <a:t>Perceived threat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22" name="Rectangle 421">
            <a:extLst>
              <a:ext uri="{FF2B5EF4-FFF2-40B4-BE49-F238E27FC236}">
                <a16:creationId xmlns:a16="http://schemas.microsoft.com/office/drawing/2014/main" id="{B5494395-AC6A-681B-6468-B808E26DC82F}"/>
              </a:ext>
            </a:extLst>
          </p:cNvPr>
          <p:cNvSpPr/>
          <p:nvPr/>
        </p:nvSpPr>
        <p:spPr>
          <a:xfrm>
            <a:off x="554736" y="2867128"/>
            <a:ext cx="1347216" cy="596464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Market share</a:t>
            </a:r>
          </a:p>
        </p:txBody>
      </p:sp>
      <p:sp>
        <p:nvSpPr>
          <p:cNvPr id="423" name="Rectangle 422">
            <a:extLst>
              <a:ext uri="{FF2B5EF4-FFF2-40B4-BE49-F238E27FC236}">
                <a16:creationId xmlns:a16="http://schemas.microsoft.com/office/drawing/2014/main" id="{EB4D2BC8-84A4-B810-5BE8-7B1EA8FE989F}"/>
              </a:ext>
            </a:extLst>
          </p:cNvPr>
          <p:cNvSpPr/>
          <p:nvPr/>
        </p:nvSpPr>
        <p:spPr>
          <a:xfrm>
            <a:off x="554736" y="3558018"/>
            <a:ext cx="1347216" cy="594783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Strategy</a:t>
            </a:r>
          </a:p>
        </p:txBody>
      </p:sp>
      <p:sp>
        <p:nvSpPr>
          <p:cNvPr id="424" name="Rectangle 423">
            <a:extLst>
              <a:ext uri="{FF2B5EF4-FFF2-40B4-BE49-F238E27FC236}">
                <a16:creationId xmlns:a16="http://schemas.microsoft.com/office/drawing/2014/main" id="{9B2DE2E7-2734-045C-75CC-ECF2E54D2858}"/>
              </a:ext>
            </a:extLst>
          </p:cNvPr>
          <p:cNvSpPr/>
          <p:nvPr/>
        </p:nvSpPr>
        <p:spPr>
          <a:xfrm>
            <a:off x="554736" y="4247228"/>
            <a:ext cx="1347216" cy="594783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Strengths</a:t>
            </a:r>
          </a:p>
        </p:txBody>
      </p:sp>
      <p:sp>
        <p:nvSpPr>
          <p:cNvPr id="425" name="Rectangle 424">
            <a:extLst>
              <a:ext uri="{FF2B5EF4-FFF2-40B4-BE49-F238E27FC236}">
                <a16:creationId xmlns:a16="http://schemas.microsoft.com/office/drawing/2014/main" id="{25A30E9E-2EB5-02F4-9EDC-14542EAE385F}"/>
              </a:ext>
            </a:extLst>
          </p:cNvPr>
          <p:cNvSpPr/>
          <p:nvPr/>
        </p:nvSpPr>
        <p:spPr>
          <a:xfrm>
            <a:off x="554736" y="4936437"/>
            <a:ext cx="1347216" cy="596464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Weaknesses</a:t>
            </a:r>
          </a:p>
        </p:txBody>
      </p:sp>
      <p:sp>
        <p:nvSpPr>
          <p:cNvPr id="362" name="Rectangle 361">
            <a:extLst>
              <a:ext uri="{FF2B5EF4-FFF2-40B4-BE49-F238E27FC236}">
                <a16:creationId xmlns:a16="http://schemas.microsoft.com/office/drawing/2014/main" id="{367285C5-17EC-B34A-F8F4-70DBD8EB18E5}"/>
              </a:ext>
            </a:extLst>
          </p:cNvPr>
          <p:cNvSpPr/>
          <p:nvPr/>
        </p:nvSpPr>
        <p:spPr>
          <a:xfrm>
            <a:off x="2002535" y="2184497"/>
            <a:ext cx="1806184" cy="597813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lIns="73152" tIns="73152" rIns="73152" bIns="73152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x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x [currency]</a:t>
            </a:r>
          </a:p>
        </p:txBody>
      </p:sp>
      <p:sp>
        <p:nvSpPr>
          <p:cNvPr id="363" name="Rectangle 362">
            <a:extLst>
              <a:ext uri="{FF2B5EF4-FFF2-40B4-BE49-F238E27FC236}">
                <a16:creationId xmlns:a16="http://schemas.microsoft.com/office/drawing/2014/main" id="{AC4B5D7F-DF87-D00A-0D78-E9C7184DFEAA}"/>
              </a:ext>
            </a:extLst>
          </p:cNvPr>
          <p:cNvSpPr/>
          <p:nvPr/>
        </p:nvSpPr>
        <p:spPr>
          <a:xfrm>
            <a:off x="3937574" y="2184497"/>
            <a:ext cx="1806184" cy="597813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lIns="73152" tIns="73152" rIns="73152" bIns="73152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x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x [currency]</a:t>
            </a:r>
          </a:p>
        </p:txBody>
      </p:sp>
      <p:sp>
        <p:nvSpPr>
          <p:cNvPr id="364" name="Rectangle 363">
            <a:extLst>
              <a:ext uri="{FF2B5EF4-FFF2-40B4-BE49-F238E27FC236}">
                <a16:creationId xmlns:a16="http://schemas.microsoft.com/office/drawing/2014/main" id="{B2DF7C3F-7CEF-7524-B31F-D6ED3706E248}"/>
              </a:ext>
            </a:extLst>
          </p:cNvPr>
          <p:cNvSpPr/>
          <p:nvPr/>
        </p:nvSpPr>
        <p:spPr>
          <a:xfrm>
            <a:off x="5872612" y="2184497"/>
            <a:ext cx="1806184" cy="597813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lIns="73152" tIns="73152" rIns="73152" bIns="73152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x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x [currency]</a:t>
            </a:r>
          </a:p>
        </p:txBody>
      </p:sp>
      <p:sp>
        <p:nvSpPr>
          <p:cNvPr id="365" name="Rectangle 364">
            <a:extLst>
              <a:ext uri="{FF2B5EF4-FFF2-40B4-BE49-F238E27FC236}">
                <a16:creationId xmlns:a16="http://schemas.microsoft.com/office/drawing/2014/main" id="{B0916BEF-BA6D-5801-663C-271F89A88336}"/>
              </a:ext>
            </a:extLst>
          </p:cNvPr>
          <p:cNvSpPr/>
          <p:nvPr/>
        </p:nvSpPr>
        <p:spPr>
          <a:xfrm>
            <a:off x="7807649" y="2184497"/>
            <a:ext cx="1806184" cy="597813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lIns="73152" tIns="73152" rIns="73152" bIns="73152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x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x [currency]</a:t>
            </a:r>
          </a:p>
        </p:txBody>
      </p:sp>
      <p:sp>
        <p:nvSpPr>
          <p:cNvPr id="366" name="Rectangle 365">
            <a:extLst>
              <a:ext uri="{FF2B5EF4-FFF2-40B4-BE49-F238E27FC236}">
                <a16:creationId xmlns:a16="http://schemas.microsoft.com/office/drawing/2014/main" id="{10598885-6412-CD3D-7F16-2D0F985C8B26}"/>
              </a:ext>
            </a:extLst>
          </p:cNvPr>
          <p:cNvSpPr/>
          <p:nvPr/>
        </p:nvSpPr>
        <p:spPr>
          <a:xfrm>
            <a:off x="9742688" y="2184497"/>
            <a:ext cx="1806184" cy="597813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lIns="73152" tIns="73152" rIns="73152" bIns="73152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x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x [currency]</a:t>
            </a:r>
          </a:p>
        </p:txBody>
      </p:sp>
      <p:sp>
        <p:nvSpPr>
          <p:cNvPr id="369" name="Rectangle 368">
            <a:extLst>
              <a:ext uri="{FF2B5EF4-FFF2-40B4-BE49-F238E27FC236}">
                <a16:creationId xmlns:a16="http://schemas.microsoft.com/office/drawing/2014/main" id="{2E6A4176-F715-A247-398A-ED1C54ABF770}"/>
              </a:ext>
            </a:extLst>
          </p:cNvPr>
          <p:cNvSpPr/>
          <p:nvPr/>
        </p:nvSpPr>
        <p:spPr>
          <a:xfrm>
            <a:off x="2002535" y="2877471"/>
            <a:ext cx="1806184" cy="597813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lIns="73152" tIns="73152" rIns="73152" bIns="73152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~xx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%</a:t>
            </a:r>
          </a:p>
        </p:txBody>
      </p:sp>
      <p:sp>
        <p:nvSpPr>
          <p:cNvPr id="370" name="Rectangle 369">
            <a:extLst>
              <a:ext uri="{FF2B5EF4-FFF2-40B4-BE49-F238E27FC236}">
                <a16:creationId xmlns:a16="http://schemas.microsoft.com/office/drawing/2014/main" id="{F549A9B1-7C2F-8E11-0BA2-74AC92C766C6}"/>
              </a:ext>
            </a:extLst>
          </p:cNvPr>
          <p:cNvSpPr/>
          <p:nvPr/>
        </p:nvSpPr>
        <p:spPr>
          <a:xfrm>
            <a:off x="3937574" y="2877471"/>
            <a:ext cx="1806184" cy="597813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lIns="73152" tIns="73152" rIns="73152" bIns="73152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~xx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%</a:t>
            </a:r>
          </a:p>
        </p:txBody>
      </p:sp>
      <p:sp>
        <p:nvSpPr>
          <p:cNvPr id="371" name="Rectangle 370">
            <a:extLst>
              <a:ext uri="{FF2B5EF4-FFF2-40B4-BE49-F238E27FC236}">
                <a16:creationId xmlns:a16="http://schemas.microsoft.com/office/drawing/2014/main" id="{08771983-F7FD-0DA8-27E1-BED1FA7E19D7}"/>
              </a:ext>
            </a:extLst>
          </p:cNvPr>
          <p:cNvSpPr/>
          <p:nvPr/>
        </p:nvSpPr>
        <p:spPr>
          <a:xfrm>
            <a:off x="5872612" y="2877471"/>
            <a:ext cx="1806184" cy="597813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lIns="73152" tIns="73152" rIns="73152" bIns="73152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~xx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%</a:t>
            </a:r>
          </a:p>
        </p:txBody>
      </p:sp>
      <p:sp>
        <p:nvSpPr>
          <p:cNvPr id="372" name="Rectangle 371">
            <a:extLst>
              <a:ext uri="{FF2B5EF4-FFF2-40B4-BE49-F238E27FC236}">
                <a16:creationId xmlns:a16="http://schemas.microsoft.com/office/drawing/2014/main" id="{20CE47AC-62F5-27AC-8436-090FD3AF82E6}"/>
              </a:ext>
            </a:extLst>
          </p:cNvPr>
          <p:cNvSpPr/>
          <p:nvPr/>
        </p:nvSpPr>
        <p:spPr>
          <a:xfrm>
            <a:off x="7807649" y="2877471"/>
            <a:ext cx="1806184" cy="597813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lIns="73152" tIns="73152" rIns="73152" bIns="73152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~xx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%</a:t>
            </a:r>
          </a:p>
        </p:txBody>
      </p:sp>
      <p:sp>
        <p:nvSpPr>
          <p:cNvPr id="373" name="Rectangle 372">
            <a:extLst>
              <a:ext uri="{FF2B5EF4-FFF2-40B4-BE49-F238E27FC236}">
                <a16:creationId xmlns:a16="http://schemas.microsoft.com/office/drawing/2014/main" id="{7D209D63-BE44-9A19-F5A1-940622DDF73D}"/>
              </a:ext>
            </a:extLst>
          </p:cNvPr>
          <p:cNvSpPr/>
          <p:nvPr/>
        </p:nvSpPr>
        <p:spPr>
          <a:xfrm>
            <a:off x="9742688" y="2877471"/>
            <a:ext cx="1806184" cy="597813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lIns="73152" tIns="73152" rIns="73152" bIns="73152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~xx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%</a:t>
            </a:r>
          </a:p>
        </p:txBody>
      </p:sp>
      <p:sp>
        <p:nvSpPr>
          <p:cNvPr id="375" name="Rectangle 374">
            <a:extLst>
              <a:ext uri="{FF2B5EF4-FFF2-40B4-BE49-F238E27FC236}">
                <a16:creationId xmlns:a16="http://schemas.microsoft.com/office/drawing/2014/main" id="{3A3B91F2-C43A-6291-F3DF-A2F77EB29620}"/>
              </a:ext>
            </a:extLst>
          </p:cNvPr>
          <p:cNvSpPr/>
          <p:nvPr/>
        </p:nvSpPr>
        <p:spPr>
          <a:xfrm>
            <a:off x="2002535" y="3570445"/>
            <a:ext cx="1806184" cy="597813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lIns="73152" tIns="73152" rIns="73152" bIns="73152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high-level strategy]</a:t>
            </a:r>
          </a:p>
        </p:txBody>
      </p:sp>
      <p:sp>
        <p:nvSpPr>
          <p:cNvPr id="376" name="Rectangle 375">
            <a:extLst>
              <a:ext uri="{FF2B5EF4-FFF2-40B4-BE49-F238E27FC236}">
                <a16:creationId xmlns:a16="http://schemas.microsoft.com/office/drawing/2014/main" id="{FD729EE6-1269-AB4F-7E8D-99E8209CF72B}"/>
              </a:ext>
            </a:extLst>
          </p:cNvPr>
          <p:cNvSpPr/>
          <p:nvPr/>
        </p:nvSpPr>
        <p:spPr>
          <a:xfrm>
            <a:off x="3937574" y="3570445"/>
            <a:ext cx="1806184" cy="597813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lIns="73152" tIns="73152" rIns="73152" bIns="73152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high-level strategy]</a:t>
            </a:r>
          </a:p>
        </p:txBody>
      </p:sp>
      <p:sp>
        <p:nvSpPr>
          <p:cNvPr id="377" name="Rectangle 376">
            <a:extLst>
              <a:ext uri="{FF2B5EF4-FFF2-40B4-BE49-F238E27FC236}">
                <a16:creationId xmlns:a16="http://schemas.microsoft.com/office/drawing/2014/main" id="{077980E2-3C31-D9C5-981E-B04F5F8346F5}"/>
              </a:ext>
            </a:extLst>
          </p:cNvPr>
          <p:cNvSpPr/>
          <p:nvPr/>
        </p:nvSpPr>
        <p:spPr>
          <a:xfrm>
            <a:off x="5872612" y="3570445"/>
            <a:ext cx="1806184" cy="597813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lIns="73152" tIns="73152" rIns="73152" bIns="73152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high-level strategy]</a:t>
            </a:r>
          </a:p>
        </p:txBody>
      </p:sp>
      <p:sp>
        <p:nvSpPr>
          <p:cNvPr id="378" name="Rectangle 377">
            <a:extLst>
              <a:ext uri="{FF2B5EF4-FFF2-40B4-BE49-F238E27FC236}">
                <a16:creationId xmlns:a16="http://schemas.microsoft.com/office/drawing/2014/main" id="{20AFE657-5FD7-80C3-EE90-BBC9E12012F8}"/>
              </a:ext>
            </a:extLst>
          </p:cNvPr>
          <p:cNvSpPr/>
          <p:nvPr/>
        </p:nvSpPr>
        <p:spPr>
          <a:xfrm>
            <a:off x="7807649" y="3570445"/>
            <a:ext cx="1806184" cy="597813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lIns="73152" tIns="73152" rIns="73152" bIns="73152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high-level strategy]</a:t>
            </a:r>
          </a:p>
        </p:txBody>
      </p:sp>
      <p:sp>
        <p:nvSpPr>
          <p:cNvPr id="379" name="Rectangle 378">
            <a:extLst>
              <a:ext uri="{FF2B5EF4-FFF2-40B4-BE49-F238E27FC236}">
                <a16:creationId xmlns:a16="http://schemas.microsoft.com/office/drawing/2014/main" id="{4D932595-9613-F6CD-1CFA-CB54644805F8}"/>
              </a:ext>
            </a:extLst>
          </p:cNvPr>
          <p:cNvSpPr/>
          <p:nvPr/>
        </p:nvSpPr>
        <p:spPr>
          <a:xfrm>
            <a:off x="9742688" y="3570445"/>
            <a:ext cx="1806184" cy="597813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lIns="73152" tIns="73152" rIns="73152" bIns="73152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high-level strategy]</a:t>
            </a:r>
          </a:p>
        </p:txBody>
      </p:sp>
      <p:sp>
        <p:nvSpPr>
          <p:cNvPr id="381" name="Rectangle 380">
            <a:extLst>
              <a:ext uri="{FF2B5EF4-FFF2-40B4-BE49-F238E27FC236}">
                <a16:creationId xmlns:a16="http://schemas.microsoft.com/office/drawing/2014/main" id="{01A7910D-2201-FF65-BBF2-BFCC7971F78B}"/>
              </a:ext>
            </a:extLst>
          </p:cNvPr>
          <p:cNvSpPr/>
          <p:nvPr/>
        </p:nvSpPr>
        <p:spPr>
          <a:xfrm>
            <a:off x="2002535" y="4263419"/>
            <a:ext cx="1806184" cy="597813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lIns="73152" tIns="73152" rIns="73152" bIns="73152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key strengths]</a:t>
            </a:r>
          </a:p>
        </p:txBody>
      </p:sp>
      <p:sp>
        <p:nvSpPr>
          <p:cNvPr id="382" name="Rectangle 381">
            <a:extLst>
              <a:ext uri="{FF2B5EF4-FFF2-40B4-BE49-F238E27FC236}">
                <a16:creationId xmlns:a16="http://schemas.microsoft.com/office/drawing/2014/main" id="{47B185B7-4741-E698-334D-7383365A57EC}"/>
              </a:ext>
            </a:extLst>
          </p:cNvPr>
          <p:cNvSpPr/>
          <p:nvPr/>
        </p:nvSpPr>
        <p:spPr>
          <a:xfrm>
            <a:off x="3937574" y="4263419"/>
            <a:ext cx="1806184" cy="597813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lIns="73152" tIns="73152" rIns="73152" bIns="73152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key strengths]</a:t>
            </a:r>
          </a:p>
        </p:txBody>
      </p:sp>
      <p:sp>
        <p:nvSpPr>
          <p:cNvPr id="383" name="Rectangle 382">
            <a:extLst>
              <a:ext uri="{FF2B5EF4-FFF2-40B4-BE49-F238E27FC236}">
                <a16:creationId xmlns:a16="http://schemas.microsoft.com/office/drawing/2014/main" id="{4D76833A-CFCA-18CA-EFDF-309BC2F4E881}"/>
              </a:ext>
            </a:extLst>
          </p:cNvPr>
          <p:cNvSpPr/>
          <p:nvPr/>
        </p:nvSpPr>
        <p:spPr>
          <a:xfrm>
            <a:off x="5872612" y="4263419"/>
            <a:ext cx="1806184" cy="597813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lIns="73152" tIns="73152" rIns="73152" bIns="73152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key strengths]</a:t>
            </a:r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C8EC6143-6DC8-47E8-4A6B-A3BE521A48E7}"/>
              </a:ext>
            </a:extLst>
          </p:cNvPr>
          <p:cNvSpPr/>
          <p:nvPr/>
        </p:nvSpPr>
        <p:spPr>
          <a:xfrm>
            <a:off x="7807649" y="4263419"/>
            <a:ext cx="1806184" cy="597813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lIns="73152" tIns="73152" rIns="73152" bIns="73152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key strengths]</a:t>
            </a:r>
          </a:p>
        </p:txBody>
      </p:sp>
      <p:sp>
        <p:nvSpPr>
          <p:cNvPr id="385" name="Rectangle 384">
            <a:extLst>
              <a:ext uri="{FF2B5EF4-FFF2-40B4-BE49-F238E27FC236}">
                <a16:creationId xmlns:a16="http://schemas.microsoft.com/office/drawing/2014/main" id="{03FB3513-0CEB-65AF-4AF4-15BECBB7826D}"/>
              </a:ext>
            </a:extLst>
          </p:cNvPr>
          <p:cNvSpPr/>
          <p:nvPr/>
        </p:nvSpPr>
        <p:spPr>
          <a:xfrm>
            <a:off x="9742688" y="4263419"/>
            <a:ext cx="1806184" cy="597813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lIns="73152" tIns="73152" rIns="73152" bIns="73152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key strengths]</a:t>
            </a:r>
          </a:p>
        </p:txBody>
      </p:sp>
      <p:sp>
        <p:nvSpPr>
          <p:cNvPr id="387" name="Rectangle 386">
            <a:extLst>
              <a:ext uri="{FF2B5EF4-FFF2-40B4-BE49-F238E27FC236}">
                <a16:creationId xmlns:a16="http://schemas.microsoft.com/office/drawing/2014/main" id="{1FF49F06-8435-EB23-F79C-C3EFCAB4923E}"/>
              </a:ext>
            </a:extLst>
          </p:cNvPr>
          <p:cNvSpPr/>
          <p:nvPr/>
        </p:nvSpPr>
        <p:spPr>
          <a:xfrm>
            <a:off x="2002535" y="4956393"/>
            <a:ext cx="1806184" cy="597813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lIns="73152" tIns="73152" rIns="73152" bIns="73152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key weaknesses]</a:t>
            </a:r>
          </a:p>
        </p:txBody>
      </p:sp>
      <p:sp>
        <p:nvSpPr>
          <p:cNvPr id="388" name="Rectangle 387">
            <a:extLst>
              <a:ext uri="{FF2B5EF4-FFF2-40B4-BE49-F238E27FC236}">
                <a16:creationId xmlns:a16="http://schemas.microsoft.com/office/drawing/2014/main" id="{76EDA749-B2A9-E9FF-7DC0-12AA0D83389D}"/>
              </a:ext>
            </a:extLst>
          </p:cNvPr>
          <p:cNvSpPr/>
          <p:nvPr/>
        </p:nvSpPr>
        <p:spPr>
          <a:xfrm>
            <a:off x="3937574" y="4956393"/>
            <a:ext cx="1806184" cy="597813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lIns="73152" tIns="73152" rIns="73152" bIns="73152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key weaknesses]</a:t>
            </a:r>
          </a:p>
        </p:txBody>
      </p:sp>
      <p:sp>
        <p:nvSpPr>
          <p:cNvPr id="389" name="Rectangle 388">
            <a:extLst>
              <a:ext uri="{FF2B5EF4-FFF2-40B4-BE49-F238E27FC236}">
                <a16:creationId xmlns:a16="http://schemas.microsoft.com/office/drawing/2014/main" id="{4C4541B1-23BE-DF4A-40C1-BFA7D6F3A95D}"/>
              </a:ext>
            </a:extLst>
          </p:cNvPr>
          <p:cNvSpPr/>
          <p:nvPr/>
        </p:nvSpPr>
        <p:spPr>
          <a:xfrm>
            <a:off x="5872612" y="4956393"/>
            <a:ext cx="1806184" cy="597813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lIns="73152" tIns="73152" rIns="73152" bIns="73152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key weaknesses]</a:t>
            </a:r>
          </a:p>
        </p:txBody>
      </p:sp>
      <p:sp>
        <p:nvSpPr>
          <p:cNvPr id="390" name="Rectangle 389">
            <a:extLst>
              <a:ext uri="{FF2B5EF4-FFF2-40B4-BE49-F238E27FC236}">
                <a16:creationId xmlns:a16="http://schemas.microsoft.com/office/drawing/2014/main" id="{D4A2DB6C-C18B-C221-771B-1A0FC5640949}"/>
              </a:ext>
            </a:extLst>
          </p:cNvPr>
          <p:cNvSpPr/>
          <p:nvPr/>
        </p:nvSpPr>
        <p:spPr>
          <a:xfrm>
            <a:off x="7807649" y="4956393"/>
            <a:ext cx="1806184" cy="597813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lIns="73152" tIns="73152" rIns="73152" bIns="73152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key weaknesses]</a:t>
            </a:r>
          </a:p>
        </p:txBody>
      </p:sp>
      <p:sp>
        <p:nvSpPr>
          <p:cNvPr id="391" name="Rectangle 390">
            <a:extLst>
              <a:ext uri="{FF2B5EF4-FFF2-40B4-BE49-F238E27FC236}">
                <a16:creationId xmlns:a16="http://schemas.microsoft.com/office/drawing/2014/main" id="{EB2DBCF9-C080-271F-19AE-1CE37276416D}"/>
              </a:ext>
            </a:extLst>
          </p:cNvPr>
          <p:cNvSpPr/>
          <p:nvPr/>
        </p:nvSpPr>
        <p:spPr>
          <a:xfrm>
            <a:off x="9742688" y="4956393"/>
            <a:ext cx="1806184" cy="597813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lIns="73152" tIns="73152" rIns="73152" bIns="73152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key weaknesses]</a:t>
            </a:r>
          </a:p>
        </p:txBody>
      </p:sp>
      <p:sp>
        <p:nvSpPr>
          <p:cNvPr id="426" name="Rectangle 425">
            <a:extLst>
              <a:ext uri="{FF2B5EF4-FFF2-40B4-BE49-F238E27FC236}">
                <a16:creationId xmlns:a16="http://schemas.microsoft.com/office/drawing/2014/main" id="{3118E9F5-0406-680B-C105-CEFBA79ED908}"/>
              </a:ext>
            </a:extLst>
          </p:cNvPr>
          <p:cNvSpPr/>
          <p:nvPr/>
        </p:nvSpPr>
        <p:spPr>
          <a:xfrm>
            <a:off x="3901505" y="1625358"/>
            <a:ext cx="1894569" cy="417476"/>
          </a:xfrm>
          <a:prstGeom prst="rect">
            <a:avLst/>
          </a:prstGeom>
          <a:solidFill>
            <a:schemeClr val="accent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Competitor B</a:t>
            </a:r>
          </a:p>
        </p:txBody>
      </p:sp>
      <p:sp>
        <p:nvSpPr>
          <p:cNvPr id="427" name="Rectangle 426">
            <a:extLst>
              <a:ext uri="{FF2B5EF4-FFF2-40B4-BE49-F238E27FC236}">
                <a16:creationId xmlns:a16="http://schemas.microsoft.com/office/drawing/2014/main" id="{4E6DA143-D274-DB69-C603-DEFA3BC7222F}"/>
              </a:ext>
            </a:extLst>
          </p:cNvPr>
          <p:cNvSpPr/>
          <p:nvPr/>
        </p:nvSpPr>
        <p:spPr>
          <a:xfrm>
            <a:off x="5848566" y="1625358"/>
            <a:ext cx="1894569" cy="417476"/>
          </a:xfrm>
          <a:prstGeom prst="rect">
            <a:avLst/>
          </a:prstGeom>
          <a:solidFill>
            <a:schemeClr val="accent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Competitor C</a:t>
            </a:r>
          </a:p>
        </p:txBody>
      </p:sp>
      <p:sp>
        <p:nvSpPr>
          <p:cNvPr id="428" name="Rectangle 427">
            <a:extLst>
              <a:ext uri="{FF2B5EF4-FFF2-40B4-BE49-F238E27FC236}">
                <a16:creationId xmlns:a16="http://schemas.microsoft.com/office/drawing/2014/main" id="{3787EE7F-DF96-6395-2DCE-827CEC882129}"/>
              </a:ext>
            </a:extLst>
          </p:cNvPr>
          <p:cNvSpPr/>
          <p:nvPr/>
        </p:nvSpPr>
        <p:spPr>
          <a:xfrm>
            <a:off x="7795627" y="1625358"/>
            <a:ext cx="1894569" cy="417476"/>
          </a:xfrm>
          <a:prstGeom prst="rect">
            <a:avLst/>
          </a:prstGeom>
          <a:solidFill>
            <a:schemeClr val="accent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Competitor D</a:t>
            </a:r>
          </a:p>
        </p:txBody>
      </p:sp>
      <p:sp>
        <p:nvSpPr>
          <p:cNvPr id="420" name="Rectangle 419">
            <a:extLst>
              <a:ext uri="{FF2B5EF4-FFF2-40B4-BE49-F238E27FC236}">
                <a16:creationId xmlns:a16="http://schemas.microsoft.com/office/drawing/2014/main" id="{2C6BCBB3-60D2-CA41-7C0A-13E2A7C0CC71}"/>
              </a:ext>
            </a:extLst>
          </p:cNvPr>
          <p:cNvSpPr/>
          <p:nvPr/>
        </p:nvSpPr>
        <p:spPr>
          <a:xfrm>
            <a:off x="554736" y="2177919"/>
            <a:ext cx="1347216" cy="594783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Revenue</a:t>
            </a:r>
          </a:p>
        </p:txBody>
      </p:sp>
      <p:sp>
        <p:nvSpPr>
          <p:cNvPr id="429" name="Rectangle 428">
            <a:extLst>
              <a:ext uri="{FF2B5EF4-FFF2-40B4-BE49-F238E27FC236}">
                <a16:creationId xmlns:a16="http://schemas.microsoft.com/office/drawing/2014/main" id="{E5F1FCD3-8A97-8E7B-3BBC-C57CA60D05AB}"/>
              </a:ext>
            </a:extLst>
          </p:cNvPr>
          <p:cNvSpPr/>
          <p:nvPr/>
        </p:nvSpPr>
        <p:spPr>
          <a:xfrm>
            <a:off x="9742687" y="1625358"/>
            <a:ext cx="1894569" cy="417476"/>
          </a:xfrm>
          <a:prstGeom prst="rect">
            <a:avLst/>
          </a:prstGeom>
          <a:solidFill>
            <a:schemeClr val="accent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Competitor E</a:t>
            </a:r>
          </a:p>
        </p:txBody>
      </p:sp>
      <p:sp>
        <p:nvSpPr>
          <p:cNvPr id="431" name="Rectangle 430">
            <a:extLst>
              <a:ext uri="{FF2B5EF4-FFF2-40B4-BE49-F238E27FC236}">
                <a16:creationId xmlns:a16="http://schemas.microsoft.com/office/drawing/2014/main" id="{E943AB76-D0EC-CB56-7004-AA055FB4C4CC}"/>
              </a:ext>
            </a:extLst>
          </p:cNvPr>
          <p:cNvSpPr/>
          <p:nvPr/>
        </p:nvSpPr>
        <p:spPr>
          <a:xfrm>
            <a:off x="1954444" y="1625358"/>
            <a:ext cx="1894569" cy="417476"/>
          </a:xfrm>
          <a:prstGeom prst="rect">
            <a:avLst/>
          </a:prstGeom>
          <a:solidFill>
            <a:schemeClr val="accent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Competitor A</a:t>
            </a:r>
          </a:p>
        </p:txBody>
      </p:sp>
      <p:sp>
        <p:nvSpPr>
          <p:cNvPr id="6" name="Google Shape;507;p14">
            <a:extLst>
              <a:ext uri="{FF2B5EF4-FFF2-40B4-BE49-F238E27FC236}">
                <a16:creationId xmlns:a16="http://schemas.microsoft.com/office/drawing/2014/main" id="{D7010D9C-3FAC-8774-7AB1-24B8E008BDF9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Arial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52EF043-CA50-8B43-3555-C80983398F34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0529951" y="5764694"/>
            <a:ext cx="320040" cy="320040"/>
          </a:xfrm>
          <a:prstGeom prst="ellipse">
            <a:avLst/>
          </a:prstGeom>
          <a:solidFill>
            <a:schemeClr val="bg1">
              <a:lumMod val="75000"/>
            </a:schemeClr>
          </a:solidFill>
          <a:ln w="9525" cap="sq" algn="ctr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BE9E2AB-2FF7-F930-297D-0665ED3D5261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2741708" y="5764694"/>
            <a:ext cx="320040" cy="320040"/>
          </a:xfrm>
          <a:prstGeom prst="ellipse">
            <a:avLst/>
          </a:prstGeom>
          <a:solidFill>
            <a:schemeClr val="bg1">
              <a:lumMod val="75000"/>
            </a:schemeClr>
          </a:solidFill>
          <a:ln w="9525" cap="sq" algn="ctr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EFF72F0-F9F4-08FE-D1A2-74DB65B14C9B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4688769" y="5764694"/>
            <a:ext cx="320040" cy="320040"/>
          </a:xfrm>
          <a:prstGeom prst="ellipse">
            <a:avLst/>
          </a:prstGeom>
          <a:solidFill>
            <a:schemeClr val="bg1">
              <a:lumMod val="75000"/>
            </a:schemeClr>
          </a:solidFill>
          <a:ln w="9525" cap="sq" algn="ctr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CBDF52B-D0C5-B7A7-5925-68DAD7C5D2D4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6635830" y="5764694"/>
            <a:ext cx="320040" cy="320040"/>
          </a:xfrm>
          <a:prstGeom prst="ellipse">
            <a:avLst/>
          </a:prstGeom>
          <a:solidFill>
            <a:schemeClr val="bg1">
              <a:lumMod val="75000"/>
            </a:schemeClr>
          </a:solidFill>
          <a:ln w="9525" cap="sq" algn="ctr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1C76E1A-22EE-DBFC-7457-AB1314B99FB1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8582891" y="5764694"/>
            <a:ext cx="320040" cy="320040"/>
          </a:xfrm>
          <a:prstGeom prst="ellipse">
            <a:avLst/>
          </a:prstGeom>
          <a:solidFill>
            <a:schemeClr val="bg1">
              <a:lumMod val="75000"/>
            </a:schemeClr>
          </a:solidFill>
          <a:ln w="9525" cap="sq" algn="ctr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2D53D2E9-BDF3-9649-1839-91FE51BE0CD1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8582891" y="5764694"/>
            <a:ext cx="320040" cy="320040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accent2"/>
          </a:solidFill>
          <a:ln w="9525" cap="sq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7BB39BB-0CD3-450E-1714-8BFC1A16429A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2741708" y="5764694"/>
            <a:ext cx="320040" cy="320040"/>
          </a:xfrm>
          <a:prstGeom prst="ellipse">
            <a:avLst/>
          </a:prstGeom>
          <a:solidFill>
            <a:schemeClr val="accent2"/>
          </a:solidFill>
          <a:ln w="9525" cap="sq" algn="ctr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Arc 28">
            <a:extLst>
              <a:ext uri="{FF2B5EF4-FFF2-40B4-BE49-F238E27FC236}">
                <a16:creationId xmlns:a16="http://schemas.microsoft.com/office/drawing/2014/main" id="{AE2CF4ED-FD9E-407E-11E1-14BB774F8F01}"/>
              </a:ext>
            </a:extLst>
          </p:cNvPr>
          <p:cNvSpPr/>
          <p:nvPr>
            <p:custDataLst>
              <p:tags r:id="rId9"/>
            </p:custDataLst>
          </p:nvPr>
        </p:nvSpPr>
        <p:spPr bwMode="gray">
          <a:xfrm>
            <a:off x="4688769" y="5764694"/>
            <a:ext cx="320040" cy="320040"/>
          </a:xfrm>
          <a:prstGeom prst="arc">
            <a:avLst>
              <a:gd name="adj1" fmla="val 16200000"/>
              <a:gd name="adj2" fmla="val 10800000"/>
            </a:avLst>
          </a:prstGeom>
          <a:solidFill>
            <a:schemeClr val="accent2"/>
          </a:solidFill>
          <a:ln w="9525" cap="sq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AF1C71F8-71B8-0F75-6B98-84D12DB4C876}"/>
              </a:ext>
            </a:extLst>
          </p:cNvPr>
          <p:cNvSpPr/>
          <p:nvPr>
            <p:custDataLst>
              <p:tags r:id="rId10"/>
            </p:custDataLst>
          </p:nvPr>
        </p:nvSpPr>
        <p:spPr bwMode="gray">
          <a:xfrm>
            <a:off x="6635830" y="5764694"/>
            <a:ext cx="320040" cy="320040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2"/>
          </a:solidFill>
          <a:ln w="9525" cap="sq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1" name="Arc 30">
            <a:extLst>
              <a:ext uri="{FF2B5EF4-FFF2-40B4-BE49-F238E27FC236}">
                <a16:creationId xmlns:a16="http://schemas.microsoft.com/office/drawing/2014/main" id="{7816AD82-A4A0-C293-BA06-0ACFBC02520D}"/>
              </a:ext>
            </a:extLst>
          </p:cNvPr>
          <p:cNvSpPr/>
          <p:nvPr>
            <p:custDataLst>
              <p:tags r:id="rId11"/>
            </p:custDataLst>
          </p:nvPr>
        </p:nvSpPr>
        <p:spPr bwMode="gray">
          <a:xfrm>
            <a:off x="10529951" y="5764694"/>
            <a:ext cx="320040" cy="320040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accent2"/>
          </a:solidFill>
          <a:ln w="9525" cap="sq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3746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BF228-022E-D16E-7E2B-9FC3C6C1B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5BC18-0DB1-6C3E-EB5C-075291C9D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Comparison Table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2E06412-B627-A784-6AF1-B6D061688E70}"/>
              </a:ext>
            </a:extLst>
          </p:cNvPr>
          <p:cNvGraphicFramePr>
            <a:graphicFrameLocks noGrp="1"/>
          </p:cNvGraphicFramePr>
          <p:nvPr>
            <p:ph sz="quarter" idx="10"/>
          </p:nvPr>
        </p:nvGraphicFramePr>
        <p:xfrm>
          <a:off x="381000" y="1371600"/>
          <a:ext cx="11429998" cy="49581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626">
                  <a:extLst>
                    <a:ext uri="{9D8B030D-6E8A-4147-A177-3AD203B41FA5}">
                      <a16:colId xmlns:a16="http://schemas.microsoft.com/office/drawing/2014/main" val="64255113"/>
                    </a:ext>
                  </a:extLst>
                </a:gridCol>
                <a:gridCol w="2540672">
                  <a:extLst>
                    <a:ext uri="{9D8B030D-6E8A-4147-A177-3AD203B41FA5}">
                      <a16:colId xmlns:a16="http://schemas.microsoft.com/office/drawing/2014/main" val="93817396"/>
                    </a:ext>
                  </a:extLst>
                </a:gridCol>
                <a:gridCol w="1742175">
                  <a:extLst>
                    <a:ext uri="{9D8B030D-6E8A-4147-A177-3AD203B41FA5}">
                      <a16:colId xmlns:a16="http://schemas.microsoft.com/office/drawing/2014/main" val="2173909799"/>
                    </a:ext>
                  </a:extLst>
                </a:gridCol>
                <a:gridCol w="1742175">
                  <a:extLst>
                    <a:ext uri="{9D8B030D-6E8A-4147-A177-3AD203B41FA5}">
                      <a16:colId xmlns:a16="http://schemas.microsoft.com/office/drawing/2014/main" val="234072718"/>
                    </a:ext>
                  </a:extLst>
                </a:gridCol>
                <a:gridCol w="1742175">
                  <a:extLst>
                    <a:ext uri="{9D8B030D-6E8A-4147-A177-3AD203B41FA5}">
                      <a16:colId xmlns:a16="http://schemas.microsoft.com/office/drawing/2014/main" val="2246525202"/>
                    </a:ext>
                  </a:extLst>
                </a:gridCol>
                <a:gridCol w="1742175">
                  <a:extLst>
                    <a:ext uri="{9D8B030D-6E8A-4147-A177-3AD203B41FA5}">
                      <a16:colId xmlns:a16="http://schemas.microsoft.com/office/drawing/2014/main" val="1669465234"/>
                    </a:ext>
                  </a:extLst>
                </a:gridCol>
              </a:tblGrid>
              <a:tr h="322649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1200">
                          <a:solidFill>
                            <a:schemeClr val="bg1"/>
                          </a:solidFill>
                        </a:rPr>
                        <a:t>Product 1</a:t>
                      </a:r>
                      <a:endParaRPr lang="en-US" sz="12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1200">
                          <a:solidFill>
                            <a:schemeClr val="bg1"/>
                          </a:solidFill>
                        </a:rPr>
                        <a:t>Product 2</a:t>
                      </a:r>
                      <a:endParaRPr lang="en-US" sz="12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1200">
                          <a:solidFill>
                            <a:schemeClr val="bg1"/>
                          </a:solidFill>
                        </a:rPr>
                        <a:t>Product 3</a:t>
                      </a:r>
                      <a:endParaRPr lang="en-US" sz="12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1200">
                          <a:solidFill>
                            <a:schemeClr val="bg1"/>
                          </a:solidFill>
                        </a:rPr>
                        <a:t>Product 4</a:t>
                      </a:r>
                      <a:endParaRPr lang="en-US" sz="12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707771"/>
                  </a:ext>
                </a:extLst>
              </a:tr>
              <a:tr h="815098"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5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1">
                          <a:solidFill>
                            <a:schemeClr val="tx1"/>
                          </a:solidFill>
                        </a:rPr>
                        <a:t>Lorem ipsum dolor sit amet, consectetuer adipiscing elit. Aenean commodo ligula eget dolor. 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1">
                          <a:solidFill>
                            <a:schemeClr val="tx1"/>
                          </a:solidFill>
                        </a:rPr>
                        <a:t>Lorem ipsum dolor sit amet, consectetuer adipiscing elit. Aenean commodo ligula eget dolor. 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1">
                          <a:solidFill>
                            <a:schemeClr val="tx1"/>
                          </a:solidFill>
                        </a:rPr>
                        <a:t>Lorem ipsum dolor sit amet, consectetuer adipiscing elit. Aenean commodo ligula eget dolor. 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1">
                          <a:solidFill>
                            <a:schemeClr val="tx1"/>
                          </a:solidFill>
                        </a:rPr>
                        <a:t>Lorem ipsum dolor sit amet, consectetuer adipiscing elit. Aenean commodo ligula eget dolor. 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8780249"/>
                  </a:ext>
                </a:extLst>
              </a:tr>
              <a:tr h="288000">
                <a:tc rowSpan="4">
                  <a:txBody>
                    <a:bodyPr/>
                    <a:lstStyle/>
                    <a:p>
                      <a:r>
                        <a:rPr lang="de-CH" sz="1050" b="1"/>
                        <a:t>Area 1</a:t>
                      </a:r>
                      <a:endParaRPr lang="en-US" sz="1050" b="1"/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1050"/>
                        <a:t>Text</a:t>
                      </a:r>
                    </a:p>
                  </a:txBody>
                  <a:tcPr anchor="ctr"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chemeClr val="accent3"/>
                          </a:solidFill>
                          <a:latin typeface="Segoe Fluent Icons" panose="050A0102010101010101" pitchFamily="18" charset="0"/>
                        </a:rPr>
                        <a:t></a:t>
                      </a:r>
                      <a:endParaRPr lang="en-US" sz="1050">
                        <a:solidFill>
                          <a:schemeClr val="accent3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</a:t>
                      </a:r>
                      <a:endParaRPr lang="en-US" sz="105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</a:t>
                      </a:r>
                      <a:endParaRPr lang="en-US" sz="105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</a:t>
                      </a:r>
                      <a:endParaRPr lang="en-US" sz="1050">
                        <a:solidFill>
                          <a:schemeClr val="accent5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5421364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CH" sz="1050"/>
                        <a:t>Text</a:t>
                      </a:r>
                      <a:endParaRPr lang="en-US" sz="1050"/>
                    </a:p>
                  </a:txBody>
                  <a:tcPr anchor="ctr">
                    <a:lnR w="12700" cmpd="sng">
                      <a:noFill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60073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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460073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</a:t>
                      </a:r>
                      <a:endParaRPr lang="en-US" sz="105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</a:t>
                      </a:r>
                      <a:endParaRPr lang="en-US" sz="105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</a:t>
                      </a:r>
                      <a:endParaRPr lang="en-US" sz="1050">
                        <a:solidFill>
                          <a:schemeClr val="accent5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3236851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CH" sz="1050"/>
                        <a:t>Text</a:t>
                      </a:r>
                    </a:p>
                  </a:txBody>
                  <a:tcPr anchor="ctr">
                    <a:lnR w="12700" cmpd="sng">
                      <a:noFill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60073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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460073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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</a:t>
                      </a:r>
                      <a:endParaRPr lang="en-US" sz="105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</a:t>
                      </a:r>
                      <a:endParaRPr lang="en-US" sz="1050">
                        <a:solidFill>
                          <a:schemeClr val="accent5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2656314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de-CH" sz="1050"/>
                        <a:t>Text</a:t>
                      </a:r>
                    </a:p>
                  </a:txBody>
                  <a:tcPr anchor="ctr">
                    <a:lnR w="12700" cmpd="sng">
                      <a:noFill/>
                    </a:lnR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60073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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460073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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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</a:t>
                      </a:r>
                      <a:endParaRPr lang="en-US" sz="1050">
                        <a:solidFill>
                          <a:schemeClr val="accent5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2045482"/>
                  </a:ext>
                </a:extLst>
              </a:tr>
              <a:tr h="288000"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050" b="1"/>
                        <a:t>Area 2</a:t>
                      </a:r>
                      <a:endParaRPr lang="en-US" sz="1050" b="1"/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1050"/>
                        <a:t>Text</a:t>
                      </a:r>
                      <a:endParaRPr lang="en-US" sz="1050"/>
                    </a:p>
                  </a:txBody>
                  <a:tcPr anchor="ctr"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60073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</a:t>
                      </a:r>
                      <a:endParaRPr lang="en-US" sz="1050">
                        <a:solidFill>
                          <a:schemeClr val="accent3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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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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accent5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193952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CH" sz="1050"/>
                        <a:t>Text</a:t>
                      </a:r>
                    </a:p>
                  </a:txBody>
                  <a:tcPr anchor="ctr">
                    <a:lnR w="12700" cmpd="sng">
                      <a:noFill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60073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</a:t>
                      </a:r>
                      <a:endParaRPr lang="en-US" sz="1050">
                        <a:solidFill>
                          <a:schemeClr val="accent3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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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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accent5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5983154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CH" sz="1050"/>
                        <a:t>Text</a:t>
                      </a:r>
                      <a:endParaRPr lang="en-US" sz="1050"/>
                    </a:p>
                  </a:txBody>
                  <a:tcPr anchor="ctr">
                    <a:lnR w="12700" cmpd="sng">
                      <a:noFill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60073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</a:t>
                      </a:r>
                      <a:endParaRPr lang="en-US" sz="1050">
                        <a:solidFill>
                          <a:schemeClr val="accent3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</a:t>
                      </a:r>
                      <a:endParaRPr lang="en-US" sz="105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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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accent5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8903865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de-CH" sz="1050"/>
                        <a:t>Text</a:t>
                      </a:r>
                      <a:endParaRPr lang="en-US" sz="1050"/>
                    </a:p>
                  </a:txBody>
                  <a:tcPr anchor="ctr">
                    <a:lnR w="12700" cmpd="sng">
                      <a:noFill/>
                    </a:lnR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60073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</a:t>
                      </a:r>
                      <a:endParaRPr lang="en-US" sz="1050">
                        <a:solidFill>
                          <a:schemeClr val="accent3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</a:t>
                      </a:r>
                      <a:endParaRPr lang="en-US" sz="105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chemeClr val="accent1"/>
                          </a:solidFill>
                          <a:latin typeface="Segoe Fluent Icons" panose="050A0102010101010101" pitchFamily="18" charset="0"/>
                        </a:rPr>
                        <a:t></a:t>
                      </a:r>
                      <a:endParaRPr lang="en-US" sz="105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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accent5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8288163"/>
                  </a:ext>
                </a:extLst>
              </a:tr>
              <a:tr h="288000"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050" b="1"/>
                        <a:t>Area 3</a:t>
                      </a:r>
                      <a:endParaRPr lang="en-US" sz="1050" b="1"/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1050"/>
                        <a:t>Text</a:t>
                      </a:r>
                      <a:endParaRPr lang="en-US" sz="1050"/>
                    </a:p>
                  </a:txBody>
                  <a:tcPr anchor="ctr"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60073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</a:t>
                      </a:r>
                      <a:endParaRPr lang="en-US" sz="1050">
                        <a:solidFill>
                          <a:schemeClr val="accent3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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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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accent5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5942188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1050"/>
                        <a:t>Text</a:t>
                      </a:r>
                    </a:p>
                  </a:txBody>
                  <a:tcPr anchor="ctr">
                    <a:lnR w="12700" cmpd="sng">
                      <a:noFill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60073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</a:t>
                      </a:r>
                      <a:endParaRPr lang="en-US" sz="1050">
                        <a:solidFill>
                          <a:schemeClr val="accent3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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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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accent5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8614247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1050"/>
                        <a:t>Text</a:t>
                      </a:r>
                      <a:endParaRPr lang="en-US" sz="1050"/>
                    </a:p>
                  </a:txBody>
                  <a:tcPr anchor="ctr">
                    <a:lnR w="12700" cmpd="sng">
                      <a:noFill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60073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</a:t>
                      </a:r>
                      <a:endParaRPr lang="en-US" sz="1050">
                        <a:solidFill>
                          <a:schemeClr val="accent3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</a:t>
                      </a:r>
                      <a:endParaRPr lang="en-US" sz="105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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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accent5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199835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1050"/>
                        <a:t>Text</a:t>
                      </a:r>
                      <a:endParaRPr lang="en-US" sz="1050"/>
                    </a:p>
                  </a:txBody>
                  <a:tcPr anchor="ctr">
                    <a:lnR w="12700" cmpd="sng">
                      <a:noFill/>
                    </a:lnR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60073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</a:t>
                      </a:r>
                      <a:endParaRPr lang="en-US" sz="1050">
                        <a:solidFill>
                          <a:schemeClr val="accent3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</a:t>
                      </a:r>
                      <a:endParaRPr lang="en-US" sz="105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chemeClr val="accent1"/>
                          </a:solidFill>
                          <a:latin typeface="Segoe Fluent Icons" panose="050A0102010101010101" pitchFamily="18" charset="0"/>
                        </a:rPr>
                        <a:t></a:t>
                      </a:r>
                      <a:endParaRPr lang="en-US" sz="105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Segoe Fluent Icons" panose="050A0102010101010101" pitchFamily="18" charset="0"/>
                          <a:ea typeface="+mn-ea"/>
                          <a:cs typeface="+mn-cs"/>
                        </a:rPr>
                        <a:t>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accent5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83841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b="1"/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 anchor="ctr"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solidFill>
                          <a:schemeClr val="accent3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i="1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Recommendation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435182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A41CB5-13F3-A100-EB7A-41F41DB05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5299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9D92D4BD-D2A8-703B-5ED6-30BD40A9414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7" imgH="348" progId="TCLayout.ActiveDocument.1">
                  <p:embed/>
                </p:oleObj>
              </mc:Choice>
              <mc:Fallback>
                <p:oleObj name="think-cell Slide" r:id="rId4" imgW="347" imgH="348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D92D4BD-D2A8-703B-5ED6-30BD40A9414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2" name="Shape4_20231028_010933">
            <a:extLst>
              <a:ext uri="{FF2B5EF4-FFF2-40B4-BE49-F238E27FC236}">
                <a16:creationId xmlns:a16="http://schemas.microsoft.com/office/drawing/2014/main" id="{408BB245-132E-ACF8-2170-CDE347667177}"/>
              </a:ext>
            </a:extLst>
          </p:cNvPr>
          <p:cNvSpPr txBox="1"/>
          <p:nvPr/>
        </p:nvSpPr>
        <p:spPr>
          <a:xfrm>
            <a:off x="9181737" y="2601211"/>
            <a:ext cx="169244" cy="153888"/>
          </a:xfrm>
          <a:prstGeom prst="rect">
            <a:avLst/>
          </a:prstGeom>
        </p:spPr>
        <p:txBody>
          <a:bodyPr vert="horz" wrap="square" lIns="0" tIns="0" rIns="251999" bIns="0" rtlCol="0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-655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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9215C1-FA95-6FE3-A12D-44541793D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Most players only offer [insert features/elements]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E8FD4F4-41EC-3D9A-EFEA-C36D98A6B9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F7ABC7A-E29D-7B19-AA43-F46878D33FA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object 5">
            <a:extLst>
              <a:ext uri="{FF2B5EF4-FFF2-40B4-BE49-F238E27FC236}">
                <a16:creationId xmlns:a16="http://schemas.microsoft.com/office/drawing/2014/main" id="{60001754-E421-045C-ADDB-4724DF9C3208}"/>
              </a:ext>
            </a:extLst>
          </p:cNvPr>
          <p:cNvSpPr txBox="1"/>
          <p:nvPr/>
        </p:nvSpPr>
        <p:spPr>
          <a:xfrm>
            <a:off x="547688" y="2381250"/>
            <a:ext cx="1500836" cy="59381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txBody>
          <a:bodyPr vert="horz" wrap="square" lIns="91440" tIns="91440" rIns="91440" bIns="91440" rtlCol="0" anchor="ctr">
            <a:noAutofit/>
          </a:bodyPr>
          <a:lstStyle/>
          <a:p>
            <a:pPr marL="12700" marR="508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Calibri"/>
            </a:endParaRPr>
          </a:p>
        </p:txBody>
      </p:sp>
      <p:sp>
        <p:nvSpPr>
          <p:cNvPr id="22" name="object 5">
            <a:extLst>
              <a:ext uri="{FF2B5EF4-FFF2-40B4-BE49-F238E27FC236}">
                <a16:creationId xmlns:a16="http://schemas.microsoft.com/office/drawing/2014/main" id="{B01347FC-F7E5-4826-08EE-8DEAA46B79D7}"/>
              </a:ext>
            </a:extLst>
          </p:cNvPr>
          <p:cNvSpPr txBox="1"/>
          <p:nvPr/>
        </p:nvSpPr>
        <p:spPr>
          <a:xfrm>
            <a:off x="547688" y="3028298"/>
            <a:ext cx="1500836" cy="59381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txBody>
          <a:bodyPr vert="horz" wrap="square" lIns="91440" tIns="91440" rIns="91440" bIns="91440" rtlCol="0" anchor="ctr">
            <a:noAutofit/>
          </a:bodyPr>
          <a:lstStyle/>
          <a:p>
            <a:pPr marL="12700" marR="508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Calibri"/>
            </a:endParaRPr>
          </a:p>
        </p:txBody>
      </p:sp>
      <p:sp>
        <p:nvSpPr>
          <p:cNvPr id="23" name="object 5">
            <a:extLst>
              <a:ext uri="{FF2B5EF4-FFF2-40B4-BE49-F238E27FC236}">
                <a16:creationId xmlns:a16="http://schemas.microsoft.com/office/drawing/2014/main" id="{8DF5BA49-1170-2204-89AA-A453C6E14B77}"/>
              </a:ext>
            </a:extLst>
          </p:cNvPr>
          <p:cNvSpPr txBox="1"/>
          <p:nvPr/>
        </p:nvSpPr>
        <p:spPr>
          <a:xfrm>
            <a:off x="547688" y="3675346"/>
            <a:ext cx="1500836" cy="59381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vert="horz" wrap="square" lIns="91440" tIns="91440" rIns="91440" bIns="91440" rtlCol="0" anchor="ctr">
            <a:noAutofit/>
          </a:bodyPr>
          <a:lstStyle/>
          <a:p>
            <a:pPr marL="12700" marR="508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Calibri"/>
            </a:endParaRPr>
          </a:p>
        </p:txBody>
      </p:sp>
      <p:sp>
        <p:nvSpPr>
          <p:cNvPr id="24" name="object 5">
            <a:extLst>
              <a:ext uri="{FF2B5EF4-FFF2-40B4-BE49-F238E27FC236}">
                <a16:creationId xmlns:a16="http://schemas.microsoft.com/office/drawing/2014/main" id="{748A4019-E873-60C2-7116-8289B0FDD6C9}"/>
              </a:ext>
            </a:extLst>
          </p:cNvPr>
          <p:cNvSpPr txBox="1"/>
          <p:nvPr/>
        </p:nvSpPr>
        <p:spPr>
          <a:xfrm>
            <a:off x="547688" y="4322394"/>
            <a:ext cx="1500836" cy="59381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vert="horz" wrap="square" lIns="91440" tIns="91440" rIns="91440" bIns="91440" rtlCol="0" anchor="ctr">
            <a:noAutofit/>
          </a:bodyPr>
          <a:lstStyle/>
          <a:p>
            <a:pPr marL="12700" marR="508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Calibri"/>
            </a:endParaRPr>
          </a:p>
        </p:txBody>
      </p:sp>
      <p:sp>
        <p:nvSpPr>
          <p:cNvPr id="25" name="object 5">
            <a:extLst>
              <a:ext uri="{FF2B5EF4-FFF2-40B4-BE49-F238E27FC236}">
                <a16:creationId xmlns:a16="http://schemas.microsoft.com/office/drawing/2014/main" id="{5AFB2211-791E-BE26-392F-81C2FF6500DB}"/>
              </a:ext>
            </a:extLst>
          </p:cNvPr>
          <p:cNvSpPr txBox="1"/>
          <p:nvPr/>
        </p:nvSpPr>
        <p:spPr>
          <a:xfrm>
            <a:off x="547688" y="4969442"/>
            <a:ext cx="1500836" cy="59381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vert="horz" wrap="square" lIns="91440" tIns="91440" rIns="91440" bIns="91440" rtlCol="0" anchor="ctr">
            <a:noAutofit/>
          </a:bodyPr>
          <a:lstStyle/>
          <a:p>
            <a:pPr marL="12700" marR="508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Calibri"/>
            </a:endParaRPr>
          </a:p>
        </p:txBody>
      </p:sp>
      <p:sp>
        <p:nvSpPr>
          <p:cNvPr id="29" name="object 5">
            <a:extLst>
              <a:ext uri="{FF2B5EF4-FFF2-40B4-BE49-F238E27FC236}">
                <a16:creationId xmlns:a16="http://schemas.microsoft.com/office/drawing/2014/main" id="{25FAF698-8C03-2E5F-D0EF-C6D8B3A41949}"/>
              </a:ext>
            </a:extLst>
          </p:cNvPr>
          <p:cNvSpPr txBox="1"/>
          <p:nvPr/>
        </p:nvSpPr>
        <p:spPr>
          <a:xfrm>
            <a:off x="547688" y="5616490"/>
            <a:ext cx="1500836" cy="59381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vert="horz" wrap="square" lIns="91440" tIns="91440" rIns="91440" bIns="91440" rtlCol="0" anchor="ctr">
            <a:noAutofit/>
          </a:bodyPr>
          <a:lstStyle/>
          <a:p>
            <a:pPr marL="12700" marR="508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Calibri"/>
            </a:endParaRPr>
          </a:p>
        </p:txBody>
      </p:sp>
      <p:sp>
        <p:nvSpPr>
          <p:cNvPr id="55" name="object 5">
            <a:extLst>
              <a:ext uri="{FF2B5EF4-FFF2-40B4-BE49-F238E27FC236}">
                <a16:creationId xmlns:a16="http://schemas.microsoft.com/office/drawing/2014/main" id="{0818F749-5FCB-DD23-3297-DD32D1266C2A}"/>
              </a:ext>
            </a:extLst>
          </p:cNvPr>
          <p:cNvSpPr txBox="1"/>
          <p:nvPr/>
        </p:nvSpPr>
        <p:spPr>
          <a:xfrm>
            <a:off x="10093347" y="2381250"/>
            <a:ext cx="1541440" cy="59381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txBody>
          <a:bodyPr vert="horz" wrap="square" lIns="72390" tIns="72390" rIns="251999" bIns="72390" rtlCol="0" anchor="ctr">
            <a:noAutofit/>
          </a:bodyPr>
          <a:lstStyle/>
          <a:p>
            <a:pPr marL="12700" marR="508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object 5">
            <a:extLst>
              <a:ext uri="{FF2B5EF4-FFF2-40B4-BE49-F238E27FC236}">
                <a16:creationId xmlns:a16="http://schemas.microsoft.com/office/drawing/2014/main" id="{2A117164-1E23-5B27-01B0-5810B8B50288}"/>
              </a:ext>
            </a:extLst>
          </p:cNvPr>
          <p:cNvSpPr txBox="1"/>
          <p:nvPr/>
        </p:nvSpPr>
        <p:spPr>
          <a:xfrm>
            <a:off x="10093347" y="3028298"/>
            <a:ext cx="1541440" cy="59381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txBody>
          <a:bodyPr vert="horz" wrap="square" lIns="72390" tIns="72390" rIns="251999" bIns="72390" rtlCol="0" anchor="ctr">
            <a:noAutofit/>
          </a:bodyPr>
          <a:lstStyle/>
          <a:p>
            <a:pPr marL="12700" marR="508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object 5">
            <a:extLst>
              <a:ext uri="{FF2B5EF4-FFF2-40B4-BE49-F238E27FC236}">
                <a16:creationId xmlns:a16="http://schemas.microsoft.com/office/drawing/2014/main" id="{97081E27-94FC-13AA-246A-6A7759453B0A}"/>
              </a:ext>
            </a:extLst>
          </p:cNvPr>
          <p:cNvSpPr txBox="1"/>
          <p:nvPr/>
        </p:nvSpPr>
        <p:spPr>
          <a:xfrm>
            <a:off x="10093347" y="3675347"/>
            <a:ext cx="1541440" cy="59381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vert="horz" wrap="square" lIns="72390" tIns="72390" rIns="251999" bIns="72390" rtlCol="0" anchor="ctr">
            <a:noAutofit/>
          </a:bodyPr>
          <a:lstStyle/>
          <a:p>
            <a:pPr marL="12700" marR="508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object 5">
            <a:extLst>
              <a:ext uri="{FF2B5EF4-FFF2-40B4-BE49-F238E27FC236}">
                <a16:creationId xmlns:a16="http://schemas.microsoft.com/office/drawing/2014/main" id="{C84A513B-DA47-641D-549D-5A160C34381B}"/>
              </a:ext>
            </a:extLst>
          </p:cNvPr>
          <p:cNvSpPr txBox="1"/>
          <p:nvPr/>
        </p:nvSpPr>
        <p:spPr>
          <a:xfrm>
            <a:off x="10093347" y="4322395"/>
            <a:ext cx="1541440" cy="59381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vert="horz" wrap="square" lIns="72390" tIns="72390" rIns="251999" bIns="72390" rtlCol="0" anchor="ctr">
            <a:noAutofit/>
          </a:bodyPr>
          <a:lstStyle/>
          <a:p>
            <a:pPr marL="12700" marR="508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object 5">
            <a:extLst>
              <a:ext uri="{FF2B5EF4-FFF2-40B4-BE49-F238E27FC236}">
                <a16:creationId xmlns:a16="http://schemas.microsoft.com/office/drawing/2014/main" id="{D7E8ADDF-86E1-28DA-5903-7F9BD7D1791D}"/>
              </a:ext>
            </a:extLst>
          </p:cNvPr>
          <p:cNvSpPr txBox="1"/>
          <p:nvPr/>
        </p:nvSpPr>
        <p:spPr>
          <a:xfrm>
            <a:off x="10093347" y="4969444"/>
            <a:ext cx="1541440" cy="59381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vert="horz" wrap="square" lIns="72390" tIns="72390" rIns="251999" bIns="72390" rtlCol="0" anchor="ctr">
            <a:noAutofit/>
          </a:bodyPr>
          <a:lstStyle/>
          <a:p>
            <a:pPr marL="12700" marR="508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object 5">
            <a:extLst>
              <a:ext uri="{FF2B5EF4-FFF2-40B4-BE49-F238E27FC236}">
                <a16:creationId xmlns:a16="http://schemas.microsoft.com/office/drawing/2014/main" id="{7F38D12B-2E61-F082-87A5-B030F1007EF6}"/>
              </a:ext>
            </a:extLst>
          </p:cNvPr>
          <p:cNvSpPr txBox="1"/>
          <p:nvPr/>
        </p:nvSpPr>
        <p:spPr>
          <a:xfrm>
            <a:off x="10093347" y="5616490"/>
            <a:ext cx="1541440" cy="59381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vert="horz" wrap="square" lIns="72390" tIns="72390" rIns="251999" bIns="72390" rtlCol="0" anchor="ctr">
            <a:noAutofit/>
          </a:bodyPr>
          <a:lstStyle/>
          <a:p>
            <a:pPr marL="12700" marR="508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object 5">
            <a:extLst>
              <a:ext uri="{FF2B5EF4-FFF2-40B4-BE49-F238E27FC236}">
                <a16:creationId xmlns:a16="http://schemas.microsoft.com/office/drawing/2014/main" id="{61DCFA2B-8332-46B7-3EBE-7E479FBAA458}"/>
              </a:ext>
            </a:extLst>
          </p:cNvPr>
          <p:cNvSpPr txBox="1"/>
          <p:nvPr/>
        </p:nvSpPr>
        <p:spPr>
          <a:xfrm>
            <a:off x="2104795" y="2381250"/>
            <a:ext cx="1541440" cy="59381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txBody>
          <a:bodyPr vert="horz" wrap="square" lIns="72390" tIns="72390" rIns="251999" bIns="72390" rtlCol="0" anchor="ctr">
            <a:noAutofit/>
          </a:bodyPr>
          <a:lstStyle/>
          <a:p>
            <a:pPr marL="12700" marR="508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object 5">
            <a:extLst>
              <a:ext uri="{FF2B5EF4-FFF2-40B4-BE49-F238E27FC236}">
                <a16:creationId xmlns:a16="http://schemas.microsoft.com/office/drawing/2014/main" id="{54442AD5-9735-7B4C-C0F2-45173D2EE39E}"/>
              </a:ext>
            </a:extLst>
          </p:cNvPr>
          <p:cNvSpPr txBox="1"/>
          <p:nvPr/>
        </p:nvSpPr>
        <p:spPr>
          <a:xfrm>
            <a:off x="2104795" y="3028298"/>
            <a:ext cx="1541440" cy="59381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txBody>
          <a:bodyPr vert="horz" wrap="square" lIns="72390" tIns="72390" rIns="251999" bIns="72390" rtlCol="0" anchor="ctr">
            <a:noAutofit/>
          </a:bodyPr>
          <a:lstStyle/>
          <a:p>
            <a:pPr marL="12700" marR="508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[Insert details, if relevant]</a:t>
            </a:r>
          </a:p>
        </p:txBody>
      </p:sp>
      <p:sp>
        <p:nvSpPr>
          <p:cNvPr id="63" name="object 5">
            <a:extLst>
              <a:ext uri="{FF2B5EF4-FFF2-40B4-BE49-F238E27FC236}">
                <a16:creationId xmlns:a16="http://schemas.microsoft.com/office/drawing/2014/main" id="{B5F4B17B-7766-03B6-EB79-983458C5503B}"/>
              </a:ext>
            </a:extLst>
          </p:cNvPr>
          <p:cNvSpPr txBox="1"/>
          <p:nvPr/>
        </p:nvSpPr>
        <p:spPr>
          <a:xfrm>
            <a:off x="2104795" y="3675347"/>
            <a:ext cx="1541440" cy="59381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vert="horz" wrap="square" lIns="72390" tIns="72390" rIns="251999" bIns="72390" rtlCol="0" anchor="ctr">
            <a:noAutofit/>
          </a:bodyPr>
          <a:lstStyle>
            <a:defPPr>
              <a:defRPr lang="en-DK"/>
            </a:defPPr>
            <a:lvl1pPr marL="12700" marR="5080">
              <a:defRPr sz="1050">
                <a:solidFill>
                  <a:schemeClr val="bg1"/>
                </a:solidFill>
                <a:cs typeface="Calibri"/>
              </a:defRPr>
            </a:lvl1pPr>
          </a:lstStyle>
          <a:p>
            <a:pPr marL="12700" marR="508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[Insert details, if relevant]</a:t>
            </a:r>
          </a:p>
        </p:txBody>
      </p:sp>
      <p:sp>
        <p:nvSpPr>
          <p:cNvPr id="69" name="object 5">
            <a:extLst>
              <a:ext uri="{FF2B5EF4-FFF2-40B4-BE49-F238E27FC236}">
                <a16:creationId xmlns:a16="http://schemas.microsoft.com/office/drawing/2014/main" id="{28930D2A-D3ED-3F93-69EE-780862DB44C3}"/>
              </a:ext>
            </a:extLst>
          </p:cNvPr>
          <p:cNvSpPr txBox="1"/>
          <p:nvPr/>
        </p:nvSpPr>
        <p:spPr>
          <a:xfrm>
            <a:off x="2104795" y="4322395"/>
            <a:ext cx="1541440" cy="59381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vert="horz" wrap="square" lIns="72390" tIns="72390" rIns="251999" bIns="72390" rtlCol="0" anchor="ctr">
            <a:noAutofit/>
          </a:bodyPr>
          <a:lstStyle/>
          <a:p>
            <a:pPr marL="12700" marR="508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object 5">
            <a:extLst>
              <a:ext uri="{FF2B5EF4-FFF2-40B4-BE49-F238E27FC236}">
                <a16:creationId xmlns:a16="http://schemas.microsoft.com/office/drawing/2014/main" id="{0FCB97D5-78F9-72A1-ABAA-84A7360DA686}"/>
              </a:ext>
            </a:extLst>
          </p:cNvPr>
          <p:cNvSpPr txBox="1"/>
          <p:nvPr/>
        </p:nvSpPr>
        <p:spPr>
          <a:xfrm>
            <a:off x="2104795" y="4969444"/>
            <a:ext cx="1541440" cy="59381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vert="horz" wrap="square" lIns="72390" tIns="72390" rIns="251999" bIns="72390" rtlCol="0" anchor="ctr">
            <a:noAutofit/>
          </a:bodyPr>
          <a:lstStyle/>
          <a:p>
            <a:pPr marL="12700" marR="508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object 5">
            <a:extLst>
              <a:ext uri="{FF2B5EF4-FFF2-40B4-BE49-F238E27FC236}">
                <a16:creationId xmlns:a16="http://schemas.microsoft.com/office/drawing/2014/main" id="{00EACEA5-E418-334F-5F9C-BE67CC4C51BD}"/>
              </a:ext>
            </a:extLst>
          </p:cNvPr>
          <p:cNvSpPr txBox="1"/>
          <p:nvPr/>
        </p:nvSpPr>
        <p:spPr>
          <a:xfrm>
            <a:off x="2104795" y="5616490"/>
            <a:ext cx="1541440" cy="59381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vert="horz" wrap="square" lIns="72390" tIns="72390" rIns="251999" bIns="72390" rtlCol="0" anchor="ctr">
            <a:noAutofit/>
          </a:bodyPr>
          <a:lstStyle/>
          <a:p>
            <a:pPr marL="12700" marR="508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object 5">
            <a:extLst>
              <a:ext uri="{FF2B5EF4-FFF2-40B4-BE49-F238E27FC236}">
                <a16:creationId xmlns:a16="http://schemas.microsoft.com/office/drawing/2014/main" id="{27A9898E-AEA6-0C75-7D7E-DCE6967D7B5B}"/>
              </a:ext>
            </a:extLst>
          </p:cNvPr>
          <p:cNvSpPr txBox="1"/>
          <p:nvPr/>
        </p:nvSpPr>
        <p:spPr>
          <a:xfrm>
            <a:off x="5300217" y="2381250"/>
            <a:ext cx="1541440" cy="59381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txBody>
          <a:bodyPr vert="horz" wrap="square" lIns="72390" tIns="72390" rIns="251999" bIns="72390" rtlCol="0" anchor="ctr">
            <a:noAutofit/>
          </a:bodyPr>
          <a:lstStyle/>
          <a:p>
            <a:pPr marL="12700" marR="508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[Insert details, if relevant]</a:t>
            </a:r>
          </a:p>
        </p:txBody>
      </p:sp>
      <p:sp>
        <p:nvSpPr>
          <p:cNvPr id="59" name="object 5">
            <a:extLst>
              <a:ext uri="{FF2B5EF4-FFF2-40B4-BE49-F238E27FC236}">
                <a16:creationId xmlns:a16="http://schemas.microsoft.com/office/drawing/2014/main" id="{BF725354-6EAE-5433-86D9-84A347555F7A}"/>
              </a:ext>
            </a:extLst>
          </p:cNvPr>
          <p:cNvSpPr txBox="1"/>
          <p:nvPr/>
        </p:nvSpPr>
        <p:spPr>
          <a:xfrm>
            <a:off x="5300217" y="3028298"/>
            <a:ext cx="1541440" cy="59381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txBody>
          <a:bodyPr vert="horz" wrap="square" lIns="72390" tIns="72390" rIns="251999" bIns="72390" rtlCol="0" anchor="ctr">
            <a:noAutofit/>
          </a:bodyPr>
          <a:lstStyle/>
          <a:p>
            <a:pPr marL="12700" marR="508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[Insert details, if relevant]</a:t>
            </a:r>
          </a:p>
        </p:txBody>
      </p:sp>
      <p:sp>
        <p:nvSpPr>
          <p:cNvPr id="65" name="object 5">
            <a:extLst>
              <a:ext uri="{FF2B5EF4-FFF2-40B4-BE49-F238E27FC236}">
                <a16:creationId xmlns:a16="http://schemas.microsoft.com/office/drawing/2014/main" id="{857DA444-3D09-32E5-974F-7CE55715E648}"/>
              </a:ext>
            </a:extLst>
          </p:cNvPr>
          <p:cNvSpPr txBox="1"/>
          <p:nvPr/>
        </p:nvSpPr>
        <p:spPr>
          <a:xfrm>
            <a:off x="5300217" y="3675347"/>
            <a:ext cx="1541440" cy="59381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vert="horz" wrap="square" lIns="72390" tIns="72390" rIns="251999" bIns="72390" rtlCol="0" anchor="ctr">
            <a:noAutofit/>
          </a:bodyPr>
          <a:lstStyle/>
          <a:p>
            <a:pPr marL="12700" marR="508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object 5">
            <a:extLst>
              <a:ext uri="{FF2B5EF4-FFF2-40B4-BE49-F238E27FC236}">
                <a16:creationId xmlns:a16="http://schemas.microsoft.com/office/drawing/2014/main" id="{965E01C6-61FD-D538-B6E9-B04D62E30456}"/>
              </a:ext>
            </a:extLst>
          </p:cNvPr>
          <p:cNvSpPr txBox="1"/>
          <p:nvPr/>
        </p:nvSpPr>
        <p:spPr>
          <a:xfrm>
            <a:off x="5300217" y="4322395"/>
            <a:ext cx="1541440" cy="59381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vert="horz" wrap="square" lIns="72390" tIns="72390" rIns="251999" bIns="72390" rtlCol="0" anchor="ctr">
            <a:noAutofit/>
          </a:bodyPr>
          <a:lstStyle/>
          <a:p>
            <a:pPr marL="12700" marR="508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[Insert details, if relevant]</a:t>
            </a:r>
          </a:p>
        </p:txBody>
      </p:sp>
      <p:sp>
        <p:nvSpPr>
          <p:cNvPr id="77" name="object 5">
            <a:extLst>
              <a:ext uri="{FF2B5EF4-FFF2-40B4-BE49-F238E27FC236}">
                <a16:creationId xmlns:a16="http://schemas.microsoft.com/office/drawing/2014/main" id="{957C8776-D45D-42C8-A459-FC375F426ABB}"/>
              </a:ext>
            </a:extLst>
          </p:cNvPr>
          <p:cNvSpPr txBox="1"/>
          <p:nvPr/>
        </p:nvSpPr>
        <p:spPr>
          <a:xfrm>
            <a:off x="5300217" y="4969444"/>
            <a:ext cx="1541440" cy="59381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vert="horz" wrap="square" lIns="72390" tIns="72390" rIns="251999" bIns="72390" rtlCol="0" anchor="ctr">
            <a:noAutofit/>
          </a:bodyPr>
          <a:lstStyle/>
          <a:p>
            <a:pPr marL="12700" marR="508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[Insert details, if relevant]</a:t>
            </a:r>
          </a:p>
        </p:txBody>
      </p:sp>
      <p:sp>
        <p:nvSpPr>
          <p:cNvPr id="83" name="object 5">
            <a:extLst>
              <a:ext uri="{FF2B5EF4-FFF2-40B4-BE49-F238E27FC236}">
                <a16:creationId xmlns:a16="http://schemas.microsoft.com/office/drawing/2014/main" id="{1F4220FF-991D-4832-F59F-77CF873C4522}"/>
              </a:ext>
            </a:extLst>
          </p:cNvPr>
          <p:cNvSpPr txBox="1"/>
          <p:nvPr/>
        </p:nvSpPr>
        <p:spPr>
          <a:xfrm>
            <a:off x="5300217" y="5616490"/>
            <a:ext cx="1541440" cy="59381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vert="horz" wrap="square" lIns="72390" tIns="18288" rIns="251999" bIns="72390" rtlCol="0" anchor="ctr">
            <a:noAutofit/>
          </a:bodyPr>
          <a:lstStyle/>
          <a:p>
            <a:pPr marL="12700" marR="508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[Insert details, if relevant]</a:t>
            </a:r>
          </a:p>
        </p:txBody>
      </p:sp>
      <p:sp>
        <p:nvSpPr>
          <p:cNvPr id="54" name="object 5">
            <a:extLst>
              <a:ext uri="{FF2B5EF4-FFF2-40B4-BE49-F238E27FC236}">
                <a16:creationId xmlns:a16="http://schemas.microsoft.com/office/drawing/2014/main" id="{63A212E5-4836-A840-D374-CF6ABE5C2401}"/>
              </a:ext>
            </a:extLst>
          </p:cNvPr>
          <p:cNvSpPr txBox="1"/>
          <p:nvPr/>
        </p:nvSpPr>
        <p:spPr>
          <a:xfrm>
            <a:off x="8495639" y="2381250"/>
            <a:ext cx="1541440" cy="59381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txBody>
          <a:bodyPr vert="horz" wrap="square" lIns="72390" tIns="72390" rIns="251999" bIns="72390" rtlCol="0" anchor="ctr">
            <a:noAutofit/>
          </a:bodyPr>
          <a:lstStyle/>
          <a:p>
            <a:pPr marL="12700" marR="508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object 5">
            <a:extLst>
              <a:ext uri="{FF2B5EF4-FFF2-40B4-BE49-F238E27FC236}">
                <a16:creationId xmlns:a16="http://schemas.microsoft.com/office/drawing/2014/main" id="{B1BE09A5-9470-81EE-33F1-5D835D1BCE7D}"/>
              </a:ext>
            </a:extLst>
          </p:cNvPr>
          <p:cNvSpPr txBox="1"/>
          <p:nvPr/>
        </p:nvSpPr>
        <p:spPr>
          <a:xfrm>
            <a:off x="8495639" y="3028298"/>
            <a:ext cx="1541440" cy="59381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txBody>
          <a:bodyPr vert="horz" wrap="square" lIns="72390" tIns="18288" rIns="251999" bIns="72390" rtlCol="0" anchor="ctr">
            <a:noAutofit/>
          </a:bodyPr>
          <a:lstStyle>
            <a:defPPr>
              <a:defRPr lang="en-DK"/>
            </a:defPPr>
            <a:lvl1pPr marL="12700" marR="5080" algn="ctr">
              <a:defRPr sz="1000">
                <a:solidFill>
                  <a:schemeClr val="bg1"/>
                </a:solidFill>
                <a:cs typeface="Calibri"/>
              </a:defRPr>
            </a:lvl1pPr>
          </a:lstStyle>
          <a:p>
            <a:pPr marL="12700" marR="508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[Insert details, if relevant]</a:t>
            </a:r>
          </a:p>
        </p:txBody>
      </p:sp>
      <p:sp>
        <p:nvSpPr>
          <p:cNvPr id="67" name="object 5">
            <a:extLst>
              <a:ext uri="{FF2B5EF4-FFF2-40B4-BE49-F238E27FC236}">
                <a16:creationId xmlns:a16="http://schemas.microsoft.com/office/drawing/2014/main" id="{7D31060D-79A9-BF1C-125A-F3EDD6CD718F}"/>
              </a:ext>
            </a:extLst>
          </p:cNvPr>
          <p:cNvSpPr txBox="1"/>
          <p:nvPr/>
        </p:nvSpPr>
        <p:spPr>
          <a:xfrm>
            <a:off x="8495639" y="3675347"/>
            <a:ext cx="1541440" cy="59381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vert="horz" wrap="square" lIns="72390" tIns="72390" rIns="251999" bIns="72390" rtlCol="0" anchor="ctr">
            <a:noAutofit/>
          </a:bodyPr>
          <a:lstStyle/>
          <a:p>
            <a:pPr marL="12700" marR="508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object 5">
            <a:extLst>
              <a:ext uri="{FF2B5EF4-FFF2-40B4-BE49-F238E27FC236}">
                <a16:creationId xmlns:a16="http://schemas.microsoft.com/office/drawing/2014/main" id="{9495D5BB-7417-E94F-F68C-A6CF6F905C3E}"/>
              </a:ext>
            </a:extLst>
          </p:cNvPr>
          <p:cNvSpPr txBox="1"/>
          <p:nvPr/>
        </p:nvSpPr>
        <p:spPr>
          <a:xfrm>
            <a:off x="8495639" y="4322395"/>
            <a:ext cx="1541440" cy="59381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vert="horz" wrap="square" lIns="72390" tIns="72390" rIns="251999" bIns="72390" rtlCol="0" anchor="ctr">
            <a:noAutofit/>
          </a:bodyPr>
          <a:lstStyle/>
          <a:p>
            <a:pPr marL="12700" marR="508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object 5">
            <a:extLst>
              <a:ext uri="{FF2B5EF4-FFF2-40B4-BE49-F238E27FC236}">
                <a16:creationId xmlns:a16="http://schemas.microsoft.com/office/drawing/2014/main" id="{16D2E6E0-11D4-B135-EB91-0E032D78C1EC}"/>
              </a:ext>
            </a:extLst>
          </p:cNvPr>
          <p:cNvSpPr txBox="1"/>
          <p:nvPr/>
        </p:nvSpPr>
        <p:spPr>
          <a:xfrm>
            <a:off x="8495639" y="4969444"/>
            <a:ext cx="1541440" cy="59381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vert="horz" wrap="square" lIns="72390" tIns="72390" rIns="251999" bIns="72390" rtlCol="0" anchor="ctr">
            <a:noAutofit/>
          </a:bodyPr>
          <a:lstStyle/>
          <a:p>
            <a:pPr marL="12700" marR="508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object 5">
            <a:extLst>
              <a:ext uri="{FF2B5EF4-FFF2-40B4-BE49-F238E27FC236}">
                <a16:creationId xmlns:a16="http://schemas.microsoft.com/office/drawing/2014/main" id="{9D8C330C-6A41-295B-2A41-05723A94B4DE}"/>
              </a:ext>
            </a:extLst>
          </p:cNvPr>
          <p:cNvSpPr txBox="1"/>
          <p:nvPr/>
        </p:nvSpPr>
        <p:spPr>
          <a:xfrm>
            <a:off x="8495639" y="5616490"/>
            <a:ext cx="1541440" cy="59381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vert="horz" wrap="square" lIns="72390" tIns="72390" rIns="251999" bIns="72390" rtlCol="0" anchor="ctr">
            <a:noAutofit/>
          </a:bodyPr>
          <a:lstStyle/>
          <a:p>
            <a:pPr marL="12700" marR="508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object 5">
            <a:extLst>
              <a:ext uri="{FF2B5EF4-FFF2-40B4-BE49-F238E27FC236}">
                <a16:creationId xmlns:a16="http://schemas.microsoft.com/office/drawing/2014/main" id="{DA27DCB6-C654-52B4-71F3-41E567D86D44}"/>
              </a:ext>
            </a:extLst>
          </p:cNvPr>
          <p:cNvSpPr txBox="1"/>
          <p:nvPr/>
        </p:nvSpPr>
        <p:spPr>
          <a:xfrm>
            <a:off x="3702506" y="2381250"/>
            <a:ext cx="1541440" cy="59381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txBody>
          <a:bodyPr vert="horz" wrap="square" lIns="72390" tIns="72390" rIns="251999" bIns="72390" rtlCol="0" anchor="t">
            <a:noAutofit/>
          </a:bodyPr>
          <a:lstStyle/>
          <a:p>
            <a:pPr marL="12700" marR="508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object 5">
            <a:extLst>
              <a:ext uri="{FF2B5EF4-FFF2-40B4-BE49-F238E27FC236}">
                <a16:creationId xmlns:a16="http://schemas.microsoft.com/office/drawing/2014/main" id="{4EA060DD-D302-945C-87DF-107B1726AC1B}"/>
              </a:ext>
            </a:extLst>
          </p:cNvPr>
          <p:cNvSpPr txBox="1"/>
          <p:nvPr/>
        </p:nvSpPr>
        <p:spPr>
          <a:xfrm>
            <a:off x="3702506" y="3028298"/>
            <a:ext cx="1541440" cy="59381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txBody>
          <a:bodyPr vert="horz" wrap="square" lIns="72390" tIns="72390" rIns="251999" bIns="72390" rtlCol="0" anchor="ctr">
            <a:noAutofit/>
          </a:bodyPr>
          <a:lstStyle/>
          <a:p>
            <a:pPr marL="12700" marR="508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[Insert details, if relevant]</a:t>
            </a:r>
          </a:p>
        </p:txBody>
      </p:sp>
      <p:sp>
        <p:nvSpPr>
          <p:cNvPr id="64" name="object 5">
            <a:extLst>
              <a:ext uri="{FF2B5EF4-FFF2-40B4-BE49-F238E27FC236}">
                <a16:creationId xmlns:a16="http://schemas.microsoft.com/office/drawing/2014/main" id="{B91E872D-0DD0-9CD7-C979-8018159B08A8}"/>
              </a:ext>
            </a:extLst>
          </p:cNvPr>
          <p:cNvSpPr txBox="1"/>
          <p:nvPr/>
        </p:nvSpPr>
        <p:spPr>
          <a:xfrm>
            <a:off x="3702506" y="3675347"/>
            <a:ext cx="1541440" cy="59381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vert="horz" wrap="square" lIns="72390" tIns="72390" rIns="251999" bIns="72390" rtlCol="0" anchor="ctr">
            <a:noAutofit/>
          </a:bodyPr>
          <a:lstStyle/>
          <a:p>
            <a:pPr marL="12700" marR="508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[Insert details, if relevant]</a:t>
            </a:r>
          </a:p>
        </p:txBody>
      </p:sp>
      <p:sp>
        <p:nvSpPr>
          <p:cNvPr id="70" name="object 5">
            <a:extLst>
              <a:ext uri="{FF2B5EF4-FFF2-40B4-BE49-F238E27FC236}">
                <a16:creationId xmlns:a16="http://schemas.microsoft.com/office/drawing/2014/main" id="{46963A9C-1C49-CAA5-4814-F373C4BB249D}"/>
              </a:ext>
            </a:extLst>
          </p:cNvPr>
          <p:cNvSpPr txBox="1"/>
          <p:nvPr/>
        </p:nvSpPr>
        <p:spPr>
          <a:xfrm>
            <a:off x="3702506" y="4322395"/>
            <a:ext cx="1541440" cy="59381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vert="horz" wrap="square" lIns="72390" tIns="72390" rIns="251999" bIns="72390" rtlCol="0" anchor="ctr">
            <a:noAutofit/>
          </a:bodyPr>
          <a:lstStyle/>
          <a:p>
            <a:pPr marL="12700" marR="508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[Insert details, if relevant]</a:t>
            </a:r>
          </a:p>
        </p:txBody>
      </p:sp>
      <p:sp>
        <p:nvSpPr>
          <p:cNvPr id="76" name="object 5">
            <a:extLst>
              <a:ext uri="{FF2B5EF4-FFF2-40B4-BE49-F238E27FC236}">
                <a16:creationId xmlns:a16="http://schemas.microsoft.com/office/drawing/2014/main" id="{34E3A44D-AD85-B007-393C-A2329229F306}"/>
              </a:ext>
            </a:extLst>
          </p:cNvPr>
          <p:cNvSpPr txBox="1"/>
          <p:nvPr/>
        </p:nvSpPr>
        <p:spPr>
          <a:xfrm>
            <a:off x="3702506" y="4969444"/>
            <a:ext cx="1541440" cy="59381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vert="horz" wrap="square" lIns="72390" tIns="72390" rIns="251999" bIns="72390" rtlCol="0" anchor="ctr">
            <a:noAutofit/>
          </a:bodyPr>
          <a:lstStyle/>
          <a:p>
            <a:pPr marL="12700" marR="508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[Insert details, if relevant]</a:t>
            </a:r>
          </a:p>
        </p:txBody>
      </p:sp>
      <p:sp>
        <p:nvSpPr>
          <p:cNvPr id="82" name="object 5">
            <a:extLst>
              <a:ext uri="{FF2B5EF4-FFF2-40B4-BE49-F238E27FC236}">
                <a16:creationId xmlns:a16="http://schemas.microsoft.com/office/drawing/2014/main" id="{9F25FD81-7836-CD0C-39F3-7503C2624D99}"/>
              </a:ext>
            </a:extLst>
          </p:cNvPr>
          <p:cNvSpPr txBox="1"/>
          <p:nvPr/>
        </p:nvSpPr>
        <p:spPr>
          <a:xfrm>
            <a:off x="3702506" y="5616490"/>
            <a:ext cx="1541440" cy="59381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vert="horz" wrap="square" lIns="72390" tIns="18288" rIns="251999" bIns="72390" rtlCol="0" anchor="ctr">
            <a:noAutofit/>
          </a:bodyPr>
          <a:lstStyle/>
          <a:p>
            <a:pPr marL="12700" marR="508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[Insert details, if relevant]</a:t>
            </a:r>
          </a:p>
        </p:txBody>
      </p:sp>
      <p:sp>
        <p:nvSpPr>
          <p:cNvPr id="53" name="object 5">
            <a:extLst>
              <a:ext uri="{FF2B5EF4-FFF2-40B4-BE49-F238E27FC236}">
                <a16:creationId xmlns:a16="http://schemas.microsoft.com/office/drawing/2014/main" id="{F9FB29BD-726E-441E-7D39-EEB6A640A60D}"/>
              </a:ext>
            </a:extLst>
          </p:cNvPr>
          <p:cNvSpPr txBox="1"/>
          <p:nvPr/>
        </p:nvSpPr>
        <p:spPr>
          <a:xfrm>
            <a:off x="6897928" y="2381250"/>
            <a:ext cx="1541440" cy="59381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txBody>
          <a:bodyPr vert="horz" wrap="square" lIns="72390" tIns="72390" rIns="251999" bIns="72390" rtlCol="0" anchor="ctr">
            <a:noAutofit/>
          </a:bodyPr>
          <a:lstStyle/>
          <a:p>
            <a:pPr marL="12700" marR="508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[Insert details, if relevant]</a:t>
            </a:r>
          </a:p>
        </p:txBody>
      </p:sp>
      <p:sp>
        <p:nvSpPr>
          <p:cNvPr id="60" name="object 5">
            <a:extLst>
              <a:ext uri="{FF2B5EF4-FFF2-40B4-BE49-F238E27FC236}">
                <a16:creationId xmlns:a16="http://schemas.microsoft.com/office/drawing/2014/main" id="{6F32E062-7F6F-E095-492A-ECAD266B5466}"/>
              </a:ext>
            </a:extLst>
          </p:cNvPr>
          <p:cNvSpPr txBox="1"/>
          <p:nvPr/>
        </p:nvSpPr>
        <p:spPr>
          <a:xfrm>
            <a:off x="6897928" y="3028298"/>
            <a:ext cx="1541440" cy="59381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txBody>
          <a:bodyPr vert="horz" wrap="square" lIns="72390" tIns="18288" rIns="251999" bIns="72390" rtlCol="0" anchor="ctr">
            <a:noAutofit/>
          </a:bodyPr>
          <a:lstStyle>
            <a:defPPr>
              <a:defRPr lang="en-DK"/>
            </a:defPPr>
            <a:lvl1pPr marL="12700" marR="5080" algn="ctr">
              <a:defRPr sz="1000">
                <a:solidFill>
                  <a:schemeClr val="bg1"/>
                </a:solidFill>
                <a:cs typeface="Calibri"/>
              </a:defRPr>
            </a:lvl1pPr>
          </a:lstStyle>
          <a:p>
            <a:pPr marL="12700" marR="508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[Insert details, if relevant]</a:t>
            </a:r>
          </a:p>
        </p:txBody>
      </p:sp>
      <p:sp>
        <p:nvSpPr>
          <p:cNvPr id="66" name="object 5">
            <a:extLst>
              <a:ext uri="{FF2B5EF4-FFF2-40B4-BE49-F238E27FC236}">
                <a16:creationId xmlns:a16="http://schemas.microsoft.com/office/drawing/2014/main" id="{05FF5D75-1727-5F92-3519-968AA431F3CF}"/>
              </a:ext>
            </a:extLst>
          </p:cNvPr>
          <p:cNvSpPr txBox="1"/>
          <p:nvPr/>
        </p:nvSpPr>
        <p:spPr>
          <a:xfrm>
            <a:off x="6897928" y="3675347"/>
            <a:ext cx="1541440" cy="59381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vert="horz" wrap="square" lIns="72390" tIns="72390" rIns="251999" bIns="72390" rtlCol="0" anchor="ctr">
            <a:noAutofit/>
          </a:bodyPr>
          <a:lstStyle/>
          <a:p>
            <a:pPr marL="12700" marR="508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[Insert details, if relevant]</a:t>
            </a:r>
          </a:p>
        </p:txBody>
      </p:sp>
      <p:sp>
        <p:nvSpPr>
          <p:cNvPr id="72" name="object 5">
            <a:extLst>
              <a:ext uri="{FF2B5EF4-FFF2-40B4-BE49-F238E27FC236}">
                <a16:creationId xmlns:a16="http://schemas.microsoft.com/office/drawing/2014/main" id="{27E5E0DC-0B92-C16C-1F18-DA268912101F}"/>
              </a:ext>
            </a:extLst>
          </p:cNvPr>
          <p:cNvSpPr txBox="1"/>
          <p:nvPr/>
        </p:nvSpPr>
        <p:spPr>
          <a:xfrm>
            <a:off x="6897928" y="4322395"/>
            <a:ext cx="1541440" cy="59381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vert="horz" wrap="square" lIns="72390" tIns="72390" rIns="251999" bIns="72390" rtlCol="0" anchor="ctr">
            <a:noAutofit/>
          </a:bodyPr>
          <a:lstStyle/>
          <a:p>
            <a:pPr marL="12700" marR="508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object 5">
            <a:extLst>
              <a:ext uri="{FF2B5EF4-FFF2-40B4-BE49-F238E27FC236}">
                <a16:creationId xmlns:a16="http://schemas.microsoft.com/office/drawing/2014/main" id="{4F6D3AD7-3A17-6BCA-1F58-4E6B04E1A11A}"/>
              </a:ext>
            </a:extLst>
          </p:cNvPr>
          <p:cNvSpPr txBox="1"/>
          <p:nvPr/>
        </p:nvSpPr>
        <p:spPr>
          <a:xfrm>
            <a:off x="6897928" y="4969444"/>
            <a:ext cx="1541440" cy="59381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vert="horz" wrap="square" lIns="72390" tIns="18288" rIns="251999" bIns="72390" rtlCol="0" anchor="ctr">
            <a:noAutofit/>
          </a:bodyPr>
          <a:lstStyle/>
          <a:p>
            <a:pPr marL="12700" marR="508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[Insert details, if relevant]</a:t>
            </a:r>
          </a:p>
        </p:txBody>
      </p:sp>
      <p:sp>
        <p:nvSpPr>
          <p:cNvPr id="84" name="object 5">
            <a:extLst>
              <a:ext uri="{FF2B5EF4-FFF2-40B4-BE49-F238E27FC236}">
                <a16:creationId xmlns:a16="http://schemas.microsoft.com/office/drawing/2014/main" id="{0F5D803E-E536-F527-2C19-84A244C3F1CD}"/>
              </a:ext>
            </a:extLst>
          </p:cNvPr>
          <p:cNvSpPr txBox="1"/>
          <p:nvPr/>
        </p:nvSpPr>
        <p:spPr>
          <a:xfrm>
            <a:off x="6897928" y="5616490"/>
            <a:ext cx="1541440" cy="59381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vert="horz" wrap="square" lIns="72390" tIns="72390" rIns="251999" bIns="72390" rtlCol="0" anchor="ctr">
            <a:noAutofit/>
          </a:bodyPr>
          <a:lstStyle/>
          <a:p>
            <a:pPr marL="12700" marR="508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object 9">
            <a:extLst>
              <a:ext uri="{FF2B5EF4-FFF2-40B4-BE49-F238E27FC236}">
                <a16:creationId xmlns:a16="http://schemas.microsoft.com/office/drawing/2014/main" id="{3DA74B44-9C2C-E258-B28A-FF368D324735}"/>
              </a:ext>
            </a:extLst>
          </p:cNvPr>
          <p:cNvSpPr txBox="1"/>
          <p:nvPr/>
        </p:nvSpPr>
        <p:spPr>
          <a:xfrm>
            <a:off x="10093347" y="1844824"/>
            <a:ext cx="1541440" cy="457577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bg1"/>
            </a:solidFill>
          </a:ln>
        </p:spPr>
        <p:txBody>
          <a:bodyPr vert="horz" wrap="square" lIns="91440" tIns="91440" rIns="91440" bIns="91440" rtlCol="0" anchor="ctr">
            <a:noAutofit/>
          </a:bodyPr>
          <a:lstStyle/>
          <a:p>
            <a:pPr marL="12700" marR="508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Calibri"/>
              </a:rPr>
              <a:t>[Product feature]</a:t>
            </a:r>
          </a:p>
        </p:txBody>
      </p:sp>
      <p:sp>
        <p:nvSpPr>
          <p:cNvPr id="16" name="object 5">
            <a:extLst>
              <a:ext uri="{FF2B5EF4-FFF2-40B4-BE49-F238E27FC236}">
                <a16:creationId xmlns:a16="http://schemas.microsoft.com/office/drawing/2014/main" id="{57542EE1-D81F-3EB4-F38A-6DBE0806E245}"/>
              </a:ext>
            </a:extLst>
          </p:cNvPr>
          <p:cNvSpPr txBox="1"/>
          <p:nvPr/>
        </p:nvSpPr>
        <p:spPr>
          <a:xfrm>
            <a:off x="2104795" y="1844824"/>
            <a:ext cx="1541440" cy="457577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bg1"/>
            </a:solidFill>
          </a:ln>
        </p:spPr>
        <p:txBody>
          <a:bodyPr vert="horz" wrap="square" lIns="91440" tIns="91440" rIns="91440" bIns="91440" rtlCol="0" anchor="ctr">
            <a:noAutofit/>
          </a:bodyPr>
          <a:lstStyle/>
          <a:p>
            <a:pPr marL="12700" marR="508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Calibri"/>
              </a:rPr>
              <a:t>[Product feature]</a:t>
            </a:r>
          </a:p>
        </p:txBody>
      </p:sp>
      <p:sp>
        <p:nvSpPr>
          <p:cNvPr id="17" name="object 7">
            <a:extLst>
              <a:ext uri="{FF2B5EF4-FFF2-40B4-BE49-F238E27FC236}">
                <a16:creationId xmlns:a16="http://schemas.microsoft.com/office/drawing/2014/main" id="{76154ECA-7C16-2546-A12C-C0596D79B1C4}"/>
              </a:ext>
            </a:extLst>
          </p:cNvPr>
          <p:cNvSpPr txBox="1"/>
          <p:nvPr/>
        </p:nvSpPr>
        <p:spPr>
          <a:xfrm>
            <a:off x="5300217" y="1844824"/>
            <a:ext cx="1541440" cy="457577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bg1"/>
            </a:solidFill>
          </a:ln>
        </p:spPr>
        <p:txBody>
          <a:bodyPr vert="horz" wrap="square" lIns="91440" tIns="91440" rIns="91440" bIns="91440" rtlCol="0" anchor="ctr">
            <a:noAutofit/>
          </a:bodyPr>
          <a:lstStyle/>
          <a:p>
            <a:pPr marL="12700" marR="508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Calibri"/>
              </a:rPr>
              <a:t>[Product feature]</a:t>
            </a:r>
          </a:p>
        </p:txBody>
      </p:sp>
      <p:sp>
        <p:nvSpPr>
          <p:cNvPr id="18" name="object 9">
            <a:extLst>
              <a:ext uri="{FF2B5EF4-FFF2-40B4-BE49-F238E27FC236}">
                <a16:creationId xmlns:a16="http://schemas.microsoft.com/office/drawing/2014/main" id="{3B44A732-80E8-B5A1-8AC3-069709503B08}"/>
              </a:ext>
            </a:extLst>
          </p:cNvPr>
          <p:cNvSpPr txBox="1"/>
          <p:nvPr/>
        </p:nvSpPr>
        <p:spPr>
          <a:xfrm>
            <a:off x="8495639" y="1844824"/>
            <a:ext cx="1541440" cy="457577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bg1"/>
            </a:solidFill>
          </a:ln>
        </p:spPr>
        <p:txBody>
          <a:bodyPr vert="horz" wrap="square" lIns="91440" tIns="91440" rIns="91440" bIns="91440" rtlCol="0" anchor="ctr">
            <a:noAutofit/>
          </a:bodyPr>
          <a:lstStyle/>
          <a:p>
            <a:pPr marL="12700" marR="508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Calibri"/>
              </a:rPr>
              <a:t>[Product feature]</a:t>
            </a:r>
          </a:p>
        </p:txBody>
      </p:sp>
      <p:sp>
        <p:nvSpPr>
          <p:cNvPr id="19" name="object 6">
            <a:extLst>
              <a:ext uri="{FF2B5EF4-FFF2-40B4-BE49-F238E27FC236}">
                <a16:creationId xmlns:a16="http://schemas.microsoft.com/office/drawing/2014/main" id="{F919622F-4EA1-4B90-91CE-0E80BA7D2D0B}"/>
              </a:ext>
            </a:extLst>
          </p:cNvPr>
          <p:cNvSpPr txBox="1"/>
          <p:nvPr/>
        </p:nvSpPr>
        <p:spPr>
          <a:xfrm>
            <a:off x="3702506" y="1844824"/>
            <a:ext cx="1541440" cy="457577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bg1"/>
            </a:solidFill>
          </a:ln>
        </p:spPr>
        <p:txBody>
          <a:bodyPr vert="horz" wrap="square" lIns="91440" tIns="91440" rIns="91440" bIns="91440" rtlCol="0" anchor="ctr">
            <a:noAutofit/>
          </a:bodyPr>
          <a:lstStyle/>
          <a:p>
            <a:pPr marL="12700" marR="508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Calibri"/>
              </a:rPr>
              <a:t>[Product feature]</a:t>
            </a:r>
          </a:p>
        </p:txBody>
      </p:sp>
      <p:sp>
        <p:nvSpPr>
          <p:cNvPr id="20" name="object 8">
            <a:extLst>
              <a:ext uri="{FF2B5EF4-FFF2-40B4-BE49-F238E27FC236}">
                <a16:creationId xmlns:a16="http://schemas.microsoft.com/office/drawing/2014/main" id="{0DF7E133-C026-AF4A-237C-4F2199EC936D}"/>
              </a:ext>
            </a:extLst>
          </p:cNvPr>
          <p:cNvSpPr txBox="1"/>
          <p:nvPr/>
        </p:nvSpPr>
        <p:spPr>
          <a:xfrm>
            <a:off x="6897928" y="1844825"/>
            <a:ext cx="1541440" cy="457577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bg1"/>
            </a:solidFill>
          </a:ln>
        </p:spPr>
        <p:txBody>
          <a:bodyPr vert="horz" wrap="square" lIns="91440" tIns="91440" rIns="91440" bIns="91440" rtlCol="0" anchor="ctr">
            <a:noAutofit/>
          </a:bodyPr>
          <a:lstStyle/>
          <a:p>
            <a:pPr marL="12700" marR="508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Calibri"/>
              </a:rPr>
              <a:t>[Product feature]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9A86AD4-EA2C-B02E-6F77-DDF695CB838C}"/>
              </a:ext>
            </a:extLst>
          </p:cNvPr>
          <p:cNvSpPr/>
          <p:nvPr/>
        </p:nvSpPr>
        <p:spPr>
          <a:xfrm>
            <a:off x="740627" y="2503223"/>
            <a:ext cx="1114958" cy="3498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 cap="sq">
            <a:solidFill>
              <a:schemeClr val="tx1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[Competitor]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529F7FC-8216-210F-00D6-CA10BF4D3CD7}"/>
              </a:ext>
            </a:extLst>
          </p:cNvPr>
          <p:cNvSpPr/>
          <p:nvPr/>
        </p:nvSpPr>
        <p:spPr>
          <a:xfrm>
            <a:off x="740627" y="3181242"/>
            <a:ext cx="1114958" cy="3498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 cap="sq">
            <a:solidFill>
              <a:schemeClr val="tx1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[Competitor]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FE870D2-66E7-FC80-BCBF-97C0E8A73922}"/>
              </a:ext>
            </a:extLst>
          </p:cNvPr>
          <p:cNvSpPr/>
          <p:nvPr/>
        </p:nvSpPr>
        <p:spPr>
          <a:xfrm>
            <a:off x="740627" y="3820547"/>
            <a:ext cx="1114958" cy="3498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 cap="sq">
            <a:solidFill>
              <a:schemeClr val="tx1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[Competitor]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3A1CFDF-F084-E2EE-3D76-A4BB5D3219F9}"/>
              </a:ext>
            </a:extLst>
          </p:cNvPr>
          <p:cNvSpPr/>
          <p:nvPr/>
        </p:nvSpPr>
        <p:spPr>
          <a:xfrm>
            <a:off x="740627" y="4459852"/>
            <a:ext cx="1114958" cy="3498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 cap="sq">
            <a:solidFill>
              <a:schemeClr val="tx1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[Competitor]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E31810F-A707-0C68-FAFA-D3C90BC2E794}"/>
              </a:ext>
            </a:extLst>
          </p:cNvPr>
          <p:cNvSpPr/>
          <p:nvPr/>
        </p:nvSpPr>
        <p:spPr>
          <a:xfrm>
            <a:off x="740627" y="5099157"/>
            <a:ext cx="1114958" cy="3498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 cap="sq">
            <a:solidFill>
              <a:schemeClr val="tx1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[Competitor]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D043CA7-CD5E-593C-4842-F2DF91D03C0B}"/>
              </a:ext>
            </a:extLst>
          </p:cNvPr>
          <p:cNvSpPr/>
          <p:nvPr/>
        </p:nvSpPr>
        <p:spPr>
          <a:xfrm>
            <a:off x="740627" y="5738463"/>
            <a:ext cx="1114958" cy="3498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 cap="sq">
            <a:solidFill>
              <a:schemeClr val="tx1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[Competitor]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3D95B66-5C57-FA98-F4B6-9FC3CA031FB3}"/>
              </a:ext>
            </a:extLst>
          </p:cNvPr>
          <p:cNvSpPr/>
          <p:nvPr/>
        </p:nvSpPr>
        <p:spPr>
          <a:xfrm>
            <a:off x="8064775" y="3828252"/>
            <a:ext cx="288000" cy="288000"/>
          </a:xfrm>
          <a:prstGeom prst="ellipse">
            <a:avLst/>
          </a:prstGeom>
          <a:solidFill>
            <a:srgbClr val="3C96B4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✓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C67BE5A-254C-6BFA-2352-9766F2C8EB79}"/>
              </a:ext>
            </a:extLst>
          </p:cNvPr>
          <p:cNvSpPr/>
          <p:nvPr/>
        </p:nvSpPr>
        <p:spPr>
          <a:xfrm>
            <a:off x="10720067" y="4475300"/>
            <a:ext cx="288000" cy="288000"/>
          </a:xfrm>
          <a:prstGeom prst="ellipse">
            <a:avLst/>
          </a:prstGeom>
          <a:solidFill>
            <a:srgbClr val="E5546C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89030B1-1528-688D-EB43-D19A77D8A966}"/>
              </a:ext>
            </a:extLst>
          </p:cNvPr>
          <p:cNvSpPr/>
          <p:nvPr/>
        </p:nvSpPr>
        <p:spPr>
          <a:xfrm>
            <a:off x="10720067" y="5122349"/>
            <a:ext cx="288000" cy="288000"/>
          </a:xfrm>
          <a:prstGeom prst="ellipse">
            <a:avLst/>
          </a:prstGeom>
          <a:solidFill>
            <a:srgbClr val="E5546C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C3B90E9-27FC-FB29-F43D-E839FA54CA7E}"/>
              </a:ext>
            </a:extLst>
          </p:cNvPr>
          <p:cNvSpPr/>
          <p:nvPr/>
        </p:nvSpPr>
        <p:spPr>
          <a:xfrm>
            <a:off x="10720067" y="5769395"/>
            <a:ext cx="288000" cy="288000"/>
          </a:xfrm>
          <a:prstGeom prst="ellipse">
            <a:avLst/>
          </a:prstGeom>
          <a:solidFill>
            <a:srgbClr val="E5546C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EFD09822-35D0-32DD-A771-3BCE82A9E97A}"/>
              </a:ext>
            </a:extLst>
          </p:cNvPr>
          <p:cNvSpPr/>
          <p:nvPr/>
        </p:nvSpPr>
        <p:spPr>
          <a:xfrm>
            <a:off x="9122359" y="5769395"/>
            <a:ext cx="288000" cy="288000"/>
          </a:xfrm>
          <a:prstGeom prst="ellipse">
            <a:avLst/>
          </a:prstGeom>
          <a:solidFill>
            <a:srgbClr val="E5546C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4F16D94-0583-06F4-1044-09DAE971303B}"/>
              </a:ext>
            </a:extLst>
          </p:cNvPr>
          <p:cNvSpPr/>
          <p:nvPr/>
        </p:nvSpPr>
        <p:spPr>
          <a:xfrm>
            <a:off x="9122359" y="5122349"/>
            <a:ext cx="288000" cy="288000"/>
          </a:xfrm>
          <a:prstGeom prst="ellipse">
            <a:avLst/>
          </a:prstGeom>
          <a:solidFill>
            <a:srgbClr val="E5546C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AABA1BA-A97D-E54D-1ECE-84D2D8A0BAA4}"/>
              </a:ext>
            </a:extLst>
          </p:cNvPr>
          <p:cNvSpPr/>
          <p:nvPr/>
        </p:nvSpPr>
        <p:spPr>
          <a:xfrm>
            <a:off x="9122359" y="4475300"/>
            <a:ext cx="288000" cy="288000"/>
          </a:xfrm>
          <a:prstGeom prst="ellipse">
            <a:avLst/>
          </a:prstGeom>
          <a:solidFill>
            <a:srgbClr val="E5546C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B41B40E4-A376-F484-BDE7-6C42E42432AE}"/>
              </a:ext>
            </a:extLst>
          </p:cNvPr>
          <p:cNvSpPr/>
          <p:nvPr/>
        </p:nvSpPr>
        <p:spPr>
          <a:xfrm>
            <a:off x="9122359" y="3828252"/>
            <a:ext cx="288000" cy="288000"/>
          </a:xfrm>
          <a:prstGeom prst="ellipse">
            <a:avLst/>
          </a:prstGeom>
          <a:solidFill>
            <a:srgbClr val="E5546C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89D5C80-CFFC-6A16-B6E9-CBE96E8A1E9B}"/>
              </a:ext>
            </a:extLst>
          </p:cNvPr>
          <p:cNvSpPr/>
          <p:nvPr/>
        </p:nvSpPr>
        <p:spPr>
          <a:xfrm>
            <a:off x="7524648" y="4475300"/>
            <a:ext cx="288000" cy="288000"/>
          </a:xfrm>
          <a:prstGeom prst="ellipse">
            <a:avLst/>
          </a:prstGeom>
          <a:solidFill>
            <a:srgbClr val="E5546C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B133A191-D1C0-FBE0-B9C4-DC678D5F8F68}"/>
              </a:ext>
            </a:extLst>
          </p:cNvPr>
          <p:cNvSpPr/>
          <p:nvPr/>
        </p:nvSpPr>
        <p:spPr>
          <a:xfrm>
            <a:off x="7524648" y="5769395"/>
            <a:ext cx="288000" cy="288000"/>
          </a:xfrm>
          <a:prstGeom prst="ellipse">
            <a:avLst/>
          </a:prstGeom>
          <a:solidFill>
            <a:srgbClr val="E5546C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E255F502-BE75-9516-759B-D8E52137E21B}"/>
              </a:ext>
            </a:extLst>
          </p:cNvPr>
          <p:cNvSpPr/>
          <p:nvPr/>
        </p:nvSpPr>
        <p:spPr>
          <a:xfrm>
            <a:off x="5926937" y="3828252"/>
            <a:ext cx="288000" cy="288000"/>
          </a:xfrm>
          <a:prstGeom prst="ellipse">
            <a:avLst/>
          </a:prstGeom>
          <a:solidFill>
            <a:srgbClr val="E5546C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10019458-C2ED-0ADD-258A-47897A4ED44B}"/>
              </a:ext>
            </a:extLst>
          </p:cNvPr>
          <p:cNvSpPr/>
          <p:nvPr/>
        </p:nvSpPr>
        <p:spPr>
          <a:xfrm>
            <a:off x="2731515" y="4475300"/>
            <a:ext cx="288000" cy="288000"/>
          </a:xfrm>
          <a:prstGeom prst="ellipse">
            <a:avLst/>
          </a:prstGeom>
          <a:solidFill>
            <a:srgbClr val="E5546C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E6C88CCD-A31C-A514-5DCD-B80E0888B0F4}"/>
              </a:ext>
            </a:extLst>
          </p:cNvPr>
          <p:cNvSpPr/>
          <p:nvPr/>
        </p:nvSpPr>
        <p:spPr>
          <a:xfrm>
            <a:off x="2731515" y="5122349"/>
            <a:ext cx="288000" cy="288000"/>
          </a:xfrm>
          <a:prstGeom prst="ellipse">
            <a:avLst/>
          </a:prstGeom>
          <a:solidFill>
            <a:srgbClr val="E5546C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D364897-386E-8112-C148-BB3FB0B3918E}"/>
              </a:ext>
            </a:extLst>
          </p:cNvPr>
          <p:cNvSpPr/>
          <p:nvPr/>
        </p:nvSpPr>
        <p:spPr>
          <a:xfrm>
            <a:off x="2731515" y="5769395"/>
            <a:ext cx="288000" cy="288000"/>
          </a:xfrm>
          <a:prstGeom prst="ellipse">
            <a:avLst/>
          </a:prstGeom>
          <a:solidFill>
            <a:srgbClr val="E5546C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311083E-33A8-8DA4-0927-C328987FF1E5}"/>
              </a:ext>
            </a:extLst>
          </p:cNvPr>
          <p:cNvSpPr/>
          <p:nvPr/>
        </p:nvSpPr>
        <p:spPr>
          <a:xfrm>
            <a:off x="4329226" y="2534155"/>
            <a:ext cx="288000" cy="288000"/>
          </a:xfrm>
          <a:prstGeom prst="ellipse">
            <a:avLst/>
          </a:prstGeom>
          <a:solidFill>
            <a:srgbClr val="E5546C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39BA05A1-D863-1D79-C624-01D6014BC6CC}"/>
              </a:ext>
            </a:extLst>
          </p:cNvPr>
          <p:cNvSpPr/>
          <p:nvPr/>
        </p:nvSpPr>
        <p:spPr>
          <a:xfrm>
            <a:off x="9149172" y="2534155"/>
            <a:ext cx="288000" cy="288000"/>
          </a:xfrm>
          <a:prstGeom prst="ellipse">
            <a:avLst/>
          </a:prstGeom>
          <a:solidFill>
            <a:srgbClr val="E5546C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87307F93-AEF3-D607-4A6F-F387D6154ECB}"/>
              </a:ext>
            </a:extLst>
          </p:cNvPr>
          <p:cNvSpPr/>
          <p:nvPr/>
        </p:nvSpPr>
        <p:spPr>
          <a:xfrm>
            <a:off x="8064775" y="3181203"/>
            <a:ext cx="288000" cy="288000"/>
          </a:xfrm>
          <a:prstGeom prst="ellipse">
            <a:avLst/>
          </a:prstGeom>
          <a:solidFill>
            <a:srgbClr val="3C96B4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✓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93C84A45-6FD3-4922-F5C4-A121A03DA50E}"/>
              </a:ext>
            </a:extLst>
          </p:cNvPr>
          <p:cNvSpPr/>
          <p:nvPr/>
        </p:nvSpPr>
        <p:spPr>
          <a:xfrm>
            <a:off x="8064775" y="2534155"/>
            <a:ext cx="288000" cy="288000"/>
          </a:xfrm>
          <a:prstGeom prst="ellipse">
            <a:avLst/>
          </a:prstGeom>
          <a:solidFill>
            <a:srgbClr val="3C96B4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✓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6F9EEC72-136C-7F3A-AC03-A32186D2A354}"/>
              </a:ext>
            </a:extLst>
          </p:cNvPr>
          <p:cNvSpPr/>
          <p:nvPr/>
        </p:nvSpPr>
        <p:spPr>
          <a:xfrm>
            <a:off x="9681486" y="3181203"/>
            <a:ext cx="288000" cy="288000"/>
          </a:xfrm>
          <a:prstGeom prst="ellipse">
            <a:avLst/>
          </a:prstGeom>
          <a:solidFill>
            <a:srgbClr val="3C96B4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✓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5AFBDDCF-3C8F-FE4B-32FD-F70EEC2D3E4F}"/>
              </a:ext>
            </a:extLst>
          </p:cNvPr>
          <p:cNvSpPr/>
          <p:nvPr/>
        </p:nvSpPr>
        <p:spPr>
          <a:xfrm>
            <a:off x="10720067" y="3181203"/>
            <a:ext cx="288000" cy="288000"/>
          </a:xfrm>
          <a:prstGeom prst="ellipse">
            <a:avLst/>
          </a:prstGeom>
          <a:solidFill>
            <a:srgbClr val="3C96B4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✓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F3711E94-FC2B-0347-E780-1BD72B270D27}"/>
              </a:ext>
            </a:extLst>
          </p:cNvPr>
          <p:cNvSpPr/>
          <p:nvPr/>
        </p:nvSpPr>
        <p:spPr>
          <a:xfrm>
            <a:off x="10720067" y="2534155"/>
            <a:ext cx="288000" cy="288000"/>
          </a:xfrm>
          <a:prstGeom prst="ellipse">
            <a:avLst/>
          </a:prstGeom>
          <a:solidFill>
            <a:srgbClr val="3C96B4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✓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A2A7540E-9B5B-A400-4E6E-3C19C2E34152}"/>
              </a:ext>
            </a:extLst>
          </p:cNvPr>
          <p:cNvSpPr/>
          <p:nvPr/>
        </p:nvSpPr>
        <p:spPr>
          <a:xfrm>
            <a:off x="10720067" y="3828252"/>
            <a:ext cx="288000" cy="288000"/>
          </a:xfrm>
          <a:prstGeom prst="ellipse">
            <a:avLst/>
          </a:prstGeom>
          <a:solidFill>
            <a:srgbClr val="E5546C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40A9A9FA-3EC7-0319-03B5-4E7667FFA3CE}"/>
              </a:ext>
            </a:extLst>
          </p:cNvPr>
          <p:cNvSpPr/>
          <p:nvPr/>
        </p:nvSpPr>
        <p:spPr>
          <a:xfrm>
            <a:off x="2731515" y="2534155"/>
            <a:ext cx="288000" cy="288000"/>
          </a:xfrm>
          <a:prstGeom prst="ellipse">
            <a:avLst/>
          </a:prstGeom>
          <a:solidFill>
            <a:srgbClr val="3C96B4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✓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A1693374-EB8A-9596-059E-79EEF574F9BD}"/>
              </a:ext>
            </a:extLst>
          </p:cNvPr>
          <p:cNvSpPr/>
          <p:nvPr/>
        </p:nvSpPr>
        <p:spPr>
          <a:xfrm>
            <a:off x="3257994" y="3181203"/>
            <a:ext cx="288000" cy="288000"/>
          </a:xfrm>
          <a:prstGeom prst="ellipse">
            <a:avLst/>
          </a:prstGeom>
          <a:solidFill>
            <a:srgbClr val="3C96B4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✓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D047AEC8-8A82-9A95-73EC-51339C41C857}"/>
              </a:ext>
            </a:extLst>
          </p:cNvPr>
          <p:cNvSpPr/>
          <p:nvPr/>
        </p:nvSpPr>
        <p:spPr>
          <a:xfrm>
            <a:off x="3257994" y="3828252"/>
            <a:ext cx="288000" cy="288000"/>
          </a:xfrm>
          <a:prstGeom prst="ellipse">
            <a:avLst/>
          </a:prstGeom>
          <a:solidFill>
            <a:srgbClr val="3C96B4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✓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F912ECCD-EEAF-6271-3D4C-ADA330C19F6F}"/>
              </a:ext>
            </a:extLst>
          </p:cNvPr>
          <p:cNvSpPr/>
          <p:nvPr/>
        </p:nvSpPr>
        <p:spPr>
          <a:xfrm>
            <a:off x="4861988" y="3181203"/>
            <a:ext cx="288000" cy="288000"/>
          </a:xfrm>
          <a:prstGeom prst="ellipse">
            <a:avLst/>
          </a:prstGeom>
          <a:solidFill>
            <a:srgbClr val="3C96B4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✓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D1E6881E-734E-0141-BF66-95F23CE7E604}"/>
              </a:ext>
            </a:extLst>
          </p:cNvPr>
          <p:cNvSpPr/>
          <p:nvPr/>
        </p:nvSpPr>
        <p:spPr>
          <a:xfrm>
            <a:off x="4861988" y="3828252"/>
            <a:ext cx="288000" cy="288000"/>
          </a:xfrm>
          <a:prstGeom prst="ellipse">
            <a:avLst/>
          </a:prstGeom>
          <a:solidFill>
            <a:srgbClr val="3C96B4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✓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738D16F6-8114-0D29-4E21-D609AEFD41D5}"/>
              </a:ext>
            </a:extLst>
          </p:cNvPr>
          <p:cNvSpPr/>
          <p:nvPr/>
        </p:nvSpPr>
        <p:spPr>
          <a:xfrm>
            <a:off x="4861988" y="4475300"/>
            <a:ext cx="288000" cy="288000"/>
          </a:xfrm>
          <a:prstGeom prst="ellipse">
            <a:avLst/>
          </a:prstGeom>
          <a:solidFill>
            <a:srgbClr val="3C96B4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✓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D74872E8-6BB1-1E04-642B-C63E6C9CCE25}"/>
              </a:ext>
            </a:extLst>
          </p:cNvPr>
          <p:cNvSpPr/>
          <p:nvPr/>
        </p:nvSpPr>
        <p:spPr>
          <a:xfrm>
            <a:off x="4861988" y="5122349"/>
            <a:ext cx="288000" cy="288000"/>
          </a:xfrm>
          <a:prstGeom prst="ellipse">
            <a:avLst/>
          </a:prstGeom>
          <a:solidFill>
            <a:srgbClr val="3C96B4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✓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A5AD56F5-4CE2-A456-4BF4-05B76A5EF328}"/>
              </a:ext>
            </a:extLst>
          </p:cNvPr>
          <p:cNvSpPr/>
          <p:nvPr/>
        </p:nvSpPr>
        <p:spPr>
          <a:xfrm>
            <a:off x="4861988" y="5769395"/>
            <a:ext cx="288000" cy="288000"/>
          </a:xfrm>
          <a:prstGeom prst="ellipse">
            <a:avLst/>
          </a:prstGeom>
          <a:solidFill>
            <a:srgbClr val="3C96B4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✓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5510DAE4-7E0B-9D80-20C2-ED1623622651}"/>
              </a:ext>
            </a:extLst>
          </p:cNvPr>
          <p:cNvSpPr/>
          <p:nvPr/>
        </p:nvSpPr>
        <p:spPr>
          <a:xfrm>
            <a:off x="6471136" y="5769395"/>
            <a:ext cx="288000" cy="288000"/>
          </a:xfrm>
          <a:prstGeom prst="ellipse">
            <a:avLst/>
          </a:prstGeom>
          <a:solidFill>
            <a:srgbClr val="3C96B4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✓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EFEBEEB8-2FF2-CB2D-4C7A-EF6DF74959FC}"/>
              </a:ext>
            </a:extLst>
          </p:cNvPr>
          <p:cNvSpPr/>
          <p:nvPr/>
        </p:nvSpPr>
        <p:spPr>
          <a:xfrm>
            <a:off x="6471136" y="5122349"/>
            <a:ext cx="288000" cy="288000"/>
          </a:xfrm>
          <a:prstGeom prst="ellipse">
            <a:avLst/>
          </a:prstGeom>
          <a:solidFill>
            <a:srgbClr val="3C96B4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✓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8EED1990-AAE3-653C-53E4-995B9B17EF6F}"/>
              </a:ext>
            </a:extLst>
          </p:cNvPr>
          <p:cNvSpPr/>
          <p:nvPr/>
        </p:nvSpPr>
        <p:spPr>
          <a:xfrm>
            <a:off x="6471136" y="4475300"/>
            <a:ext cx="288000" cy="288000"/>
          </a:xfrm>
          <a:prstGeom prst="ellipse">
            <a:avLst/>
          </a:prstGeom>
          <a:solidFill>
            <a:srgbClr val="3C96B4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✓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D3CFBB0E-3D71-D0EF-BF5C-5EBEAE86D755}"/>
              </a:ext>
            </a:extLst>
          </p:cNvPr>
          <p:cNvSpPr/>
          <p:nvPr/>
        </p:nvSpPr>
        <p:spPr>
          <a:xfrm>
            <a:off x="6471136" y="3181203"/>
            <a:ext cx="288000" cy="288000"/>
          </a:xfrm>
          <a:prstGeom prst="ellipse">
            <a:avLst/>
          </a:prstGeom>
          <a:solidFill>
            <a:srgbClr val="3C96B4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✓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F34AAC29-C99D-672A-B8D8-6B4E6030D037}"/>
              </a:ext>
            </a:extLst>
          </p:cNvPr>
          <p:cNvSpPr/>
          <p:nvPr/>
        </p:nvSpPr>
        <p:spPr>
          <a:xfrm>
            <a:off x="6471136" y="2534155"/>
            <a:ext cx="288000" cy="288000"/>
          </a:xfrm>
          <a:prstGeom prst="ellipse">
            <a:avLst/>
          </a:prstGeom>
          <a:solidFill>
            <a:srgbClr val="3C96B4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✓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4" name="Google Shape;507;p14">
            <a:extLst>
              <a:ext uri="{FF2B5EF4-FFF2-40B4-BE49-F238E27FC236}">
                <a16:creationId xmlns:a16="http://schemas.microsoft.com/office/drawing/2014/main" id="{60D1B465-776B-7C91-8E4B-8CA4A1F00E48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Arial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74513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D4E9833-DD52-7E34-E139-F3155CA08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players include core [features/services] in their offering but differ on degree of additional [features/services]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009B984-F610-BB90-6FA7-24BEF0B0E50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2" name="Group 5">
            <a:extLst>
              <a:ext uri="{FF2B5EF4-FFF2-40B4-BE49-F238E27FC236}">
                <a16:creationId xmlns:a16="http://schemas.microsoft.com/office/drawing/2014/main" id="{1AABCE7C-3983-E8BD-208F-D46311DB470F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54736" y="1746553"/>
          <a:ext cx="11035603" cy="4253676"/>
        </p:xfrm>
        <a:graphic>
          <a:graphicData uri="http://schemas.openxmlformats.org/drawingml/2006/table">
            <a:tbl>
              <a:tblPr/>
              <a:tblGrid>
                <a:gridCol w="1571550">
                  <a:extLst>
                    <a:ext uri="{9D8B030D-6E8A-4147-A177-3AD203B41FA5}">
                      <a16:colId xmlns:a16="http://schemas.microsoft.com/office/drawing/2014/main" val="354358347"/>
                    </a:ext>
                  </a:extLst>
                </a:gridCol>
                <a:gridCol w="1185903">
                  <a:extLst>
                    <a:ext uri="{9D8B030D-6E8A-4147-A177-3AD203B41FA5}">
                      <a16:colId xmlns:a16="http://schemas.microsoft.com/office/drawing/2014/main" val="1390944976"/>
                    </a:ext>
                  </a:extLst>
                </a:gridCol>
                <a:gridCol w="1185903">
                  <a:extLst>
                    <a:ext uri="{9D8B030D-6E8A-4147-A177-3AD203B41FA5}">
                      <a16:colId xmlns:a16="http://schemas.microsoft.com/office/drawing/2014/main" val="3068499360"/>
                    </a:ext>
                  </a:extLst>
                </a:gridCol>
                <a:gridCol w="1185903">
                  <a:extLst>
                    <a:ext uri="{9D8B030D-6E8A-4147-A177-3AD203B41FA5}">
                      <a16:colId xmlns:a16="http://schemas.microsoft.com/office/drawing/2014/main" val="2872920527"/>
                    </a:ext>
                  </a:extLst>
                </a:gridCol>
                <a:gridCol w="1185903">
                  <a:extLst>
                    <a:ext uri="{9D8B030D-6E8A-4147-A177-3AD203B41FA5}">
                      <a16:colId xmlns:a16="http://schemas.microsoft.com/office/drawing/2014/main" val="4099955513"/>
                    </a:ext>
                  </a:extLst>
                </a:gridCol>
                <a:gridCol w="471079">
                  <a:extLst>
                    <a:ext uri="{9D8B030D-6E8A-4147-A177-3AD203B41FA5}">
                      <a16:colId xmlns:a16="http://schemas.microsoft.com/office/drawing/2014/main" val="2531219447"/>
                    </a:ext>
                  </a:extLst>
                </a:gridCol>
                <a:gridCol w="473009">
                  <a:extLst>
                    <a:ext uri="{9D8B030D-6E8A-4147-A177-3AD203B41FA5}">
                      <a16:colId xmlns:a16="http://schemas.microsoft.com/office/drawing/2014/main" val="3068578828"/>
                    </a:ext>
                  </a:extLst>
                </a:gridCol>
                <a:gridCol w="473010">
                  <a:extLst>
                    <a:ext uri="{9D8B030D-6E8A-4147-A177-3AD203B41FA5}">
                      <a16:colId xmlns:a16="http://schemas.microsoft.com/office/drawing/2014/main" val="1613349473"/>
                    </a:ext>
                  </a:extLst>
                </a:gridCol>
                <a:gridCol w="471079">
                  <a:extLst>
                    <a:ext uri="{9D8B030D-6E8A-4147-A177-3AD203B41FA5}">
                      <a16:colId xmlns:a16="http://schemas.microsoft.com/office/drawing/2014/main" val="1837963857"/>
                    </a:ext>
                  </a:extLst>
                </a:gridCol>
                <a:gridCol w="471079">
                  <a:extLst>
                    <a:ext uri="{9D8B030D-6E8A-4147-A177-3AD203B41FA5}">
                      <a16:colId xmlns:a16="http://schemas.microsoft.com/office/drawing/2014/main" val="2150938315"/>
                    </a:ext>
                  </a:extLst>
                </a:gridCol>
                <a:gridCol w="469147">
                  <a:extLst>
                    <a:ext uri="{9D8B030D-6E8A-4147-A177-3AD203B41FA5}">
                      <a16:colId xmlns:a16="http://schemas.microsoft.com/office/drawing/2014/main" val="2384545103"/>
                    </a:ext>
                  </a:extLst>
                </a:gridCol>
                <a:gridCol w="473010">
                  <a:extLst>
                    <a:ext uri="{9D8B030D-6E8A-4147-A177-3AD203B41FA5}">
                      <a16:colId xmlns:a16="http://schemas.microsoft.com/office/drawing/2014/main" val="2905816778"/>
                    </a:ext>
                  </a:extLst>
                </a:gridCol>
                <a:gridCol w="473009">
                  <a:extLst>
                    <a:ext uri="{9D8B030D-6E8A-4147-A177-3AD203B41FA5}">
                      <a16:colId xmlns:a16="http://schemas.microsoft.com/office/drawing/2014/main" val="2959724448"/>
                    </a:ext>
                  </a:extLst>
                </a:gridCol>
                <a:gridCol w="473010">
                  <a:extLst>
                    <a:ext uri="{9D8B030D-6E8A-4147-A177-3AD203B41FA5}">
                      <a16:colId xmlns:a16="http://schemas.microsoft.com/office/drawing/2014/main" val="415373941"/>
                    </a:ext>
                  </a:extLst>
                </a:gridCol>
                <a:gridCol w="473009">
                  <a:extLst>
                    <a:ext uri="{9D8B030D-6E8A-4147-A177-3AD203B41FA5}">
                      <a16:colId xmlns:a16="http://schemas.microsoft.com/office/drawing/2014/main" val="752453750"/>
                    </a:ext>
                  </a:extLst>
                </a:gridCol>
              </a:tblGrid>
              <a:tr h="102213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Player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[Feature 1]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[Feature 2]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[Feature 3]</a:t>
                      </a:r>
                    </a:p>
                  </a:txBody>
                  <a:tcPr marL="72000" marR="72000" marT="46800" marB="46800"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[Feature 4]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[Feature]</a:t>
                      </a:r>
                    </a:p>
                  </a:txBody>
                  <a:tcPr marL="90000" marR="90000" marT="46800" marB="46800" vert="vert"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FF"/>
                        </a:buClr>
                        <a:buSzPct val="8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[Feature]</a:t>
                      </a:r>
                      <a:endParaRPr kumimoji="0" lang="en-US" alt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0000" marR="90000" marT="46800" marB="46800" vert="vert"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FF"/>
                        </a:buClr>
                        <a:buSzPct val="8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[Feature]</a:t>
                      </a:r>
                    </a:p>
                  </a:txBody>
                  <a:tcPr marL="90000" marR="90000" marT="46800" marB="46800" vert="vert"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FF"/>
                        </a:buClr>
                        <a:buSzPct val="8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[Feature]</a:t>
                      </a:r>
                      <a:endParaRPr kumimoji="0" lang="en-US" alt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0000" marR="90000" marT="46800" marB="46800" vert="vert"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FF"/>
                        </a:buClr>
                        <a:buSzPct val="8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[Feature]</a:t>
                      </a:r>
                    </a:p>
                  </a:txBody>
                  <a:tcPr marL="90000" marR="90000" marT="46800" marB="46800" vert="vert"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FF"/>
                        </a:buClr>
                        <a:buSzPct val="8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[Feature]</a:t>
                      </a:r>
                    </a:p>
                  </a:txBody>
                  <a:tcPr marL="90000" marR="90000" marT="46800" marB="46800" vert="vert"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FF"/>
                        </a:buClr>
                        <a:buSzPct val="8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[Feature]</a:t>
                      </a:r>
                    </a:p>
                  </a:txBody>
                  <a:tcPr marL="90000" marR="90000" marT="46800" marB="46800" vert="vert"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FF"/>
                        </a:buClr>
                        <a:buSzPct val="8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[Feature]</a:t>
                      </a:r>
                    </a:p>
                  </a:txBody>
                  <a:tcPr marL="90000" marR="90000" marT="46800" marB="46800" vert="vert"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FF"/>
                        </a:buClr>
                        <a:buSzPct val="8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[Feature]</a:t>
                      </a:r>
                    </a:p>
                  </a:txBody>
                  <a:tcPr marL="90000" marR="90000" marT="46800" marB="46800" vert="vert"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FF"/>
                        </a:buClr>
                        <a:buSzPct val="8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[Feature]</a:t>
                      </a:r>
                    </a:p>
                  </a:txBody>
                  <a:tcPr marL="90000" marR="90000" marT="46800" marB="46800" vert="vert"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767945"/>
                  </a:ext>
                </a:extLst>
              </a:tr>
              <a:tr h="464406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Wingdings" pitchFamily="2" charset="2"/>
                        </a:rPr>
                        <a:t>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Wingdings" pitchFamily="2" charset="2"/>
                        </a:rPr>
                        <a:t>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Wingdings" pitchFamily="2" charset="2"/>
                        </a:rPr>
                        <a:t>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Wingdings" pitchFamily="2" charset="2"/>
                        </a:rPr>
                        <a:t>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9302"/>
                  </a:ext>
                </a:extLst>
              </a:tr>
              <a:tr h="46054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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Wingdings" pitchFamily="2" charset="2"/>
                        </a:rPr>
                        <a:t>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Wingdings" pitchFamily="2" charset="2"/>
                        </a:rPr>
                        <a:t></a:t>
                      </a:r>
                      <a:endParaRPr kumimoji="0" lang="en-US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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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()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()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)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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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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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2694727"/>
                  </a:ext>
                </a:extLst>
              </a:tr>
              <a:tr h="46054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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Wingdings" pitchFamily="2" charset="2"/>
                        </a:rPr>
                        <a:t>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Wingdings" pitchFamily="2" charset="2"/>
                        </a:rPr>
                        <a:t>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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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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)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)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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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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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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010263"/>
                  </a:ext>
                </a:extLst>
              </a:tr>
              <a:tr h="46183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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Wingdings" pitchFamily="2" charset="2"/>
                        </a:rPr>
                        <a:t></a:t>
                      </a:r>
                      <a:endParaRPr kumimoji="0" lang="en-US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Wingdings" pitchFamily="2" charset="2"/>
                        </a:rPr>
                        <a:t>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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()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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()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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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665343"/>
                  </a:ext>
                </a:extLst>
              </a:tr>
              <a:tr h="46054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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Wingdings" pitchFamily="2" charset="2"/>
                        </a:rPr>
                        <a:t>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Wingdings" pitchFamily="2" charset="2"/>
                        </a:rPr>
                        <a:t>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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)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()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410438"/>
                  </a:ext>
                </a:extLst>
              </a:tr>
              <a:tr h="46183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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Wingdings" pitchFamily="2" charset="2"/>
                        </a:rPr>
                        <a:t></a:t>
                      </a:r>
                      <a:endParaRPr kumimoji="0" lang="en-US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Wingdings" pitchFamily="2" charset="2"/>
                        </a:rPr>
                        <a:t>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)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)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)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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8152290"/>
                  </a:ext>
                </a:extLst>
              </a:tr>
              <a:tr h="46183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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Wingdings" pitchFamily="2" charset="2"/>
                        </a:rPr>
                        <a:t></a:t>
                      </a:r>
                      <a:endParaRPr kumimoji="0" lang="en-US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Wingdings" pitchFamily="2" charset="2"/>
                        </a:rPr>
                        <a:t>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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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()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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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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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355600" algn="l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709613"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9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977900" algn="l">
                        <a:spcBef>
                          <a:spcPct val="20000"/>
                        </a:spcBef>
                        <a:defRPr sz="9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1255713" algn="l">
                        <a:spcBef>
                          <a:spcPct val="20000"/>
                        </a:spcBef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1712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1701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2627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0845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8817263"/>
                  </a:ext>
                </a:extLst>
              </a:tr>
            </a:tbl>
          </a:graphicData>
        </a:graphic>
      </p:graphicFrame>
      <p:sp>
        <p:nvSpPr>
          <p:cNvPr id="3" name="Line 4">
            <a:extLst>
              <a:ext uri="{FF2B5EF4-FFF2-40B4-BE49-F238E27FC236}">
                <a16:creationId xmlns:a16="http://schemas.microsoft.com/office/drawing/2014/main" id="{AC789E58-AFE7-8FC4-3A67-B9B8F1182B52}"/>
              </a:ext>
            </a:extLst>
          </p:cNvPr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2144975" y="1573266"/>
            <a:ext cx="466344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 type="oval" w="med" len="med"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/>
          <a:p>
            <a:pPr algn="r" fontAlgn="base">
              <a:spcBef>
                <a:spcPct val="50000"/>
              </a:spcBef>
              <a:spcAft>
                <a:spcPct val="0"/>
              </a:spcAft>
              <a:buSzPct val="80000"/>
            </a:pPr>
            <a:endParaRPr lang="en-US" sz="12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Box 162">
            <a:extLst>
              <a:ext uri="{FF2B5EF4-FFF2-40B4-BE49-F238E27FC236}">
                <a16:creationId xmlns:a16="http://schemas.microsoft.com/office/drawing/2014/main" id="{C2397171-8403-B416-4CF1-F9DC289B07D5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594695" y="1480933"/>
            <a:ext cx="1764000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SzPct val="80000"/>
            </a:pPr>
            <a:r>
              <a:rPr lang="en-US" alt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Core [features/services]</a:t>
            </a:r>
          </a:p>
        </p:txBody>
      </p:sp>
      <p:sp>
        <p:nvSpPr>
          <p:cNvPr id="9" name="Line 170">
            <a:extLst>
              <a:ext uri="{FF2B5EF4-FFF2-40B4-BE49-F238E27FC236}">
                <a16:creationId xmlns:a16="http://schemas.microsoft.com/office/drawing/2014/main" id="{A283AB6A-5973-60DB-DF6F-5C5A4F1F1D13}"/>
              </a:ext>
            </a:extLst>
          </p:cNvPr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6899737" y="1573266"/>
            <a:ext cx="466344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 type="oval" w="med" len="med"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/>
          <a:p>
            <a:pPr algn="r" fontAlgn="base">
              <a:spcBef>
                <a:spcPct val="50000"/>
              </a:spcBef>
              <a:spcAft>
                <a:spcPct val="0"/>
              </a:spcAft>
              <a:buSzPct val="80000"/>
            </a:pPr>
            <a:endParaRPr lang="en-US" sz="12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Box 171">
            <a:extLst>
              <a:ext uri="{FF2B5EF4-FFF2-40B4-BE49-F238E27FC236}">
                <a16:creationId xmlns:a16="http://schemas.microsoft.com/office/drawing/2014/main" id="{83E24DA1-09C3-98D9-E6EB-5D938F9719B9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8007495" y="1480933"/>
            <a:ext cx="2447925" cy="1846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SzPct val="80000"/>
            </a:pPr>
            <a:r>
              <a:rPr lang="en-US" alt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Additional [features/services]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4DECA0-0C9D-CC93-F077-3B09B2B11B35}"/>
              </a:ext>
            </a:extLst>
          </p:cNvPr>
          <p:cNvSpPr/>
          <p:nvPr/>
        </p:nvSpPr>
        <p:spPr>
          <a:xfrm>
            <a:off x="702332" y="2848369"/>
            <a:ext cx="1281014" cy="306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sq">
            <a:solidFill>
              <a:schemeClr val="tx1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[Competitor]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6EECFD0-4DA9-5D45-C60B-21B1A9F76B30}"/>
              </a:ext>
            </a:extLst>
          </p:cNvPr>
          <p:cNvSpPr/>
          <p:nvPr/>
        </p:nvSpPr>
        <p:spPr>
          <a:xfrm>
            <a:off x="702332" y="3309521"/>
            <a:ext cx="1281014" cy="306400"/>
          </a:xfrm>
          <a:prstGeom prst="rect">
            <a:avLst/>
          </a:prstGeom>
          <a:solidFill>
            <a:schemeClr val="accent2"/>
          </a:solidFill>
          <a:ln w="9525" cap="sq">
            <a:solidFill>
              <a:schemeClr val="tx1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[Company]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FD183B-BED9-13C1-AD83-E7D378C04D9C}"/>
              </a:ext>
            </a:extLst>
          </p:cNvPr>
          <p:cNvSpPr/>
          <p:nvPr/>
        </p:nvSpPr>
        <p:spPr>
          <a:xfrm>
            <a:off x="702332" y="4692977"/>
            <a:ext cx="1281014" cy="306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sq">
            <a:solidFill>
              <a:schemeClr val="tx1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[Competitor]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87C47E2-0D50-E4BF-1393-EBC0B12A04B1}"/>
              </a:ext>
            </a:extLst>
          </p:cNvPr>
          <p:cNvSpPr/>
          <p:nvPr/>
        </p:nvSpPr>
        <p:spPr>
          <a:xfrm>
            <a:off x="702332" y="5615279"/>
            <a:ext cx="1281014" cy="306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sq">
            <a:solidFill>
              <a:schemeClr val="tx1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[Competitor]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FB7F4D7-8498-8996-A562-307F488EBC1D}"/>
              </a:ext>
            </a:extLst>
          </p:cNvPr>
          <p:cNvSpPr/>
          <p:nvPr/>
        </p:nvSpPr>
        <p:spPr>
          <a:xfrm>
            <a:off x="702332" y="4231825"/>
            <a:ext cx="1281014" cy="306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sq">
            <a:solidFill>
              <a:schemeClr val="tx1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[Competitor]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CD1A655-D7E6-CE9A-267E-C22A13ED82E9}"/>
              </a:ext>
            </a:extLst>
          </p:cNvPr>
          <p:cNvSpPr/>
          <p:nvPr/>
        </p:nvSpPr>
        <p:spPr>
          <a:xfrm>
            <a:off x="702332" y="5154129"/>
            <a:ext cx="1281014" cy="306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sq">
            <a:solidFill>
              <a:schemeClr val="tx1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[Competitor]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E0FE4CC-562D-8D54-7B1B-513137622CA6}"/>
              </a:ext>
            </a:extLst>
          </p:cNvPr>
          <p:cNvSpPr/>
          <p:nvPr/>
        </p:nvSpPr>
        <p:spPr>
          <a:xfrm>
            <a:off x="702332" y="3770673"/>
            <a:ext cx="1281014" cy="306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sq">
            <a:solidFill>
              <a:schemeClr val="tx1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[Competitor]</a:t>
            </a:r>
          </a:p>
        </p:txBody>
      </p:sp>
      <p:sp>
        <p:nvSpPr>
          <p:cNvPr id="13" name="Google Shape;507;p14">
            <a:extLst>
              <a:ext uri="{FF2B5EF4-FFF2-40B4-BE49-F238E27FC236}">
                <a16:creationId xmlns:a16="http://schemas.microsoft.com/office/drawing/2014/main" id="{EA2A6B61-220B-40DB-3FF9-26D29BA7D2BF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Arial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538;p14">
            <a:extLst>
              <a:ext uri="{FF2B5EF4-FFF2-40B4-BE49-F238E27FC236}">
                <a16:creationId xmlns:a16="http://schemas.microsoft.com/office/drawing/2014/main" id="{05325B41-F4C1-7D5C-45C5-0C588AA54D52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Footnote: 1. xx</a:t>
            </a:r>
            <a:endParaRPr sz="900"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0767395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32687&quot;&gt;&lt;version val=&quot;38642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vsePuTCbgSpYiTby.iRyw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_Nk6AHlmoTjsIRiOjLIHw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TMTVY2JUAzv7YSkNed7ew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3e4De5zqsYd6n_vkWCwdA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DLhcSHfjbMtrfDOA5ediw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hlcM7wVNrOiFDU2L.A_qQ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pEn3GN2Iw0GQ9TPpcCouQ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vsePuTCbgSpYiTby.iRyw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vsePuTCbgSpYiTby.iRyw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vsePuTCbgSpYiTby.iRyw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vsePuTCbgSpYiTby.iRyw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vsePuTCbgSpYiTby.iRyw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3e4De5zqsYd6n_vkWCwdA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DLhcSHfjbMtrfDOA5ediw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hlcM7wVNrOiFDU2L.A_qQ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pEn3GN2Iw0GQ9TPpcCouQ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3e4De5zqsYd6n_vkWCwdA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GG.YOUhTUOVnAC2ab1TcQ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SRqof6sL0enOskCaE0gHQ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zm6LJ1rn0mmgGkclbLtfg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OExJA1IpkChAy11YMsILQ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5k2umuezoUWD9V8MEetJaQ"/>
</p:tagLst>
</file>

<file path=ppt/theme/theme1.xml><?xml version="1.0" encoding="utf-8"?>
<a:theme xmlns:a="http://schemas.openxmlformats.org/drawingml/2006/main" name="Slideworks">
  <a:themeElements>
    <a:clrScheme name="Slideworks 2025 (updated)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1C2C"/>
      </a:accent1>
      <a:accent2>
        <a:srgbClr val="22A3DF"/>
      </a:accent2>
      <a:accent3>
        <a:srgbClr val="2222F6"/>
      </a:accent3>
      <a:accent4>
        <a:srgbClr val="1877A2"/>
      </a:accent4>
      <a:accent5>
        <a:srgbClr val="A2D5EC"/>
      </a:accent5>
      <a:accent6>
        <a:srgbClr val="F8BC3B"/>
      </a:accent6>
      <a:hlink>
        <a:srgbClr val="3478AB"/>
      </a:hlink>
      <a:folHlink>
        <a:srgbClr val="8B78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2" id="{1FA589A1-0B2A-4F44-97D9-C242F3010324}" vid="{DFEAFBB2-D4D4-764F-80C1-244A30EA48A6}"/>
    </a:ext>
  </a:extLst>
</a:theme>
</file>

<file path=ppt/theme/theme2.xml><?xml version="1.0" encoding="utf-8"?>
<a:theme xmlns:a="http://schemas.openxmlformats.org/drawingml/2006/main" name="1_Accenture 2020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enture - 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Presentation1" id="{2FBF4F2E-F087-4272-92B7-EBFC9338E4E0}" vid="{7D8D2FDC-5BB6-426F-B842-14018C48757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2825</TotalTime>
  <Words>1597</Words>
  <Application>Microsoft Office PowerPoint</Application>
  <PresentationFormat>Widescreen</PresentationFormat>
  <Paragraphs>456</Paragraphs>
  <Slides>11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5" baseType="lpstr">
      <vt:lpstr>Arial</vt:lpstr>
      <vt:lpstr>Arial</vt:lpstr>
      <vt:lpstr>Calibri</vt:lpstr>
      <vt:lpstr>Graphik</vt:lpstr>
      <vt:lpstr>Graphik Regular</vt:lpstr>
      <vt:lpstr>Graphik Semibold</vt:lpstr>
      <vt:lpstr>GT Sectra Fine Rg</vt:lpstr>
      <vt:lpstr>Segoe Fluent Icons</vt:lpstr>
      <vt:lpstr>Segoe UI</vt:lpstr>
      <vt:lpstr>System Font</vt:lpstr>
      <vt:lpstr>Wingdings</vt:lpstr>
      <vt:lpstr>Slideworks</vt:lpstr>
      <vt:lpstr>1_Accenture 2020</vt:lpstr>
      <vt:lpstr>think-cell Slide</vt:lpstr>
      <vt:lpstr>Competitive Analysis</vt:lpstr>
      <vt:lpstr>[Insert adjective] trends make this a [insert adjective] market</vt:lpstr>
      <vt:lpstr>Four major trends will impact the [insert] market</vt:lpstr>
      <vt:lpstr>Customers were open to [insert] options</vt:lpstr>
      <vt:lpstr>We surveyed a range of customers across [insert relevant parameters e.g., age, job function, industry etc.]</vt:lpstr>
      <vt:lpstr>The [insert] market is [insert adjective e.g., concentrated / dominated by / fragmented etc.]</vt:lpstr>
      <vt:lpstr>Revenues and margins across players are [insert adjective]</vt:lpstr>
      <vt:lpstr>There are five main competitors to [insert company]</vt:lpstr>
      <vt:lpstr>Comparison Table</vt:lpstr>
      <vt:lpstr>Most players only offer [insert features/elements]</vt:lpstr>
      <vt:lpstr>All players include core [features/services] in their offering but differ on degree of additional [features/services]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Slideworks Business Case Template</dc:title>
  <dc:subject>Business case</dc:subject>
  <dc:creator>Slideworks</dc:creator>
  <cp:keywords>project management, business development, consulting</cp:keywords>
  <dc:description>Copyright of Slideworks.io. Any unauthorized distribution prohibited. See our full terms and conditions at https://slideworks.io/terms</dc:description>
  <cp:lastModifiedBy>Peralta, Mario</cp:lastModifiedBy>
  <cp:revision>359</cp:revision>
  <dcterms:created xsi:type="dcterms:W3CDTF">2025-08-18T13:32:02Z</dcterms:created>
  <dcterms:modified xsi:type="dcterms:W3CDTF">2026-04-20T22:49:53Z</dcterms:modified>
  <cp:category>Management consulting, presentation design, business</cp:category>
</cp:coreProperties>
</file>