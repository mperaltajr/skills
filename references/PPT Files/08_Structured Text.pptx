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3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notesSlides/notesSlide1.xml" ContentType="application/vnd.openxmlformats-officedocument.presentationml.notesSlide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243" r:id="rId2"/>
    <p:sldMasterId id="2147484296" r:id="rId3"/>
  </p:sldMasterIdLst>
  <p:notesMasterIdLst>
    <p:notesMasterId r:id="rId14"/>
  </p:notesMasterIdLst>
  <p:handoutMasterIdLst>
    <p:handoutMasterId r:id="rId15"/>
  </p:handoutMasterIdLst>
  <p:sldIdLst>
    <p:sldId id="2147471492" r:id="rId4"/>
    <p:sldId id="328" r:id="rId5"/>
    <p:sldId id="312" r:id="rId6"/>
    <p:sldId id="2147470963" r:id="rId7"/>
    <p:sldId id="2147471232" r:id="rId8"/>
    <p:sldId id="2147471261" r:id="rId9"/>
    <p:sldId id="2147473394" r:id="rId10"/>
    <p:sldId id="2147483629" r:id="rId11"/>
    <p:sldId id="348" r:id="rId12"/>
    <p:sldId id="2147471175" r:id="rId13"/>
  </p:sldIdLst>
  <p:sldSz cx="12192000" cy="6858000"/>
  <p:notesSz cx="6858000" cy="9144000"/>
  <p:custDataLst>
    <p:tags r:id="rId16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92" d="100"/>
          <a:sy n="92" d="100"/>
        </p:scale>
        <p:origin x="618" y="30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55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84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22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75.xml"/><Relationship Id="rId4" Type="http://schemas.openxmlformats.org/officeDocument/2006/relationships/tags" Target="../tags/tag37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tags" Target="../tags/tag376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80.xml"/><Relationship Id="rId4" Type="http://schemas.openxmlformats.org/officeDocument/2006/relationships/tags" Target="../tags/tag379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38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82.xml"/><Relationship Id="rId1" Type="http://schemas.openxmlformats.org/officeDocument/2006/relationships/tags" Target="../tags/tag381.xml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10" Type="http://schemas.openxmlformats.org/officeDocument/2006/relationships/oleObject" Target="../embeddings/oleObject3.bin"/><Relationship Id="rId4" Type="http://schemas.openxmlformats.org/officeDocument/2006/relationships/tags" Target="../tags/tag384.xml"/><Relationship Id="rId9" Type="http://schemas.openxmlformats.org/officeDocument/2006/relationships/image" Target="../media/image24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390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tags" Target="../tags/tag39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394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tags" Target="../tags/tag402.xml"/><Relationship Id="rId13" Type="http://schemas.openxmlformats.org/officeDocument/2006/relationships/tags" Target="../tags/tag407.xml"/><Relationship Id="rId3" Type="http://schemas.openxmlformats.org/officeDocument/2006/relationships/tags" Target="../tags/tag397.xml"/><Relationship Id="rId7" Type="http://schemas.openxmlformats.org/officeDocument/2006/relationships/tags" Target="../tags/tag401.xml"/><Relationship Id="rId12" Type="http://schemas.openxmlformats.org/officeDocument/2006/relationships/tags" Target="../tags/tag406.xml"/><Relationship Id="rId17" Type="http://schemas.openxmlformats.org/officeDocument/2006/relationships/slideMaster" Target="../slideMasters/slideMaster3.xml"/><Relationship Id="rId2" Type="http://schemas.openxmlformats.org/officeDocument/2006/relationships/tags" Target="../tags/tag396.xml"/><Relationship Id="rId16" Type="http://schemas.openxmlformats.org/officeDocument/2006/relationships/tags" Target="../tags/tag410.xml"/><Relationship Id="rId1" Type="http://schemas.openxmlformats.org/officeDocument/2006/relationships/tags" Target="../tags/tag395.xml"/><Relationship Id="rId6" Type="http://schemas.openxmlformats.org/officeDocument/2006/relationships/tags" Target="../tags/tag400.xml"/><Relationship Id="rId11" Type="http://schemas.openxmlformats.org/officeDocument/2006/relationships/tags" Target="../tags/tag405.xml"/><Relationship Id="rId5" Type="http://schemas.openxmlformats.org/officeDocument/2006/relationships/tags" Target="../tags/tag399.xml"/><Relationship Id="rId15" Type="http://schemas.openxmlformats.org/officeDocument/2006/relationships/tags" Target="../tags/tag409.xml"/><Relationship Id="rId10" Type="http://schemas.openxmlformats.org/officeDocument/2006/relationships/tags" Target="../tags/tag404.xml"/><Relationship Id="rId4" Type="http://schemas.openxmlformats.org/officeDocument/2006/relationships/tags" Target="../tags/tag398.xml"/><Relationship Id="rId9" Type="http://schemas.openxmlformats.org/officeDocument/2006/relationships/tags" Target="../tags/tag403.xml"/><Relationship Id="rId14" Type="http://schemas.openxmlformats.org/officeDocument/2006/relationships/tags" Target="../tags/tag408.xml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tags" Target="../tags/tag418.xml"/><Relationship Id="rId13" Type="http://schemas.openxmlformats.org/officeDocument/2006/relationships/tags" Target="../tags/tag423.xml"/><Relationship Id="rId3" Type="http://schemas.openxmlformats.org/officeDocument/2006/relationships/tags" Target="../tags/tag413.xml"/><Relationship Id="rId7" Type="http://schemas.openxmlformats.org/officeDocument/2006/relationships/tags" Target="../tags/tag417.xml"/><Relationship Id="rId12" Type="http://schemas.openxmlformats.org/officeDocument/2006/relationships/tags" Target="../tags/tag422.xml"/><Relationship Id="rId17" Type="http://schemas.openxmlformats.org/officeDocument/2006/relationships/slideMaster" Target="../slideMasters/slideMaster3.xml"/><Relationship Id="rId2" Type="http://schemas.openxmlformats.org/officeDocument/2006/relationships/tags" Target="../tags/tag412.xml"/><Relationship Id="rId16" Type="http://schemas.openxmlformats.org/officeDocument/2006/relationships/tags" Target="../tags/tag426.xml"/><Relationship Id="rId1" Type="http://schemas.openxmlformats.org/officeDocument/2006/relationships/tags" Target="../tags/tag411.xml"/><Relationship Id="rId6" Type="http://schemas.openxmlformats.org/officeDocument/2006/relationships/tags" Target="../tags/tag416.xml"/><Relationship Id="rId11" Type="http://schemas.openxmlformats.org/officeDocument/2006/relationships/tags" Target="../tags/tag421.xml"/><Relationship Id="rId5" Type="http://schemas.openxmlformats.org/officeDocument/2006/relationships/tags" Target="../tags/tag415.xml"/><Relationship Id="rId15" Type="http://schemas.openxmlformats.org/officeDocument/2006/relationships/tags" Target="../tags/tag425.xml"/><Relationship Id="rId10" Type="http://schemas.openxmlformats.org/officeDocument/2006/relationships/tags" Target="../tags/tag420.xml"/><Relationship Id="rId4" Type="http://schemas.openxmlformats.org/officeDocument/2006/relationships/tags" Target="../tags/tag414.xml"/><Relationship Id="rId9" Type="http://schemas.openxmlformats.org/officeDocument/2006/relationships/tags" Target="../tags/tag419.xml"/><Relationship Id="rId14" Type="http://schemas.openxmlformats.org/officeDocument/2006/relationships/tags" Target="../tags/tag424.xml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tags" Target="../tags/tag434.xml"/><Relationship Id="rId13" Type="http://schemas.openxmlformats.org/officeDocument/2006/relationships/tags" Target="../tags/tag439.xml"/><Relationship Id="rId18" Type="http://schemas.openxmlformats.org/officeDocument/2006/relationships/tags" Target="../tags/tag444.xml"/><Relationship Id="rId3" Type="http://schemas.openxmlformats.org/officeDocument/2006/relationships/tags" Target="../tags/tag429.xml"/><Relationship Id="rId7" Type="http://schemas.openxmlformats.org/officeDocument/2006/relationships/tags" Target="../tags/tag433.xml"/><Relationship Id="rId12" Type="http://schemas.openxmlformats.org/officeDocument/2006/relationships/tags" Target="../tags/tag438.xml"/><Relationship Id="rId17" Type="http://schemas.openxmlformats.org/officeDocument/2006/relationships/tags" Target="../tags/tag443.xml"/><Relationship Id="rId2" Type="http://schemas.openxmlformats.org/officeDocument/2006/relationships/tags" Target="../tags/tag428.xml"/><Relationship Id="rId16" Type="http://schemas.openxmlformats.org/officeDocument/2006/relationships/tags" Target="../tags/tag442.xml"/><Relationship Id="rId1" Type="http://schemas.openxmlformats.org/officeDocument/2006/relationships/tags" Target="../tags/tag427.xml"/><Relationship Id="rId6" Type="http://schemas.openxmlformats.org/officeDocument/2006/relationships/tags" Target="../tags/tag432.xml"/><Relationship Id="rId11" Type="http://schemas.openxmlformats.org/officeDocument/2006/relationships/tags" Target="../tags/tag437.xml"/><Relationship Id="rId5" Type="http://schemas.openxmlformats.org/officeDocument/2006/relationships/tags" Target="../tags/tag431.xml"/><Relationship Id="rId15" Type="http://schemas.openxmlformats.org/officeDocument/2006/relationships/tags" Target="../tags/tag441.xml"/><Relationship Id="rId10" Type="http://schemas.openxmlformats.org/officeDocument/2006/relationships/tags" Target="../tags/tag436.xml"/><Relationship Id="rId19" Type="http://schemas.openxmlformats.org/officeDocument/2006/relationships/slideMaster" Target="../slideMasters/slideMaster3.xml"/><Relationship Id="rId4" Type="http://schemas.openxmlformats.org/officeDocument/2006/relationships/tags" Target="../tags/tag430.xml"/><Relationship Id="rId9" Type="http://schemas.openxmlformats.org/officeDocument/2006/relationships/tags" Target="../tags/tag435.xml"/><Relationship Id="rId14" Type="http://schemas.openxmlformats.org/officeDocument/2006/relationships/tags" Target="../tags/tag440.xml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tags" Target="../tags/tag452.xml"/><Relationship Id="rId13" Type="http://schemas.openxmlformats.org/officeDocument/2006/relationships/tags" Target="../tags/tag457.xml"/><Relationship Id="rId18" Type="http://schemas.openxmlformats.org/officeDocument/2006/relationships/tags" Target="../tags/tag462.xml"/><Relationship Id="rId3" Type="http://schemas.openxmlformats.org/officeDocument/2006/relationships/tags" Target="../tags/tag447.xml"/><Relationship Id="rId7" Type="http://schemas.openxmlformats.org/officeDocument/2006/relationships/tags" Target="../tags/tag451.xml"/><Relationship Id="rId12" Type="http://schemas.openxmlformats.org/officeDocument/2006/relationships/tags" Target="../tags/tag456.xml"/><Relationship Id="rId17" Type="http://schemas.openxmlformats.org/officeDocument/2006/relationships/tags" Target="../tags/tag461.xml"/><Relationship Id="rId2" Type="http://schemas.openxmlformats.org/officeDocument/2006/relationships/tags" Target="../tags/tag446.xml"/><Relationship Id="rId16" Type="http://schemas.openxmlformats.org/officeDocument/2006/relationships/tags" Target="../tags/tag460.xml"/><Relationship Id="rId1" Type="http://schemas.openxmlformats.org/officeDocument/2006/relationships/tags" Target="../tags/tag445.xml"/><Relationship Id="rId6" Type="http://schemas.openxmlformats.org/officeDocument/2006/relationships/tags" Target="../tags/tag450.xml"/><Relationship Id="rId11" Type="http://schemas.openxmlformats.org/officeDocument/2006/relationships/tags" Target="../tags/tag455.xml"/><Relationship Id="rId5" Type="http://schemas.openxmlformats.org/officeDocument/2006/relationships/tags" Target="../tags/tag449.xml"/><Relationship Id="rId15" Type="http://schemas.openxmlformats.org/officeDocument/2006/relationships/tags" Target="../tags/tag459.xml"/><Relationship Id="rId10" Type="http://schemas.openxmlformats.org/officeDocument/2006/relationships/tags" Target="../tags/tag454.xml"/><Relationship Id="rId19" Type="http://schemas.openxmlformats.org/officeDocument/2006/relationships/slideMaster" Target="../slideMasters/slideMaster3.xml"/><Relationship Id="rId4" Type="http://schemas.openxmlformats.org/officeDocument/2006/relationships/tags" Target="../tags/tag448.xml"/><Relationship Id="rId9" Type="http://schemas.openxmlformats.org/officeDocument/2006/relationships/tags" Target="../tags/tag453.xml"/><Relationship Id="rId14" Type="http://schemas.openxmlformats.org/officeDocument/2006/relationships/tags" Target="../tags/tag458.xml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tags" Target="../tags/tag470.xml"/><Relationship Id="rId13" Type="http://schemas.openxmlformats.org/officeDocument/2006/relationships/tags" Target="../tags/tag475.xml"/><Relationship Id="rId18" Type="http://schemas.openxmlformats.org/officeDocument/2006/relationships/tags" Target="../tags/tag480.xml"/><Relationship Id="rId3" Type="http://schemas.openxmlformats.org/officeDocument/2006/relationships/tags" Target="../tags/tag465.xml"/><Relationship Id="rId7" Type="http://schemas.openxmlformats.org/officeDocument/2006/relationships/tags" Target="../tags/tag469.xml"/><Relationship Id="rId12" Type="http://schemas.openxmlformats.org/officeDocument/2006/relationships/tags" Target="../tags/tag474.xml"/><Relationship Id="rId17" Type="http://schemas.openxmlformats.org/officeDocument/2006/relationships/tags" Target="../tags/tag479.xml"/><Relationship Id="rId2" Type="http://schemas.openxmlformats.org/officeDocument/2006/relationships/tags" Target="../tags/tag464.xml"/><Relationship Id="rId16" Type="http://schemas.openxmlformats.org/officeDocument/2006/relationships/tags" Target="../tags/tag478.xml"/><Relationship Id="rId1" Type="http://schemas.openxmlformats.org/officeDocument/2006/relationships/tags" Target="../tags/tag463.xml"/><Relationship Id="rId6" Type="http://schemas.openxmlformats.org/officeDocument/2006/relationships/tags" Target="../tags/tag468.xml"/><Relationship Id="rId11" Type="http://schemas.openxmlformats.org/officeDocument/2006/relationships/tags" Target="../tags/tag473.xml"/><Relationship Id="rId5" Type="http://schemas.openxmlformats.org/officeDocument/2006/relationships/tags" Target="../tags/tag467.xml"/><Relationship Id="rId15" Type="http://schemas.openxmlformats.org/officeDocument/2006/relationships/tags" Target="../tags/tag477.xml"/><Relationship Id="rId10" Type="http://schemas.openxmlformats.org/officeDocument/2006/relationships/tags" Target="../tags/tag472.xml"/><Relationship Id="rId19" Type="http://schemas.openxmlformats.org/officeDocument/2006/relationships/slideMaster" Target="../slideMasters/slideMaster3.xml"/><Relationship Id="rId4" Type="http://schemas.openxmlformats.org/officeDocument/2006/relationships/tags" Target="../tags/tag466.xml"/><Relationship Id="rId9" Type="http://schemas.openxmlformats.org/officeDocument/2006/relationships/tags" Target="../tags/tag471.xml"/><Relationship Id="rId14" Type="http://schemas.openxmlformats.org/officeDocument/2006/relationships/tags" Target="../tags/tag476.xml"/></Relationships>
</file>

<file path=ppt/slideLayouts/_rels/slideLayout89.xml.rels><?xml version="1.0" encoding="UTF-8" standalone="yes"?>
<Relationships xmlns="http://schemas.openxmlformats.org/package/2006/relationships"><Relationship Id="rId8" Type="http://schemas.openxmlformats.org/officeDocument/2006/relationships/tags" Target="../tags/tag488.xml"/><Relationship Id="rId13" Type="http://schemas.openxmlformats.org/officeDocument/2006/relationships/tags" Target="../tags/tag493.xml"/><Relationship Id="rId3" Type="http://schemas.openxmlformats.org/officeDocument/2006/relationships/tags" Target="../tags/tag483.xml"/><Relationship Id="rId7" Type="http://schemas.openxmlformats.org/officeDocument/2006/relationships/tags" Target="../tags/tag487.xml"/><Relationship Id="rId12" Type="http://schemas.openxmlformats.org/officeDocument/2006/relationships/tags" Target="../tags/tag492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6" Type="http://schemas.openxmlformats.org/officeDocument/2006/relationships/tags" Target="../tags/tag486.xml"/><Relationship Id="rId11" Type="http://schemas.openxmlformats.org/officeDocument/2006/relationships/tags" Target="../tags/tag491.xml"/><Relationship Id="rId5" Type="http://schemas.openxmlformats.org/officeDocument/2006/relationships/tags" Target="../tags/tag485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490.xml"/><Relationship Id="rId4" Type="http://schemas.openxmlformats.org/officeDocument/2006/relationships/tags" Target="../tags/tag484.xml"/><Relationship Id="rId9" Type="http://schemas.openxmlformats.org/officeDocument/2006/relationships/tags" Target="../tags/tag489.xml"/><Relationship Id="rId14" Type="http://schemas.openxmlformats.org/officeDocument/2006/relationships/tags" Target="../tags/tag494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" Type="http://schemas.openxmlformats.org/officeDocument/2006/relationships/tags" Target="../tags/tag495.xml"/><Relationship Id="rId4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tags" Target="../tags/tag498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01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tags" Target="../tags/tag504.xml"/><Relationship Id="rId2" Type="http://schemas.openxmlformats.org/officeDocument/2006/relationships/tags" Target="../tags/tag503.xml"/><Relationship Id="rId1" Type="http://schemas.openxmlformats.org/officeDocument/2006/relationships/tags" Target="../tags/tag50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06.xml"/><Relationship Id="rId4" Type="http://schemas.openxmlformats.org/officeDocument/2006/relationships/tags" Target="../tags/tag505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tags" Target="../tags/tag50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508.xml"/><Relationship Id="rId1" Type="http://schemas.openxmlformats.org/officeDocument/2006/relationships/tags" Target="../tags/tag507.xml"/><Relationship Id="rId6" Type="http://schemas.openxmlformats.org/officeDocument/2006/relationships/tags" Target="../tags/tag512.xml"/><Relationship Id="rId5" Type="http://schemas.openxmlformats.org/officeDocument/2006/relationships/tags" Target="../tags/tag511.xml"/><Relationship Id="rId4" Type="http://schemas.openxmlformats.org/officeDocument/2006/relationships/tags" Target="../tags/tag510.xml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tags" Target="../tags/tag520.xml"/><Relationship Id="rId3" Type="http://schemas.openxmlformats.org/officeDocument/2006/relationships/tags" Target="../tags/tag515.xml"/><Relationship Id="rId7" Type="http://schemas.openxmlformats.org/officeDocument/2006/relationships/tags" Target="../tags/tag519.xml"/><Relationship Id="rId2" Type="http://schemas.openxmlformats.org/officeDocument/2006/relationships/tags" Target="../tags/tag514.xml"/><Relationship Id="rId1" Type="http://schemas.openxmlformats.org/officeDocument/2006/relationships/tags" Target="../tags/tag513.xml"/><Relationship Id="rId6" Type="http://schemas.openxmlformats.org/officeDocument/2006/relationships/tags" Target="../tags/tag518.xml"/><Relationship Id="rId5" Type="http://schemas.openxmlformats.org/officeDocument/2006/relationships/tags" Target="../tags/tag51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516.xml"/><Relationship Id="rId9" Type="http://schemas.openxmlformats.org/officeDocument/2006/relationships/tags" Target="../tags/tag521.xml"/></Relationships>
</file>

<file path=ppt/slideLayouts/_rels/slideLayout9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524.xml"/><Relationship Id="rId7" Type="http://schemas.openxmlformats.org/officeDocument/2006/relationships/tags" Target="../tags/tag528.xml"/><Relationship Id="rId2" Type="http://schemas.openxmlformats.org/officeDocument/2006/relationships/tags" Target="../tags/tag523.xml"/><Relationship Id="rId1" Type="http://schemas.openxmlformats.org/officeDocument/2006/relationships/tags" Target="../tags/tag522.xml"/><Relationship Id="rId6" Type="http://schemas.openxmlformats.org/officeDocument/2006/relationships/tags" Target="../tags/tag527.xml"/><Relationship Id="rId5" Type="http://schemas.openxmlformats.org/officeDocument/2006/relationships/tags" Target="../tags/tag526.xml"/><Relationship Id="rId4" Type="http://schemas.openxmlformats.org/officeDocument/2006/relationships/tags" Target="../tags/tag525.xml"/></Relationships>
</file>

<file path=ppt/slideLayouts/_rels/slideLayout9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531.xml"/><Relationship Id="rId7" Type="http://schemas.openxmlformats.org/officeDocument/2006/relationships/tags" Target="../tags/tag535.xml"/><Relationship Id="rId2" Type="http://schemas.openxmlformats.org/officeDocument/2006/relationships/tags" Target="../tags/tag530.xml"/><Relationship Id="rId1" Type="http://schemas.openxmlformats.org/officeDocument/2006/relationships/tags" Target="../tags/tag529.xml"/><Relationship Id="rId6" Type="http://schemas.openxmlformats.org/officeDocument/2006/relationships/tags" Target="../tags/tag534.xml"/><Relationship Id="rId5" Type="http://schemas.openxmlformats.org/officeDocument/2006/relationships/tags" Target="../tags/tag533.xml"/><Relationship Id="rId4" Type="http://schemas.openxmlformats.org/officeDocument/2006/relationships/tags" Target="../tags/tag532.xml"/></Relationships>
</file>

<file path=ppt/slideLayouts/_rels/slideLayout97.xml.rels><?xml version="1.0" encoding="UTF-8" standalone="yes"?>
<Relationships xmlns="http://schemas.openxmlformats.org/package/2006/relationships"><Relationship Id="rId8" Type="http://schemas.openxmlformats.org/officeDocument/2006/relationships/tags" Target="../tags/tag543.xml"/><Relationship Id="rId13" Type="http://schemas.openxmlformats.org/officeDocument/2006/relationships/tags" Target="../tags/tag548.xml"/><Relationship Id="rId18" Type="http://schemas.openxmlformats.org/officeDocument/2006/relationships/slideMaster" Target="../slideMasters/slideMaster3.xml"/><Relationship Id="rId3" Type="http://schemas.openxmlformats.org/officeDocument/2006/relationships/tags" Target="../tags/tag538.xml"/><Relationship Id="rId7" Type="http://schemas.openxmlformats.org/officeDocument/2006/relationships/tags" Target="../tags/tag542.xml"/><Relationship Id="rId12" Type="http://schemas.openxmlformats.org/officeDocument/2006/relationships/tags" Target="../tags/tag547.xml"/><Relationship Id="rId17" Type="http://schemas.openxmlformats.org/officeDocument/2006/relationships/tags" Target="../tags/tag552.xml"/><Relationship Id="rId2" Type="http://schemas.openxmlformats.org/officeDocument/2006/relationships/tags" Target="../tags/tag537.xml"/><Relationship Id="rId16" Type="http://schemas.openxmlformats.org/officeDocument/2006/relationships/tags" Target="../tags/tag551.xml"/><Relationship Id="rId1" Type="http://schemas.openxmlformats.org/officeDocument/2006/relationships/tags" Target="../tags/tag536.xml"/><Relationship Id="rId6" Type="http://schemas.openxmlformats.org/officeDocument/2006/relationships/tags" Target="../tags/tag541.xml"/><Relationship Id="rId11" Type="http://schemas.openxmlformats.org/officeDocument/2006/relationships/tags" Target="../tags/tag546.xml"/><Relationship Id="rId5" Type="http://schemas.openxmlformats.org/officeDocument/2006/relationships/tags" Target="../tags/tag540.xml"/><Relationship Id="rId15" Type="http://schemas.openxmlformats.org/officeDocument/2006/relationships/tags" Target="../tags/tag550.xml"/><Relationship Id="rId10" Type="http://schemas.openxmlformats.org/officeDocument/2006/relationships/tags" Target="../tags/tag545.xml"/><Relationship Id="rId4" Type="http://schemas.openxmlformats.org/officeDocument/2006/relationships/tags" Target="../tags/tag539.xml"/><Relationship Id="rId9" Type="http://schemas.openxmlformats.org/officeDocument/2006/relationships/tags" Target="../tags/tag544.xml"/><Relationship Id="rId14" Type="http://schemas.openxmlformats.org/officeDocument/2006/relationships/tags" Target="../tags/tag549.xml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tags" Target="../tags/tag560.xml"/><Relationship Id="rId13" Type="http://schemas.openxmlformats.org/officeDocument/2006/relationships/tags" Target="../tags/tag565.xml"/><Relationship Id="rId3" Type="http://schemas.openxmlformats.org/officeDocument/2006/relationships/tags" Target="../tags/tag555.xml"/><Relationship Id="rId7" Type="http://schemas.openxmlformats.org/officeDocument/2006/relationships/tags" Target="../tags/tag559.xml"/><Relationship Id="rId12" Type="http://schemas.openxmlformats.org/officeDocument/2006/relationships/tags" Target="../tags/tag564.xml"/><Relationship Id="rId2" Type="http://schemas.openxmlformats.org/officeDocument/2006/relationships/tags" Target="../tags/tag554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553.xml"/><Relationship Id="rId6" Type="http://schemas.openxmlformats.org/officeDocument/2006/relationships/tags" Target="../tags/tag558.xml"/><Relationship Id="rId11" Type="http://schemas.openxmlformats.org/officeDocument/2006/relationships/tags" Target="../tags/tag563.xml"/><Relationship Id="rId5" Type="http://schemas.openxmlformats.org/officeDocument/2006/relationships/tags" Target="../tags/tag557.xml"/><Relationship Id="rId15" Type="http://schemas.openxmlformats.org/officeDocument/2006/relationships/tags" Target="../tags/tag567.xml"/><Relationship Id="rId10" Type="http://schemas.openxmlformats.org/officeDocument/2006/relationships/tags" Target="../tags/tag562.xml"/><Relationship Id="rId4" Type="http://schemas.openxmlformats.org/officeDocument/2006/relationships/tags" Target="../tags/tag556.xml"/><Relationship Id="rId9" Type="http://schemas.openxmlformats.org/officeDocument/2006/relationships/tags" Target="../tags/tag561.xml"/><Relationship Id="rId14" Type="http://schemas.openxmlformats.org/officeDocument/2006/relationships/tags" Target="../tags/tag566.xml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tags" Target="../tags/tag575.xml"/><Relationship Id="rId13" Type="http://schemas.openxmlformats.org/officeDocument/2006/relationships/tags" Target="../tags/tag580.xml"/><Relationship Id="rId18" Type="http://schemas.openxmlformats.org/officeDocument/2006/relationships/slideMaster" Target="../slideMasters/slideMaster3.xml"/><Relationship Id="rId3" Type="http://schemas.openxmlformats.org/officeDocument/2006/relationships/tags" Target="../tags/tag570.xml"/><Relationship Id="rId7" Type="http://schemas.openxmlformats.org/officeDocument/2006/relationships/tags" Target="../tags/tag574.xml"/><Relationship Id="rId12" Type="http://schemas.openxmlformats.org/officeDocument/2006/relationships/tags" Target="../tags/tag579.xml"/><Relationship Id="rId17" Type="http://schemas.openxmlformats.org/officeDocument/2006/relationships/tags" Target="../tags/tag584.xml"/><Relationship Id="rId2" Type="http://schemas.openxmlformats.org/officeDocument/2006/relationships/tags" Target="../tags/tag569.xml"/><Relationship Id="rId16" Type="http://schemas.openxmlformats.org/officeDocument/2006/relationships/tags" Target="../tags/tag583.xml"/><Relationship Id="rId1" Type="http://schemas.openxmlformats.org/officeDocument/2006/relationships/tags" Target="../tags/tag568.xml"/><Relationship Id="rId6" Type="http://schemas.openxmlformats.org/officeDocument/2006/relationships/tags" Target="../tags/tag573.xml"/><Relationship Id="rId11" Type="http://schemas.openxmlformats.org/officeDocument/2006/relationships/tags" Target="../tags/tag578.xml"/><Relationship Id="rId5" Type="http://schemas.openxmlformats.org/officeDocument/2006/relationships/tags" Target="../tags/tag572.xml"/><Relationship Id="rId15" Type="http://schemas.openxmlformats.org/officeDocument/2006/relationships/tags" Target="../tags/tag582.xml"/><Relationship Id="rId10" Type="http://schemas.openxmlformats.org/officeDocument/2006/relationships/tags" Target="../tags/tag577.xml"/><Relationship Id="rId4" Type="http://schemas.openxmlformats.org/officeDocument/2006/relationships/tags" Target="../tags/tag571.xml"/><Relationship Id="rId9" Type="http://schemas.openxmlformats.org/officeDocument/2006/relationships/tags" Target="../tags/tag576.xml"/><Relationship Id="rId14" Type="http://schemas.openxmlformats.org/officeDocument/2006/relationships/tags" Target="../tags/tag581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tags" Target="../tags/tag592.xml"/><Relationship Id="rId13" Type="http://schemas.openxmlformats.org/officeDocument/2006/relationships/tags" Target="../tags/tag597.xml"/><Relationship Id="rId18" Type="http://schemas.openxmlformats.org/officeDocument/2006/relationships/tags" Target="../tags/tag602.xml"/><Relationship Id="rId3" Type="http://schemas.openxmlformats.org/officeDocument/2006/relationships/tags" Target="../tags/tag587.xml"/><Relationship Id="rId7" Type="http://schemas.openxmlformats.org/officeDocument/2006/relationships/tags" Target="../tags/tag591.xml"/><Relationship Id="rId12" Type="http://schemas.openxmlformats.org/officeDocument/2006/relationships/tags" Target="../tags/tag596.xml"/><Relationship Id="rId17" Type="http://schemas.openxmlformats.org/officeDocument/2006/relationships/tags" Target="../tags/tag601.xml"/><Relationship Id="rId2" Type="http://schemas.openxmlformats.org/officeDocument/2006/relationships/tags" Target="../tags/tag586.xml"/><Relationship Id="rId16" Type="http://schemas.openxmlformats.org/officeDocument/2006/relationships/tags" Target="../tags/tag600.xml"/><Relationship Id="rId1" Type="http://schemas.openxmlformats.org/officeDocument/2006/relationships/tags" Target="../tags/tag585.xml"/><Relationship Id="rId6" Type="http://schemas.openxmlformats.org/officeDocument/2006/relationships/tags" Target="../tags/tag590.xml"/><Relationship Id="rId11" Type="http://schemas.openxmlformats.org/officeDocument/2006/relationships/tags" Target="../tags/tag595.xml"/><Relationship Id="rId5" Type="http://schemas.openxmlformats.org/officeDocument/2006/relationships/tags" Target="../tags/tag589.xml"/><Relationship Id="rId15" Type="http://schemas.openxmlformats.org/officeDocument/2006/relationships/tags" Target="../tags/tag599.xml"/><Relationship Id="rId10" Type="http://schemas.openxmlformats.org/officeDocument/2006/relationships/tags" Target="../tags/tag594.xml"/><Relationship Id="rId19" Type="http://schemas.openxmlformats.org/officeDocument/2006/relationships/slideMaster" Target="../slideMasters/slideMaster3.xml"/><Relationship Id="rId4" Type="http://schemas.openxmlformats.org/officeDocument/2006/relationships/tags" Target="../tags/tag588.xml"/><Relationship Id="rId9" Type="http://schemas.openxmlformats.org/officeDocument/2006/relationships/tags" Target="../tags/tag593.xml"/><Relationship Id="rId14" Type="http://schemas.openxmlformats.org/officeDocument/2006/relationships/tags" Target="../tags/tag598.xml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tags" Target="../tags/tag610.xml"/><Relationship Id="rId13" Type="http://schemas.openxmlformats.org/officeDocument/2006/relationships/tags" Target="../tags/tag615.xml"/><Relationship Id="rId18" Type="http://schemas.openxmlformats.org/officeDocument/2006/relationships/slideMaster" Target="../slideMasters/slideMaster3.xml"/><Relationship Id="rId3" Type="http://schemas.openxmlformats.org/officeDocument/2006/relationships/tags" Target="../tags/tag605.xml"/><Relationship Id="rId7" Type="http://schemas.openxmlformats.org/officeDocument/2006/relationships/tags" Target="../tags/tag609.xml"/><Relationship Id="rId12" Type="http://schemas.openxmlformats.org/officeDocument/2006/relationships/tags" Target="../tags/tag614.xml"/><Relationship Id="rId17" Type="http://schemas.openxmlformats.org/officeDocument/2006/relationships/tags" Target="../tags/tag619.xml"/><Relationship Id="rId2" Type="http://schemas.openxmlformats.org/officeDocument/2006/relationships/tags" Target="../tags/tag604.xml"/><Relationship Id="rId16" Type="http://schemas.openxmlformats.org/officeDocument/2006/relationships/tags" Target="../tags/tag618.xml"/><Relationship Id="rId1" Type="http://schemas.openxmlformats.org/officeDocument/2006/relationships/tags" Target="../tags/tag603.xml"/><Relationship Id="rId6" Type="http://schemas.openxmlformats.org/officeDocument/2006/relationships/tags" Target="../tags/tag608.xml"/><Relationship Id="rId11" Type="http://schemas.openxmlformats.org/officeDocument/2006/relationships/tags" Target="../tags/tag613.xml"/><Relationship Id="rId5" Type="http://schemas.openxmlformats.org/officeDocument/2006/relationships/tags" Target="../tags/tag607.xml"/><Relationship Id="rId15" Type="http://schemas.openxmlformats.org/officeDocument/2006/relationships/tags" Target="../tags/tag617.xml"/><Relationship Id="rId10" Type="http://schemas.openxmlformats.org/officeDocument/2006/relationships/tags" Target="../tags/tag612.xml"/><Relationship Id="rId4" Type="http://schemas.openxmlformats.org/officeDocument/2006/relationships/tags" Target="../tags/tag606.xml"/><Relationship Id="rId9" Type="http://schemas.openxmlformats.org/officeDocument/2006/relationships/tags" Target="../tags/tag611.xml"/><Relationship Id="rId14" Type="http://schemas.openxmlformats.org/officeDocument/2006/relationships/tags" Target="../tags/tag616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tags" Target="../tags/tag627.xml"/><Relationship Id="rId13" Type="http://schemas.openxmlformats.org/officeDocument/2006/relationships/tags" Target="../tags/tag632.xml"/><Relationship Id="rId3" Type="http://schemas.openxmlformats.org/officeDocument/2006/relationships/tags" Target="../tags/tag622.xml"/><Relationship Id="rId7" Type="http://schemas.openxmlformats.org/officeDocument/2006/relationships/tags" Target="../tags/tag626.xml"/><Relationship Id="rId12" Type="http://schemas.openxmlformats.org/officeDocument/2006/relationships/tags" Target="../tags/tag631.xml"/><Relationship Id="rId2" Type="http://schemas.openxmlformats.org/officeDocument/2006/relationships/tags" Target="../tags/tag621.xml"/><Relationship Id="rId1" Type="http://schemas.openxmlformats.org/officeDocument/2006/relationships/tags" Target="../tags/tag620.xml"/><Relationship Id="rId6" Type="http://schemas.openxmlformats.org/officeDocument/2006/relationships/tags" Target="../tags/tag625.xml"/><Relationship Id="rId11" Type="http://schemas.openxmlformats.org/officeDocument/2006/relationships/tags" Target="../tags/tag630.xml"/><Relationship Id="rId5" Type="http://schemas.openxmlformats.org/officeDocument/2006/relationships/tags" Target="../tags/tag624.xml"/><Relationship Id="rId10" Type="http://schemas.openxmlformats.org/officeDocument/2006/relationships/tags" Target="../tags/tag629.xml"/><Relationship Id="rId4" Type="http://schemas.openxmlformats.org/officeDocument/2006/relationships/tags" Target="../tags/tag623.xml"/><Relationship Id="rId9" Type="http://schemas.openxmlformats.org/officeDocument/2006/relationships/tags" Target="../tags/tag628.xml"/><Relationship Id="rId14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tags" Target="../tags/tag635.xml"/><Relationship Id="rId7" Type="http://schemas.openxmlformats.org/officeDocument/2006/relationships/oleObject" Target="../embeddings/oleObject4.bin"/><Relationship Id="rId2" Type="http://schemas.openxmlformats.org/officeDocument/2006/relationships/tags" Target="../tags/tag634.xml"/><Relationship Id="rId1" Type="http://schemas.openxmlformats.org/officeDocument/2006/relationships/tags" Target="../tags/tag63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37.xml"/><Relationship Id="rId4" Type="http://schemas.openxmlformats.org/officeDocument/2006/relationships/tags" Target="../tags/tag636.xml"/><Relationship Id="rId9" Type="http://schemas.openxmlformats.org/officeDocument/2006/relationships/oleObject" Target="../embeddings/oleObject5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tags" Target="../tags/tag640.xml"/><Relationship Id="rId2" Type="http://schemas.openxmlformats.org/officeDocument/2006/relationships/tags" Target="../tags/tag639.xml"/><Relationship Id="rId1" Type="http://schemas.openxmlformats.org/officeDocument/2006/relationships/tags" Target="../tags/tag638.xml"/><Relationship Id="rId4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tags" Target="../tags/tag643.xml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4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46.xml"/><Relationship Id="rId1" Type="http://schemas.openxmlformats.org/officeDocument/2006/relationships/tags" Target="../tags/tag645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6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48.xml"/><Relationship Id="rId1" Type="http://schemas.openxmlformats.org/officeDocument/2006/relationships/tags" Target="../tags/tag647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7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4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microphone&#10;&#10;Description automatically generated with medium confidence">
            <a:extLst>
              <a:ext uri="{FF2B5EF4-FFF2-40B4-BE49-F238E27FC236}">
                <a16:creationId xmlns:a16="http://schemas.microsoft.com/office/drawing/2014/main" id="{CF267FB5-4FD2-F74D-B9FB-1B0FF2C786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EE1578-6C5A-8143-1ED7-E512D0BE1C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132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looking, wearing, posing&#10;&#10;Description automatically generated">
            <a:extLst>
              <a:ext uri="{FF2B5EF4-FFF2-40B4-BE49-F238E27FC236}">
                <a16:creationId xmlns:a16="http://schemas.microsoft.com/office/drawing/2014/main" id="{D93AB678-4AD4-E74A-A92D-AA6AE8587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20772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706273-499D-C646-BF8D-F3C8C88350A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alpha val="30000"/>
                </a:schemeClr>
              </a:gs>
              <a:gs pos="33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527A7F-CB14-286F-A622-E334CD37B40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9182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922A79-808B-8D68-A25E-212712A93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312046-917F-1F62-A0ED-0FB980502074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3561B-F219-E545-3E4D-D25A012F63B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7800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erson, male&#10;&#10;Description automatically generated">
            <a:extLst>
              <a:ext uri="{FF2B5EF4-FFF2-40B4-BE49-F238E27FC236}">
                <a16:creationId xmlns:a16="http://schemas.microsoft.com/office/drawing/2014/main" id="{13CBC0EB-0BC6-F842-B099-663EE3FC2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20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6D440A-E0E9-CB41-B7B1-00FEDE56B02D}"/>
              </a:ext>
            </a:extLst>
          </p:cNvPr>
          <p:cNvSpPr/>
          <p:nvPr userDrawn="1"/>
        </p:nvSpPr>
        <p:spPr>
          <a:xfrm>
            <a:off x="-4" y="0"/>
            <a:ext cx="12192003" cy="6858000"/>
          </a:xfrm>
          <a:prstGeom prst="rect">
            <a:avLst/>
          </a:prstGeom>
          <a:gradFill>
            <a:gsLst>
              <a:gs pos="100000">
                <a:schemeClr val="tx1">
                  <a:lumMod val="45000"/>
                  <a:alpha val="20000"/>
                </a:schemeClr>
              </a:gs>
              <a:gs pos="15000">
                <a:schemeClr val="bg1">
                  <a:lumMod val="17859"/>
                  <a:alpha val="3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85AD8-51F9-EDAC-F597-7DE69BA8BE1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03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ool ball&#10;&#10;Description automatically generated">
            <a:extLst>
              <a:ext uri="{FF2B5EF4-FFF2-40B4-BE49-F238E27FC236}">
                <a16:creationId xmlns:a16="http://schemas.microsoft.com/office/drawing/2014/main" id="{F82A3BE7-326F-4630-B03C-58D42C375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1223" cy="6867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2268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sehr hoher, schneebedeckter Berg mit einem Himmelshintergrund">
            <a:extLst>
              <a:ext uri="{FF2B5EF4-FFF2-40B4-BE49-F238E27FC236}">
                <a16:creationId xmlns:a16="http://schemas.microsoft.com/office/drawing/2014/main" id="{11402B72-65A0-0E51-201E-684CF0FEA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56" t="1068" r="-1" b="19417"/>
          <a:stretch/>
        </p:blipFill>
        <p:spPr bwMode="auto">
          <a:xfrm>
            <a:off x="2" y="0"/>
            <a:ext cx="121919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235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erson's face&#10;&#10;Description automatically generated">
            <a:extLst>
              <a:ext uri="{FF2B5EF4-FFF2-40B4-BE49-F238E27FC236}">
                <a16:creationId xmlns:a16="http://schemas.microsoft.com/office/drawing/2014/main" id="{0E608888-9A8B-D849-BD96-02ADDA257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819712" y="0"/>
            <a:ext cx="740373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D03DBC-2506-064A-8162-F54C9AF96D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8000">
                <a:schemeClr val="tx1">
                  <a:alpha val="0"/>
                </a:schemeClr>
              </a:gs>
              <a:gs pos="45000">
                <a:schemeClr val="tx1">
                  <a:alpha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E840A-1182-1D83-15E7-53893562B261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2932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nset over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B14FC67E-89D6-4E07-8F8A-4D80CCD3F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20772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3FE061-4B75-7D4B-B1F8-EBA0F949C9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008EFF">
                  <a:lumMod val="46195"/>
                  <a:alpha val="60000"/>
                </a:srgbClr>
              </a:gs>
              <a:gs pos="5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19F5C-229E-4C77-BDF4-EAD8A13CF890}"/>
              </a:ext>
            </a:extLst>
          </p:cNvPr>
          <p:cNvSpPr/>
          <p:nvPr userDrawn="1"/>
        </p:nvSpPr>
        <p:spPr>
          <a:xfrm>
            <a:off x="7861" y="-16676"/>
            <a:ext cx="12207720" cy="6858000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28848D7-9D2F-8A44-A7C2-39E32673D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10960443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CD73C-606A-875D-0624-49C4C83197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6902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t, wall, indoor&#10;&#10;Description automatically generated">
            <a:extLst>
              <a:ext uri="{FF2B5EF4-FFF2-40B4-BE49-F238E27FC236}">
                <a16:creationId xmlns:a16="http://schemas.microsoft.com/office/drawing/2014/main" id="{16F84C7C-2CB8-456C-83AE-A3F9F0BFD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699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1" y="0"/>
            <a:ext cx="1220772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pic>
        <p:nvPicPr>
          <p:cNvPr id="10" name="Picture 9" descr="A picture containing text, tableware, clipart, dishware&#10;&#10;Description automatically generated">
            <a:extLst>
              <a:ext uri="{FF2B5EF4-FFF2-40B4-BE49-F238E27FC236}">
                <a16:creationId xmlns:a16="http://schemas.microsoft.com/office/drawing/2014/main" id="{188DC479-9264-324C-8690-D0FF168B8F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305" y="6008713"/>
            <a:ext cx="3207094" cy="275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6C87C1-E017-89F2-D479-580279663B6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250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60DE002C-1B23-43E1-96A5-7FCE0D4BA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15AECF-8258-4764-8518-7FE9BB0B9F6B}"/>
              </a:ext>
            </a:extLst>
          </p:cNvPr>
          <p:cNvSpPr/>
          <p:nvPr userDrawn="1"/>
        </p:nvSpPr>
        <p:spPr>
          <a:xfrm>
            <a:off x="-1" y="-16676"/>
            <a:ext cx="12192000" cy="6874676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B11314-6545-2C43-B575-51E4084401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71B5EE1-B456-8540-87E6-1E7E9A34C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E2D6D-92FF-164F-812F-1401066C43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38C0B5F-3738-9B46-8C3E-19F68C22B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1A21F-2003-6DEA-BD64-BE17AC416FA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9365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9376E1AB-E0BF-47DC-82C5-F63615876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5F828D-6C56-2545-9BE5-1809273CC22C}"/>
              </a:ext>
            </a:extLst>
          </p:cNvPr>
          <p:cNvSpPr/>
          <p:nvPr userDrawn="1"/>
        </p:nvSpPr>
        <p:spPr>
          <a:xfrm>
            <a:off x="4787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747E5A-EB4A-DD42-AECD-0591E32BE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60323-D690-BF09-3B2E-DC744B0C0AC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771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21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4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52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24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40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34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99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1073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56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566C-53C2-495B-AB09-FB963677FB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EE6-F7FE-45B9-AE64-447923B75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831CF1-4D94-409F-82CE-22B21A5E6E2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48349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38DC-2E91-497C-AA8C-AB2731576A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9E12-82E6-4A7B-A4EA-B7EBB886FD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CB18A7F-13E9-4220-9450-D65CC24C3D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5676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E867-226F-488A-A8C5-1FA9BFED95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F0E0-252D-49C1-B228-814B72EC1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56EA0650-802C-4FDD-B5A4-6C182345E0D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91015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60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9C898-565C-3242-FA11-F381C9FB7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143E4C-DBC5-A30E-857B-CFBBF6DB2EB1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2304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41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71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A837B-28FB-46DA-A9E1-BBD52F8F50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14393-A477-4161-9DFD-00CCDF9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8C572D-D458-4A76-90DF-0E44EED2893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4537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ABE35-6A9F-4EFF-A45E-6FBDF564DF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CF4C-BF6B-4DD2-AD05-1E27B9CAC8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84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E481-807E-4A42-B3B9-E7CC3CAB46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FD7E5F-AF3A-4FA5-9F37-A1A07B14A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0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055B0-6CCC-412F-B2AB-95EE559FA9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5E2E-B58E-47DE-99A6-C28BFE3B8D6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73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57AF-6031-4E46-92DB-3BF352FFDD4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D135-77B2-4CBD-8873-E996A6018B4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1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A4AE36-551D-47A6-9ED4-90DAB2CE5E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6CA7D-7F0B-41E6-8974-77DD6EFDE0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19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5FE2F-EA43-4D55-AD7B-6D2BE532877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C2A080-C529-4EE2-8C9B-66DE497971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56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A206-6C55-484E-AF32-1E74F136687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F61A-F918-432B-B0D2-A3DA25E887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32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2A893A-4FC2-4BA5-BD11-65DA030F84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E893-1B46-478C-82DE-373CE5E96C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7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5B4D7-8923-4103-941B-9DB281917809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1F10-2744-46D6-9860-2213E0F322D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4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3E9F-9185-457C-AF55-43D1692644E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B548-1FC6-4BEE-85E0-F39502BAE5C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82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849C-95A8-476C-B86E-8FADE9EDEF8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2844-40EF-4283-B20C-E51DF85DE8D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33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B37BA-76DF-41D7-97E2-6799C05FB045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2263A-F6D1-4212-95F4-A97D0AE0FD8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E1440906-C2CB-48C3-B0F0-9372D82C37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56891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599F3-5A4D-4FBE-AAE6-3CADF5732E7D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36D8-D9C8-4061-966A-40D5A7E0D3DE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030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75934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8E7D-513C-4E47-9B34-D9704218DC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0E87-44DC-45B8-BBEC-944BF19139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ED8EF41-C8D4-472A-94FA-1EECD819C4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8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C080C0-D198-40BF-822E-6333F0D85D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3DB136-9367-4F71-BB12-00E767B8B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60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F0C6-094C-4FEF-9DE0-E0F01A8659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7ABC-802F-4347-9119-8F1A3E59C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07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365B-6E6B-42D0-A788-DC291B18D38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C246-178A-4E59-B0DB-2113C4E2C28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69732029-D892-4E9C-B651-A09B118D5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46466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A8D3-6058-41A2-8F04-78E76A485F4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9078F-A59C-436D-84D4-8FAB180FE56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477001B-4C2C-4282-B6EE-0D4B7017E4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2127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AE46-0FE8-4DAD-A388-14C49AA3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F10E-CDE8-468B-A64E-68FFDBFED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5ECF0F6-A697-4552-8206-D23F12C34FA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8036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B2E7-0785-45A4-8430-CC38AACA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A0C7-A599-44BD-BEAF-471E29286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6B77894-8DA1-4830-AE7C-61E323D7C3B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83351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B6FD-908B-48B9-BD48-646C8677A0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E2F3-EB7C-4364-AD0E-3830F23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2DFBB2-51AA-4D40-BFE2-0053D472B9F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95706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1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B439C2-A664-4428-9625-B6371A5FC0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03CC-8DC0-420F-B0FE-3B42860532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2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882D-D1BF-4DE0-8753-4109C2A3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59FDF-87FF-4486-9033-65EA82B69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90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DA04B2-BD1D-D9C4-0561-40622A65F8FE}"/>
              </a:ext>
            </a:extLst>
          </p:cNvPr>
          <p:cNvSpPr/>
          <p:nvPr userDrawn="1"/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77856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2288452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68976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7925239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87537469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8191638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645036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223496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27487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9680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4752206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6305524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6121555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216964648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679532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2167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0636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20660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74222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2236884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6557280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63991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38217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4195191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4551716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6679000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5468098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586B688-2A9E-8C10-C217-4395E19B092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160486594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3865817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02755727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61146901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790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04.xml"/><Relationship Id="rId21" Type="http://schemas.openxmlformats.org/officeDocument/2006/relationships/slideLayout" Target="../slideLayouts/slideLayout99.xml"/><Relationship Id="rId42" Type="http://schemas.openxmlformats.org/officeDocument/2006/relationships/tags" Target="../tags/tag339.xml"/><Relationship Id="rId47" Type="http://schemas.openxmlformats.org/officeDocument/2006/relationships/tags" Target="../tags/tag344.xml"/><Relationship Id="rId63" Type="http://schemas.openxmlformats.org/officeDocument/2006/relationships/tags" Target="../tags/tag360.xml"/><Relationship Id="rId68" Type="http://schemas.openxmlformats.org/officeDocument/2006/relationships/tags" Target="../tags/tag365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9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theme" Target="../theme/theme3.xml"/><Relationship Id="rId37" Type="http://schemas.openxmlformats.org/officeDocument/2006/relationships/tags" Target="../tags/tag334.xml"/><Relationship Id="rId40" Type="http://schemas.openxmlformats.org/officeDocument/2006/relationships/tags" Target="../tags/tag337.xml"/><Relationship Id="rId45" Type="http://schemas.openxmlformats.org/officeDocument/2006/relationships/tags" Target="../tags/tag342.xml"/><Relationship Id="rId53" Type="http://schemas.openxmlformats.org/officeDocument/2006/relationships/tags" Target="../tags/tag350.xml"/><Relationship Id="rId58" Type="http://schemas.openxmlformats.org/officeDocument/2006/relationships/tags" Target="../tags/tag355.xml"/><Relationship Id="rId66" Type="http://schemas.openxmlformats.org/officeDocument/2006/relationships/tags" Target="../tags/tag363.xml"/><Relationship Id="rId5" Type="http://schemas.openxmlformats.org/officeDocument/2006/relationships/slideLayout" Target="../slideLayouts/slideLayout83.xml"/><Relationship Id="rId61" Type="http://schemas.openxmlformats.org/officeDocument/2006/relationships/tags" Target="../tags/tag358.xml"/><Relationship Id="rId1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tags" Target="../tags/tag332.xml"/><Relationship Id="rId43" Type="http://schemas.openxmlformats.org/officeDocument/2006/relationships/tags" Target="../tags/tag340.xml"/><Relationship Id="rId48" Type="http://schemas.openxmlformats.org/officeDocument/2006/relationships/tags" Target="../tags/tag345.xml"/><Relationship Id="rId56" Type="http://schemas.openxmlformats.org/officeDocument/2006/relationships/tags" Target="../tags/tag353.xml"/><Relationship Id="rId64" Type="http://schemas.openxmlformats.org/officeDocument/2006/relationships/tags" Target="../tags/tag361.xml"/><Relationship Id="rId69" Type="http://schemas.openxmlformats.org/officeDocument/2006/relationships/tags" Target="../tags/tag366.xml"/><Relationship Id="rId8" Type="http://schemas.openxmlformats.org/officeDocument/2006/relationships/slideLayout" Target="../slideLayouts/slideLayout86.xml"/><Relationship Id="rId51" Type="http://schemas.openxmlformats.org/officeDocument/2006/relationships/tags" Target="../tags/tag348.xml"/><Relationship Id="rId72" Type="http://schemas.openxmlformats.org/officeDocument/2006/relationships/tags" Target="../tags/tag369.xml"/><Relationship Id="rId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tags" Target="../tags/tag330.xml"/><Relationship Id="rId38" Type="http://schemas.openxmlformats.org/officeDocument/2006/relationships/tags" Target="../tags/tag335.xml"/><Relationship Id="rId46" Type="http://schemas.openxmlformats.org/officeDocument/2006/relationships/tags" Target="../tags/tag343.xml"/><Relationship Id="rId59" Type="http://schemas.openxmlformats.org/officeDocument/2006/relationships/tags" Target="../tags/tag356.xml"/><Relationship Id="rId67" Type="http://schemas.openxmlformats.org/officeDocument/2006/relationships/tags" Target="../tags/tag364.xml"/><Relationship Id="rId20" Type="http://schemas.openxmlformats.org/officeDocument/2006/relationships/slideLayout" Target="../slideLayouts/slideLayout98.xml"/><Relationship Id="rId41" Type="http://schemas.openxmlformats.org/officeDocument/2006/relationships/tags" Target="../tags/tag338.xml"/><Relationship Id="rId54" Type="http://schemas.openxmlformats.org/officeDocument/2006/relationships/tags" Target="../tags/tag351.xml"/><Relationship Id="rId62" Type="http://schemas.openxmlformats.org/officeDocument/2006/relationships/tags" Target="../tags/tag359.xml"/><Relationship Id="rId70" Type="http://schemas.openxmlformats.org/officeDocument/2006/relationships/tags" Target="../tags/tag36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tags" Target="../tags/tag333.xml"/><Relationship Id="rId49" Type="http://schemas.openxmlformats.org/officeDocument/2006/relationships/tags" Target="../tags/tag346.xml"/><Relationship Id="rId57" Type="http://schemas.openxmlformats.org/officeDocument/2006/relationships/tags" Target="../tags/tag354.xml"/><Relationship Id="rId10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9.xml"/><Relationship Id="rId44" Type="http://schemas.openxmlformats.org/officeDocument/2006/relationships/tags" Target="../tags/tag341.xml"/><Relationship Id="rId52" Type="http://schemas.openxmlformats.org/officeDocument/2006/relationships/tags" Target="../tags/tag349.xml"/><Relationship Id="rId60" Type="http://schemas.openxmlformats.org/officeDocument/2006/relationships/tags" Target="../tags/tag357.xml"/><Relationship Id="rId65" Type="http://schemas.openxmlformats.org/officeDocument/2006/relationships/tags" Target="../tags/tag362.xml"/><Relationship Id="rId73" Type="http://schemas.openxmlformats.org/officeDocument/2006/relationships/tags" Target="../tags/tag370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39" Type="http://schemas.openxmlformats.org/officeDocument/2006/relationships/tags" Target="../tags/tag336.xml"/><Relationship Id="rId34" Type="http://schemas.openxmlformats.org/officeDocument/2006/relationships/tags" Target="../tags/tag331.xml"/><Relationship Id="rId50" Type="http://schemas.openxmlformats.org/officeDocument/2006/relationships/tags" Target="../tags/tag347.xml"/><Relationship Id="rId55" Type="http://schemas.openxmlformats.org/officeDocument/2006/relationships/tags" Target="../tags/tag352.xml"/><Relationship Id="rId7" Type="http://schemas.openxmlformats.org/officeDocument/2006/relationships/slideLayout" Target="../slideLayouts/slideLayout85.xml"/><Relationship Id="rId71" Type="http://schemas.openxmlformats.org/officeDocument/2006/relationships/tags" Target="../tags/tag3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AB957F-03D6-48C8-8F91-1AE64BEA36C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3881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4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  <p:sldLayoutId id="2147484253" r:id="rId10"/>
    <p:sldLayoutId id="2147484254" r:id="rId11"/>
    <p:sldLayoutId id="2147484255" r:id="rId12"/>
    <p:sldLayoutId id="2147484256" r:id="rId13"/>
    <p:sldLayoutId id="2147484257" r:id="rId14"/>
    <p:sldLayoutId id="2147484258" r:id="rId15"/>
    <p:sldLayoutId id="2147484259" r:id="rId16"/>
    <p:sldLayoutId id="2147484260" r:id="rId17"/>
    <p:sldLayoutId id="2147484261" r:id="rId18"/>
    <p:sldLayoutId id="2147484262" r:id="rId19"/>
    <p:sldLayoutId id="2147484263" r:id="rId20"/>
    <p:sldLayoutId id="2147484264" r:id="rId21"/>
    <p:sldLayoutId id="2147484265" r:id="rId22"/>
    <p:sldLayoutId id="2147484266" r:id="rId23"/>
    <p:sldLayoutId id="2147484267" r:id="rId24"/>
    <p:sldLayoutId id="2147484268" r:id="rId25"/>
    <p:sldLayoutId id="2147484269" r:id="rId26"/>
    <p:sldLayoutId id="2147484270" r:id="rId27"/>
    <p:sldLayoutId id="2147484271" r:id="rId28"/>
    <p:sldLayoutId id="2147484272" r:id="rId29"/>
    <p:sldLayoutId id="2147484273" r:id="rId30"/>
    <p:sldLayoutId id="2147484274" r:id="rId31"/>
    <p:sldLayoutId id="2147484275" r:id="rId32"/>
    <p:sldLayoutId id="2147484276" r:id="rId33"/>
    <p:sldLayoutId id="2147484277" r:id="rId34"/>
    <p:sldLayoutId id="2147484278" r:id="rId35"/>
    <p:sldLayoutId id="2147484279" r:id="rId36"/>
    <p:sldLayoutId id="2147484280" r:id="rId37"/>
    <p:sldLayoutId id="2147484281" r:id="rId38"/>
    <p:sldLayoutId id="2147484282" r:id="rId39"/>
    <p:sldLayoutId id="2147484283" r:id="rId40"/>
    <p:sldLayoutId id="2147484284" r:id="rId41"/>
    <p:sldLayoutId id="2147484285" r:id="rId42"/>
    <p:sldLayoutId id="2147484286" r:id="rId43"/>
    <p:sldLayoutId id="2147484287" r:id="rId44"/>
    <p:sldLayoutId id="2147484288" r:id="rId45"/>
    <p:sldLayoutId id="2147484289" r:id="rId46"/>
    <p:sldLayoutId id="2147484290" r:id="rId47"/>
    <p:sldLayoutId id="2147484291" r:id="rId48"/>
    <p:sldLayoutId id="2147484292" r:id="rId49"/>
    <p:sldLayoutId id="2147484293" r:id="rId50"/>
    <p:sldLayoutId id="2147484294" r:id="rId51"/>
    <p:sldLayoutId id="2147484295" r:id="rId5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7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4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9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  <p:sldLayoutId id="2147484308" r:id="rId12"/>
    <p:sldLayoutId id="2147484309" r:id="rId13"/>
    <p:sldLayoutId id="2147484310" r:id="rId14"/>
    <p:sldLayoutId id="2147484311" r:id="rId15"/>
    <p:sldLayoutId id="2147484312" r:id="rId16"/>
    <p:sldLayoutId id="2147484313" r:id="rId17"/>
    <p:sldLayoutId id="2147484314" r:id="rId18"/>
    <p:sldLayoutId id="2147484315" r:id="rId19"/>
    <p:sldLayoutId id="2147484316" r:id="rId20"/>
    <p:sldLayoutId id="2147484317" r:id="rId21"/>
    <p:sldLayoutId id="2147484318" r:id="rId22"/>
    <p:sldLayoutId id="2147484319" r:id="rId23"/>
    <p:sldLayoutId id="2147484320" r:id="rId24"/>
    <p:sldLayoutId id="2147484321" r:id="rId25"/>
    <p:sldLayoutId id="2147484322" r:id="rId26"/>
    <p:sldLayoutId id="2147484323" r:id="rId27"/>
    <p:sldLayoutId id="2147484324" r:id="rId28"/>
    <p:sldLayoutId id="2147484325" r:id="rId29"/>
    <p:sldLayoutId id="2147484326" r:id="rId30"/>
    <p:sldLayoutId id="214748432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50.xml"/><Relationship Id="rId4" Type="http://schemas.openxmlformats.org/officeDocument/2006/relationships/image" Target="../media/image28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0.xml"/><Relationship Id="rId1" Type="http://schemas.openxmlformats.org/officeDocument/2006/relationships/tags" Target="../tags/tag651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80.xml"/><Relationship Id="rId1" Type="http://schemas.openxmlformats.org/officeDocument/2006/relationships/tags" Target="../tags/tag652.xml"/><Relationship Id="rId4" Type="http://schemas.openxmlformats.org/officeDocument/2006/relationships/image" Target="../media/image2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60.xml"/><Relationship Id="rId13" Type="http://schemas.openxmlformats.org/officeDocument/2006/relationships/tags" Target="../tags/tag665.xml"/><Relationship Id="rId3" Type="http://schemas.openxmlformats.org/officeDocument/2006/relationships/tags" Target="../tags/tag655.xml"/><Relationship Id="rId7" Type="http://schemas.openxmlformats.org/officeDocument/2006/relationships/tags" Target="../tags/tag659.xml"/><Relationship Id="rId12" Type="http://schemas.openxmlformats.org/officeDocument/2006/relationships/tags" Target="../tags/tag664.xml"/><Relationship Id="rId17" Type="http://schemas.openxmlformats.org/officeDocument/2006/relationships/slideLayout" Target="../slideLayouts/slideLayout80.xml"/><Relationship Id="rId2" Type="http://schemas.openxmlformats.org/officeDocument/2006/relationships/tags" Target="../tags/tag654.xml"/><Relationship Id="rId16" Type="http://schemas.openxmlformats.org/officeDocument/2006/relationships/tags" Target="../tags/tag668.xml"/><Relationship Id="rId1" Type="http://schemas.openxmlformats.org/officeDocument/2006/relationships/tags" Target="../tags/tag653.xml"/><Relationship Id="rId6" Type="http://schemas.openxmlformats.org/officeDocument/2006/relationships/tags" Target="../tags/tag658.xml"/><Relationship Id="rId11" Type="http://schemas.openxmlformats.org/officeDocument/2006/relationships/tags" Target="../tags/tag663.xml"/><Relationship Id="rId5" Type="http://schemas.openxmlformats.org/officeDocument/2006/relationships/tags" Target="../tags/tag657.xml"/><Relationship Id="rId15" Type="http://schemas.openxmlformats.org/officeDocument/2006/relationships/tags" Target="../tags/tag667.xml"/><Relationship Id="rId10" Type="http://schemas.openxmlformats.org/officeDocument/2006/relationships/tags" Target="../tags/tag662.xml"/><Relationship Id="rId4" Type="http://schemas.openxmlformats.org/officeDocument/2006/relationships/tags" Target="../tags/tag656.xml"/><Relationship Id="rId9" Type="http://schemas.openxmlformats.org/officeDocument/2006/relationships/tags" Target="../tags/tag661.xml"/><Relationship Id="rId14" Type="http://schemas.openxmlformats.org/officeDocument/2006/relationships/tags" Target="../tags/tag66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351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Structured Text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31F6-530F-754F-94D8-C3EF36A5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Key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ADC37-0D7B-7845-F367-43DB3002A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E362F0-9FD5-8C28-027C-C4C988BCF374}"/>
              </a:ext>
            </a:extLst>
          </p:cNvPr>
          <p:cNvSpPr/>
          <p:nvPr/>
        </p:nvSpPr>
        <p:spPr>
          <a:xfrm>
            <a:off x="380998" y="1371600"/>
            <a:ext cx="2777838" cy="7199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752C7-81A7-DE07-FDCC-6B8083FF2D5D}"/>
              </a:ext>
            </a:extLst>
          </p:cNvPr>
          <p:cNvSpPr/>
          <p:nvPr/>
        </p:nvSpPr>
        <p:spPr>
          <a:xfrm>
            <a:off x="3281362" y="3489264"/>
            <a:ext cx="914400" cy="1075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550C35-6A94-8694-1862-4527AC88C37F}"/>
              </a:ext>
            </a:extLst>
          </p:cNvPr>
          <p:cNvSpPr/>
          <p:nvPr/>
        </p:nvSpPr>
        <p:spPr>
          <a:xfrm>
            <a:off x="380998" y="2323990"/>
            <a:ext cx="2777838" cy="7199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B96ED-AE87-01C8-CBDD-2EC00E0EC625}"/>
              </a:ext>
            </a:extLst>
          </p:cNvPr>
          <p:cNvSpPr/>
          <p:nvPr/>
        </p:nvSpPr>
        <p:spPr>
          <a:xfrm>
            <a:off x="380998" y="3276379"/>
            <a:ext cx="2777838" cy="719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3DB67A-EB28-4732-D434-94C34A6DB240}"/>
              </a:ext>
            </a:extLst>
          </p:cNvPr>
          <p:cNvSpPr/>
          <p:nvPr/>
        </p:nvSpPr>
        <p:spPr>
          <a:xfrm>
            <a:off x="380998" y="4228769"/>
            <a:ext cx="2777838" cy="719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8AD6D5-9277-40DC-7692-403E63DE967B}"/>
              </a:ext>
            </a:extLst>
          </p:cNvPr>
          <p:cNvSpPr/>
          <p:nvPr/>
        </p:nvSpPr>
        <p:spPr>
          <a:xfrm>
            <a:off x="380998" y="5181154"/>
            <a:ext cx="2777838" cy="719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A866C7-BA29-97D8-22FF-FD537C4FDBCF}"/>
              </a:ext>
            </a:extLst>
          </p:cNvPr>
          <p:cNvSpPr/>
          <p:nvPr/>
        </p:nvSpPr>
        <p:spPr>
          <a:xfrm>
            <a:off x="3281362" y="1371600"/>
            <a:ext cx="8529636" cy="71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consectetuer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commodo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ligula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massa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6997CB-BADC-CCE1-ABD5-627AE819BEC8}"/>
              </a:ext>
            </a:extLst>
          </p:cNvPr>
          <p:cNvSpPr/>
          <p:nvPr/>
        </p:nvSpPr>
        <p:spPr>
          <a:xfrm>
            <a:off x="3281362" y="3276377"/>
            <a:ext cx="8529636" cy="71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consectetuer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commodo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ligula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massa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F221B-7737-7143-426A-0C0F5971D1AD}"/>
              </a:ext>
            </a:extLst>
          </p:cNvPr>
          <p:cNvSpPr/>
          <p:nvPr/>
        </p:nvSpPr>
        <p:spPr>
          <a:xfrm>
            <a:off x="3281362" y="4228766"/>
            <a:ext cx="8529636" cy="71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consectetuer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commodo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ligula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massa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A30D47-8AEA-88E1-6C3A-A8FEDCEFA55B}"/>
              </a:ext>
            </a:extLst>
          </p:cNvPr>
          <p:cNvSpPr/>
          <p:nvPr/>
        </p:nvSpPr>
        <p:spPr>
          <a:xfrm>
            <a:off x="3281362" y="2323989"/>
            <a:ext cx="8529636" cy="71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consectetuer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commodo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ligula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massa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C7598E-A771-5AE9-E14A-20C8F9DC3E2D}"/>
              </a:ext>
            </a:extLst>
          </p:cNvPr>
          <p:cNvSpPr/>
          <p:nvPr/>
        </p:nvSpPr>
        <p:spPr>
          <a:xfrm>
            <a:off x="3281362" y="5181154"/>
            <a:ext cx="8529636" cy="71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amet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consectetuer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adipiscing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elit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commodo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ligula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eget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Aenean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massa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251E0E-7FA4-D340-2C1A-EA41EC3CC535}"/>
              </a:ext>
            </a:extLst>
          </p:cNvPr>
          <p:cNvCxnSpPr/>
          <p:nvPr/>
        </p:nvCxnSpPr>
        <p:spPr>
          <a:xfrm>
            <a:off x="380999" y="2207753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484256-AA29-8226-9084-94A73B88D7E7}"/>
              </a:ext>
            </a:extLst>
          </p:cNvPr>
          <p:cNvCxnSpPr/>
          <p:nvPr/>
        </p:nvCxnSpPr>
        <p:spPr>
          <a:xfrm>
            <a:off x="381000" y="3160142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21C4B48-5A28-D4B3-EDDC-7D0540FCA689}"/>
              </a:ext>
            </a:extLst>
          </p:cNvPr>
          <p:cNvCxnSpPr/>
          <p:nvPr/>
        </p:nvCxnSpPr>
        <p:spPr>
          <a:xfrm>
            <a:off x="381001" y="4112532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17B8E5-C076-F551-8C70-CE8478D004AD}"/>
              </a:ext>
            </a:extLst>
          </p:cNvPr>
          <p:cNvCxnSpPr/>
          <p:nvPr/>
        </p:nvCxnSpPr>
        <p:spPr>
          <a:xfrm>
            <a:off x="381002" y="5064921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59">
            <a:extLst>
              <a:ext uri="{FF2B5EF4-FFF2-40B4-BE49-F238E27FC236}">
                <a16:creationId xmlns:a16="http://schemas.microsoft.com/office/drawing/2014/main" id="{6814DD6A-C13B-5991-99D5-BC15AAC9D8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9619" y="2503948"/>
            <a:ext cx="347295" cy="360000"/>
            <a:chOff x="2409" y="2997"/>
            <a:chExt cx="410" cy="425"/>
          </a:xfrm>
          <a:solidFill>
            <a:srgbClr val="FFFFFF"/>
          </a:solidFill>
        </p:grpSpPr>
        <p:sp>
          <p:nvSpPr>
            <p:cNvPr id="21" name="Freeform 160">
              <a:extLst>
                <a:ext uri="{FF2B5EF4-FFF2-40B4-BE49-F238E27FC236}">
                  <a16:creationId xmlns:a16="http://schemas.microsoft.com/office/drawing/2014/main" id="{5B539907-A88D-BBFD-42D4-33F7AB411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3387"/>
              <a:ext cx="36" cy="35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0 w 24"/>
                <a:gd name="T7" fmla="*/ 6 h 24"/>
                <a:gd name="T8" fmla="*/ 6 w 24"/>
                <a:gd name="T9" fmla="*/ 0 h 24"/>
                <a:gd name="T10" fmla="*/ 12 w 24"/>
                <a:gd name="T11" fmla="*/ 6 h 24"/>
                <a:gd name="T12" fmla="*/ 12 w 24"/>
                <a:gd name="T13" fmla="*/ 12 h 24"/>
                <a:gd name="T14" fmla="*/ 18 w 24"/>
                <a:gd name="T15" fmla="*/ 12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15"/>
                    <a:pt x="24" y="18"/>
                  </a:cubicBezTo>
                  <a:cubicBezTo>
                    <a:pt x="24" y="22"/>
                    <a:pt x="21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2" name="Freeform 161">
              <a:extLst>
                <a:ext uri="{FF2B5EF4-FFF2-40B4-BE49-F238E27FC236}">
                  <a16:creationId xmlns:a16="http://schemas.microsoft.com/office/drawing/2014/main" id="{E2B750DD-41EE-8535-3744-15FD525E8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387"/>
              <a:ext cx="36" cy="35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6 w 24"/>
                <a:gd name="T7" fmla="*/ 12 h 24"/>
                <a:gd name="T8" fmla="*/ 12 w 24"/>
                <a:gd name="T9" fmla="*/ 12 h 24"/>
                <a:gd name="T10" fmla="*/ 12 w 24"/>
                <a:gd name="T11" fmla="*/ 6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15"/>
                    <a:pt x="3" y="12"/>
                    <a:pt x="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5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1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3" name="Freeform 162">
              <a:extLst>
                <a:ext uri="{FF2B5EF4-FFF2-40B4-BE49-F238E27FC236}">
                  <a16:creationId xmlns:a16="http://schemas.microsoft.com/office/drawing/2014/main" id="{236FE75D-AAB1-D39E-6740-D65B34A17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333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4" name="Freeform 163">
              <a:extLst>
                <a:ext uri="{FF2B5EF4-FFF2-40B4-BE49-F238E27FC236}">
                  <a16:creationId xmlns:a16="http://schemas.microsoft.com/office/drawing/2014/main" id="{0EE5AA01-E9A4-40A3-089C-18FFE51B2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3404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5" name="Freeform 164">
              <a:extLst>
                <a:ext uri="{FF2B5EF4-FFF2-40B4-BE49-F238E27FC236}">
                  <a16:creationId xmlns:a16="http://schemas.microsoft.com/office/drawing/2014/main" id="{396D0154-6F80-F1CD-6CD2-F59E6F928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3227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6" name="Freeform 165">
              <a:extLst>
                <a:ext uri="{FF2B5EF4-FFF2-40B4-BE49-F238E27FC236}">
                  <a16:creationId xmlns:a16="http://schemas.microsoft.com/office/drawing/2014/main" id="{837AECDF-416E-6C9A-CB86-F2C9527E3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3404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7" name="Freeform 166">
              <a:extLst>
                <a:ext uri="{FF2B5EF4-FFF2-40B4-BE49-F238E27FC236}">
                  <a16:creationId xmlns:a16="http://schemas.microsoft.com/office/drawing/2014/main" id="{DAD2F76B-5E7A-F908-7E0F-DF522F84E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3227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8" name="Freeform 167">
              <a:extLst>
                <a:ext uri="{FF2B5EF4-FFF2-40B4-BE49-F238E27FC236}">
                  <a16:creationId xmlns:a16="http://schemas.microsoft.com/office/drawing/2014/main" id="{CAFCAD1E-B6B3-E342-E22D-09897C74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227"/>
              <a:ext cx="36" cy="36"/>
            </a:xfrm>
            <a:custGeom>
              <a:avLst/>
              <a:gdLst>
                <a:gd name="T0" fmla="*/ 18 w 24"/>
                <a:gd name="T1" fmla="*/ 24 h 24"/>
                <a:gd name="T2" fmla="*/ 12 w 24"/>
                <a:gd name="T3" fmla="*/ 18 h 24"/>
                <a:gd name="T4" fmla="*/ 12 w 24"/>
                <a:gd name="T5" fmla="*/ 12 h 24"/>
                <a:gd name="T6" fmla="*/ 6 w 24"/>
                <a:gd name="T7" fmla="*/ 12 h 24"/>
                <a:gd name="T8" fmla="*/ 0 w 24"/>
                <a:gd name="T9" fmla="*/ 6 h 24"/>
                <a:gd name="T10" fmla="*/ 6 w 24"/>
                <a:gd name="T11" fmla="*/ 0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15" y="24"/>
                    <a:pt x="12" y="22"/>
                    <a:pt x="12" y="18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1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9" name="Freeform 168">
              <a:extLst>
                <a:ext uri="{FF2B5EF4-FFF2-40B4-BE49-F238E27FC236}">
                  <a16:creationId xmlns:a16="http://schemas.microsoft.com/office/drawing/2014/main" id="{CE24C6DC-AB71-5C4A-D137-12370A183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32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0" name="Freeform 169">
              <a:extLst>
                <a:ext uri="{FF2B5EF4-FFF2-40B4-BE49-F238E27FC236}">
                  <a16:creationId xmlns:a16="http://schemas.microsoft.com/office/drawing/2014/main" id="{917E5E80-06C7-9A44-F04A-9EF2A59B1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3227"/>
              <a:ext cx="36" cy="36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6 h 24"/>
                <a:gd name="T6" fmla="*/ 6 w 24"/>
                <a:gd name="T7" fmla="*/ 0 h 24"/>
                <a:gd name="T8" fmla="*/ 18 w 24"/>
                <a:gd name="T9" fmla="*/ 0 h 24"/>
                <a:gd name="T10" fmla="*/ 24 w 24"/>
                <a:gd name="T11" fmla="*/ 6 h 24"/>
                <a:gd name="T12" fmla="*/ 18 w 24"/>
                <a:gd name="T13" fmla="*/ 12 h 24"/>
                <a:gd name="T14" fmla="*/ 12 w 24"/>
                <a:gd name="T15" fmla="*/ 12 h 24"/>
                <a:gd name="T16" fmla="*/ 12 w 24"/>
                <a:gd name="T17" fmla="*/ 18 h 24"/>
                <a:gd name="T18" fmla="*/ 6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1" name="Freeform 170">
              <a:extLst>
                <a:ext uri="{FF2B5EF4-FFF2-40B4-BE49-F238E27FC236}">
                  <a16:creationId xmlns:a16="http://schemas.microsoft.com/office/drawing/2014/main" id="{87241C30-2EF5-57E7-57AC-F7B90B9AA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32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2" name="Freeform 171">
              <a:extLst>
                <a:ext uri="{FF2B5EF4-FFF2-40B4-BE49-F238E27FC236}">
                  <a16:creationId xmlns:a16="http://schemas.microsoft.com/office/drawing/2014/main" id="{4F4A29EE-E452-33C3-C8AA-D7AA09C4F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333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3" name="Freeform 172">
              <a:extLst>
                <a:ext uri="{FF2B5EF4-FFF2-40B4-BE49-F238E27FC236}">
                  <a16:creationId xmlns:a16="http://schemas.microsoft.com/office/drawing/2014/main" id="{AA21ED7B-4229-22E9-4667-287B3B8C8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9" y="2997"/>
              <a:ext cx="196" cy="195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30"/>
                    <a:pt x="129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4" name="Freeform 173">
              <a:extLst>
                <a:ext uri="{FF2B5EF4-FFF2-40B4-BE49-F238E27FC236}">
                  <a16:creationId xmlns:a16="http://schemas.microsoft.com/office/drawing/2014/main" id="{41A63084-254B-AC81-E33A-E663B2B9C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3252"/>
              <a:ext cx="163" cy="90"/>
            </a:xfrm>
            <a:custGeom>
              <a:avLst/>
              <a:gdLst>
                <a:gd name="T0" fmla="*/ 55 w 110"/>
                <a:gd name="T1" fmla="*/ 61 h 61"/>
                <a:gd name="T2" fmla="*/ 51 w 110"/>
                <a:gd name="T3" fmla="*/ 59 h 61"/>
                <a:gd name="T4" fmla="*/ 3 w 110"/>
                <a:gd name="T5" fmla="*/ 11 h 61"/>
                <a:gd name="T6" fmla="*/ 3 w 110"/>
                <a:gd name="T7" fmla="*/ 3 h 61"/>
                <a:gd name="T8" fmla="*/ 11 w 110"/>
                <a:gd name="T9" fmla="*/ 3 h 61"/>
                <a:gd name="T10" fmla="*/ 55 w 110"/>
                <a:gd name="T11" fmla="*/ 47 h 61"/>
                <a:gd name="T12" fmla="*/ 99 w 110"/>
                <a:gd name="T13" fmla="*/ 3 h 61"/>
                <a:gd name="T14" fmla="*/ 107 w 110"/>
                <a:gd name="T15" fmla="*/ 3 h 61"/>
                <a:gd name="T16" fmla="*/ 107 w 110"/>
                <a:gd name="T17" fmla="*/ 11 h 61"/>
                <a:gd name="T18" fmla="*/ 59 w 110"/>
                <a:gd name="T19" fmla="*/ 59 h 61"/>
                <a:gd name="T20" fmla="*/ 55 w 110"/>
                <a:gd name="T2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0" h="61">
                  <a:moveTo>
                    <a:pt x="55" y="61"/>
                  </a:moveTo>
                  <a:cubicBezTo>
                    <a:pt x="54" y="61"/>
                    <a:pt x="52" y="60"/>
                    <a:pt x="51" y="59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3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55" y="47"/>
                    <a:pt x="55" y="47"/>
                    <a:pt x="55" y="47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101" y="0"/>
                    <a:pt x="105" y="0"/>
                    <a:pt x="107" y="3"/>
                  </a:cubicBezTo>
                  <a:cubicBezTo>
                    <a:pt x="110" y="5"/>
                    <a:pt x="110" y="9"/>
                    <a:pt x="107" y="11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8" y="60"/>
                    <a:pt x="57" y="61"/>
                    <a:pt x="55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5" name="Freeform 174">
              <a:extLst>
                <a:ext uri="{FF2B5EF4-FFF2-40B4-BE49-F238E27FC236}">
                  <a16:creationId xmlns:a16="http://schemas.microsoft.com/office/drawing/2014/main" id="{8AD012B0-A981-3474-29E3-9530D1A51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3050"/>
              <a:ext cx="18" cy="292"/>
            </a:xfrm>
            <a:custGeom>
              <a:avLst/>
              <a:gdLst>
                <a:gd name="T0" fmla="*/ 6 w 12"/>
                <a:gd name="T1" fmla="*/ 198 h 198"/>
                <a:gd name="T2" fmla="*/ 0 w 12"/>
                <a:gd name="T3" fmla="*/ 192 h 198"/>
                <a:gd name="T4" fmla="*/ 0 w 12"/>
                <a:gd name="T5" fmla="*/ 6 h 198"/>
                <a:gd name="T6" fmla="*/ 6 w 12"/>
                <a:gd name="T7" fmla="*/ 0 h 198"/>
                <a:gd name="T8" fmla="*/ 12 w 12"/>
                <a:gd name="T9" fmla="*/ 6 h 198"/>
                <a:gd name="T10" fmla="*/ 12 w 12"/>
                <a:gd name="T11" fmla="*/ 192 h 198"/>
                <a:gd name="T12" fmla="*/ 6 w 12"/>
                <a:gd name="T1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8">
                  <a:moveTo>
                    <a:pt x="6" y="198"/>
                  </a:moveTo>
                  <a:cubicBezTo>
                    <a:pt x="3" y="198"/>
                    <a:pt x="0" y="195"/>
                    <a:pt x="0" y="19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92"/>
                    <a:pt x="12" y="192"/>
                    <a:pt x="12" y="192"/>
                  </a:cubicBezTo>
                  <a:cubicBezTo>
                    <a:pt x="12" y="195"/>
                    <a:pt x="9" y="198"/>
                    <a:pt x="6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36" name="Group 183">
            <a:extLst>
              <a:ext uri="{FF2B5EF4-FFF2-40B4-BE49-F238E27FC236}">
                <a16:creationId xmlns:a16="http://schemas.microsoft.com/office/drawing/2014/main" id="{3A7DF8E8-03C2-9A8D-6597-E02B7EC530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9852" y="4408727"/>
            <a:ext cx="386828" cy="360000"/>
            <a:chOff x="6517" y="2991"/>
            <a:chExt cx="447" cy="416"/>
          </a:xfrm>
          <a:solidFill>
            <a:srgbClr val="FFFFFF"/>
          </a:solidFill>
        </p:grpSpPr>
        <p:sp>
          <p:nvSpPr>
            <p:cNvPr id="37" name="Freeform 184">
              <a:extLst>
                <a:ext uri="{FF2B5EF4-FFF2-40B4-BE49-F238E27FC236}">
                  <a16:creationId xmlns:a16="http://schemas.microsoft.com/office/drawing/2014/main" id="{B704BBA8-64FD-C1E1-9DE7-278A9F3B0C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17" y="2991"/>
              <a:ext cx="447" cy="416"/>
            </a:xfrm>
            <a:custGeom>
              <a:avLst/>
              <a:gdLst>
                <a:gd name="T0" fmla="*/ 209 w 302"/>
                <a:gd name="T1" fmla="*/ 281 h 281"/>
                <a:gd name="T2" fmla="*/ 158 w 302"/>
                <a:gd name="T3" fmla="*/ 260 h 281"/>
                <a:gd name="T4" fmla="*/ 107 w 302"/>
                <a:gd name="T5" fmla="*/ 209 h 281"/>
                <a:gd name="T6" fmla="*/ 103 w 302"/>
                <a:gd name="T7" fmla="*/ 208 h 281"/>
                <a:gd name="T8" fmla="*/ 103 w 302"/>
                <a:gd name="T9" fmla="*/ 208 h 281"/>
                <a:gd name="T10" fmla="*/ 99 w 302"/>
                <a:gd name="T11" fmla="*/ 209 h 281"/>
                <a:gd name="T12" fmla="*/ 97 w 302"/>
                <a:gd name="T13" fmla="*/ 214 h 281"/>
                <a:gd name="T14" fmla="*/ 99 w 302"/>
                <a:gd name="T15" fmla="*/ 218 h 281"/>
                <a:gd name="T16" fmla="*/ 99 w 302"/>
                <a:gd name="T17" fmla="*/ 260 h 281"/>
                <a:gd name="T18" fmla="*/ 78 w 302"/>
                <a:gd name="T19" fmla="*/ 269 h 281"/>
                <a:gd name="T20" fmla="*/ 78 w 302"/>
                <a:gd name="T21" fmla="*/ 269 h 281"/>
                <a:gd name="T22" fmla="*/ 56 w 302"/>
                <a:gd name="T23" fmla="*/ 260 h 281"/>
                <a:gd name="T24" fmla="*/ 56 w 302"/>
                <a:gd name="T25" fmla="*/ 57 h 281"/>
                <a:gd name="T26" fmla="*/ 260 w 302"/>
                <a:gd name="T27" fmla="*/ 57 h 281"/>
                <a:gd name="T28" fmla="*/ 302 w 302"/>
                <a:gd name="T29" fmla="*/ 158 h 281"/>
                <a:gd name="T30" fmla="*/ 260 w 302"/>
                <a:gd name="T31" fmla="*/ 260 h 281"/>
                <a:gd name="T32" fmla="*/ 209 w 302"/>
                <a:gd name="T33" fmla="*/ 281 h 281"/>
                <a:gd name="T34" fmla="*/ 103 w 302"/>
                <a:gd name="T35" fmla="*/ 196 h 281"/>
                <a:gd name="T36" fmla="*/ 116 w 302"/>
                <a:gd name="T37" fmla="*/ 201 h 281"/>
                <a:gd name="T38" fmla="*/ 167 w 302"/>
                <a:gd name="T39" fmla="*/ 252 h 281"/>
                <a:gd name="T40" fmla="*/ 252 w 302"/>
                <a:gd name="T41" fmla="*/ 252 h 281"/>
                <a:gd name="T42" fmla="*/ 290 w 302"/>
                <a:gd name="T43" fmla="*/ 158 h 281"/>
                <a:gd name="T44" fmla="*/ 252 w 302"/>
                <a:gd name="T45" fmla="*/ 65 h 281"/>
                <a:gd name="T46" fmla="*/ 65 w 302"/>
                <a:gd name="T47" fmla="*/ 65 h 281"/>
                <a:gd name="T48" fmla="*/ 65 w 302"/>
                <a:gd name="T49" fmla="*/ 252 h 281"/>
                <a:gd name="T50" fmla="*/ 65 w 302"/>
                <a:gd name="T51" fmla="*/ 252 h 281"/>
                <a:gd name="T52" fmla="*/ 78 w 302"/>
                <a:gd name="T53" fmla="*/ 257 h 281"/>
                <a:gd name="T54" fmla="*/ 78 w 302"/>
                <a:gd name="T55" fmla="*/ 257 h 281"/>
                <a:gd name="T56" fmla="*/ 90 w 302"/>
                <a:gd name="T57" fmla="*/ 252 h 281"/>
                <a:gd name="T58" fmla="*/ 90 w 302"/>
                <a:gd name="T59" fmla="*/ 226 h 281"/>
                <a:gd name="T60" fmla="*/ 85 w 302"/>
                <a:gd name="T61" fmla="*/ 214 h 281"/>
                <a:gd name="T62" fmla="*/ 90 w 302"/>
                <a:gd name="T63" fmla="*/ 201 h 281"/>
                <a:gd name="T64" fmla="*/ 103 w 302"/>
                <a:gd name="T65" fmla="*/ 196 h 281"/>
                <a:gd name="T66" fmla="*/ 103 w 302"/>
                <a:gd name="T67" fmla="*/ 19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2" h="281">
                  <a:moveTo>
                    <a:pt x="209" y="281"/>
                  </a:moveTo>
                  <a:cubicBezTo>
                    <a:pt x="191" y="281"/>
                    <a:pt x="172" y="274"/>
                    <a:pt x="158" y="260"/>
                  </a:cubicBezTo>
                  <a:cubicBezTo>
                    <a:pt x="107" y="209"/>
                    <a:pt x="107" y="209"/>
                    <a:pt x="107" y="209"/>
                  </a:cubicBezTo>
                  <a:cubicBezTo>
                    <a:pt x="106" y="208"/>
                    <a:pt x="105" y="208"/>
                    <a:pt x="103" y="208"/>
                  </a:cubicBezTo>
                  <a:cubicBezTo>
                    <a:pt x="103" y="208"/>
                    <a:pt x="103" y="208"/>
                    <a:pt x="103" y="208"/>
                  </a:cubicBezTo>
                  <a:cubicBezTo>
                    <a:pt x="101" y="208"/>
                    <a:pt x="100" y="208"/>
                    <a:pt x="99" y="209"/>
                  </a:cubicBezTo>
                  <a:cubicBezTo>
                    <a:pt x="98" y="210"/>
                    <a:pt x="97" y="212"/>
                    <a:pt x="97" y="214"/>
                  </a:cubicBezTo>
                  <a:cubicBezTo>
                    <a:pt x="97" y="215"/>
                    <a:pt x="98" y="217"/>
                    <a:pt x="99" y="218"/>
                  </a:cubicBezTo>
                  <a:cubicBezTo>
                    <a:pt x="110" y="229"/>
                    <a:pt x="110" y="248"/>
                    <a:pt x="99" y="260"/>
                  </a:cubicBezTo>
                  <a:cubicBezTo>
                    <a:pt x="93" y="266"/>
                    <a:pt x="86" y="269"/>
                    <a:pt x="78" y="269"/>
                  </a:cubicBezTo>
                  <a:cubicBezTo>
                    <a:pt x="78" y="269"/>
                    <a:pt x="78" y="269"/>
                    <a:pt x="78" y="269"/>
                  </a:cubicBezTo>
                  <a:cubicBezTo>
                    <a:pt x="70" y="269"/>
                    <a:pt x="62" y="266"/>
                    <a:pt x="56" y="260"/>
                  </a:cubicBezTo>
                  <a:cubicBezTo>
                    <a:pt x="0" y="204"/>
                    <a:pt x="0" y="113"/>
                    <a:pt x="56" y="57"/>
                  </a:cubicBezTo>
                  <a:cubicBezTo>
                    <a:pt x="113" y="0"/>
                    <a:pt x="204" y="0"/>
                    <a:pt x="260" y="57"/>
                  </a:cubicBezTo>
                  <a:cubicBezTo>
                    <a:pt x="287" y="84"/>
                    <a:pt x="302" y="120"/>
                    <a:pt x="302" y="158"/>
                  </a:cubicBezTo>
                  <a:cubicBezTo>
                    <a:pt x="302" y="197"/>
                    <a:pt x="287" y="233"/>
                    <a:pt x="260" y="260"/>
                  </a:cubicBezTo>
                  <a:cubicBezTo>
                    <a:pt x="246" y="274"/>
                    <a:pt x="228" y="281"/>
                    <a:pt x="209" y="281"/>
                  </a:cubicBezTo>
                  <a:close/>
                  <a:moveTo>
                    <a:pt x="103" y="196"/>
                  </a:moveTo>
                  <a:cubicBezTo>
                    <a:pt x="108" y="196"/>
                    <a:pt x="112" y="197"/>
                    <a:pt x="116" y="201"/>
                  </a:cubicBezTo>
                  <a:cubicBezTo>
                    <a:pt x="167" y="252"/>
                    <a:pt x="167" y="252"/>
                    <a:pt x="167" y="252"/>
                  </a:cubicBezTo>
                  <a:cubicBezTo>
                    <a:pt x="190" y="275"/>
                    <a:pt x="228" y="275"/>
                    <a:pt x="252" y="252"/>
                  </a:cubicBezTo>
                  <a:cubicBezTo>
                    <a:pt x="276" y="227"/>
                    <a:pt x="290" y="194"/>
                    <a:pt x="290" y="158"/>
                  </a:cubicBezTo>
                  <a:cubicBezTo>
                    <a:pt x="290" y="123"/>
                    <a:pt x="276" y="90"/>
                    <a:pt x="252" y="65"/>
                  </a:cubicBezTo>
                  <a:cubicBezTo>
                    <a:pt x="200" y="14"/>
                    <a:pt x="116" y="14"/>
                    <a:pt x="65" y="65"/>
                  </a:cubicBezTo>
                  <a:cubicBezTo>
                    <a:pt x="13" y="116"/>
                    <a:pt x="13" y="200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8" y="255"/>
                    <a:pt x="73" y="257"/>
                    <a:pt x="78" y="257"/>
                  </a:cubicBezTo>
                  <a:cubicBezTo>
                    <a:pt x="78" y="257"/>
                    <a:pt x="78" y="257"/>
                    <a:pt x="78" y="257"/>
                  </a:cubicBezTo>
                  <a:cubicBezTo>
                    <a:pt x="82" y="257"/>
                    <a:pt x="87" y="255"/>
                    <a:pt x="90" y="252"/>
                  </a:cubicBezTo>
                  <a:cubicBezTo>
                    <a:pt x="97" y="245"/>
                    <a:pt x="97" y="233"/>
                    <a:pt x="90" y="226"/>
                  </a:cubicBezTo>
                  <a:cubicBezTo>
                    <a:pt x="87" y="223"/>
                    <a:pt x="85" y="218"/>
                    <a:pt x="85" y="214"/>
                  </a:cubicBezTo>
                  <a:cubicBezTo>
                    <a:pt x="85" y="209"/>
                    <a:pt x="87" y="204"/>
                    <a:pt x="90" y="201"/>
                  </a:cubicBezTo>
                  <a:cubicBezTo>
                    <a:pt x="94" y="197"/>
                    <a:pt x="98" y="196"/>
                    <a:pt x="103" y="196"/>
                  </a:cubicBezTo>
                  <a:cubicBezTo>
                    <a:pt x="103" y="196"/>
                    <a:pt x="103" y="196"/>
                    <a:pt x="1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8" name="Freeform 185">
              <a:extLst>
                <a:ext uri="{FF2B5EF4-FFF2-40B4-BE49-F238E27FC236}">
                  <a16:creationId xmlns:a16="http://schemas.microsoft.com/office/drawing/2014/main" id="{9ECFF4DF-1DB8-C655-DC09-854D810DD7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91" y="310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1"/>
                    <a:pt x="18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9" name="Freeform 186">
              <a:extLst>
                <a:ext uri="{FF2B5EF4-FFF2-40B4-BE49-F238E27FC236}">
                  <a16:creationId xmlns:a16="http://schemas.microsoft.com/office/drawing/2014/main" id="{CA8825AC-28CD-D26B-494D-F0E5CAB6A3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49" y="3199"/>
              <a:ext cx="53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22"/>
                    <a:pt x="15" y="24"/>
                    <a:pt x="18" y="24"/>
                  </a:cubicBezTo>
                  <a:cubicBezTo>
                    <a:pt x="22" y="24"/>
                    <a:pt x="24" y="22"/>
                    <a:pt x="24" y="18"/>
                  </a:cubicBezTo>
                  <a:cubicBezTo>
                    <a:pt x="24" y="15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0" name="Freeform 187">
              <a:extLst>
                <a:ext uri="{FF2B5EF4-FFF2-40B4-BE49-F238E27FC236}">
                  <a16:creationId xmlns:a16="http://schemas.microsoft.com/office/drawing/2014/main" id="{9F023C29-0F02-5A31-AC22-9623C803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" y="3270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1" name="Freeform 188">
              <a:extLst>
                <a:ext uri="{FF2B5EF4-FFF2-40B4-BE49-F238E27FC236}">
                  <a16:creationId xmlns:a16="http://schemas.microsoft.com/office/drawing/2014/main" id="{75F7627D-514F-03EC-18A9-BCE28A116F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4" y="3083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42" name="Group 81">
            <a:extLst>
              <a:ext uri="{FF2B5EF4-FFF2-40B4-BE49-F238E27FC236}">
                <a16:creationId xmlns:a16="http://schemas.microsoft.com/office/drawing/2014/main" id="{2E52683F-659D-A12B-F32A-C58F2173580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2839" y="1551558"/>
            <a:ext cx="360855" cy="360000"/>
            <a:chOff x="1370" y="1720"/>
            <a:chExt cx="426" cy="425"/>
          </a:xfrm>
          <a:solidFill>
            <a:srgbClr val="FFFFFF"/>
          </a:solidFill>
        </p:grpSpPr>
        <p:sp>
          <p:nvSpPr>
            <p:cNvPr id="43" name="Freeform 82">
              <a:extLst>
                <a:ext uri="{FF2B5EF4-FFF2-40B4-BE49-F238E27FC236}">
                  <a16:creationId xmlns:a16="http://schemas.microsoft.com/office/drawing/2014/main" id="{9FA83014-110B-B4EB-1858-40389A39E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55"/>
              <a:ext cx="426" cy="390"/>
            </a:xfrm>
            <a:custGeom>
              <a:avLst/>
              <a:gdLst>
                <a:gd name="T0" fmla="*/ 282 w 288"/>
                <a:gd name="T1" fmla="*/ 264 h 264"/>
                <a:gd name="T2" fmla="*/ 6 w 288"/>
                <a:gd name="T3" fmla="*/ 264 h 264"/>
                <a:gd name="T4" fmla="*/ 0 w 288"/>
                <a:gd name="T5" fmla="*/ 258 h 264"/>
                <a:gd name="T6" fmla="*/ 0 w 288"/>
                <a:gd name="T7" fmla="*/ 6 h 264"/>
                <a:gd name="T8" fmla="*/ 6 w 288"/>
                <a:gd name="T9" fmla="*/ 0 h 264"/>
                <a:gd name="T10" fmla="*/ 54 w 288"/>
                <a:gd name="T11" fmla="*/ 0 h 264"/>
                <a:gd name="T12" fmla="*/ 60 w 288"/>
                <a:gd name="T13" fmla="*/ 6 h 264"/>
                <a:gd name="T14" fmla="*/ 54 w 288"/>
                <a:gd name="T15" fmla="*/ 12 h 264"/>
                <a:gd name="T16" fmla="*/ 12 w 288"/>
                <a:gd name="T17" fmla="*/ 12 h 264"/>
                <a:gd name="T18" fmla="*/ 12 w 288"/>
                <a:gd name="T19" fmla="*/ 252 h 264"/>
                <a:gd name="T20" fmla="*/ 276 w 288"/>
                <a:gd name="T21" fmla="*/ 252 h 264"/>
                <a:gd name="T22" fmla="*/ 276 w 288"/>
                <a:gd name="T23" fmla="*/ 12 h 264"/>
                <a:gd name="T24" fmla="*/ 234 w 288"/>
                <a:gd name="T25" fmla="*/ 12 h 264"/>
                <a:gd name="T26" fmla="*/ 228 w 288"/>
                <a:gd name="T27" fmla="*/ 6 h 264"/>
                <a:gd name="T28" fmla="*/ 234 w 288"/>
                <a:gd name="T29" fmla="*/ 0 h 264"/>
                <a:gd name="T30" fmla="*/ 282 w 288"/>
                <a:gd name="T31" fmla="*/ 0 h 264"/>
                <a:gd name="T32" fmla="*/ 288 w 288"/>
                <a:gd name="T33" fmla="*/ 6 h 264"/>
                <a:gd name="T34" fmla="*/ 288 w 288"/>
                <a:gd name="T35" fmla="*/ 258 h 264"/>
                <a:gd name="T36" fmla="*/ 282 w 288"/>
                <a:gd name="T37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64">
                  <a:moveTo>
                    <a:pt x="28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9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76" y="252"/>
                    <a:pt x="276" y="252"/>
                    <a:pt x="276" y="25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234" y="12"/>
                    <a:pt x="234" y="12"/>
                    <a:pt x="234" y="12"/>
                  </a:cubicBezTo>
                  <a:cubicBezTo>
                    <a:pt x="231" y="12"/>
                    <a:pt x="228" y="9"/>
                    <a:pt x="228" y="6"/>
                  </a:cubicBezTo>
                  <a:cubicBezTo>
                    <a:pt x="228" y="2"/>
                    <a:pt x="231" y="0"/>
                    <a:pt x="234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258"/>
                    <a:pt x="288" y="258"/>
                    <a:pt x="288" y="258"/>
                  </a:cubicBezTo>
                  <a:cubicBezTo>
                    <a:pt x="288" y="261"/>
                    <a:pt x="286" y="264"/>
                    <a:pt x="282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4" name="Freeform 83">
              <a:extLst>
                <a:ext uri="{FF2B5EF4-FFF2-40B4-BE49-F238E27FC236}">
                  <a16:creationId xmlns:a16="http://schemas.microsoft.com/office/drawing/2014/main" id="{8A955575-7A3B-6B7B-9A52-1356C908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5" name="Freeform 84">
              <a:extLst>
                <a:ext uri="{FF2B5EF4-FFF2-40B4-BE49-F238E27FC236}">
                  <a16:creationId xmlns:a16="http://schemas.microsoft.com/office/drawing/2014/main" id="{BC7E2D9D-EDE2-CA6B-9D90-4B100DAA20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4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6" name="Freeform 85">
              <a:extLst>
                <a:ext uri="{FF2B5EF4-FFF2-40B4-BE49-F238E27FC236}">
                  <a16:creationId xmlns:a16="http://schemas.microsoft.com/office/drawing/2014/main" id="{3EE63D90-2403-78DA-B713-E0A1597DD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1755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7" name="Freeform 86">
              <a:extLst>
                <a:ext uri="{FF2B5EF4-FFF2-40B4-BE49-F238E27FC236}">
                  <a16:creationId xmlns:a16="http://schemas.microsoft.com/office/drawing/2014/main" id="{CE4173AF-C976-3E68-83E4-E4050BCB9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44"/>
              <a:ext cx="426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8" name="Freeform 87">
              <a:extLst>
                <a:ext uri="{FF2B5EF4-FFF2-40B4-BE49-F238E27FC236}">
                  <a16:creationId xmlns:a16="http://schemas.microsoft.com/office/drawing/2014/main" id="{5BB9B0BA-E997-F836-C3ED-0A3651C10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9" name="Freeform 88">
              <a:extLst>
                <a:ext uri="{FF2B5EF4-FFF2-40B4-BE49-F238E27FC236}">
                  <a16:creationId xmlns:a16="http://schemas.microsoft.com/office/drawing/2014/main" id="{8096FE5A-99CE-1E5C-88D0-EC47D1A8F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0" name="Freeform 89">
              <a:extLst>
                <a:ext uri="{FF2B5EF4-FFF2-40B4-BE49-F238E27FC236}">
                  <a16:creationId xmlns:a16="http://schemas.microsoft.com/office/drawing/2014/main" id="{633A1E63-0205-DE7F-DC0A-E1A35793C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1" name="Freeform 90">
              <a:extLst>
                <a:ext uri="{FF2B5EF4-FFF2-40B4-BE49-F238E27FC236}">
                  <a16:creationId xmlns:a16="http://schemas.microsoft.com/office/drawing/2014/main" id="{CCB21373-1E44-5100-BC24-3C79DFED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355" cy="18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2" name="Freeform 91">
              <a:extLst>
                <a:ext uri="{FF2B5EF4-FFF2-40B4-BE49-F238E27FC236}">
                  <a16:creationId xmlns:a16="http://schemas.microsoft.com/office/drawing/2014/main" id="{4014768E-A8CF-3831-F821-E8B95609D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86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3" name="Freeform 92">
              <a:extLst>
                <a:ext uri="{FF2B5EF4-FFF2-40B4-BE49-F238E27FC236}">
                  <a16:creationId xmlns:a16="http://schemas.microsoft.com/office/drawing/2014/main" id="{58544370-383A-F6F1-392D-B2248221C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057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54" name="Group 58">
            <a:extLst>
              <a:ext uri="{FF2B5EF4-FFF2-40B4-BE49-F238E27FC236}">
                <a16:creationId xmlns:a16="http://schemas.microsoft.com/office/drawing/2014/main" id="{0FCD430D-2FA5-B138-6A85-B99FE2CD2C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6641" y="5396459"/>
            <a:ext cx="370039" cy="324000"/>
            <a:chOff x="2402" y="1749"/>
            <a:chExt cx="426" cy="373"/>
          </a:xfrm>
          <a:solidFill>
            <a:srgbClr val="FFFFFF"/>
          </a:solidFill>
        </p:grpSpPr>
        <p:sp>
          <p:nvSpPr>
            <p:cNvPr id="55" name="Freeform 59">
              <a:extLst>
                <a:ext uri="{FF2B5EF4-FFF2-40B4-BE49-F238E27FC236}">
                  <a16:creationId xmlns:a16="http://schemas.microsoft.com/office/drawing/2014/main" id="{2C1D2EDB-0B8A-DDD5-B844-5FC17058C7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2" y="1749"/>
              <a:ext cx="426" cy="373"/>
            </a:xfrm>
            <a:custGeom>
              <a:avLst/>
              <a:gdLst>
                <a:gd name="T0" fmla="*/ 90 w 288"/>
                <a:gd name="T1" fmla="*/ 252 h 252"/>
                <a:gd name="T2" fmla="*/ 87 w 288"/>
                <a:gd name="T3" fmla="*/ 252 h 252"/>
                <a:gd name="T4" fmla="*/ 84 w 288"/>
                <a:gd name="T5" fmla="*/ 246 h 252"/>
                <a:gd name="T6" fmla="*/ 84 w 288"/>
                <a:gd name="T7" fmla="*/ 204 h 252"/>
                <a:gd name="T8" fmla="*/ 6 w 288"/>
                <a:gd name="T9" fmla="*/ 204 h 252"/>
                <a:gd name="T10" fmla="*/ 0 w 288"/>
                <a:gd name="T11" fmla="*/ 198 h 252"/>
                <a:gd name="T12" fmla="*/ 0 w 288"/>
                <a:gd name="T13" fmla="*/ 6 h 252"/>
                <a:gd name="T14" fmla="*/ 6 w 288"/>
                <a:gd name="T15" fmla="*/ 0 h 252"/>
                <a:gd name="T16" fmla="*/ 282 w 288"/>
                <a:gd name="T17" fmla="*/ 0 h 252"/>
                <a:gd name="T18" fmla="*/ 288 w 288"/>
                <a:gd name="T19" fmla="*/ 6 h 252"/>
                <a:gd name="T20" fmla="*/ 288 w 288"/>
                <a:gd name="T21" fmla="*/ 198 h 252"/>
                <a:gd name="T22" fmla="*/ 282 w 288"/>
                <a:gd name="T23" fmla="*/ 204 h 252"/>
                <a:gd name="T24" fmla="*/ 140 w 288"/>
                <a:gd name="T25" fmla="*/ 204 h 252"/>
                <a:gd name="T26" fmla="*/ 94 w 288"/>
                <a:gd name="T27" fmla="*/ 251 h 252"/>
                <a:gd name="T28" fmla="*/ 90 w 288"/>
                <a:gd name="T29" fmla="*/ 252 h 252"/>
                <a:gd name="T30" fmla="*/ 12 w 288"/>
                <a:gd name="T31" fmla="*/ 192 h 252"/>
                <a:gd name="T32" fmla="*/ 90 w 288"/>
                <a:gd name="T33" fmla="*/ 192 h 252"/>
                <a:gd name="T34" fmla="*/ 96 w 288"/>
                <a:gd name="T35" fmla="*/ 198 h 252"/>
                <a:gd name="T36" fmla="*/ 96 w 288"/>
                <a:gd name="T37" fmla="*/ 232 h 252"/>
                <a:gd name="T38" fmla="*/ 133 w 288"/>
                <a:gd name="T39" fmla="*/ 194 h 252"/>
                <a:gd name="T40" fmla="*/ 138 w 288"/>
                <a:gd name="T41" fmla="*/ 192 h 252"/>
                <a:gd name="T42" fmla="*/ 276 w 288"/>
                <a:gd name="T43" fmla="*/ 192 h 252"/>
                <a:gd name="T44" fmla="*/ 276 w 288"/>
                <a:gd name="T45" fmla="*/ 12 h 252"/>
                <a:gd name="T46" fmla="*/ 12 w 288"/>
                <a:gd name="T47" fmla="*/ 12 h 252"/>
                <a:gd name="T48" fmla="*/ 12 w 288"/>
                <a:gd name="T49" fmla="*/ 19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8" h="252">
                  <a:moveTo>
                    <a:pt x="90" y="252"/>
                  </a:moveTo>
                  <a:cubicBezTo>
                    <a:pt x="89" y="252"/>
                    <a:pt x="88" y="252"/>
                    <a:pt x="87" y="252"/>
                  </a:cubicBezTo>
                  <a:cubicBezTo>
                    <a:pt x="85" y="251"/>
                    <a:pt x="84" y="249"/>
                    <a:pt x="84" y="246"/>
                  </a:cubicBezTo>
                  <a:cubicBezTo>
                    <a:pt x="84" y="204"/>
                    <a:pt x="84" y="204"/>
                    <a:pt x="84" y="204"/>
                  </a:cubicBezTo>
                  <a:cubicBezTo>
                    <a:pt x="6" y="204"/>
                    <a:pt x="6" y="204"/>
                    <a:pt x="6" y="204"/>
                  </a:cubicBezTo>
                  <a:cubicBezTo>
                    <a:pt x="2" y="204"/>
                    <a:pt x="0" y="202"/>
                    <a:pt x="0" y="19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02"/>
                    <a:pt x="285" y="204"/>
                    <a:pt x="282" y="204"/>
                  </a:cubicBezTo>
                  <a:cubicBezTo>
                    <a:pt x="140" y="204"/>
                    <a:pt x="140" y="204"/>
                    <a:pt x="140" y="204"/>
                  </a:cubicBezTo>
                  <a:cubicBezTo>
                    <a:pt x="94" y="251"/>
                    <a:pt x="94" y="251"/>
                    <a:pt x="94" y="251"/>
                  </a:cubicBezTo>
                  <a:cubicBezTo>
                    <a:pt x="93" y="252"/>
                    <a:pt x="91" y="252"/>
                    <a:pt x="90" y="252"/>
                  </a:cubicBezTo>
                  <a:close/>
                  <a:moveTo>
                    <a:pt x="12" y="192"/>
                  </a:moveTo>
                  <a:cubicBezTo>
                    <a:pt x="90" y="192"/>
                    <a:pt x="90" y="192"/>
                    <a:pt x="90" y="192"/>
                  </a:cubicBezTo>
                  <a:cubicBezTo>
                    <a:pt x="93" y="192"/>
                    <a:pt x="96" y="195"/>
                    <a:pt x="96" y="198"/>
                  </a:cubicBezTo>
                  <a:cubicBezTo>
                    <a:pt x="96" y="232"/>
                    <a:pt x="96" y="232"/>
                    <a:pt x="96" y="232"/>
                  </a:cubicBezTo>
                  <a:cubicBezTo>
                    <a:pt x="133" y="194"/>
                    <a:pt x="133" y="194"/>
                    <a:pt x="133" y="194"/>
                  </a:cubicBezTo>
                  <a:cubicBezTo>
                    <a:pt x="135" y="193"/>
                    <a:pt x="136" y="192"/>
                    <a:pt x="138" y="192"/>
                  </a:cubicBezTo>
                  <a:cubicBezTo>
                    <a:pt x="276" y="192"/>
                    <a:pt x="276" y="192"/>
                    <a:pt x="276" y="19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6" name="Freeform 60">
              <a:extLst>
                <a:ext uri="{FF2B5EF4-FFF2-40B4-BE49-F238E27FC236}">
                  <a16:creationId xmlns:a16="http://schemas.microsoft.com/office/drawing/2014/main" id="{12CB8FE3-EEA3-CBB1-E4C9-E4AE2ACF0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1838"/>
              <a:ext cx="177" cy="17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10"/>
                    <a:pt x="117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7" name="Freeform 61">
              <a:extLst>
                <a:ext uri="{FF2B5EF4-FFF2-40B4-BE49-F238E27FC236}">
                  <a16:creationId xmlns:a16="http://schemas.microsoft.com/office/drawing/2014/main" id="{6EA2F1DD-BCC8-1857-7F08-A471C6FAA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1891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10"/>
                    <a:pt x="117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8" name="Freeform 62">
              <a:extLst>
                <a:ext uri="{FF2B5EF4-FFF2-40B4-BE49-F238E27FC236}">
                  <a16:creationId xmlns:a16="http://schemas.microsoft.com/office/drawing/2014/main" id="{20B6874E-7919-2291-D7E5-9F1660DB2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1944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10"/>
                    <a:pt x="117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59" name="Freeform 63">
              <a:extLst>
                <a:ext uri="{FF2B5EF4-FFF2-40B4-BE49-F238E27FC236}">
                  <a16:creationId xmlns:a16="http://schemas.microsoft.com/office/drawing/2014/main" id="{F7D60552-8C25-8478-B662-48E5DAAE3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" y="1838"/>
              <a:ext cx="35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60" name="Freeform 64">
              <a:extLst>
                <a:ext uri="{FF2B5EF4-FFF2-40B4-BE49-F238E27FC236}">
                  <a16:creationId xmlns:a16="http://schemas.microsoft.com/office/drawing/2014/main" id="{142142BD-596E-6B2C-A14A-0269C6DA7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" y="1891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61" name="Freeform 65">
              <a:extLst>
                <a:ext uri="{FF2B5EF4-FFF2-40B4-BE49-F238E27FC236}">
                  <a16:creationId xmlns:a16="http://schemas.microsoft.com/office/drawing/2014/main" id="{3C4EA965-19B2-C6D4-A49D-FB565A7A5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" y="1944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62" name="Group 96">
            <a:extLst>
              <a:ext uri="{FF2B5EF4-FFF2-40B4-BE49-F238E27FC236}">
                <a16:creationId xmlns:a16="http://schemas.microsoft.com/office/drawing/2014/main" id="{BA5F9010-13A3-A435-7183-9F4EFADC889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3266" y="3456337"/>
            <a:ext cx="368634" cy="360000"/>
            <a:chOff x="5508" y="1724"/>
            <a:chExt cx="427" cy="417"/>
          </a:xfrm>
          <a:solidFill>
            <a:srgbClr val="FFFFFF"/>
          </a:solidFill>
        </p:grpSpPr>
        <p:sp>
          <p:nvSpPr>
            <p:cNvPr id="63" name="Freeform 97">
              <a:extLst>
                <a:ext uri="{FF2B5EF4-FFF2-40B4-BE49-F238E27FC236}">
                  <a16:creationId xmlns:a16="http://schemas.microsoft.com/office/drawing/2014/main" id="{8CDA10F3-F351-C6C1-7B27-9C7B666D0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8" y="1750"/>
              <a:ext cx="356" cy="391"/>
            </a:xfrm>
            <a:custGeom>
              <a:avLst/>
              <a:gdLst>
                <a:gd name="T0" fmla="*/ 234 w 240"/>
                <a:gd name="T1" fmla="*/ 264 h 264"/>
                <a:gd name="T2" fmla="*/ 6 w 240"/>
                <a:gd name="T3" fmla="*/ 264 h 264"/>
                <a:gd name="T4" fmla="*/ 0 w 240"/>
                <a:gd name="T5" fmla="*/ 258 h 264"/>
                <a:gd name="T6" fmla="*/ 0 w 240"/>
                <a:gd name="T7" fmla="*/ 6 h 264"/>
                <a:gd name="T8" fmla="*/ 6 w 240"/>
                <a:gd name="T9" fmla="*/ 0 h 264"/>
                <a:gd name="T10" fmla="*/ 156 w 240"/>
                <a:gd name="T11" fmla="*/ 0 h 264"/>
                <a:gd name="T12" fmla="*/ 162 w 240"/>
                <a:gd name="T13" fmla="*/ 6 h 264"/>
                <a:gd name="T14" fmla="*/ 156 w 240"/>
                <a:gd name="T15" fmla="*/ 12 h 264"/>
                <a:gd name="T16" fmla="*/ 12 w 240"/>
                <a:gd name="T17" fmla="*/ 12 h 264"/>
                <a:gd name="T18" fmla="*/ 12 w 240"/>
                <a:gd name="T19" fmla="*/ 252 h 264"/>
                <a:gd name="T20" fmla="*/ 228 w 240"/>
                <a:gd name="T21" fmla="*/ 252 h 264"/>
                <a:gd name="T22" fmla="*/ 228 w 240"/>
                <a:gd name="T23" fmla="*/ 132 h 264"/>
                <a:gd name="T24" fmla="*/ 234 w 240"/>
                <a:gd name="T25" fmla="*/ 126 h 264"/>
                <a:gd name="T26" fmla="*/ 240 w 240"/>
                <a:gd name="T27" fmla="*/ 132 h 264"/>
                <a:gd name="T28" fmla="*/ 240 w 240"/>
                <a:gd name="T29" fmla="*/ 258 h 264"/>
                <a:gd name="T30" fmla="*/ 234 w 240"/>
                <a:gd name="T3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0" h="264">
                  <a:moveTo>
                    <a:pt x="234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9" y="0"/>
                    <a:pt x="162" y="2"/>
                    <a:pt x="162" y="6"/>
                  </a:cubicBezTo>
                  <a:cubicBezTo>
                    <a:pt x="162" y="9"/>
                    <a:pt x="159" y="12"/>
                    <a:pt x="15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28" y="252"/>
                    <a:pt x="228" y="252"/>
                    <a:pt x="228" y="252"/>
                  </a:cubicBezTo>
                  <a:cubicBezTo>
                    <a:pt x="228" y="132"/>
                    <a:pt x="228" y="132"/>
                    <a:pt x="228" y="132"/>
                  </a:cubicBezTo>
                  <a:cubicBezTo>
                    <a:pt x="228" y="128"/>
                    <a:pt x="231" y="126"/>
                    <a:pt x="234" y="126"/>
                  </a:cubicBezTo>
                  <a:cubicBezTo>
                    <a:pt x="237" y="126"/>
                    <a:pt x="240" y="128"/>
                    <a:pt x="240" y="132"/>
                  </a:cubicBezTo>
                  <a:cubicBezTo>
                    <a:pt x="240" y="258"/>
                    <a:pt x="240" y="258"/>
                    <a:pt x="240" y="258"/>
                  </a:cubicBezTo>
                  <a:cubicBezTo>
                    <a:pt x="240" y="261"/>
                    <a:pt x="237" y="264"/>
                    <a:pt x="234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64" name="Freeform 98">
              <a:extLst>
                <a:ext uri="{FF2B5EF4-FFF2-40B4-BE49-F238E27FC236}">
                  <a16:creationId xmlns:a16="http://schemas.microsoft.com/office/drawing/2014/main" id="{6713A4A1-1EB3-B05E-3D9E-41EB89B7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" y="1842"/>
              <a:ext cx="181" cy="181"/>
            </a:xfrm>
            <a:custGeom>
              <a:avLst/>
              <a:gdLst>
                <a:gd name="T0" fmla="*/ 7 w 122"/>
                <a:gd name="T1" fmla="*/ 122 h 122"/>
                <a:gd name="T2" fmla="*/ 2 w 122"/>
                <a:gd name="T3" fmla="*/ 120 h 122"/>
                <a:gd name="T4" fmla="*/ 2 w 122"/>
                <a:gd name="T5" fmla="*/ 112 h 122"/>
                <a:gd name="T6" fmla="*/ 112 w 122"/>
                <a:gd name="T7" fmla="*/ 3 h 122"/>
                <a:gd name="T8" fmla="*/ 120 w 122"/>
                <a:gd name="T9" fmla="*/ 3 h 122"/>
                <a:gd name="T10" fmla="*/ 120 w 122"/>
                <a:gd name="T11" fmla="*/ 11 h 122"/>
                <a:gd name="T12" fmla="*/ 11 w 122"/>
                <a:gd name="T13" fmla="*/ 120 h 122"/>
                <a:gd name="T14" fmla="*/ 7 w 122"/>
                <a:gd name="T15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2">
                  <a:moveTo>
                    <a:pt x="7" y="122"/>
                  </a:moveTo>
                  <a:cubicBezTo>
                    <a:pt x="5" y="122"/>
                    <a:pt x="3" y="122"/>
                    <a:pt x="2" y="120"/>
                  </a:cubicBezTo>
                  <a:cubicBezTo>
                    <a:pt x="0" y="118"/>
                    <a:pt x="0" y="114"/>
                    <a:pt x="2" y="112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114" y="0"/>
                    <a:pt x="118" y="0"/>
                    <a:pt x="120" y="3"/>
                  </a:cubicBezTo>
                  <a:cubicBezTo>
                    <a:pt x="122" y="5"/>
                    <a:pt x="122" y="9"/>
                    <a:pt x="120" y="11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10" y="122"/>
                    <a:pt x="8" y="122"/>
                    <a:pt x="7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65" name="Freeform 99">
              <a:extLst>
                <a:ext uri="{FF2B5EF4-FFF2-40B4-BE49-F238E27FC236}">
                  <a16:creationId xmlns:a16="http://schemas.microsoft.com/office/drawing/2014/main" id="{385FAD13-837A-499B-C327-118BD8DED7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7" y="1724"/>
              <a:ext cx="258" cy="242"/>
            </a:xfrm>
            <a:custGeom>
              <a:avLst/>
              <a:gdLst>
                <a:gd name="T0" fmla="*/ 45 w 174"/>
                <a:gd name="T1" fmla="*/ 164 h 164"/>
                <a:gd name="T2" fmla="*/ 19 w 174"/>
                <a:gd name="T3" fmla="*/ 154 h 164"/>
                <a:gd name="T4" fmla="*/ 7 w 174"/>
                <a:gd name="T5" fmla="*/ 96 h 164"/>
                <a:gd name="T6" fmla="*/ 59 w 174"/>
                <a:gd name="T7" fmla="*/ 36 h 164"/>
                <a:gd name="T8" fmla="*/ 64 w 174"/>
                <a:gd name="T9" fmla="*/ 38 h 164"/>
                <a:gd name="T10" fmla="*/ 66 w 174"/>
                <a:gd name="T11" fmla="*/ 42 h 164"/>
                <a:gd name="T12" fmla="*/ 66 w 174"/>
                <a:gd name="T13" fmla="*/ 63 h 164"/>
                <a:gd name="T14" fmla="*/ 87 w 174"/>
                <a:gd name="T15" fmla="*/ 26 h 164"/>
                <a:gd name="T16" fmla="*/ 91 w 174"/>
                <a:gd name="T17" fmla="*/ 22 h 164"/>
                <a:gd name="T18" fmla="*/ 167 w 174"/>
                <a:gd name="T19" fmla="*/ 0 h 164"/>
                <a:gd name="T20" fmla="*/ 172 w 174"/>
                <a:gd name="T21" fmla="*/ 2 h 164"/>
                <a:gd name="T22" fmla="*/ 174 w 174"/>
                <a:gd name="T23" fmla="*/ 7 h 164"/>
                <a:gd name="T24" fmla="*/ 115 w 174"/>
                <a:gd name="T25" fmla="*/ 127 h 164"/>
                <a:gd name="T26" fmla="*/ 59 w 174"/>
                <a:gd name="T27" fmla="*/ 162 h 164"/>
                <a:gd name="T28" fmla="*/ 45 w 174"/>
                <a:gd name="T29" fmla="*/ 164 h 164"/>
                <a:gd name="T30" fmla="*/ 54 w 174"/>
                <a:gd name="T31" fmla="*/ 53 h 164"/>
                <a:gd name="T32" fmla="*/ 18 w 174"/>
                <a:gd name="T33" fmla="*/ 103 h 164"/>
                <a:gd name="T34" fmla="*/ 28 w 174"/>
                <a:gd name="T35" fmla="*/ 145 h 164"/>
                <a:gd name="T36" fmla="*/ 56 w 174"/>
                <a:gd name="T37" fmla="*/ 150 h 164"/>
                <a:gd name="T38" fmla="*/ 106 w 174"/>
                <a:gd name="T39" fmla="*/ 118 h 164"/>
                <a:gd name="T40" fmla="*/ 160 w 174"/>
                <a:gd name="T41" fmla="*/ 13 h 164"/>
                <a:gd name="T42" fmla="*/ 98 w 174"/>
                <a:gd name="T43" fmla="*/ 31 h 164"/>
                <a:gd name="T44" fmla="*/ 60 w 174"/>
                <a:gd name="T45" fmla="*/ 76 h 164"/>
                <a:gd name="T46" fmla="*/ 54 w 174"/>
                <a:gd name="T47" fmla="*/ 70 h 164"/>
                <a:gd name="T48" fmla="*/ 54 w 174"/>
                <a:gd name="T49" fmla="*/ 53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" h="164">
                  <a:moveTo>
                    <a:pt x="45" y="164"/>
                  </a:moveTo>
                  <a:cubicBezTo>
                    <a:pt x="35" y="164"/>
                    <a:pt x="26" y="160"/>
                    <a:pt x="19" y="154"/>
                  </a:cubicBezTo>
                  <a:cubicBezTo>
                    <a:pt x="4" y="138"/>
                    <a:pt x="0" y="119"/>
                    <a:pt x="7" y="96"/>
                  </a:cubicBezTo>
                  <a:cubicBezTo>
                    <a:pt x="18" y="66"/>
                    <a:pt x="48" y="38"/>
                    <a:pt x="59" y="36"/>
                  </a:cubicBezTo>
                  <a:cubicBezTo>
                    <a:pt x="61" y="36"/>
                    <a:pt x="63" y="37"/>
                    <a:pt x="64" y="38"/>
                  </a:cubicBezTo>
                  <a:cubicBezTo>
                    <a:pt x="65" y="39"/>
                    <a:pt x="66" y="41"/>
                    <a:pt x="66" y="42"/>
                  </a:cubicBezTo>
                  <a:cubicBezTo>
                    <a:pt x="66" y="63"/>
                    <a:pt x="66" y="63"/>
                    <a:pt x="66" y="63"/>
                  </a:cubicBezTo>
                  <a:cubicBezTo>
                    <a:pt x="80" y="56"/>
                    <a:pt x="87" y="26"/>
                    <a:pt x="87" y="26"/>
                  </a:cubicBezTo>
                  <a:cubicBezTo>
                    <a:pt x="88" y="24"/>
                    <a:pt x="89" y="22"/>
                    <a:pt x="91" y="22"/>
                  </a:cubicBezTo>
                  <a:cubicBezTo>
                    <a:pt x="127" y="6"/>
                    <a:pt x="165" y="0"/>
                    <a:pt x="167" y="0"/>
                  </a:cubicBezTo>
                  <a:cubicBezTo>
                    <a:pt x="169" y="0"/>
                    <a:pt x="171" y="0"/>
                    <a:pt x="172" y="2"/>
                  </a:cubicBezTo>
                  <a:cubicBezTo>
                    <a:pt x="173" y="3"/>
                    <a:pt x="174" y="5"/>
                    <a:pt x="174" y="7"/>
                  </a:cubicBezTo>
                  <a:cubicBezTo>
                    <a:pt x="173" y="10"/>
                    <a:pt x="155" y="86"/>
                    <a:pt x="115" y="127"/>
                  </a:cubicBezTo>
                  <a:cubicBezTo>
                    <a:pt x="96" y="146"/>
                    <a:pt x="77" y="158"/>
                    <a:pt x="59" y="162"/>
                  </a:cubicBezTo>
                  <a:cubicBezTo>
                    <a:pt x="54" y="163"/>
                    <a:pt x="50" y="164"/>
                    <a:pt x="45" y="164"/>
                  </a:cubicBezTo>
                  <a:close/>
                  <a:moveTo>
                    <a:pt x="54" y="53"/>
                  </a:moveTo>
                  <a:cubicBezTo>
                    <a:pt x="43" y="61"/>
                    <a:pt x="24" y="81"/>
                    <a:pt x="18" y="103"/>
                  </a:cubicBezTo>
                  <a:cubicBezTo>
                    <a:pt x="13" y="120"/>
                    <a:pt x="16" y="134"/>
                    <a:pt x="28" y="145"/>
                  </a:cubicBezTo>
                  <a:cubicBezTo>
                    <a:pt x="34" y="152"/>
                    <a:pt x="44" y="153"/>
                    <a:pt x="56" y="150"/>
                  </a:cubicBezTo>
                  <a:cubicBezTo>
                    <a:pt x="67" y="148"/>
                    <a:pt x="84" y="140"/>
                    <a:pt x="106" y="118"/>
                  </a:cubicBezTo>
                  <a:cubicBezTo>
                    <a:pt x="137" y="88"/>
                    <a:pt x="154" y="34"/>
                    <a:pt x="160" y="13"/>
                  </a:cubicBezTo>
                  <a:cubicBezTo>
                    <a:pt x="147" y="16"/>
                    <a:pt x="122" y="21"/>
                    <a:pt x="98" y="31"/>
                  </a:cubicBezTo>
                  <a:cubicBezTo>
                    <a:pt x="95" y="42"/>
                    <a:pt x="85" y="76"/>
                    <a:pt x="60" y="76"/>
                  </a:cubicBezTo>
                  <a:cubicBezTo>
                    <a:pt x="57" y="76"/>
                    <a:pt x="54" y="73"/>
                    <a:pt x="54" y="70"/>
                  </a:cubicBezTo>
                  <a:lnTo>
                    <a:pt x="54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64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5850-01E2-EA4F-D4FC-0639B010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 Key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49511-3364-20E0-A226-E69D0832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A4CE32-1CAC-8FD5-7F32-B45A9094BE01}"/>
              </a:ext>
            </a:extLst>
          </p:cNvPr>
          <p:cNvSpPr/>
          <p:nvPr/>
        </p:nvSpPr>
        <p:spPr>
          <a:xfrm>
            <a:off x="380999" y="1733550"/>
            <a:ext cx="1620000" cy="61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Category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DAD702-6523-BC72-C2E0-BE5976F0E2A7}"/>
              </a:ext>
            </a:extLst>
          </p:cNvPr>
          <p:cNvSpPr/>
          <p:nvPr/>
        </p:nvSpPr>
        <p:spPr>
          <a:xfrm>
            <a:off x="3281362" y="353377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FADFD-38DD-0EDA-A05C-5C1883F19160}"/>
              </a:ext>
            </a:extLst>
          </p:cNvPr>
          <p:cNvSpPr/>
          <p:nvPr/>
        </p:nvSpPr>
        <p:spPr>
          <a:xfrm>
            <a:off x="381002" y="1368211"/>
            <a:ext cx="1619998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AE6DAF-C340-834A-7031-A949B04DEEE0}"/>
              </a:ext>
            </a:extLst>
          </p:cNvPr>
          <p:cNvSpPr/>
          <p:nvPr/>
        </p:nvSpPr>
        <p:spPr>
          <a:xfrm>
            <a:off x="380999" y="2543176"/>
            <a:ext cx="1620000" cy="61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Category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050BA9-A833-148C-C4F4-FACEE0C3A7A7}"/>
              </a:ext>
            </a:extLst>
          </p:cNvPr>
          <p:cNvSpPr/>
          <p:nvPr/>
        </p:nvSpPr>
        <p:spPr>
          <a:xfrm>
            <a:off x="380999" y="3352802"/>
            <a:ext cx="1620000" cy="61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Category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B1C82-DC7B-4689-50BA-C9EF35F96E5B}"/>
              </a:ext>
            </a:extLst>
          </p:cNvPr>
          <p:cNvSpPr/>
          <p:nvPr/>
        </p:nvSpPr>
        <p:spPr>
          <a:xfrm>
            <a:off x="380999" y="4162428"/>
            <a:ext cx="1620000" cy="6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Category 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C8AC77-A59F-57A9-054A-424A72430C3E}"/>
              </a:ext>
            </a:extLst>
          </p:cNvPr>
          <p:cNvSpPr/>
          <p:nvPr/>
        </p:nvSpPr>
        <p:spPr>
          <a:xfrm>
            <a:off x="380999" y="4972050"/>
            <a:ext cx="1620000" cy="61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Category 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262C7-D2A8-5841-A135-5DC8DB445FC2}"/>
              </a:ext>
            </a:extLst>
          </p:cNvPr>
          <p:cNvSpPr/>
          <p:nvPr/>
        </p:nvSpPr>
        <p:spPr>
          <a:xfrm>
            <a:off x="2142428" y="1733550"/>
            <a:ext cx="126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0.00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96EF61-8BD5-1401-C8B9-F1EFE43DDDC2}"/>
              </a:ext>
            </a:extLst>
          </p:cNvPr>
          <p:cNvSpPr/>
          <p:nvPr/>
        </p:nvSpPr>
        <p:spPr>
          <a:xfrm>
            <a:off x="3543856" y="1733550"/>
            <a:ext cx="8267141" cy="612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393ACC-2BDC-4386-053B-8A549D6A031E}"/>
              </a:ext>
            </a:extLst>
          </p:cNvPr>
          <p:cNvSpPr/>
          <p:nvPr/>
        </p:nvSpPr>
        <p:spPr>
          <a:xfrm>
            <a:off x="2142428" y="2543175"/>
            <a:ext cx="126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0.00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0C70EB-7144-A489-AAC9-27BCBBFCF9AB}"/>
              </a:ext>
            </a:extLst>
          </p:cNvPr>
          <p:cNvSpPr/>
          <p:nvPr/>
        </p:nvSpPr>
        <p:spPr>
          <a:xfrm>
            <a:off x="3543856" y="2543175"/>
            <a:ext cx="8267141" cy="612000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D0887B-3249-E5C3-DCA3-774CFFA1693B}"/>
              </a:ext>
            </a:extLst>
          </p:cNvPr>
          <p:cNvSpPr/>
          <p:nvPr/>
        </p:nvSpPr>
        <p:spPr>
          <a:xfrm>
            <a:off x="2142428" y="3352800"/>
            <a:ext cx="126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0.00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CBE545-73A7-4804-38D7-BF651A1FD743}"/>
              </a:ext>
            </a:extLst>
          </p:cNvPr>
          <p:cNvSpPr/>
          <p:nvPr/>
        </p:nvSpPr>
        <p:spPr>
          <a:xfrm>
            <a:off x="3543856" y="3352800"/>
            <a:ext cx="8267141" cy="612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2A21BD-5375-BBBE-4797-D5F28CBFC40D}"/>
              </a:ext>
            </a:extLst>
          </p:cNvPr>
          <p:cNvSpPr/>
          <p:nvPr/>
        </p:nvSpPr>
        <p:spPr>
          <a:xfrm>
            <a:off x="2142428" y="4162425"/>
            <a:ext cx="126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0.00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D8F3C8-CAE3-77EA-8EE8-0DEEB704B3A3}"/>
              </a:ext>
            </a:extLst>
          </p:cNvPr>
          <p:cNvSpPr/>
          <p:nvPr/>
        </p:nvSpPr>
        <p:spPr>
          <a:xfrm>
            <a:off x="3543856" y="4162425"/>
            <a:ext cx="8267141" cy="612000"/>
          </a:xfrm>
          <a:prstGeom prst="rect">
            <a:avLst/>
          </a:prstGeom>
          <a:noFill/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C6B5DF-CEB9-4C84-1788-72EDF184FC44}"/>
              </a:ext>
            </a:extLst>
          </p:cNvPr>
          <p:cNvSpPr/>
          <p:nvPr/>
        </p:nvSpPr>
        <p:spPr>
          <a:xfrm>
            <a:off x="2142428" y="4972050"/>
            <a:ext cx="126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0.00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8A7485-979E-AFD8-AD28-9EA74AED5914}"/>
              </a:ext>
            </a:extLst>
          </p:cNvPr>
          <p:cNvSpPr/>
          <p:nvPr/>
        </p:nvSpPr>
        <p:spPr>
          <a:xfrm>
            <a:off x="3543856" y="4972050"/>
            <a:ext cx="8267141" cy="612000"/>
          </a:xfrm>
          <a:prstGeom prst="rect">
            <a:avLst/>
          </a:prstGeom>
          <a:noFill/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Text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0E36900-E0E9-41E2-1020-8EB23D9105B6}"/>
              </a:ext>
            </a:extLst>
          </p:cNvPr>
          <p:cNvCxnSpPr/>
          <p:nvPr/>
        </p:nvCxnSpPr>
        <p:spPr>
          <a:xfrm>
            <a:off x="380999" y="2444363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E31FDFA-8AA1-EE10-929C-ABAB94987810}"/>
              </a:ext>
            </a:extLst>
          </p:cNvPr>
          <p:cNvCxnSpPr/>
          <p:nvPr/>
        </p:nvCxnSpPr>
        <p:spPr>
          <a:xfrm>
            <a:off x="381000" y="3253989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E7A6FBE-5718-617C-8505-2FC2BF9DBA04}"/>
              </a:ext>
            </a:extLst>
          </p:cNvPr>
          <p:cNvCxnSpPr/>
          <p:nvPr/>
        </p:nvCxnSpPr>
        <p:spPr>
          <a:xfrm>
            <a:off x="381001" y="4063615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6D5275-BD22-A2C5-EABC-61F93A574FC1}"/>
              </a:ext>
            </a:extLst>
          </p:cNvPr>
          <p:cNvCxnSpPr/>
          <p:nvPr/>
        </p:nvCxnSpPr>
        <p:spPr>
          <a:xfrm>
            <a:off x="381002" y="4873240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DE49F35-2B7B-B297-9241-AFCB2F4F27D2}"/>
              </a:ext>
            </a:extLst>
          </p:cNvPr>
          <p:cNvCxnSpPr/>
          <p:nvPr/>
        </p:nvCxnSpPr>
        <p:spPr>
          <a:xfrm>
            <a:off x="381003" y="5698350"/>
            <a:ext cx="1142999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9FA5F03E-D0AA-A615-7248-8CF46773E369}"/>
              </a:ext>
            </a:extLst>
          </p:cNvPr>
          <p:cNvSpPr/>
          <p:nvPr/>
        </p:nvSpPr>
        <p:spPr>
          <a:xfrm>
            <a:off x="3543850" y="1368211"/>
            <a:ext cx="8267148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Description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E728C11-CE5E-7C0E-37EB-D29CEADD7A37}"/>
              </a:ext>
            </a:extLst>
          </p:cNvPr>
          <p:cNvCxnSpPr>
            <a:cxnSpLocks/>
          </p:cNvCxnSpPr>
          <p:nvPr/>
        </p:nvCxnSpPr>
        <p:spPr>
          <a:xfrm>
            <a:off x="381002" y="1657350"/>
            <a:ext cx="16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0A5018C-AEC4-25AC-CB4C-857370BC1FDD}"/>
              </a:ext>
            </a:extLst>
          </p:cNvPr>
          <p:cNvCxnSpPr>
            <a:cxnSpLocks/>
          </p:cNvCxnSpPr>
          <p:nvPr/>
        </p:nvCxnSpPr>
        <p:spPr>
          <a:xfrm>
            <a:off x="3543857" y="1657350"/>
            <a:ext cx="826714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E4D77ED-0FC9-1430-EA1F-6B5EE38F3C72}"/>
              </a:ext>
            </a:extLst>
          </p:cNvPr>
          <p:cNvGrpSpPr/>
          <p:nvPr/>
        </p:nvGrpSpPr>
        <p:grpSpPr>
          <a:xfrm>
            <a:off x="4905028" y="5846330"/>
            <a:ext cx="2381945" cy="379385"/>
            <a:chOff x="1864767" y="3330181"/>
            <a:chExt cx="2480327" cy="39505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482E6F-C831-4A4E-EF51-A04A8B4AE9AA}"/>
                </a:ext>
              </a:extLst>
            </p:cNvPr>
            <p:cNvSpPr txBox="1"/>
            <p:nvPr/>
          </p:nvSpPr>
          <p:spPr>
            <a:xfrm>
              <a:off x="1864767" y="3330181"/>
              <a:ext cx="526212" cy="232738"/>
            </a:xfrm>
            <a:prstGeom prst="rect">
              <a:avLst/>
            </a:prstGeom>
            <a:noFill/>
          </p:spPr>
          <p:txBody>
            <a:bodyPr wrap="square" lIns="87813" anchor="ctr">
              <a:spAutoFit/>
            </a:bodyPr>
            <a:lstStyle/>
            <a:p>
              <a:pPr marL="0" marR="0" lvl="0" indent="0" algn="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4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Scale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4445773-9F2A-4094-CADD-C34FBD1E0F03}"/>
                </a:ext>
              </a:extLst>
            </p:cNvPr>
            <p:cNvSpPr/>
            <p:nvPr/>
          </p:nvSpPr>
          <p:spPr>
            <a:xfrm>
              <a:off x="2424854" y="3355114"/>
              <a:ext cx="1920240" cy="182880"/>
            </a:xfrm>
            <a:prstGeom prst="rect">
              <a:avLst/>
            </a:prstGeom>
            <a:gradFill>
              <a:gsLst>
                <a:gs pos="50454">
                  <a:schemeClr val="accent1"/>
                </a:gs>
                <a:gs pos="75000">
                  <a:schemeClr val="accent2"/>
                </a:gs>
                <a:gs pos="26000">
                  <a:schemeClr val="accent5"/>
                </a:gs>
                <a:gs pos="0">
                  <a:schemeClr val="accent6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2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8419873-E124-AE04-E92E-8268511EFD46}"/>
                </a:ext>
              </a:extLst>
            </p:cNvPr>
            <p:cNvSpPr txBox="1"/>
            <p:nvPr/>
          </p:nvSpPr>
          <p:spPr>
            <a:xfrm>
              <a:off x="2424854" y="3554107"/>
              <a:ext cx="1233656" cy="171128"/>
            </a:xfrm>
            <a:prstGeom prst="rect">
              <a:avLst/>
            </a:prstGeom>
            <a:noFill/>
          </p:spPr>
          <p:txBody>
            <a:bodyPr wrap="square" lIns="0" tIns="0" rIns="0" anchor="t">
              <a:spAutoFit/>
            </a:bodyPr>
            <a:lstStyle/>
            <a:p>
              <a:pPr marL="0" marR="0" lvl="0" indent="0" algn="l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76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Very </a:t>
              </a:r>
              <a:r>
                <a:rPr kumimoji="0" lang="en-GB" sz="76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low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FF21158-1DE0-38A1-8E32-4471B29A474A}"/>
                </a:ext>
              </a:extLst>
            </p:cNvPr>
            <p:cNvSpPr txBox="1"/>
            <p:nvPr/>
          </p:nvSpPr>
          <p:spPr>
            <a:xfrm>
              <a:off x="3064934" y="3554107"/>
              <a:ext cx="640080" cy="171127"/>
            </a:xfrm>
            <a:prstGeom prst="rect">
              <a:avLst/>
            </a:prstGeom>
            <a:noFill/>
          </p:spPr>
          <p:txBody>
            <a:bodyPr wrap="square" lIns="43906" tIns="0" rIns="43906" anchor="t">
              <a:spAutoFit/>
            </a:bodyPr>
            <a:lstStyle/>
            <a:p>
              <a:pPr marL="0" marR="0" lvl="0" indent="0" algn="ct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76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Medium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55FDCA1-0ACE-91E3-2070-4404027F0C82}"/>
                </a:ext>
              </a:extLst>
            </p:cNvPr>
            <p:cNvSpPr txBox="1"/>
            <p:nvPr/>
          </p:nvSpPr>
          <p:spPr>
            <a:xfrm>
              <a:off x="3705014" y="3554107"/>
              <a:ext cx="640080" cy="171127"/>
            </a:xfrm>
            <a:prstGeom prst="rect">
              <a:avLst/>
            </a:prstGeom>
            <a:noFill/>
          </p:spPr>
          <p:txBody>
            <a:bodyPr wrap="square" lIns="0" tIns="0" rIns="0" anchor="t">
              <a:spAutoFit/>
            </a:bodyPr>
            <a:lstStyle/>
            <a:p>
              <a:pPr marL="0" marR="0" lvl="0" indent="0" algn="r" defTabSz="4480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76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Very high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AB6FBF9-8ED2-75F0-9545-237ED358B0FF}"/>
                </a:ext>
              </a:extLst>
            </p:cNvPr>
            <p:cNvSpPr txBox="1"/>
            <p:nvPr/>
          </p:nvSpPr>
          <p:spPr>
            <a:xfrm>
              <a:off x="3187995" y="3377305"/>
              <a:ext cx="393959" cy="138499"/>
            </a:xfrm>
            <a:prstGeom prst="rect">
              <a:avLst/>
            </a:prstGeom>
            <a:noFill/>
          </p:spPr>
          <p:txBody>
            <a:bodyPr wrap="square" tIns="0" bIns="0" anchor="ctr">
              <a:spAutoFit/>
            </a:bodyPr>
            <a:lstStyle/>
            <a:p>
              <a:pPr marL="0" marR="0" lvl="0" indent="0" algn="ctr" defTabSz="4390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864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69E4E7B-7204-F512-78CC-9888ABA4CD5B}"/>
                </a:ext>
              </a:extLst>
            </p:cNvPr>
            <p:cNvSpPr txBox="1"/>
            <p:nvPr/>
          </p:nvSpPr>
          <p:spPr>
            <a:xfrm>
              <a:off x="3951135" y="3377305"/>
              <a:ext cx="393959" cy="138499"/>
            </a:xfrm>
            <a:prstGeom prst="rect">
              <a:avLst/>
            </a:prstGeom>
            <a:noFill/>
          </p:spPr>
          <p:txBody>
            <a:bodyPr wrap="square" tIns="0" bIns="0" anchor="ctr">
              <a:spAutoFit/>
            </a:bodyPr>
            <a:lstStyle/>
            <a:p>
              <a:pPr marL="0" marR="0" lvl="0" indent="0" algn="r" defTabSz="4390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864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20AFBCF-313A-5B39-52E5-DD771ED1DA49}"/>
                </a:ext>
              </a:extLst>
            </p:cNvPr>
            <p:cNvSpPr txBox="1"/>
            <p:nvPr/>
          </p:nvSpPr>
          <p:spPr>
            <a:xfrm>
              <a:off x="2418759" y="3377305"/>
              <a:ext cx="393959" cy="138499"/>
            </a:xfrm>
            <a:prstGeom prst="rect">
              <a:avLst/>
            </a:prstGeom>
            <a:noFill/>
          </p:spPr>
          <p:txBody>
            <a:bodyPr wrap="square" tIns="0" bIns="0" anchor="ctr">
              <a:spAutoFit/>
            </a:bodyPr>
            <a:lstStyle/>
            <a:p>
              <a:pPr marL="0" marR="0" lvl="0" indent="0" algn="l" defTabSz="4390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864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71" name="Group 81">
            <a:extLst>
              <a:ext uri="{FF2B5EF4-FFF2-40B4-BE49-F238E27FC236}">
                <a16:creationId xmlns:a16="http://schemas.microsoft.com/office/drawing/2014/main" id="{8E60CB81-D071-DB34-2827-7074CA4BA4A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4926" y="1893224"/>
            <a:ext cx="267955" cy="288000"/>
            <a:chOff x="4675" y="1946"/>
            <a:chExt cx="401" cy="431"/>
          </a:xfrm>
          <a:solidFill>
            <a:srgbClr val="FFFFFF"/>
          </a:solidFill>
        </p:grpSpPr>
        <p:sp>
          <p:nvSpPr>
            <p:cNvPr id="72" name="Freeform 82">
              <a:extLst>
                <a:ext uri="{FF2B5EF4-FFF2-40B4-BE49-F238E27FC236}">
                  <a16:creationId xmlns:a16="http://schemas.microsoft.com/office/drawing/2014/main" id="{AB74E39F-0509-44E5-EFDC-F847287BEB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5" y="1946"/>
              <a:ext cx="401" cy="431"/>
            </a:xfrm>
            <a:custGeom>
              <a:avLst/>
              <a:gdLst>
                <a:gd name="T0" fmla="*/ 174 w 262"/>
                <a:gd name="T1" fmla="*/ 288 h 288"/>
                <a:gd name="T2" fmla="*/ 54 w 262"/>
                <a:gd name="T3" fmla="*/ 288 h 288"/>
                <a:gd name="T4" fmla="*/ 48 w 262"/>
                <a:gd name="T5" fmla="*/ 282 h 288"/>
                <a:gd name="T6" fmla="*/ 48 w 262"/>
                <a:gd name="T7" fmla="*/ 216 h 288"/>
                <a:gd name="T8" fmla="*/ 0 w 262"/>
                <a:gd name="T9" fmla="*/ 121 h 288"/>
                <a:gd name="T10" fmla="*/ 120 w 262"/>
                <a:gd name="T11" fmla="*/ 0 h 288"/>
                <a:gd name="T12" fmla="*/ 235 w 262"/>
                <a:gd name="T13" fmla="*/ 101 h 288"/>
                <a:gd name="T14" fmla="*/ 244 w 262"/>
                <a:gd name="T15" fmla="*/ 118 h 288"/>
                <a:gd name="T16" fmla="*/ 261 w 262"/>
                <a:gd name="T17" fmla="*/ 163 h 288"/>
                <a:gd name="T18" fmla="*/ 261 w 262"/>
                <a:gd name="T19" fmla="*/ 165 h 288"/>
                <a:gd name="T20" fmla="*/ 258 w 262"/>
                <a:gd name="T21" fmla="*/ 174 h 288"/>
                <a:gd name="T22" fmla="*/ 247 w 262"/>
                <a:gd name="T23" fmla="*/ 180 h 288"/>
                <a:gd name="T24" fmla="*/ 235 w 262"/>
                <a:gd name="T25" fmla="*/ 180 h 288"/>
                <a:gd name="T26" fmla="*/ 223 w 262"/>
                <a:gd name="T27" fmla="*/ 234 h 288"/>
                <a:gd name="T28" fmla="*/ 180 w 262"/>
                <a:gd name="T29" fmla="*/ 246 h 288"/>
                <a:gd name="T30" fmla="*/ 180 w 262"/>
                <a:gd name="T31" fmla="*/ 282 h 288"/>
                <a:gd name="T32" fmla="*/ 174 w 262"/>
                <a:gd name="T33" fmla="*/ 288 h 288"/>
                <a:gd name="T34" fmla="*/ 60 w 262"/>
                <a:gd name="T35" fmla="*/ 276 h 288"/>
                <a:gd name="T36" fmla="*/ 168 w 262"/>
                <a:gd name="T37" fmla="*/ 276 h 288"/>
                <a:gd name="T38" fmla="*/ 168 w 262"/>
                <a:gd name="T39" fmla="*/ 240 h 288"/>
                <a:gd name="T40" fmla="*/ 170 w 262"/>
                <a:gd name="T41" fmla="*/ 236 h 288"/>
                <a:gd name="T42" fmla="*/ 174 w 262"/>
                <a:gd name="T43" fmla="*/ 234 h 288"/>
                <a:gd name="T44" fmla="*/ 176 w 262"/>
                <a:gd name="T45" fmla="*/ 234 h 288"/>
                <a:gd name="T46" fmla="*/ 215 w 262"/>
                <a:gd name="T47" fmla="*/ 226 h 288"/>
                <a:gd name="T48" fmla="*/ 223 w 262"/>
                <a:gd name="T49" fmla="*/ 174 h 288"/>
                <a:gd name="T50" fmla="*/ 224 w 262"/>
                <a:gd name="T51" fmla="*/ 170 h 288"/>
                <a:gd name="T52" fmla="*/ 229 w 262"/>
                <a:gd name="T53" fmla="*/ 168 h 288"/>
                <a:gd name="T54" fmla="*/ 246 w 262"/>
                <a:gd name="T55" fmla="*/ 168 h 288"/>
                <a:gd name="T56" fmla="*/ 249 w 262"/>
                <a:gd name="T57" fmla="*/ 167 h 288"/>
                <a:gd name="T58" fmla="*/ 249 w 262"/>
                <a:gd name="T59" fmla="*/ 165 h 288"/>
                <a:gd name="T60" fmla="*/ 249 w 262"/>
                <a:gd name="T61" fmla="*/ 162 h 288"/>
                <a:gd name="T62" fmla="*/ 233 w 262"/>
                <a:gd name="T63" fmla="*/ 124 h 288"/>
                <a:gd name="T64" fmla="*/ 223 w 262"/>
                <a:gd name="T65" fmla="*/ 101 h 288"/>
                <a:gd name="T66" fmla="*/ 120 w 262"/>
                <a:gd name="T67" fmla="*/ 12 h 288"/>
                <a:gd name="T68" fmla="*/ 12 w 262"/>
                <a:gd name="T69" fmla="*/ 121 h 288"/>
                <a:gd name="T70" fmla="*/ 57 w 262"/>
                <a:gd name="T71" fmla="*/ 208 h 288"/>
                <a:gd name="T72" fmla="*/ 60 w 262"/>
                <a:gd name="T73" fmla="*/ 213 h 288"/>
                <a:gd name="T74" fmla="*/ 60 w 262"/>
                <a:gd name="T75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2" h="288">
                  <a:moveTo>
                    <a:pt x="174" y="288"/>
                  </a:moveTo>
                  <a:cubicBezTo>
                    <a:pt x="54" y="288"/>
                    <a:pt x="54" y="288"/>
                    <a:pt x="54" y="288"/>
                  </a:cubicBezTo>
                  <a:cubicBezTo>
                    <a:pt x="51" y="288"/>
                    <a:pt x="48" y="285"/>
                    <a:pt x="48" y="282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16" y="196"/>
                    <a:pt x="0" y="164"/>
                    <a:pt x="0" y="121"/>
                  </a:cubicBezTo>
                  <a:cubicBezTo>
                    <a:pt x="0" y="53"/>
                    <a:pt x="53" y="0"/>
                    <a:pt x="120" y="0"/>
                  </a:cubicBezTo>
                  <a:cubicBezTo>
                    <a:pt x="177" y="0"/>
                    <a:pt x="235" y="38"/>
                    <a:pt x="235" y="101"/>
                  </a:cubicBezTo>
                  <a:cubicBezTo>
                    <a:pt x="235" y="103"/>
                    <a:pt x="240" y="112"/>
                    <a:pt x="244" y="118"/>
                  </a:cubicBezTo>
                  <a:cubicBezTo>
                    <a:pt x="252" y="133"/>
                    <a:pt x="262" y="150"/>
                    <a:pt x="261" y="163"/>
                  </a:cubicBezTo>
                  <a:cubicBezTo>
                    <a:pt x="261" y="164"/>
                    <a:pt x="261" y="164"/>
                    <a:pt x="261" y="165"/>
                  </a:cubicBezTo>
                  <a:cubicBezTo>
                    <a:pt x="261" y="167"/>
                    <a:pt x="261" y="170"/>
                    <a:pt x="258" y="174"/>
                  </a:cubicBezTo>
                  <a:cubicBezTo>
                    <a:pt x="256" y="177"/>
                    <a:pt x="251" y="180"/>
                    <a:pt x="247" y="180"/>
                  </a:cubicBezTo>
                  <a:cubicBezTo>
                    <a:pt x="243" y="180"/>
                    <a:pt x="238" y="180"/>
                    <a:pt x="235" y="180"/>
                  </a:cubicBezTo>
                  <a:cubicBezTo>
                    <a:pt x="234" y="194"/>
                    <a:pt x="233" y="224"/>
                    <a:pt x="223" y="234"/>
                  </a:cubicBezTo>
                  <a:cubicBezTo>
                    <a:pt x="214" y="244"/>
                    <a:pt x="201" y="246"/>
                    <a:pt x="180" y="246"/>
                  </a:cubicBezTo>
                  <a:cubicBezTo>
                    <a:pt x="180" y="282"/>
                    <a:pt x="180" y="282"/>
                    <a:pt x="180" y="282"/>
                  </a:cubicBezTo>
                  <a:cubicBezTo>
                    <a:pt x="180" y="285"/>
                    <a:pt x="177" y="288"/>
                    <a:pt x="174" y="288"/>
                  </a:cubicBezTo>
                  <a:close/>
                  <a:moveTo>
                    <a:pt x="60" y="276"/>
                  </a:moveTo>
                  <a:cubicBezTo>
                    <a:pt x="168" y="276"/>
                    <a:pt x="168" y="276"/>
                    <a:pt x="168" y="276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39"/>
                    <a:pt x="169" y="237"/>
                    <a:pt x="170" y="236"/>
                  </a:cubicBezTo>
                  <a:cubicBezTo>
                    <a:pt x="171" y="235"/>
                    <a:pt x="173" y="234"/>
                    <a:pt x="174" y="234"/>
                  </a:cubicBezTo>
                  <a:cubicBezTo>
                    <a:pt x="175" y="234"/>
                    <a:pt x="176" y="234"/>
                    <a:pt x="176" y="234"/>
                  </a:cubicBezTo>
                  <a:cubicBezTo>
                    <a:pt x="199" y="234"/>
                    <a:pt x="208" y="232"/>
                    <a:pt x="215" y="226"/>
                  </a:cubicBezTo>
                  <a:cubicBezTo>
                    <a:pt x="221" y="220"/>
                    <a:pt x="223" y="192"/>
                    <a:pt x="223" y="174"/>
                  </a:cubicBezTo>
                  <a:cubicBezTo>
                    <a:pt x="223" y="172"/>
                    <a:pt x="223" y="171"/>
                    <a:pt x="224" y="170"/>
                  </a:cubicBezTo>
                  <a:cubicBezTo>
                    <a:pt x="226" y="168"/>
                    <a:pt x="227" y="168"/>
                    <a:pt x="229" y="168"/>
                  </a:cubicBezTo>
                  <a:cubicBezTo>
                    <a:pt x="229" y="168"/>
                    <a:pt x="239" y="168"/>
                    <a:pt x="246" y="168"/>
                  </a:cubicBezTo>
                  <a:cubicBezTo>
                    <a:pt x="247" y="168"/>
                    <a:pt x="248" y="167"/>
                    <a:pt x="249" y="167"/>
                  </a:cubicBezTo>
                  <a:cubicBezTo>
                    <a:pt x="249" y="167"/>
                    <a:pt x="249" y="165"/>
                    <a:pt x="249" y="165"/>
                  </a:cubicBezTo>
                  <a:cubicBezTo>
                    <a:pt x="249" y="164"/>
                    <a:pt x="249" y="163"/>
                    <a:pt x="249" y="162"/>
                  </a:cubicBezTo>
                  <a:cubicBezTo>
                    <a:pt x="249" y="152"/>
                    <a:pt x="240" y="136"/>
                    <a:pt x="233" y="124"/>
                  </a:cubicBezTo>
                  <a:cubicBezTo>
                    <a:pt x="227" y="113"/>
                    <a:pt x="223" y="106"/>
                    <a:pt x="223" y="101"/>
                  </a:cubicBezTo>
                  <a:cubicBezTo>
                    <a:pt x="223" y="45"/>
                    <a:pt x="171" y="12"/>
                    <a:pt x="120" y="12"/>
                  </a:cubicBezTo>
                  <a:cubicBezTo>
                    <a:pt x="60" y="12"/>
                    <a:pt x="12" y="60"/>
                    <a:pt x="12" y="121"/>
                  </a:cubicBezTo>
                  <a:cubicBezTo>
                    <a:pt x="12" y="161"/>
                    <a:pt x="27" y="190"/>
                    <a:pt x="57" y="208"/>
                  </a:cubicBezTo>
                  <a:cubicBezTo>
                    <a:pt x="59" y="209"/>
                    <a:pt x="60" y="211"/>
                    <a:pt x="60" y="213"/>
                  </a:cubicBezTo>
                  <a:lnTo>
                    <a:pt x="60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73" name="Freeform 83">
              <a:extLst>
                <a:ext uri="{FF2B5EF4-FFF2-40B4-BE49-F238E27FC236}">
                  <a16:creationId xmlns:a16="http://schemas.microsoft.com/office/drawing/2014/main" id="{E9488BE1-BFC7-12CD-8249-3E6421009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072"/>
              <a:ext cx="92" cy="18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74" name="Freeform 84">
              <a:extLst>
                <a:ext uri="{FF2B5EF4-FFF2-40B4-BE49-F238E27FC236}">
                  <a16:creationId xmlns:a16="http://schemas.microsoft.com/office/drawing/2014/main" id="{3D8E1269-02C6-8F50-6D54-57A118540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08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75" name="Freeform 85">
              <a:extLst>
                <a:ext uri="{FF2B5EF4-FFF2-40B4-BE49-F238E27FC236}">
                  <a16:creationId xmlns:a16="http://schemas.microsoft.com/office/drawing/2014/main" id="{FF6F8BA1-E6C4-A5AC-BAD5-43AF98145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44"/>
              <a:ext cx="128" cy="17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76" name="Freeform 86">
              <a:extLst>
                <a:ext uri="{FF2B5EF4-FFF2-40B4-BE49-F238E27FC236}">
                  <a16:creationId xmlns:a16="http://schemas.microsoft.com/office/drawing/2014/main" id="{91EF2AD7-FB83-5DB7-03B8-561F83BE7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79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77" name="Freeform 87">
              <a:extLst>
                <a:ext uri="{FF2B5EF4-FFF2-40B4-BE49-F238E27FC236}">
                  <a16:creationId xmlns:a16="http://schemas.microsoft.com/office/drawing/2014/main" id="{F8E6F293-1385-5586-1BB2-C3599207F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7" y="2036"/>
              <a:ext cx="202" cy="197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9"/>
                    <a:pt x="129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</p:grpSp>
      <p:grpSp>
        <p:nvGrpSpPr>
          <p:cNvPr id="78" name="Group 81">
            <a:extLst>
              <a:ext uri="{FF2B5EF4-FFF2-40B4-BE49-F238E27FC236}">
                <a16:creationId xmlns:a16="http://schemas.microsoft.com/office/drawing/2014/main" id="{05BF9666-D0C2-11C8-A6C4-BCBB51F645D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4926" y="2703429"/>
            <a:ext cx="267955" cy="288000"/>
            <a:chOff x="4675" y="1946"/>
            <a:chExt cx="401" cy="431"/>
          </a:xfrm>
          <a:solidFill>
            <a:srgbClr val="FFFFFF"/>
          </a:solidFill>
        </p:grpSpPr>
        <p:sp>
          <p:nvSpPr>
            <p:cNvPr id="79" name="Freeform 82">
              <a:extLst>
                <a:ext uri="{FF2B5EF4-FFF2-40B4-BE49-F238E27FC236}">
                  <a16:creationId xmlns:a16="http://schemas.microsoft.com/office/drawing/2014/main" id="{7A17D5A4-05AE-0937-A1D2-12F936A533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5" y="1946"/>
              <a:ext cx="401" cy="431"/>
            </a:xfrm>
            <a:custGeom>
              <a:avLst/>
              <a:gdLst>
                <a:gd name="T0" fmla="*/ 174 w 262"/>
                <a:gd name="T1" fmla="*/ 288 h 288"/>
                <a:gd name="T2" fmla="*/ 54 w 262"/>
                <a:gd name="T3" fmla="*/ 288 h 288"/>
                <a:gd name="T4" fmla="*/ 48 w 262"/>
                <a:gd name="T5" fmla="*/ 282 h 288"/>
                <a:gd name="T6" fmla="*/ 48 w 262"/>
                <a:gd name="T7" fmla="*/ 216 h 288"/>
                <a:gd name="T8" fmla="*/ 0 w 262"/>
                <a:gd name="T9" fmla="*/ 121 h 288"/>
                <a:gd name="T10" fmla="*/ 120 w 262"/>
                <a:gd name="T11" fmla="*/ 0 h 288"/>
                <a:gd name="T12" fmla="*/ 235 w 262"/>
                <a:gd name="T13" fmla="*/ 101 h 288"/>
                <a:gd name="T14" fmla="*/ 244 w 262"/>
                <a:gd name="T15" fmla="*/ 118 h 288"/>
                <a:gd name="T16" fmla="*/ 261 w 262"/>
                <a:gd name="T17" fmla="*/ 163 h 288"/>
                <a:gd name="T18" fmla="*/ 261 w 262"/>
                <a:gd name="T19" fmla="*/ 165 h 288"/>
                <a:gd name="T20" fmla="*/ 258 w 262"/>
                <a:gd name="T21" fmla="*/ 174 h 288"/>
                <a:gd name="T22" fmla="*/ 247 w 262"/>
                <a:gd name="T23" fmla="*/ 180 h 288"/>
                <a:gd name="T24" fmla="*/ 235 w 262"/>
                <a:gd name="T25" fmla="*/ 180 h 288"/>
                <a:gd name="T26" fmla="*/ 223 w 262"/>
                <a:gd name="T27" fmla="*/ 234 h 288"/>
                <a:gd name="T28" fmla="*/ 180 w 262"/>
                <a:gd name="T29" fmla="*/ 246 h 288"/>
                <a:gd name="T30" fmla="*/ 180 w 262"/>
                <a:gd name="T31" fmla="*/ 282 h 288"/>
                <a:gd name="T32" fmla="*/ 174 w 262"/>
                <a:gd name="T33" fmla="*/ 288 h 288"/>
                <a:gd name="T34" fmla="*/ 60 w 262"/>
                <a:gd name="T35" fmla="*/ 276 h 288"/>
                <a:gd name="T36" fmla="*/ 168 w 262"/>
                <a:gd name="T37" fmla="*/ 276 h 288"/>
                <a:gd name="T38" fmla="*/ 168 w 262"/>
                <a:gd name="T39" fmla="*/ 240 h 288"/>
                <a:gd name="T40" fmla="*/ 170 w 262"/>
                <a:gd name="T41" fmla="*/ 236 h 288"/>
                <a:gd name="T42" fmla="*/ 174 w 262"/>
                <a:gd name="T43" fmla="*/ 234 h 288"/>
                <a:gd name="T44" fmla="*/ 176 w 262"/>
                <a:gd name="T45" fmla="*/ 234 h 288"/>
                <a:gd name="T46" fmla="*/ 215 w 262"/>
                <a:gd name="T47" fmla="*/ 226 h 288"/>
                <a:gd name="T48" fmla="*/ 223 w 262"/>
                <a:gd name="T49" fmla="*/ 174 h 288"/>
                <a:gd name="T50" fmla="*/ 224 w 262"/>
                <a:gd name="T51" fmla="*/ 170 h 288"/>
                <a:gd name="T52" fmla="*/ 229 w 262"/>
                <a:gd name="T53" fmla="*/ 168 h 288"/>
                <a:gd name="T54" fmla="*/ 246 w 262"/>
                <a:gd name="T55" fmla="*/ 168 h 288"/>
                <a:gd name="T56" fmla="*/ 249 w 262"/>
                <a:gd name="T57" fmla="*/ 167 h 288"/>
                <a:gd name="T58" fmla="*/ 249 w 262"/>
                <a:gd name="T59" fmla="*/ 165 h 288"/>
                <a:gd name="T60" fmla="*/ 249 w 262"/>
                <a:gd name="T61" fmla="*/ 162 h 288"/>
                <a:gd name="T62" fmla="*/ 233 w 262"/>
                <a:gd name="T63" fmla="*/ 124 h 288"/>
                <a:gd name="T64" fmla="*/ 223 w 262"/>
                <a:gd name="T65" fmla="*/ 101 h 288"/>
                <a:gd name="T66" fmla="*/ 120 w 262"/>
                <a:gd name="T67" fmla="*/ 12 h 288"/>
                <a:gd name="T68" fmla="*/ 12 w 262"/>
                <a:gd name="T69" fmla="*/ 121 h 288"/>
                <a:gd name="T70" fmla="*/ 57 w 262"/>
                <a:gd name="T71" fmla="*/ 208 h 288"/>
                <a:gd name="T72" fmla="*/ 60 w 262"/>
                <a:gd name="T73" fmla="*/ 213 h 288"/>
                <a:gd name="T74" fmla="*/ 60 w 262"/>
                <a:gd name="T75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2" h="288">
                  <a:moveTo>
                    <a:pt x="174" y="288"/>
                  </a:moveTo>
                  <a:cubicBezTo>
                    <a:pt x="54" y="288"/>
                    <a:pt x="54" y="288"/>
                    <a:pt x="54" y="288"/>
                  </a:cubicBezTo>
                  <a:cubicBezTo>
                    <a:pt x="51" y="288"/>
                    <a:pt x="48" y="285"/>
                    <a:pt x="48" y="282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16" y="196"/>
                    <a:pt x="0" y="164"/>
                    <a:pt x="0" y="121"/>
                  </a:cubicBezTo>
                  <a:cubicBezTo>
                    <a:pt x="0" y="53"/>
                    <a:pt x="53" y="0"/>
                    <a:pt x="120" y="0"/>
                  </a:cubicBezTo>
                  <a:cubicBezTo>
                    <a:pt x="177" y="0"/>
                    <a:pt x="235" y="38"/>
                    <a:pt x="235" y="101"/>
                  </a:cubicBezTo>
                  <a:cubicBezTo>
                    <a:pt x="235" y="103"/>
                    <a:pt x="240" y="112"/>
                    <a:pt x="244" y="118"/>
                  </a:cubicBezTo>
                  <a:cubicBezTo>
                    <a:pt x="252" y="133"/>
                    <a:pt x="262" y="150"/>
                    <a:pt x="261" y="163"/>
                  </a:cubicBezTo>
                  <a:cubicBezTo>
                    <a:pt x="261" y="164"/>
                    <a:pt x="261" y="164"/>
                    <a:pt x="261" y="165"/>
                  </a:cubicBezTo>
                  <a:cubicBezTo>
                    <a:pt x="261" y="167"/>
                    <a:pt x="261" y="170"/>
                    <a:pt x="258" y="174"/>
                  </a:cubicBezTo>
                  <a:cubicBezTo>
                    <a:pt x="256" y="177"/>
                    <a:pt x="251" y="180"/>
                    <a:pt x="247" y="180"/>
                  </a:cubicBezTo>
                  <a:cubicBezTo>
                    <a:pt x="243" y="180"/>
                    <a:pt x="238" y="180"/>
                    <a:pt x="235" y="180"/>
                  </a:cubicBezTo>
                  <a:cubicBezTo>
                    <a:pt x="234" y="194"/>
                    <a:pt x="233" y="224"/>
                    <a:pt x="223" y="234"/>
                  </a:cubicBezTo>
                  <a:cubicBezTo>
                    <a:pt x="214" y="244"/>
                    <a:pt x="201" y="246"/>
                    <a:pt x="180" y="246"/>
                  </a:cubicBezTo>
                  <a:cubicBezTo>
                    <a:pt x="180" y="282"/>
                    <a:pt x="180" y="282"/>
                    <a:pt x="180" y="282"/>
                  </a:cubicBezTo>
                  <a:cubicBezTo>
                    <a:pt x="180" y="285"/>
                    <a:pt x="177" y="288"/>
                    <a:pt x="174" y="288"/>
                  </a:cubicBezTo>
                  <a:close/>
                  <a:moveTo>
                    <a:pt x="60" y="276"/>
                  </a:moveTo>
                  <a:cubicBezTo>
                    <a:pt x="168" y="276"/>
                    <a:pt x="168" y="276"/>
                    <a:pt x="168" y="276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39"/>
                    <a:pt x="169" y="237"/>
                    <a:pt x="170" y="236"/>
                  </a:cubicBezTo>
                  <a:cubicBezTo>
                    <a:pt x="171" y="235"/>
                    <a:pt x="173" y="234"/>
                    <a:pt x="174" y="234"/>
                  </a:cubicBezTo>
                  <a:cubicBezTo>
                    <a:pt x="175" y="234"/>
                    <a:pt x="176" y="234"/>
                    <a:pt x="176" y="234"/>
                  </a:cubicBezTo>
                  <a:cubicBezTo>
                    <a:pt x="199" y="234"/>
                    <a:pt x="208" y="232"/>
                    <a:pt x="215" y="226"/>
                  </a:cubicBezTo>
                  <a:cubicBezTo>
                    <a:pt x="221" y="220"/>
                    <a:pt x="223" y="192"/>
                    <a:pt x="223" y="174"/>
                  </a:cubicBezTo>
                  <a:cubicBezTo>
                    <a:pt x="223" y="172"/>
                    <a:pt x="223" y="171"/>
                    <a:pt x="224" y="170"/>
                  </a:cubicBezTo>
                  <a:cubicBezTo>
                    <a:pt x="226" y="168"/>
                    <a:pt x="227" y="168"/>
                    <a:pt x="229" y="168"/>
                  </a:cubicBezTo>
                  <a:cubicBezTo>
                    <a:pt x="229" y="168"/>
                    <a:pt x="239" y="168"/>
                    <a:pt x="246" y="168"/>
                  </a:cubicBezTo>
                  <a:cubicBezTo>
                    <a:pt x="247" y="168"/>
                    <a:pt x="248" y="167"/>
                    <a:pt x="249" y="167"/>
                  </a:cubicBezTo>
                  <a:cubicBezTo>
                    <a:pt x="249" y="167"/>
                    <a:pt x="249" y="165"/>
                    <a:pt x="249" y="165"/>
                  </a:cubicBezTo>
                  <a:cubicBezTo>
                    <a:pt x="249" y="164"/>
                    <a:pt x="249" y="163"/>
                    <a:pt x="249" y="162"/>
                  </a:cubicBezTo>
                  <a:cubicBezTo>
                    <a:pt x="249" y="152"/>
                    <a:pt x="240" y="136"/>
                    <a:pt x="233" y="124"/>
                  </a:cubicBezTo>
                  <a:cubicBezTo>
                    <a:pt x="227" y="113"/>
                    <a:pt x="223" y="106"/>
                    <a:pt x="223" y="101"/>
                  </a:cubicBezTo>
                  <a:cubicBezTo>
                    <a:pt x="223" y="45"/>
                    <a:pt x="171" y="12"/>
                    <a:pt x="120" y="12"/>
                  </a:cubicBezTo>
                  <a:cubicBezTo>
                    <a:pt x="60" y="12"/>
                    <a:pt x="12" y="60"/>
                    <a:pt x="12" y="121"/>
                  </a:cubicBezTo>
                  <a:cubicBezTo>
                    <a:pt x="12" y="161"/>
                    <a:pt x="27" y="190"/>
                    <a:pt x="57" y="208"/>
                  </a:cubicBezTo>
                  <a:cubicBezTo>
                    <a:pt x="59" y="209"/>
                    <a:pt x="60" y="211"/>
                    <a:pt x="60" y="213"/>
                  </a:cubicBezTo>
                  <a:lnTo>
                    <a:pt x="60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0" name="Freeform 83">
              <a:extLst>
                <a:ext uri="{FF2B5EF4-FFF2-40B4-BE49-F238E27FC236}">
                  <a16:creationId xmlns:a16="http://schemas.microsoft.com/office/drawing/2014/main" id="{1B0F4D74-FFBE-EB6E-B6A2-C94C8E899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072"/>
              <a:ext cx="92" cy="18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1" name="Freeform 84">
              <a:extLst>
                <a:ext uri="{FF2B5EF4-FFF2-40B4-BE49-F238E27FC236}">
                  <a16:creationId xmlns:a16="http://schemas.microsoft.com/office/drawing/2014/main" id="{BA7CAAF5-FCEB-7856-C218-CAAFF6F6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08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2" name="Freeform 85">
              <a:extLst>
                <a:ext uri="{FF2B5EF4-FFF2-40B4-BE49-F238E27FC236}">
                  <a16:creationId xmlns:a16="http://schemas.microsoft.com/office/drawing/2014/main" id="{EAE9A50C-234C-1A1F-DAE4-689D5CC5C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44"/>
              <a:ext cx="128" cy="17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3" name="Freeform 86">
              <a:extLst>
                <a:ext uri="{FF2B5EF4-FFF2-40B4-BE49-F238E27FC236}">
                  <a16:creationId xmlns:a16="http://schemas.microsoft.com/office/drawing/2014/main" id="{1338F8BF-E941-F1A0-41EC-007ADD2D1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79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4" name="Freeform 87">
              <a:extLst>
                <a:ext uri="{FF2B5EF4-FFF2-40B4-BE49-F238E27FC236}">
                  <a16:creationId xmlns:a16="http://schemas.microsoft.com/office/drawing/2014/main" id="{5E0D1922-4DBD-FC10-341D-BF6B6ADC4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7" y="2036"/>
              <a:ext cx="202" cy="197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9"/>
                    <a:pt x="129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</p:grpSp>
      <p:grpSp>
        <p:nvGrpSpPr>
          <p:cNvPr id="85" name="Group 81">
            <a:extLst>
              <a:ext uri="{FF2B5EF4-FFF2-40B4-BE49-F238E27FC236}">
                <a16:creationId xmlns:a16="http://schemas.microsoft.com/office/drawing/2014/main" id="{5A5DB14F-EAFF-4D32-953E-DC5F9DD899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4926" y="3513634"/>
            <a:ext cx="267955" cy="288000"/>
            <a:chOff x="4675" y="1946"/>
            <a:chExt cx="401" cy="431"/>
          </a:xfrm>
          <a:solidFill>
            <a:srgbClr val="FFFFFF"/>
          </a:solidFill>
        </p:grpSpPr>
        <p:sp>
          <p:nvSpPr>
            <p:cNvPr id="86" name="Freeform 82">
              <a:extLst>
                <a:ext uri="{FF2B5EF4-FFF2-40B4-BE49-F238E27FC236}">
                  <a16:creationId xmlns:a16="http://schemas.microsoft.com/office/drawing/2014/main" id="{3D1A2A93-D8BF-FBD4-3739-3E8EDA9A91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5" y="1946"/>
              <a:ext cx="401" cy="431"/>
            </a:xfrm>
            <a:custGeom>
              <a:avLst/>
              <a:gdLst>
                <a:gd name="T0" fmla="*/ 174 w 262"/>
                <a:gd name="T1" fmla="*/ 288 h 288"/>
                <a:gd name="T2" fmla="*/ 54 w 262"/>
                <a:gd name="T3" fmla="*/ 288 h 288"/>
                <a:gd name="T4" fmla="*/ 48 w 262"/>
                <a:gd name="T5" fmla="*/ 282 h 288"/>
                <a:gd name="T6" fmla="*/ 48 w 262"/>
                <a:gd name="T7" fmla="*/ 216 h 288"/>
                <a:gd name="T8" fmla="*/ 0 w 262"/>
                <a:gd name="T9" fmla="*/ 121 h 288"/>
                <a:gd name="T10" fmla="*/ 120 w 262"/>
                <a:gd name="T11" fmla="*/ 0 h 288"/>
                <a:gd name="T12" fmla="*/ 235 w 262"/>
                <a:gd name="T13" fmla="*/ 101 h 288"/>
                <a:gd name="T14" fmla="*/ 244 w 262"/>
                <a:gd name="T15" fmla="*/ 118 h 288"/>
                <a:gd name="T16" fmla="*/ 261 w 262"/>
                <a:gd name="T17" fmla="*/ 163 h 288"/>
                <a:gd name="T18" fmla="*/ 261 w 262"/>
                <a:gd name="T19" fmla="*/ 165 h 288"/>
                <a:gd name="T20" fmla="*/ 258 w 262"/>
                <a:gd name="T21" fmla="*/ 174 h 288"/>
                <a:gd name="T22" fmla="*/ 247 w 262"/>
                <a:gd name="T23" fmla="*/ 180 h 288"/>
                <a:gd name="T24" fmla="*/ 235 w 262"/>
                <a:gd name="T25" fmla="*/ 180 h 288"/>
                <a:gd name="T26" fmla="*/ 223 w 262"/>
                <a:gd name="T27" fmla="*/ 234 h 288"/>
                <a:gd name="T28" fmla="*/ 180 w 262"/>
                <a:gd name="T29" fmla="*/ 246 h 288"/>
                <a:gd name="T30" fmla="*/ 180 w 262"/>
                <a:gd name="T31" fmla="*/ 282 h 288"/>
                <a:gd name="T32" fmla="*/ 174 w 262"/>
                <a:gd name="T33" fmla="*/ 288 h 288"/>
                <a:gd name="T34" fmla="*/ 60 w 262"/>
                <a:gd name="T35" fmla="*/ 276 h 288"/>
                <a:gd name="T36" fmla="*/ 168 w 262"/>
                <a:gd name="T37" fmla="*/ 276 h 288"/>
                <a:gd name="T38" fmla="*/ 168 w 262"/>
                <a:gd name="T39" fmla="*/ 240 h 288"/>
                <a:gd name="T40" fmla="*/ 170 w 262"/>
                <a:gd name="T41" fmla="*/ 236 h 288"/>
                <a:gd name="T42" fmla="*/ 174 w 262"/>
                <a:gd name="T43" fmla="*/ 234 h 288"/>
                <a:gd name="T44" fmla="*/ 176 w 262"/>
                <a:gd name="T45" fmla="*/ 234 h 288"/>
                <a:gd name="T46" fmla="*/ 215 w 262"/>
                <a:gd name="T47" fmla="*/ 226 h 288"/>
                <a:gd name="T48" fmla="*/ 223 w 262"/>
                <a:gd name="T49" fmla="*/ 174 h 288"/>
                <a:gd name="T50" fmla="*/ 224 w 262"/>
                <a:gd name="T51" fmla="*/ 170 h 288"/>
                <a:gd name="T52" fmla="*/ 229 w 262"/>
                <a:gd name="T53" fmla="*/ 168 h 288"/>
                <a:gd name="T54" fmla="*/ 246 w 262"/>
                <a:gd name="T55" fmla="*/ 168 h 288"/>
                <a:gd name="T56" fmla="*/ 249 w 262"/>
                <a:gd name="T57" fmla="*/ 167 h 288"/>
                <a:gd name="T58" fmla="*/ 249 w 262"/>
                <a:gd name="T59" fmla="*/ 165 h 288"/>
                <a:gd name="T60" fmla="*/ 249 w 262"/>
                <a:gd name="T61" fmla="*/ 162 h 288"/>
                <a:gd name="T62" fmla="*/ 233 w 262"/>
                <a:gd name="T63" fmla="*/ 124 h 288"/>
                <a:gd name="T64" fmla="*/ 223 w 262"/>
                <a:gd name="T65" fmla="*/ 101 h 288"/>
                <a:gd name="T66" fmla="*/ 120 w 262"/>
                <a:gd name="T67" fmla="*/ 12 h 288"/>
                <a:gd name="T68" fmla="*/ 12 w 262"/>
                <a:gd name="T69" fmla="*/ 121 h 288"/>
                <a:gd name="T70" fmla="*/ 57 w 262"/>
                <a:gd name="T71" fmla="*/ 208 h 288"/>
                <a:gd name="T72" fmla="*/ 60 w 262"/>
                <a:gd name="T73" fmla="*/ 213 h 288"/>
                <a:gd name="T74" fmla="*/ 60 w 262"/>
                <a:gd name="T75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2" h="288">
                  <a:moveTo>
                    <a:pt x="174" y="288"/>
                  </a:moveTo>
                  <a:cubicBezTo>
                    <a:pt x="54" y="288"/>
                    <a:pt x="54" y="288"/>
                    <a:pt x="54" y="288"/>
                  </a:cubicBezTo>
                  <a:cubicBezTo>
                    <a:pt x="51" y="288"/>
                    <a:pt x="48" y="285"/>
                    <a:pt x="48" y="282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16" y="196"/>
                    <a:pt x="0" y="164"/>
                    <a:pt x="0" y="121"/>
                  </a:cubicBezTo>
                  <a:cubicBezTo>
                    <a:pt x="0" y="53"/>
                    <a:pt x="53" y="0"/>
                    <a:pt x="120" y="0"/>
                  </a:cubicBezTo>
                  <a:cubicBezTo>
                    <a:pt x="177" y="0"/>
                    <a:pt x="235" y="38"/>
                    <a:pt x="235" y="101"/>
                  </a:cubicBezTo>
                  <a:cubicBezTo>
                    <a:pt x="235" y="103"/>
                    <a:pt x="240" y="112"/>
                    <a:pt x="244" y="118"/>
                  </a:cubicBezTo>
                  <a:cubicBezTo>
                    <a:pt x="252" y="133"/>
                    <a:pt x="262" y="150"/>
                    <a:pt x="261" y="163"/>
                  </a:cubicBezTo>
                  <a:cubicBezTo>
                    <a:pt x="261" y="164"/>
                    <a:pt x="261" y="164"/>
                    <a:pt x="261" y="165"/>
                  </a:cubicBezTo>
                  <a:cubicBezTo>
                    <a:pt x="261" y="167"/>
                    <a:pt x="261" y="170"/>
                    <a:pt x="258" y="174"/>
                  </a:cubicBezTo>
                  <a:cubicBezTo>
                    <a:pt x="256" y="177"/>
                    <a:pt x="251" y="180"/>
                    <a:pt x="247" y="180"/>
                  </a:cubicBezTo>
                  <a:cubicBezTo>
                    <a:pt x="243" y="180"/>
                    <a:pt x="238" y="180"/>
                    <a:pt x="235" y="180"/>
                  </a:cubicBezTo>
                  <a:cubicBezTo>
                    <a:pt x="234" y="194"/>
                    <a:pt x="233" y="224"/>
                    <a:pt x="223" y="234"/>
                  </a:cubicBezTo>
                  <a:cubicBezTo>
                    <a:pt x="214" y="244"/>
                    <a:pt x="201" y="246"/>
                    <a:pt x="180" y="246"/>
                  </a:cubicBezTo>
                  <a:cubicBezTo>
                    <a:pt x="180" y="282"/>
                    <a:pt x="180" y="282"/>
                    <a:pt x="180" y="282"/>
                  </a:cubicBezTo>
                  <a:cubicBezTo>
                    <a:pt x="180" y="285"/>
                    <a:pt x="177" y="288"/>
                    <a:pt x="174" y="288"/>
                  </a:cubicBezTo>
                  <a:close/>
                  <a:moveTo>
                    <a:pt x="60" y="276"/>
                  </a:moveTo>
                  <a:cubicBezTo>
                    <a:pt x="168" y="276"/>
                    <a:pt x="168" y="276"/>
                    <a:pt x="168" y="276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39"/>
                    <a:pt x="169" y="237"/>
                    <a:pt x="170" y="236"/>
                  </a:cubicBezTo>
                  <a:cubicBezTo>
                    <a:pt x="171" y="235"/>
                    <a:pt x="173" y="234"/>
                    <a:pt x="174" y="234"/>
                  </a:cubicBezTo>
                  <a:cubicBezTo>
                    <a:pt x="175" y="234"/>
                    <a:pt x="176" y="234"/>
                    <a:pt x="176" y="234"/>
                  </a:cubicBezTo>
                  <a:cubicBezTo>
                    <a:pt x="199" y="234"/>
                    <a:pt x="208" y="232"/>
                    <a:pt x="215" y="226"/>
                  </a:cubicBezTo>
                  <a:cubicBezTo>
                    <a:pt x="221" y="220"/>
                    <a:pt x="223" y="192"/>
                    <a:pt x="223" y="174"/>
                  </a:cubicBezTo>
                  <a:cubicBezTo>
                    <a:pt x="223" y="172"/>
                    <a:pt x="223" y="171"/>
                    <a:pt x="224" y="170"/>
                  </a:cubicBezTo>
                  <a:cubicBezTo>
                    <a:pt x="226" y="168"/>
                    <a:pt x="227" y="168"/>
                    <a:pt x="229" y="168"/>
                  </a:cubicBezTo>
                  <a:cubicBezTo>
                    <a:pt x="229" y="168"/>
                    <a:pt x="239" y="168"/>
                    <a:pt x="246" y="168"/>
                  </a:cubicBezTo>
                  <a:cubicBezTo>
                    <a:pt x="247" y="168"/>
                    <a:pt x="248" y="167"/>
                    <a:pt x="249" y="167"/>
                  </a:cubicBezTo>
                  <a:cubicBezTo>
                    <a:pt x="249" y="167"/>
                    <a:pt x="249" y="165"/>
                    <a:pt x="249" y="165"/>
                  </a:cubicBezTo>
                  <a:cubicBezTo>
                    <a:pt x="249" y="164"/>
                    <a:pt x="249" y="163"/>
                    <a:pt x="249" y="162"/>
                  </a:cubicBezTo>
                  <a:cubicBezTo>
                    <a:pt x="249" y="152"/>
                    <a:pt x="240" y="136"/>
                    <a:pt x="233" y="124"/>
                  </a:cubicBezTo>
                  <a:cubicBezTo>
                    <a:pt x="227" y="113"/>
                    <a:pt x="223" y="106"/>
                    <a:pt x="223" y="101"/>
                  </a:cubicBezTo>
                  <a:cubicBezTo>
                    <a:pt x="223" y="45"/>
                    <a:pt x="171" y="12"/>
                    <a:pt x="120" y="12"/>
                  </a:cubicBezTo>
                  <a:cubicBezTo>
                    <a:pt x="60" y="12"/>
                    <a:pt x="12" y="60"/>
                    <a:pt x="12" y="121"/>
                  </a:cubicBezTo>
                  <a:cubicBezTo>
                    <a:pt x="12" y="161"/>
                    <a:pt x="27" y="190"/>
                    <a:pt x="57" y="208"/>
                  </a:cubicBezTo>
                  <a:cubicBezTo>
                    <a:pt x="59" y="209"/>
                    <a:pt x="60" y="211"/>
                    <a:pt x="60" y="213"/>
                  </a:cubicBezTo>
                  <a:lnTo>
                    <a:pt x="60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7" name="Freeform 83">
              <a:extLst>
                <a:ext uri="{FF2B5EF4-FFF2-40B4-BE49-F238E27FC236}">
                  <a16:creationId xmlns:a16="http://schemas.microsoft.com/office/drawing/2014/main" id="{FCB3B04C-361E-2DFE-EF5D-EDB204801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072"/>
              <a:ext cx="92" cy="18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8" name="Freeform 84">
              <a:extLst>
                <a:ext uri="{FF2B5EF4-FFF2-40B4-BE49-F238E27FC236}">
                  <a16:creationId xmlns:a16="http://schemas.microsoft.com/office/drawing/2014/main" id="{3CB4CF44-8E84-4F63-75C0-D22D45635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08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89" name="Freeform 85">
              <a:extLst>
                <a:ext uri="{FF2B5EF4-FFF2-40B4-BE49-F238E27FC236}">
                  <a16:creationId xmlns:a16="http://schemas.microsoft.com/office/drawing/2014/main" id="{5EDD86A1-F5B7-C055-253A-53B927D6A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44"/>
              <a:ext cx="128" cy="17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90" name="Freeform 86">
              <a:extLst>
                <a:ext uri="{FF2B5EF4-FFF2-40B4-BE49-F238E27FC236}">
                  <a16:creationId xmlns:a16="http://schemas.microsoft.com/office/drawing/2014/main" id="{382F3B55-9257-AE95-2953-750660D88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79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91" name="Freeform 87">
              <a:extLst>
                <a:ext uri="{FF2B5EF4-FFF2-40B4-BE49-F238E27FC236}">
                  <a16:creationId xmlns:a16="http://schemas.microsoft.com/office/drawing/2014/main" id="{C2116978-4E94-46E5-7A5B-D69DB39659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7" y="2036"/>
              <a:ext cx="202" cy="197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9"/>
                    <a:pt x="129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</p:grpSp>
      <p:grpSp>
        <p:nvGrpSpPr>
          <p:cNvPr id="92" name="Group 81">
            <a:extLst>
              <a:ext uri="{FF2B5EF4-FFF2-40B4-BE49-F238E27FC236}">
                <a16:creationId xmlns:a16="http://schemas.microsoft.com/office/drawing/2014/main" id="{F97BF527-AB5E-1BB8-BFBB-BE18587B3F1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4926" y="4323839"/>
            <a:ext cx="267955" cy="288000"/>
            <a:chOff x="4675" y="1946"/>
            <a:chExt cx="401" cy="431"/>
          </a:xfrm>
          <a:solidFill>
            <a:srgbClr val="FFFFFF"/>
          </a:solidFill>
        </p:grpSpPr>
        <p:sp>
          <p:nvSpPr>
            <p:cNvPr id="93" name="Freeform 82">
              <a:extLst>
                <a:ext uri="{FF2B5EF4-FFF2-40B4-BE49-F238E27FC236}">
                  <a16:creationId xmlns:a16="http://schemas.microsoft.com/office/drawing/2014/main" id="{E65EF3E9-35C7-E299-87AB-06D7B53A4A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5" y="1946"/>
              <a:ext cx="401" cy="431"/>
            </a:xfrm>
            <a:custGeom>
              <a:avLst/>
              <a:gdLst>
                <a:gd name="T0" fmla="*/ 174 w 262"/>
                <a:gd name="T1" fmla="*/ 288 h 288"/>
                <a:gd name="T2" fmla="*/ 54 w 262"/>
                <a:gd name="T3" fmla="*/ 288 h 288"/>
                <a:gd name="T4" fmla="*/ 48 w 262"/>
                <a:gd name="T5" fmla="*/ 282 h 288"/>
                <a:gd name="T6" fmla="*/ 48 w 262"/>
                <a:gd name="T7" fmla="*/ 216 h 288"/>
                <a:gd name="T8" fmla="*/ 0 w 262"/>
                <a:gd name="T9" fmla="*/ 121 h 288"/>
                <a:gd name="T10" fmla="*/ 120 w 262"/>
                <a:gd name="T11" fmla="*/ 0 h 288"/>
                <a:gd name="T12" fmla="*/ 235 w 262"/>
                <a:gd name="T13" fmla="*/ 101 h 288"/>
                <a:gd name="T14" fmla="*/ 244 w 262"/>
                <a:gd name="T15" fmla="*/ 118 h 288"/>
                <a:gd name="T16" fmla="*/ 261 w 262"/>
                <a:gd name="T17" fmla="*/ 163 h 288"/>
                <a:gd name="T18" fmla="*/ 261 w 262"/>
                <a:gd name="T19" fmla="*/ 165 h 288"/>
                <a:gd name="T20" fmla="*/ 258 w 262"/>
                <a:gd name="T21" fmla="*/ 174 h 288"/>
                <a:gd name="T22" fmla="*/ 247 w 262"/>
                <a:gd name="T23" fmla="*/ 180 h 288"/>
                <a:gd name="T24" fmla="*/ 235 w 262"/>
                <a:gd name="T25" fmla="*/ 180 h 288"/>
                <a:gd name="T26" fmla="*/ 223 w 262"/>
                <a:gd name="T27" fmla="*/ 234 h 288"/>
                <a:gd name="T28" fmla="*/ 180 w 262"/>
                <a:gd name="T29" fmla="*/ 246 h 288"/>
                <a:gd name="T30" fmla="*/ 180 w 262"/>
                <a:gd name="T31" fmla="*/ 282 h 288"/>
                <a:gd name="T32" fmla="*/ 174 w 262"/>
                <a:gd name="T33" fmla="*/ 288 h 288"/>
                <a:gd name="T34" fmla="*/ 60 w 262"/>
                <a:gd name="T35" fmla="*/ 276 h 288"/>
                <a:gd name="T36" fmla="*/ 168 w 262"/>
                <a:gd name="T37" fmla="*/ 276 h 288"/>
                <a:gd name="T38" fmla="*/ 168 w 262"/>
                <a:gd name="T39" fmla="*/ 240 h 288"/>
                <a:gd name="T40" fmla="*/ 170 w 262"/>
                <a:gd name="T41" fmla="*/ 236 h 288"/>
                <a:gd name="T42" fmla="*/ 174 w 262"/>
                <a:gd name="T43" fmla="*/ 234 h 288"/>
                <a:gd name="T44" fmla="*/ 176 w 262"/>
                <a:gd name="T45" fmla="*/ 234 h 288"/>
                <a:gd name="T46" fmla="*/ 215 w 262"/>
                <a:gd name="T47" fmla="*/ 226 h 288"/>
                <a:gd name="T48" fmla="*/ 223 w 262"/>
                <a:gd name="T49" fmla="*/ 174 h 288"/>
                <a:gd name="T50" fmla="*/ 224 w 262"/>
                <a:gd name="T51" fmla="*/ 170 h 288"/>
                <a:gd name="T52" fmla="*/ 229 w 262"/>
                <a:gd name="T53" fmla="*/ 168 h 288"/>
                <a:gd name="T54" fmla="*/ 246 w 262"/>
                <a:gd name="T55" fmla="*/ 168 h 288"/>
                <a:gd name="T56" fmla="*/ 249 w 262"/>
                <a:gd name="T57" fmla="*/ 167 h 288"/>
                <a:gd name="T58" fmla="*/ 249 w 262"/>
                <a:gd name="T59" fmla="*/ 165 h 288"/>
                <a:gd name="T60" fmla="*/ 249 w 262"/>
                <a:gd name="T61" fmla="*/ 162 h 288"/>
                <a:gd name="T62" fmla="*/ 233 w 262"/>
                <a:gd name="T63" fmla="*/ 124 h 288"/>
                <a:gd name="T64" fmla="*/ 223 w 262"/>
                <a:gd name="T65" fmla="*/ 101 h 288"/>
                <a:gd name="T66" fmla="*/ 120 w 262"/>
                <a:gd name="T67" fmla="*/ 12 h 288"/>
                <a:gd name="T68" fmla="*/ 12 w 262"/>
                <a:gd name="T69" fmla="*/ 121 h 288"/>
                <a:gd name="T70" fmla="*/ 57 w 262"/>
                <a:gd name="T71" fmla="*/ 208 h 288"/>
                <a:gd name="T72" fmla="*/ 60 w 262"/>
                <a:gd name="T73" fmla="*/ 213 h 288"/>
                <a:gd name="T74" fmla="*/ 60 w 262"/>
                <a:gd name="T75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2" h="288">
                  <a:moveTo>
                    <a:pt x="174" y="288"/>
                  </a:moveTo>
                  <a:cubicBezTo>
                    <a:pt x="54" y="288"/>
                    <a:pt x="54" y="288"/>
                    <a:pt x="54" y="288"/>
                  </a:cubicBezTo>
                  <a:cubicBezTo>
                    <a:pt x="51" y="288"/>
                    <a:pt x="48" y="285"/>
                    <a:pt x="48" y="282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16" y="196"/>
                    <a:pt x="0" y="164"/>
                    <a:pt x="0" y="121"/>
                  </a:cubicBezTo>
                  <a:cubicBezTo>
                    <a:pt x="0" y="53"/>
                    <a:pt x="53" y="0"/>
                    <a:pt x="120" y="0"/>
                  </a:cubicBezTo>
                  <a:cubicBezTo>
                    <a:pt x="177" y="0"/>
                    <a:pt x="235" y="38"/>
                    <a:pt x="235" y="101"/>
                  </a:cubicBezTo>
                  <a:cubicBezTo>
                    <a:pt x="235" y="103"/>
                    <a:pt x="240" y="112"/>
                    <a:pt x="244" y="118"/>
                  </a:cubicBezTo>
                  <a:cubicBezTo>
                    <a:pt x="252" y="133"/>
                    <a:pt x="262" y="150"/>
                    <a:pt x="261" y="163"/>
                  </a:cubicBezTo>
                  <a:cubicBezTo>
                    <a:pt x="261" y="164"/>
                    <a:pt x="261" y="164"/>
                    <a:pt x="261" y="165"/>
                  </a:cubicBezTo>
                  <a:cubicBezTo>
                    <a:pt x="261" y="167"/>
                    <a:pt x="261" y="170"/>
                    <a:pt x="258" y="174"/>
                  </a:cubicBezTo>
                  <a:cubicBezTo>
                    <a:pt x="256" y="177"/>
                    <a:pt x="251" y="180"/>
                    <a:pt x="247" y="180"/>
                  </a:cubicBezTo>
                  <a:cubicBezTo>
                    <a:pt x="243" y="180"/>
                    <a:pt x="238" y="180"/>
                    <a:pt x="235" y="180"/>
                  </a:cubicBezTo>
                  <a:cubicBezTo>
                    <a:pt x="234" y="194"/>
                    <a:pt x="233" y="224"/>
                    <a:pt x="223" y="234"/>
                  </a:cubicBezTo>
                  <a:cubicBezTo>
                    <a:pt x="214" y="244"/>
                    <a:pt x="201" y="246"/>
                    <a:pt x="180" y="246"/>
                  </a:cubicBezTo>
                  <a:cubicBezTo>
                    <a:pt x="180" y="282"/>
                    <a:pt x="180" y="282"/>
                    <a:pt x="180" y="282"/>
                  </a:cubicBezTo>
                  <a:cubicBezTo>
                    <a:pt x="180" y="285"/>
                    <a:pt x="177" y="288"/>
                    <a:pt x="174" y="288"/>
                  </a:cubicBezTo>
                  <a:close/>
                  <a:moveTo>
                    <a:pt x="60" y="276"/>
                  </a:moveTo>
                  <a:cubicBezTo>
                    <a:pt x="168" y="276"/>
                    <a:pt x="168" y="276"/>
                    <a:pt x="168" y="276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39"/>
                    <a:pt x="169" y="237"/>
                    <a:pt x="170" y="236"/>
                  </a:cubicBezTo>
                  <a:cubicBezTo>
                    <a:pt x="171" y="235"/>
                    <a:pt x="173" y="234"/>
                    <a:pt x="174" y="234"/>
                  </a:cubicBezTo>
                  <a:cubicBezTo>
                    <a:pt x="175" y="234"/>
                    <a:pt x="176" y="234"/>
                    <a:pt x="176" y="234"/>
                  </a:cubicBezTo>
                  <a:cubicBezTo>
                    <a:pt x="199" y="234"/>
                    <a:pt x="208" y="232"/>
                    <a:pt x="215" y="226"/>
                  </a:cubicBezTo>
                  <a:cubicBezTo>
                    <a:pt x="221" y="220"/>
                    <a:pt x="223" y="192"/>
                    <a:pt x="223" y="174"/>
                  </a:cubicBezTo>
                  <a:cubicBezTo>
                    <a:pt x="223" y="172"/>
                    <a:pt x="223" y="171"/>
                    <a:pt x="224" y="170"/>
                  </a:cubicBezTo>
                  <a:cubicBezTo>
                    <a:pt x="226" y="168"/>
                    <a:pt x="227" y="168"/>
                    <a:pt x="229" y="168"/>
                  </a:cubicBezTo>
                  <a:cubicBezTo>
                    <a:pt x="229" y="168"/>
                    <a:pt x="239" y="168"/>
                    <a:pt x="246" y="168"/>
                  </a:cubicBezTo>
                  <a:cubicBezTo>
                    <a:pt x="247" y="168"/>
                    <a:pt x="248" y="167"/>
                    <a:pt x="249" y="167"/>
                  </a:cubicBezTo>
                  <a:cubicBezTo>
                    <a:pt x="249" y="167"/>
                    <a:pt x="249" y="165"/>
                    <a:pt x="249" y="165"/>
                  </a:cubicBezTo>
                  <a:cubicBezTo>
                    <a:pt x="249" y="164"/>
                    <a:pt x="249" y="163"/>
                    <a:pt x="249" y="162"/>
                  </a:cubicBezTo>
                  <a:cubicBezTo>
                    <a:pt x="249" y="152"/>
                    <a:pt x="240" y="136"/>
                    <a:pt x="233" y="124"/>
                  </a:cubicBezTo>
                  <a:cubicBezTo>
                    <a:pt x="227" y="113"/>
                    <a:pt x="223" y="106"/>
                    <a:pt x="223" y="101"/>
                  </a:cubicBezTo>
                  <a:cubicBezTo>
                    <a:pt x="223" y="45"/>
                    <a:pt x="171" y="12"/>
                    <a:pt x="120" y="12"/>
                  </a:cubicBezTo>
                  <a:cubicBezTo>
                    <a:pt x="60" y="12"/>
                    <a:pt x="12" y="60"/>
                    <a:pt x="12" y="121"/>
                  </a:cubicBezTo>
                  <a:cubicBezTo>
                    <a:pt x="12" y="161"/>
                    <a:pt x="27" y="190"/>
                    <a:pt x="57" y="208"/>
                  </a:cubicBezTo>
                  <a:cubicBezTo>
                    <a:pt x="59" y="209"/>
                    <a:pt x="60" y="211"/>
                    <a:pt x="60" y="213"/>
                  </a:cubicBezTo>
                  <a:lnTo>
                    <a:pt x="60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94" name="Freeform 83">
              <a:extLst>
                <a:ext uri="{FF2B5EF4-FFF2-40B4-BE49-F238E27FC236}">
                  <a16:creationId xmlns:a16="http://schemas.microsoft.com/office/drawing/2014/main" id="{2A1E60E2-F1D6-9CC8-ADB9-0DA3D2FF4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072"/>
              <a:ext cx="92" cy="18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95" name="Freeform 84">
              <a:extLst>
                <a:ext uri="{FF2B5EF4-FFF2-40B4-BE49-F238E27FC236}">
                  <a16:creationId xmlns:a16="http://schemas.microsoft.com/office/drawing/2014/main" id="{700EFB8D-ACAA-4E77-6839-5843BD486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08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96" name="Freeform 85">
              <a:extLst>
                <a:ext uri="{FF2B5EF4-FFF2-40B4-BE49-F238E27FC236}">
                  <a16:creationId xmlns:a16="http://schemas.microsoft.com/office/drawing/2014/main" id="{02CCC777-394B-DF37-DAB5-435B0428A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44"/>
              <a:ext cx="128" cy="17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97" name="Freeform 86">
              <a:extLst>
                <a:ext uri="{FF2B5EF4-FFF2-40B4-BE49-F238E27FC236}">
                  <a16:creationId xmlns:a16="http://schemas.microsoft.com/office/drawing/2014/main" id="{77D45635-413D-3685-C8E2-F186EE260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79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98" name="Freeform 87">
              <a:extLst>
                <a:ext uri="{FF2B5EF4-FFF2-40B4-BE49-F238E27FC236}">
                  <a16:creationId xmlns:a16="http://schemas.microsoft.com/office/drawing/2014/main" id="{36A3D73F-69EB-AFBC-D4EF-BE8AF8184D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7" y="2036"/>
              <a:ext cx="202" cy="197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9"/>
                    <a:pt x="129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</p:grpSp>
      <p:grpSp>
        <p:nvGrpSpPr>
          <p:cNvPr id="99" name="Group 81">
            <a:extLst>
              <a:ext uri="{FF2B5EF4-FFF2-40B4-BE49-F238E27FC236}">
                <a16:creationId xmlns:a16="http://schemas.microsoft.com/office/drawing/2014/main" id="{B1FF1505-1E20-41FC-9626-0FDBB3760D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4926" y="5134044"/>
            <a:ext cx="267955" cy="288000"/>
            <a:chOff x="4675" y="1946"/>
            <a:chExt cx="401" cy="431"/>
          </a:xfrm>
          <a:solidFill>
            <a:srgbClr val="FFFFFF"/>
          </a:solidFill>
        </p:grpSpPr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E5CF85D3-00D2-4BA6-6A94-542AEDAA8F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5" y="1946"/>
              <a:ext cx="401" cy="431"/>
            </a:xfrm>
            <a:custGeom>
              <a:avLst/>
              <a:gdLst>
                <a:gd name="T0" fmla="*/ 174 w 262"/>
                <a:gd name="T1" fmla="*/ 288 h 288"/>
                <a:gd name="T2" fmla="*/ 54 w 262"/>
                <a:gd name="T3" fmla="*/ 288 h 288"/>
                <a:gd name="T4" fmla="*/ 48 w 262"/>
                <a:gd name="T5" fmla="*/ 282 h 288"/>
                <a:gd name="T6" fmla="*/ 48 w 262"/>
                <a:gd name="T7" fmla="*/ 216 h 288"/>
                <a:gd name="T8" fmla="*/ 0 w 262"/>
                <a:gd name="T9" fmla="*/ 121 h 288"/>
                <a:gd name="T10" fmla="*/ 120 w 262"/>
                <a:gd name="T11" fmla="*/ 0 h 288"/>
                <a:gd name="T12" fmla="*/ 235 w 262"/>
                <a:gd name="T13" fmla="*/ 101 h 288"/>
                <a:gd name="T14" fmla="*/ 244 w 262"/>
                <a:gd name="T15" fmla="*/ 118 h 288"/>
                <a:gd name="T16" fmla="*/ 261 w 262"/>
                <a:gd name="T17" fmla="*/ 163 h 288"/>
                <a:gd name="T18" fmla="*/ 261 w 262"/>
                <a:gd name="T19" fmla="*/ 165 h 288"/>
                <a:gd name="T20" fmla="*/ 258 w 262"/>
                <a:gd name="T21" fmla="*/ 174 h 288"/>
                <a:gd name="T22" fmla="*/ 247 w 262"/>
                <a:gd name="T23" fmla="*/ 180 h 288"/>
                <a:gd name="T24" fmla="*/ 235 w 262"/>
                <a:gd name="T25" fmla="*/ 180 h 288"/>
                <a:gd name="T26" fmla="*/ 223 w 262"/>
                <a:gd name="T27" fmla="*/ 234 h 288"/>
                <a:gd name="T28" fmla="*/ 180 w 262"/>
                <a:gd name="T29" fmla="*/ 246 h 288"/>
                <a:gd name="T30" fmla="*/ 180 w 262"/>
                <a:gd name="T31" fmla="*/ 282 h 288"/>
                <a:gd name="T32" fmla="*/ 174 w 262"/>
                <a:gd name="T33" fmla="*/ 288 h 288"/>
                <a:gd name="T34" fmla="*/ 60 w 262"/>
                <a:gd name="T35" fmla="*/ 276 h 288"/>
                <a:gd name="T36" fmla="*/ 168 w 262"/>
                <a:gd name="T37" fmla="*/ 276 h 288"/>
                <a:gd name="T38" fmla="*/ 168 w 262"/>
                <a:gd name="T39" fmla="*/ 240 h 288"/>
                <a:gd name="T40" fmla="*/ 170 w 262"/>
                <a:gd name="T41" fmla="*/ 236 h 288"/>
                <a:gd name="T42" fmla="*/ 174 w 262"/>
                <a:gd name="T43" fmla="*/ 234 h 288"/>
                <a:gd name="T44" fmla="*/ 176 w 262"/>
                <a:gd name="T45" fmla="*/ 234 h 288"/>
                <a:gd name="T46" fmla="*/ 215 w 262"/>
                <a:gd name="T47" fmla="*/ 226 h 288"/>
                <a:gd name="T48" fmla="*/ 223 w 262"/>
                <a:gd name="T49" fmla="*/ 174 h 288"/>
                <a:gd name="T50" fmla="*/ 224 w 262"/>
                <a:gd name="T51" fmla="*/ 170 h 288"/>
                <a:gd name="T52" fmla="*/ 229 w 262"/>
                <a:gd name="T53" fmla="*/ 168 h 288"/>
                <a:gd name="T54" fmla="*/ 246 w 262"/>
                <a:gd name="T55" fmla="*/ 168 h 288"/>
                <a:gd name="T56" fmla="*/ 249 w 262"/>
                <a:gd name="T57" fmla="*/ 167 h 288"/>
                <a:gd name="T58" fmla="*/ 249 w 262"/>
                <a:gd name="T59" fmla="*/ 165 h 288"/>
                <a:gd name="T60" fmla="*/ 249 w 262"/>
                <a:gd name="T61" fmla="*/ 162 h 288"/>
                <a:gd name="T62" fmla="*/ 233 w 262"/>
                <a:gd name="T63" fmla="*/ 124 h 288"/>
                <a:gd name="T64" fmla="*/ 223 w 262"/>
                <a:gd name="T65" fmla="*/ 101 h 288"/>
                <a:gd name="T66" fmla="*/ 120 w 262"/>
                <a:gd name="T67" fmla="*/ 12 h 288"/>
                <a:gd name="T68" fmla="*/ 12 w 262"/>
                <a:gd name="T69" fmla="*/ 121 h 288"/>
                <a:gd name="T70" fmla="*/ 57 w 262"/>
                <a:gd name="T71" fmla="*/ 208 h 288"/>
                <a:gd name="T72" fmla="*/ 60 w 262"/>
                <a:gd name="T73" fmla="*/ 213 h 288"/>
                <a:gd name="T74" fmla="*/ 60 w 262"/>
                <a:gd name="T75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2" h="288">
                  <a:moveTo>
                    <a:pt x="174" y="288"/>
                  </a:moveTo>
                  <a:cubicBezTo>
                    <a:pt x="54" y="288"/>
                    <a:pt x="54" y="288"/>
                    <a:pt x="54" y="288"/>
                  </a:cubicBezTo>
                  <a:cubicBezTo>
                    <a:pt x="51" y="288"/>
                    <a:pt x="48" y="285"/>
                    <a:pt x="48" y="282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16" y="196"/>
                    <a:pt x="0" y="164"/>
                    <a:pt x="0" y="121"/>
                  </a:cubicBezTo>
                  <a:cubicBezTo>
                    <a:pt x="0" y="53"/>
                    <a:pt x="53" y="0"/>
                    <a:pt x="120" y="0"/>
                  </a:cubicBezTo>
                  <a:cubicBezTo>
                    <a:pt x="177" y="0"/>
                    <a:pt x="235" y="38"/>
                    <a:pt x="235" y="101"/>
                  </a:cubicBezTo>
                  <a:cubicBezTo>
                    <a:pt x="235" y="103"/>
                    <a:pt x="240" y="112"/>
                    <a:pt x="244" y="118"/>
                  </a:cubicBezTo>
                  <a:cubicBezTo>
                    <a:pt x="252" y="133"/>
                    <a:pt x="262" y="150"/>
                    <a:pt x="261" y="163"/>
                  </a:cubicBezTo>
                  <a:cubicBezTo>
                    <a:pt x="261" y="164"/>
                    <a:pt x="261" y="164"/>
                    <a:pt x="261" y="165"/>
                  </a:cubicBezTo>
                  <a:cubicBezTo>
                    <a:pt x="261" y="167"/>
                    <a:pt x="261" y="170"/>
                    <a:pt x="258" y="174"/>
                  </a:cubicBezTo>
                  <a:cubicBezTo>
                    <a:pt x="256" y="177"/>
                    <a:pt x="251" y="180"/>
                    <a:pt x="247" y="180"/>
                  </a:cubicBezTo>
                  <a:cubicBezTo>
                    <a:pt x="243" y="180"/>
                    <a:pt x="238" y="180"/>
                    <a:pt x="235" y="180"/>
                  </a:cubicBezTo>
                  <a:cubicBezTo>
                    <a:pt x="234" y="194"/>
                    <a:pt x="233" y="224"/>
                    <a:pt x="223" y="234"/>
                  </a:cubicBezTo>
                  <a:cubicBezTo>
                    <a:pt x="214" y="244"/>
                    <a:pt x="201" y="246"/>
                    <a:pt x="180" y="246"/>
                  </a:cubicBezTo>
                  <a:cubicBezTo>
                    <a:pt x="180" y="282"/>
                    <a:pt x="180" y="282"/>
                    <a:pt x="180" y="282"/>
                  </a:cubicBezTo>
                  <a:cubicBezTo>
                    <a:pt x="180" y="285"/>
                    <a:pt x="177" y="288"/>
                    <a:pt x="174" y="288"/>
                  </a:cubicBezTo>
                  <a:close/>
                  <a:moveTo>
                    <a:pt x="60" y="276"/>
                  </a:moveTo>
                  <a:cubicBezTo>
                    <a:pt x="168" y="276"/>
                    <a:pt x="168" y="276"/>
                    <a:pt x="168" y="276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39"/>
                    <a:pt x="169" y="237"/>
                    <a:pt x="170" y="236"/>
                  </a:cubicBezTo>
                  <a:cubicBezTo>
                    <a:pt x="171" y="235"/>
                    <a:pt x="173" y="234"/>
                    <a:pt x="174" y="234"/>
                  </a:cubicBezTo>
                  <a:cubicBezTo>
                    <a:pt x="175" y="234"/>
                    <a:pt x="176" y="234"/>
                    <a:pt x="176" y="234"/>
                  </a:cubicBezTo>
                  <a:cubicBezTo>
                    <a:pt x="199" y="234"/>
                    <a:pt x="208" y="232"/>
                    <a:pt x="215" y="226"/>
                  </a:cubicBezTo>
                  <a:cubicBezTo>
                    <a:pt x="221" y="220"/>
                    <a:pt x="223" y="192"/>
                    <a:pt x="223" y="174"/>
                  </a:cubicBezTo>
                  <a:cubicBezTo>
                    <a:pt x="223" y="172"/>
                    <a:pt x="223" y="171"/>
                    <a:pt x="224" y="170"/>
                  </a:cubicBezTo>
                  <a:cubicBezTo>
                    <a:pt x="226" y="168"/>
                    <a:pt x="227" y="168"/>
                    <a:pt x="229" y="168"/>
                  </a:cubicBezTo>
                  <a:cubicBezTo>
                    <a:pt x="229" y="168"/>
                    <a:pt x="239" y="168"/>
                    <a:pt x="246" y="168"/>
                  </a:cubicBezTo>
                  <a:cubicBezTo>
                    <a:pt x="247" y="168"/>
                    <a:pt x="248" y="167"/>
                    <a:pt x="249" y="167"/>
                  </a:cubicBezTo>
                  <a:cubicBezTo>
                    <a:pt x="249" y="167"/>
                    <a:pt x="249" y="165"/>
                    <a:pt x="249" y="165"/>
                  </a:cubicBezTo>
                  <a:cubicBezTo>
                    <a:pt x="249" y="164"/>
                    <a:pt x="249" y="163"/>
                    <a:pt x="249" y="162"/>
                  </a:cubicBezTo>
                  <a:cubicBezTo>
                    <a:pt x="249" y="152"/>
                    <a:pt x="240" y="136"/>
                    <a:pt x="233" y="124"/>
                  </a:cubicBezTo>
                  <a:cubicBezTo>
                    <a:pt x="227" y="113"/>
                    <a:pt x="223" y="106"/>
                    <a:pt x="223" y="101"/>
                  </a:cubicBezTo>
                  <a:cubicBezTo>
                    <a:pt x="223" y="45"/>
                    <a:pt x="171" y="12"/>
                    <a:pt x="120" y="12"/>
                  </a:cubicBezTo>
                  <a:cubicBezTo>
                    <a:pt x="60" y="12"/>
                    <a:pt x="12" y="60"/>
                    <a:pt x="12" y="121"/>
                  </a:cubicBezTo>
                  <a:cubicBezTo>
                    <a:pt x="12" y="161"/>
                    <a:pt x="27" y="190"/>
                    <a:pt x="57" y="208"/>
                  </a:cubicBezTo>
                  <a:cubicBezTo>
                    <a:pt x="59" y="209"/>
                    <a:pt x="60" y="211"/>
                    <a:pt x="60" y="213"/>
                  </a:cubicBezTo>
                  <a:lnTo>
                    <a:pt x="60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FB780CBE-A111-7EBD-2F07-4C7AB613B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072"/>
              <a:ext cx="92" cy="18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1C270853-A080-3E93-6CBE-92417AA01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08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F5FB712-9F05-D25D-79EB-CD90E9DD0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44"/>
              <a:ext cx="128" cy="17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B629CE87-EE9E-BCAD-EA8D-B036B6AB6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79"/>
              <a:ext cx="128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3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6D756B5C-C65B-683F-8AEA-E92F68922E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67" y="2036"/>
              <a:ext cx="202" cy="197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9"/>
                    <a:pt x="129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charset="0"/>
                <a:ea typeface="+mn-ea"/>
                <a:cs typeface="Arial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497B751-C954-1785-8690-636DF14892CD}"/>
              </a:ext>
            </a:extLst>
          </p:cNvPr>
          <p:cNvSpPr/>
          <p:nvPr/>
        </p:nvSpPr>
        <p:spPr>
          <a:xfrm>
            <a:off x="2142426" y="1368211"/>
            <a:ext cx="1260000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Score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F3127-8EA7-ADFE-2625-CCED8D8E861A}"/>
              </a:ext>
            </a:extLst>
          </p:cNvPr>
          <p:cNvCxnSpPr>
            <a:cxnSpLocks/>
          </p:cNvCxnSpPr>
          <p:nvPr/>
        </p:nvCxnSpPr>
        <p:spPr>
          <a:xfrm>
            <a:off x="2142426" y="1657350"/>
            <a:ext cx="126000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[Five category Harvey Ball slide / Insert action title]</a:t>
            </a:r>
            <a:endParaRPr lang="en-DK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A2F4139-95C4-095D-CE45-C64B91E63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EC5ED5-CC2A-F4D0-0666-770FB652AE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3" name="Table 3">
            <a:extLst>
              <a:ext uri="{FF2B5EF4-FFF2-40B4-BE49-F238E27FC236}">
                <a16:creationId xmlns:a16="http://schemas.microsoft.com/office/drawing/2014/main" id="{ECE94EB7-B72A-1276-8E57-DE8EF6362511}"/>
              </a:ext>
            </a:extLst>
          </p:cNvPr>
          <p:cNvGraphicFramePr>
            <a:graphicFrameLocks noGrp="1"/>
          </p:cNvGraphicFramePr>
          <p:nvPr/>
        </p:nvGraphicFramePr>
        <p:xfrm>
          <a:off x="561975" y="1694079"/>
          <a:ext cx="11082529" cy="3756479"/>
        </p:xfrm>
        <a:graphic>
          <a:graphicData uri="http://schemas.openxmlformats.org/drawingml/2006/table">
            <a:tbl>
              <a:tblPr firstRow="1" firstCol="1">
                <a:tableStyleId>{5A111915-BE36-4E01-A7E5-04B1672EAD32}</a:tableStyleId>
              </a:tblPr>
              <a:tblGrid>
                <a:gridCol w="3029524">
                  <a:extLst>
                    <a:ext uri="{9D8B030D-6E8A-4147-A177-3AD203B41FA5}">
                      <a16:colId xmlns:a16="http://schemas.microsoft.com/office/drawing/2014/main" val="3217080445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2441850317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207167776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825669539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2643082913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74085253"/>
                    </a:ext>
                  </a:extLst>
                </a:gridCol>
              </a:tblGrid>
              <a:tr h="362666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</a:rPr>
                        <a:t> </a:t>
                      </a:r>
                    </a:p>
                  </a:txBody>
                  <a:tcPr marL="73152" marR="73152" marT="73152" marB="73152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812651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indent="0" algn="l" defTabSz="1087636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/>
                        <a:buNone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56879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556444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232025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40313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9828481"/>
                  </a:ext>
                </a:extLst>
              </a:tr>
            </a:tbl>
          </a:graphicData>
        </a:graphic>
      </p:graphicFrame>
      <p:sp>
        <p:nvSpPr>
          <p:cNvPr id="213" name="Text Placeholder 6">
            <a:extLst>
              <a:ext uri="{FF2B5EF4-FFF2-40B4-BE49-F238E27FC236}">
                <a16:creationId xmlns:a16="http://schemas.microsoft.com/office/drawing/2014/main" id="{C8B1CD20-1B65-AA31-F195-BC8EE85805FA}"/>
              </a:ext>
            </a:extLst>
          </p:cNvPr>
          <p:cNvSpPr txBox="1">
            <a:spLocks/>
          </p:cNvSpPr>
          <p:nvPr/>
        </p:nvSpPr>
        <p:spPr>
          <a:xfrm>
            <a:off x="561973" y="5639923"/>
            <a:ext cx="11082528" cy="684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144000" tIns="72000" rIns="108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Verdana" panose="020B0604030504040204" pitchFamily="34" charset="0"/>
                <a:cs typeface="Arial" panose="020B0604020202020204" pitchFamily="34" charset="0"/>
              </a:rPr>
              <a:t>[Insert main takeaway]</a:t>
            </a:r>
          </a:p>
        </p:txBody>
      </p:sp>
      <p:sp>
        <p:nvSpPr>
          <p:cNvPr id="229" name="Pie 14">
            <a:extLst>
              <a:ext uri="{FF2B5EF4-FFF2-40B4-BE49-F238E27FC236}">
                <a16:creationId xmlns:a16="http://schemas.microsoft.com/office/drawing/2014/main" id="{0EF193DB-2D46-2D71-7594-CDCBA6E0B036}"/>
              </a:ext>
            </a:extLst>
          </p:cNvPr>
          <p:cNvSpPr/>
          <p:nvPr/>
        </p:nvSpPr>
        <p:spPr>
          <a:xfrm>
            <a:off x="4224721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2" name="Oval 7">
            <a:extLst>
              <a:ext uri="{FF2B5EF4-FFF2-40B4-BE49-F238E27FC236}">
                <a16:creationId xmlns:a16="http://schemas.microsoft.com/office/drawing/2014/main" id="{3A7BE966-F3A1-5871-B3F6-CBCD13B1B9F3}"/>
              </a:ext>
            </a:extLst>
          </p:cNvPr>
          <p:cNvSpPr/>
          <p:nvPr/>
        </p:nvSpPr>
        <p:spPr>
          <a:xfrm>
            <a:off x="4224721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3" name="Pie 8">
            <a:extLst>
              <a:ext uri="{FF2B5EF4-FFF2-40B4-BE49-F238E27FC236}">
                <a16:creationId xmlns:a16="http://schemas.microsoft.com/office/drawing/2014/main" id="{2D0E184D-EEBA-7D42-8E16-22540D68EB5B}"/>
              </a:ext>
            </a:extLst>
          </p:cNvPr>
          <p:cNvSpPr/>
          <p:nvPr/>
        </p:nvSpPr>
        <p:spPr>
          <a:xfrm>
            <a:off x="4224721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4" name="Oval 9">
            <a:extLst>
              <a:ext uri="{FF2B5EF4-FFF2-40B4-BE49-F238E27FC236}">
                <a16:creationId xmlns:a16="http://schemas.microsoft.com/office/drawing/2014/main" id="{4FF8F00E-C7A1-995E-08ED-7407A26B1379}"/>
              </a:ext>
            </a:extLst>
          </p:cNvPr>
          <p:cNvSpPr/>
          <p:nvPr/>
        </p:nvSpPr>
        <p:spPr>
          <a:xfrm>
            <a:off x="4224721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5" name="Pie 10">
            <a:extLst>
              <a:ext uri="{FF2B5EF4-FFF2-40B4-BE49-F238E27FC236}">
                <a16:creationId xmlns:a16="http://schemas.microsoft.com/office/drawing/2014/main" id="{60F03CC8-4F45-7B70-E20C-932492FFB855}"/>
              </a:ext>
            </a:extLst>
          </p:cNvPr>
          <p:cNvSpPr/>
          <p:nvPr/>
        </p:nvSpPr>
        <p:spPr>
          <a:xfrm>
            <a:off x="4224721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6" name="Oval 11">
            <a:extLst>
              <a:ext uri="{FF2B5EF4-FFF2-40B4-BE49-F238E27FC236}">
                <a16:creationId xmlns:a16="http://schemas.microsoft.com/office/drawing/2014/main" id="{04CAA057-7E78-BCD1-8633-D48EE12317BC}"/>
              </a:ext>
            </a:extLst>
          </p:cNvPr>
          <p:cNvSpPr/>
          <p:nvPr/>
        </p:nvSpPr>
        <p:spPr>
          <a:xfrm>
            <a:off x="4224721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7" name="Pie 12">
            <a:extLst>
              <a:ext uri="{FF2B5EF4-FFF2-40B4-BE49-F238E27FC236}">
                <a16:creationId xmlns:a16="http://schemas.microsoft.com/office/drawing/2014/main" id="{3084F266-2D0B-AA85-E840-D6152682F649}"/>
              </a:ext>
            </a:extLst>
          </p:cNvPr>
          <p:cNvSpPr/>
          <p:nvPr/>
        </p:nvSpPr>
        <p:spPr>
          <a:xfrm>
            <a:off x="4224721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8" name="Oval 13">
            <a:extLst>
              <a:ext uri="{FF2B5EF4-FFF2-40B4-BE49-F238E27FC236}">
                <a16:creationId xmlns:a16="http://schemas.microsoft.com/office/drawing/2014/main" id="{937EEB55-F052-21B5-68A9-C35DE2F41405}"/>
              </a:ext>
            </a:extLst>
          </p:cNvPr>
          <p:cNvSpPr/>
          <p:nvPr/>
        </p:nvSpPr>
        <p:spPr>
          <a:xfrm>
            <a:off x="4224721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0" name="Oval 15">
            <a:extLst>
              <a:ext uri="{FF2B5EF4-FFF2-40B4-BE49-F238E27FC236}">
                <a16:creationId xmlns:a16="http://schemas.microsoft.com/office/drawing/2014/main" id="{5CB95617-0C8F-5E4A-68BB-9DDBA62B3E2C}"/>
              </a:ext>
            </a:extLst>
          </p:cNvPr>
          <p:cNvSpPr/>
          <p:nvPr/>
        </p:nvSpPr>
        <p:spPr>
          <a:xfrm>
            <a:off x="4224721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1" name="Pie 16">
            <a:extLst>
              <a:ext uri="{FF2B5EF4-FFF2-40B4-BE49-F238E27FC236}">
                <a16:creationId xmlns:a16="http://schemas.microsoft.com/office/drawing/2014/main" id="{B26C87F4-035E-4DC2-0514-76F9C30D8590}"/>
              </a:ext>
            </a:extLst>
          </p:cNvPr>
          <p:cNvSpPr/>
          <p:nvPr/>
        </p:nvSpPr>
        <p:spPr>
          <a:xfrm>
            <a:off x="4224721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330BD-1006-379F-787D-3D106E0B3A3A}"/>
              </a:ext>
            </a:extLst>
          </p:cNvPr>
          <p:cNvSpPr txBox="1"/>
          <p:nvPr/>
        </p:nvSpPr>
        <p:spPr>
          <a:xfrm>
            <a:off x="3696101" y="69590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e 14">
            <a:extLst>
              <a:ext uri="{FF2B5EF4-FFF2-40B4-BE49-F238E27FC236}">
                <a16:creationId xmlns:a16="http://schemas.microsoft.com/office/drawing/2014/main" id="{66AAFA8A-5E45-9E1A-FF9D-0866E20200BB}"/>
              </a:ext>
            </a:extLst>
          </p:cNvPr>
          <p:cNvSpPr/>
          <p:nvPr/>
        </p:nvSpPr>
        <p:spPr>
          <a:xfrm>
            <a:off x="5823349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0D76FF74-FC1A-2AE4-6A13-4D7190742099}"/>
              </a:ext>
            </a:extLst>
          </p:cNvPr>
          <p:cNvSpPr/>
          <p:nvPr/>
        </p:nvSpPr>
        <p:spPr>
          <a:xfrm>
            <a:off x="5823349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Pie 8">
            <a:extLst>
              <a:ext uri="{FF2B5EF4-FFF2-40B4-BE49-F238E27FC236}">
                <a16:creationId xmlns:a16="http://schemas.microsoft.com/office/drawing/2014/main" id="{4DDD7160-B488-BB5F-DAA9-AE013FE13E87}"/>
              </a:ext>
            </a:extLst>
          </p:cNvPr>
          <p:cNvSpPr/>
          <p:nvPr/>
        </p:nvSpPr>
        <p:spPr>
          <a:xfrm>
            <a:off x="5823349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84173147-7F59-ED0D-EC42-2AD94DC542F9}"/>
              </a:ext>
            </a:extLst>
          </p:cNvPr>
          <p:cNvSpPr/>
          <p:nvPr/>
        </p:nvSpPr>
        <p:spPr>
          <a:xfrm>
            <a:off x="5823349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Pie 10">
            <a:extLst>
              <a:ext uri="{FF2B5EF4-FFF2-40B4-BE49-F238E27FC236}">
                <a16:creationId xmlns:a16="http://schemas.microsoft.com/office/drawing/2014/main" id="{18771C62-E143-CA0D-0B03-029B762F23C6}"/>
              </a:ext>
            </a:extLst>
          </p:cNvPr>
          <p:cNvSpPr/>
          <p:nvPr/>
        </p:nvSpPr>
        <p:spPr>
          <a:xfrm>
            <a:off x="5823349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F2F62318-C6D4-52C3-51D6-E22DB941FD2D}"/>
              </a:ext>
            </a:extLst>
          </p:cNvPr>
          <p:cNvSpPr/>
          <p:nvPr/>
        </p:nvSpPr>
        <p:spPr>
          <a:xfrm>
            <a:off x="5823349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Pie 12">
            <a:extLst>
              <a:ext uri="{FF2B5EF4-FFF2-40B4-BE49-F238E27FC236}">
                <a16:creationId xmlns:a16="http://schemas.microsoft.com/office/drawing/2014/main" id="{B81F68BE-36C3-DDB3-F6CC-B9BB8870B61F}"/>
              </a:ext>
            </a:extLst>
          </p:cNvPr>
          <p:cNvSpPr/>
          <p:nvPr/>
        </p:nvSpPr>
        <p:spPr>
          <a:xfrm>
            <a:off x="5823349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030D0655-5864-B1D2-BF25-1BF45AFFAE99}"/>
              </a:ext>
            </a:extLst>
          </p:cNvPr>
          <p:cNvSpPr/>
          <p:nvPr/>
        </p:nvSpPr>
        <p:spPr>
          <a:xfrm>
            <a:off x="5823349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56D340D2-E05B-46B1-3DCD-D9560E696592}"/>
              </a:ext>
            </a:extLst>
          </p:cNvPr>
          <p:cNvSpPr/>
          <p:nvPr/>
        </p:nvSpPr>
        <p:spPr>
          <a:xfrm>
            <a:off x="5823349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Pie 16">
            <a:extLst>
              <a:ext uri="{FF2B5EF4-FFF2-40B4-BE49-F238E27FC236}">
                <a16:creationId xmlns:a16="http://schemas.microsoft.com/office/drawing/2014/main" id="{D6E73AB1-3486-185C-E935-6419D34D42B3}"/>
              </a:ext>
            </a:extLst>
          </p:cNvPr>
          <p:cNvSpPr/>
          <p:nvPr/>
        </p:nvSpPr>
        <p:spPr>
          <a:xfrm>
            <a:off x="5823349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Pie 14">
            <a:extLst>
              <a:ext uri="{FF2B5EF4-FFF2-40B4-BE49-F238E27FC236}">
                <a16:creationId xmlns:a16="http://schemas.microsoft.com/office/drawing/2014/main" id="{5A22A931-C028-A223-E185-0A05F40EF154}"/>
              </a:ext>
            </a:extLst>
          </p:cNvPr>
          <p:cNvSpPr/>
          <p:nvPr/>
        </p:nvSpPr>
        <p:spPr>
          <a:xfrm>
            <a:off x="7421977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Oval 7">
            <a:extLst>
              <a:ext uri="{FF2B5EF4-FFF2-40B4-BE49-F238E27FC236}">
                <a16:creationId xmlns:a16="http://schemas.microsoft.com/office/drawing/2014/main" id="{C4110D61-7790-BEFE-7239-2DA63632E88D}"/>
              </a:ext>
            </a:extLst>
          </p:cNvPr>
          <p:cNvSpPr/>
          <p:nvPr/>
        </p:nvSpPr>
        <p:spPr>
          <a:xfrm>
            <a:off x="7421977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Pie 8">
            <a:extLst>
              <a:ext uri="{FF2B5EF4-FFF2-40B4-BE49-F238E27FC236}">
                <a16:creationId xmlns:a16="http://schemas.microsoft.com/office/drawing/2014/main" id="{EA2694F3-A1F3-8CB8-9CAC-674576F883C6}"/>
              </a:ext>
            </a:extLst>
          </p:cNvPr>
          <p:cNvSpPr/>
          <p:nvPr/>
        </p:nvSpPr>
        <p:spPr>
          <a:xfrm>
            <a:off x="7421977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 9">
            <a:extLst>
              <a:ext uri="{FF2B5EF4-FFF2-40B4-BE49-F238E27FC236}">
                <a16:creationId xmlns:a16="http://schemas.microsoft.com/office/drawing/2014/main" id="{96ADAA73-8BDC-A833-64FE-24004597FB93}"/>
              </a:ext>
            </a:extLst>
          </p:cNvPr>
          <p:cNvSpPr/>
          <p:nvPr/>
        </p:nvSpPr>
        <p:spPr>
          <a:xfrm>
            <a:off x="7421977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Pie 10">
            <a:extLst>
              <a:ext uri="{FF2B5EF4-FFF2-40B4-BE49-F238E27FC236}">
                <a16:creationId xmlns:a16="http://schemas.microsoft.com/office/drawing/2014/main" id="{78DD8AAB-87CA-F79B-BD63-C056D6D7205F}"/>
              </a:ext>
            </a:extLst>
          </p:cNvPr>
          <p:cNvSpPr/>
          <p:nvPr/>
        </p:nvSpPr>
        <p:spPr>
          <a:xfrm>
            <a:off x="7421977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FEE08D83-1490-9CD6-0502-7A6559FD6EE7}"/>
              </a:ext>
            </a:extLst>
          </p:cNvPr>
          <p:cNvSpPr/>
          <p:nvPr/>
        </p:nvSpPr>
        <p:spPr>
          <a:xfrm>
            <a:off x="7421977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Pie 12">
            <a:extLst>
              <a:ext uri="{FF2B5EF4-FFF2-40B4-BE49-F238E27FC236}">
                <a16:creationId xmlns:a16="http://schemas.microsoft.com/office/drawing/2014/main" id="{BBBE7A7E-85DC-D284-2158-6A4954191FD1}"/>
              </a:ext>
            </a:extLst>
          </p:cNvPr>
          <p:cNvSpPr/>
          <p:nvPr/>
        </p:nvSpPr>
        <p:spPr>
          <a:xfrm>
            <a:off x="7421977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Oval 13">
            <a:extLst>
              <a:ext uri="{FF2B5EF4-FFF2-40B4-BE49-F238E27FC236}">
                <a16:creationId xmlns:a16="http://schemas.microsoft.com/office/drawing/2014/main" id="{5F4EE98D-A999-04B7-FF04-8260BC20E504}"/>
              </a:ext>
            </a:extLst>
          </p:cNvPr>
          <p:cNvSpPr/>
          <p:nvPr/>
        </p:nvSpPr>
        <p:spPr>
          <a:xfrm>
            <a:off x="7421977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Oval 15">
            <a:extLst>
              <a:ext uri="{FF2B5EF4-FFF2-40B4-BE49-F238E27FC236}">
                <a16:creationId xmlns:a16="http://schemas.microsoft.com/office/drawing/2014/main" id="{1762030C-F792-2FD7-DA17-5A4375513F8B}"/>
              </a:ext>
            </a:extLst>
          </p:cNvPr>
          <p:cNvSpPr/>
          <p:nvPr/>
        </p:nvSpPr>
        <p:spPr>
          <a:xfrm>
            <a:off x="7421977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Pie 16">
            <a:extLst>
              <a:ext uri="{FF2B5EF4-FFF2-40B4-BE49-F238E27FC236}">
                <a16:creationId xmlns:a16="http://schemas.microsoft.com/office/drawing/2014/main" id="{645179DC-CF1E-AB4A-BF34-C79BF6474556}"/>
              </a:ext>
            </a:extLst>
          </p:cNvPr>
          <p:cNvSpPr/>
          <p:nvPr/>
        </p:nvSpPr>
        <p:spPr>
          <a:xfrm>
            <a:off x="7421977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Pie 14">
            <a:extLst>
              <a:ext uri="{FF2B5EF4-FFF2-40B4-BE49-F238E27FC236}">
                <a16:creationId xmlns:a16="http://schemas.microsoft.com/office/drawing/2014/main" id="{AFCE5692-5933-342F-734E-9CC8C05E522F}"/>
              </a:ext>
            </a:extLst>
          </p:cNvPr>
          <p:cNvSpPr/>
          <p:nvPr/>
        </p:nvSpPr>
        <p:spPr>
          <a:xfrm>
            <a:off x="9020605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0D21C8A3-DBB5-13A0-F59A-AA7BD2F5F9D6}"/>
              </a:ext>
            </a:extLst>
          </p:cNvPr>
          <p:cNvSpPr/>
          <p:nvPr/>
        </p:nvSpPr>
        <p:spPr>
          <a:xfrm>
            <a:off x="9020605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Pie 8">
            <a:extLst>
              <a:ext uri="{FF2B5EF4-FFF2-40B4-BE49-F238E27FC236}">
                <a16:creationId xmlns:a16="http://schemas.microsoft.com/office/drawing/2014/main" id="{F6351649-10E6-5E5C-C301-13EB03346879}"/>
              </a:ext>
            </a:extLst>
          </p:cNvPr>
          <p:cNvSpPr/>
          <p:nvPr/>
        </p:nvSpPr>
        <p:spPr>
          <a:xfrm>
            <a:off x="9020605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0B5FA71C-8806-D7C9-B27D-40047854E1C6}"/>
              </a:ext>
            </a:extLst>
          </p:cNvPr>
          <p:cNvSpPr/>
          <p:nvPr/>
        </p:nvSpPr>
        <p:spPr>
          <a:xfrm>
            <a:off x="9020605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Pie 10">
            <a:extLst>
              <a:ext uri="{FF2B5EF4-FFF2-40B4-BE49-F238E27FC236}">
                <a16:creationId xmlns:a16="http://schemas.microsoft.com/office/drawing/2014/main" id="{B997867E-F3F6-B774-21E1-B0999970F237}"/>
              </a:ext>
            </a:extLst>
          </p:cNvPr>
          <p:cNvSpPr/>
          <p:nvPr/>
        </p:nvSpPr>
        <p:spPr>
          <a:xfrm>
            <a:off x="9020605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14C2174B-60EF-3F85-2B2A-158EF830E059}"/>
              </a:ext>
            </a:extLst>
          </p:cNvPr>
          <p:cNvSpPr/>
          <p:nvPr/>
        </p:nvSpPr>
        <p:spPr>
          <a:xfrm>
            <a:off x="9020605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Pie 12">
            <a:extLst>
              <a:ext uri="{FF2B5EF4-FFF2-40B4-BE49-F238E27FC236}">
                <a16:creationId xmlns:a16="http://schemas.microsoft.com/office/drawing/2014/main" id="{087D4FD7-0E46-DD5F-03E9-3E145CA02405}"/>
              </a:ext>
            </a:extLst>
          </p:cNvPr>
          <p:cNvSpPr/>
          <p:nvPr/>
        </p:nvSpPr>
        <p:spPr>
          <a:xfrm>
            <a:off x="9020605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Oval 13">
            <a:extLst>
              <a:ext uri="{FF2B5EF4-FFF2-40B4-BE49-F238E27FC236}">
                <a16:creationId xmlns:a16="http://schemas.microsoft.com/office/drawing/2014/main" id="{66C2242F-9960-A261-4430-81FC31BE14E0}"/>
              </a:ext>
            </a:extLst>
          </p:cNvPr>
          <p:cNvSpPr/>
          <p:nvPr/>
        </p:nvSpPr>
        <p:spPr>
          <a:xfrm>
            <a:off x="9020605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27794C09-647D-E032-5C07-596E78095F58}"/>
              </a:ext>
            </a:extLst>
          </p:cNvPr>
          <p:cNvSpPr/>
          <p:nvPr/>
        </p:nvSpPr>
        <p:spPr>
          <a:xfrm>
            <a:off x="9020605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Pie 16">
            <a:extLst>
              <a:ext uri="{FF2B5EF4-FFF2-40B4-BE49-F238E27FC236}">
                <a16:creationId xmlns:a16="http://schemas.microsoft.com/office/drawing/2014/main" id="{14D19AAB-DAFD-AC39-F02A-D314964A7F6E}"/>
              </a:ext>
            </a:extLst>
          </p:cNvPr>
          <p:cNvSpPr/>
          <p:nvPr/>
        </p:nvSpPr>
        <p:spPr>
          <a:xfrm>
            <a:off x="9020605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Pie 14">
            <a:extLst>
              <a:ext uri="{FF2B5EF4-FFF2-40B4-BE49-F238E27FC236}">
                <a16:creationId xmlns:a16="http://schemas.microsoft.com/office/drawing/2014/main" id="{8214AF98-0B70-4F2B-6154-F1DCED9A615D}"/>
              </a:ext>
            </a:extLst>
          </p:cNvPr>
          <p:cNvSpPr/>
          <p:nvPr/>
        </p:nvSpPr>
        <p:spPr>
          <a:xfrm>
            <a:off x="10619232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Oval 7">
            <a:extLst>
              <a:ext uri="{FF2B5EF4-FFF2-40B4-BE49-F238E27FC236}">
                <a16:creationId xmlns:a16="http://schemas.microsoft.com/office/drawing/2014/main" id="{0660B4E3-1D7D-836B-7CD0-E4E47CB45658}"/>
              </a:ext>
            </a:extLst>
          </p:cNvPr>
          <p:cNvSpPr/>
          <p:nvPr/>
        </p:nvSpPr>
        <p:spPr>
          <a:xfrm>
            <a:off x="10619232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Pie 8">
            <a:extLst>
              <a:ext uri="{FF2B5EF4-FFF2-40B4-BE49-F238E27FC236}">
                <a16:creationId xmlns:a16="http://schemas.microsoft.com/office/drawing/2014/main" id="{73BA23BF-6C43-9C70-3EFD-08193F0D5D57}"/>
              </a:ext>
            </a:extLst>
          </p:cNvPr>
          <p:cNvSpPr/>
          <p:nvPr/>
        </p:nvSpPr>
        <p:spPr>
          <a:xfrm>
            <a:off x="10619232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Oval 9">
            <a:extLst>
              <a:ext uri="{FF2B5EF4-FFF2-40B4-BE49-F238E27FC236}">
                <a16:creationId xmlns:a16="http://schemas.microsoft.com/office/drawing/2014/main" id="{CDB49D13-6FAA-85F6-6EE3-A22A8F5FB060}"/>
              </a:ext>
            </a:extLst>
          </p:cNvPr>
          <p:cNvSpPr/>
          <p:nvPr/>
        </p:nvSpPr>
        <p:spPr>
          <a:xfrm>
            <a:off x="10619232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Pie 10">
            <a:extLst>
              <a:ext uri="{FF2B5EF4-FFF2-40B4-BE49-F238E27FC236}">
                <a16:creationId xmlns:a16="http://schemas.microsoft.com/office/drawing/2014/main" id="{DD5776C6-DBB6-5C8E-523B-B8F62F94D008}"/>
              </a:ext>
            </a:extLst>
          </p:cNvPr>
          <p:cNvSpPr/>
          <p:nvPr/>
        </p:nvSpPr>
        <p:spPr>
          <a:xfrm>
            <a:off x="10619232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Oval 11">
            <a:extLst>
              <a:ext uri="{FF2B5EF4-FFF2-40B4-BE49-F238E27FC236}">
                <a16:creationId xmlns:a16="http://schemas.microsoft.com/office/drawing/2014/main" id="{0E7FA919-9B1D-B905-901E-FD194FAAFDF1}"/>
              </a:ext>
            </a:extLst>
          </p:cNvPr>
          <p:cNvSpPr/>
          <p:nvPr/>
        </p:nvSpPr>
        <p:spPr>
          <a:xfrm>
            <a:off x="10619232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Pie 12">
            <a:extLst>
              <a:ext uri="{FF2B5EF4-FFF2-40B4-BE49-F238E27FC236}">
                <a16:creationId xmlns:a16="http://schemas.microsoft.com/office/drawing/2014/main" id="{A757D0CA-29A4-30E7-3033-90DC8F374741}"/>
              </a:ext>
            </a:extLst>
          </p:cNvPr>
          <p:cNvSpPr/>
          <p:nvPr/>
        </p:nvSpPr>
        <p:spPr>
          <a:xfrm>
            <a:off x="10619232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Oval 13">
            <a:extLst>
              <a:ext uri="{FF2B5EF4-FFF2-40B4-BE49-F238E27FC236}">
                <a16:creationId xmlns:a16="http://schemas.microsoft.com/office/drawing/2014/main" id="{4F8C813C-AF2F-F2BB-AB95-8FD25612DD4E}"/>
              </a:ext>
            </a:extLst>
          </p:cNvPr>
          <p:cNvSpPr/>
          <p:nvPr/>
        </p:nvSpPr>
        <p:spPr>
          <a:xfrm>
            <a:off x="10619232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Oval 15">
            <a:extLst>
              <a:ext uri="{FF2B5EF4-FFF2-40B4-BE49-F238E27FC236}">
                <a16:creationId xmlns:a16="http://schemas.microsoft.com/office/drawing/2014/main" id="{6BFBF8FC-8D3B-091C-A104-E6E0FA318F9F}"/>
              </a:ext>
            </a:extLst>
          </p:cNvPr>
          <p:cNvSpPr/>
          <p:nvPr/>
        </p:nvSpPr>
        <p:spPr>
          <a:xfrm>
            <a:off x="10619232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Pie 16">
            <a:extLst>
              <a:ext uri="{FF2B5EF4-FFF2-40B4-BE49-F238E27FC236}">
                <a16:creationId xmlns:a16="http://schemas.microsoft.com/office/drawing/2014/main" id="{35A47D75-8629-0532-9A5C-9A618268E695}"/>
              </a:ext>
            </a:extLst>
          </p:cNvPr>
          <p:cNvSpPr/>
          <p:nvPr/>
        </p:nvSpPr>
        <p:spPr>
          <a:xfrm>
            <a:off x="10619232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6DDAA541-73D5-4840-2222-7864015346A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0615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[Four key trends slide / Insert action title]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939C52A-556C-F21A-217D-404D0DBA2011}"/>
              </a:ext>
            </a:extLst>
          </p:cNvPr>
          <p:cNvCxnSpPr>
            <a:cxnSpLocks/>
          </p:cNvCxnSpPr>
          <p:nvPr/>
        </p:nvCxnSpPr>
        <p:spPr>
          <a:xfrm>
            <a:off x="554736" y="2976599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441F258-D9DE-093E-B507-5B2D7B555AF1}"/>
              </a:ext>
            </a:extLst>
          </p:cNvPr>
          <p:cNvSpPr/>
          <p:nvPr/>
        </p:nvSpPr>
        <p:spPr>
          <a:xfrm>
            <a:off x="554736" y="2043909"/>
            <a:ext cx="1357499" cy="80022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[Trend 1]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41B723-678C-40DC-B714-001ADC8578B6}"/>
              </a:ext>
            </a:extLst>
          </p:cNvPr>
          <p:cNvSpPr/>
          <p:nvPr/>
        </p:nvSpPr>
        <p:spPr>
          <a:xfrm>
            <a:off x="554736" y="3109069"/>
            <a:ext cx="1357499" cy="80022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[Trend 2]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A03479-F557-708F-D8AF-5A02EE49326D}"/>
              </a:ext>
            </a:extLst>
          </p:cNvPr>
          <p:cNvCxnSpPr>
            <a:cxnSpLocks/>
          </p:cNvCxnSpPr>
          <p:nvPr/>
        </p:nvCxnSpPr>
        <p:spPr>
          <a:xfrm>
            <a:off x="554736" y="5106919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D89E247-91AF-6FE2-853B-7D0725EDE75B}"/>
              </a:ext>
            </a:extLst>
          </p:cNvPr>
          <p:cNvSpPr/>
          <p:nvPr/>
        </p:nvSpPr>
        <p:spPr>
          <a:xfrm>
            <a:off x="554736" y="4174229"/>
            <a:ext cx="1357499" cy="80022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[Trend 3]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D0D3B5-448D-4558-AF4A-EAB181443A31}"/>
              </a:ext>
            </a:extLst>
          </p:cNvPr>
          <p:cNvSpPr txBox="1"/>
          <p:nvPr/>
        </p:nvSpPr>
        <p:spPr>
          <a:xfrm>
            <a:off x="2106797" y="2043909"/>
            <a:ext cx="5625019" cy="8002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E14700-08CC-8850-1D54-AAA9BA13D341}"/>
              </a:ext>
            </a:extLst>
          </p:cNvPr>
          <p:cNvSpPr txBox="1"/>
          <p:nvPr/>
        </p:nvSpPr>
        <p:spPr>
          <a:xfrm>
            <a:off x="7926377" y="2043909"/>
            <a:ext cx="3710887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[Select examples]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D7DB5E-0057-8062-1814-86BDB3E21B58}"/>
              </a:ext>
            </a:extLst>
          </p:cNvPr>
          <p:cNvSpPr txBox="1"/>
          <p:nvPr/>
        </p:nvSpPr>
        <p:spPr>
          <a:xfrm>
            <a:off x="7926377" y="3109070"/>
            <a:ext cx="3710887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[Select examples]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ACDD8B-2E6B-77F4-367A-0B6D2286988D}"/>
              </a:ext>
            </a:extLst>
          </p:cNvPr>
          <p:cNvSpPr txBox="1"/>
          <p:nvPr/>
        </p:nvSpPr>
        <p:spPr>
          <a:xfrm>
            <a:off x="2106797" y="3109070"/>
            <a:ext cx="5625019" cy="8002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AF739C-DDD1-8C57-1174-F75BBEDB36CC}"/>
              </a:ext>
            </a:extLst>
          </p:cNvPr>
          <p:cNvSpPr txBox="1"/>
          <p:nvPr/>
        </p:nvSpPr>
        <p:spPr>
          <a:xfrm>
            <a:off x="2106797" y="4174231"/>
            <a:ext cx="5625019" cy="8002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E9A083-C5E6-E58E-4A37-EF5BE1E45D95}"/>
              </a:ext>
            </a:extLst>
          </p:cNvPr>
          <p:cNvSpPr txBox="1"/>
          <p:nvPr/>
        </p:nvSpPr>
        <p:spPr>
          <a:xfrm>
            <a:off x="7926377" y="4174231"/>
            <a:ext cx="3710887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[Select examples]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0CACB0-2A19-BDB5-3FF9-3F0BDA4D16CB}"/>
              </a:ext>
            </a:extLst>
          </p:cNvPr>
          <p:cNvSpPr txBox="1"/>
          <p:nvPr/>
        </p:nvSpPr>
        <p:spPr>
          <a:xfrm>
            <a:off x="554736" y="1616290"/>
            <a:ext cx="1357499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Trend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B5A489-68B4-285F-2E12-3BD53D17809B}"/>
              </a:ext>
            </a:extLst>
          </p:cNvPr>
          <p:cNvCxnSpPr>
            <a:cxnSpLocks/>
          </p:cNvCxnSpPr>
          <p:nvPr/>
        </p:nvCxnSpPr>
        <p:spPr>
          <a:xfrm>
            <a:off x="554736" y="1913925"/>
            <a:ext cx="135749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7A1B764-F5A3-66D9-9EBB-518CDEB027E4}"/>
              </a:ext>
            </a:extLst>
          </p:cNvPr>
          <p:cNvSpPr txBox="1"/>
          <p:nvPr/>
        </p:nvSpPr>
        <p:spPr>
          <a:xfrm>
            <a:off x="2106797" y="1616290"/>
            <a:ext cx="5625019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Description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F15871-D505-0FC3-927A-5DF62D2D27B7}"/>
              </a:ext>
            </a:extLst>
          </p:cNvPr>
          <p:cNvCxnSpPr>
            <a:cxnSpLocks/>
          </p:cNvCxnSpPr>
          <p:nvPr/>
        </p:nvCxnSpPr>
        <p:spPr>
          <a:xfrm>
            <a:off x="2106798" y="1913925"/>
            <a:ext cx="562501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CEB0B72-B21F-7AAA-DC37-E096913473FB}"/>
              </a:ext>
            </a:extLst>
          </p:cNvPr>
          <p:cNvSpPr txBox="1"/>
          <p:nvPr/>
        </p:nvSpPr>
        <p:spPr>
          <a:xfrm>
            <a:off x="7926377" y="1616290"/>
            <a:ext cx="3710887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A8DB26-8726-5427-F354-5B5C35B7743B}"/>
              </a:ext>
            </a:extLst>
          </p:cNvPr>
          <p:cNvCxnSpPr>
            <a:cxnSpLocks/>
          </p:cNvCxnSpPr>
          <p:nvPr/>
        </p:nvCxnSpPr>
        <p:spPr>
          <a:xfrm>
            <a:off x="7926378" y="1913925"/>
            <a:ext cx="371088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0448DAA-71CB-9D30-BA3E-44667B653E66}"/>
              </a:ext>
            </a:extLst>
          </p:cNvPr>
          <p:cNvSpPr/>
          <p:nvPr/>
        </p:nvSpPr>
        <p:spPr>
          <a:xfrm>
            <a:off x="554736" y="5239392"/>
            <a:ext cx="1357499" cy="800220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[Trend 4]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E2503-1DD5-A772-70E4-57AF93C769E5}"/>
              </a:ext>
            </a:extLst>
          </p:cNvPr>
          <p:cNvSpPr txBox="1"/>
          <p:nvPr/>
        </p:nvSpPr>
        <p:spPr>
          <a:xfrm>
            <a:off x="2106797" y="5239392"/>
            <a:ext cx="5625019" cy="8002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[Short description of trend in 3-4 bullet points]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FA7C6-DEE4-3FBB-7401-7D22A116319E}"/>
              </a:ext>
            </a:extLst>
          </p:cNvPr>
          <p:cNvSpPr txBox="1"/>
          <p:nvPr/>
        </p:nvSpPr>
        <p:spPr>
          <a:xfrm>
            <a:off x="7926377" y="5239392"/>
            <a:ext cx="3710887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[Select examples]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051059-138C-E021-8861-6D5EEF580C25}"/>
              </a:ext>
            </a:extLst>
          </p:cNvPr>
          <p:cNvCxnSpPr>
            <a:cxnSpLocks/>
          </p:cNvCxnSpPr>
          <p:nvPr/>
        </p:nvCxnSpPr>
        <p:spPr>
          <a:xfrm>
            <a:off x="554736" y="4041759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507;p14">
            <a:extLst>
              <a:ext uri="{FF2B5EF4-FFF2-40B4-BE49-F238E27FC236}">
                <a16:creationId xmlns:a16="http://schemas.microsoft.com/office/drawing/2014/main" id="{43F6F298-29B7-93F4-64E7-D7574635FDF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38;p14">
            <a:extLst>
              <a:ext uri="{FF2B5EF4-FFF2-40B4-BE49-F238E27FC236}">
                <a16:creationId xmlns:a16="http://schemas.microsoft.com/office/drawing/2014/main" id="{05A76FF0-A885-D54D-D0E9-D3AA1B9029E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Footnote: 1. xx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194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[Hypothesis evaluation slide / Insert action title]</a:t>
            </a:r>
            <a:endParaRPr lang="en-D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3C1EFD-0E38-871B-07B2-E2A3BADFC7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Rectangle 15">
            <a:extLst>
              <a:ext uri="{FF2B5EF4-FFF2-40B4-BE49-F238E27FC236}">
                <a16:creationId xmlns:a16="http://schemas.microsoft.com/office/drawing/2014/main" id="{A47AF71F-2B2F-D1C9-CA4E-3E5696B5577E}"/>
              </a:ext>
            </a:extLst>
          </p:cNvPr>
          <p:cNvSpPr/>
          <p:nvPr/>
        </p:nvSpPr>
        <p:spPr>
          <a:xfrm>
            <a:off x="2177254" y="5352506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2D9C5DB9-85FC-C7A2-A04C-3485BAFEAD6F}"/>
              </a:ext>
            </a:extLst>
          </p:cNvPr>
          <p:cNvSpPr/>
          <p:nvPr/>
        </p:nvSpPr>
        <p:spPr>
          <a:xfrm>
            <a:off x="2177254" y="4924586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F447C03B-6708-7A08-8D23-00C2F8AC0641}"/>
              </a:ext>
            </a:extLst>
          </p:cNvPr>
          <p:cNvSpPr/>
          <p:nvPr/>
        </p:nvSpPr>
        <p:spPr>
          <a:xfrm>
            <a:off x="2177254" y="5780426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3.3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2E7C9727-0696-1615-1408-2959F5CB5E38}"/>
              </a:ext>
            </a:extLst>
          </p:cNvPr>
          <p:cNvSpPr/>
          <p:nvPr/>
        </p:nvSpPr>
        <p:spPr>
          <a:xfrm>
            <a:off x="2177254" y="1821039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E992FCAB-F013-B618-A024-0FD8AE46F25D}"/>
              </a:ext>
            </a:extLst>
          </p:cNvPr>
          <p:cNvSpPr/>
          <p:nvPr/>
        </p:nvSpPr>
        <p:spPr>
          <a:xfrm>
            <a:off x="2177254" y="2248959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61300A85-C359-DB2B-2BDB-F1C3CC17A725}"/>
              </a:ext>
            </a:extLst>
          </p:cNvPr>
          <p:cNvSpPr/>
          <p:nvPr/>
        </p:nvSpPr>
        <p:spPr>
          <a:xfrm>
            <a:off x="2177254" y="2676879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1.3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45" name="Rectangle 15">
            <a:extLst>
              <a:ext uri="{FF2B5EF4-FFF2-40B4-BE49-F238E27FC236}">
                <a16:creationId xmlns:a16="http://schemas.microsoft.com/office/drawing/2014/main" id="{A9069F95-7C54-2A7A-D3D4-8DFA3CF783A8}"/>
              </a:ext>
            </a:extLst>
          </p:cNvPr>
          <p:cNvSpPr/>
          <p:nvPr/>
        </p:nvSpPr>
        <p:spPr>
          <a:xfrm>
            <a:off x="2177254" y="3372812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5AE4DDD0-F97F-E82E-201F-808EB19131F6}"/>
              </a:ext>
            </a:extLst>
          </p:cNvPr>
          <p:cNvSpPr/>
          <p:nvPr/>
        </p:nvSpPr>
        <p:spPr>
          <a:xfrm>
            <a:off x="2177254" y="3800732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2.2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47" name="Rectangle 15">
            <a:extLst>
              <a:ext uri="{FF2B5EF4-FFF2-40B4-BE49-F238E27FC236}">
                <a16:creationId xmlns:a16="http://schemas.microsoft.com/office/drawing/2014/main" id="{867526A8-96A8-B572-AFE5-60548D00F730}"/>
              </a:ext>
            </a:extLst>
          </p:cNvPr>
          <p:cNvSpPr/>
          <p:nvPr/>
        </p:nvSpPr>
        <p:spPr>
          <a:xfrm>
            <a:off x="2177254" y="4228652"/>
            <a:ext cx="7081046" cy="38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2.3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[Previously defined hypothesis]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16589C-028F-06E1-ED68-BECBD56F1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831" y="1406066"/>
            <a:ext cx="115583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Confirmation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D367F64-22B9-FFC0-6985-48E741875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7047" y="1406066"/>
            <a:ext cx="100409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Certainty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6913CAA-81B8-CB63-D5C2-2CDCBDF8B47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991454" y="1864784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84601903-52D6-6546-BD08-3F1E2441AA0E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10991456" y="1864784"/>
            <a:ext cx="295273" cy="295273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bg1">
              <a:lumMod val="75000"/>
            </a:schemeClr>
          </a:solidFill>
          <a:ln w="9525">
            <a:noFil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060989-451B-E96D-8EE5-35E4A1BC975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0991454" y="2720624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E748A2DE-6A47-8E5C-0E49-1ADBB28A7C23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10991456" y="2720624"/>
            <a:ext cx="295273" cy="295273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bg1">
              <a:lumMod val="75000"/>
            </a:schemeClr>
          </a:solidFill>
          <a:ln w="9525">
            <a:noFil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C332CB7-8F91-21F9-BB8F-965360A1193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991454" y="3844477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F6EB79F4-15D1-E91B-AB53-683D57077D38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0991456" y="3844477"/>
            <a:ext cx="295273" cy="295273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bg1">
              <a:lumMod val="75000"/>
            </a:schemeClr>
          </a:solidFill>
          <a:ln w="9525">
            <a:noFil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1E8D4EF-811D-0665-C814-DB447ECACE3D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0991454" y="5824171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DDF15E39-9B2B-F175-6D2C-15E4676315C3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0991456" y="5824171"/>
            <a:ext cx="295273" cy="295273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bg1">
              <a:lumMod val="75000"/>
            </a:schemeClr>
          </a:solidFill>
          <a:ln w="9525">
            <a:noFil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50965D2-423C-F715-4676-7739E7E18C9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991454" y="2292704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2D9FE1E-CA69-BCC4-9F9A-F8D135148E54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0991454" y="3416557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971449C-BCDA-65CF-FFFD-92404A3E583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10991454" y="4272397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9CA7C445-3F17-1968-976C-5EB887E27DB6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10991456" y="4272397"/>
            <a:ext cx="295273" cy="295273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bg1">
              <a:lumMod val="75000"/>
            </a:schemeClr>
          </a:solidFill>
          <a:ln w="9525">
            <a:noFil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C5B266D-8EB6-B6B3-0BE4-4E86943CEB64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10991454" y="4968331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225924F7-3E00-B8AF-28F8-A4D0C8BEB8E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10991456" y="4968331"/>
            <a:ext cx="295273" cy="295273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bg1">
              <a:lumMod val="75000"/>
            </a:schemeClr>
          </a:solidFill>
          <a:ln w="9525">
            <a:noFil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081E20C-789A-0BC0-8D71-62A82E73116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0991454" y="5396251"/>
            <a:ext cx="295276" cy="2952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" name="Arc 91">
            <a:extLst>
              <a:ext uri="{FF2B5EF4-FFF2-40B4-BE49-F238E27FC236}">
                <a16:creationId xmlns:a16="http://schemas.microsoft.com/office/drawing/2014/main" id="{8A9DD7AF-DAF0-7225-54AC-711AD7EE3AF3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10991456" y="5396251"/>
            <a:ext cx="295273" cy="295273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bg1">
              <a:lumMod val="75000"/>
            </a:schemeClr>
          </a:solidFill>
          <a:ln w="9525">
            <a:noFil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5806E-3F73-61A9-EEB8-9568E03D88C4}"/>
              </a:ext>
            </a:extLst>
          </p:cNvPr>
          <p:cNvSpPr>
            <a:spLocks/>
          </p:cNvSpPr>
          <p:nvPr/>
        </p:nvSpPr>
        <p:spPr>
          <a:xfrm>
            <a:off x="554736" y="4924586"/>
            <a:ext cx="1476001" cy="123860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[Area 3 e.g. business plan]</a:t>
            </a: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6F66460E-537A-B304-C8B0-FD4A445E7344}"/>
              </a:ext>
            </a:extLst>
          </p:cNvPr>
          <p:cNvSpPr>
            <a:spLocks/>
          </p:cNvSpPr>
          <p:nvPr/>
        </p:nvSpPr>
        <p:spPr>
          <a:xfrm>
            <a:off x="554736" y="1821039"/>
            <a:ext cx="1476001" cy="1238604"/>
          </a:xfrm>
          <a:prstGeom prst="rect">
            <a:avLst/>
          </a:prstGeom>
          <a:solidFill>
            <a:schemeClr val="accent1"/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[Area 1 e.g. market]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0679D-88F2-870C-8A05-1CA24BAB8B87}"/>
              </a:ext>
            </a:extLst>
          </p:cNvPr>
          <p:cNvSpPr>
            <a:spLocks/>
          </p:cNvSpPr>
          <p:nvPr/>
        </p:nvSpPr>
        <p:spPr>
          <a:xfrm>
            <a:off x="554736" y="3372812"/>
            <a:ext cx="1476001" cy="123860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[Area 2 e.g. company]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6E7B69-8CFC-A33C-2A3A-2EA41FA09B83}"/>
              </a:ext>
            </a:extLst>
          </p:cNvPr>
          <p:cNvSpPr/>
          <p:nvPr/>
        </p:nvSpPr>
        <p:spPr>
          <a:xfrm>
            <a:off x="428459" y="1742658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en-DK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A930B-F234-DFB2-3097-DAC42354B537}"/>
              </a:ext>
            </a:extLst>
          </p:cNvPr>
          <p:cNvSpPr/>
          <p:nvPr/>
        </p:nvSpPr>
        <p:spPr>
          <a:xfrm>
            <a:off x="428459" y="3294431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en-DK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458D40-E5D8-9221-328F-CC183B64B5D6}"/>
              </a:ext>
            </a:extLst>
          </p:cNvPr>
          <p:cNvSpPr/>
          <p:nvPr/>
        </p:nvSpPr>
        <p:spPr>
          <a:xfrm>
            <a:off x="428459" y="4846205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en-DK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8795F-87B9-7447-FC9D-15CF5C0EFB7D}"/>
              </a:ext>
            </a:extLst>
          </p:cNvPr>
          <p:cNvSpPr txBox="1"/>
          <p:nvPr/>
        </p:nvSpPr>
        <p:spPr>
          <a:xfrm>
            <a:off x="9767867" y="1827755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10CB5-7F8C-1BBE-8D6D-F1620168202D}"/>
              </a:ext>
            </a:extLst>
          </p:cNvPr>
          <p:cNvSpPr txBox="1"/>
          <p:nvPr/>
        </p:nvSpPr>
        <p:spPr>
          <a:xfrm>
            <a:off x="9767867" y="2255675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6392E-62FD-8352-B9FB-0E50709FE990}"/>
              </a:ext>
            </a:extLst>
          </p:cNvPr>
          <p:cNvSpPr txBox="1"/>
          <p:nvPr/>
        </p:nvSpPr>
        <p:spPr>
          <a:xfrm>
            <a:off x="9767867" y="2683595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BD2592-22A4-6E68-82BC-57CB7DEC0E79}"/>
              </a:ext>
            </a:extLst>
          </p:cNvPr>
          <p:cNvSpPr txBox="1"/>
          <p:nvPr/>
        </p:nvSpPr>
        <p:spPr>
          <a:xfrm>
            <a:off x="9767867" y="3379528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E96F7A-32BA-4E17-3EB4-0468987A84C6}"/>
              </a:ext>
            </a:extLst>
          </p:cNvPr>
          <p:cNvSpPr txBox="1"/>
          <p:nvPr/>
        </p:nvSpPr>
        <p:spPr>
          <a:xfrm>
            <a:off x="9767867" y="4235368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╳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4B69C-50BF-6FC7-9AB9-A1D6A79BE547}"/>
              </a:ext>
            </a:extLst>
          </p:cNvPr>
          <p:cNvSpPr txBox="1"/>
          <p:nvPr/>
        </p:nvSpPr>
        <p:spPr>
          <a:xfrm>
            <a:off x="9767867" y="3807448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╳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36AB93-7E4A-0009-CB75-F19818F40D7F}"/>
              </a:ext>
            </a:extLst>
          </p:cNvPr>
          <p:cNvSpPr txBox="1"/>
          <p:nvPr/>
        </p:nvSpPr>
        <p:spPr>
          <a:xfrm>
            <a:off x="9767867" y="4924586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E78230-14CF-F01D-7E65-7B10ED0B4DB7}"/>
              </a:ext>
            </a:extLst>
          </p:cNvPr>
          <p:cNvSpPr txBox="1"/>
          <p:nvPr/>
        </p:nvSpPr>
        <p:spPr>
          <a:xfrm>
            <a:off x="9767867" y="5355864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╳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0AC362-4864-F2C5-E517-6F10E9AA4178}"/>
              </a:ext>
            </a:extLst>
          </p:cNvPr>
          <p:cNvSpPr txBox="1"/>
          <p:nvPr/>
        </p:nvSpPr>
        <p:spPr>
          <a:xfrm>
            <a:off x="9767867" y="5787142"/>
            <a:ext cx="365760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4BB4F9-9EB5-50D3-E576-4564C95D96A5}"/>
              </a:ext>
            </a:extLst>
          </p:cNvPr>
          <p:cNvSpPr/>
          <p:nvPr/>
        </p:nvSpPr>
        <p:spPr>
          <a:xfrm>
            <a:off x="554736" y="1359900"/>
            <a:ext cx="1476001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Area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47060C-0244-BA39-9F58-11A63E39D5BD}"/>
              </a:ext>
            </a:extLst>
          </p:cNvPr>
          <p:cNvCxnSpPr>
            <a:cxnSpLocks/>
          </p:cNvCxnSpPr>
          <p:nvPr/>
        </p:nvCxnSpPr>
        <p:spPr>
          <a:xfrm>
            <a:off x="2177254" y="1701441"/>
            <a:ext cx="707745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A4C803-D8B8-702E-19EA-0A233F8CC6D8}"/>
              </a:ext>
            </a:extLst>
          </p:cNvPr>
          <p:cNvCxnSpPr>
            <a:cxnSpLocks/>
          </p:cNvCxnSpPr>
          <p:nvPr/>
        </p:nvCxnSpPr>
        <p:spPr>
          <a:xfrm>
            <a:off x="554736" y="1701441"/>
            <a:ext cx="147218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33">
            <a:extLst>
              <a:ext uri="{FF2B5EF4-FFF2-40B4-BE49-F238E27FC236}">
                <a16:creationId xmlns:a16="http://schemas.microsoft.com/office/drawing/2014/main" id="{5C9E066D-C910-0597-B451-7A2F98F25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7254" y="1406066"/>
            <a:ext cx="364603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Hypothesis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747CA0-D5D0-553A-3AB7-C5E3B24C420E}"/>
              </a:ext>
            </a:extLst>
          </p:cNvPr>
          <p:cNvCxnSpPr>
            <a:cxnSpLocks/>
          </p:cNvCxnSpPr>
          <p:nvPr/>
        </p:nvCxnSpPr>
        <p:spPr>
          <a:xfrm>
            <a:off x="9376519" y="1701441"/>
            <a:ext cx="115214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49E69D-6CF3-E29B-CA29-D64CAF6A8772}"/>
              </a:ext>
            </a:extLst>
          </p:cNvPr>
          <p:cNvCxnSpPr>
            <a:cxnSpLocks/>
          </p:cNvCxnSpPr>
          <p:nvPr/>
        </p:nvCxnSpPr>
        <p:spPr>
          <a:xfrm>
            <a:off x="10635297" y="1701441"/>
            <a:ext cx="10058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DFA9E183-C584-E373-248C-8D2C31EEE54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43F75706-9C1B-F88F-3586-F2DF631FB36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Footnote: 1. xx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622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4828C0-DCD5-A87F-52C3-F3F56C7A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[Deep-dive on actions or initiatives / Insert action title]</a:t>
            </a:r>
            <a:endParaRPr lang="en-US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E4D8B8C-BCE4-86C6-746E-D0E1AE97D5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ED0F1E-B068-79D6-6338-3B907417A4F8}"/>
              </a:ext>
            </a:extLst>
          </p:cNvPr>
          <p:cNvSpPr/>
          <p:nvPr/>
        </p:nvSpPr>
        <p:spPr>
          <a:xfrm>
            <a:off x="2154448" y="2130910"/>
            <a:ext cx="948281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 of associated actions/initiatives]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6A74E3-E748-C26B-3AF0-8B8C7F147692}"/>
              </a:ext>
            </a:extLst>
          </p:cNvPr>
          <p:cNvCxnSpPr>
            <a:cxnSpLocks/>
          </p:cNvCxnSpPr>
          <p:nvPr/>
        </p:nvCxnSpPr>
        <p:spPr>
          <a:xfrm flipV="1">
            <a:off x="457264" y="2706719"/>
            <a:ext cx="11179999" cy="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41857C-3DBE-D079-4EA1-90BCF8D80A77}"/>
              </a:ext>
            </a:extLst>
          </p:cNvPr>
          <p:cNvCxnSpPr>
            <a:cxnSpLocks/>
          </p:cNvCxnSpPr>
          <p:nvPr/>
        </p:nvCxnSpPr>
        <p:spPr>
          <a:xfrm flipH="1">
            <a:off x="2164989" y="2025404"/>
            <a:ext cx="94828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89B56A-0BA7-5022-DC49-89395C3086CC}"/>
              </a:ext>
            </a:extLst>
          </p:cNvPr>
          <p:cNvSpPr txBox="1"/>
          <p:nvPr/>
        </p:nvSpPr>
        <p:spPr>
          <a:xfrm>
            <a:off x="2164989" y="1712828"/>
            <a:ext cx="9482815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Actions and initiatives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E852A-DD1F-4714-C823-6C02DC585239}"/>
              </a:ext>
            </a:extLst>
          </p:cNvPr>
          <p:cNvSpPr txBox="1"/>
          <p:nvPr/>
        </p:nvSpPr>
        <p:spPr>
          <a:xfrm>
            <a:off x="467804" y="1528162"/>
            <a:ext cx="1614216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[Parameter/</a:t>
            </a:r>
            <a:b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dimension]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8B9C40-B286-1477-C634-2F36BE65EDE5}"/>
              </a:ext>
            </a:extLst>
          </p:cNvPr>
          <p:cNvCxnSpPr>
            <a:cxnSpLocks/>
          </p:cNvCxnSpPr>
          <p:nvPr/>
        </p:nvCxnSpPr>
        <p:spPr>
          <a:xfrm flipH="1">
            <a:off x="467803" y="2025404"/>
            <a:ext cx="16128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4C1C39A-5DAB-0D2F-D15E-F6E979993E4A}"/>
              </a:ext>
            </a:extLst>
          </p:cNvPr>
          <p:cNvSpPr/>
          <p:nvPr/>
        </p:nvSpPr>
        <p:spPr>
          <a:xfrm>
            <a:off x="2154448" y="2745480"/>
            <a:ext cx="948281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 of associated actions/initiatives]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6B5FFE-7DF1-6842-E697-E4FC116C11E7}"/>
              </a:ext>
            </a:extLst>
          </p:cNvPr>
          <p:cNvSpPr/>
          <p:nvPr/>
        </p:nvSpPr>
        <p:spPr>
          <a:xfrm>
            <a:off x="2154448" y="3358754"/>
            <a:ext cx="948281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 of associated actions/initiatives]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A92066-1DB8-658C-89CF-7533CFA710EB}"/>
              </a:ext>
            </a:extLst>
          </p:cNvPr>
          <p:cNvSpPr/>
          <p:nvPr/>
        </p:nvSpPr>
        <p:spPr>
          <a:xfrm>
            <a:off x="2154448" y="4585303"/>
            <a:ext cx="948281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 of associated actions/initiatives]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04EF62-9655-0B04-D829-4C1388248CF8}"/>
              </a:ext>
            </a:extLst>
          </p:cNvPr>
          <p:cNvSpPr/>
          <p:nvPr/>
        </p:nvSpPr>
        <p:spPr>
          <a:xfrm>
            <a:off x="2154448" y="5198578"/>
            <a:ext cx="948281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 of associated actions/initiatives]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34ED9C-2357-33EF-985A-0B91E4C064A5}"/>
              </a:ext>
            </a:extLst>
          </p:cNvPr>
          <p:cNvSpPr/>
          <p:nvPr/>
        </p:nvSpPr>
        <p:spPr>
          <a:xfrm>
            <a:off x="2154448" y="5811856"/>
            <a:ext cx="948281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 of associated actions/initiatives]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A077FE-BF67-E909-AE8E-52A48E647F5E}"/>
              </a:ext>
            </a:extLst>
          </p:cNvPr>
          <p:cNvSpPr/>
          <p:nvPr/>
        </p:nvSpPr>
        <p:spPr>
          <a:xfrm>
            <a:off x="2154448" y="3972028"/>
            <a:ext cx="948281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 of associated actions/initiatives]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ECB9952-9261-62B0-20ED-4A614FD4841D}"/>
              </a:ext>
            </a:extLst>
          </p:cNvPr>
          <p:cNvCxnSpPr>
            <a:cxnSpLocks/>
          </p:cNvCxnSpPr>
          <p:nvPr/>
        </p:nvCxnSpPr>
        <p:spPr>
          <a:xfrm flipV="1">
            <a:off x="457264" y="3319993"/>
            <a:ext cx="11179999" cy="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2600449-61D8-ED2F-6137-70FC8E66CC5F}"/>
              </a:ext>
            </a:extLst>
          </p:cNvPr>
          <p:cNvCxnSpPr>
            <a:cxnSpLocks/>
          </p:cNvCxnSpPr>
          <p:nvPr/>
        </p:nvCxnSpPr>
        <p:spPr>
          <a:xfrm flipV="1">
            <a:off x="457264" y="3933267"/>
            <a:ext cx="11179999" cy="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5E7AF3-0DD2-34E8-3D23-0D492781439F}"/>
              </a:ext>
            </a:extLst>
          </p:cNvPr>
          <p:cNvCxnSpPr>
            <a:cxnSpLocks/>
          </p:cNvCxnSpPr>
          <p:nvPr/>
        </p:nvCxnSpPr>
        <p:spPr>
          <a:xfrm flipV="1">
            <a:off x="457264" y="4546542"/>
            <a:ext cx="11179999" cy="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5984030-AD55-5D0F-2954-B15D1A56B9F5}"/>
              </a:ext>
            </a:extLst>
          </p:cNvPr>
          <p:cNvCxnSpPr>
            <a:cxnSpLocks/>
          </p:cNvCxnSpPr>
          <p:nvPr/>
        </p:nvCxnSpPr>
        <p:spPr>
          <a:xfrm flipV="1">
            <a:off x="457264" y="5159816"/>
            <a:ext cx="11179999" cy="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BE7DFEE-4B41-4DBC-653C-5C680055906E}"/>
              </a:ext>
            </a:extLst>
          </p:cNvPr>
          <p:cNvCxnSpPr>
            <a:cxnSpLocks/>
          </p:cNvCxnSpPr>
          <p:nvPr/>
        </p:nvCxnSpPr>
        <p:spPr>
          <a:xfrm flipV="1">
            <a:off x="457264" y="5773093"/>
            <a:ext cx="11179999" cy="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32507D-FB3A-BF08-C551-655B546612F3}"/>
              </a:ext>
            </a:extLst>
          </p:cNvPr>
          <p:cNvCxnSpPr>
            <a:cxnSpLocks/>
          </p:cNvCxnSpPr>
          <p:nvPr/>
        </p:nvCxnSpPr>
        <p:spPr>
          <a:xfrm flipH="1">
            <a:off x="467803" y="2025404"/>
            <a:ext cx="161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746;p20">
            <a:extLst>
              <a:ext uri="{FF2B5EF4-FFF2-40B4-BE49-F238E27FC236}">
                <a16:creationId xmlns:a16="http://schemas.microsoft.com/office/drawing/2014/main" id="{12E72ACC-D99C-901F-98A3-133EDD9252B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2353D4-25D8-B2A7-6871-18B48B042EE7}"/>
              </a:ext>
            </a:extLst>
          </p:cNvPr>
          <p:cNvSpPr/>
          <p:nvPr/>
        </p:nvSpPr>
        <p:spPr>
          <a:xfrm>
            <a:off x="457264" y="2130909"/>
            <a:ext cx="1624754" cy="5376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80D92-BA4A-265E-A5FE-414F646B6487}"/>
              </a:ext>
            </a:extLst>
          </p:cNvPr>
          <p:cNvSpPr/>
          <p:nvPr/>
        </p:nvSpPr>
        <p:spPr>
          <a:xfrm>
            <a:off x="457264" y="2745480"/>
            <a:ext cx="1624754" cy="53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AA0BB6-52AE-3A8A-B03B-02E38B833271}"/>
              </a:ext>
            </a:extLst>
          </p:cNvPr>
          <p:cNvSpPr/>
          <p:nvPr/>
        </p:nvSpPr>
        <p:spPr>
          <a:xfrm>
            <a:off x="457264" y="3358754"/>
            <a:ext cx="1624754" cy="53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C00785-927F-271C-AED0-59BC5A541F40}"/>
              </a:ext>
            </a:extLst>
          </p:cNvPr>
          <p:cNvSpPr/>
          <p:nvPr/>
        </p:nvSpPr>
        <p:spPr>
          <a:xfrm>
            <a:off x="457264" y="3972028"/>
            <a:ext cx="1624754" cy="53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[Parameter]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94F775-C195-0213-D2FA-204F2A16D6F3}"/>
              </a:ext>
            </a:extLst>
          </p:cNvPr>
          <p:cNvSpPr/>
          <p:nvPr/>
        </p:nvSpPr>
        <p:spPr>
          <a:xfrm>
            <a:off x="8119254" y="1327357"/>
            <a:ext cx="288000" cy="28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74EFBD-9266-A3D6-A421-810EF7D86B57}"/>
              </a:ext>
            </a:extLst>
          </p:cNvPr>
          <p:cNvSpPr/>
          <p:nvPr/>
        </p:nvSpPr>
        <p:spPr>
          <a:xfrm>
            <a:off x="5757511" y="132735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BB06870-2DD4-C782-D618-2B4B9B4D40E2}"/>
              </a:ext>
            </a:extLst>
          </p:cNvPr>
          <p:cNvSpPr/>
          <p:nvPr/>
        </p:nvSpPr>
        <p:spPr>
          <a:xfrm>
            <a:off x="10233919" y="1327357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F50C15-7CBD-FB25-4D40-859EA385B367}"/>
              </a:ext>
            </a:extLst>
          </p:cNvPr>
          <p:cNvSpPr txBox="1"/>
          <p:nvPr/>
        </p:nvSpPr>
        <p:spPr>
          <a:xfrm>
            <a:off x="10488022" y="1348247"/>
            <a:ext cx="117299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[Category 3]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36DBFA-E561-CB55-393E-85B3D45F9C88}"/>
              </a:ext>
            </a:extLst>
          </p:cNvPr>
          <p:cNvSpPr txBox="1"/>
          <p:nvPr/>
        </p:nvSpPr>
        <p:spPr>
          <a:xfrm>
            <a:off x="8373359" y="1348247"/>
            <a:ext cx="189445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[Category 2]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50C366-93F6-F708-C861-4E97F3A7CB46}"/>
              </a:ext>
            </a:extLst>
          </p:cNvPr>
          <p:cNvSpPr txBox="1"/>
          <p:nvPr/>
        </p:nvSpPr>
        <p:spPr>
          <a:xfrm>
            <a:off x="6011616" y="1348247"/>
            <a:ext cx="214153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[Category 1]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9DECF5-0CE9-74F4-56A1-AAE49E88D7A8}"/>
              </a:ext>
            </a:extLst>
          </p:cNvPr>
          <p:cNvSpPr>
            <a:spLocks noChangeAspect="1"/>
          </p:cNvSpPr>
          <p:nvPr/>
        </p:nvSpPr>
        <p:spPr>
          <a:xfrm>
            <a:off x="327383" y="2281754"/>
            <a:ext cx="236006" cy="23600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15D140-419C-7F56-6DD9-E40849CC27B7}"/>
              </a:ext>
            </a:extLst>
          </p:cNvPr>
          <p:cNvSpPr>
            <a:spLocks noChangeAspect="1"/>
          </p:cNvSpPr>
          <p:nvPr/>
        </p:nvSpPr>
        <p:spPr>
          <a:xfrm>
            <a:off x="327383" y="2895677"/>
            <a:ext cx="236006" cy="23600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727218-CAC1-13C1-8BB2-4A11AFFC96B0}"/>
              </a:ext>
            </a:extLst>
          </p:cNvPr>
          <p:cNvSpPr>
            <a:spLocks noChangeAspect="1"/>
          </p:cNvSpPr>
          <p:nvPr/>
        </p:nvSpPr>
        <p:spPr>
          <a:xfrm>
            <a:off x="327383" y="3508951"/>
            <a:ext cx="236006" cy="236006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8D0499-136B-A01F-1B90-E64ECA6B0ADE}"/>
              </a:ext>
            </a:extLst>
          </p:cNvPr>
          <p:cNvSpPr/>
          <p:nvPr/>
        </p:nvSpPr>
        <p:spPr>
          <a:xfrm>
            <a:off x="457264" y="5811856"/>
            <a:ext cx="1624754" cy="53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[Parameter]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26C70E-C89B-35F9-9456-D3E0DF5C2DFB}"/>
              </a:ext>
            </a:extLst>
          </p:cNvPr>
          <p:cNvSpPr/>
          <p:nvPr/>
        </p:nvSpPr>
        <p:spPr>
          <a:xfrm>
            <a:off x="457264" y="4585303"/>
            <a:ext cx="1624754" cy="53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[Parameter]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0E90304-E0D9-088B-8AE8-82A4AC51879F}"/>
              </a:ext>
            </a:extLst>
          </p:cNvPr>
          <p:cNvSpPr/>
          <p:nvPr/>
        </p:nvSpPr>
        <p:spPr>
          <a:xfrm>
            <a:off x="457264" y="5198578"/>
            <a:ext cx="1624754" cy="53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[Parameter]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5084478-DBBC-EE71-9C0E-16B3250435A8}"/>
              </a:ext>
            </a:extLst>
          </p:cNvPr>
          <p:cNvSpPr>
            <a:spLocks noChangeAspect="1"/>
          </p:cNvSpPr>
          <p:nvPr/>
        </p:nvSpPr>
        <p:spPr>
          <a:xfrm>
            <a:off x="327383" y="4122225"/>
            <a:ext cx="236006" cy="23600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73D9B7-B4A5-587A-D7CF-1D1664C1EBB5}"/>
              </a:ext>
            </a:extLst>
          </p:cNvPr>
          <p:cNvSpPr>
            <a:spLocks noChangeAspect="1"/>
          </p:cNvSpPr>
          <p:nvPr/>
        </p:nvSpPr>
        <p:spPr>
          <a:xfrm>
            <a:off x="327383" y="4735500"/>
            <a:ext cx="236006" cy="23600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9D830FE-B53B-30AE-EE07-567F9D00EB08}"/>
              </a:ext>
            </a:extLst>
          </p:cNvPr>
          <p:cNvSpPr>
            <a:spLocks noChangeAspect="1"/>
          </p:cNvSpPr>
          <p:nvPr/>
        </p:nvSpPr>
        <p:spPr>
          <a:xfrm>
            <a:off x="327383" y="5348775"/>
            <a:ext cx="236006" cy="23600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7D2BB7C-72F3-628A-F5C5-3BB4F03DB93F}"/>
              </a:ext>
            </a:extLst>
          </p:cNvPr>
          <p:cNvSpPr>
            <a:spLocks noChangeAspect="1"/>
          </p:cNvSpPr>
          <p:nvPr/>
        </p:nvSpPr>
        <p:spPr>
          <a:xfrm>
            <a:off x="327383" y="5962053"/>
            <a:ext cx="236006" cy="23600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618604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C322C-B2E6-4554-4B1E-AF46530A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phik" panose="020B0503030202060203" pitchFamily="34" charset="0"/>
              </a:rPr>
              <a:t>Table: Role Overview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71B5-A3F8-AEA7-2628-E0A82601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BEF5F1-22DD-B49A-D1D3-622BC42D382C}"/>
              </a:ext>
            </a:extLst>
          </p:cNvPr>
          <p:cNvGraphicFramePr>
            <a:graphicFrameLocks noGrp="1"/>
          </p:cNvGraphicFramePr>
          <p:nvPr/>
        </p:nvGraphicFramePr>
        <p:xfrm>
          <a:off x="380999" y="1371600"/>
          <a:ext cx="11449826" cy="4709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400">
                  <a:extLst>
                    <a:ext uri="{9D8B030D-6E8A-4147-A177-3AD203B41FA5}">
                      <a16:colId xmlns:a16="http://schemas.microsoft.com/office/drawing/2014/main" val="3938277531"/>
                    </a:ext>
                  </a:extLst>
                </a:gridCol>
                <a:gridCol w="2732761">
                  <a:extLst>
                    <a:ext uri="{9D8B030D-6E8A-4147-A177-3AD203B41FA5}">
                      <a16:colId xmlns:a16="http://schemas.microsoft.com/office/drawing/2014/main" val="3539833962"/>
                    </a:ext>
                  </a:extLst>
                </a:gridCol>
                <a:gridCol w="2122120">
                  <a:extLst>
                    <a:ext uri="{9D8B030D-6E8A-4147-A177-3AD203B41FA5}">
                      <a16:colId xmlns:a16="http://schemas.microsoft.com/office/drawing/2014/main" val="2859050735"/>
                    </a:ext>
                  </a:extLst>
                </a:gridCol>
                <a:gridCol w="1373903">
                  <a:extLst>
                    <a:ext uri="{9D8B030D-6E8A-4147-A177-3AD203B41FA5}">
                      <a16:colId xmlns:a16="http://schemas.microsoft.com/office/drawing/2014/main" val="3408987478"/>
                    </a:ext>
                  </a:extLst>
                </a:gridCol>
                <a:gridCol w="1783533">
                  <a:extLst>
                    <a:ext uri="{9D8B030D-6E8A-4147-A177-3AD203B41FA5}">
                      <a16:colId xmlns:a16="http://schemas.microsoft.com/office/drawing/2014/main" val="3009257600"/>
                    </a:ext>
                  </a:extLst>
                </a:gridCol>
                <a:gridCol w="2865109">
                  <a:extLst>
                    <a:ext uri="{9D8B030D-6E8A-4147-A177-3AD203B41FA5}">
                      <a16:colId xmlns:a16="http://schemas.microsoft.com/office/drawing/2014/main" val="14793833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de-CH" sz="1100" b="1" noProof="0"/>
                        <a:t>ID</a:t>
                      </a:r>
                      <a:endParaRPr lang="en-US" sz="1100" b="1" noProof="0"/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/>
                        <a:t>Name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/>
                        <a:t>Role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/>
                        <a:t>Level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CH" sz="1100" b="1" noProof="0"/>
                        <a:t>Location</a:t>
                      </a:r>
                      <a:endParaRPr lang="en-US" sz="1100" b="1" noProof="0"/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/>
                        <a:t>Email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65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sz="1100"/>
                        <a:t>1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100"/>
                        <a:t>Name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7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0"/>
                        <a:t>Location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244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de-CH" sz="11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9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834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de-CH" sz="11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11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57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de-CH" sz="1100"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7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02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de-CH" sz="1100">
                          <a:effectLst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9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412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de-CH" sz="1100">
                          <a:effectLst/>
                        </a:rPr>
                        <a:t>6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11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1906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sz="1100"/>
                        <a:t>7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7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166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sz="1100"/>
                        <a:t>8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9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1359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sz="1100"/>
                        <a:t>9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11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353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sz="1100"/>
                        <a:t>10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7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090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sz="1100"/>
                        <a:t>11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9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37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sz="1100"/>
                        <a:t>12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kumimoji="0" lang="de-CH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Name</a:t>
                      </a:r>
                      <a:endParaRPr lang="en-US" sz="11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solidFill>
                            <a:schemeClr val="bg1"/>
                          </a:solidFill>
                        </a:rPr>
                        <a:t>Level 11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Location</a:t>
                      </a:r>
                      <a:endParaRPr lang="en-US" sz="1100" noProof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E-Mail address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097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095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2731-073A-DB04-320F-151331D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ECE394-1137-88A1-B5DC-C5353F665743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381000" y="1371600"/>
          <a:ext cx="11336999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999">
                  <a:extLst>
                    <a:ext uri="{9D8B030D-6E8A-4147-A177-3AD203B41FA5}">
                      <a16:colId xmlns:a16="http://schemas.microsoft.com/office/drawing/2014/main" val="64255113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93817396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173909799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34072718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24652520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1669465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tx1"/>
                          </a:solidFill>
                        </a:rPr>
                        <a:t>Product 1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tx1"/>
                          </a:solidFill>
                        </a:rPr>
                        <a:t>Product 2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tx1"/>
                          </a:solidFill>
                        </a:rPr>
                        <a:t>Product 3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tx1"/>
                          </a:solidFill>
                        </a:rPr>
                        <a:t>Product 4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707771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de-CH" sz="1200" b="1"/>
                        <a:t>Area 1</a:t>
                      </a:r>
                      <a:endParaRPr lang="en-US" sz="1200" b="1"/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accent3"/>
                          </a:solidFill>
                          <a:latin typeface="Segoe Fluent Icons" panose="050A0102010101010101" pitchFamily="18" charset="0"/>
                        </a:rPr>
                        <a:t>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4213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  <a:endParaRPr lang="en-U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0073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2368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0073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6563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0073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45482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b="1"/>
                        <a:t>Area 2</a:t>
                      </a:r>
                      <a:endParaRPr lang="en-US" sz="1200" b="1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  <a:endParaRPr lang="en-US" sz="120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939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9831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  <a:endParaRPr lang="en-U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038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  <a:endParaRPr lang="en-US" sz="120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accent1"/>
                          </a:solidFill>
                          <a:latin typeface="Segoe Fluent Icons" panose="050A0102010101010101" pitchFamily="18" charset="0"/>
                        </a:rPr>
                        <a:t></a:t>
                      </a:r>
                      <a:endParaRPr lang="en-US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28816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b="1"/>
                        <a:t>Area 3</a:t>
                      </a:r>
                      <a:endParaRPr lang="en-US" sz="1200" b="1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  <a:endParaRPr lang="en-US" sz="120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94218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6142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  <a:endParaRPr lang="en-U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998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Text</a:t>
                      </a:r>
                      <a:endParaRPr lang="en-US" sz="120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20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accent1"/>
                          </a:solidFill>
                          <a:latin typeface="Segoe Fluent Icons" panose="050A0102010101010101" pitchFamily="18" charset="0"/>
                        </a:rPr>
                        <a:t></a:t>
                      </a:r>
                      <a:endParaRPr lang="en-US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3841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10418-C1D0-1418-E265-8B701675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25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DA45-D881-2D26-C5CA-684D9692E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36804"/>
            <a:ext cx="11082528" cy="731520"/>
          </a:xfrm>
        </p:spPr>
        <p:txBody>
          <a:bodyPr/>
          <a:lstStyle/>
          <a:p>
            <a:r>
              <a:rPr lang="en-GB" dirty="0"/>
              <a:t>[Assessment or status overview / Insert action title]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6DE3E2A-9861-8AC6-31F1-FA3E53E69C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B7426-A5F4-F0FB-6D04-7873E898D0A8}"/>
              </a:ext>
            </a:extLst>
          </p:cNvPr>
          <p:cNvSpPr txBox="1"/>
          <p:nvPr/>
        </p:nvSpPr>
        <p:spPr>
          <a:xfrm>
            <a:off x="284136" y="2089341"/>
            <a:ext cx="1266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area 1]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F9B377-74CC-BABA-BB0C-5472F60BBD27}"/>
              </a:ext>
            </a:extLst>
          </p:cNvPr>
          <p:cNvSpPr/>
          <p:nvPr/>
        </p:nvSpPr>
        <p:spPr>
          <a:xfrm>
            <a:off x="1648422" y="1815395"/>
            <a:ext cx="2132110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Assessment parameter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762512-64E3-C8FD-4538-D7031A8C7387}"/>
              </a:ext>
            </a:extLst>
          </p:cNvPr>
          <p:cNvCxnSpPr>
            <a:cxnSpLocks/>
          </p:cNvCxnSpPr>
          <p:nvPr/>
        </p:nvCxnSpPr>
        <p:spPr>
          <a:xfrm>
            <a:off x="1648422" y="2089341"/>
            <a:ext cx="21305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37ECFFA-752B-C6FF-CD5B-8AD1AD961B5A}"/>
              </a:ext>
            </a:extLst>
          </p:cNvPr>
          <p:cNvSpPr/>
          <p:nvPr/>
        </p:nvSpPr>
        <p:spPr>
          <a:xfrm>
            <a:off x="3895962" y="1815395"/>
            <a:ext cx="998682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45D894-2F06-E4C9-732D-856553FB1525}"/>
              </a:ext>
            </a:extLst>
          </p:cNvPr>
          <p:cNvSpPr/>
          <p:nvPr/>
        </p:nvSpPr>
        <p:spPr>
          <a:xfrm>
            <a:off x="5010074" y="1815395"/>
            <a:ext cx="2132110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category 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21D6E5-35F8-6227-A8EC-EF97DC1C86D9}"/>
              </a:ext>
            </a:extLst>
          </p:cNvPr>
          <p:cNvSpPr/>
          <p:nvPr/>
        </p:nvSpPr>
        <p:spPr>
          <a:xfrm>
            <a:off x="7257614" y="1815395"/>
            <a:ext cx="2132110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category 2]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9D94A4-6105-D89B-12BC-AEA9CF3350BC}"/>
              </a:ext>
            </a:extLst>
          </p:cNvPr>
          <p:cNvSpPr/>
          <p:nvPr/>
        </p:nvSpPr>
        <p:spPr>
          <a:xfrm>
            <a:off x="9505154" y="1815395"/>
            <a:ext cx="2132110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category 3]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430B90-0968-2577-78F2-C6BAE5793F81}"/>
              </a:ext>
            </a:extLst>
          </p:cNvPr>
          <p:cNvCxnSpPr>
            <a:cxnSpLocks/>
          </p:cNvCxnSpPr>
          <p:nvPr/>
        </p:nvCxnSpPr>
        <p:spPr>
          <a:xfrm>
            <a:off x="5011632" y="2089341"/>
            <a:ext cx="21305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354A6E-0087-899B-6381-E16A9F1976B5}"/>
              </a:ext>
            </a:extLst>
          </p:cNvPr>
          <p:cNvCxnSpPr>
            <a:cxnSpLocks/>
          </p:cNvCxnSpPr>
          <p:nvPr/>
        </p:nvCxnSpPr>
        <p:spPr>
          <a:xfrm>
            <a:off x="7259172" y="2089341"/>
            <a:ext cx="21305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3B9DFA-5D4B-5203-34EC-323852DEF834}"/>
              </a:ext>
            </a:extLst>
          </p:cNvPr>
          <p:cNvCxnSpPr>
            <a:cxnSpLocks/>
          </p:cNvCxnSpPr>
          <p:nvPr/>
        </p:nvCxnSpPr>
        <p:spPr>
          <a:xfrm>
            <a:off x="9506712" y="2089341"/>
            <a:ext cx="21305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2501B0-E6AD-4CFE-C491-EB03E6348D36}"/>
              </a:ext>
            </a:extLst>
          </p:cNvPr>
          <p:cNvCxnSpPr>
            <a:cxnSpLocks/>
          </p:cNvCxnSpPr>
          <p:nvPr/>
        </p:nvCxnSpPr>
        <p:spPr>
          <a:xfrm>
            <a:off x="3897948" y="2089341"/>
            <a:ext cx="9966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6DDE3F0-5283-2DD9-2B56-F1F2C10F7D61}"/>
              </a:ext>
            </a:extLst>
          </p:cNvPr>
          <p:cNvSpPr txBox="1"/>
          <p:nvPr/>
        </p:nvSpPr>
        <p:spPr>
          <a:xfrm>
            <a:off x="283096" y="3416586"/>
            <a:ext cx="1266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area 2]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D59C26-0304-66B4-95B6-1E8FAC8CA155}"/>
              </a:ext>
            </a:extLst>
          </p:cNvPr>
          <p:cNvSpPr txBox="1"/>
          <p:nvPr/>
        </p:nvSpPr>
        <p:spPr>
          <a:xfrm>
            <a:off x="283096" y="4686275"/>
            <a:ext cx="1266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area 3]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06E1B0-DE86-C02A-A578-C0856F63102D}"/>
              </a:ext>
            </a:extLst>
          </p:cNvPr>
          <p:cNvSpPr/>
          <p:nvPr/>
        </p:nvSpPr>
        <p:spPr>
          <a:xfrm>
            <a:off x="1648422" y="2137522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44072B-B766-A898-A788-5A6C6FA11D35}"/>
              </a:ext>
            </a:extLst>
          </p:cNvPr>
          <p:cNvSpPr/>
          <p:nvPr/>
        </p:nvSpPr>
        <p:spPr>
          <a:xfrm>
            <a:off x="1648422" y="2570125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D86A00-A92F-8ADB-B5FA-CA7F0B625D36}"/>
              </a:ext>
            </a:extLst>
          </p:cNvPr>
          <p:cNvSpPr/>
          <p:nvPr/>
        </p:nvSpPr>
        <p:spPr>
          <a:xfrm>
            <a:off x="1648422" y="2993354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0A2A79-B0D7-AC74-0B25-4FCCF0229B7D}"/>
              </a:ext>
            </a:extLst>
          </p:cNvPr>
          <p:cNvSpPr/>
          <p:nvPr/>
        </p:nvSpPr>
        <p:spPr>
          <a:xfrm>
            <a:off x="1648422" y="3416583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BAC75E-F356-C202-2379-D5C37F531B87}"/>
              </a:ext>
            </a:extLst>
          </p:cNvPr>
          <p:cNvSpPr/>
          <p:nvPr/>
        </p:nvSpPr>
        <p:spPr>
          <a:xfrm>
            <a:off x="1648422" y="3839812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5847AE-DB07-2682-509F-44BF0BC23BD6}"/>
              </a:ext>
            </a:extLst>
          </p:cNvPr>
          <p:cNvSpPr/>
          <p:nvPr/>
        </p:nvSpPr>
        <p:spPr>
          <a:xfrm>
            <a:off x="1648422" y="4263041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0E2FAE-6966-5EE2-7E18-9FAC565125BF}"/>
              </a:ext>
            </a:extLst>
          </p:cNvPr>
          <p:cNvSpPr/>
          <p:nvPr/>
        </p:nvSpPr>
        <p:spPr>
          <a:xfrm>
            <a:off x="1648422" y="4686270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4C2874-51F0-36FA-3A7D-8325AE7774C1}"/>
              </a:ext>
            </a:extLst>
          </p:cNvPr>
          <p:cNvSpPr/>
          <p:nvPr/>
        </p:nvSpPr>
        <p:spPr>
          <a:xfrm>
            <a:off x="1648422" y="5109499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BE8C7F-9E29-7BE7-7AA5-2C1DA0BDD105}"/>
              </a:ext>
            </a:extLst>
          </p:cNvPr>
          <p:cNvSpPr/>
          <p:nvPr/>
        </p:nvSpPr>
        <p:spPr>
          <a:xfrm>
            <a:off x="1648422" y="5532728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EBE13C-6E70-FA46-C788-09CF76709DAA}"/>
              </a:ext>
            </a:extLst>
          </p:cNvPr>
          <p:cNvSpPr/>
          <p:nvPr/>
        </p:nvSpPr>
        <p:spPr>
          <a:xfrm>
            <a:off x="1648422" y="5955957"/>
            <a:ext cx="2130552" cy="38404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parameter]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558BD8-C56C-B0C4-BB91-F375BE765A6B}"/>
              </a:ext>
            </a:extLst>
          </p:cNvPr>
          <p:cNvCxnSpPr>
            <a:cxnSpLocks/>
          </p:cNvCxnSpPr>
          <p:nvPr/>
        </p:nvCxnSpPr>
        <p:spPr>
          <a:xfrm>
            <a:off x="1549512" y="2146896"/>
            <a:ext cx="0" cy="12305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4AA53A-364B-E552-7D7C-2A203C8093E4}"/>
              </a:ext>
            </a:extLst>
          </p:cNvPr>
          <p:cNvCxnSpPr>
            <a:cxnSpLocks/>
          </p:cNvCxnSpPr>
          <p:nvPr/>
        </p:nvCxnSpPr>
        <p:spPr>
          <a:xfrm flipV="1">
            <a:off x="1549512" y="3416586"/>
            <a:ext cx="0" cy="12305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A7B48B-8684-C70F-53D3-4216A39ACCAC}"/>
              </a:ext>
            </a:extLst>
          </p:cNvPr>
          <p:cNvCxnSpPr>
            <a:cxnSpLocks/>
          </p:cNvCxnSpPr>
          <p:nvPr/>
        </p:nvCxnSpPr>
        <p:spPr>
          <a:xfrm flipV="1">
            <a:off x="1549512" y="4686275"/>
            <a:ext cx="0" cy="16459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DD903F1D-3F1D-C7F8-4F90-382F0D7435F3}"/>
              </a:ext>
            </a:extLst>
          </p:cNvPr>
          <p:cNvSpPr>
            <a:spLocks noChangeAspect="1"/>
          </p:cNvSpPr>
          <p:nvPr/>
        </p:nvSpPr>
        <p:spPr>
          <a:xfrm>
            <a:off x="5011632" y="2192386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9577CB-AC80-BBFB-9E25-5907F4332693}"/>
              </a:ext>
            </a:extLst>
          </p:cNvPr>
          <p:cNvSpPr>
            <a:spLocks noChangeAspect="1"/>
          </p:cNvSpPr>
          <p:nvPr/>
        </p:nvSpPr>
        <p:spPr>
          <a:xfrm>
            <a:off x="5011632" y="2616553"/>
            <a:ext cx="274320" cy="274320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3AEAF9-8D72-27C9-CFFA-223CBDE578A3}"/>
              </a:ext>
            </a:extLst>
          </p:cNvPr>
          <p:cNvSpPr>
            <a:spLocks noChangeAspect="1"/>
          </p:cNvSpPr>
          <p:nvPr/>
        </p:nvSpPr>
        <p:spPr>
          <a:xfrm>
            <a:off x="5011632" y="3040720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90BF3F-13F2-5EDD-410F-251A732BA421}"/>
              </a:ext>
            </a:extLst>
          </p:cNvPr>
          <p:cNvSpPr>
            <a:spLocks noChangeAspect="1"/>
          </p:cNvSpPr>
          <p:nvPr/>
        </p:nvSpPr>
        <p:spPr>
          <a:xfrm>
            <a:off x="5011632" y="3464887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8A43ACF-BA0F-FD99-3C52-BC653C46C940}"/>
              </a:ext>
            </a:extLst>
          </p:cNvPr>
          <p:cNvSpPr>
            <a:spLocks noChangeAspect="1"/>
          </p:cNvSpPr>
          <p:nvPr/>
        </p:nvSpPr>
        <p:spPr>
          <a:xfrm>
            <a:off x="5011632" y="3889054"/>
            <a:ext cx="274320" cy="274320"/>
          </a:xfrm>
          <a:prstGeom prst="rect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0B2893-3181-9744-26D1-645038A80C4F}"/>
              </a:ext>
            </a:extLst>
          </p:cNvPr>
          <p:cNvSpPr>
            <a:spLocks noChangeAspect="1"/>
          </p:cNvSpPr>
          <p:nvPr/>
        </p:nvSpPr>
        <p:spPr>
          <a:xfrm>
            <a:off x="5011632" y="4313221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39F79D7-7DE7-0BD3-630D-C4A71F9800F1}"/>
              </a:ext>
            </a:extLst>
          </p:cNvPr>
          <p:cNvSpPr>
            <a:spLocks noChangeAspect="1"/>
          </p:cNvSpPr>
          <p:nvPr/>
        </p:nvSpPr>
        <p:spPr>
          <a:xfrm>
            <a:off x="5011632" y="4737388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BDAEAC-8138-94EF-B68D-E968F4C04075}"/>
              </a:ext>
            </a:extLst>
          </p:cNvPr>
          <p:cNvSpPr>
            <a:spLocks noChangeAspect="1"/>
          </p:cNvSpPr>
          <p:nvPr/>
        </p:nvSpPr>
        <p:spPr>
          <a:xfrm>
            <a:off x="5011632" y="5161555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ABAE6B1-D7C4-5326-4E57-52F2DBD6BC2D}"/>
              </a:ext>
            </a:extLst>
          </p:cNvPr>
          <p:cNvSpPr>
            <a:spLocks noChangeAspect="1"/>
          </p:cNvSpPr>
          <p:nvPr/>
        </p:nvSpPr>
        <p:spPr>
          <a:xfrm>
            <a:off x="5011632" y="5585722"/>
            <a:ext cx="274320" cy="274320"/>
          </a:xfrm>
          <a:prstGeom prst="rect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B88B12C-0E2A-A37F-B6E6-352E61AF28F4}"/>
              </a:ext>
            </a:extLst>
          </p:cNvPr>
          <p:cNvSpPr>
            <a:spLocks noChangeAspect="1"/>
          </p:cNvSpPr>
          <p:nvPr/>
        </p:nvSpPr>
        <p:spPr>
          <a:xfrm>
            <a:off x="5011632" y="6009889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378DEE1-E8C9-3CA4-27B2-43368ED1DD79}"/>
              </a:ext>
            </a:extLst>
          </p:cNvPr>
          <p:cNvSpPr>
            <a:spLocks noChangeAspect="1"/>
          </p:cNvSpPr>
          <p:nvPr/>
        </p:nvSpPr>
        <p:spPr>
          <a:xfrm>
            <a:off x="7257614" y="2192386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F9B30A7-E095-AF6F-2CC6-A8163370ED0D}"/>
              </a:ext>
            </a:extLst>
          </p:cNvPr>
          <p:cNvSpPr>
            <a:spLocks noChangeAspect="1"/>
          </p:cNvSpPr>
          <p:nvPr/>
        </p:nvSpPr>
        <p:spPr>
          <a:xfrm>
            <a:off x="7257614" y="2616553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1D55E8-24E9-74BA-C3AD-73864ABE9D1B}"/>
              </a:ext>
            </a:extLst>
          </p:cNvPr>
          <p:cNvSpPr>
            <a:spLocks noChangeAspect="1"/>
          </p:cNvSpPr>
          <p:nvPr/>
        </p:nvSpPr>
        <p:spPr>
          <a:xfrm>
            <a:off x="7257614" y="3040720"/>
            <a:ext cx="274320" cy="274320"/>
          </a:xfrm>
          <a:prstGeom prst="rect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3C2774-AF81-F7F6-6654-A0483C519606}"/>
              </a:ext>
            </a:extLst>
          </p:cNvPr>
          <p:cNvSpPr>
            <a:spLocks noChangeAspect="1"/>
          </p:cNvSpPr>
          <p:nvPr/>
        </p:nvSpPr>
        <p:spPr>
          <a:xfrm>
            <a:off x="7257614" y="3464887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0989DA-CB7E-73EB-7507-A3E52615667B}"/>
              </a:ext>
            </a:extLst>
          </p:cNvPr>
          <p:cNvSpPr>
            <a:spLocks noChangeAspect="1"/>
          </p:cNvSpPr>
          <p:nvPr/>
        </p:nvSpPr>
        <p:spPr>
          <a:xfrm>
            <a:off x="7257614" y="3889054"/>
            <a:ext cx="274320" cy="274320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550F12-9222-F2A8-E4B9-9A89D6851853}"/>
              </a:ext>
            </a:extLst>
          </p:cNvPr>
          <p:cNvSpPr>
            <a:spLocks noChangeAspect="1"/>
          </p:cNvSpPr>
          <p:nvPr/>
        </p:nvSpPr>
        <p:spPr>
          <a:xfrm>
            <a:off x="7257614" y="4313221"/>
            <a:ext cx="274320" cy="274320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E34B5E2-F53F-A1F7-C9C3-C1336DBA80CE}"/>
              </a:ext>
            </a:extLst>
          </p:cNvPr>
          <p:cNvSpPr>
            <a:spLocks noChangeAspect="1"/>
          </p:cNvSpPr>
          <p:nvPr/>
        </p:nvSpPr>
        <p:spPr>
          <a:xfrm>
            <a:off x="7257614" y="4737388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4FB2EB-4162-489F-5D03-7F06F758E60E}"/>
              </a:ext>
            </a:extLst>
          </p:cNvPr>
          <p:cNvSpPr>
            <a:spLocks noChangeAspect="1"/>
          </p:cNvSpPr>
          <p:nvPr/>
        </p:nvSpPr>
        <p:spPr>
          <a:xfrm>
            <a:off x="7257614" y="5161555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DF6A516-C6B4-82E2-BEFF-918429B6DE8E}"/>
              </a:ext>
            </a:extLst>
          </p:cNvPr>
          <p:cNvSpPr>
            <a:spLocks noChangeAspect="1"/>
          </p:cNvSpPr>
          <p:nvPr/>
        </p:nvSpPr>
        <p:spPr>
          <a:xfrm>
            <a:off x="7257614" y="5585722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CD1ADC2-6BCD-D1D2-BEC2-37B12DCC20BA}"/>
              </a:ext>
            </a:extLst>
          </p:cNvPr>
          <p:cNvSpPr>
            <a:spLocks noChangeAspect="1"/>
          </p:cNvSpPr>
          <p:nvPr/>
        </p:nvSpPr>
        <p:spPr>
          <a:xfrm>
            <a:off x="7257614" y="6009889"/>
            <a:ext cx="274320" cy="274320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D4DD1D9-8661-4B6F-035E-9977976FF775}"/>
              </a:ext>
            </a:extLst>
          </p:cNvPr>
          <p:cNvSpPr>
            <a:spLocks noChangeAspect="1"/>
          </p:cNvSpPr>
          <p:nvPr/>
        </p:nvSpPr>
        <p:spPr>
          <a:xfrm>
            <a:off x="9505154" y="2192386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5B57A7-846F-B4BC-10E7-EB8670D0A0CF}"/>
              </a:ext>
            </a:extLst>
          </p:cNvPr>
          <p:cNvSpPr>
            <a:spLocks noChangeAspect="1"/>
          </p:cNvSpPr>
          <p:nvPr/>
        </p:nvSpPr>
        <p:spPr>
          <a:xfrm>
            <a:off x="9505154" y="2616553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E04ED20-8F5B-3C88-37F7-F577FFBACEC3}"/>
              </a:ext>
            </a:extLst>
          </p:cNvPr>
          <p:cNvSpPr>
            <a:spLocks noChangeAspect="1"/>
          </p:cNvSpPr>
          <p:nvPr/>
        </p:nvSpPr>
        <p:spPr>
          <a:xfrm>
            <a:off x="9505154" y="3040720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AB88699-3BBA-2E64-687F-665357024288}"/>
              </a:ext>
            </a:extLst>
          </p:cNvPr>
          <p:cNvSpPr>
            <a:spLocks noChangeAspect="1"/>
          </p:cNvSpPr>
          <p:nvPr/>
        </p:nvSpPr>
        <p:spPr>
          <a:xfrm>
            <a:off x="9505154" y="3464887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ED34C73-8DD8-E339-D2A6-26DD9A63CD40}"/>
              </a:ext>
            </a:extLst>
          </p:cNvPr>
          <p:cNvSpPr>
            <a:spLocks noChangeAspect="1"/>
          </p:cNvSpPr>
          <p:nvPr/>
        </p:nvSpPr>
        <p:spPr>
          <a:xfrm>
            <a:off x="9505154" y="3889054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FAE514C-ADBB-4EA4-A645-91CE0C2E7694}"/>
              </a:ext>
            </a:extLst>
          </p:cNvPr>
          <p:cNvSpPr>
            <a:spLocks noChangeAspect="1"/>
          </p:cNvSpPr>
          <p:nvPr/>
        </p:nvSpPr>
        <p:spPr>
          <a:xfrm>
            <a:off x="9505154" y="4313221"/>
            <a:ext cx="274320" cy="274320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36DFED8-EBF0-A939-109C-9B60362C2BAA}"/>
              </a:ext>
            </a:extLst>
          </p:cNvPr>
          <p:cNvSpPr>
            <a:spLocks noChangeAspect="1"/>
          </p:cNvSpPr>
          <p:nvPr/>
        </p:nvSpPr>
        <p:spPr>
          <a:xfrm>
            <a:off x="9505154" y="4737388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38F9CCC-6A1F-71F3-265C-5452B3FF8D2E}"/>
              </a:ext>
            </a:extLst>
          </p:cNvPr>
          <p:cNvSpPr>
            <a:spLocks noChangeAspect="1"/>
          </p:cNvSpPr>
          <p:nvPr/>
        </p:nvSpPr>
        <p:spPr>
          <a:xfrm>
            <a:off x="9505154" y="5161555"/>
            <a:ext cx="274320" cy="274320"/>
          </a:xfrm>
          <a:prstGeom prst="rect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DFF9C9-793F-C72B-8787-8A81D789E0A4}"/>
              </a:ext>
            </a:extLst>
          </p:cNvPr>
          <p:cNvSpPr>
            <a:spLocks noChangeAspect="1"/>
          </p:cNvSpPr>
          <p:nvPr/>
        </p:nvSpPr>
        <p:spPr>
          <a:xfrm>
            <a:off x="9505154" y="5585722"/>
            <a:ext cx="274320" cy="274320"/>
          </a:xfrm>
          <a:prstGeom prst="rect">
            <a:avLst/>
          </a:prstGeom>
          <a:solidFill>
            <a:srgbClr val="00B050">
              <a:alpha val="50196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A2B2D6D-8563-AFF7-DBBA-7D63AB8CD383}"/>
              </a:ext>
            </a:extLst>
          </p:cNvPr>
          <p:cNvSpPr>
            <a:spLocks noChangeAspect="1"/>
          </p:cNvSpPr>
          <p:nvPr/>
        </p:nvSpPr>
        <p:spPr>
          <a:xfrm>
            <a:off x="9505154" y="6009889"/>
            <a:ext cx="274320" cy="274320"/>
          </a:xfrm>
          <a:prstGeom prst="rect">
            <a:avLst/>
          </a:prstGeom>
          <a:solidFill>
            <a:srgbClr val="00B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00CBA18-14A8-FE38-1249-A95594B56B5B}"/>
              </a:ext>
            </a:extLst>
          </p:cNvPr>
          <p:cNvSpPr/>
          <p:nvPr/>
        </p:nvSpPr>
        <p:spPr>
          <a:xfrm>
            <a:off x="5394122" y="2128149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914D59A-AEBE-557B-8874-FDE42D2B7809}"/>
              </a:ext>
            </a:extLst>
          </p:cNvPr>
          <p:cNvSpPr/>
          <p:nvPr/>
        </p:nvSpPr>
        <p:spPr>
          <a:xfrm>
            <a:off x="5394122" y="2553253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E67CE52-6F16-941F-C688-EA5DCB250143}"/>
              </a:ext>
            </a:extLst>
          </p:cNvPr>
          <p:cNvSpPr/>
          <p:nvPr/>
        </p:nvSpPr>
        <p:spPr>
          <a:xfrm>
            <a:off x="5394122" y="2978357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71F5226-AE84-9894-9F01-ADCFE1A34011}"/>
              </a:ext>
            </a:extLst>
          </p:cNvPr>
          <p:cNvSpPr/>
          <p:nvPr/>
        </p:nvSpPr>
        <p:spPr>
          <a:xfrm>
            <a:off x="5394122" y="3403461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7DCEC11-DC5F-61B6-A01A-8B92F6A40FE2}"/>
              </a:ext>
            </a:extLst>
          </p:cNvPr>
          <p:cNvSpPr/>
          <p:nvPr/>
        </p:nvSpPr>
        <p:spPr>
          <a:xfrm>
            <a:off x="5394122" y="3828565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C6E6B1C-3FD7-F60B-8356-2A8F5C7BC173}"/>
              </a:ext>
            </a:extLst>
          </p:cNvPr>
          <p:cNvSpPr/>
          <p:nvPr/>
        </p:nvSpPr>
        <p:spPr>
          <a:xfrm>
            <a:off x="5394122" y="4253669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B3FAE5C-3AB7-B40D-74CA-5D73C08C426C}"/>
              </a:ext>
            </a:extLst>
          </p:cNvPr>
          <p:cNvSpPr/>
          <p:nvPr/>
        </p:nvSpPr>
        <p:spPr>
          <a:xfrm>
            <a:off x="5394122" y="4678773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B025324-0660-1EB3-68D4-D3E3A51E2892}"/>
              </a:ext>
            </a:extLst>
          </p:cNvPr>
          <p:cNvSpPr/>
          <p:nvPr/>
        </p:nvSpPr>
        <p:spPr>
          <a:xfrm>
            <a:off x="5394122" y="5103877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8E8CE3-1251-772D-17D8-0F0941655BBE}"/>
              </a:ext>
            </a:extLst>
          </p:cNvPr>
          <p:cNvSpPr/>
          <p:nvPr/>
        </p:nvSpPr>
        <p:spPr>
          <a:xfrm>
            <a:off x="5394122" y="5528981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597059-9F45-C6C4-90B2-CE080D401C6F}"/>
              </a:ext>
            </a:extLst>
          </p:cNvPr>
          <p:cNvSpPr/>
          <p:nvPr/>
        </p:nvSpPr>
        <p:spPr>
          <a:xfrm>
            <a:off x="5394122" y="5954085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2AD7EDF-065A-1B2B-F6FA-DB59E712F4DF}"/>
              </a:ext>
            </a:extLst>
          </p:cNvPr>
          <p:cNvSpPr/>
          <p:nvPr/>
        </p:nvSpPr>
        <p:spPr>
          <a:xfrm>
            <a:off x="7641662" y="2128149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9BAD86A-68F3-212B-0D58-CFA6988A8ABF}"/>
              </a:ext>
            </a:extLst>
          </p:cNvPr>
          <p:cNvSpPr/>
          <p:nvPr/>
        </p:nvSpPr>
        <p:spPr>
          <a:xfrm>
            <a:off x="7641662" y="2553253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7E07399-6ECB-A3CC-79DC-039A45A6B5F0}"/>
              </a:ext>
            </a:extLst>
          </p:cNvPr>
          <p:cNvSpPr/>
          <p:nvPr/>
        </p:nvSpPr>
        <p:spPr>
          <a:xfrm>
            <a:off x="7641662" y="2978357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80642BA-2E4E-DAF9-D868-8316B461A7AC}"/>
              </a:ext>
            </a:extLst>
          </p:cNvPr>
          <p:cNvSpPr/>
          <p:nvPr/>
        </p:nvSpPr>
        <p:spPr>
          <a:xfrm>
            <a:off x="7641662" y="3403461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3EAFCC3-E1F8-C505-E32D-F90B1D2A6303}"/>
              </a:ext>
            </a:extLst>
          </p:cNvPr>
          <p:cNvSpPr/>
          <p:nvPr/>
        </p:nvSpPr>
        <p:spPr>
          <a:xfrm>
            <a:off x="7641662" y="3828565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59371D2-0579-86A6-73D1-10B28BE3B794}"/>
              </a:ext>
            </a:extLst>
          </p:cNvPr>
          <p:cNvSpPr/>
          <p:nvPr/>
        </p:nvSpPr>
        <p:spPr>
          <a:xfrm>
            <a:off x="7641662" y="4253669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6FBCE7-E481-47C7-8742-67A5D80BA1B8}"/>
              </a:ext>
            </a:extLst>
          </p:cNvPr>
          <p:cNvSpPr/>
          <p:nvPr/>
        </p:nvSpPr>
        <p:spPr>
          <a:xfrm>
            <a:off x="7641662" y="4678773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1C1E255-AF33-347B-A4A3-C2B7C6D5CAA6}"/>
              </a:ext>
            </a:extLst>
          </p:cNvPr>
          <p:cNvSpPr/>
          <p:nvPr/>
        </p:nvSpPr>
        <p:spPr>
          <a:xfrm>
            <a:off x="7641662" y="5103877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3A411BD-5AC8-8CB2-472C-C8E7B7F28221}"/>
              </a:ext>
            </a:extLst>
          </p:cNvPr>
          <p:cNvSpPr/>
          <p:nvPr/>
        </p:nvSpPr>
        <p:spPr>
          <a:xfrm>
            <a:off x="7641662" y="5528981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36E4695-4BF9-F28D-1F25-F551A9AC0555}"/>
              </a:ext>
            </a:extLst>
          </p:cNvPr>
          <p:cNvSpPr/>
          <p:nvPr/>
        </p:nvSpPr>
        <p:spPr>
          <a:xfrm>
            <a:off x="7641662" y="5954085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E6C1344-D3DB-0F23-1244-AE2CAAD19121}"/>
              </a:ext>
            </a:extLst>
          </p:cNvPr>
          <p:cNvSpPr/>
          <p:nvPr/>
        </p:nvSpPr>
        <p:spPr>
          <a:xfrm>
            <a:off x="9889202" y="2128149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059371D-F59F-9C32-8F4B-E3C21211369C}"/>
              </a:ext>
            </a:extLst>
          </p:cNvPr>
          <p:cNvSpPr/>
          <p:nvPr/>
        </p:nvSpPr>
        <p:spPr>
          <a:xfrm>
            <a:off x="9889202" y="2553253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7C5A21C-7C72-3E19-82F0-AD85C0B258F4}"/>
              </a:ext>
            </a:extLst>
          </p:cNvPr>
          <p:cNvSpPr/>
          <p:nvPr/>
        </p:nvSpPr>
        <p:spPr>
          <a:xfrm>
            <a:off x="9889202" y="2978357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50C3FC9-2967-F0EE-F803-0A602C22ADFB}"/>
              </a:ext>
            </a:extLst>
          </p:cNvPr>
          <p:cNvSpPr/>
          <p:nvPr/>
        </p:nvSpPr>
        <p:spPr>
          <a:xfrm>
            <a:off x="9889202" y="3403461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7BD1A9E-C377-8A5E-86A8-2947F9569DE6}"/>
              </a:ext>
            </a:extLst>
          </p:cNvPr>
          <p:cNvSpPr/>
          <p:nvPr/>
        </p:nvSpPr>
        <p:spPr>
          <a:xfrm>
            <a:off x="9889202" y="3828565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95E064B-5C54-A51A-B45E-1FA581C2855C}"/>
              </a:ext>
            </a:extLst>
          </p:cNvPr>
          <p:cNvSpPr/>
          <p:nvPr/>
        </p:nvSpPr>
        <p:spPr>
          <a:xfrm>
            <a:off x="9889202" y="4253669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AEC3CC8-0433-7304-F71E-8D817456BBE0}"/>
              </a:ext>
            </a:extLst>
          </p:cNvPr>
          <p:cNvSpPr/>
          <p:nvPr/>
        </p:nvSpPr>
        <p:spPr>
          <a:xfrm>
            <a:off x="9889202" y="4678773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3719CF1-5B9E-2AEC-88F9-3230E3FEA3FD}"/>
              </a:ext>
            </a:extLst>
          </p:cNvPr>
          <p:cNvSpPr/>
          <p:nvPr/>
        </p:nvSpPr>
        <p:spPr>
          <a:xfrm>
            <a:off x="9889202" y="5103877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B4B2F6B-E822-6DC1-4E69-37275011446B}"/>
              </a:ext>
            </a:extLst>
          </p:cNvPr>
          <p:cNvSpPr/>
          <p:nvPr/>
        </p:nvSpPr>
        <p:spPr>
          <a:xfrm>
            <a:off x="9889202" y="5528981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70B6A4-CE4A-1318-912F-74349F1F2CEF}"/>
              </a:ext>
            </a:extLst>
          </p:cNvPr>
          <p:cNvSpPr/>
          <p:nvPr/>
        </p:nvSpPr>
        <p:spPr>
          <a:xfrm>
            <a:off x="9889202" y="5954085"/>
            <a:ext cx="1748062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data point]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F9AF876-569D-06E6-3E15-F22B4C806428}"/>
              </a:ext>
            </a:extLst>
          </p:cNvPr>
          <p:cNvSpPr/>
          <p:nvPr/>
        </p:nvSpPr>
        <p:spPr>
          <a:xfrm>
            <a:off x="3895962" y="2128149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2B9D27E-A078-0497-E101-F45D1510D334}"/>
              </a:ext>
            </a:extLst>
          </p:cNvPr>
          <p:cNvSpPr/>
          <p:nvPr/>
        </p:nvSpPr>
        <p:spPr>
          <a:xfrm>
            <a:off x="3895962" y="2553253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4B409CF-854E-14C8-0FB4-8EE5140FB65F}"/>
              </a:ext>
            </a:extLst>
          </p:cNvPr>
          <p:cNvSpPr/>
          <p:nvPr/>
        </p:nvSpPr>
        <p:spPr>
          <a:xfrm>
            <a:off x="3895962" y="2978357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78B1FE-D6CF-8ABA-9674-13F9302B03E3}"/>
              </a:ext>
            </a:extLst>
          </p:cNvPr>
          <p:cNvSpPr/>
          <p:nvPr/>
        </p:nvSpPr>
        <p:spPr>
          <a:xfrm>
            <a:off x="3895962" y="3403461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2478DA4-4884-64BD-29CF-18089F797A56}"/>
              </a:ext>
            </a:extLst>
          </p:cNvPr>
          <p:cNvSpPr/>
          <p:nvPr/>
        </p:nvSpPr>
        <p:spPr>
          <a:xfrm>
            <a:off x="3895962" y="3828565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D7CD19C-5C0F-4ED0-91A4-AFF4E799C792}"/>
              </a:ext>
            </a:extLst>
          </p:cNvPr>
          <p:cNvSpPr/>
          <p:nvPr/>
        </p:nvSpPr>
        <p:spPr>
          <a:xfrm>
            <a:off x="3895962" y="4253669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1D75356-2441-729D-F69D-35D0EC9E1E96}"/>
              </a:ext>
            </a:extLst>
          </p:cNvPr>
          <p:cNvSpPr/>
          <p:nvPr/>
        </p:nvSpPr>
        <p:spPr>
          <a:xfrm>
            <a:off x="3895962" y="4678773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A6BF2F9-2025-1824-D57C-27C68BF1FD7B}"/>
              </a:ext>
            </a:extLst>
          </p:cNvPr>
          <p:cNvSpPr/>
          <p:nvPr/>
        </p:nvSpPr>
        <p:spPr>
          <a:xfrm>
            <a:off x="3895962" y="5103877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68CF306-EC18-B232-2882-992FE66E0114}"/>
              </a:ext>
            </a:extLst>
          </p:cNvPr>
          <p:cNvSpPr/>
          <p:nvPr/>
        </p:nvSpPr>
        <p:spPr>
          <a:xfrm>
            <a:off x="3895962" y="5528981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F1560B-7487-AE78-0579-30FB0BE4753A}"/>
              </a:ext>
            </a:extLst>
          </p:cNvPr>
          <p:cNvSpPr/>
          <p:nvPr/>
        </p:nvSpPr>
        <p:spPr>
          <a:xfrm>
            <a:off x="3895962" y="5954085"/>
            <a:ext cx="996694" cy="38404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unit]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3865A47-85E0-EEEB-0F51-B95B4059D097}"/>
              </a:ext>
            </a:extLst>
          </p:cNvPr>
          <p:cNvCxnSpPr>
            <a:cxnSpLocks/>
          </p:cNvCxnSpPr>
          <p:nvPr/>
        </p:nvCxnSpPr>
        <p:spPr>
          <a:xfrm flipV="1">
            <a:off x="1648422" y="2541161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C802835-FB8A-C81A-E140-0B5C58EB8E83}"/>
              </a:ext>
            </a:extLst>
          </p:cNvPr>
          <p:cNvCxnSpPr>
            <a:cxnSpLocks/>
          </p:cNvCxnSpPr>
          <p:nvPr/>
        </p:nvCxnSpPr>
        <p:spPr>
          <a:xfrm flipV="1">
            <a:off x="1648422" y="2964390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CC910A0-CBE5-31AB-854E-D4EB09EE95D1}"/>
              </a:ext>
            </a:extLst>
          </p:cNvPr>
          <p:cNvCxnSpPr>
            <a:cxnSpLocks/>
          </p:cNvCxnSpPr>
          <p:nvPr/>
        </p:nvCxnSpPr>
        <p:spPr>
          <a:xfrm flipV="1">
            <a:off x="1648422" y="3387619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DDB82DB-384C-F2DA-0BC7-60296C344D01}"/>
              </a:ext>
            </a:extLst>
          </p:cNvPr>
          <p:cNvCxnSpPr>
            <a:cxnSpLocks/>
          </p:cNvCxnSpPr>
          <p:nvPr/>
        </p:nvCxnSpPr>
        <p:spPr>
          <a:xfrm flipV="1">
            <a:off x="1648422" y="3810848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75821B3-D6F5-8AA3-8B16-C199C43C00D3}"/>
              </a:ext>
            </a:extLst>
          </p:cNvPr>
          <p:cNvCxnSpPr>
            <a:cxnSpLocks/>
          </p:cNvCxnSpPr>
          <p:nvPr/>
        </p:nvCxnSpPr>
        <p:spPr>
          <a:xfrm flipV="1">
            <a:off x="1648422" y="4234077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E272399-1419-81FA-E26D-ECB87381EA69}"/>
              </a:ext>
            </a:extLst>
          </p:cNvPr>
          <p:cNvCxnSpPr>
            <a:cxnSpLocks/>
          </p:cNvCxnSpPr>
          <p:nvPr/>
        </p:nvCxnSpPr>
        <p:spPr>
          <a:xfrm flipV="1">
            <a:off x="1648422" y="4657306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ECFA567-59F4-92E3-03C2-23A85B3E0756}"/>
              </a:ext>
            </a:extLst>
          </p:cNvPr>
          <p:cNvCxnSpPr>
            <a:cxnSpLocks/>
          </p:cNvCxnSpPr>
          <p:nvPr/>
        </p:nvCxnSpPr>
        <p:spPr>
          <a:xfrm flipV="1">
            <a:off x="1648422" y="5080535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90EDAF5-96E8-AA55-3226-9A87D484D525}"/>
              </a:ext>
            </a:extLst>
          </p:cNvPr>
          <p:cNvCxnSpPr>
            <a:cxnSpLocks/>
          </p:cNvCxnSpPr>
          <p:nvPr/>
        </p:nvCxnSpPr>
        <p:spPr>
          <a:xfrm flipV="1">
            <a:off x="1648422" y="5503764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A4E1EA6-ECDB-54E7-8CE9-26C6672B08F7}"/>
              </a:ext>
            </a:extLst>
          </p:cNvPr>
          <p:cNvCxnSpPr>
            <a:cxnSpLocks/>
          </p:cNvCxnSpPr>
          <p:nvPr/>
        </p:nvCxnSpPr>
        <p:spPr>
          <a:xfrm flipV="1">
            <a:off x="1648422" y="5926993"/>
            <a:ext cx="9988842" cy="18747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1D86B36-0D13-B831-8B48-97D1D47F8085}"/>
              </a:ext>
            </a:extLst>
          </p:cNvPr>
          <p:cNvGrpSpPr/>
          <p:nvPr/>
        </p:nvGrpSpPr>
        <p:grpSpPr>
          <a:xfrm>
            <a:off x="6580418" y="1439496"/>
            <a:ext cx="5056846" cy="184811"/>
            <a:chOff x="6794606" y="1232843"/>
            <a:chExt cx="5056846" cy="184811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457F54C-5F48-7DCC-8FD9-AABB1EDE4032}"/>
                </a:ext>
              </a:extLst>
            </p:cNvPr>
            <p:cNvSpPr/>
            <p:nvPr/>
          </p:nvSpPr>
          <p:spPr>
            <a:xfrm>
              <a:off x="6794606" y="1232843"/>
              <a:ext cx="189506" cy="184811"/>
            </a:xfrm>
            <a:prstGeom prst="rect">
              <a:avLst/>
            </a:prstGeom>
            <a:solidFill>
              <a:srgbClr val="00B050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ACE239B-F5CA-3EDD-07AE-B347F0D7F217}"/>
                </a:ext>
              </a:extLst>
            </p:cNvPr>
            <p:cNvSpPr/>
            <p:nvPr/>
          </p:nvSpPr>
          <p:spPr>
            <a:xfrm>
              <a:off x="8118089" y="1232843"/>
              <a:ext cx="189506" cy="184811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14906FD-00E0-0C27-02A0-A408B2934F92}"/>
                </a:ext>
              </a:extLst>
            </p:cNvPr>
            <p:cNvSpPr/>
            <p:nvPr/>
          </p:nvSpPr>
          <p:spPr>
            <a:xfrm>
              <a:off x="9441572" y="1232843"/>
              <a:ext cx="189506" cy="184811"/>
            </a:xfrm>
            <a:prstGeom prst="rect">
              <a:avLst/>
            </a:prstGeom>
            <a:solidFill>
              <a:srgbClr val="E6E6E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5BCC72F-E222-78D7-712C-8061A1837A14}"/>
                </a:ext>
              </a:extLst>
            </p:cNvPr>
            <p:cNvSpPr/>
            <p:nvPr/>
          </p:nvSpPr>
          <p:spPr>
            <a:xfrm>
              <a:off x="10765054" y="1232843"/>
              <a:ext cx="189506" cy="184811"/>
            </a:xfrm>
            <a:prstGeom prst="rect">
              <a:avLst/>
            </a:prstGeom>
            <a:solidFill>
              <a:srgbClr val="E5546C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DF8B4167-C96D-7886-A7D1-C6CABEFF0852}"/>
                </a:ext>
              </a:extLst>
            </p:cNvPr>
            <p:cNvSpPr txBox="1"/>
            <p:nvPr/>
          </p:nvSpPr>
          <p:spPr>
            <a:xfrm>
              <a:off x="7037941" y="1275380"/>
              <a:ext cx="847827" cy="9240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[Grade 1]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A9199A0-5A0F-89D2-EC49-D1018D996995}"/>
                </a:ext>
              </a:extLst>
            </p:cNvPr>
            <p:cNvSpPr txBox="1"/>
            <p:nvPr/>
          </p:nvSpPr>
          <p:spPr>
            <a:xfrm>
              <a:off x="8359836" y="1275380"/>
              <a:ext cx="847827" cy="9240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[Grade 2]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02073F2-8DB8-8B90-15F7-0353A048F2D0}"/>
                </a:ext>
              </a:extLst>
            </p:cNvPr>
            <p:cNvSpPr txBox="1"/>
            <p:nvPr/>
          </p:nvSpPr>
          <p:spPr>
            <a:xfrm>
              <a:off x="9681731" y="1275380"/>
              <a:ext cx="847827" cy="9240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[Grade 3]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350775F3-F588-A818-89D7-520B5B386CA0}"/>
                </a:ext>
              </a:extLst>
            </p:cNvPr>
            <p:cNvSpPr txBox="1"/>
            <p:nvPr/>
          </p:nvSpPr>
          <p:spPr>
            <a:xfrm>
              <a:off x="11003625" y="1275380"/>
              <a:ext cx="847827" cy="9240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[Grade 4]</a:t>
              </a: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57B8816-486E-A6E3-C52A-97BE5E4D5ACA}"/>
              </a:ext>
            </a:extLst>
          </p:cNvPr>
          <p:cNvSpPr txBox="1"/>
          <p:nvPr/>
        </p:nvSpPr>
        <p:spPr>
          <a:xfrm>
            <a:off x="5677989" y="451780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149291E-32FB-DA70-A3D6-FC597B804A06}"/>
              </a:ext>
            </a:extLst>
          </p:cNvPr>
          <p:cNvSpPr txBox="1"/>
          <p:nvPr/>
        </p:nvSpPr>
        <p:spPr>
          <a:xfrm>
            <a:off x="7968343" y="646852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9906521F-8FC3-F27C-67A0-371BBB26BEF5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620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Source: xx</a:t>
            </a:r>
            <a:endParaRPr kumimoji="0" lang="en-DK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5031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nZ80xvQsOOJ6EVUcZynw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n9dsnLQeW7jJtLjliptQ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nZ80xvQsOOJ6EVUcZynw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n9dsnLQeW7jJtLjliptQ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nZ80xvQsOOJ6EVUcZynw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n9dsnLQeW7jJtLjliptQ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nZ80xvQsOOJ6EVUcZynw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n9dsnLQeW7jJtLjliptQ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0CDbrXOS5K7nh3J7K4LNA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HjsH7RgytbNROey.qmw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XkdHSPQqCtBVmu_loAHw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Dzt6muScm14lWMch_5VA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XkdHSPQqCtBVmu_loAHw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Dzt6muScm14lWMch_5VA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XkdHSPQqCtBVmu_loAHw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Dzt6muScm14lWMch_5VA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1_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1" id="{2FBF4F2E-F087-4272-92B7-EBFC9338E4E0}" vid="{7D8D2FDC-5BB6-426F-B842-14018C48757E}"/>
    </a:ext>
  </a:extLst>
</a:theme>
</file>

<file path=ppt/theme/theme3.xml><?xml version="1.0" encoding="utf-8"?>
<a:theme xmlns:a="http://schemas.openxmlformats.org/drawingml/2006/main" name="1_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2857</TotalTime>
  <Words>1120</Words>
  <Application>Microsoft Office PowerPoint</Application>
  <PresentationFormat>Widescreen</PresentationFormat>
  <Paragraphs>367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Arial</vt:lpstr>
      <vt:lpstr>Georgia</vt:lpstr>
      <vt:lpstr>Graphik</vt:lpstr>
      <vt:lpstr>Graphik Regular</vt:lpstr>
      <vt:lpstr>Graphik Semibold</vt:lpstr>
      <vt:lpstr>GT Sectra Fine Rg</vt:lpstr>
      <vt:lpstr>Segoe Fluent Icons</vt:lpstr>
      <vt:lpstr>Segoe UI</vt:lpstr>
      <vt:lpstr>System Font</vt:lpstr>
      <vt:lpstr>Wingdings</vt:lpstr>
      <vt:lpstr>Slideworks</vt:lpstr>
      <vt:lpstr>1_Accenture 2020</vt:lpstr>
      <vt:lpstr>1_Slideworks</vt:lpstr>
      <vt:lpstr>think-cell Slide</vt:lpstr>
      <vt:lpstr>Structured Text</vt:lpstr>
      <vt:lpstr>Five Key Points</vt:lpstr>
      <vt:lpstr>Five Key Points</vt:lpstr>
      <vt:lpstr>[Five category Harvey Ball slide / Insert action title]</vt:lpstr>
      <vt:lpstr>[Four key trends slide / Insert action title]</vt:lpstr>
      <vt:lpstr>[Hypothesis evaluation slide / Insert action title]</vt:lpstr>
      <vt:lpstr>[Deep-dive on actions or initiatives / Insert action title]</vt:lpstr>
      <vt:lpstr>Table: Role Overview</vt:lpstr>
      <vt:lpstr>Comparison Table</vt:lpstr>
      <vt:lpstr>[Assessment or status overview / Insert action title]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363</cp:revision>
  <dcterms:created xsi:type="dcterms:W3CDTF">2025-08-18T13:32:02Z</dcterms:created>
  <dcterms:modified xsi:type="dcterms:W3CDTF">2026-04-20T22:59:21Z</dcterms:modified>
  <cp:category>Management consulting, presentation design, business</cp:category>
</cp:coreProperties>
</file>