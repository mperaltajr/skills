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theme/theme2.xml" ContentType="application/vnd.openxmlformats-officedocument.theme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theme/theme3.xml" ContentType="application/vnd.openxmlformats-officedocument.theme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theme/theme4.xml" ContentType="application/vnd.openxmlformats-officedocument.theme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heme/theme5.xml" ContentType="application/vnd.openxmlformats-officedocument.theme+xml"/>
  <Override PartName="/ppt/theme/theme6.xml" ContentType="application/vnd.openxmlformats-officedocument.theme+xml"/>
  <Override PartName="/ppt/tags/tag680.xml" ContentType="application/vnd.openxmlformats-officedocument.presentationml.tags+xml"/>
  <Override PartName="/ppt/notesSlides/notesSlide1.xml" ContentType="application/vnd.openxmlformats-officedocument.presentationml.notesSlide+xml"/>
  <Override PartName="/ppt/tags/tag68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1"/>
    <p:sldMasterId id="2147484244" r:id="rId2"/>
    <p:sldMasterId id="2147484309" r:id="rId3"/>
    <p:sldMasterId id="2147484362" r:id="rId4"/>
  </p:sldMasterIdLst>
  <p:notesMasterIdLst>
    <p:notesMasterId r:id="rId12"/>
  </p:notesMasterIdLst>
  <p:handoutMasterIdLst>
    <p:handoutMasterId r:id="rId13"/>
  </p:handoutMasterIdLst>
  <p:sldIdLst>
    <p:sldId id="2147471492" r:id="rId5"/>
    <p:sldId id="2366" r:id="rId6"/>
    <p:sldId id="2147470928" r:id="rId7"/>
    <p:sldId id="346" r:id="rId8"/>
    <p:sldId id="2147470746" r:id="rId9"/>
    <p:sldId id="325" r:id="rId10"/>
    <p:sldId id="2147375402" r:id="rId11"/>
  </p:sldIdLst>
  <p:sldSz cx="12192000" cy="6858000"/>
  <p:notesSz cx="6858000" cy="9144000"/>
  <p:custDataLst>
    <p:tags r:id="rId14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183"/>
    <p:restoredTop sz="93574"/>
  </p:normalViewPr>
  <p:slideViewPr>
    <p:cSldViewPr snapToGrid="0" showGuides="1">
      <p:cViewPr varScale="1">
        <p:scale>
          <a:sx n="92" d="100"/>
          <a:sy n="92" d="100"/>
        </p:scale>
        <p:origin x="618" y="306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04/20/2026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ADF2B39A-E3F6-634C-B40F-EA6B645C08D7}" type="datetimeFigureOut">
              <a:rPr lang="en-DK" smtClean="0"/>
              <a:pPr/>
              <a:t>04/20/2026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02B4A1-1790-3247-9A67-BF82FCEE6CDC}" type="slidenum">
              <a:rPr lang="en-DK" smtClean="0"/>
              <a:t>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0245328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+mn-cs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/>
              <a:cs typeface="+mn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0800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Graphik Light" panose="020B0403030202060203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6E8A87-18DA-4CCE-A8C2-BDBC489258C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4904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8.xml"/><Relationship Id="rId4" Type="http://schemas.openxmlformats.org/officeDocument/2006/relationships/tags" Target="../tags/tag57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8.xml"/><Relationship Id="rId4" Type="http://schemas.openxmlformats.org/officeDocument/2006/relationships/tags" Target="../tags/tag67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13" Type="http://schemas.openxmlformats.org/officeDocument/2006/relationships/tags" Target="../tags/tag81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12" Type="http://schemas.openxmlformats.org/officeDocument/2006/relationships/tags" Target="../tags/tag80.xml"/><Relationship Id="rId17" Type="http://schemas.openxmlformats.org/officeDocument/2006/relationships/tags" Target="../tags/tag85.xml"/><Relationship Id="rId2" Type="http://schemas.openxmlformats.org/officeDocument/2006/relationships/tags" Target="../tags/tag70.xml"/><Relationship Id="rId16" Type="http://schemas.openxmlformats.org/officeDocument/2006/relationships/tags" Target="../tags/tag84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tags" Target="../tags/tag79.xml"/><Relationship Id="rId5" Type="http://schemas.openxmlformats.org/officeDocument/2006/relationships/tags" Target="../tags/tag73.xml"/><Relationship Id="rId15" Type="http://schemas.openxmlformats.org/officeDocument/2006/relationships/tags" Target="../tags/tag83.xml"/><Relationship Id="rId10" Type="http://schemas.openxmlformats.org/officeDocument/2006/relationships/tags" Target="../tags/tag78.xml"/><Relationship Id="rId4" Type="http://schemas.openxmlformats.org/officeDocument/2006/relationships/tags" Target="../tags/tag72.xml"/><Relationship Id="rId9" Type="http://schemas.openxmlformats.org/officeDocument/2006/relationships/tags" Target="../tags/tag77.xml"/><Relationship Id="rId14" Type="http://schemas.openxmlformats.org/officeDocument/2006/relationships/tags" Target="../tags/tag82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93.xml"/><Relationship Id="rId13" Type="http://schemas.openxmlformats.org/officeDocument/2006/relationships/tags" Target="../tags/tag98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88.xml"/><Relationship Id="rId7" Type="http://schemas.openxmlformats.org/officeDocument/2006/relationships/tags" Target="../tags/tag92.xml"/><Relationship Id="rId12" Type="http://schemas.openxmlformats.org/officeDocument/2006/relationships/tags" Target="../tags/tag97.xml"/><Relationship Id="rId17" Type="http://schemas.openxmlformats.org/officeDocument/2006/relationships/tags" Target="../tags/tag102.xml"/><Relationship Id="rId2" Type="http://schemas.openxmlformats.org/officeDocument/2006/relationships/tags" Target="../tags/tag87.xml"/><Relationship Id="rId16" Type="http://schemas.openxmlformats.org/officeDocument/2006/relationships/tags" Target="../tags/tag101.xml"/><Relationship Id="rId1" Type="http://schemas.openxmlformats.org/officeDocument/2006/relationships/tags" Target="../tags/tag86.xml"/><Relationship Id="rId6" Type="http://schemas.openxmlformats.org/officeDocument/2006/relationships/tags" Target="../tags/tag91.xml"/><Relationship Id="rId11" Type="http://schemas.openxmlformats.org/officeDocument/2006/relationships/tags" Target="../tags/tag96.xml"/><Relationship Id="rId5" Type="http://schemas.openxmlformats.org/officeDocument/2006/relationships/tags" Target="../tags/tag90.xml"/><Relationship Id="rId15" Type="http://schemas.openxmlformats.org/officeDocument/2006/relationships/tags" Target="../tags/tag100.xml"/><Relationship Id="rId10" Type="http://schemas.openxmlformats.org/officeDocument/2006/relationships/tags" Target="../tags/tag95.xml"/><Relationship Id="rId4" Type="http://schemas.openxmlformats.org/officeDocument/2006/relationships/tags" Target="../tags/tag89.xml"/><Relationship Id="rId9" Type="http://schemas.openxmlformats.org/officeDocument/2006/relationships/tags" Target="../tags/tag94.xml"/><Relationship Id="rId14" Type="http://schemas.openxmlformats.org/officeDocument/2006/relationships/tags" Target="../tags/tag99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110.xml"/><Relationship Id="rId13" Type="http://schemas.openxmlformats.org/officeDocument/2006/relationships/tags" Target="../tags/tag115.xml"/><Relationship Id="rId18" Type="http://schemas.openxmlformats.org/officeDocument/2006/relationships/tags" Target="../tags/tag120.xml"/><Relationship Id="rId3" Type="http://schemas.openxmlformats.org/officeDocument/2006/relationships/tags" Target="../tags/tag105.xml"/><Relationship Id="rId7" Type="http://schemas.openxmlformats.org/officeDocument/2006/relationships/tags" Target="../tags/tag109.xml"/><Relationship Id="rId12" Type="http://schemas.openxmlformats.org/officeDocument/2006/relationships/tags" Target="../tags/tag114.xml"/><Relationship Id="rId17" Type="http://schemas.openxmlformats.org/officeDocument/2006/relationships/tags" Target="../tags/tag119.xml"/><Relationship Id="rId2" Type="http://schemas.openxmlformats.org/officeDocument/2006/relationships/tags" Target="../tags/tag104.xml"/><Relationship Id="rId16" Type="http://schemas.openxmlformats.org/officeDocument/2006/relationships/tags" Target="../tags/tag118.xml"/><Relationship Id="rId20" Type="http://schemas.openxmlformats.org/officeDocument/2006/relationships/slideMaster" Target="../slideMasters/slideMaster1.xml"/><Relationship Id="rId1" Type="http://schemas.openxmlformats.org/officeDocument/2006/relationships/tags" Target="../tags/tag103.xml"/><Relationship Id="rId6" Type="http://schemas.openxmlformats.org/officeDocument/2006/relationships/tags" Target="../tags/tag108.xml"/><Relationship Id="rId11" Type="http://schemas.openxmlformats.org/officeDocument/2006/relationships/tags" Target="../tags/tag113.xml"/><Relationship Id="rId5" Type="http://schemas.openxmlformats.org/officeDocument/2006/relationships/tags" Target="../tags/tag107.xml"/><Relationship Id="rId15" Type="http://schemas.openxmlformats.org/officeDocument/2006/relationships/tags" Target="../tags/tag117.xml"/><Relationship Id="rId10" Type="http://schemas.openxmlformats.org/officeDocument/2006/relationships/tags" Target="../tags/tag112.xml"/><Relationship Id="rId19" Type="http://schemas.openxmlformats.org/officeDocument/2006/relationships/tags" Target="../tags/tag121.xml"/><Relationship Id="rId4" Type="http://schemas.openxmlformats.org/officeDocument/2006/relationships/tags" Target="../tags/tag106.xml"/><Relationship Id="rId9" Type="http://schemas.openxmlformats.org/officeDocument/2006/relationships/tags" Target="../tags/tag111.xml"/><Relationship Id="rId14" Type="http://schemas.openxmlformats.org/officeDocument/2006/relationships/tags" Target="../tags/tag116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129.xml"/><Relationship Id="rId13" Type="http://schemas.openxmlformats.org/officeDocument/2006/relationships/tags" Target="../tags/tag134.xml"/><Relationship Id="rId18" Type="http://schemas.openxmlformats.org/officeDocument/2006/relationships/tags" Target="../tags/tag139.xml"/><Relationship Id="rId3" Type="http://schemas.openxmlformats.org/officeDocument/2006/relationships/tags" Target="../tags/tag124.xml"/><Relationship Id="rId7" Type="http://schemas.openxmlformats.org/officeDocument/2006/relationships/tags" Target="../tags/tag128.xml"/><Relationship Id="rId12" Type="http://schemas.openxmlformats.org/officeDocument/2006/relationships/tags" Target="../tags/tag133.xml"/><Relationship Id="rId17" Type="http://schemas.openxmlformats.org/officeDocument/2006/relationships/tags" Target="../tags/tag138.xml"/><Relationship Id="rId2" Type="http://schemas.openxmlformats.org/officeDocument/2006/relationships/tags" Target="../tags/tag123.xml"/><Relationship Id="rId16" Type="http://schemas.openxmlformats.org/officeDocument/2006/relationships/tags" Target="../tags/tag137.xml"/><Relationship Id="rId1" Type="http://schemas.openxmlformats.org/officeDocument/2006/relationships/tags" Target="../tags/tag122.xml"/><Relationship Id="rId6" Type="http://schemas.openxmlformats.org/officeDocument/2006/relationships/tags" Target="../tags/tag127.xml"/><Relationship Id="rId11" Type="http://schemas.openxmlformats.org/officeDocument/2006/relationships/tags" Target="../tags/tag132.xml"/><Relationship Id="rId5" Type="http://schemas.openxmlformats.org/officeDocument/2006/relationships/tags" Target="../tags/tag126.xml"/><Relationship Id="rId15" Type="http://schemas.openxmlformats.org/officeDocument/2006/relationships/tags" Target="../tags/tag136.xml"/><Relationship Id="rId10" Type="http://schemas.openxmlformats.org/officeDocument/2006/relationships/tags" Target="../tags/tag131.xml"/><Relationship Id="rId19" Type="http://schemas.openxmlformats.org/officeDocument/2006/relationships/slideMaster" Target="../slideMasters/slideMaster1.xml"/><Relationship Id="rId4" Type="http://schemas.openxmlformats.org/officeDocument/2006/relationships/tags" Target="../tags/tag125.xml"/><Relationship Id="rId9" Type="http://schemas.openxmlformats.org/officeDocument/2006/relationships/tags" Target="../tags/tag130.xml"/><Relationship Id="rId14" Type="http://schemas.openxmlformats.org/officeDocument/2006/relationships/tags" Target="../tags/tag135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147.xml"/><Relationship Id="rId13" Type="http://schemas.openxmlformats.org/officeDocument/2006/relationships/tags" Target="../tags/tag152.xml"/><Relationship Id="rId18" Type="http://schemas.openxmlformats.org/officeDocument/2006/relationships/tags" Target="../tags/tag157.xml"/><Relationship Id="rId3" Type="http://schemas.openxmlformats.org/officeDocument/2006/relationships/tags" Target="../tags/tag142.xml"/><Relationship Id="rId7" Type="http://schemas.openxmlformats.org/officeDocument/2006/relationships/tags" Target="../tags/tag146.xml"/><Relationship Id="rId12" Type="http://schemas.openxmlformats.org/officeDocument/2006/relationships/tags" Target="../tags/tag151.xml"/><Relationship Id="rId17" Type="http://schemas.openxmlformats.org/officeDocument/2006/relationships/tags" Target="../tags/tag156.xml"/><Relationship Id="rId2" Type="http://schemas.openxmlformats.org/officeDocument/2006/relationships/tags" Target="../tags/tag141.xml"/><Relationship Id="rId16" Type="http://schemas.openxmlformats.org/officeDocument/2006/relationships/tags" Target="../tags/tag155.xml"/><Relationship Id="rId20" Type="http://schemas.openxmlformats.org/officeDocument/2006/relationships/slideMaster" Target="../slideMasters/slideMaster1.xml"/><Relationship Id="rId1" Type="http://schemas.openxmlformats.org/officeDocument/2006/relationships/tags" Target="../tags/tag140.xml"/><Relationship Id="rId6" Type="http://schemas.openxmlformats.org/officeDocument/2006/relationships/tags" Target="../tags/tag145.xml"/><Relationship Id="rId11" Type="http://schemas.openxmlformats.org/officeDocument/2006/relationships/tags" Target="../tags/tag150.xml"/><Relationship Id="rId5" Type="http://schemas.openxmlformats.org/officeDocument/2006/relationships/tags" Target="../tags/tag144.xml"/><Relationship Id="rId15" Type="http://schemas.openxmlformats.org/officeDocument/2006/relationships/tags" Target="../tags/tag154.xml"/><Relationship Id="rId10" Type="http://schemas.openxmlformats.org/officeDocument/2006/relationships/tags" Target="../tags/tag149.xml"/><Relationship Id="rId19" Type="http://schemas.openxmlformats.org/officeDocument/2006/relationships/tags" Target="../tags/tag158.xml"/><Relationship Id="rId4" Type="http://schemas.openxmlformats.org/officeDocument/2006/relationships/tags" Target="../tags/tag143.xml"/><Relationship Id="rId9" Type="http://schemas.openxmlformats.org/officeDocument/2006/relationships/tags" Target="../tags/tag148.xml"/><Relationship Id="rId14" Type="http://schemas.openxmlformats.org/officeDocument/2006/relationships/tags" Target="../tags/tag153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66.xml"/><Relationship Id="rId13" Type="http://schemas.openxmlformats.org/officeDocument/2006/relationships/tags" Target="../tags/tag171.xml"/><Relationship Id="rId3" Type="http://schemas.openxmlformats.org/officeDocument/2006/relationships/tags" Target="../tags/tag161.xml"/><Relationship Id="rId7" Type="http://schemas.openxmlformats.org/officeDocument/2006/relationships/tags" Target="../tags/tag165.xml"/><Relationship Id="rId12" Type="http://schemas.openxmlformats.org/officeDocument/2006/relationships/tags" Target="../tags/tag170.xml"/><Relationship Id="rId2" Type="http://schemas.openxmlformats.org/officeDocument/2006/relationships/tags" Target="../tags/tag160.xml"/><Relationship Id="rId1" Type="http://schemas.openxmlformats.org/officeDocument/2006/relationships/tags" Target="../tags/tag159.xml"/><Relationship Id="rId6" Type="http://schemas.openxmlformats.org/officeDocument/2006/relationships/tags" Target="../tags/tag164.xml"/><Relationship Id="rId11" Type="http://schemas.openxmlformats.org/officeDocument/2006/relationships/tags" Target="../tags/tag169.xml"/><Relationship Id="rId5" Type="http://schemas.openxmlformats.org/officeDocument/2006/relationships/tags" Target="../tags/tag163.xml"/><Relationship Id="rId15" Type="http://schemas.openxmlformats.org/officeDocument/2006/relationships/slideMaster" Target="../slideMasters/slideMaster1.xml"/><Relationship Id="rId10" Type="http://schemas.openxmlformats.org/officeDocument/2006/relationships/tags" Target="../tags/tag168.xml"/><Relationship Id="rId4" Type="http://schemas.openxmlformats.org/officeDocument/2006/relationships/tags" Target="../tags/tag162.xml"/><Relationship Id="rId9" Type="http://schemas.openxmlformats.org/officeDocument/2006/relationships/tags" Target="../tags/tag167.xml"/><Relationship Id="rId14" Type="http://schemas.openxmlformats.org/officeDocument/2006/relationships/tags" Target="../tags/tag17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175.xml"/><Relationship Id="rId2" Type="http://schemas.openxmlformats.org/officeDocument/2006/relationships/tags" Target="../tags/tag174.xml"/><Relationship Id="rId1" Type="http://schemas.openxmlformats.org/officeDocument/2006/relationships/tags" Target="../tags/tag173.xml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178.xml"/><Relationship Id="rId2" Type="http://schemas.openxmlformats.org/officeDocument/2006/relationships/tags" Target="../tags/tag177.xml"/><Relationship Id="rId1" Type="http://schemas.openxmlformats.org/officeDocument/2006/relationships/tags" Target="../tags/tag17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79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82.xml"/><Relationship Id="rId7" Type="http://schemas.openxmlformats.org/officeDocument/2006/relationships/tags" Target="../tags/tag186.xml"/><Relationship Id="rId2" Type="http://schemas.openxmlformats.org/officeDocument/2006/relationships/tags" Target="../tags/tag181.xml"/><Relationship Id="rId1" Type="http://schemas.openxmlformats.org/officeDocument/2006/relationships/tags" Target="../tags/tag180.xml"/><Relationship Id="rId6" Type="http://schemas.openxmlformats.org/officeDocument/2006/relationships/tags" Target="../tags/tag185.xml"/><Relationship Id="rId5" Type="http://schemas.openxmlformats.org/officeDocument/2006/relationships/tags" Target="../tags/tag184.xml"/><Relationship Id="rId4" Type="http://schemas.openxmlformats.org/officeDocument/2006/relationships/tags" Target="../tags/tag183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194.xml"/><Relationship Id="rId3" Type="http://schemas.openxmlformats.org/officeDocument/2006/relationships/tags" Target="../tags/tag189.xml"/><Relationship Id="rId7" Type="http://schemas.openxmlformats.org/officeDocument/2006/relationships/tags" Target="../tags/tag193.xml"/><Relationship Id="rId2" Type="http://schemas.openxmlformats.org/officeDocument/2006/relationships/tags" Target="../tags/tag188.xml"/><Relationship Id="rId1" Type="http://schemas.openxmlformats.org/officeDocument/2006/relationships/tags" Target="../tags/tag187.xml"/><Relationship Id="rId6" Type="http://schemas.openxmlformats.org/officeDocument/2006/relationships/tags" Target="../tags/tag192.xml"/><Relationship Id="rId5" Type="http://schemas.openxmlformats.org/officeDocument/2006/relationships/tags" Target="../tags/tag191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90.xml"/><Relationship Id="rId9" Type="http://schemas.openxmlformats.org/officeDocument/2006/relationships/tags" Target="../tags/tag195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98.xml"/><Relationship Id="rId7" Type="http://schemas.openxmlformats.org/officeDocument/2006/relationships/tags" Target="../tags/tag202.xml"/><Relationship Id="rId2" Type="http://schemas.openxmlformats.org/officeDocument/2006/relationships/tags" Target="../tags/tag197.xml"/><Relationship Id="rId1" Type="http://schemas.openxmlformats.org/officeDocument/2006/relationships/tags" Target="../tags/tag196.xml"/><Relationship Id="rId6" Type="http://schemas.openxmlformats.org/officeDocument/2006/relationships/tags" Target="../tags/tag201.xml"/><Relationship Id="rId5" Type="http://schemas.openxmlformats.org/officeDocument/2006/relationships/tags" Target="../tags/tag200.xml"/><Relationship Id="rId4" Type="http://schemas.openxmlformats.org/officeDocument/2006/relationships/tags" Target="../tags/tag199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205.xml"/><Relationship Id="rId7" Type="http://schemas.openxmlformats.org/officeDocument/2006/relationships/tags" Target="../tags/tag209.xml"/><Relationship Id="rId2" Type="http://schemas.openxmlformats.org/officeDocument/2006/relationships/tags" Target="../tags/tag204.xml"/><Relationship Id="rId1" Type="http://schemas.openxmlformats.org/officeDocument/2006/relationships/tags" Target="../tags/tag203.xml"/><Relationship Id="rId6" Type="http://schemas.openxmlformats.org/officeDocument/2006/relationships/tags" Target="../tags/tag208.xml"/><Relationship Id="rId5" Type="http://schemas.openxmlformats.org/officeDocument/2006/relationships/tags" Target="../tags/tag207.xml"/><Relationship Id="rId4" Type="http://schemas.openxmlformats.org/officeDocument/2006/relationships/tags" Target="../tags/tag206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217.xml"/><Relationship Id="rId13" Type="http://schemas.openxmlformats.org/officeDocument/2006/relationships/tags" Target="../tags/tag222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212.xml"/><Relationship Id="rId7" Type="http://schemas.openxmlformats.org/officeDocument/2006/relationships/tags" Target="../tags/tag216.xml"/><Relationship Id="rId12" Type="http://schemas.openxmlformats.org/officeDocument/2006/relationships/tags" Target="../tags/tag221.xml"/><Relationship Id="rId17" Type="http://schemas.openxmlformats.org/officeDocument/2006/relationships/tags" Target="../tags/tag226.xml"/><Relationship Id="rId2" Type="http://schemas.openxmlformats.org/officeDocument/2006/relationships/tags" Target="../tags/tag211.xml"/><Relationship Id="rId16" Type="http://schemas.openxmlformats.org/officeDocument/2006/relationships/tags" Target="../tags/tag225.xml"/><Relationship Id="rId1" Type="http://schemas.openxmlformats.org/officeDocument/2006/relationships/tags" Target="../tags/tag210.xml"/><Relationship Id="rId6" Type="http://schemas.openxmlformats.org/officeDocument/2006/relationships/tags" Target="../tags/tag215.xml"/><Relationship Id="rId11" Type="http://schemas.openxmlformats.org/officeDocument/2006/relationships/tags" Target="../tags/tag220.xml"/><Relationship Id="rId5" Type="http://schemas.openxmlformats.org/officeDocument/2006/relationships/tags" Target="../tags/tag214.xml"/><Relationship Id="rId15" Type="http://schemas.openxmlformats.org/officeDocument/2006/relationships/tags" Target="../tags/tag224.xml"/><Relationship Id="rId10" Type="http://schemas.openxmlformats.org/officeDocument/2006/relationships/tags" Target="../tags/tag219.xml"/><Relationship Id="rId4" Type="http://schemas.openxmlformats.org/officeDocument/2006/relationships/tags" Target="../tags/tag213.xml"/><Relationship Id="rId9" Type="http://schemas.openxmlformats.org/officeDocument/2006/relationships/tags" Target="../tags/tag218.xml"/><Relationship Id="rId14" Type="http://schemas.openxmlformats.org/officeDocument/2006/relationships/tags" Target="../tags/tag223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tags" Target="../tags/tag234.xml"/><Relationship Id="rId13" Type="http://schemas.openxmlformats.org/officeDocument/2006/relationships/tags" Target="../tags/tag239.xml"/><Relationship Id="rId3" Type="http://schemas.openxmlformats.org/officeDocument/2006/relationships/tags" Target="../tags/tag229.xml"/><Relationship Id="rId7" Type="http://schemas.openxmlformats.org/officeDocument/2006/relationships/tags" Target="../tags/tag233.xml"/><Relationship Id="rId12" Type="http://schemas.openxmlformats.org/officeDocument/2006/relationships/tags" Target="../tags/tag238.xml"/><Relationship Id="rId2" Type="http://schemas.openxmlformats.org/officeDocument/2006/relationships/tags" Target="../tags/tag228.xml"/><Relationship Id="rId16" Type="http://schemas.openxmlformats.org/officeDocument/2006/relationships/slideMaster" Target="../slideMasters/slideMaster1.xml"/><Relationship Id="rId1" Type="http://schemas.openxmlformats.org/officeDocument/2006/relationships/tags" Target="../tags/tag227.xml"/><Relationship Id="rId6" Type="http://schemas.openxmlformats.org/officeDocument/2006/relationships/tags" Target="../tags/tag232.xml"/><Relationship Id="rId11" Type="http://schemas.openxmlformats.org/officeDocument/2006/relationships/tags" Target="../tags/tag237.xml"/><Relationship Id="rId5" Type="http://schemas.openxmlformats.org/officeDocument/2006/relationships/tags" Target="../tags/tag231.xml"/><Relationship Id="rId15" Type="http://schemas.openxmlformats.org/officeDocument/2006/relationships/tags" Target="../tags/tag241.xml"/><Relationship Id="rId10" Type="http://schemas.openxmlformats.org/officeDocument/2006/relationships/tags" Target="../tags/tag236.xml"/><Relationship Id="rId4" Type="http://schemas.openxmlformats.org/officeDocument/2006/relationships/tags" Target="../tags/tag230.xml"/><Relationship Id="rId9" Type="http://schemas.openxmlformats.org/officeDocument/2006/relationships/tags" Target="../tags/tag235.xml"/><Relationship Id="rId14" Type="http://schemas.openxmlformats.org/officeDocument/2006/relationships/tags" Target="../tags/tag240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tags" Target="../tags/tag249.xml"/><Relationship Id="rId13" Type="http://schemas.openxmlformats.org/officeDocument/2006/relationships/tags" Target="../tags/tag254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244.xml"/><Relationship Id="rId7" Type="http://schemas.openxmlformats.org/officeDocument/2006/relationships/tags" Target="../tags/tag248.xml"/><Relationship Id="rId12" Type="http://schemas.openxmlformats.org/officeDocument/2006/relationships/tags" Target="../tags/tag253.xml"/><Relationship Id="rId17" Type="http://schemas.openxmlformats.org/officeDocument/2006/relationships/tags" Target="../tags/tag258.xml"/><Relationship Id="rId2" Type="http://schemas.openxmlformats.org/officeDocument/2006/relationships/tags" Target="../tags/tag243.xml"/><Relationship Id="rId16" Type="http://schemas.openxmlformats.org/officeDocument/2006/relationships/tags" Target="../tags/tag257.xml"/><Relationship Id="rId1" Type="http://schemas.openxmlformats.org/officeDocument/2006/relationships/tags" Target="../tags/tag242.xml"/><Relationship Id="rId6" Type="http://schemas.openxmlformats.org/officeDocument/2006/relationships/tags" Target="../tags/tag247.xml"/><Relationship Id="rId11" Type="http://schemas.openxmlformats.org/officeDocument/2006/relationships/tags" Target="../tags/tag252.xml"/><Relationship Id="rId5" Type="http://schemas.openxmlformats.org/officeDocument/2006/relationships/tags" Target="../tags/tag246.xml"/><Relationship Id="rId15" Type="http://schemas.openxmlformats.org/officeDocument/2006/relationships/tags" Target="../tags/tag256.xml"/><Relationship Id="rId10" Type="http://schemas.openxmlformats.org/officeDocument/2006/relationships/tags" Target="../tags/tag251.xml"/><Relationship Id="rId4" Type="http://schemas.openxmlformats.org/officeDocument/2006/relationships/tags" Target="../tags/tag245.xml"/><Relationship Id="rId9" Type="http://schemas.openxmlformats.org/officeDocument/2006/relationships/tags" Target="../tags/tag250.xml"/><Relationship Id="rId14" Type="http://schemas.openxmlformats.org/officeDocument/2006/relationships/tags" Target="../tags/tag255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266.xml"/><Relationship Id="rId13" Type="http://schemas.openxmlformats.org/officeDocument/2006/relationships/tags" Target="../tags/tag271.xml"/><Relationship Id="rId18" Type="http://schemas.openxmlformats.org/officeDocument/2006/relationships/tags" Target="../tags/tag276.xml"/><Relationship Id="rId3" Type="http://schemas.openxmlformats.org/officeDocument/2006/relationships/tags" Target="../tags/tag261.xml"/><Relationship Id="rId7" Type="http://schemas.openxmlformats.org/officeDocument/2006/relationships/tags" Target="../tags/tag265.xml"/><Relationship Id="rId12" Type="http://schemas.openxmlformats.org/officeDocument/2006/relationships/tags" Target="../tags/tag270.xml"/><Relationship Id="rId17" Type="http://schemas.openxmlformats.org/officeDocument/2006/relationships/tags" Target="../tags/tag275.xml"/><Relationship Id="rId2" Type="http://schemas.openxmlformats.org/officeDocument/2006/relationships/tags" Target="../tags/tag260.xml"/><Relationship Id="rId16" Type="http://schemas.openxmlformats.org/officeDocument/2006/relationships/tags" Target="../tags/tag274.xml"/><Relationship Id="rId1" Type="http://schemas.openxmlformats.org/officeDocument/2006/relationships/tags" Target="../tags/tag259.xml"/><Relationship Id="rId6" Type="http://schemas.openxmlformats.org/officeDocument/2006/relationships/tags" Target="../tags/tag264.xml"/><Relationship Id="rId11" Type="http://schemas.openxmlformats.org/officeDocument/2006/relationships/tags" Target="../tags/tag269.xml"/><Relationship Id="rId5" Type="http://schemas.openxmlformats.org/officeDocument/2006/relationships/tags" Target="../tags/tag263.xml"/><Relationship Id="rId15" Type="http://schemas.openxmlformats.org/officeDocument/2006/relationships/tags" Target="../tags/tag273.xml"/><Relationship Id="rId10" Type="http://schemas.openxmlformats.org/officeDocument/2006/relationships/tags" Target="../tags/tag268.xml"/><Relationship Id="rId19" Type="http://schemas.openxmlformats.org/officeDocument/2006/relationships/slideMaster" Target="../slideMasters/slideMaster1.xml"/><Relationship Id="rId4" Type="http://schemas.openxmlformats.org/officeDocument/2006/relationships/tags" Target="../tags/tag262.xml"/><Relationship Id="rId9" Type="http://schemas.openxmlformats.org/officeDocument/2006/relationships/tags" Target="../tags/tag267.xml"/><Relationship Id="rId14" Type="http://schemas.openxmlformats.org/officeDocument/2006/relationships/tags" Target="../tags/tag272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284.xml"/><Relationship Id="rId13" Type="http://schemas.openxmlformats.org/officeDocument/2006/relationships/tags" Target="../tags/tag289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279.xml"/><Relationship Id="rId7" Type="http://schemas.openxmlformats.org/officeDocument/2006/relationships/tags" Target="../tags/tag283.xml"/><Relationship Id="rId12" Type="http://schemas.openxmlformats.org/officeDocument/2006/relationships/tags" Target="../tags/tag288.xml"/><Relationship Id="rId17" Type="http://schemas.openxmlformats.org/officeDocument/2006/relationships/tags" Target="../tags/tag293.xml"/><Relationship Id="rId2" Type="http://schemas.openxmlformats.org/officeDocument/2006/relationships/tags" Target="../tags/tag278.xml"/><Relationship Id="rId16" Type="http://schemas.openxmlformats.org/officeDocument/2006/relationships/tags" Target="../tags/tag292.xml"/><Relationship Id="rId1" Type="http://schemas.openxmlformats.org/officeDocument/2006/relationships/tags" Target="../tags/tag277.xml"/><Relationship Id="rId6" Type="http://schemas.openxmlformats.org/officeDocument/2006/relationships/tags" Target="../tags/tag282.xml"/><Relationship Id="rId11" Type="http://schemas.openxmlformats.org/officeDocument/2006/relationships/tags" Target="../tags/tag287.xml"/><Relationship Id="rId5" Type="http://schemas.openxmlformats.org/officeDocument/2006/relationships/tags" Target="../tags/tag281.xml"/><Relationship Id="rId15" Type="http://schemas.openxmlformats.org/officeDocument/2006/relationships/tags" Target="../tags/tag291.xml"/><Relationship Id="rId10" Type="http://schemas.openxmlformats.org/officeDocument/2006/relationships/tags" Target="../tags/tag286.xml"/><Relationship Id="rId4" Type="http://schemas.openxmlformats.org/officeDocument/2006/relationships/tags" Target="../tags/tag280.xml"/><Relationship Id="rId9" Type="http://schemas.openxmlformats.org/officeDocument/2006/relationships/tags" Target="../tags/tag285.xml"/><Relationship Id="rId14" Type="http://schemas.openxmlformats.org/officeDocument/2006/relationships/tags" Target="../tags/tag290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301.xml"/><Relationship Id="rId13" Type="http://schemas.openxmlformats.org/officeDocument/2006/relationships/tags" Target="../tags/tag306.xml"/><Relationship Id="rId3" Type="http://schemas.openxmlformats.org/officeDocument/2006/relationships/tags" Target="../tags/tag296.xml"/><Relationship Id="rId7" Type="http://schemas.openxmlformats.org/officeDocument/2006/relationships/tags" Target="../tags/tag300.xml"/><Relationship Id="rId12" Type="http://schemas.openxmlformats.org/officeDocument/2006/relationships/tags" Target="../tags/tag305.xml"/><Relationship Id="rId2" Type="http://schemas.openxmlformats.org/officeDocument/2006/relationships/tags" Target="../tags/tag295.xml"/><Relationship Id="rId1" Type="http://schemas.openxmlformats.org/officeDocument/2006/relationships/tags" Target="../tags/tag294.xml"/><Relationship Id="rId6" Type="http://schemas.openxmlformats.org/officeDocument/2006/relationships/tags" Target="../tags/tag299.xml"/><Relationship Id="rId11" Type="http://schemas.openxmlformats.org/officeDocument/2006/relationships/tags" Target="../tags/tag304.xml"/><Relationship Id="rId5" Type="http://schemas.openxmlformats.org/officeDocument/2006/relationships/tags" Target="../tags/tag298.xml"/><Relationship Id="rId10" Type="http://schemas.openxmlformats.org/officeDocument/2006/relationships/tags" Target="../tags/tag303.xml"/><Relationship Id="rId4" Type="http://schemas.openxmlformats.org/officeDocument/2006/relationships/tags" Target="../tags/tag297.xml"/><Relationship Id="rId9" Type="http://schemas.openxmlformats.org/officeDocument/2006/relationships/tags" Target="../tags/tag302.xml"/><Relationship Id="rId14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309.xml"/><Relationship Id="rId2" Type="http://schemas.openxmlformats.org/officeDocument/2006/relationships/tags" Target="../tags/tag308.xml"/><Relationship Id="rId1" Type="http://schemas.openxmlformats.org/officeDocument/2006/relationships/tags" Target="../tags/tag307.xml"/><Relationship Id="rId4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tags" Target="../tags/tag312.xml"/><Relationship Id="rId2" Type="http://schemas.openxmlformats.org/officeDocument/2006/relationships/tags" Target="../tags/tag311.xml"/><Relationship Id="rId1" Type="http://schemas.openxmlformats.org/officeDocument/2006/relationships/tags" Target="../tags/tag310.xml"/><Relationship Id="rId4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320.xml"/><Relationship Id="rId13" Type="http://schemas.openxmlformats.org/officeDocument/2006/relationships/tags" Target="../tags/tag325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315.xml"/><Relationship Id="rId7" Type="http://schemas.openxmlformats.org/officeDocument/2006/relationships/tags" Target="../tags/tag319.xml"/><Relationship Id="rId12" Type="http://schemas.openxmlformats.org/officeDocument/2006/relationships/tags" Target="../tags/tag324.xml"/><Relationship Id="rId17" Type="http://schemas.openxmlformats.org/officeDocument/2006/relationships/tags" Target="../tags/tag329.xml"/><Relationship Id="rId2" Type="http://schemas.openxmlformats.org/officeDocument/2006/relationships/tags" Target="../tags/tag314.xml"/><Relationship Id="rId16" Type="http://schemas.openxmlformats.org/officeDocument/2006/relationships/tags" Target="../tags/tag328.xml"/><Relationship Id="rId1" Type="http://schemas.openxmlformats.org/officeDocument/2006/relationships/tags" Target="../tags/tag313.xml"/><Relationship Id="rId6" Type="http://schemas.openxmlformats.org/officeDocument/2006/relationships/tags" Target="../tags/tag318.xml"/><Relationship Id="rId11" Type="http://schemas.openxmlformats.org/officeDocument/2006/relationships/tags" Target="../tags/tag323.xml"/><Relationship Id="rId5" Type="http://schemas.openxmlformats.org/officeDocument/2006/relationships/tags" Target="../tags/tag317.xml"/><Relationship Id="rId15" Type="http://schemas.openxmlformats.org/officeDocument/2006/relationships/tags" Target="../tags/tag327.xml"/><Relationship Id="rId10" Type="http://schemas.openxmlformats.org/officeDocument/2006/relationships/tags" Target="../tags/tag322.xml"/><Relationship Id="rId4" Type="http://schemas.openxmlformats.org/officeDocument/2006/relationships/tags" Target="../tags/tag316.xml"/><Relationship Id="rId9" Type="http://schemas.openxmlformats.org/officeDocument/2006/relationships/tags" Target="../tags/tag321.xml"/><Relationship Id="rId14" Type="http://schemas.openxmlformats.org/officeDocument/2006/relationships/tags" Target="../tags/tag326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9.png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33.jpeg"/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9.emf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35.jpeg"/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36.jpeg"/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37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8.png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39.jpeg"/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40.jpeg"/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svg"/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4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4.xml"/><Relationship Id="rId3" Type="http://schemas.openxmlformats.org/officeDocument/2006/relationships/tags" Target="../tags/tag375.xml"/><Relationship Id="rId7" Type="http://schemas.openxmlformats.org/officeDocument/2006/relationships/tags" Target="../tags/tag379.xml"/><Relationship Id="rId2" Type="http://schemas.openxmlformats.org/officeDocument/2006/relationships/tags" Target="../tags/tag374.xml"/><Relationship Id="rId1" Type="http://schemas.openxmlformats.org/officeDocument/2006/relationships/tags" Target="../tags/tag373.xml"/><Relationship Id="rId6" Type="http://schemas.openxmlformats.org/officeDocument/2006/relationships/tags" Target="../tags/tag378.xml"/><Relationship Id="rId5" Type="http://schemas.openxmlformats.org/officeDocument/2006/relationships/tags" Target="../tags/tag377.xml"/><Relationship Id="rId4" Type="http://schemas.openxmlformats.org/officeDocument/2006/relationships/tags" Target="../tags/tag376.xml"/></Relationships>
</file>

<file path=ppt/slideLayouts/_rels/slideLayout145.xml.rels><?xml version="1.0" encoding="UTF-8" standalone="yes"?>
<Relationships xmlns="http://schemas.openxmlformats.org/package/2006/relationships"><Relationship Id="rId8" Type="http://schemas.openxmlformats.org/officeDocument/2006/relationships/tags" Target="../tags/tag387.xml"/><Relationship Id="rId3" Type="http://schemas.openxmlformats.org/officeDocument/2006/relationships/tags" Target="../tags/tag382.xml"/><Relationship Id="rId7" Type="http://schemas.openxmlformats.org/officeDocument/2006/relationships/tags" Target="../tags/tag386.xml"/><Relationship Id="rId2" Type="http://schemas.openxmlformats.org/officeDocument/2006/relationships/tags" Target="../tags/tag381.xml"/><Relationship Id="rId1" Type="http://schemas.openxmlformats.org/officeDocument/2006/relationships/tags" Target="../tags/tag380.xml"/><Relationship Id="rId6" Type="http://schemas.openxmlformats.org/officeDocument/2006/relationships/tags" Target="../tags/tag385.xml"/><Relationship Id="rId5" Type="http://schemas.openxmlformats.org/officeDocument/2006/relationships/tags" Target="../tags/tag384.xml"/><Relationship Id="rId4" Type="http://schemas.openxmlformats.org/officeDocument/2006/relationships/tags" Target="../tags/tag383.xml"/><Relationship Id="rId9" Type="http://schemas.openxmlformats.org/officeDocument/2006/relationships/slideMaster" Target="../slideMasters/slideMaster4.xml"/></Relationships>
</file>

<file path=ppt/slideLayouts/_rels/slideLayout146.xml.rels><?xml version="1.0" encoding="UTF-8" standalone="yes"?>
<Relationships xmlns="http://schemas.openxmlformats.org/package/2006/relationships"><Relationship Id="rId3" Type="http://schemas.openxmlformats.org/officeDocument/2006/relationships/tags" Target="../tags/tag390.xml"/><Relationship Id="rId2" Type="http://schemas.openxmlformats.org/officeDocument/2006/relationships/tags" Target="../tags/tag389.xml"/><Relationship Id="rId1" Type="http://schemas.openxmlformats.org/officeDocument/2006/relationships/tags" Target="../tags/tag388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392.xml"/><Relationship Id="rId4" Type="http://schemas.openxmlformats.org/officeDocument/2006/relationships/tags" Target="../tags/tag391.xml"/></Relationships>
</file>

<file path=ppt/slideLayouts/_rels/slideLayout147.xml.rels><?xml version="1.0" encoding="UTF-8" standalone="yes"?>
<Relationships xmlns="http://schemas.openxmlformats.org/package/2006/relationships"><Relationship Id="rId3" Type="http://schemas.openxmlformats.org/officeDocument/2006/relationships/tags" Target="../tags/tag395.xml"/><Relationship Id="rId2" Type="http://schemas.openxmlformats.org/officeDocument/2006/relationships/tags" Target="../tags/tag394.xml"/><Relationship Id="rId1" Type="http://schemas.openxmlformats.org/officeDocument/2006/relationships/tags" Target="../tags/tag393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397.xml"/><Relationship Id="rId4" Type="http://schemas.openxmlformats.org/officeDocument/2006/relationships/tags" Target="../tags/tag396.xml"/></Relationships>
</file>

<file path=ppt/slideLayouts/_rels/slideLayout148.xml.rels><?xml version="1.0" encoding="UTF-8" standalone="yes"?>
<Relationships xmlns="http://schemas.openxmlformats.org/package/2006/relationships"><Relationship Id="rId3" Type="http://schemas.openxmlformats.org/officeDocument/2006/relationships/tags" Target="../tags/tag400.xml"/><Relationship Id="rId2" Type="http://schemas.openxmlformats.org/officeDocument/2006/relationships/tags" Target="../tags/tag399.xml"/><Relationship Id="rId1" Type="http://schemas.openxmlformats.org/officeDocument/2006/relationships/tags" Target="../tags/tag398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402.xml"/><Relationship Id="rId4" Type="http://schemas.openxmlformats.org/officeDocument/2006/relationships/tags" Target="../tags/tag401.xml"/></Relationships>
</file>

<file path=ppt/slideLayouts/_rels/slideLayout149.xml.rels><?xml version="1.0" encoding="UTF-8" standalone="yes"?>
<Relationships xmlns="http://schemas.openxmlformats.org/package/2006/relationships"><Relationship Id="rId8" Type="http://schemas.openxmlformats.org/officeDocument/2006/relationships/tags" Target="../tags/tag410.xml"/><Relationship Id="rId13" Type="http://schemas.openxmlformats.org/officeDocument/2006/relationships/tags" Target="../tags/tag415.xml"/><Relationship Id="rId18" Type="http://schemas.openxmlformats.org/officeDocument/2006/relationships/tags" Target="../tags/tag420.xml"/><Relationship Id="rId3" Type="http://schemas.openxmlformats.org/officeDocument/2006/relationships/tags" Target="../tags/tag405.xml"/><Relationship Id="rId7" Type="http://schemas.openxmlformats.org/officeDocument/2006/relationships/tags" Target="../tags/tag409.xml"/><Relationship Id="rId12" Type="http://schemas.openxmlformats.org/officeDocument/2006/relationships/tags" Target="../tags/tag414.xml"/><Relationship Id="rId17" Type="http://schemas.openxmlformats.org/officeDocument/2006/relationships/tags" Target="../tags/tag419.xml"/><Relationship Id="rId2" Type="http://schemas.openxmlformats.org/officeDocument/2006/relationships/tags" Target="../tags/tag404.xml"/><Relationship Id="rId16" Type="http://schemas.openxmlformats.org/officeDocument/2006/relationships/tags" Target="../tags/tag418.xml"/><Relationship Id="rId1" Type="http://schemas.openxmlformats.org/officeDocument/2006/relationships/tags" Target="../tags/tag403.xml"/><Relationship Id="rId6" Type="http://schemas.openxmlformats.org/officeDocument/2006/relationships/tags" Target="../tags/tag408.xml"/><Relationship Id="rId11" Type="http://schemas.openxmlformats.org/officeDocument/2006/relationships/tags" Target="../tags/tag413.xml"/><Relationship Id="rId5" Type="http://schemas.openxmlformats.org/officeDocument/2006/relationships/tags" Target="../tags/tag407.xml"/><Relationship Id="rId15" Type="http://schemas.openxmlformats.org/officeDocument/2006/relationships/tags" Target="../tags/tag417.xml"/><Relationship Id="rId10" Type="http://schemas.openxmlformats.org/officeDocument/2006/relationships/tags" Target="../tags/tag412.xml"/><Relationship Id="rId19" Type="http://schemas.openxmlformats.org/officeDocument/2006/relationships/slideMaster" Target="../slideMasters/slideMaster4.xml"/><Relationship Id="rId4" Type="http://schemas.openxmlformats.org/officeDocument/2006/relationships/tags" Target="../tags/tag406.xml"/><Relationship Id="rId9" Type="http://schemas.openxmlformats.org/officeDocument/2006/relationships/tags" Target="../tags/tag411.xml"/><Relationship Id="rId14" Type="http://schemas.openxmlformats.org/officeDocument/2006/relationships/tags" Target="../tags/tag416.xml"/></Relationships>
</file>

<file path=ppt/slideLayouts/_rels/slideLayout150.xml.rels><?xml version="1.0" encoding="UTF-8" standalone="yes"?>
<Relationships xmlns="http://schemas.openxmlformats.org/package/2006/relationships"><Relationship Id="rId8" Type="http://schemas.openxmlformats.org/officeDocument/2006/relationships/tags" Target="../tags/tag428.xml"/><Relationship Id="rId13" Type="http://schemas.openxmlformats.org/officeDocument/2006/relationships/tags" Target="../tags/tag433.xml"/><Relationship Id="rId18" Type="http://schemas.openxmlformats.org/officeDocument/2006/relationships/tags" Target="../tags/tag438.xml"/><Relationship Id="rId3" Type="http://schemas.openxmlformats.org/officeDocument/2006/relationships/tags" Target="../tags/tag423.xml"/><Relationship Id="rId7" Type="http://schemas.openxmlformats.org/officeDocument/2006/relationships/tags" Target="../tags/tag427.xml"/><Relationship Id="rId12" Type="http://schemas.openxmlformats.org/officeDocument/2006/relationships/tags" Target="../tags/tag432.xml"/><Relationship Id="rId17" Type="http://schemas.openxmlformats.org/officeDocument/2006/relationships/tags" Target="../tags/tag437.xml"/><Relationship Id="rId2" Type="http://schemas.openxmlformats.org/officeDocument/2006/relationships/tags" Target="../tags/tag422.xml"/><Relationship Id="rId16" Type="http://schemas.openxmlformats.org/officeDocument/2006/relationships/tags" Target="../tags/tag436.xml"/><Relationship Id="rId1" Type="http://schemas.openxmlformats.org/officeDocument/2006/relationships/tags" Target="../tags/tag421.xml"/><Relationship Id="rId6" Type="http://schemas.openxmlformats.org/officeDocument/2006/relationships/tags" Target="../tags/tag426.xml"/><Relationship Id="rId11" Type="http://schemas.openxmlformats.org/officeDocument/2006/relationships/tags" Target="../tags/tag431.xml"/><Relationship Id="rId5" Type="http://schemas.openxmlformats.org/officeDocument/2006/relationships/tags" Target="../tags/tag425.xml"/><Relationship Id="rId15" Type="http://schemas.openxmlformats.org/officeDocument/2006/relationships/tags" Target="../tags/tag435.xml"/><Relationship Id="rId10" Type="http://schemas.openxmlformats.org/officeDocument/2006/relationships/tags" Target="../tags/tag430.xml"/><Relationship Id="rId19" Type="http://schemas.openxmlformats.org/officeDocument/2006/relationships/slideMaster" Target="../slideMasters/slideMaster4.xml"/><Relationship Id="rId4" Type="http://schemas.openxmlformats.org/officeDocument/2006/relationships/tags" Target="../tags/tag424.xml"/><Relationship Id="rId9" Type="http://schemas.openxmlformats.org/officeDocument/2006/relationships/tags" Target="../tags/tag429.xml"/><Relationship Id="rId14" Type="http://schemas.openxmlformats.org/officeDocument/2006/relationships/tags" Target="../tags/tag434.xml"/></Relationships>
</file>

<file path=ppt/slideLayouts/_rels/slideLayout151.xml.rels><?xml version="1.0" encoding="UTF-8" standalone="yes"?>
<Relationships xmlns="http://schemas.openxmlformats.org/package/2006/relationships"><Relationship Id="rId8" Type="http://schemas.openxmlformats.org/officeDocument/2006/relationships/tags" Target="../tags/tag446.xml"/><Relationship Id="rId13" Type="http://schemas.openxmlformats.org/officeDocument/2006/relationships/tags" Target="../tags/tag451.xml"/><Relationship Id="rId18" Type="http://schemas.openxmlformats.org/officeDocument/2006/relationships/tags" Target="../tags/tag456.xml"/><Relationship Id="rId3" Type="http://schemas.openxmlformats.org/officeDocument/2006/relationships/tags" Target="../tags/tag441.xml"/><Relationship Id="rId21" Type="http://schemas.openxmlformats.org/officeDocument/2006/relationships/slideMaster" Target="../slideMasters/slideMaster4.xml"/><Relationship Id="rId7" Type="http://schemas.openxmlformats.org/officeDocument/2006/relationships/tags" Target="../tags/tag445.xml"/><Relationship Id="rId12" Type="http://schemas.openxmlformats.org/officeDocument/2006/relationships/tags" Target="../tags/tag450.xml"/><Relationship Id="rId17" Type="http://schemas.openxmlformats.org/officeDocument/2006/relationships/tags" Target="../tags/tag455.xml"/><Relationship Id="rId2" Type="http://schemas.openxmlformats.org/officeDocument/2006/relationships/tags" Target="../tags/tag440.xml"/><Relationship Id="rId16" Type="http://schemas.openxmlformats.org/officeDocument/2006/relationships/tags" Target="../tags/tag454.xml"/><Relationship Id="rId20" Type="http://schemas.openxmlformats.org/officeDocument/2006/relationships/tags" Target="../tags/tag458.xml"/><Relationship Id="rId1" Type="http://schemas.openxmlformats.org/officeDocument/2006/relationships/tags" Target="../tags/tag439.xml"/><Relationship Id="rId6" Type="http://schemas.openxmlformats.org/officeDocument/2006/relationships/tags" Target="../tags/tag444.xml"/><Relationship Id="rId11" Type="http://schemas.openxmlformats.org/officeDocument/2006/relationships/tags" Target="../tags/tag449.xml"/><Relationship Id="rId5" Type="http://schemas.openxmlformats.org/officeDocument/2006/relationships/tags" Target="../tags/tag443.xml"/><Relationship Id="rId15" Type="http://schemas.openxmlformats.org/officeDocument/2006/relationships/tags" Target="../tags/tag453.xml"/><Relationship Id="rId10" Type="http://schemas.openxmlformats.org/officeDocument/2006/relationships/tags" Target="../tags/tag448.xml"/><Relationship Id="rId19" Type="http://schemas.openxmlformats.org/officeDocument/2006/relationships/tags" Target="../tags/tag457.xml"/><Relationship Id="rId4" Type="http://schemas.openxmlformats.org/officeDocument/2006/relationships/tags" Target="../tags/tag442.xml"/><Relationship Id="rId9" Type="http://schemas.openxmlformats.org/officeDocument/2006/relationships/tags" Target="../tags/tag447.xml"/><Relationship Id="rId14" Type="http://schemas.openxmlformats.org/officeDocument/2006/relationships/tags" Target="../tags/tag452.xml"/></Relationships>
</file>

<file path=ppt/slideLayouts/_rels/slideLayout152.xml.rels><?xml version="1.0" encoding="UTF-8" standalone="yes"?>
<Relationships xmlns="http://schemas.openxmlformats.org/package/2006/relationships"><Relationship Id="rId8" Type="http://schemas.openxmlformats.org/officeDocument/2006/relationships/tags" Target="../tags/tag466.xml"/><Relationship Id="rId13" Type="http://schemas.openxmlformats.org/officeDocument/2006/relationships/tags" Target="../tags/tag471.xml"/><Relationship Id="rId18" Type="http://schemas.openxmlformats.org/officeDocument/2006/relationships/tags" Target="../tags/tag476.xml"/><Relationship Id="rId3" Type="http://schemas.openxmlformats.org/officeDocument/2006/relationships/tags" Target="../tags/tag461.xml"/><Relationship Id="rId21" Type="http://schemas.openxmlformats.org/officeDocument/2006/relationships/slideMaster" Target="../slideMasters/slideMaster4.xml"/><Relationship Id="rId7" Type="http://schemas.openxmlformats.org/officeDocument/2006/relationships/tags" Target="../tags/tag465.xml"/><Relationship Id="rId12" Type="http://schemas.openxmlformats.org/officeDocument/2006/relationships/tags" Target="../tags/tag470.xml"/><Relationship Id="rId17" Type="http://schemas.openxmlformats.org/officeDocument/2006/relationships/tags" Target="../tags/tag475.xml"/><Relationship Id="rId2" Type="http://schemas.openxmlformats.org/officeDocument/2006/relationships/tags" Target="../tags/tag460.xml"/><Relationship Id="rId16" Type="http://schemas.openxmlformats.org/officeDocument/2006/relationships/tags" Target="../tags/tag474.xml"/><Relationship Id="rId20" Type="http://schemas.openxmlformats.org/officeDocument/2006/relationships/tags" Target="../tags/tag478.xml"/><Relationship Id="rId1" Type="http://schemas.openxmlformats.org/officeDocument/2006/relationships/tags" Target="../tags/tag459.xml"/><Relationship Id="rId6" Type="http://schemas.openxmlformats.org/officeDocument/2006/relationships/tags" Target="../tags/tag464.xml"/><Relationship Id="rId11" Type="http://schemas.openxmlformats.org/officeDocument/2006/relationships/tags" Target="../tags/tag469.xml"/><Relationship Id="rId5" Type="http://schemas.openxmlformats.org/officeDocument/2006/relationships/tags" Target="../tags/tag463.xml"/><Relationship Id="rId15" Type="http://schemas.openxmlformats.org/officeDocument/2006/relationships/tags" Target="../tags/tag473.xml"/><Relationship Id="rId10" Type="http://schemas.openxmlformats.org/officeDocument/2006/relationships/tags" Target="../tags/tag468.xml"/><Relationship Id="rId19" Type="http://schemas.openxmlformats.org/officeDocument/2006/relationships/tags" Target="../tags/tag477.xml"/><Relationship Id="rId4" Type="http://schemas.openxmlformats.org/officeDocument/2006/relationships/tags" Target="../tags/tag462.xml"/><Relationship Id="rId9" Type="http://schemas.openxmlformats.org/officeDocument/2006/relationships/tags" Target="../tags/tag467.xml"/><Relationship Id="rId14" Type="http://schemas.openxmlformats.org/officeDocument/2006/relationships/tags" Target="../tags/tag472.xml"/></Relationships>
</file>

<file path=ppt/slideLayouts/_rels/slideLayout153.xml.rels><?xml version="1.0" encoding="UTF-8" standalone="yes"?>
<Relationships xmlns="http://schemas.openxmlformats.org/package/2006/relationships"><Relationship Id="rId8" Type="http://schemas.openxmlformats.org/officeDocument/2006/relationships/tags" Target="../tags/tag486.xml"/><Relationship Id="rId13" Type="http://schemas.openxmlformats.org/officeDocument/2006/relationships/tags" Target="../tags/tag491.xml"/><Relationship Id="rId18" Type="http://schemas.openxmlformats.org/officeDocument/2006/relationships/tags" Target="../tags/tag496.xml"/><Relationship Id="rId3" Type="http://schemas.openxmlformats.org/officeDocument/2006/relationships/tags" Target="../tags/tag481.xml"/><Relationship Id="rId21" Type="http://schemas.openxmlformats.org/officeDocument/2006/relationships/slideMaster" Target="../slideMasters/slideMaster4.xml"/><Relationship Id="rId7" Type="http://schemas.openxmlformats.org/officeDocument/2006/relationships/tags" Target="../tags/tag485.xml"/><Relationship Id="rId12" Type="http://schemas.openxmlformats.org/officeDocument/2006/relationships/tags" Target="../tags/tag490.xml"/><Relationship Id="rId17" Type="http://schemas.openxmlformats.org/officeDocument/2006/relationships/tags" Target="../tags/tag495.xml"/><Relationship Id="rId2" Type="http://schemas.openxmlformats.org/officeDocument/2006/relationships/tags" Target="../tags/tag480.xml"/><Relationship Id="rId16" Type="http://schemas.openxmlformats.org/officeDocument/2006/relationships/tags" Target="../tags/tag494.xml"/><Relationship Id="rId20" Type="http://schemas.openxmlformats.org/officeDocument/2006/relationships/tags" Target="../tags/tag498.xml"/><Relationship Id="rId1" Type="http://schemas.openxmlformats.org/officeDocument/2006/relationships/tags" Target="../tags/tag479.xml"/><Relationship Id="rId6" Type="http://schemas.openxmlformats.org/officeDocument/2006/relationships/tags" Target="../tags/tag484.xml"/><Relationship Id="rId11" Type="http://schemas.openxmlformats.org/officeDocument/2006/relationships/tags" Target="../tags/tag489.xml"/><Relationship Id="rId5" Type="http://schemas.openxmlformats.org/officeDocument/2006/relationships/tags" Target="../tags/tag483.xml"/><Relationship Id="rId15" Type="http://schemas.openxmlformats.org/officeDocument/2006/relationships/tags" Target="../tags/tag493.xml"/><Relationship Id="rId10" Type="http://schemas.openxmlformats.org/officeDocument/2006/relationships/tags" Target="../tags/tag488.xml"/><Relationship Id="rId19" Type="http://schemas.openxmlformats.org/officeDocument/2006/relationships/tags" Target="../tags/tag497.xml"/><Relationship Id="rId4" Type="http://schemas.openxmlformats.org/officeDocument/2006/relationships/tags" Target="../tags/tag482.xml"/><Relationship Id="rId9" Type="http://schemas.openxmlformats.org/officeDocument/2006/relationships/tags" Target="../tags/tag487.xml"/><Relationship Id="rId14" Type="http://schemas.openxmlformats.org/officeDocument/2006/relationships/tags" Target="../tags/tag492.xml"/></Relationships>
</file>

<file path=ppt/slideLayouts/_rels/slideLayout154.xml.rels><?xml version="1.0" encoding="UTF-8" standalone="yes"?>
<Relationships xmlns="http://schemas.openxmlformats.org/package/2006/relationships"><Relationship Id="rId8" Type="http://schemas.openxmlformats.org/officeDocument/2006/relationships/tags" Target="../tags/tag506.xml"/><Relationship Id="rId13" Type="http://schemas.openxmlformats.org/officeDocument/2006/relationships/tags" Target="../tags/tag511.xml"/><Relationship Id="rId3" Type="http://schemas.openxmlformats.org/officeDocument/2006/relationships/tags" Target="../tags/tag501.xml"/><Relationship Id="rId7" Type="http://schemas.openxmlformats.org/officeDocument/2006/relationships/tags" Target="../tags/tag505.xml"/><Relationship Id="rId12" Type="http://schemas.openxmlformats.org/officeDocument/2006/relationships/tags" Target="../tags/tag510.xml"/><Relationship Id="rId17" Type="http://schemas.openxmlformats.org/officeDocument/2006/relationships/slideMaster" Target="../slideMasters/slideMaster4.xml"/><Relationship Id="rId2" Type="http://schemas.openxmlformats.org/officeDocument/2006/relationships/tags" Target="../tags/tag500.xml"/><Relationship Id="rId16" Type="http://schemas.openxmlformats.org/officeDocument/2006/relationships/tags" Target="../tags/tag514.xml"/><Relationship Id="rId1" Type="http://schemas.openxmlformats.org/officeDocument/2006/relationships/tags" Target="../tags/tag499.xml"/><Relationship Id="rId6" Type="http://schemas.openxmlformats.org/officeDocument/2006/relationships/tags" Target="../tags/tag504.xml"/><Relationship Id="rId11" Type="http://schemas.openxmlformats.org/officeDocument/2006/relationships/tags" Target="../tags/tag509.xml"/><Relationship Id="rId5" Type="http://schemas.openxmlformats.org/officeDocument/2006/relationships/tags" Target="../tags/tag503.xml"/><Relationship Id="rId15" Type="http://schemas.openxmlformats.org/officeDocument/2006/relationships/tags" Target="../tags/tag513.xml"/><Relationship Id="rId10" Type="http://schemas.openxmlformats.org/officeDocument/2006/relationships/tags" Target="../tags/tag508.xml"/><Relationship Id="rId4" Type="http://schemas.openxmlformats.org/officeDocument/2006/relationships/tags" Target="../tags/tag502.xml"/><Relationship Id="rId9" Type="http://schemas.openxmlformats.org/officeDocument/2006/relationships/tags" Target="../tags/tag507.xml"/><Relationship Id="rId14" Type="http://schemas.openxmlformats.org/officeDocument/2006/relationships/tags" Target="../tags/tag512.xml"/></Relationships>
</file>

<file path=ppt/slideLayouts/_rels/slideLayout155.xml.rels><?xml version="1.0" encoding="UTF-8" standalone="yes"?>
<Relationships xmlns="http://schemas.openxmlformats.org/package/2006/relationships"><Relationship Id="rId3" Type="http://schemas.openxmlformats.org/officeDocument/2006/relationships/tags" Target="../tags/tag517.xml"/><Relationship Id="rId2" Type="http://schemas.openxmlformats.org/officeDocument/2006/relationships/tags" Target="../tags/tag516.xml"/><Relationship Id="rId1" Type="http://schemas.openxmlformats.org/officeDocument/2006/relationships/tags" Target="../tags/tag515.xml"/><Relationship Id="rId4" Type="http://schemas.openxmlformats.org/officeDocument/2006/relationships/slideMaster" Target="../slideMasters/slideMaster4.xml"/></Relationships>
</file>

<file path=ppt/slideLayouts/_rels/slideLayout156.xml.rels><?xml version="1.0" encoding="UTF-8" standalone="yes"?>
<Relationships xmlns="http://schemas.openxmlformats.org/package/2006/relationships"><Relationship Id="rId3" Type="http://schemas.openxmlformats.org/officeDocument/2006/relationships/tags" Target="../tags/tag520.xml"/><Relationship Id="rId2" Type="http://schemas.openxmlformats.org/officeDocument/2006/relationships/tags" Target="../tags/tag519.xml"/><Relationship Id="rId1" Type="http://schemas.openxmlformats.org/officeDocument/2006/relationships/tags" Target="../tags/tag518.xml"/><Relationship Id="rId5" Type="http://schemas.openxmlformats.org/officeDocument/2006/relationships/slideMaster" Target="../slideMasters/slideMaster4.xml"/><Relationship Id="rId4" Type="http://schemas.openxmlformats.org/officeDocument/2006/relationships/tags" Target="../tags/tag521.xml"/></Relationships>
</file>

<file path=ppt/slideLayouts/_rels/slideLayout157.xml.rels><?xml version="1.0" encoding="UTF-8" standalone="yes"?>
<Relationships xmlns="http://schemas.openxmlformats.org/package/2006/relationships"><Relationship Id="rId3" Type="http://schemas.openxmlformats.org/officeDocument/2006/relationships/tags" Target="../tags/tag524.xml"/><Relationship Id="rId2" Type="http://schemas.openxmlformats.org/officeDocument/2006/relationships/tags" Target="../tags/tag523.xml"/><Relationship Id="rId1" Type="http://schemas.openxmlformats.org/officeDocument/2006/relationships/tags" Target="../tags/tag522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526.xml"/><Relationship Id="rId4" Type="http://schemas.openxmlformats.org/officeDocument/2006/relationships/tags" Target="../tags/tag525.xml"/></Relationships>
</file>

<file path=ppt/slideLayouts/_rels/slideLayout158.xml.rels><?xml version="1.0" encoding="UTF-8" standalone="yes"?>
<Relationships xmlns="http://schemas.openxmlformats.org/package/2006/relationships"><Relationship Id="rId8" Type="http://schemas.openxmlformats.org/officeDocument/2006/relationships/tags" Target="../tags/tag534.xml"/><Relationship Id="rId3" Type="http://schemas.openxmlformats.org/officeDocument/2006/relationships/tags" Target="../tags/tag529.xml"/><Relationship Id="rId7" Type="http://schemas.openxmlformats.org/officeDocument/2006/relationships/tags" Target="../tags/tag533.xml"/><Relationship Id="rId2" Type="http://schemas.openxmlformats.org/officeDocument/2006/relationships/tags" Target="../tags/tag528.xml"/><Relationship Id="rId1" Type="http://schemas.openxmlformats.org/officeDocument/2006/relationships/tags" Target="../tags/tag527.xml"/><Relationship Id="rId6" Type="http://schemas.openxmlformats.org/officeDocument/2006/relationships/tags" Target="../tags/tag532.xml"/><Relationship Id="rId5" Type="http://schemas.openxmlformats.org/officeDocument/2006/relationships/tags" Target="../tags/tag531.xml"/><Relationship Id="rId4" Type="http://schemas.openxmlformats.org/officeDocument/2006/relationships/tags" Target="../tags/tag530.xml"/><Relationship Id="rId9" Type="http://schemas.openxmlformats.org/officeDocument/2006/relationships/slideMaster" Target="../slideMasters/slideMaster4.xml"/></Relationships>
</file>

<file path=ppt/slideLayouts/_rels/slideLayout159.xml.rels><?xml version="1.0" encoding="UTF-8" standalone="yes"?>
<Relationships xmlns="http://schemas.openxmlformats.org/package/2006/relationships"><Relationship Id="rId8" Type="http://schemas.openxmlformats.org/officeDocument/2006/relationships/tags" Target="../tags/tag542.xml"/><Relationship Id="rId3" Type="http://schemas.openxmlformats.org/officeDocument/2006/relationships/tags" Target="../tags/tag537.xml"/><Relationship Id="rId7" Type="http://schemas.openxmlformats.org/officeDocument/2006/relationships/tags" Target="../tags/tag541.xml"/><Relationship Id="rId2" Type="http://schemas.openxmlformats.org/officeDocument/2006/relationships/tags" Target="../tags/tag536.xml"/><Relationship Id="rId1" Type="http://schemas.openxmlformats.org/officeDocument/2006/relationships/tags" Target="../tags/tag535.xml"/><Relationship Id="rId6" Type="http://schemas.openxmlformats.org/officeDocument/2006/relationships/tags" Target="../tags/tag540.xml"/><Relationship Id="rId5" Type="http://schemas.openxmlformats.org/officeDocument/2006/relationships/tags" Target="../tags/tag539.xml"/><Relationship Id="rId10" Type="http://schemas.openxmlformats.org/officeDocument/2006/relationships/slideMaster" Target="../slideMasters/slideMaster4.xml"/><Relationship Id="rId4" Type="http://schemas.openxmlformats.org/officeDocument/2006/relationships/tags" Target="../tags/tag538.xml"/><Relationship Id="rId9" Type="http://schemas.openxmlformats.org/officeDocument/2006/relationships/tags" Target="../tags/tag543.xml"/></Relationships>
</file>

<file path=ppt/slideLayouts/_rels/slideLayout160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4.xml"/><Relationship Id="rId3" Type="http://schemas.openxmlformats.org/officeDocument/2006/relationships/tags" Target="../tags/tag546.xml"/><Relationship Id="rId7" Type="http://schemas.openxmlformats.org/officeDocument/2006/relationships/tags" Target="../tags/tag550.xml"/><Relationship Id="rId2" Type="http://schemas.openxmlformats.org/officeDocument/2006/relationships/tags" Target="../tags/tag545.xml"/><Relationship Id="rId1" Type="http://schemas.openxmlformats.org/officeDocument/2006/relationships/tags" Target="../tags/tag544.xml"/><Relationship Id="rId6" Type="http://schemas.openxmlformats.org/officeDocument/2006/relationships/tags" Target="../tags/tag549.xml"/><Relationship Id="rId5" Type="http://schemas.openxmlformats.org/officeDocument/2006/relationships/tags" Target="../tags/tag548.xml"/><Relationship Id="rId4" Type="http://schemas.openxmlformats.org/officeDocument/2006/relationships/tags" Target="../tags/tag547.xml"/></Relationships>
</file>

<file path=ppt/slideLayouts/_rels/slideLayout161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4.xml"/><Relationship Id="rId3" Type="http://schemas.openxmlformats.org/officeDocument/2006/relationships/tags" Target="../tags/tag553.xml"/><Relationship Id="rId7" Type="http://schemas.openxmlformats.org/officeDocument/2006/relationships/tags" Target="../tags/tag557.xml"/><Relationship Id="rId2" Type="http://schemas.openxmlformats.org/officeDocument/2006/relationships/tags" Target="../tags/tag552.xml"/><Relationship Id="rId1" Type="http://schemas.openxmlformats.org/officeDocument/2006/relationships/tags" Target="../tags/tag551.xml"/><Relationship Id="rId6" Type="http://schemas.openxmlformats.org/officeDocument/2006/relationships/tags" Target="../tags/tag556.xml"/><Relationship Id="rId5" Type="http://schemas.openxmlformats.org/officeDocument/2006/relationships/tags" Target="../tags/tag555.xml"/><Relationship Id="rId4" Type="http://schemas.openxmlformats.org/officeDocument/2006/relationships/tags" Target="../tags/tag554.xml"/></Relationships>
</file>

<file path=ppt/slideLayouts/_rels/slideLayout162.xml.rels><?xml version="1.0" encoding="UTF-8" standalone="yes"?>
<Relationships xmlns="http://schemas.openxmlformats.org/package/2006/relationships"><Relationship Id="rId8" Type="http://schemas.openxmlformats.org/officeDocument/2006/relationships/tags" Target="../tags/tag565.xml"/><Relationship Id="rId13" Type="http://schemas.openxmlformats.org/officeDocument/2006/relationships/tags" Target="../tags/tag570.xml"/><Relationship Id="rId18" Type="http://schemas.openxmlformats.org/officeDocument/2006/relationships/tags" Target="../tags/tag575.xml"/><Relationship Id="rId3" Type="http://schemas.openxmlformats.org/officeDocument/2006/relationships/tags" Target="../tags/tag560.xml"/><Relationship Id="rId7" Type="http://schemas.openxmlformats.org/officeDocument/2006/relationships/tags" Target="../tags/tag564.xml"/><Relationship Id="rId12" Type="http://schemas.openxmlformats.org/officeDocument/2006/relationships/tags" Target="../tags/tag569.xml"/><Relationship Id="rId17" Type="http://schemas.openxmlformats.org/officeDocument/2006/relationships/tags" Target="../tags/tag574.xml"/><Relationship Id="rId2" Type="http://schemas.openxmlformats.org/officeDocument/2006/relationships/tags" Target="../tags/tag559.xml"/><Relationship Id="rId16" Type="http://schemas.openxmlformats.org/officeDocument/2006/relationships/tags" Target="../tags/tag573.xml"/><Relationship Id="rId20" Type="http://schemas.openxmlformats.org/officeDocument/2006/relationships/slideMaster" Target="../slideMasters/slideMaster4.xml"/><Relationship Id="rId1" Type="http://schemas.openxmlformats.org/officeDocument/2006/relationships/tags" Target="../tags/tag558.xml"/><Relationship Id="rId6" Type="http://schemas.openxmlformats.org/officeDocument/2006/relationships/tags" Target="../tags/tag563.xml"/><Relationship Id="rId11" Type="http://schemas.openxmlformats.org/officeDocument/2006/relationships/tags" Target="../tags/tag568.xml"/><Relationship Id="rId5" Type="http://schemas.openxmlformats.org/officeDocument/2006/relationships/tags" Target="../tags/tag562.xml"/><Relationship Id="rId15" Type="http://schemas.openxmlformats.org/officeDocument/2006/relationships/tags" Target="../tags/tag572.xml"/><Relationship Id="rId10" Type="http://schemas.openxmlformats.org/officeDocument/2006/relationships/tags" Target="../tags/tag567.xml"/><Relationship Id="rId19" Type="http://schemas.openxmlformats.org/officeDocument/2006/relationships/tags" Target="../tags/tag576.xml"/><Relationship Id="rId4" Type="http://schemas.openxmlformats.org/officeDocument/2006/relationships/tags" Target="../tags/tag561.xml"/><Relationship Id="rId9" Type="http://schemas.openxmlformats.org/officeDocument/2006/relationships/tags" Target="../tags/tag566.xml"/><Relationship Id="rId14" Type="http://schemas.openxmlformats.org/officeDocument/2006/relationships/tags" Target="../tags/tag571.xml"/></Relationships>
</file>

<file path=ppt/slideLayouts/_rels/slideLayout163.xml.rels><?xml version="1.0" encoding="UTF-8" standalone="yes"?>
<Relationships xmlns="http://schemas.openxmlformats.org/package/2006/relationships"><Relationship Id="rId8" Type="http://schemas.openxmlformats.org/officeDocument/2006/relationships/tags" Target="../tags/tag584.xml"/><Relationship Id="rId13" Type="http://schemas.openxmlformats.org/officeDocument/2006/relationships/tags" Target="../tags/tag589.xml"/><Relationship Id="rId18" Type="http://schemas.openxmlformats.org/officeDocument/2006/relationships/slideMaster" Target="../slideMasters/slideMaster4.xml"/><Relationship Id="rId3" Type="http://schemas.openxmlformats.org/officeDocument/2006/relationships/tags" Target="../tags/tag579.xml"/><Relationship Id="rId7" Type="http://schemas.openxmlformats.org/officeDocument/2006/relationships/tags" Target="../tags/tag583.xml"/><Relationship Id="rId12" Type="http://schemas.openxmlformats.org/officeDocument/2006/relationships/tags" Target="../tags/tag588.xml"/><Relationship Id="rId17" Type="http://schemas.openxmlformats.org/officeDocument/2006/relationships/tags" Target="../tags/tag593.xml"/><Relationship Id="rId2" Type="http://schemas.openxmlformats.org/officeDocument/2006/relationships/tags" Target="../tags/tag578.xml"/><Relationship Id="rId16" Type="http://schemas.openxmlformats.org/officeDocument/2006/relationships/tags" Target="../tags/tag592.xml"/><Relationship Id="rId1" Type="http://schemas.openxmlformats.org/officeDocument/2006/relationships/tags" Target="../tags/tag577.xml"/><Relationship Id="rId6" Type="http://schemas.openxmlformats.org/officeDocument/2006/relationships/tags" Target="../tags/tag582.xml"/><Relationship Id="rId11" Type="http://schemas.openxmlformats.org/officeDocument/2006/relationships/tags" Target="../tags/tag587.xml"/><Relationship Id="rId5" Type="http://schemas.openxmlformats.org/officeDocument/2006/relationships/tags" Target="../tags/tag581.xml"/><Relationship Id="rId15" Type="http://schemas.openxmlformats.org/officeDocument/2006/relationships/tags" Target="../tags/tag591.xml"/><Relationship Id="rId10" Type="http://schemas.openxmlformats.org/officeDocument/2006/relationships/tags" Target="../tags/tag586.xml"/><Relationship Id="rId4" Type="http://schemas.openxmlformats.org/officeDocument/2006/relationships/tags" Target="../tags/tag580.xml"/><Relationship Id="rId9" Type="http://schemas.openxmlformats.org/officeDocument/2006/relationships/tags" Target="../tags/tag585.xml"/><Relationship Id="rId14" Type="http://schemas.openxmlformats.org/officeDocument/2006/relationships/tags" Target="../tags/tag590.xml"/></Relationships>
</file>

<file path=ppt/slideLayouts/_rels/slideLayout164.xml.rels><?xml version="1.0" encoding="UTF-8" standalone="yes"?>
<Relationships xmlns="http://schemas.openxmlformats.org/package/2006/relationships"><Relationship Id="rId8" Type="http://schemas.openxmlformats.org/officeDocument/2006/relationships/tags" Target="../tags/tag601.xml"/><Relationship Id="rId13" Type="http://schemas.openxmlformats.org/officeDocument/2006/relationships/tags" Target="../tags/tag606.xml"/><Relationship Id="rId18" Type="http://schemas.openxmlformats.org/officeDocument/2006/relationships/tags" Target="../tags/tag611.xml"/><Relationship Id="rId3" Type="http://schemas.openxmlformats.org/officeDocument/2006/relationships/tags" Target="../tags/tag596.xml"/><Relationship Id="rId7" Type="http://schemas.openxmlformats.org/officeDocument/2006/relationships/tags" Target="../tags/tag600.xml"/><Relationship Id="rId12" Type="http://schemas.openxmlformats.org/officeDocument/2006/relationships/tags" Target="../tags/tag605.xml"/><Relationship Id="rId17" Type="http://schemas.openxmlformats.org/officeDocument/2006/relationships/tags" Target="../tags/tag610.xml"/><Relationship Id="rId2" Type="http://schemas.openxmlformats.org/officeDocument/2006/relationships/tags" Target="../tags/tag595.xml"/><Relationship Id="rId16" Type="http://schemas.openxmlformats.org/officeDocument/2006/relationships/tags" Target="../tags/tag609.xml"/><Relationship Id="rId20" Type="http://schemas.openxmlformats.org/officeDocument/2006/relationships/slideMaster" Target="../slideMasters/slideMaster4.xml"/><Relationship Id="rId1" Type="http://schemas.openxmlformats.org/officeDocument/2006/relationships/tags" Target="../tags/tag594.xml"/><Relationship Id="rId6" Type="http://schemas.openxmlformats.org/officeDocument/2006/relationships/tags" Target="../tags/tag599.xml"/><Relationship Id="rId11" Type="http://schemas.openxmlformats.org/officeDocument/2006/relationships/tags" Target="../tags/tag604.xml"/><Relationship Id="rId5" Type="http://schemas.openxmlformats.org/officeDocument/2006/relationships/tags" Target="../tags/tag598.xml"/><Relationship Id="rId15" Type="http://schemas.openxmlformats.org/officeDocument/2006/relationships/tags" Target="../tags/tag608.xml"/><Relationship Id="rId10" Type="http://schemas.openxmlformats.org/officeDocument/2006/relationships/tags" Target="../tags/tag603.xml"/><Relationship Id="rId19" Type="http://schemas.openxmlformats.org/officeDocument/2006/relationships/tags" Target="../tags/tag612.xml"/><Relationship Id="rId4" Type="http://schemas.openxmlformats.org/officeDocument/2006/relationships/tags" Target="../tags/tag597.xml"/><Relationship Id="rId9" Type="http://schemas.openxmlformats.org/officeDocument/2006/relationships/tags" Target="../tags/tag602.xml"/><Relationship Id="rId14" Type="http://schemas.openxmlformats.org/officeDocument/2006/relationships/tags" Target="../tags/tag607.xml"/></Relationships>
</file>

<file path=ppt/slideLayouts/_rels/slideLayout165.xml.rels><?xml version="1.0" encoding="UTF-8" standalone="yes"?>
<Relationships xmlns="http://schemas.openxmlformats.org/package/2006/relationships"><Relationship Id="rId8" Type="http://schemas.openxmlformats.org/officeDocument/2006/relationships/tags" Target="../tags/tag620.xml"/><Relationship Id="rId13" Type="http://schemas.openxmlformats.org/officeDocument/2006/relationships/tags" Target="../tags/tag625.xml"/><Relationship Id="rId18" Type="http://schemas.openxmlformats.org/officeDocument/2006/relationships/tags" Target="../tags/tag630.xml"/><Relationship Id="rId3" Type="http://schemas.openxmlformats.org/officeDocument/2006/relationships/tags" Target="../tags/tag615.xml"/><Relationship Id="rId21" Type="http://schemas.openxmlformats.org/officeDocument/2006/relationships/slideMaster" Target="../slideMasters/slideMaster4.xml"/><Relationship Id="rId7" Type="http://schemas.openxmlformats.org/officeDocument/2006/relationships/tags" Target="../tags/tag619.xml"/><Relationship Id="rId12" Type="http://schemas.openxmlformats.org/officeDocument/2006/relationships/tags" Target="../tags/tag624.xml"/><Relationship Id="rId17" Type="http://schemas.openxmlformats.org/officeDocument/2006/relationships/tags" Target="../tags/tag629.xml"/><Relationship Id="rId2" Type="http://schemas.openxmlformats.org/officeDocument/2006/relationships/tags" Target="../tags/tag614.xml"/><Relationship Id="rId16" Type="http://schemas.openxmlformats.org/officeDocument/2006/relationships/tags" Target="../tags/tag628.xml"/><Relationship Id="rId20" Type="http://schemas.openxmlformats.org/officeDocument/2006/relationships/tags" Target="../tags/tag632.xml"/><Relationship Id="rId1" Type="http://schemas.openxmlformats.org/officeDocument/2006/relationships/tags" Target="../tags/tag613.xml"/><Relationship Id="rId6" Type="http://schemas.openxmlformats.org/officeDocument/2006/relationships/tags" Target="../tags/tag618.xml"/><Relationship Id="rId11" Type="http://schemas.openxmlformats.org/officeDocument/2006/relationships/tags" Target="../tags/tag623.xml"/><Relationship Id="rId5" Type="http://schemas.openxmlformats.org/officeDocument/2006/relationships/tags" Target="../tags/tag617.xml"/><Relationship Id="rId15" Type="http://schemas.openxmlformats.org/officeDocument/2006/relationships/tags" Target="../tags/tag627.xml"/><Relationship Id="rId10" Type="http://schemas.openxmlformats.org/officeDocument/2006/relationships/tags" Target="../tags/tag622.xml"/><Relationship Id="rId19" Type="http://schemas.openxmlformats.org/officeDocument/2006/relationships/tags" Target="../tags/tag631.xml"/><Relationship Id="rId4" Type="http://schemas.openxmlformats.org/officeDocument/2006/relationships/tags" Target="../tags/tag616.xml"/><Relationship Id="rId9" Type="http://schemas.openxmlformats.org/officeDocument/2006/relationships/tags" Target="../tags/tag621.xml"/><Relationship Id="rId14" Type="http://schemas.openxmlformats.org/officeDocument/2006/relationships/tags" Target="../tags/tag626.xml"/></Relationships>
</file>

<file path=ppt/slideLayouts/_rels/slideLayout166.xml.rels><?xml version="1.0" encoding="UTF-8" standalone="yes"?>
<Relationships xmlns="http://schemas.openxmlformats.org/package/2006/relationships"><Relationship Id="rId8" Type="http://schemas.openxmlformats.org/officeDocument/2006/relationships/tags" Target="../tags/tag640.xml"/><Relationship Id="rId13" Type="http://schemas.openxmlformats.org/officeDocument/2006/relationships/tags" Target="../tags/tag645.xml"/><Relationship Id="rId18" Type="http://schemas.openxmlformats.org/officeDocument/2006/relationships/tags" Target="../tags/tag650.xml"/><Relationship Id="rId3" Type="http://schemas.openxmlformats.org/officeDocument/2006/relationships/tags" Target="../tags/tag635.xml"/><Relationship Id="rId7" Type="http://schemas.openxmlformats.org/officeDocument/2006/relationships/tags" Target="../tags/tag639.xml"/><Relationship Id="rId12" Type="http://schemas.openxmlformats.org/officeDocument/2006/relationships/tags" Target="../tags/tag644.xml"/><Relationship Id="rId17" Type="http://schemas.openxmlformats.org/officeDocument/2006/relationships/tags" Target="../tags/tag649.xml"/><Relationship Id="rId2" Type="http://schemas.openxmlformats.org/officeDocument/2006/relationships/tags" Target="../tags/tag634.xml"/><Relationship Id="rId16" Type="http://schemas.openxmlformats.org/officeDocument/2006/relationships/tags" Target="../tags/tag648.xml"/><Relationship Id="rId20" Type="http://schemas.openxmlformats.org/officeDocument/2006/relationships/slideMaster" Target="../slideMasters/slideMaster4.xml"/><Relationship Id="rId1" Type="http://schemas.openxmlformats.org/officeDocument/2006/relationships/tags" Target="../tags/tag633.xml"/><Relationship Id="rId6" Type="http://schemas.openxmlformats.org/officeDocument/2006/relationships/tags" Target="../tags/tag638.xml"/><Relationship Id="rId11" Type="http://schemas.openxmlformats.org/officeDocument/2006/relationships/tags" Target="../tags/tag643.xml"/><Relationship Id="rId5" Type="http://schemas.openxmlformats.org/officeDocument/2006/relationships/tags" Target="../tags/tag637.xml"/><Relationship Id="rId15" Type="http://schemas.openxmlformats.org/officeDocument/2006/relationships/tags" Target="../tags/tag647.xml"/><Relationship Id="rId10" Type="http://schemas.openxmlformats.org/officeDocument/2006/relationships/tags" Target="../tags/tag642.xml"/><Relationship Id="rId19" Type="http://schemas.openxmlformats.org/officeDocument/2006/relationships/tags" Target="../tags/tag651.xml"/><Relationship Id="rId4" Type="http://schemas.openxmlformats.org/officeDocument/2006/relationships/tags" Target="../tags/tag636.xml"/><Relationship Id="rId9" Type="http://schemas.openxmlformats.org/officeDocument/2006/relationships/tags" Target="../tags/tag641.xml"/><Relationship Id="rId14" Type="http://schemas.openxmlformats.org/officeDocument/2006/relationships/tags" Target="../tags/tag646.xml"/></Relationships>
</file>

<file path=ppt/slideLayouts/_rels/slideLayout167.xml.rels><?xml version="1.0" encoding="UTF-8" standalone="yes"?>
<Relationships xmlns="http://schemas.openxmlformats.org/package/2006/relationships"><Relationship Id="rId8" Type="http://schemas.openxmlformats.org/officeDocument/2006/relationships/tags" Target="../tags/tag659.xml"/><Relationship Id="rId13" Type="http://schemas.openxmlformats.org/officeDocument/2006/relationships/tags" Target="../tags/tag664.xml"/><Relationship Id="rId3" Type="http://schemas.openxmlformats.org/officeDocument/2006/relationships/tags" Target="../tags/tag654.xml"/><Relationship Id="rId7" Type="http://schemas.openxmlformats.org/officeDocument/2006/relationships/tags" Target="../tags/tag658.xml"/><Relationship Id="rId12" Type="http://schemas.openxmlformats.org/officeDocument/2006/relationships/tags" Target="../tags/tag663.xml"/><Relationship Id="rId2" Type="http://schemas.openxmlformats.org/officeDocument/2006/relationships/tags" Target="../tags/tag653.xml"/><Relationship Id="rId16" Type="http://schemas.openxmlformats.org/officeDocument/2006/relationships/slideMaster" Target="../slideMasters/slideMaster4.xml"/><Relationship Id="rId1" Type="http://schemas.openxmlformats.org/officeDocument/2006/relationships/tags" Target="../tags/tag652.xml"/><Relationship Id="rId6" Type="http://schemas.openxmlformats.org/officeDocument/2006/relationships/tags" Target="../tags/tag657.xml"/><Relationship Id="rId11" Type="http://schemas.openxmlformats.org/officeDocument/2006/relationships/tags" Target="../tags/tag662.xml"/><Relationship Id="rId5" Type="http://schemas.openxmlformats.org/officeDocument/2006/relationships/tags" Target="../tags/tag656.xml"/><Relationship Id="rId15" Type="http://schemas.openxmlformats.org/officeDocument/2006/relationships/tags" Target="../tags/tag666.xml"/><Relationship Id="rId10" Type="http://schemas.openxmlformats.org/officeDocument/2006/relationships/tags" Target="../tags/tag661.xml"/><Relationship Id="rId4" Type="http://schemas.openxmlformats.org/officeDocument/2006/relationships/tags" Target="../tags/tag655.xml"/><Relationship Id="rId9" Type="http://schemas.openxmlformats.org/officeDocument/2006/relationships/tags" Target="../tags/tag660.xml"/><Relationship Id="rId14" Type="http://schemas.openxmlformats.org/officeDocument/2006/relationships/tags" Target="../tags/tag665.xml"/></Relationships>
</file>

<file path=ppt/slideLayouts/_rels/slideLayout168.xml.rels><?xml version="1.0" encoding="UTF-8" standalone="yes"?>
<Relationships xmlns="http://schemas.openxmlformats.org/package/2006/relationships"><Relationship Id="rId3" Type="http://schemas.openxmlformats.org/officeDocument/2006/relationships/tags" Target="../tags/tag669.xml"/><Relationship Id="rId2" Type="http://schemas.openxmlformats.org/officeDocument/2006/relationships/tags" Target="../tags/tag668.xml"/><Relationship Id="rId1" Type="http://schemas.openxmlformats.org/officeDocument/2006/relationships/tags" Target="../tags/tag667.xml"/><Relationship Id="rId4" Type="http://schemas.openxmlformats.org/officeDocument/2006/relationships/slideMaster" Target="../slideMasters/slideMaster4.xml"/></Relationships>
</file>

<file path=ppt/slideLayouts/_rels/slideLayout169.xml.rels><?xml version="1.0" encoding="UTF-8" standalone="yes"?>
<Relationships xmlns="http://schemas.openxmlformats.org/package/2006/relationships"><Relationship Id="rId3" Type="http://schemas.openxmlformats.org/officeDocument/2006/relationships/tags" Target="../tags/tag672.xml"/><Relationship Id="rId2" Type="http://schemas.openxmlformats.org/officeDocument/2006/relationships/tags" Target="../tags/tag671.xml"/><Relationship Id="rId1" Type="http://schemas.openxmlformats.org/officeDocument/2006/relationships/tags" Target="../tags/tag670.xml"/><Relationship Id="rId4" Type="http://schemas.openxmlformats.org/officeDocument/2006/relationships/slideMaster" Target="../slideMasters/slideMaster4.xml"/></Relationships>
</file>

<file path=ppt/slideLayouts/_rels/slideLayout17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674.xml"/><Relationship Id="rId1" Type="http://schemas.openxmlformats.org/officeDocument/2006/relationships/tags" Target="../tags/tag673.xml"/><Relationship Id="rId5" Type="http://schemas.openxmlformats.org/officeDocument/2006/relationships/image" Target="../media/image44.emf"/><Relationship Id="rId4" Type="http://schemas.openxmlformats.org/officeDocument/2006/relationships/oleObject" Target="../embeddings/oleObject2.bin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6.xml.rels><?xml version="1.0" encoding="UTF-8" standalone="yes"?>
<Relationships xmlns="http://schemas.openxmlformats.org/package/2006/relationships"><Relationship Id="rId3" Type="http://schemas.openxmlformats.org/officeDocument/2006/relationships/tags" Target="../tags/tag677.xml"/><Relationship Id="rId2" Type="http://schemas.openxmlformats.org/officeDocument/2006/relationships/tags" Target="../tags/tag676.xml"/><Relationship Id="rId1" Type="http://schemas.openxmlformats.org/officeDocument/2006/relationships/tags" Target="../tags/tag675.xml"/><Relationship Id="rId5" Type="http://schemas.openxmlformats.org/officeDocument/2006/relationships/slideMaster" Target="../slideMasters/slideMaster4.xml"/><Relationship Id="rId4" Type="http://schemas.openxmlformats.org/officeDocument/2006/relationships/tags" Target="../tags/tag678.xml"/></Relationships>
</file>

<file path=ppt/slideLayouts/_rels/slideLayout17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67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C0D3CBF4-D047-32CB-A092-652CAC857033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915682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77089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341724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96612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095673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E3C091A9-963C-2C5A-3FA3-C25CC81E7BFE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155543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10" name="SlideLogoText">
            <a:extLst>
              <a:ext uri="{FF2B5EF4-FFF2-40B4-BE49-F238E27FC236}">
                <a16:creationId xmlns:a16="http://schemas.microsoft.com/office/drawing/2014/main" id="{88033E0C-2CF5-6BBA-1C85-008D0D4DB883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537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75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10" name="SlideLogoText">
            <a:extLst>
              <a:ext uri="{FF2B5EF4-FFF2-40B4-BE49-F238E27FC236}">
                <a16:creationId xmlns:a16="http://schemas.microsoft.com/office/drawing/2014/main" id="{ED193EBB-5466-5BDD-AEFC-F0E9BB306421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9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72983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879629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006364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533875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A3FB3845-C7A1-C146-0D47-CA99D05EE4C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55092"/>
            <a:ext cx="11082528" cy="73152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3. Subtitle">
            <a:extLst>
              <a:ext uri="{FF2B5EF4-FFF2-40B4-BE49-F238E27FC236}">
                <a16:creationId xmlns:a16="http://schemas.microsoft.com/office/drawing/2014/main" id="{2D82DC27-D40F-1FDD-08CA-E1D98D482D55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1. On-page tracker">
            <a:extLst>
              <a:ext uri="{FF2B5EF4-FFF2-40B4-BE49-F238E27FC236}">
                <a16:creationId xmlns:a16="http://schemas.microsoft.com/office/drawing/2014/main" id="{2256F47C-8755-AD8E-F266-944EE5D1E6E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7" name="TopLine">
            <a:extLst>
              <a:ext uri="{FF2B5EF4-FFF2-40B4-BE49-F238E27FC236}">
                <a16:creationId xmlns:a16="http://schemas.microsoft.com/office/drawing/2014/main" id="{42A698AF-55F9-B974-2353-E7C18303832A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BottomLine">
            <a:extLst>
              <a:ext uri="{FF2B5EF4-FFF2-40B4-BE49-F238E27FC236}">
                <a16:creationId xmlns:a16="http://schemas.microsoft.com/office/drawing/2014/main" id="{0F91EBE0-A37D-1C3F-105C-121497E50581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4638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op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95262A3-4D06-C89D-05E2-AA97F9B5D0A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12E272E9-BC69-EC9E-B4A6-1953D2BB2D85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1" name="TopLine">
            <a:extLst>
              <a:ext uri="{FF2B5EF4-FFF2-40B4-BE49-F238E27FC236}">
                <a16:creationId xmlns:a16="http://schemas.microsoft.com/office/drawing/2014/main" id="{E9C5FC54-7D67-724E-E303-818A330F138E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ottomLine">
            <a:extLst>
              <a:ext uri="{FF2B5EF4-FFF2-40B4-BE49-F238E27FC236}">
                <a16:creationId xmlns:a16="http://schemas.microsoft.com/office/drawing/2014/main" id="{B72CCDAD-B288-166D-1A8A-2A1CD511CDCC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5385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id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6" name="TopLine">
            <a:extLst>
              <a:ext uri="{FF2B5EF4-FFF2-40B4-BE49-F238E27FC236}">
                <a16:creationId xmlns:a16="http://schemas.microsoft.com/office/drawing/2014/main" id="{8B904657-3B87-B4EE-8316-1E859C4514EB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2FF090A-C003-0304-46D8-4251EFBBFB06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0596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break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5" name="TopLine">
            <a:extLst>
              <a:ext uri="{FF2B5EF4-FFF2-40B4-BE49-F238E27FC236}">
                <a16:creationId xmlns:a16="http://schemas.microsoft.com/office/drawing/2014/main" id="{FB35A28F-B25A-F397-C076-3C4307EC7FFE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BottomLine">
            <a:extLst>
              <a:ext uri="{FF2B5EF4-FFF2-40B4-BE49-F238E27FC236}">
                <a16:creationId xmlns:a16="http://schemas.microsoft.com/office/drawing/2014/main" id="{A4C1D2D5-250E-7892-49D1-538B4E9DA58C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473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6842996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2FA89E15-5D02-0617-3AA7-74A6D56FA911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0916594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4127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0110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4417375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0364982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1897165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 whi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131881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199552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ustom Layout">
    <p:bg>
      <p:bgPr>
        <a:solidFill>
          <a:srgbClr val="FF5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ackground pattern&#10;&#10;Description automatically generated">
            <a:extLst>
              <a:ext uri="{FF2B5EF4-FFF2-40B4-BE49-F238E27FC236}">
                <a16:creationId xmlns:a16="http://schemas.microsoft.com/office/drawing/2014/main" id="{4543125A-75C6-FE47-9B9F-BF3997E8E7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B527248-23C0-CC4B-B7EA-1F747CA5248A}"/>
              </a:ext>
            </a:extLst>
          </p:cNvPr>
          <p:cNvSpPr/>
          <p:nvPr userDrawn="1"/>
        </p:nvSpPr>
        <p:spPr>
          <a:xfrm>
            <a:off x="121874" y="100073"/>
            <a:ext cx="11948251" cy="66578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469027A-727C-EA4B-96C4-C74B2A094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6" y="439917"/>
            <a:ext cx="10944224" cy="369332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3E4F8E-4EA6-484B-BBE8-FFED8ADFDB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105C89-4239-9A4F-BADC-560251A186DB}"/>
              </a:ext>
            </a:extLst>
          </p:cNvPr>
          <p:cNvSpPr txBox="1"/>
          <p:nvPr userDrawn="1"/>
        </p:nvSpPr>
        <p:spPr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Copyright © 2021 Accenture. All rights reserved. </a:t>
            </a:r>
            <a:br>
              <a:rPr lang="en-GB" sz="800">
                <a:solidFill>
                  <a:schemeClr val="tx2">
                    <a:alpha val="75000"/>
                  </a:schemeClr>
                </a:solidFill>
              </a:rPr>
            </a:b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Accenture and its logo are registered trademarks of Accenture.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B03C79-A452-DB49-B6E4-DADAFB8B1107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chemeClr val="tx2">
                    <a:alpha val="75000"/>
                  </a:scheme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2">
                  <a:alpha val="75000"/>
                </a:scheme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67300812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tings Slide - GT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Welcome</a:t>
            </a:r>
            <a:endParaRPr lang="en-US"/>
          </a:p>
        </p:txBody>
      </p:sp>
      <p:pic>
        <p:nvPicPr>
          <p:cNvPr id="5" name="Picture 4" descr="A picture containing card, drawing, crosswalk, table&#10;&#10;Description automatically generated">
            <a:extLst>
              <a:ext uri="{FF2B5EF4-FFF2-40B4-BE49-F238E27FC236}">
                <a16:creationId xmlns:a16="http://schemas.microsoft.com/office/drawing/2014/main" id="{89528D09-D9F4-47CA-BBA9-7AF13078DF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60607" y="5376231"/>
            <a:ext cx="670786" cy="7102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F21F7E-CEFA-4A8F-862E-8631C40CEA2C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2324357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tings Slide - Log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Welcome</a:t>
            </a:r>
            <a:endParaRPr lang="en-US"/>
          </a:p>
        </p:txBody>
      </p:sp>
      <p:pic>
        <p:nvPicPr>
          <p:cNvPr id="3" name="Graphic 5">
            <a:extLst>
              <a:ext uri="{FF2B5EF4-FFF2-40B4-BE49-F238E27FC236}">
                <a16:creationId xmlns:a16="http://schemas.microsoft.com/office/drawing/2014/main" id="{6B12DB67-2F55-4F91-ABD8-4E1201FEC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53884" y="5376231"/>
            <a:ext cx="1884233" cy="49801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B104FBB-E799-42A8-A4FA-483DC489523D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924875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tings + Greater Than 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Welcome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2601225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- Centered, GTS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6A165409-AACC-4605-8892-1A883468FD7E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provided selections in the image library</a:t>
            </a:r>
            <a:endParaRPr lang="en-US" noProof="0"/>
          </a:p>
        </p:txBody>
      </p:sp>
      <p:pic>
        <p:nvPicPr>
          <p:cNvPr id="2" name="Picture 1" descr="A picture containing card, drawing, crosswalk, table&#10;&#10;Description automatically generated">
            <a:extLst>
              <a:ext uri="{FF2B5EF4-FFF2-40B4-BE49-F238E27FC236}">
                <a16:creationId xmlns:a16="http://schemas.microsoft.com/office/drawing/2014/main" id="{3C7C075D-013F-4D6D-8EA2-7E4465FC22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60607" y="5376231"/>
            <a:ext cx="670786" cy="7102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12FF000-7B73-46EF-AF03-BC821DE671E7}"/>
              </a:ext>
            </a:extLst>
          </p:cNvPr>
          <p:cNvSpPr txBox="1"/>
          <p:nvPr userDrawn="1"/>
        </p:nvSpPr>
        <p:spPr>
          <a:xfrm>
            <a:off x="8698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2021 Accenture. All rights reserved. </a:t>
            </a:r>
            <a:b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</a:b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Accenture and its logo are registered trademarks of Accenture.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764EB37-3299-4AEF-9398-9D9C84AB73F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5" name="Date Placeholder 10">
            <a:extLst>
              <a:ext uri="{FF2B5EF4-FFF2-40B4-BE49-F238E27FC236}">
                <a16:creationId xmlns:a16="http://schemas.microsoft.com/office/drawing/2014/main" id="{C1D8BA10-E028-4E4B-A19C-12B864B010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4202F806-53EB-4AFB-B0F7-2A7BC4E5136F}" type="datetime2">
              <a:rPr lang="en-US" smtClean="0"/>
              <a:t>Monday, April 20, 2026</a:t>
            </a:fld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09D55F2-CAE5-4C0F-8D54-A28CECDB93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AA97401-81EE-4280-A94C-955E96B005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US"/>
              <a:t>Place subtitle here in GT Sectra Fine 24pt</a:t>
            </a:r>
          </a:p>
        </p:txBody>
      </p:sp>
    </p:spTree>
    <p:extLst>
      <p:ext uri="{BB962C8B-B14F-4D97-AF65-F5344CB8AC3E}">
        <p14:creationId xmlns:p14="http://schemas.microsoft.com/office/powerpoint/2010/main" val="19241682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- Centered, Logo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E55EA4F-E473-41EF-9E00-3D69D5F1AE6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6" name="Date Placeholder 10">
            <a:extLst>
              <a:ext uri="{FF2B5EF4-FFF2-40B4-BE49-F238E27FC236}">
                <a16:creationId xmlns:a16="http://schemas.microsoft.com/office/drawing/2014/main" id="{0AF5D71E-5FA3-4080-B28F-B3110AB34D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074C878-35E6-4631-95D1-AE66D6398682}" type="datetime2">
              <a:rPr lang="en-US" smtClean="0"/>
              <a:t>Monday, April 20, 2026</a:t>
            </a:fld>
            <a:endParaRPr lang="en-US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51481AAC-1471-4278-A104-D559B82B52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5A7BBE-17FB-4B75-B79B-F6834CE3706C}"/>
              </a:ext>
            </a:extLst>
          </p:cNvPr>
          <p:cNvSpPr txBox="1"/>
          <p:nvPr userDrawn="1"/>
        </p:nvSpPr>
        <p:spPr>
          <a:xfrm>
            <a:off x="8698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2021 Accenture. All rights reserved. </a:t>
            </a:r>
            <a:b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</a:b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Accenture and its logo are registered trademarks of Accenture.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BEB3B30-172A-47BC-8F00-43F601E1F8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US"/>
              <a:t>Place subtitle here in GT Sectra Fine 24pt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165409-AACC-4605-8892-1A883468FD7E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provided selections in the image library</a:t>
            </a:r>
            <a:endParaRPr lang="en-US" noProof="0"/>
          </a:p>
        </p:txBody>
      </p:sp>
      <p:pic>
        <p:nvPicPr>
          <p:cNvPr id="5" name="Graphic 5">
            <a:extLst>
              <a:ext uri="{FF2B5EF4-FFF2-40B4-BE49-F238E27FC236}">
                <a16:creationId xmlns:a16="http://schemas.microsoft.com/office/drawing/2014/main" id="{AB0147B5-7C98-4E5D-8901-C96CE8A29E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53884" y="5376231"/>
            <a:ext cx="1884233" cy="498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6420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- Large GT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67CB869-86C7-4B5D-B21D-C7104400ECF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7101C55-360F-4A30-88C9-2A386C411EE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5282245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1EF6557B-1FAD-4B21-979D-AF32AE2ABE3A}" type="datetime2">
              <a:rPr lang="en-US" smtClean="0"/>
              <a:t>Monday, April 20, 2026</a:t>
            </a:fld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5527522"/>
            <a:ext cx="3102015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67DB53-62C4-4756-975D-61C7B1206CEF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Picture or texture fill &gt; Set to one of the provided selections in the image library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1429154"/>
            <a:ext cx="5152292" cy="225571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D1A883-A380-48BD-9784-E5D4EAA2714C}"/>
              </a:ext>
            </a:extLst>
          </p:cNvPr>
          <p:cNvSpPr txBox="1"/>
          <p:nvPr userDrawn="1"/>
        </p:nvSpPr>
        <p:spPr>
          <a:xfrm>
            <a:off x="381000" y="6058209"/>
            <a:ext cx="3112110" cy="25369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2021 Accenture. All rights reserved. </a:t>
            </a:r>
            <a:b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</a:b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Accenture and its logo are registered trademarks of Accenture.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71190"/>
            <a:ext cx="5152292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US"/>
              <a:t>Place subtitle here in GT Sectra Fine 24pt</a:t>
            </a:r>
          </a:p>
        </p:txBody>
      </p:sp>
    </p:spTree>
    <p:extLst>
      <p:ext uri="{BB962C8B-B14F-4D97-AF65-F5344CB8AC3E}">
        <p14:creationId xmlns:p14="http://schemas.microsoft.com/office/powerpoint/2010/main" val="14228605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pos="720">
          <p15:clr>
            <a:srgbClr val="5ACBF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Basic - Dark, White Tex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in sentence case, max 3 lines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rgbClr val="E6DCFF"/>
                </a:solidFill>
                <a:latin typeface="GT Sectra Fine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subtitle here in GT Sectra Fine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fld id="{7140DB58-C382-4D4A-B4C9-306C0CDE029A}" type="datetime2">
              <a:rPr lang="en-US" smtClean="0"/>
              <a:t>Monday, April 20, 2026</a:t>
            </a:fld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5"/>
            <a:ext cx="4114799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38692DE-6F51-4131-B2FE-C47AAD1521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52644" y="5588460"/>
            <a:ext cx="1884233" cy="49801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5C777F7-C185-0145-A86B-3A8769FF5A97}"/>
              </a:ext>
            </a:extLst>
          </p:cNvPr>
          <p:cNvSpPr txBox="1"/>
          <p:nvPr userDrawn="1"/>
        </p:nvSpPr>
        <p:spPr>
          <a:xfrm>
            <a:off x="1149093" y="5959153"/>
            <a:ext cx="3102015" cy="1157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/>
                </a:solidFill>
              </a:rPr>
              <a:t>Copyright © 2021 Accenture. All rights reserved. </a:t>
            </a:r>
            <a:br>
              <a:rPr lang="en-GB" sz="800">
                <a:solidFill>
                  <a:schemeClr val="tx1"/>
                </a:solidFill>
              </a:rPr>
            </a:br>
            <a:r>
              <a:rPr lang="en-GB" sz="800">
                <a:solidFill>
                  <a:schemeClr val="tx1"/>
                </a:solidFill>
              </a:rPr>
              <a:t>Accenture and its logo are registered trademarks of Accenture.</a:t>
            </a:r>
          </a:p>
          <a:p>
            <a:pPr algn="r" defTabSz="228600">
              <a:spcAft>
                <a:spcPts val="1200"/>
              </a:spcAft>
            </a:pPr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4FA456-2D38-40C1-B831-1BBEA124254A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 or Mid Purple (Accent 2)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548203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720">
          <p15:clr>
            <a:srgbClr val="5ACBF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Basic - Light, Black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in sentence case, max 3 lines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subtitle here in GT Sectra Fine 24pt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F59C2A9-CAAD-4437-A35B-5F02FAD0D9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52644" y="5588460"/>
            <a:ext cx="1884233" cy="498015"/>
          </a:xfrm>
          <a:prstGeom prst="rect">
            <a:avLst/>
          </a:prstGeom>
        </p:spPr>
      </p:pic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75A16-A4B2-4AE5-AFA0-950C115C747E}" type="datetime2">
              <a:rPr lang="en-US" smtClean="0"/>
              <a:t>Monday, April 20, 2026</a:t>
            </a:fld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5"/>
            <a:ext cx="4114799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49246FF-2C3D-9D46-B1DB-1D6FABA657CD}"/>
              </a:ext>
            </a:extLst>
          </p:cNvPr>
          <p:cNvSpPr txBox="1"/>
          <p:nvPr userDrawn="1"/>
        </p:nvSpPr>
        <p:spPr>
          <a:xfrm>
            <a:off x="1149093" y="5970728"/>
            <a:ext cx="3102015" cy="236108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2"/>
                </a:solidFill>
              </a:rPr>
              <a:t>Copyright © 2021 Accenture. All rights reserved. </a:t>
            </a:r>
            <a:br>
              <a:rPr lang="en-GB" sz="800">
                <a:solidFill>
                  <a:schemeClr val="tx2"/>
                </a:solidFill>
              </a:rPr>
            </a:br>
            <a:r>
              <a:rPr lang="en-GB" sz="800">
                <a:solidFill>
                  <a:schemeClr val="tx2"/>
                </a:solidFill>
              </a:rPr>
              <a:t>Accenture and its logo are registered trademarks of Accenture.</a:t>
            </a:r>
          </a:p>
        </p:txBody>
      </p:sp>
    </p:spTree>
    <p:extLst>
      <p:ext uri="{BB962C8B-B14F-4D97-AF65-F5344CB8AC3E}">
        <p14:creationId xmlns:p14="http://schemas.microsoft.com/office/powerpoint/2010/main" val="37782732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720">
          <p15:clr>
            <a:srgbClr val="5ACBF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86957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Arial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agenda summary here in GT Sectra Fine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1" cy="810399"/>
          </a:xfrm>
        </p:spPr>
        <p:txBody>
          <a:bodyPr/>
          <a:lstStyle/>
          <a:p>
            <a:r>
              <a:rPr lang="en-GB"/>
              <a:t>Agenda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1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1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1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1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1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1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1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1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2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2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2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2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2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2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2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2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0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0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0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0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0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0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0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0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8" name="Date Placeholder 10">
            <a:extLst>
              <a:ext uri="{FF2B5EF4-FFF2-40B4-BE49-F238E27FC236}">
                <a16:creationId xmlns:a16="http://schemas.microsoft.com/office/drawing/2014/main" id="{44B6DFC5-6A54-A441-B4A1-5FB1E57A22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EDCDE1A5-7B8C-446C-B047-DEF343C830D4}" type="datetime2">
              <a:rPr lang="en-US" smtClean="0"/>
              <a:t>Monday, April 20, 2026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FC4F5B-DE83-214A-95EA-68339F579CF1}"/>
              </a:ext>
            </a:extLst>
          </p:cNvPr>
          <p:cNvSpPr txBox="1"/>
          <p:nvPr userDrawn="1"/>
        </p:nvSpPr>
        <p:spPr>
          <a:xfrm>
            <a:off x="9290304" y="660196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187988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6F62995-A1F7-47A0-AD35-CBADA97239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8"/>
          <a:stretch/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61CA96-71E3-F941-B41E-52928AB911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5pPr>
          </a:lstStyle>
          <a:p>
            <a:pPr lvl="0"/>
            <a:r>
              <a:rPr lang="en-GB"/>
              <a:t>Place subtitle here in GT Sectra Fine 24pt</a:t>
            </a:r>
            <a:endParaRPr lang="en-US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image, then ‘Send to Back’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C07FC4-5CE3-4377-9FF4-FE915E8F0A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6D3AD0-C81D-4B6F-AF8C-3B3FD9443CEC}"/>
              </a:ext>
            </a:extLst>
          </p:cNvPr>
          <p:cNvSpPr txBox="1"/>
          <p:nvPr userDrawn="1"/>
        </p:nvSpPr>
        <p:spPr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2021 Accenture. All rights reserved. </a:t>
            </a:r>
            <a:b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</a:b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Accenture and its logo are registered trademarks of Accenture.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BB85E4-FADD-4019-B75F-48AAA1B24BF4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8457211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Co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34847E9-71CB-4177-8BB3-C4EDB8A3E2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image, then ‘Send to Back’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C07FC4-5CE3-4377-9FF4-FE915E8F0A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6D3AD0-C81D-4B6F-AF8C-3B3FD9443CEC}"/>
              </a:ext>
            </a:extLst>
          </p:cNvPr>
          <p:cNvSpPr txBox="1"/>
          <p:nvPr userDrawn="1"/>
        </p:nvSpPr>
        <p:spPr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2021 Accenture. All rights reserved. </a:t>
            </a:r>
            <a:b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</a:b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Accenture and its logo are registered trademarks of Accenture.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BB85E4-FADD-4019-B75F-48AAA1B24BF4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88312-3597-964E-9B24-8371E2C856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5pPr>
          </a:lstStyle>
          <a:p>
            <a:pPr lvl="0"/>
            <a:r>
              <a:rPr lang="en-GB"/>
              <a:t>Place subtitle here in GT Sectra Fine 24pt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5236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Numbered, Gradient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B16898D-3DD4-439C-B43F-558C1FDD36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34289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 userDrawn="1"/>
        </p:nvSpPr>
        <p:spPr>
          <a:xfrm>
            <a:off x="0" y="3428999"/>
            <a:ext cx="12192000" cy="3429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3889828"/>
            <a:ext cx="6186713" cy="2194485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solidFill>
                    <a:schemeClr val="tx1"/>
                  </a:solidFill>
                </a:ln>
                <a:noFill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#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B317ED-600C-4D7F-990D-38990FC868E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BA14C7-1430-48FF-8901-F3A033110900}"/>
              </a:ext>
            </a:extLst>
          </p:cNvPr>
          <p:cNvSpPr txBox="1"/>
          <p:nvPr userDrawn="1"/>
        </p:nvSpPr>
        <p:spPr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2021 Accenture. All rights reserved. </a:t>
            </a:r>
            <a:b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</a:b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Accenture and its logo are registered trademarks of Accenture.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8F01F3-5CA0-48F9-8E93-BE5B61747A9B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5427" y="3889828"/>
            <a:ext cx="2993573" cy="2194486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5pPr>
          </a:lstStyle>
          <a:p>
            <a:pPr lvl="0"/>
            <a:r>
              <a:rPr lang="en-GB"/>
              <a:t>Place subtitle here in GT Sectra Fine 24pt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0105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59F547C-24AC-4360-A79B-5A655D445C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DFCE48E-1DF3-48D6-BD43-BA3B9CE95A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8039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275222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2 - Headline + GT Sec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3004457"/>
            <a:ext cx="5524500" cy="286957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Arial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sub-headline here in GT </a:t>
            </a:r>
            <a:r>
              <a:rPr lang="en-US" err="1"/>
              <a:t>Sectra</a:t>
            </a:r>
            <a:r>
              <a:rPr lang="en-US"/>
              <a:t> Fine, indent for other levels</a:t>
            </a:r>
          </a:p>
          <a:p>
            <a:pPr lvl="1"/>
            <a:r>
              <a:rPr lang="en-US"/>
              <a:t>Second level (text 18pt)</a:t>
            </a:r>
          </a:p>
          <a:p>
            <a:pPr lvl="2"/>
            <a:r>
              <a:rPr lang="en-US"/>
              <a:t>Third level bullet (bullet 18pt)</a:t>
            </a:r>
          </a:p>
          <a:p>
            <a:pPr lvl="3"/>
            <a:r>
              <a:rPr lang="en-US"/>
              <a:t>Fourth level bullet (bullet 16pt)</a:t>
            </a:r>
          </a:p>
          <a:p>
            <a:pPr lvl="4"/>
            <a:r>
              <a:rPr lang="en-US"/>
              <a:t>Fifth level bullet (bullet 16pt)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C1513EB-EC9B-9B42-BA12-BC659505A76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6499" y="1371601"/>
            <a:ext cx="5524500" cy="4502426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1371601"/>
            <a:ext cx="5524499" cy="1632856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887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  <p15:guide id="2" pos="3720">
          <p15:clr>
            <a:srgbClr val="5ACBF0"/>
          </p15:clr>
        </p15:guide>
        <p15:guide id="3" pos="3960">
          <p15:clr>
            <a:srgbClr val="5ACBF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2 - Headlin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990602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1371601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E1E44A-D007-46D2-9E20-283025607FF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286499" y="1371601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B6533C5-6F53-46C1-904B-4A15BC734E7D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381000" y="5874026"/>
            <a:ext cx="5524500" cy="437873"/>
          </a:xfrm>
        </p:spPr>
        <p:txBody>
          <a:bodyPr anchor="t"/>
          <a:lstStyle>
            <a:lvl1pPr marL="0" indent="0" defTabSz="22860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more info here 12pt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42901BF-D744-42DD-805A-32CB37B9D8BC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286499" y="5874026"/>
            <a:ext cx="5524500" cy="437873"/>
          </a:xfrm>
        </p:spPr>
        <p:txBody>
          <a:bodyPr vert="horz" lIns="0" tIns="0" rIns="0" bIns="0" rtlCol="0" anchor="t">
            <a:noAutofit/>
          </a:bodyPr>
          <a:lstStyle>
            <a:lvl1pPr marL="0" indent="0" defTabSz="228600">
              <a:buNone/>
              <a:defRPr lang="en-US" sz="1200" dirty="0"/>
            </a:lvl1pPr>
          </a:lstStyle>
          <a:p>
            <a:pPr lvl="0"/>
            <a:r>
              <a:rPr lang="en-US"/>
              <a:t>Place more info here 12pt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2194561"/>
            <a:ext cx="5524499" cy="367946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2194561"/>
            <a:ext cx="5524499" cy="367946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3387721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  <p15:guide id="2" pos="3720">
          <p15:clr>
            <a:srgbClr val="5ACBF0"/>
          </p15:clr>
        </p15:guide>
        <p15:guide id="3" pos="3960">
          <p15:clr>
            <a:srgbClr val="5ACBF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3 -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990602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1000" y="3108960"/>
            <a:ext cx="3556000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318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318000" y="3108960"/>
            <a:ext cx="3556000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318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08960"/>
            <a:ext cx="3556000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6026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4 -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990602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2571749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2571749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3337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3337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8650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8650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973701C-90E3-449B-A44A-0C66B094560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92392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6CB018D-34A3-4417-AE76-9BB3793F033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2392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381000" y="3108960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0F6CE73-9C88-264F-A7F2-A3D2B2D1938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333751" y="3108960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F289FE6-F2A2-784D-9D31-047C10F04CDF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6286501" y="3108960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A079B5C1-1D0F-8F40-A376-4AE3B49D1B5A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9239251" y="3108960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1551860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377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C854DFB-B17D-45CF-98C3-3882DBE2C3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898900"/>
            <a:ext cx="1985504" cy="1677926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</a:t>
            </a:r>
          </a:p>
          <a:p>
            <a:pPr lvl="1"/>
            <a:r>
              <a:rPr lang="en-US"/>
              <a:t>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5D125FD-0D25-4E65-82F5-4E18FE84E4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39435" y="3898900"/>
            <a:ext cx="1985504" cy="1677926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</a:t>
            </a:r>
          </a:p>
          <a:p>
            <a:pPr lvl="1"/>
            <a:r>
              <a:rPr lang="en-US"/>
              <a:t>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5B124AA5-6419-4552-97B5-242DA08BE7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1455" y="3898900"/>
            <a:ext cx="1985504" cy="1677926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</a:t>
            </a:r>
          </a:p>
          <a:p>
            <a:pPr lvl="1"/>
            <a:r>
              <a:rPr lang="en-US"/>
              <a:t>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A378CD97-B880-4BCB-AD71-A7C1C1C848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3475" y="3898900"/>
            <a:ext cx="1985504" cy="1677926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</a:t>
            </a:r>
          </a:p>
          <a:p>
            <a:pPr lvl="1"/>
            <a:r>
              <a:rPr lang="en-US"/>
              <a:t>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2CB6C29-05E0-4B43-A2EB-22FEB969E5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25496" y="3898900"/>
            <a:ext cx="1985504" cy="1677926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</a:t>
            </a:r>
          </a:p>
          <a:p>
            <a:pPr lvl="1"/>
            <a:r>
              <a:rPr lang="en-US"/>
              <a:t>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3EDE11-CE40-4943-AE63-A3B14CB3C037}"/>
              </a:ext>
            </a:extLst>
          </p:cNvPr>
          <p:cNvCxnSpPr>
            <a:cxnSpLocks/>
          </p:cNvCxnSpPr>
          <p:nvPr userDrawn="1"/>
        </p:nvCxnSpPr>
        <p:spPr>
          <a:xfrm>
            <a:off x="114156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7ED40C-58DA-45F1-8E80-6A74976C6E1E}"/>
              </a:ext>
            </a:extLst>
          </p:cNvPr>
          <p:cNvCxnSpPr/>
          <p:nvPr userDrawn="1"/>
        </p:nvCxnSpPr>
        <p:spPr>
          <a:xfrm>
            <a:off x="350358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1A22B2-C08A-41DA-ACB1-5B59B4CDA8DE}"/>
              </a:ext>
            </a:extLst>
          </p:cNvPr>
          <p:cNvCxnSpPr/>
          <p:nvPr userDrawn="1"/>
        </p:nvCxnSpPr>
        <p:spPr>
          <a:xfrm>
            <a:off x="586560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D3E374-86AB-4A80-81AD-B09F07C51B80}"/>
              </a:ext>
            </a:extLst>
          </p:cNvPr>
          <p:cNvCxnSpPr/>
          <p:nvPr userDrawn="1"/>
        </p:nvCxnSpPr>
        <p:spPr>
          <a:xfrm>
            <a:off x="822762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3A5244A-D0CA-43CB-A0DB-296A219EDC9D}"/>
              </a:ext>
            </a:extLst>
          </p:cNvPr>
          <p:cNvCxnSpPr>
            <a:cxnSpLocks/>
          </p:cNvCxnSpPr>
          <p:nvPr userDrawn="1"/>
        </p:nvCxnSpPr>
        <p:spPr>
          <a:xfrm>
            <a:off x="10589648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07579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0" name="Picture Placeholder 13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43781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9983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161852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18" name="Date Placeholder 10">
            <a:extLst>
              <a:ext uri="{FF2B5EF4-FFF2-40B4-BE49-F238E27FC236}">
                <a16:creationId xmlns:a16="http://schemas.microsoft.com/office/drawing/2014/main" id="{E3730EFD-23A6-7A4C-8044-54C1542D75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EDCDE1A5-7B8C-446C-B047-DEF343C830D4}" type="datetime2">
              <a:rPr lang="en-US" smtClean="0"/>
              <a:t>Monday, April 20,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8937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3">
          <p15:clr>
            <a:srgbClr val="5ACBF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4 - Box Sha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4655" y="1560513"/>
            <a:ext cx="1894600" cy="1894600"/>
          </a:xfrm>
          <a:solidFill>
            <a:schemeClr val="tx2">
              <a:lumMod val="20000"/>
              <a:lumOff val="80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0" tIns="0" rIns="0" bIns="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817351" y="1560513"/>
            <a:ext cx="1894600" cy="1894600"/>
          </a:xfrm>
          <a:solidFill>
            <a:schemeClr val="tx2">
              <a:lumMod val="20000"/>
              <a:lumOff val="80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480047" y="1560513"/>
            <a:ext cx="1894600" cy="1894600"/>
          </a:xfrm>
          <a:solidFill>
            <a:schemeClr val="tx2">
              <a:lumMod val="20000"/>
              <a:lumOff val="80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42743" y="1560513"/>
            <a:ext cx="1894600" cy="1894600"/>
          </a:xfrm>
          <a:solidFill>
            <a:schemeClr val="tx2">
              <a:lumMod val="20000"/>
              <a:lumOff val="80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/>
            <a:r>
              <a:rPr lang="en-GB"/>
              <a:t>Add profile photo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4653" y="3914042"/>
            <a:ext cx="2047984" cy="217243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400" b="0" i="0">
                <a:solidFill>
                  <a:schemeClr val="accent2"/>
                </a:solidFill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17350" y="3914042"/>
            <a:ext cx="2047984" cy="217243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400" b="0" i="0" kern="1200" dirty="0" smtClean="0">
                <a:solidFill>
                  <a:schemeClr val="accent2"/>
                </a:solidFill>
                <a:latin typeface="GT Sectra Fine" pitchFamily="2" charset="77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0047" y="3914042"/>
            <a:ext cx="2047984" cy="217243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400" b="0" i="0" kern="1200" dirty="0" smtClean="0">
                <a:solidFill>
                  <a:schemeClr val="accent2"/>
                </a:solidFill>
                <a:latin typeface="GT Sectra Fine" pitchFamily="2" charset="77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42742" y="3914042"/>
            <a:ext cx="2047984" cy="217243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400" b="0" i="0" kern="1200" dirty="0" smtClean="0">
                <a:solidFill>
                  <a:schemeClr val="accent2"/>
                </a:solidFill>
                <a:latin typeface="GT Sectra Fine" pitchFamily="2" charset="77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39785926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3">
          <p15:clr>
            <a:srgbClr val="5ACBF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6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1800" b="0"/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A02BDBD-12C4-A940-8556-B3E5BDD10714}"/>
              </a:ext>
            </a:extLst>
          </p:cNvPr>
          <p:cNvCxnSpPr>
            <a:cxnSpLocks/>
          </p:cNvCxnSpPr>
          <p:nvPr userDrawn="1"/>
        </p:nvCxnSpPr>
        <p:spPr>
          <a:xfrm>
            <a:off x="377415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FEA9EDE-6235-5149-A941-CF6FEAE2E6FF}"/>
              </a:ext>
            </a:extLst>
          </p:cNvPr>
          <p:cNvCxnSpPr>
            <a:cxnSpLocks/>
          </p:cNvCxnSpPr>
          <p:nvPr userDrawn="1"/>
        </p:nvCxnSpPr>
        <p:spPr>
          <a:xfrm>
            <a:off x="2353236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BE3B3A9-F650-CD4D-ABE8-60A0F5E115AE}"/>
              </a:ext>
            </a:extLst>
          </p:cNvPr>
          <p:cNvCxnSpPr>
            <a:cxnSpLocks/>
          </p:cNvCxnSpPr>
          <p:nvPr userDrawn="1"/>
        </p:nvCxnSpPr>
        <p:spPr>
          <a:xfrm>
            <a:off x="4329057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0EADFA0-1672-B34A-99B7-19C51FEE8983}"/>
              </a:ext>
            </a:extLst>
          </p:cNvPr>
          <p:cNvCxnSpPr>
            <a:cxnSpLocks/>
          </p:cNvCxnSpPr>
          <p:nvPr userDrawn="1"/>
        </p:nvCxnSpPr>
        <p:spPr>
          <a:xfrm>
            <a:off x="6304878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C298F82-C3A0-2A4F-8530-36C08463C5C0}"/>
              </a:ext>
            </a:extLst>
          </p:cNvPr>
          <p:cNvCxnSpPr>
            <a:cxnSpLocks/>
          </p:cNvCxnSpPr>
          <p:nvPr userDrawn="1"/>
        </p:nvCxnSpPr>
        <p:spPr>
          <a:xfrm>
            <a:off x="8280699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35C1307-45DE-104B-82C7-0AF770E496DE}"/>
              </a:ext>
            </a:extLst>
          </p:cNvPr>
          <p:cNvCxnSpPr>
            <a:cxnSpLocks/>
          </p:cNvCxnSpPr>
          <p:nvPr userDrawn="1"/>
        </p:nvCxnSpPr>
        <p:spPr>
          <a:xfrm>
            <a:off x="10256520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BEB5A56-DED2-134F-B0DE-11936982FF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923321BD-6745-7944-910F-B8C8E4AC31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2A6C4DC7-1806-A74D-B434-61FF385F82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053D7F26-6DC1-034C-B572-B4BFE718C7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E075A489-B7B7-CE40-B061-D8A36AFCC8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FF2BF483-5EDC-9242-AD58-57E84F538C8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2186252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3">
          <p15:clr>
            <a:srgbClr val="5ACBF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6 -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1800" b="0"/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A02BDBD-12C4-A940-8556-B3E5BDD10714}"/>
              </a:ext>
            </a:extLst>
          </p:cNvPr>
          <p:cNvCxnSpPr>
            <a:cxnSpLocks/>
          </p:cNvCxnSpPr>
          <p:nvPr userDrawn="1"/>
        </p:nvCxnSpPr>
        <p:spPr>
          <a:xfrm>
            <a:off x="377415" y="3660880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FEA9EDE-6235-5149-A941-CF6FEAE2E6FF}"/>
              </a:ext>
            </a:extLst>
          </p:cNvPr>
          <p:cNvCxnSpPr>
            <a:cxnSpLocks/>
          </p:cNvCxnSpPr>
          <p:nvPr userDrawn="1"/>
        </p:nvCxnSpPr>
        <p:spPr>
          <a:xfrm>
            <a:off x="2353236" y="3660880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BE3B3A9-F650-CD4D-ABE8-60A0F5E115AE}"/>
              </a:ext>
            </a:extLst>
          </p:cNvPr>
          <p:cNvCxnSpPr>
            <a:cxnSpLocks/>
          </p:cNvCxnSpPr>
          <p:nvPr userDrawn="1"/>
        </p:nvCxnSpPr>
        <p:spPr>
          <a:xfrm>
            <a:off x="4329057" y="3660880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0EADFA0-1672-B34A-99B7-19C51FEE8983}"/>
              </a:ext>
            </a:extLst>
          </p:cNvPr>
          <p:cNvCxnSpPr>
            <a:cxnSpLocks/>
          </p:cNvCxnSpPr>
          <p:nvPr userDrawn="1"/>
        </p:nvCxnSpPr>
        <p:spPr>
          <a:xfrm>
            <a:off x="6304878" y="3660880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C298F82-C3A0-2A4F-8530-36C08463C5C0}"/>
              </a:ext>
            </a:extLst>
          </p:cNvPr>
          <p:cNvCxnSpPr>
            <a:cxnSpLocks/>
          </p:cNvCxnSpPr>
          <p:nvPr userDrawn="1"/>
        </p:nvCxnSpPr>
        <p:spPr>
          <a:xfrm>
            <a:off x="8280699" y="3660880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35C1307-45DE-104B-82C7-0AF770E496DE}"/>
              </a:ext>
            </a:extLst>
          </p:cNvPr>
          <p:cNvCxnSpPr>
            <a:cxnSpLocks/>
          </p:cNvCxnSpPr>
          <p:nvPr userDrawn="1"/>
        </p:nvCxnSpPr>
        <p:spPr>
          <a:xfrm>
            <a:off x="10256520" y="3660880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2" name="Text Placeholder 21">
            <a:extLst>
              <a:ext uri="{FF2B5EF4-FFF2-40B4-BE49-F238E27FC236}">
                <a16:creationId xmlns:a16="http://schemas.microsoft.com/office/drawing/2014/main" id="{6DA3268F-5CC4-7E4D-879D-3A3F1FBF6B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3" name="Text Placeholder 21">
            <a:extLst>
              <a:ext uri="{FF2B5EF4-FFF2-40B4-BE49-F238E27FC236}">
                <a16:creationId xmlns:a16="http://schemas.microsoft.com/office/drawing/2014/main" id="{855592D2-902A-1146-B433-6648BEC8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3CD3D7-329E-47BB-94A7-43044FF6B3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9781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983">
          <p15:clr>
            <a:srgbClr val="5ACBF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8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81000" y="1295233"/>
            <a:ext cx="3540355" cy="5016665"/>
          </a:xfrm>
        </p:spPr>
        <p:txBody>
          <a:bodyPr/>
          <a:lstStyle/>
          <a:p>
            <a:pPr lvl="0"/>
            <a:r>
              <a:rPr lang="en-GB"/>
              <a:t>Place text here, use indent to access other levels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5" name="Picture Placeholder 13">
            <a:extLst>
              <a:ext uri="{FF2B5EF4-FFF2-40B4-BE49-F238E27FC236}">
                <a16:creationId xmlns:a16="http://schemas.microsoft.com/office/drawing/2014/main" id="{CD7EAAF9-7102-4351-9F35-C40B3F3819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25822" y="1295233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CC40CB3D-DFEA-4056-B2DA-887E7C86324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98233" y="1295233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BABECB-6F2D-4068-AEE6-A603DAA72EF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43055" y="1295233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914A31DD-59CB-48C9-9C28-954E6B85C62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70644" y="1295233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41646E1-19C3-4B9B-B997-D1E684346A58}"/>
              </a:ext>
            </a:extLst>
          </p:cNvPr>
          <p:cNvCxnSpPr>
            <a:cxnSpLocks/>
          </p:cNvCxnSpPr>
          <p:nvPr userDrawn="1"/>
        </p:nvCxnSpPr>
        <p:spPr>
          <a:xfrm>
            <a:off x="4325822" y="2633001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5573D48A-A495-4050-90E3-75258FCF3377}"/>
              </a:ext>
            </a:extLst>
          </p:cNvPr>
          <p:cNvCxnSpPr>
            <a:cxnSpLocks/>
          </p:cNvCxnSpPr>
          <p:nvPr userDrawn="1"/>
        </p:nvCxnSpPr>
        <p:spPr>
          <a:xfrm>
            <a:off x="6298233" y="2633001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73483C0-79C0-4141-9CB1-0BA663E254D0}"/>
              </a:ext>
            </a:extLst>
          </p:cNvPr>
          <p:cNvCxnSpPr>
            <a:cxnSpLocks/>
          </p:cNvCxnSpPr>
          <p:nvPr userDrawn="1"/>
        </p:nvCxnSpPr>
        <p:spPr>
          <a:xfrm>
            <a:off x="8270644" y="2633001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4A17C9C-D115-468F-86DD-CDE522721719}"/>
              </a:ext>
            </a:extLst>
          </p:cNvPr>
          <p:cNvCxnSpPr>
            <a:cxnSpLocks/>
          </p:cNvCxnSpPr>
          <p:nvPr userDrawn="1"/>
        </p:nvCxnSpPr>
        <p:spPr>
          <a:xfrm>
            <a:off x="10243055" y="2633001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 Placeholder 21">
            <a:extLst>
              <a:ext uri="{FF2B5EF4-FFF2-40B4-BE49-F238E27FC236}">
                <a16:creationId xmlns:a16="http://schemas.microsoft.com/office/drawing/2014/main" id="{224BCF40-5B7A-4471-B077-3EEE956ADC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5822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58" name="Text Placeholder 21">
            <a:extLst>
              <a:ext uri="{FF2B5EF4-FFF2-40B4-BE49-F238E27FC236}">
                <a16:creationId xmlns:a16="http://schemas.microsoft.com/office/drawing/2014/main" id="{68E899C2-D12C-4214-88A5-B7A6E1BCDC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98233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59" name="Text Placeholder 21">
            <a:extLst>
              <a:ext uri="{FF2B5EF4-FFF2-40B4-BE49-F238E27FC236}">
                <a16:creationId xmlns:a16="http://schemas.microsoft.com/office/drawing/2014/main" id="{66A0D763-27FE-421C-A5D9-19A08FC2D8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70644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78" name="Text Placeholder 21">
            <a:extLst>
              <a:ext uri="{FF2B5EF4-FFF2-40B4-BE49-F238E27FC236}">
                <a16:creationId xmlns:a16="http://schemas.microsoft.com/office/drawing/2014/main" id="{43E52046-A5DE-47E3-A9A3-ADD4F6DB82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43055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BA696AEF-3D6B-2E4A-853E-8A8760E58D0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325822" y="3842161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3" name="Picture Placeholder 13">
            <a:extLst>
              <a:ext uri="{FF2B5EF4-FFF2-40B4-BE49-F238E27FC236}">
                <a16:creationId xmlns:a16="http://schemas.microsoft.com/office/drawing/2014/main" id="{05B98E7F-7333-A04B-94D4-281325401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298233" y="3842161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4" name="Picture Placeholder 13">
            <a:extLst>
              <a:ext uri="{FF2B5EF4-FFF2-40B4-BE49-F238E27FC236}">
                <a16:creationId xmlns:a16="http://schemas.microsoft.com/office/drawing/2014/main" id="{B99C455B-37CC-4E44-8046-56AF81C1636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10243055" y="3842161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AA6B0A5-6A50-1640-8F39-F8AC766655F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8270644" y="3842161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AEBC920-4A06-1844-A297-04C9B4995EA2}"/>
              </a:ext>
            </a:extLst>
          </p:cNvPr>
          <p:cNvCxnSpPr>
            <a:cxnSpLocks/>
          </p:cNvCxnSpPr>
          <p:nvPr userDrawn="1"/>
        </p:nvCxnSpPr>
        <p:spPr>
          <a:xfrm>
            <a:off x="4325822" y="5179929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8D916B0-6C7A-FE46-ADE6-48744F6FD90A}"/>
              </a:ext>
            </a:extLst>
          </p:cNvPr>
          <p:cNvCxnSpPr>
            <a:cxnSpLocks/>
          </p:cNvCxnSpPr>
          <p:nvPr userDrawn="1"/>
        </p:nvCxnSpPr>
        <p:spPr>
          <a:xfrm>
            <a:off x="6298233" y="5179929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A86475A-7CFD-8340-A566-4FB21E689F0A}"/>
              </a:ext>
            </a:extLst>
          </p:cNvPr>
          <p:cNvCxnSpPr>
            <a:cxnSpLocks/>
          </p:cNvCxnSpPr>
          <p:nvPr userDrawn="1"/>
        </p:nvCxnSpPr>
        <p:spPr>
          <a:xfrm>
            <a:off x="8270644" y="5179929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79DFD2D-5360-2342-829B-32DDEB7EBEB1}"/>
              </a:ext>
            </a:extLst>
          </p:cNvPr>
          <p:cNvCxnSpPr>
            <a:cxnSpLocks/>
          </p:cNvCxnSpPr>
          <p:nvPr userDrawn="1"/>
        </p:nvCxnSpPr>
        <p:spPr>
          <a:xfrm>
            <a:off x="10243055" y="5179929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CDFBCAAC-9CA0-5A4E-8684-A49AAB0BA65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25822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0C025F6B-BD75-0A4C-87E1-147D69F7C5B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98233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A9CB5A73-2496-3841-A61A-1965B0A6AD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270644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886F547A-67CA-C749-B9EA-AA1142C315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243055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687A6A-0DE7-4742-9FEC-F4CAACF6BD01}"/>
              </a:ext>
            </a:extLst>
          </p:cNvPr>
          <p:cNvSpPr txBox="1"/>
          <p:nvPr userDrawn="1"/>
        </p:nvSpPr>
        <p:spPr>
          <a:xfrm>
            <a:off x="9363919" y="662071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C37153-4580-BB48-AD3A-E289DF242EE6}"/>
              </a:ext>
            </a:extLst>
          </p:cNvPr>
          <p:cNvSpPr txBox="1"/>
          <p:nvPr userDrawn="1"/>
        </p:nvSpPr>
        <p:spPr>
          <a:xfrm>
            <a:off x="9734309" y="653969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3869D1-469A-5B41-97BC-C47919F46F86}"/>
              </a:ext>
            </a:extLst>
          </p:cNvPr>
          <p:cNvSpPr txBox="1"/>
          <p:nvPr userDrawn="1"/>
        </p:nvSpPr>
        <p:spPr>
          <a:xfrm>
            <a:off x="10131552" y="652881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134297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3">
          <p15:clr>
            <a:srgbClr val="5ACBF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27BE519-6A5B-4320-BE53-57885A77991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3267635"/>
            <a:ext cx="5334000" cy="2667000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  <a:latin typeface="GT Sectra Fine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Arial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sub-headline here in GT </a:t>
            </a:r>
            <a:r>
              <a:rPr lang="en-US" err="1"/>
              <a:t>Sectra</a:t>
            </a:r>
            <a:r>
              <a:rPr lang="en-US"/>
              <a:t> Fine, indent for other levels</a:t>
            </a:r>
          </a:p>
          <a:p>
            <a:pPr lvl="1"/>
            <a:r>
              <a:rPr lang="en-US"/>
              <a:t>Second level (text 18pt)</a:t>
            </a:r>
          </a:p>
          <a:p>
            <a:pPr lvl="2"/>
            <a:r>
              <a:rPr lang="en-US"/>
              <a:t>Third level bullet (bullet 18pt)</a:t>
            </a:r>
          </a:p>
          <a:p>
            <a:pPr lvl="3"/>
            <a:r>
              <a:rPr lang="en-US"/>
              <a:t>Fourth level bullet (bullet 16pt)</a:t>
            </a:r>
          </a:p>
          <a:p>
            <a:pPr lvl="4"/>
            <a:r>
              <a:rPr lang="en-US"/>
              <a:t>Fifth level bullet (bullet 16pt)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196769"/>
            <a:ext cx="6096000" cy="6857999"/>
          </a:xfrm>
        </p:spPr>
        <p:txBody>
          <a:bodyPr anchor="ctr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Add image, then ‘Send to Back’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1ECD14-894C-4210-BC23-98D893AA23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8" y="6477001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>
              <a:defRPr lang="en-US" sz="800" smtClean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GB" smtClean="0"/>
              <a:pPr algn="r" defTabSz="228600">
                <a:spcAft>
                  <a:spcPts val="1200"/>
                </a:spcAft>
              </a:pPr>
              <a:t>‹#›</a:t>
            </a:fld>
            <a:endParaRPr lang="en-GB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6067A3-9F0D-44FB-B267-D94DE708562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3C499DC-456D-AD4E-B8A4-E55217F992E7}"/>
              </a:ext>
            </a:extLst>
          </p:cNvPr>
          <p:cNvSpPr txBox="1"/>
          <p:nvPr userDrawn="1"/>
        </p:nvSpPr>
        <p:spPr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Copyright © 2021 Accenture. All rights reserved. </a:t>
            </a:r>
            <a:br>
              <a:rPr lang="en-GB" sz="800">
                <a:solidFill>
                  <a:schemeClr val="tx2">
                    <a:alpha val="75000"/>
                  </a:schemeClr>
                </a:solidFill>
              </a:rPr>
            </a:b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Accenture and its logo are registered trademarks of Accenture.</a:t>
            </a:r>
          </a:p>
        </p:txBody>
      </p:sp>
    </p:spTree>
    <p:extLst>
      <p:ext uri="{BB962C8B-B14F-4D97-AF65-F5344CB8AC3E}">
        <p14:creationId xmlns:p14="http://schemas.microsoft.com/office/powerpoint/2010/main" val="151998592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6096024" cy="6309361"/>
          </a:xfrm>
          <a:noFill/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 here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 userDrawn="1"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B30F4D9-6AB9-4693-B1C3-C7BE8D81EC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99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656D06-A8CE-4A1F-9876-6AFBEE60C2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5A17E02-A31F-4B3C-922A-197462C89A0D}"/>
              </a:ext>
            </a:extLst>
          </p:cNvPr>
          <p:cNvSpPr txBox="1"/>
          <p:nvPr userDrawn="1"/>
        </p:nvSpPr>
        <p:spPr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2021 Accenture. All rights reserved. </a:t>
            </a:r>
            <a:b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</a:b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Accenture and its logo are registered trademarks of Accenture.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0195CB-D424-4B71-9300-2867217A049D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6EB7BC02-64C6-5A42-A5C4-F0D83DB5112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76999" y="3267635"/>
            <a:ext cx="5334000" cy="266700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GT Sectra Fine" panose="00000500000000000000" pitchFamily="50" charset="0"/>
              </a:defRPr>
            </a:lvl1pPr>
            <a:lvl2pPr marL="0" indent="0">
              <a:buNone/>
              <a:defRPr sz="1800">
                <a:solidFill>
                  <a:schemeClr val="tx1"/>
                </a:solidFill>
              </a:defRPr>
            </a:lvl2pPr>
            <a:lvl3pPr marL="228600"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457200">
              <a:buFont typeface="System Font"/>
              <a:buChar char="–"/>
              <a:defRPr sz="1600">
                <a:solidFill>
                  <a:schemeClr val="tx1"/>
                </a:solidFill>
              </a:defRPr>
            </a:lvl4pPr>
            <a:lvl5pPr marL="685800"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Place sub-headline here in GT </a:t>
            </a:r>
            <a:r>
              <a:rPr lang="en-US" err="1"/>
              <a:t>Sectra</a:t>
            </a:r>
            <a:r>
              <a:rPr lang="en-US"/>
              <a:t> Fine, indent for other levels</a:t>
            </a:r>
          </a:p>
          <a:p>
            <a:pPr lvl="1"/>
            <a:r>
              <a:rPr lang="en-US"/>
              <a:t>Second level (text 18pt)</a:t>
            </a:r>
          </a:p>
          <a:p>
            <a:pPr lvl="2"/>
            <a:r>
              <a:rPr lang="en-US"/>
              <a:t>Third level bullet (bullet 18pt)</a:t>
            </a:r>
          </a:p>
          <a:p>
            <a:pPr lvl="3"/>
            <a:r>
              <a:rPr lang="en-US"/>
              <a:t>Fourth level bullet (bullet 16pt)</a:t>
            </a:r>
          </a:p>
          <a:p>
            <a:pPr lvl="4"/>
            <a:r>
              <a:rPr lang="en-US"/>
              <a:t>Fifth level bullet (bullet 16pt)</a:t>
            </a:r>
          </a:p>
        </p:txBody>
      </p:sp>
    </p:spTree>
    <p:extLst>
      <p:ext uri="{BB962C8B-B14F-4D97-AF65-F5344CB8AC3E}">
        <p14:creationId xmlns:p14="http://schemas.microsoft.com/office/powerpoint/2010/main" val="28639044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5ACBF0"/>
          </p15:clr>
        </p15:guide>
        <p15:guide id="2" pos="1920">
          <p15:clr>
            <a:srgbClr val="5ACBF0"/>
          </p15:clr>
        </p15:guide>
        <p15:guide id="3" pos="5760">
          <p15:clr>
            <a:srgbClr val="5ACBF0"/>
          </p15:clr>
        </p15:guide>
        <p15:guide id="4" orient="horz" pos="1920">
          <p15:clr>
            <a:srgbClr val="5ACBF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Portrai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19">
            <a:extLst>
              <a:ext uri="{FF2B5EF4-FFF2-40B4-BE49-F238E27FC236}">
                <a16:creationId xmlns:a16="http://schemas.microsoft.com/office/drawing/2014/main" id="{9128CE8F-D41A-47B9-921B-C6C1790F8F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6839" y="943234"/>
            <a:ext cx="4191000" cy="4976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1" y="744434"/>
            <a:ext cx="4190998" cy="4976446"/>
          </a:xfrm>
          <a:solidFill>
            <a:schemeClr val="bg1"/>
          </a:solidFill>
        </p:spPr>
        <p:txBody>
          <a:bodyPr tIns="274320" bIns="274320"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</a:t>
            </a:r>
          </a:p>
        </p:txBody>
      </p:sp>
    </p:spTree>
    <p:extLst>
      <p:ext uri="{BB962C8B-B14F-4D97-AF65-F5344CB8AC3E}">
        <p14:creationId xmlns:p14="http://schemas.microsoft.com/office/powerpoint/2010/main" val="160407378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FF1C6BE-E6FE-4BD6-8477-A09403EEE56E}"/>
              </a:ext>
            </a:extLst>
          </p:cNvPr>
          <p:cNvSpPr/>
          <p:nvPr userDrawn="1"/>
        </p:nvSpPr>
        <p:spPr>
          <a:xfrm>
            <a:off x="-10" y="-3"/>
            <a:ext cx="6096008" cy="6311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2" name="Text Placeholder 32">
            <a:extLst>
              <a:ext uri="{FF2B5EF4-FFF2-40B4-BE49-F238E27FC236}">
                <a16:creationId xmlns:a16="http://schemas.microsoft.com/office/drawing/2014/main" id="{AC315915-FC9E-0942-980E-6C0E99FEA8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0986" y="1490072"/>
            <a:ext cx="2285996" cy="128486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095992" y="0"/>
            <a:ext cx="6096008" cy="6311900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 here</a:t>
            </a:r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D7539E0-EC97-4984-8CDD-85CC949BB7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</a:extLst>
          </p:cNvPr>
          <p:cNvCxnSpPr>
            <a:cxnSpLocks/>
          </p:cNvCxnSpPr>
          <p:nvPr userDrawn="1"/>
        </p:nvCxnSpPr>
        <p:spPr>
          <a:xfrm>
            <a:off x="0" y="3155950"/>
            <a:ext cx="6096008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2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1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2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</a:extLst>
          </p:cNvPr>
          <p:cNvCxnSpPr>
            <a:cxnSpLocks/>
          </p:cNvCxnSpPr>
          <p:nvPr userDrawn="1"/>
        </p:nvCxnSpPr>
        <p:spPr>
          <a:xfrm>
            <a:off x="3047998" y="-2"/>
            <a:ext cx="0" cy="6311902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94EF33C-E010-4503-AC38-BB48E62572E9}"/>
              </a:ext>
            </a:extLst>
          </p:cNvPr>
          <p:cNvSpPr/>
          <p:nvPr userDrawn="1"/>
        </p:nvSpPr>
        <p:spPr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raphic 4">
            <a:extLst>
              <a:ext uri="{FF2B5EF4-FFF2-40B4-BE49-F238E27FC236}">
                <a16:creationId xmlns:a16="http://schemas.microsoft.com/office/drawing/2014/main" id="{B5857967-07ED-4F5E-A053-B5E7B0047997}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6483349"/>
            <a:ext cx="192024" cy="203202"/>
          </a:xfrm>
          <a:custGeom>
            <a:avLst/>
            <a:gdLst>
              <a:gd name="connsiteX0" fmla="*/ 0 w 556260"/>
              <a:gd name="connsiteY0" fmla="*/ 415290 h 588644"/>
              <a:gd name="connsiteX1" fmla="*/ 324803 w 556260"/>
              <a:gd name="connsiteY1" fmla="*/ 295275 h 588644"/>
              <a:gd name="connsiteX2" fmla="*/ 0 w 556260"/>
              <a:gd name="connsiteY2" fmla="*/ 167640 h 588644"/>
              <a:gd name="connsiteX3" fmla="*/ 0 w 556260"/>
              <a:gd name="connsiteY3" fmla="*/ 0 h 588644"/>
              <a:gd name="connsiteX4" fmla="*/ 556260 w 556260"/>
              <a:gd name="connsiteY4" fmla="*/ 223838 h 588644"/>
              <a:gd name="connsiteX5" fmla="*/ 556260 w 556260"/>
              <a:gd name="connsiteY5" fmla="*/ 363855 h 588644"/>
              <a:gd name="connsiteX6" fmla="*/ 0 w 556260"/>
              <a:gd name="connsiteY6" fmla="*/ 588645 h 588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6260" h="588644">
                <a:moveTo>
                  <a:pt x="0" y="415290"/>
                </a:moveTo>
                <a:lnTo>
                  <a:pt x="324803" y="295275"/>
                </a:lnTo>
                <a:lnTo>
                  <a:pt x="0" y="167640"/>
                </a:lnTo>
                <a:lnTo>
                  <a:pt x="0" y="0"/>
                </a:lnTo>
                <a:lnTo>
                  <a:pt x="556260" y="223838"/>
                </a:lnTo>
                <a:lnTo>
                  <a:pt x="556260" y="363855"/>
                </a:lnTo>
                <a:lnTo>
                  <a:pt x="0" y="588645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FAF127-9F53-4673-A2A8-7956E1AE99D5}"/>
              </a:ext>
            </a:extLst>
          </p:cNvPr>
          <p:cNvSpPr txBox="1"/>
          <p:nvPr userDrawn="1"/>
        </p:nvSpPr>
        <p:spPr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2021 Accenture. All rights reserved. </a:t>
            </a:r>
            <a:b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</a:b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Accenture and its logo are registered trademarks of Accenture.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44D4EC-5AC3-4E83-91F6-146FE9DE0444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bg1">
                  <a:alpha val="75000"/>
                </a:schemeClr>
              </a:solidFill>
            </a:endParaRPr>
          </a:p>
        </p:txBody>
      </p:sp>
      <p:sp>
        <p:nvSpPr>
          <p:cNvPr id="23" name="Text Placeholder 32">
            <a:extLst>
              <a:ext uri="{FF2B5EF4-FFF2-40B4-BE49-F238E27FC236}">
                <a16:creationId xmlns:a16="http://schemas.microsoft.com/office/drawing/2014/main" id="{15FC8104-48E6-B248-8FB6-974B5ABAE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28992" y="1490072"/>
            <a:ext cx="2285996" cy="128486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27C860B3-C7A0-E840-9D83-305F739202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0986" y="4646021"/>
            <a:ext cx="2285996" cy="128486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559DD1F-A98C-F14E-95DC-32EC947751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2" y="4646021"/>
            <a:ext cx="2285996" cy="128486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18170048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5ACBF0"/>
          </p15:clr>
        </p15:guide>
        <p15:guide id="2" pos="1920">
          <p15:clr>
            <a:srgbClr val="5ACBF0"/>
          </p15:clr>
        </p15:guide>
        <p15:guide id="3" pos="5760">
          <p15:clr>
            <a:srgbClr val="5ACBF0"/>
          </p15:clr>
        </p15:guide>
        <p15:guide id="4" orient="horz" pos="1985">
          <p15:clr>
            <a:srgbClr val="5ACBF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 userDrawn="1"/>
        </p:nvSpPr>
        <p:spPr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</a:extLst>
          </p:cNvPr>
          <p:cNvSpPr/>
          <p:nvPr userDrawn="1"/>
        </p:nvSpPr>
        <p:spPr>
          <a:xfrm>
            <a:off x="9144056" y="3155948"/>
            <a:ext cx="3047944" cy="31559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</a:extLst>
          </p:cNvPr>
          <p:cNvSpPr/>
          <p:nvPr userDrawn="1"/>
        </p:nvSpPr>
        <p:spPr>
          <a:xfrm>
            <a:off x="3048000" y="3155948"/>
            <a:ext cx="3047968" cy="3155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095976" y="-1"/>
            <a:ext cx="3048024" cy="3151189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 here</a:t>
            </a:r>
            <a:endParaRPr lang="en-US"/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7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7" name="Text Placeholder 32">
            <a:extLst>
              <a:ext uri="{FF2B5EF4-FFF2-40B4-BE49-F238E27FC236}">
                <a16:creationId xmlns:a16="http://schemas.microsoft.com/office/drawing/2014/main" id="{705CC01D-6D66-4B27-8D0E-E2205E002C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5005" y="1490072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8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D36C84D9-D180-4ECA-9C39-AB74A8A3E6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8986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6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1" name="Text Placeholder 32">
            <a:extLst>
              <a:ext uri="{FF2B5EF4-FFF2-40B4-BE49-F238E27FC236}">
                <a16:creationId xmlns:a16="http://schemas.microsoft.com/office/drawing/2014/main" id="{2ACA6616-E51D-4660-96C1-738E6693FA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76994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21" name="Picture Placeholder 35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0" y="3155942"/>
            <a:ext cx="3048000" cy="3155958"/>
          </a:xfrm>
          <a:solidFill>
            <a:schemeClr val="bg2"/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dirty="0"/>
            </a:lvl1pPr>
          </a:lstStyle>
          <a:p>
            <a:pPr marL="228600" lvl="0" indent="-228600" algn="ctr"/>
            <a:r>
              <a:rPr lang="en-GB"/>
              <a:t>Add image here</a:t>
            </a:r>
            <a:endParaRPr lang="en-US"/>
          </a:p>
        </p:txBody>
      </p:sp>
      <p:sp>
        <p:nvSpPr>
          <p:cNvPr id="24" name="Text Placeholder 26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1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7ADCD97-A8C0-487C-9E6C-6CD77C3BE0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4999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11" name="Graphic 4">
            <a:extLst>
              <a:ext uri="{FF2B5EF4-FFF2-40B4-BE49-F238E27FC236}">
                <a16:creationId xmlns:a16="http://schemas.microsoft.com/office/drawing/2014/main" id="{2823ABF6-DA1C-4C36-B01C-57A2B31166E8}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6483349"/>
            <a:ext cx="192024" cy="203202"/>
          </a:xfrm>
          <a:custGeom>
            <a:avLst/>
            <a:gdLst>
              <a:gd name="connsiteX0" fmla="*/ 0 w 556260"/>
              <a:gd name="connsiteY0" fmla="*/ 415290 h 588644"/>
              <a:gd name="connsiteX1" fmla="*/ 324803 w 556260"/>
              <a:gd name="connsiteY1" fmla="*/ 295275 h 588644"/>
              <a:gd name="connsiteX2" fmla="*/ 0 w 556260"/>
              <a:gd name="connsiteY2" fmla="*/ 167640 h 588644"/>
              <a:gd name="connsiteX3" fmla="*/ 0 w 556260"/>
              <a:gd name="connsiteY3" fmla="*/ 0 h 588644"/>
              <a:gd name="connsiteX4" fmla="*/ 556260 w 556260"/>
              <a:gd name="connsiteY4" fmla="*/ 223838 h 588644"/>
              <a:gd name="connsiteX5" fmla="*/ 556260 w 556260"/>
              <a:gd name="connsiteY5" fmla="*/ 363855 h 588644"/>
              <a:gd name="connsiteX6" fmla="*/ 0 w 556260"/>
              <a:gd name="connsiteY6" fmla="*/ 588645 h 588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6260" h="588644">
                <a:moveTo>
                  <a:pt x="0" y="415290"/>
                </a:moveTo>
                <a:lnTo>
                  <a:pt x="324803" y="295275"/>
                </a:lnTo>
                <a:lnTo>
                  <a:pt x="0" y="167640"/>
                </a:lnTo>
                <a:lnTo>
                  <a:pt x="0" y="0"/>
                </a:lnTo>
                <a:lnTo>
                  <a:pt x="556260" y="223838"/>
                </a:lnTo>
                <a:lnTo>
                  <a:pt x="556260" y="363855"/>
                </a:lnTo>
                <a:lnTo>
                  <a:pt x="0" y="588645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Text Placeholder 26">
            <a:extLst>
              <a:ext uri="{FF2B5EF4-FFF2-40B4-BE49-F238E27FC236}">
                <a16:creationId xmlns:a16="http://schemas.microsoft.com/office/drawing/2014/main" id="{9BC0904C-6BDA-4032-94C2-6417F59042D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0997" y="380999"/>
            <a:ext cx="5333972" cy="2393952"/>
          </a:xfrm>
        </p:spPr>
        <p:txBody>
          <a:bodyPr anchor="ctr"/>
          <a:lstStyle>
            <a:lvl1pPr marL="0" indent="0">
              <a:buNone/>
              <a:defRPr kumimoji="0" lang="en-US" sz="3600" b="1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j-ea"/>
                <a:cs typeface="+mj-cs"/>
              </a:rPr>
              <a:t>P</a:t>
            </a: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j-ea"/>
                <a:cs typeface="+mj-cs"/>
              </a:rPr>
              <a:t>lace headline here 36pt, min 30pt)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D52323-3645-4D54-A333-3E2D3D1E3ED3}"/>
              </a:ext>
            </a:extLst>
          </p:cNvPr>
          <p:cNvSpPr txBox="1"/>
          <p:nvPr userDrawn="1"/>
        </p:nvSpPr>
        <p:spPr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2021 Accenture. All rights reserved. </a:t>
            </a:r>
            <a:b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</a:b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Accenture and its logo are registered trademarks of Accenture.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C17CEB-6634-4DFE-841E-12DDA90C7C5D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bg1">
                  <a:alpha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63351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5ACBF0"/>
          </p15:clr>
        </p15:guide>
        <p15:guide id="2" pos="1920">
          <p15:clr>
            <a:srgbClr val="5ACBF0"/>
          </p15:clr>
        </p15:guide>
        <p15:guide id="3" pos="5760">
          <p15:clr>
            <a:srgbClr val="5ACBF0"/>
          </p15:clr>
        </p15:guide>
        <p15:guide id="4" orient="horz" pos="1985">
          <p15:clr>
            <a:srgbClr val="5ACBF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41FE43-9ADC-4313-8D22-F47ABC16F44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97BC18-949B-4A9A-B05F-CA4F3F80FEC9}"/>
              </a:ext>
            </a:extLst>
          </p:cNvPr>
          <p:cNvSpPr txBox="1"/>
          <p:nvPr userDrawn="1"/>
        </p:nvSpPr>
        <p:spPr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2021 Accenture. All rights reserved. </a:t>
            </a:r>
            <a:b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</a:b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Accenture and its logo are registered trademarks of Accenture.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34DCA4-9B3F-424E-8478-0FB3BCA6E006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21019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41FE43-9ADC-4313-8D22-F47ABC16F44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4D7B63E-E6E1-481B-936E-CE344FE52C2F}"/>
              </a:ext>
            </a:extLst>
          </p:cNvPr>
          <p:cNvSpPr txBox="1"/>
          <p:nvPr userDrawn="1"/>
        </p:nvSpPr>
        <p:spPr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2021 Accenture. All rights reserved. </a:t>
            </a:r>
            <a:b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</a:b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Accenture and its logo are registered trademarks of Accenture.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DA5CD6-870E-4AEB-ABEE-5BC1AF19C661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ECBE8-C9DE-46DF-9582-7DB75BEDF4F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3), Mid Purple (Accent 2) or Core Purple (Accent 1)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5235942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8">
            <a:extLst>
              <a:ext uri="{FF2B5EF4-FFF2-40B4-BE49-F238E27FC236}">
                <a16:creationId xmlns:a16="http://schemas.microsoft.com/office/drawing/2014/main" id="{0302C3C0-FF67-42ED-97D5-60E1344FC3C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</a:lstStyle>
          <a:p>
            <a:r>
              <a:rPr lang="en-GB"/>
              <a:t>Add image, then ‘Send to Back’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39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headline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6F1257-AA6C-44C6-86DE-CAD089D089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28ACB7EA-E7A1-452B-89CA-4FA566F734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8" y="6477001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smtClean="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GB" smtClean="0"/>
              <a:pPr algn="r" defTabSz="228600">
                <a:spcAft>
                  <a:spcPts val="1200"/>
                </a:spcAft>
              </a:pPr>
              <a:t>‹#›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E018DE-8A90-C842-A7BE-D441C9648D56}"/>
              </a:ext>
            </a:extLst>
          </p:cNvPr>
          <p:cNvSpPr txBox="1"/>
          <p:nvPr userDrawn="1"/>
        </p:nvSpPr>
        <p:spPr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2021 Accenture. All rights reserved. </a:t>
            </a:r>
            <a:b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</a:b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Accenture and its logo are registered trademarks of Accenture.</a:t>
            </a:r>
          </a:p>
        </p:txBody>
      </p:sp>
    </p:spTree>
    <p:extLst>
      <p:ext uri="{BB962C8B-B14F-4D97-AF65-F5344CB8AC3E}">
        <p14:creationId xmlns:p14="http://schemas.microsoft.com/office/powerpoint/2010/main" val="14096104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EAD9AED-9987-4CE9-B39D-B256B46200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76714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Greetings + Greater Than 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Thank you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532600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Cover Image - Left-aligned, GTS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ackground pattern&#10;&#10;Description automatically generated">
            <a:extLst>
              <a:ext uri="{FF2B5EF4-FFF2-40B4-BE49-F238E27FC236}">
                <a16:creationId xmlns:a16="http://schemas.microsoft.com/office/drawing/2014/main" id="{ED3EA544-28C0-C842-B923-07BCAA8E18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1" y="3097823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subtitle here in GT Sectra Fine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84C2CB2-4FB2-4965-A2E7-4A3640116F06}" type="datetime2">
              <a:rPr lang="en-US" smtClean="0"/>
              <a:t>Monday, April 20, 2026</a:t>
            </a:fld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7" name="Picture 6" descr="A picture containing card, drawing, crosswalk, table&#10;&#10;Description automatically generated">
            <a:extLst>
              <a:ext uri="{FF2B5EF4-FFF2-40B4-BE49-F238E27FC236}">
                <a16:creationId xmlns:a16="http://schemas.microsoft.com/office/drawing/2014/main" id="{DF3CEA6A-1953-4DD5-B664-EEDED901A65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5601656"/>
            <a:ext cx="670786" cy="710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7296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pos="720">
          <p15:clr>
            <a:srgbClr val="5ACBF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op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Acc_MobilityBLACK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827" y="541385"/>
            <a:ext cx="3430214" cy="527557"/>
          </a:xfrm>
          <a:prstGeom prst="rect">
            <a:avLst/>
          </a:prstGeom>
        </p:spPr>
      </p:pic>
      <p:pic>
        <p:nvPicPr>
          <p:cNvPr id="13" name="Acc_InteractiveBLACK" hidden="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486" y="551413"/>
            <a:ext cx="3443260" cy="518866"/>
          </a:xfrm>
          <a:prstGeom prst="rect">
            <a:avLst/>
          </a:prstGeom>
        </p:spPr>
      </p:pic>
      <p:pic>
        <p:nvPicPr>
          <p:cNvPr id="14" name="Acc_AnalyticsBLACK" hidden="1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6099" y="541708"/>
            <a:ext cx="3428941" cy="528482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0008FD0-AD04-4958-83B5-7F755546EE8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2021" y="1162878"/>
            <a:ext cx="8318714" cy="3761961"/>
          </a:xfrm>
        </p:spPr>
        <p:txBody>
          <a:bodyPr tIns="0" bIns="0" anchor="b">
            <a:normAutofit/>
          </a:bodyPr>
          <a:lstStyle>
            <a:lvl1pPr algn="l">
              <a:lnSpc>
                <a:spcPct val="75000"/>
              </a:lnSpc>
              <a:defRPr sz="8000" cap="none">
                <a:solidFill>
                  <a:schemeClr val="bg1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Section</a:t>
            </a:r>
            <a:br>
              <a:rPr lang="en-US"/>
            </a:br>
            <a:r>
              <a:rPr lang="en-US"/>
              <a:t>Divider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7A752BD-0233-480F-B3CC-46DD91E932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2020" y="5034169"/>
            <a:ext cx="8318713" cy="1328521"/>
          </a:xfrm>
        </p:spPr>
        <p:txBody>
          <a:bodyPr tIns="0" bIns="0" anchor="t">
            <a:normAutofit/>
          </a:bodyPr>
          <a:lstStyle>
            <a:lvl1pPr algn="l">
              <a:lnSpc>
                <a:spcPct val="90000"/>
              </a:lnSpc>
              <a:defRPr sz="2400" b="0" cap="none">
                <a:solidFill>
                  <a:schemeClr val="bg1"/>
                </a:solidFill>
                <a:latin typeface="+mn-lt"/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9132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68">
          <p15:clr>
            <a:srgbClr val="5ACBF0"/>
          </p15:clr>
        </p15:guide>
        <p15:guide id="2" pos="709">
          <p15:clr>
            <a:srgbClr val="5ACBF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1986EA-B600-4DE9-873A-47A5273447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943100"/>
            <a:ext cx="8572500" cy="428427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2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80975" indent="-180975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4pPr>
            <a:lvl5pPr>
              <a:defRPr kumimoji="0" lang="en-GB" sz="1800" b="0" i="0" u="none" strike="noStrike" kern="1200" cap="none" spc="0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en-GB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F8D1DF11-64D7-450B-92C0-FFBB3964A6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194408181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6910245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rgbClr val="750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355739" y="2762278"/>
            <a:ext cx="11474082" cy="1333454"/>
          </a:xfrm>
        </p:spPr>
        <p:txBody>
          <a:bodyPr anchor="ctr">
            <a:spAutoFit/>
          </a:bodyPr>
          <a:lstStyle>
            <a:lvl1pPr algn="ctr">
              <a:lnSpc>
                <a:spcPct val="70000"/>
              </a:lnSpc>
              <a:spcBef>
                <a:spcPts val="0"/>
              </a:spcBef>
              <a:defRPr sz="5999" b="1" cap="all" baseline="0">
                <a:solidFill>
                  <a:schemeClr val="bg1"/>
                </a:solidFill>
                <a:latin typeface="Arial Black" panose="020B0A04020102020204" pitchFamily="34" charset="0"/>
              </a:defRPr>
            </a:lvl1pPr>
            <a:lvl2pPr algn="ctr">
              <a:defRPr sz="4399" b="1">
                <a:latin typeface="Arial Black" panose="020B0A04020102020204" pitchFamily="34" charset="0"/>
              </a:defRPr>
            </a:lvl2pPr>
            <a:lvl3pPr algn="ctr">
              <a:defRPr sz="4399" b="1">
                <a:latin typeface="Arial Black" panose="020B0A04020102020204" pitchFamily="34" charset="0"/>
              </a:defRPr>
            </a:lvl3pPr>
            <a:lvl4pPr algn="ctr">
              <a:defRPr sz="4399" b="1">
                <a:latin typeface="Arial Black" panose="020B0A04020102020204" pitchFamily="34" charset="0"/>
              </a:defRPr>
            </a:lvl4pPr>
            <a:lvl5pPr algn="ctr">
              <a:defRPr sz="4399" b="1">
                <a:latin typeface="Arial Black" panose="020B0A04020102020204" pitchFamily="34" charset="0"/>
              </a:defRPr>
            </a:lvl5pPr>
          </a:lstStyle>
          <a:p>
            <a:r>
              <a:rPr lang="en-US"/>
              <a:t>INSERT MAIN TITLE 60PT MIN 36PT MAX 3 LINES</a:t>
            </a:r>
          </a:p>
        </p:txBody>
      </p:sp>
    </p:spTree>
    <p:extLst>
      <p:ext uri="{BB962C8B-B14F-4D97-AF65-F5344CB8AC3E}">
        <p14:creationId xmlns:p14="http://schemas.microsoft.com/office/powerpoint/2010/main" val="151997652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 bwMode="auto">
          <a:xfrm>
            <a:off x="345019" y="1769805"/>
            <a:ext cx="8500668" cy="4269659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 marL="182870">
              <a:defRPr lang="en-US" dirty="0" smtClean="0"/>
            </a:lvl2pPr>
            <a:lvl3pPr marL="365742">
              <a:defRPr lang="en-US" dirty="0" smtClean="0"/>
            </a:lvl3pPr>
            <a:lvl4pPr>
              <a:defRPr lang="en-US" b="0" dirty="0" smtClean="0"/>
            </a:lvl4pPr>
            <a:lvl5pPr>
              <a:defRPr lang="en-US" b="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875831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Option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67B93-5503-49C7-ADB5-EF3AECD1A8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973137"/>
            <a:ext cx="6426200" cy="969963"/>
          </a:xfrm>
        </p:spPr>
        <p:txBody>
          <a:bodyPr tIns="0" bIns="0" anchor="b">
            <a:normAutofit/>
          </a:bodyPr>
          <a:lstStyle>
            <a:lvl1pPr>
              <a:lnSpc>
                <a:spcPct val="70000"/>
              </a:lnSpc>
              <a:defRPr sz="6000" cap="none">
                <a:solidFill>
                  <a:schemeClr val="bg1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Agenda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581D7988-71CF-428B-BB8C-370DA3034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0913" y="2400464"/>
            <a:ext cx="871266" cy="661720"/>
          </a:xfrm>
        </p:spPr>
        <p:txBody>
          <a:bodyPr tIns="0" bIns="0" anchor="b">
            <a:normAutofit/>
          </a:bodyPr>
          <a:lstStyle>
            <a:lvl1pPr>
              <a:lnSpc>
                <a:spcPct val="70000"/>
              </a:lnSpc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D052618-531B-4841-A43B-6710A5FB013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5086" y="2553314"/>
            <a:ext cx="4446027" cy="756416"/>
          </a:xfrm>
        </p:spPr>
        <p:txBody>
          <a:bodyPr tIns="0" bIns="0">
            <a:normAutofit/>
          </a:bodyPr>
          <a:lstStyle>
            <a:lvl1pPr>
              <a:lnSpc>
                <a:spcPct val="100000"/>
              </a:lnSpc>
              <a:defRPr sz="1600" b="0" cap="none">
                <a:solidFill>
                  <a:schemeClr val="bg1"/>
                </a:solidFill>
                <a:latin typeface="+mn-lt"/>
              </a:defRPr>
            </a:lvl1pPr>
            <a:lvl3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3pPr>
            <a:lvl4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4pPr>
            <a:lvl5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5pPr>
          </a:lstStyle>
          <a:p>
            <a:pPr lvl="0"/>
            <a:r>
              <a:rPr lang="en-US" sz="1600"/>
              <a:t>Click to add Title at 16 </a:t>
            </a:r>
            <a:r>
              <a:rPr lang="en-US" sz="1600" err="1"/>
              <a:t>pt</a:t>
            </a:r>
            <a:r>
              <a:rPr lang="en-US" sz="1600"/>
              <a:t> or less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4F89B5AE-E188-4353-9738-00A6F4ADF3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0913" y="3451045"/>
            <a:ext cx="871266" cy="661720"/>
          </a:xfrm>
        </p:spPr>
        <p:txBody>
          <a:bodyPr tIns="0" bIns="0" anchor="b">
            <a:normAutofit/>
          </a:bodyPr>
          <a:lstStyle>
            <a:lvl1pPr>
              <a:lnSpc>
                <a:spcPct val="70000"/>
              </a:lnSpc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ECA69700-84AA-4333-96E5-1B7E35ACBA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55088" y="3622945"/>
            <a:ext cx="4446027" cy="756416"/>
          </a:xfrm>
        </p:spPr>
        <p:txBody>
          <a:bodyPr tIns="0" bIns="0">
            <a:normAutofit/>
          </a:bodyPr>
          <a:lstStyle>
            <a:lvl1pPr>
              <a:lnSpc>
                <a:spcPct val="100000"/>
              </a:lnSpc>
              <a:defRPr sz="1600" b="0" cap="none">
                <a:solidFill>
                  <a:schemeClr val="bg1"/>
                </a:solidFill>
                <a:latin typeface="+mn-lt"/>
              </a:defRPr>
            </a:lvl1pPr>
            <a:lvl3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3pPr>
            <a:lvl4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4pPr>
            <a:lvl5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5pPr>
          </a:lstStyle>
          <a:p>
            <a:pPr lvl="0"/>
            <a:r>
              <a:rPr lang="en-US" sz="1600"/>
              <a:t>Click to add Title at 16 </a:t>
            </a:r>
            <a:r>
              <a:rPr lang="en-US" sz="1600" err="1"/>
              <a:t>pt</a:t>
            </a:r>
            <a:r>
              <a:rPr lang="en-US" sz="1600"/>
              <a:t> or less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D59530B2-E30E-446D-885E-7ADC021BD8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0913" y="4549387"/>
            <a:ext cx="871266" cy="661720"/>
          </a:xfrm>
        </p:spPr>
        <p:txBody>
          <a:bodyPr tIns="0" bIns="0" anchor="b">
            <a:normAutofit/>
          </a:bodyPr>
          <a:lstStyle>
            <a:lvl1pPr>
              <a:lnSpc>
                <a:spcPct val="70000"/>
              </a:lnSpc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20">
            <a:extLst>
              <a:ext uri="{FF2B5EF4-FFF2-40B4-BE49-F238E27FC236}">
                <a16:creationId xmlns:a16="http://schemas.microsoft.com/office/drawing/2014/main" id="{44CB8CA3-C5FC-4CA5-979B-052A64B68E0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55086" y="4692576"/>
            <a:ext cx="4446027" cy="756416"/>
          </a:xfrm>
        </p:spPr>
        <p:txBody>
          <a:bodyPr tIns="0" bIns="0">
            <a:normAutofit/>
          </a:bodyPr>
          <a:lstStyle>
            <a:lvl1pPr>
              <a:lnSpc>
                <a:spcPct val="100000"/>
              </a:lnSpc>
              <a:defRPr sz="1600" b="0" cap="none">
                <a:solidFill>
                  <a:schemeClr val="bg1"/>
                </a:solidFill>
                <a:latin typeface="+mn-lt"/>
              </a:defRPr>
            </a:lvl1pPr>
            <a:lvl3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3pPr>
            <a:lvl4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4pPr>
            <a:lvl5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5pPr>
          </a:lstStyle>
          <a:p>
            <a:pPr lvl="0"/>
            <a:r>
              <a:rPr lang="en-US" sz="1600"/>
              <a:t>Click to add Title at 16 </a:t>
            </a:r>
            <a:r>
              <a:rPr lang="en-US" sz="1600" err="1"/>
              <a:t>pt</a:t>
            </a:r>
            <a:r>
              <a:rPr lang="en-US" sz="1600"/>
              <a:t> or less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C9E5A7F7-8F19-4595-95BD-C0DABF6A81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999" y="2400464"/>
            <a:ext cx="871265" cy="661720"/>
          </a:xfrm>
        </p:spPr>
        <p:txBody>
          <a:bodyPr tIns="0" bIns="0" anchor="b">
            <a:normAutofit/>
          </a:bodyPr>
          <a:lstStyle>
            <a:lvl1pPr>
              <a:lnSpc>
                <a:spcPct val="70000"/>
              </a:lnSpc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1" name="Text Placeholder 20">
            <a:extLst>
              <a:ext uri="{FF2B5EF4-FFF2-40B4-BE49-F238E27FC236}">
                <a16:creationId xmlns:a16="http://schemas.microsoft.com/office/drawing/2014/main" id="{2899181F-B8CA-4B36-AF7C-D1354DF84B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060174" y="2553314"/>
            <a:ext cx="4446027" cy="756416"/>
          </a:xfrm>
        </p:spPr>
        <p:txBody>
          <a:bodyPr tIns="0" bIns="0">
            <a:normAutofit/>
          </a:bodyPr>
          <a:lstStyle>
            <a:lvl1pPr>
              <a:lnSpc>
                <a:spcPct val="100000"/>
              </a:lnSpc>
              <a:defRPr sz="1600" b="0" cap="none">
                <a:solidFill>
                  <a:schemeClr val="bg1"/>
                </a:solidFill>
                <a:latin typeface="+mn-lt"/>
              </a:defRPr>
            </a:lvl1pPr>
            <a:lvl3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3pPr>
            <a:lvl4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4pPr>
            <a:lvl5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5pPr>
          </a:lstStyle>
          <a:p>
            <a:pPr lvl="0"/>
            <a:r>
              <a:rPr lang="en-US" sz="1600"/>
              <a:t>Click to add Title at 16 </a:t>
            </a:r>
            <a:r>
              <a:rPr lang="en-US" sz="1600" err="1"/>
              <a:t>pt</a:t>
            </a:r>
            <a:r>
              <a:rPr lang="en-US" sz="1600"/>
              <a:t> or less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4656F190-2BE8-4368-ADED-FC85D9A03C1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5999" y="3451045"/>
            <a:ext cx="871265" cy="661720"/>
          </a:xfrm>
        </p:spPr>
        <p:txBody>
          <a:bodyPr tIns="0" bIns="0" anchor="b">
            <a:normAutofit/>
          </a:bodyPr>
          <a:lstStyle>
            <a:lvl1pPr>
              <a:lnSpc>
                <a:spcPct val="70000"/>
              </a:lnSpc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3" name="Text Placeholder 20">
            <a:extLst>
              <a:ext uri="{FF2B5EF4-FFF2-40B4-BE49-F238E27FC236}">
                <a16:creationId xmlns:a16="http://schemas.microsoft.com/office/drawing/2014/main" id="{355D8271-4249-49A3-9E31-CA7401B1217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060174" y="3622945"/>
            <a:ext cx="4446027" cy="756416"/>
          </a:xfrm>
        </p:spPr>
        <p:txBody>
          <a:bodyPr tIns="0" bIns="0">
            <a:normAutofit/>
          </a:bodyPr>
          <a:lstStyle>
            <a:lvl1pPr>
              <a:lnSpc>
                <a:spcPct val="100000"/>
              </a:lnSpc>
              <a:defRPr sz="1600" b="0" cap="none">
                <a:solidFill>
                  <a:schemeClr val="bg1"/>
                </a:solidFill>
                <a:latin typeface="+mn-lt"/>
              </a:defRPr>
            </a:lvl1pPr>
            <a:lvl3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3pPr>
            <a:lvl4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4pPr>
            <a:lvl5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5pPr>
          </a:lstStyle>
          <a:p>
            <a:pPr lvl="0"/>
            <a:r>
              <a:rPr lang="en-US" sz="1600"/>
              <a:t>Click to add Title at 16 </a:t>
            </a:r>
            <a:r>
              <a:rPr lang="en-US" sz="1600" err="1"/>
              <a:t>pt</a:t>
            </a:r>
            <a:r>
              <a:rPr lang="en-US" sz="1600"/>
              <a:t> or less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D97D1950-FBE7-4AAE-A7F3-DE7C26FAB2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5999" y="4549387"/>
            <a:ext cx="871265" cy="661720"/>
          </a:xfrm>
        </p:spPr>
        <p:txBody>
          <a:bodyPr tIns="0" bIns="0" anchor="b">
            <a:normAutofit/>
          </a:bodyPr>
          <a:lstStyle>
            <a:lvl1pPr>
              <a:lnSpc>
                <a:spcPct val="70000"/>
              </a:lnSpc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5" name="Text Placeholder 20">
            <a:extLst>
              <a:ext uri="{FF2B5EF4-FFF2-40B4-BE49-F238E27FC236}">
                <a16:creationId xmlns:a16="http://schemas.microsoft.com/office/drawing/2014/main" id="{543BA188-7B35-4438-90B1-F701495D626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060174" y="4692576"/>
            <a:ext cx="4446027" cy="756416"/>
          </a:xfrm>
        </p:spPr>
        <p:txBody>
          <a:bodyPr tIns="0" bIns="0">
            <a:normAutofit/>
          </a:bodyPr>
          <a:lstStyle>
            <a:lvl1pPr>
              <a:lnSpc>
                <a:spcPct val="100000"/>
              </a:lnSpc>
              <a:defRPr sz="1600" b="0" cap="none">
                <a:solidFill>
                  <a:schemeClr val="bg1"/>
                </a:solidFill>
                <a:latin typeface="+mn-lt"/>
              </a:defRPr>
            </a:lvl1pPr>
            <a:lvl3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3pPr>
            <a:lvl4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4pPr>
            <a:lvl5pPr>
              <a:defRPr sz="1600">
                <a:solidFill>
                  <a:schemeClr val="bg1"/>
                </a:solidFill>
                <a:latin typeface="Graphik Medium" panose="020B0603030202060203" pitchFamily="34" charset="0"/>
              </a:defRPr>
            </a:lvl5pPr>
          </a:lstStyle>
          <a:p>
            <a:pPr lvl="0"/>
            <a:r>
              <a:rPr lang="en-US" sz="1600"/>
              <a:t>Click to add Title at 16 </a:t>
            </a:r>
            <a:r>
              <a:rPr lang="en-US" sz="1600" err="1"/>
              <a:t>pt</a:t>
            </a:r>
            <a:r>
              <a:rPr lang="en-US" sz="1600"/>
              <a:t> or less</a:t>
            </a:r>
          </a:p>
        </p:txBody>
      </p:sp>
      <p:sp>
        <p:nvSpPr>
          <p:cNvPr id="17" name="Footer Placeholder 6">
            <a:extLst>
              <a:ext uri="{FF2B5EF4-FFF2-40B4-BE49-F238E27FC236}">
                <a16:creationId xmlns:a16="http://schemas.microsoft.com/office/drawing/2014/main" id="{7E25AE54-DB22-44B2-A18F-3ECCFA3A1C78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bg1">
                    <a:alpha val="40000"/>
                  </a:schemeClr>
                </a:solidFill>
              </a:defRPr>
            </a:lvl1pPr>
          </a:lstStyle>
          <a:p>
            <a:r>
              <a:rPr lang="en-US"/>
              <a:t>Copyright © 2021 Accenture. All rights reserved. </a:t>
            </a:r>
            <a:br>
              <a:rPr lang="en-US"/>
            </a:br>
            <a:r>
              <a:rPr lang="en-US"/>
              <a:t>Accenture and its logo are registered trademarks of Accenture.</a:t>
            </a:r>
          </a:p>
        </p:txBody>
      </p:sp>
      <p:sp>
        <p:nvSpPr>
          <p:cNvPr id="18" name="Slide Number Placeholder 9">
            <a:extLst>
              <a:ext uri="{FF2B5EF4-FFF2-40B4-BE49-F238E27FC236}">
                <a16:creationId xmlns:a16="http://schemas.microsoft.com/office/drawing/2014/main" id="{D9EB6A56-5461-4FFF-8573-F2A2015AD761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bg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83674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FC5A8-049B-7B46-A047-99A52F226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6" y="439917"/>
            <a:ext cx="10944224" cy="369332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3768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692651F-27C8-A141-AD63-71ABFE018B69}"/>
              </a:ext>
            </a:extLst>
          </p:cNvPr>
          <p:cNvSpPr/>
          <p:nvPr userDrawn="1"/>
        </p:nvSpPr>
        <p:spPr>
          <a:xfrm>
            <a:off x="119571" y="100073"/>
            <a:ext cx="11948251" cy="66578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469027A-727C-EA4B-96C4-C74B2A094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6" y="439917"/>
            <a:ext cx="10944224" cy="369332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3E4F8E-4EA6-484B-BBE8-FFED8ADFDB0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105C89-4239-9A4F-BADC-560251A186DB}"/>
              </a:ext>
            </a:extLst>
          </p:cNvPr>
          <p:cNvSpPr txBox="1"/>
          <p:nvPr userDrawn="1"/>
        </p:nvSpPr>
        <p:spPr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Copyright © 2021 Accenture. All rights reserved. </a:t>
            </a:r>
            <a:br>
              <a:rPr lang="en-GB" sz="800">
                <a:solidFill>
                  <a:schemeClr val="tx2">
                    <a:alpha val="75000"/>
                  </a:schemeClr>
                </a:solidFill>
              </a:rPr>
            </a:b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Accenture and its logo are registered trademarks of Accenture.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E5F9ED-4FE3-4544-9EEC-C232208DA267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chemeClr val="tx2">
                    <a:alpha val="75000"/>
                  </a:scheme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2">
                  <a:alpha val="75000"/>
                </a:scheme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1760128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rgbClr val="FF5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692651F-27C8-A141-AD63-71ABFE018B69}"/>
              </a:ext>
            </a:extLst>
          </p:cNvPr>
          <p:cNvSpPr/>
          <p:nvPr userDrawn="1"/>
        </p:nvSpPr>
        <p:spPr>
          <a:xfrm>
            <a:off x="119571" y="100073"/>
            <a:ext cx="11948251" cy="66578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469027A-727C-EA4B-96C4-C74B2A094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6" y="439917"/>
            <a:ext cx="10944224" cy="369332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3E4F8E-4EA6-484B-BBE8-FFED8ADFDB0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105C89-4239-9A4F-BADC-560251A186DB}"/>
              </a:ext>
            </a:extLst>
          </p:cNvPr>
          <p:cNvSpPr txBox="1"/>
          <p:nvPr userDrawn="1"/>
        </p:nvSpPr>
        <p:spPr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Copyright © 2021 Accenture. All rights reserved. </a:t>
            </a:r>
            <a:br>
              <a:rPr lang="en-GB" sz="800">
                <a:solidFill>
                  <a:schemeClr val="tx2">
                    <a:alpha val="75000"/>
                  </a:schemeClr>
                </a:solidFill>
              </a:rPr>
            </a:b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Accenture and its logo are registered trademarks of Accenture.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A96B56-E84F-9F4E-AECF-DE98C768D82B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chemeClr val="tx2">
                    <a:alpha val="75000"/>
                  </a:scheme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2">
                  <a:alpha val="75000"/>
                </a:scheme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56865858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692651F-27C8-A141-AD63-71ABFE018B69}"/>
              </a:ext>
            </a:extLst>
          </p:cNvPr>
          <p:cNvSpPr/>
          <p:nvPr userDrawn="1"/>
        </p:nvSpPr>
        <p:spPr>
          <a:xfrm>
            <a:off x="119571" y="100073"/>
            <a:ext cx="11948251" cy="66578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469027A-727C-EA4B-96C4-C74B2A094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6" y="439917"/>
            <a:ext cx="10944224" cy="369332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3E4F8E-4EA6-484B-BBE8-FFED8ADFDB0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105C89-4239-9A4F-BADC-560251A186DB}"/>
              </a:ext>
            </a:extLst>
          </p:cNvPr>
          <p:cNvSpPr txBox="1"/>
          <p:nvPr userDrawn="1"/>
        </p:nvSpPr>
        <p:spPr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Copyright © 2021 Accenture. All rights reserved. </a:t>
            </a:r>
            <a:br>
              <a:rPr lang="en-GB" sz="800">
                <a:solidFill>
                  <a:schemeClr val="tx2">
                    <a:alpha val="75000"/>
                  </a:schemeClr>
                </a:solidFill>
              </a:rPr>
            </a:b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Accenture and its logo are registered trademarks of Accenture.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A96B56-E84F-9F4E-AECF-DE98C768D82B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chemeClr val="tx2">
                    <a:alpha val="75000"/>
                  </a:scheme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2">
                  <a:alpha val="75000"/>
                </a:scheme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02769088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692651F-27C8-A141-AD63-71ABFE018B69}"/>
              </a:ext>
            </a:extLst>
          </p:cNvPr>
          <p:cNvSpPr/>
          <p:nvPr userDrawn="1"/>
        </p:nvSpPr>
        <p:spPr>
          <a:xfrm>
            <a:off x="119571" y="100073"/>
            <a:ext cx="11948251" cy="66578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469027A-727C-EA4B-96C4-C74B2A094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6" y="439917"/>
            <a:ext cx="10944224" cy="369332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3E4F8E-4EA6-484B-BBE8-FFED8ADFDB0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105C89-4239-9A4F-BADC-560251A186DB}"/>
              </a:ext>
            </a:extLst>
          </p:cNvPr>
          <p:cNvSpPr txBox="1"/>
          <p:nvPr userDrawn="1"/>
        </p:nvSpPr>
        <p:spPr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Copyright © 2021 Accenture. All rights reserved. </a:t>
            </a:r>
            <a:br>
              <a:rPr lang="en-GB" sz="800">
                <a:solidFill>
                  <a:schemeClr val="tx2">
                    <a:alpha val="75000"/>
                  </a:schemeClr>
                </a:solidFill>
              </a:rPr>
            </a:b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Accenture and its logo are registered trademarks of Accenture.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A96B56-E84F-9F4E-AECF-DE98C768D82B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chemeClr val="tx2">
                    <a:alpha val="75000"/>
                  </a:scheme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2">
                  <a:alpha val="75000"/>
                </a:scheme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51749808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rgbClr val="FF5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C0C3738-E9FA-DF4A-B61E-029226EE08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692651F-27C8-A141-AD63-71ABFE018B69}"/>
              </a:ext>
            </a:extLst>
          </p:cNvPr>
          <p:cNvSpPr/>
          <p:nvPr userDrawn="1"/>
        </p:nvSpPr>
        <p:spPr>
          <a:xfrm>
            <a:off x="119571" y="100073"/>
            <a:ext cx="11948251" cy="66578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469027A-727C-EA4B-96C4-C74B2A094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6" y="439917"/>
            <a:ext cx="10944224" cy="369332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3E4F8E-4EA6-484B-BBE8-FFED8ADFDB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105C89-4239-9A4F-BADC-560251A186DB}"/>
              </a:ext>
            </a:extLst>
          </p:cNvPr>
          <p:cNvSpPr txBox="1"/>
          <p:nvPr userDrawn="1"/>
        </p:nvSpPr>
        <p:spPr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Copyright © 2021 Accenture. All rights reserved. </a:t>
            </a:r>
            <a:br>
              <a:rPr lang="en-GB" sz="800">
                <a:solidFill>
                  <a:schemeClr val="tx2">
                    <a:alpha val="75000"/>
                  </a:schemeClr>
                </a:solidFill>
              </a:rPr>
            </a:b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Accenture and its logo are registered trademarks of Accenture.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B03C79-A452-DB49-B6E4-DADAFB8B1107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chemeClr val="tx2">
                    <a:alpha val="75000"/>
                  </a:scheme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2">
                  <a:alpha val="75000"/>
                </a:scheme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1776404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rgbClr val="FF5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ackground pattern&#10;&#10;Description automatically generated">
            <a:extLst>
              <a:ext uri="{FF2B5EF4-FFF2-40B4-BE49-F238E27FC236}">
                <a16:creationId xmlns:a16="http://schemas.microsoft.com/office/drawing/2014/main" id="{4543125A-75C6-FE47-9B9F-BF3997E8E7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B527248-23C0-CC4B-B7EA-1F747CA5248A}"/>
              </a:ext>
            </a:extLst>
          </p:cNvPr>
          <p:cNvSpPr/>
          <p:nvPr userDrawn="1"/>
        </p:nvSpPr>
        <p:spPr>
          <a:xfrm>
            <a:off x="121874" y="100073"/>
            <a:ext cx="11948251" cy="66578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469027A-727C-EA4B-96C4-C74B2A094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6" y="439917"/>
            <a:ext cx="10944224" cy="369332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3E4F8E-4EA6-484B-BBE8-FFED8ADFDB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105C89-4239-9A4F-BADC-560251A186DB}"/>
              </a:ext>
            </a:extLst>
          </p:cNvPr>
          <p:cNvSpPr txBox="1"/>
          <p:nvPr userDrawn="1"/>
        </p:nvSpPr>
        <p:spPr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Copyright © 2021 Accenture. All rights reserved. </a:t>
            </a:r>
            <a:br>
              <a:rPr lang="en-GB" sz="800">
                <a:solidFill>
                  <a:schemeClr val="tx2">
                    <a:alpha val="75000"/>
                  </a:schemeClr>
                </a:solidFill>
              </a:rPr>
            </a:b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Accenture and its logo are registered trademarks of Accenture.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B03C79-A452-DB49-B6E4-DADAFB8B1107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chemeClr val="tx2">
                    <a:alpha val="75000"/>
                  </a:scheme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2">
                  <a:alpha val="75000"/>
                </a:scheme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0649881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solidFill>
          <a:srgbClr val="FF5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ackground pattern&#10;&#10;Description automatically generated">
            <a:extLst>
              <a:ext uri="{FF2B5EF4-FFF2-40B4-BE49-F238E27FC236}">
                <a16:creationId xmlns:a16="http://schemas.microsoft.com/office/drawing/2014/main" id="{4543125A-75C6-FE47-9B9F-BF3997E8E7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B527248-23C0-CC4B-B7EA-1F747CA5248A}"/>
              </a:ext>
            </a:extLst>
          </p:cNvPr>
          <p:cNvSpPr/>
          <p:nvPr userDrawn="1"/>
        </p:nvSpPr>
        <p:spPr>
          <a:xfrm>
            <a:off x="121874" y="100073"/>
            <a:ext cx="11948251" cy="665785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469027A-727C-EA4B-96C4-C74B2A094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6" y="439917"/>
            <a:ext cx="10944224" cy="369332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3E4F8E-4EA6-484B-BBE8-FFED8ADFDB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105C89-4239-9A4F-BADC-560251A186DB}"/>
              </a:ext>
            </a:extLst>
          </p:cNvPr>
          <p:cNvSpPr txBox="1"/>
          <p:nvPr userDrawn="1"/>
        </p:nvSpPr>
        <p:spPr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Copyright © 2021 Accenture. All rights reserved. </a:t>
            </a:r>
            <a:br>
              <a:rPr lang="en-GB" sz="800">
                <a:solidFill>
                  <a:schemeClr val="tx2">
                    <a:alpha val="75000"/>
                  </a:schemeClr>
                </a:solidFill>
              </a:rPr>
            </a:b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Accenture and its logo are registered trademarks of Accenture.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B03C79-A452-DB49-B6E4-DADAFB8B1107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chemeClr val="tx2">
                    <a:alpha val="75000"/>
                  </a:scheme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2">
                  <a:alpha val="75000"/>
                </a:scheme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601095792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692651F-27C8-A141-AD63-71ABFE018B69}"/>
              </a:ext>
            </a:extLst>
          </p:cNvPr>
          <p:cNvSpPr/>
          <p:nvPr userDrawn="1"/>
        </p:nvSpPr>
        <p:spPr>
          <a:xfrm>
            <a:off x="119571" y="100073"/>
            <a:ext cx="11948251" cy="6657854"/>
          </a:xfrm>
          <a:prstGeom prst="rect">
            <a:avLst/>
          </a:prstGeom>
          <a:solidFill>
            <a:srgbClr val="E6D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3E4F8E-4EA6-484B-BBE8-FFED8ADFDB0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105C89-4239-9A4F-BADC-560251A186DB}"/>
              </a:ext>
            </a:extLst>
          </p:cNvPr>
          <p:cNvSpPr txBox="1"/>
          <p:nvPr userDrawn="1"/>
        </p:nvSpPr>
        <p:spPr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Copyright © 2021 Accenture. All rights reserved. </a:t>
            </a:r>
            <a:br>
              <a:rPr lang="en-GB" sz="800">
                <a:solidFill>
                  <a:schemeClr val="tx2">
                    <a:alpha val="75000"/>
                  </a:schemeClr>
                </a:solidFill>
              </a:rPr>
            </a:br>
            <a:r>
              <a:rPr lang="en-GB" sz="800">
                <a:solidFill>
                  <a:schemeClr val="tx2">
                    <a:alpha val="75000"/>
                  </a:schemeClr>
                </a:solidFill>
              </a:rPr>
              <a:t>Accenture and its logo are registered trademarks of Accenture.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B03C79-A452-DB49-B6E4-DADAFB8B1107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chemeClr val="tx2">
                    <a:alpha val="75000"/>
                  </a:scheme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2">
                  <a:alpha val="75000"/>
                </a:scheme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71567448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solidFill>
          <a:srgbClr val="FF5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ackground pattern&#10;&#10;Description automatically generated">
            <a:extLst>
              <a:ext uri="{FF2B5EF4-FFF2-40B4-BE49-F238E27FC236}">
                <a16:creationId xmlns:a16="http://schemas.microsoft.com/office/drawing/2014/main" id="{A5049898-6E70-6648-9315-D02A0EA6C1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469027A-727C-EA4B-96C4-C74B2A094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6" y="439917"/>
            <a:ext cx="10944224" cy="369332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105C89-4239-9A4F-BADC-560251A186DB}"/>
              </a:ext>
            </a:extLst>
          </p:cNvPr>
          <p:cNvSpPr txBox="1"/>
          <p:nvPr userDrawn="1"/>
        </p:nvSpPr>
        <p:spPr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alpha val="75000"/>
                  </a:schemeClr>
                </a:solidFill>
              </a:rPr>
              <a:t>Copyright © 2021 Accenture. All rights reserved. </a:t>
            </a:r>
            <a:br>
              <a:rPr lang="en-GB" sz="800">
                <a:solidFill>
                  <a:schemeClr val="bg1">
                    <a:alpha val="75000"/>
                  </a:schemeClr>
                </a:solidFill>
              </a:rPr>
            </a:br>
            <a:r>
              <a:rPr lang="en-GB" sz="800">
                <a:solidFill>
                  <a:schemeClr val="bg1">
                    <a:alpha val="75000"/>
                  </a:schemeClr>
                </a:solidFill>
              </a:rPr>
              <a:t>Accenture and its logo are registered trademarks of Accenture.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B03C79-A452-DB49-B6E4-DADAFB8B1107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chemeClr val="bg1">
                    <a:alpha val="75000"/>
                  </a:scheme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>
                  <a:alpha val="75000"/>
                </a:schemeClr>
              </a:solidFill>
              <a:effectLst/>
              <a:uLnTx/>
              <a:uFillTx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094CC9F-28F8-B349-8571-012F218106F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61198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olid_Purp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6F1257-AA6C-44C6-86DE-CAD089D089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DE018DE-8A90-C842-A7BE-D441C9648D56}"/>
              </a:ext>
            </a:extLst>
          </p:cNvPr>
          <p:cNvSpPr txBox="1"/>
          <p:nvPr userDrawn="1"/>
        </p:nvSpPr>
        <p:spPr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alpha val="75000"/>
                  </a:schemeClr>
                </a:solidFill>
              </a:rPr>
              <a:t>Copyright © 2021 Accenture. All rights reserved. </a:t>
            </a:r>
            <a:br>
              <a:rPr lang="en-GB" sz="800">
                <a:solidFill>
                  <a:schemeClr val="tx1">
                    <a:alpha val="75000"/>
                  </a:schemeClr>
                </a:solidFill>
              </a:rPr>
            </a:br>
            <a:r>
              <a:rPr lang="en-GB" sz="800">
                <a:solidFill>
                  <a:schemeClr val="tx1">
                    <a:alpha val="75000"/>
                  </a:schemeClr>
                </a:solidFill>
              </a:rPr>
              <a:t>Accenture and its logo are registered trademarks of Accenture.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1C5182E-51A4-DD47-97F7-EA28D6B94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6" y="439917"/>
            <a:ext cx="10944224" cy="369332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F6D1E8-F542-5649-BF5E-0DEDC5BDA2E7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187042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olid_Purple_Vid">
    <p:bg>
      <p:bgPr>
        <a:solidFill>
          <a:srgbClr val="5000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6F1257-AA6C-44C6-86DE-CAD089D089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DE018DE-8A90-C842-A7BE-D441C9648D56}"/>
              </a:ext>
            </a:extLst>
          </p:cNvPr>
          <p:cNvSpPr txBox="1"/>
          <p:nvPr userDrawn="1"/>
        </p:nvSpPr>
        <p:spPr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alpha val="75000"/>
                  </a:schemeClr>
                </a:solidFill>
              </a:rPr>
              <a:t>Copyright © 2021 Accenture. All rights reserved. </a:t>
            </a:r>
            <a:br>
              <a:rPr lang="en-GB" sz="800">
                <a:solidFill>
                  <a:schemeClr val="tx1">
                    <a:alpha val="75000"/>
                  </a:schemeClr>
                </a:solidFill>
              </a:rPr>
            </a:br>
            <a:r>
              <a:rPr lang="en-GB" sz="800">
                <a:solidFill>
                  <a:schemeClr val="tx1">
                    <a:alpha val="75000"/>
                  </a:schemeClr>
                </a:solidFill>
              </a:rPr>
              <a:t>Accenture and its logo are registered trademarks of Accenture.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1C5182E-51A4-DD47-97F7-EA28D6B94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6" y="439917"/>
            <a:ext cx="10944224" cy="369332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F6D1E8-F542-5649-BF5E-0DEDC5BDA2E7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2172999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Gradi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141FE43-9ADC-4313-8D22-F47ABC16F44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97BC18-949B-4A9A-B05F-CA4F3F80FEC9}"/>
              </a:ext>
            </a:extLst>
          </p:cNvPr>
          <p:cNvSpPr txBox="1"/>
          <p:nvPr userDrawn="1"/>
        </p:nvSpPr>
        <p:spPr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2021 Accenture. All rights reserved. </a:t>
            </a:r>
            <a:b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</a:b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Accenture and its logo are registered trademarks of Accenture.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34DCA4-9B3F-424E-8478-0FB3BCA6E006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5500862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FC5A8-049B-7B46-A047-99A52F226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6" y="439917"/>
            <a:ext cx="10944224" cy="369332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4949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Greetings + Greater Than 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  <a:prstGeom prst="rect">
            <a:avLst/>
          </a:prstGeo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Welcome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3936788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9905" y="1016000"/>
            <a:ext cx="10552188" cy="636337"/>
          </a:xfrm>
          <a:prstGeom prst="rect">
            <a:avLst/>
          </a:prstGeom>
        </p:spPr>
        <p:txBody>
          <a:bodyPr lIns="0" tIns="0" rIns="0" bIns="0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19905" y="2006601"/>
            <a:ext cx="10552188" cy="4305299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9E42FB6A-C74C-8E44-BE0A-B582A64731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482516"/>
            <a:ext cx="192024" cy="202328"/>
          </a:xfrm>
          <a:prstGeom prst="rect">
            <a:avLst/>
          </a:prstGeom>
        </p:spPr>
      </p:pic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03929EDB-AA6F-0A49-A81E-1DA6238E59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053623" y="6477001"/>
            <a:ext cx="2376374" cy="2095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GB" sz="800" dirty="0" smtClean="0">
                <a:solidFill>
                  <a:schemeClr val="bg1">
                    <a:lumMod val="65000"/>
                    <a:alpha val="75000"/>
                  </a:schemeClr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r>
              <a:rPr lang="en-US"/>
              <a:t>Copyright © 2021 Accenture. All rights reserved.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61649646-84E4-E14D-A511-479FDD5ED0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6" y="6477001"/>
            <a:ext cx="381003" cy="2095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CR" sz="800" smtClean="0">
                <a:solidFill>
                  <a:schemeClr val="bg1">
                    <a:lumMod val="65000"/>
                    <a:alpha val="75000"/>
                  </a:schemeClr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1B463BBE-7669-7445-B365-D51E5F8BA9BE}" type="slidenum">
              <a:rPr lang="en-CR" smtClean="0"/>
              <a:pPr defTabSz="228600">
                <a:spcAft>
                  <a:spcPts val="1200"/>
                </a:spcAft>
              </a:pPr>
              <a:t>‹#›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1548206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lumns 2 - Headlin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match, blur, light, night sky&#10;&#10;Description automatically generated">
            <a:extLst>
              <a:ext uri="{FF2B5EF4-FFF2-40B4-BE49-F238E27FC236}">
                <a16:creationId xmlns:a16="http://schemas.microsoft.com/office/drawing/2014/main" id="{1BF87807-4AE3-E443-AB07-91F1DB139B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203361" cy="4054968"/>
          </a:xfrm>
          <a:custGeom>
            <a:avLst/>
            <a:gdLst>
              <a:gd name="connsiteX0" fmla="*/ 0 w 12203361"/>
              <a:gd name="connsiteY0" fmla="*/ 0 h 4054968"/>
              <a:gd name="connsiteX1" fmla="*/ 12203361 w 12203361"/>
              <a:gd name="connsiteY1" fmla="*/ 0 h 4054968"/>
              <a:gd name="connsiteX2" fmla="*/ 12203361 w 12203361"/>
              <a:gd name="connsiteY2" fmla="*/ 4054968 h 4054968"/>
              <a:gd name="connsiteX3" fmla="*/ 11938378 w 12203361"/>
              <a:gd name="connsiteY3" fmla="*/ 3914262 h 4054968"/>
              <a:gd name="connsiteX4" fmla="*/ 6096001 w 12203361"/>
              <a:gd name="connsiteY4" fmla="*/ 3024797 h 4054968"/>
              <a:gd name="connsiteX5" fmla="*/ 253624 w 12203361"/>
              <a:gd name="connsiteY5" fmla="*/ 3914262 h 4054968"/>
              <a:gd name="connsiteX6" fmla="*/ 0 w 12203361"/>
              <a:gd name="connsiteY6" fmla="*/ 4048937 h 4054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203361" h="4054968">
                <a:moveTo>
                  <a:pt x="0" y="0"/>
                </a:moveTo>
                <a:lnTo>
                  <a:pt x="12203361" y="0"/>
                </a:lnTo>
                <a:lnTo>
                  <a:pt x="12203361" y="4054968"/>
                </a:lnTo>
                <a:lnTo>
                  <a:pt x="11938378" y="3914262"/>
                </a:lnTo>
                <a:cubicBezTo>
                  <a:pt x="10813235" y="3384457"/>
                  <a:pt x="8618817" y="3024797"/>
                  <a:pt x="6096001" y="3024797"/>
                </a:cubicBezTo>
                <a:cubicBezTo>
                  <a:pt x="3573185" y="3024797"/>
                  <a:pt x="1378767" y="3384457"/>
                  <a:pt x="253624" y="3914262"/>
                </a:cubicBezTo>
                <a:lnTo>
                  <a:pt x="0" y="404893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5" y="1036882"/>
            <a:ext cx="11429999" cy="990602"/>
          </a:xfrm>
          <a:prstGeom prst="rect">
            <a:avLst/>
          </a:prstGeom>
        </p:spPr>
        <p:txBody>
          <a:bodyPr lIns="0" tIns="0" rIns="0" bIns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pic>
        <p:nvPicPr>
          <p:cNvPr id="7" name="Picture 6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CFDA6100-2735-F642-9E80-175D1A03BAB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482516"/>
            <a:ext cx="192024" cy="202328"/>
          </a:xfrm>
          <a:prstGeom prst="rect">
            <a:avLst/>
          </a:prstGeom>
        </p:spPr>
      </p:pic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CECBD0FD-BBD6-5F48-BD56-DD8A5C38E2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053623" y="6477001"/>
            <a:ext cx="2376374" cy="2095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GB" sz="800" dirty="0" smtClean="0">
                <a:solidFill>
                  <a:schemeClr val="bg1">
                    <a:lumMod val="65000"/>
                    <a:alpha val="75000"/>
                  </a:schemeClr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r>
              <a:rPr lang="en-US"/>
              <a:t>Copyright © 2021 Accenture. All rights reserved.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D8036BAF-80BD-134A-B85B-1BA4338F69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6" y="6477001"/>
            <a:ext cx="381003" cy="2095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CR" sz="800" smtClean="0">
                <a:solidFill>
                  <a:schemeClr val="bg1">
                    <a:lumMod val="65000"/>
                    <a:alpha val="75000"/>
                  </a:schemeClr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1B463BBE-7669-7445-B365-D51E5F8BA9BE}" type="slidenum">
              <a:rPr lang="en-CR" smtClean="0"/>
              <a:pPr defTabSz="228600">
                <a:spcAft>
                  <a:spcPts val="1200"/>
                </a:spcAft>
              </a:pPr>
              <a:t>‹#›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29487849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  <p15:guide id="2" pos="3720">
          <p15:clr>
            <a:srgbClr val="5ACBF0"/>
          </p15:clr>
        </p15:guide>
        <p15:guide id="3" pos="3960">
          <p15:clr>
            <a:srgbClr val="5ACBF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lumns 2 - Headlin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9A91D88-CB20-B143-9217-B87E556DFC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1"/>
            <a:ext cx="6673823" cy="6857999"/>
          </a:xfrm>
          <a:custGeom>
            <a:avLst/>
            <a:gdLst>
              <a:gd name="connsiteX0" fmla="*/ 6673823 w 6673823"/>
              <a:gd name="connsiteY0" fmla="*/ 0 h 6857999"/>
              <a:gd name="connsiteX1" fmla="*/ 0 w 6673823"/>
              <a:gd name="connsiteY1" fmla="*/ 0 h 6857999"/>
              <a:gd name="connsiteX2" fmla="*/ 164686 w 6673823"/>
              <a:gd name="connsiteY2" fmla="*/ 190119 h 6857999"/>
              <a:gd name="connsiteX3" fmla="*/ 2198522 w 6673823"/>
              <a:gd name="connsiteY3" fmla="*/ 5855550 h 6857999"/>
              <a:gd name="connsiteX4" fmla="*/ 2152539 w 6673823"/>
              <a:gd name="connsiteY4" fmla="*/ 6766200 h 6857999"/>
              <a:gd name="connsiteX5" fmla="*/ 2140874 w 6673823"/>
              <a:gd name="connsiteY5" fmla="*/ 6857999 h 6857999"/>
              <a:gd name="connsiteX6" fmla="*/ 6673823 w 6673823"/>
              <a:gd name="connsiteY6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73823" h="6857999">
                <a:moveTo>
                  <a:pt x="6673823" y="0"/>
                </a:moveTo>
                <a:lnTo>
                  <a:pt x="0" y="0"/>
                </a:lnTo>
                <a:lnTo>
                  <a:pt x="164686" y="190119"/>
                </a:lnTo>
                <a:cubicBezTo>
                  <a:pt x="1435266" y="1729706"/>
                  <a:pt x="2198522" y="3703494"/>
                  <a:pt x="2198522" y="5855550"/>
                </a:cubicBezTo>
                <a:cubicBezTo>
                  <a:pt x="2198522" y="6162987"/>
                  <a:pt x="2182946" y="6466785"/>
                  <a:pt x="2152539" y="6766200"/>
                </a:cubicBezTo>
                <a:lnTo>
                  <a:pt x="2140874" y="6857999"/>
                </a:lnTo>
                <a:lnTo>
                  <a:pt x="6673823" y="6857999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6" y="1036882"/>
            <a:ext cx="4249988" cy="990602"/>
          </a:xfrm>
          <a:prstGeom prst="rect">
            <a:avLst/>
          </a:prstGeom>
        </p:spPr>
        <p:txBody>
          <a:bodyPr lIns="0" tIns="0" rIns="0" bIns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/>
              <a:t>Place headline here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3E31C7C-E01B-4B42-8B79-9B908222DD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3275" y="2535238"/>
            <a:ext cx="3175000" cy="3240087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bg1"/>
                </a:solidFill>
                <a:latin typeface="Graphik Light" panose="020B0403030202060203" pitchFamily="34" charset="77"/>
                <a:ea typeface="+mn-ea"/>
                <a:cs typeface="+mn-cs"/>
              </a:defRPr>
            </a:lvl1pPr>
            <a:lvl2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bg1"/>
                </a:solidFill>
                <a:latin typeface="Graphik Light" panose="020B0403030202060203" pitchFamily="34" charset="77"/>
                <a:ea typeface="+mn-ea"/>
                <a:cs typeface="+mn-cs"/>
              </a:defRPr>
            </a:lvl2pPr>
            <a:lvl3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bg1"/>
                </a:solidFill>
                <a:latin typeface="Graphik Light" panose="020B0403030202060203" pitchFamily="34" charset="77"/>
                <a:ea typeface="+mn-ea"/>
                <a:cs typeface="+mn-cs"/>
              </a:defRPr>
            </a:lvl3pPr>
            <a:lvl4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bg1"/>
                </a:solidFill>
                <a:latin typeface="Graphik Light" panose="020B0403030202060203" pitchFamily="34" charset="77"/>
                <a:ea typeface="+mn-ea"/>
                <a:cs typeface="+mn-cs"/>
              </a:defRPr>
            </a:lvl4pPr>
            <a:lvl5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CR" sz="1600" b="0" kern="1200" dirty="0">
                <a:solidFill>
                  <a:schemeClr val="bg1"/>
                </a:solidFill>
                <a:latin typeface="Graphik Light" panose="020B040303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2DE9C69-55B5-4A4A-BDA2-AD7DF7844F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000" y="6482516"/>
            <a:ext cx="191087" cy="202328"/>
          </a:xfrm>
          <a:prstGeom prst="rect">
            <a:avLst/>
          </a:prstGeom>
        </p:spPr>
      </p:pic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889A8D19-F078-D745-93AB-D53117D740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053623" y="6477001"/>
            <a:ext cx="2376374" cy="2095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GB" sz="800" dirty="0" smtClean="0">
                <a:solidFill>
                  <a:schemeClr val="bg1">
                    <a:lumMod val="65000"/>
                    <a:alpha val="75000"/>
                  </a:schemeClr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r>
              <a:rPr lang="en-US"/>
              <a:t>Copyright © 2021 Accenture. All rights reserved.</a:t>
            </a:r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7D3BEC8D-1DA5-7048-9169-6135F6E1E0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6" y="6477001"/>
            <a:ext cx="381003" cy="2095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CR" sz="800" smtClean="0">
                <a:solidFill>
                  <a:schemeClr val="bg1">
                    <a:lumMod val="65000"/>
                    <a:alpha val="75000"/>
                  </a:schemeClr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1B463BBE-7669-7445-B365-D51E5F8BA9BE}" type="slidenum">
              <a:rPr lang="en-CR" smtClean="0"/>
              <a:pPr defTabSz="228600">
                <a:spcAft>
                  <a:spcPts val="1200"/>
                </a:spcAft>
              </a:pPr>
              <a:t>‹#›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28307470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  <p15:guide id="2" pos="3720">
          <p15:clr>
            <a:srgbClr val="5ACBF0"/>
          </p15:clr>
        </p15:guide>
        <p15:guide id="3" pos="3960">
          <p15:clr>
            <a:srgbClr val="5ACBF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ick Dow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31B12F-4BF4-4143-AF44-9AF094E1FA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8"/>
          <a:stretch/>
        </p:blipFill>
        <p:spPr>
          <a:xfrm flipH="1">
            <a:off x="1185" y="0"/>
            <a:ext cx="12189630" cy="68580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F6A0B6B2-A185-BE44-BA52-2C6963D1A233}"/>
              </a:ext>
            </a:extLst>
          </p:cNvPr>
          <p:cNvSpPr/>
          <p:nvPr userDrawn="1"/>
        </p:nvSpPr>
        <p:spPr>
          <a:xfrm>
            <a:off x="7815367" y="525517"/>
            <a:ext cx="5806966" cy="580696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509522-93B9-CD4A-A0A3-83DAC027112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03275" y="635000"/>
            <a:ext cx="6345349" cy="1325563"/>
          </a:xfrm>
          <a:prstGeom prst="rect">
            <a:avLst/>
          </a:prstGeom>
        </p:spPr>
        <p:txBody>
          <a:bodyPr lIns="0" tIns="0" rIns="0" bIns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D44168F-612A-0C49-99F2-C6DE82C2619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43250" y="656197"/>
            <a:ext cx="5551200" cy="55512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C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109B9D4-9C43-7B40-B9A9-C16688AF14F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000" y="6482516"/>
            <a:ext cx="191087" cy="202328"/>
          </a:xfrm>
          <a:prstGeom prst="rect">
            <a:avLst/>
          </a:prstGeom>
        </p:spPr>
      </p:pic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C0C15C70-5943-4A4B-98C1-4D7ECA7282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053623" y="6477001"/>
            <a:ext cx="2376374" cy="2095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GB" sz="800" dirty="0" smtClean="0">
                <a:solidFill>
                  <a:schemeClr val="bg1">
                    <a:alpha val="75000"/>
                  </a:schemeClr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r>
              <a:rPr lang="en-US"/>
              <a:t>Copyright © 2021 Accenture. All rights reserved.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6FA74C56-F2CE-C54D-AAD5-76A371A764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6" y="6477001"/>
            <a:ext cx="381003" cy="2095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CR" sz="800" smtClean="0">
                <a:solidFill>
                  <a:schemeClr val="bg1">
                    <a:alpha val="75000"/>
                  </a:schemeClr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1B463BBE-7669-7445-B365-D51E5F8BA9BE}" type="slidenum">
              <a:rPr lang="en-US"/>
              <a:pPr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601102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ick Dow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31B12F-4BF4-4143-AF44-9AF094E1FA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8"/>
          <a:stretch/>
        </p:blipFill>
        <p:spPr>
          <a:xfrm flipH="1">
            <a:off x="1185" y="0"/>
            <a:ext cx="12189630" cy="68580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F6A0B6B2-A185-BE44-BA52-2C6963D1A233}"/>
              </a:ext>
            </a:extLst>
          </p:cNvPr>
          <p:cNvSpPr/>
          <p:nvPr/>
        </p:nvSpPr>
        <p:spPr>
          <a:xfrm>
            <a:off x="-1466845" y="525517"/>
            <a:ext cx="5806966" cy="580696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509522-93B9-CD4A-A0A3-83DAC027112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324875" y="635000"/>
            <a:ext cx="6345349" cy="1325563"/>
          </a:xfrm>
          <a:prstGeom prst="rect">
            <a:avLst/>
          </a:prstGeom>
        </p:spPr>
        <p:txBody>
          <a:bodyPr lIns="0" tIns="0" rIns="0" bIns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D44168F-612A-0C49-99F2-C6DE82C2619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338962" y="656197"/>
            <a:ext cx="5551200" cy="55512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C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7E6614A-86BA-F54D-9488-E1FCF4B39BD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000" y="6482516"/>
            <a:ext cx="191087" cy="202328"/>
          </a:xfrm>
          <a:prstGeom prst="rect">
            <a:avLst/>
          </a:prstGeom>
        </p:spPr>
      </p:pic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EF237CDE-C4B1-2D43-B4B8-64C7CF6AA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053623" y="6477001"/>
            <a:ext cx="2376374" cy="2095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GB" sz="800" dirty="0" smtClean="0">
                <a:solidFill>
                  <a:schemeClr val="bg1">
                    <a:alpha val="75000"/>
                  </a:schemeClr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r>
              <a:rPr lang="en-US"/>
              <a:t>Copyright © 2021 Accenture. All rights reserved.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B0F4F984-6562-7F4D-93CC-B8F905FFAA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6" y="6477001"/>
            <a:ext cx="381003" cy="2095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CR" sz="800" smtClean="0">
                <a:solidFill>
                  <a:schemeClr val="bg1">
                    <a:alpha val="75000"/>
                  </a:schemeClr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1B463BBE-7669-7445-B365-D51E5F8BA9BE}" type="slidenum">
              <a:rPr lang="en-US"/>
              <a:pPr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552491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lumns 2 - Headlin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55" descr="A picture containing match, blur, light, night sky&#10;&#10;Description automatically generated">
            <a:extLst>
              <a:ext uri="{FF2B5EF4-FFF2-40B4-BE49-F238E27FC236}">
                <a16:creationId xmlns:a16="http://schemas.microsoft.com/office/drawing/2014/main" id="{FAFD2572-434D-0E45-9D75-891BAF45CC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-1"/>
            <a:ext cx="6646773" cy="6858001"/>
          </a:xfrm>
          <a:custGeom>
            <a:avLst/>
            <a:gdLst>
              <a:gd name="connsiteX0" fmla="*/ 0 w 6646773"/>
              <a:gd name="connsiteY0" fmla="*/ 0 h 6858001"/>
              <a:gd name="connsiteX1" fmla="*/ 6338744 w 6646773"/>
              <a:gd name="connsiteY1" fmla="*/ 0 h 6858001"/>
              <a:gd name="connsiteX2" fmla="*/ 6257094 w 6646773"/>
              <a:gd name="connsiteY2" fmla="*/ 77845 h 6858001"/>
              <a:gd name="connsiteX3" fmla="*/ 4924531 w 6646773"/>
              <a:gd name="connsiteY3" fmla="*/ 3294937 h 6858001"/>
              <a:gd name="connsiteX4" fmla="*/ 6580183 w 6646773"/>
              <a:gd name="connsiteY4" fmla="*/ 6805672 h 6858001"/>
              <a:gd name="connsiteX5" fmla="*/ 6646773 w 6646773"/>
              <a:gd name="connsiteY5" fmla="*/ 6858001 h 6858001"/>
              <a:gd name="connsiteX6" fmla="*/ 0 w 6646773"/>
              <a:gd name="connsiteY6" fmla="*/ 6858001 h 6858001"/>
              <a:gd name="connsiteX7" fmla="*/ 0 w 6646773"/>
              <a:gd name="connsiteY7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46773" h="6858001">
                <a:moveTo>
                  <a:pt x="0" y="0"/>
                </a:moveTo>
                <a:lnTo>
                  <a:pt x="6338744" y="0"/>
                </a:lnTo>
                <a:lnTo>
                  <a:pt x="6257094" y="77845"/>
                </a:lnTo>
                <a:cubicBezTo>
                  <a:pt x="5433769" y="901171"/>
                  <a:pt x="4924531" y="2038585"/>
                  <a:pt x="4924531" y="3294937"/>
                </a:cubicBezTo>
                <a:cubicBezTo>
                  <a:pt x="4924531" y="4708334"/>
                  <a:pt x="5569035" y="5971199"/>
                  <a:pt x="6580183" y="6805672"/>
                </a:cubicBezTo>
                <a:lnTo>
                  <a:pt x="6646773" y="6858001"/>
                </a:lnTo>
                <a:lnTo>
                  <a:pt x="0" y="6858001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6" y="1036882"/>
            <a:ext cx="4249988" cy="990602"/>
          </a:xfrm>
          <a:prstGeom prst="rect">
            <a:avLst/>
          </a:prstGeom>
        </p:spPr>
        <p:txBody>
          <a:bodyPr lIns="0" tIns="0" rIns="0" bIns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/>
              <a:t>Place headline here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3E31C7C-E01B-4B42-8B79-9B908222DD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3275" y="2535238"/>
            <a:ext cx="3175000" cy="3240087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bg1"/>
                </a:solidFill>
                <a:latin typeface="Graphik Light" panose="020B0403030202060203" pitchFamily="34" charset="77"/>
                <a:ea typeface="+mn-ea"/>
                <a:cs typeface="+mn-cs"/>
              </a:defRPr>
            </a:lvl1pPr>
            <a:lvl2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bg1"/>
                </a:solidFill>
                <a:latin typeface="Graphik Light" panose="020B0403030202060203" pitchFamily="34" charset="77"/>
                <a:ea typeface="+mn-ea"/>
                <a:cs typeface="+mn-cs"/>
              </a:defRPr>
            </a:lvl2pPr>
            <a:lvl3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bg1"/>
                </a:solidFill>
                <a:latin typeface="Graphik Light" panose="020B0403030202060203" pitchFamily="34" charset="77"/>
                <a:ea typeface="+mn-ea"/>
                <a:cs typeface="+mn-cs"/>
              </a:defRPr>
            </a:lvl3pPr>
            <a:lvl4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bg1"/>
                </a:solidFill>
                <a:latin typeface="Graphik Light" panose="020B0403030202060203" pitchFamily="34" charset="77"/>
                <a:ea typeface="+mn-ea"/>
                <a:cs typeface="+mn-cs"/>
              </a:defRPr>
            </a:lvl4pPr>
            <a:lvl5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CR" sz="1600" b="0" kern="1200" dirty="0">
                <a:solidFill>
                  <a:schemeClr val="bg1"/>
                </a:solidFill>
                <a:latin typeface="Graphik Light" panose="020B040303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FDD2E3-9505-7147-96B4-197B04BA1C8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000" y="6482516"/>
            <a:ext cx="191087" cy="202328"/>
          </a:xfrm>
          <a:prstGeom prst="rect">
            <a:avLst/>
          </a:prstGeom>
        </p:spPr>
      </p:pic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78AF3380-511E-884E-A7C6-50E4CE83B5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053623" y="6477001"/>
            <a:ext cx="2376374" cy="2095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GB" sz="800" dirty="0" smtClean="0">
                <a:solidFill>
                  <a:schemeClr val="bg1">
                    <a:lumMod val="65000"/>
                    <a:alpha val="75000"/>
                  </a:schemeClr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r>
              <a:rPr lang="en-US"/>
              <a:t>Copyright © 2021 Accenture. All rights reserved.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957266D8-6A9E-0E47-8A1D-0622CE3FDF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6" y="6477001"/>
            <a:ext cx="381003" cy="2095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CR" sz="800" smtClean="0">
                <a:solidFill>
                  <a:schemeClr val="bg1">
                    <a:lumMod val="65000"/>
                    <a:alpha val="75000"/>
                  </a:schemeClr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1B463BBE-7669-7445-B365-D51E5F8BA9BE}" type="slidenum">
              <a:rPr lang="en-CR" smtClean="0"/>
              <a:pPr defTabSz="228600">
                <a:spcAft>
                  <a:spcPts val="1200"/>
                </a:spcAft>
              </a:pPr>
              <a:t>‹#›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37679952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  <p15:guide id="2" pos="3720">
          <p15:clr>
            <a:srgbClr val="5ACBF0"/>
          </p15:clr>
        </p15:guide>
        <p15:guide id="3" pos="3960">
          <p15:clr>
            <a:srgbClr val="5ACBF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Key Message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  <a:prstGeom prst="rect">
            <a:avLst/>
          </a:prstGeo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ECBE8-C9DE-46DF-9582-7DB75BEDF4F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3), Mid Purple (Accent 2) or Core Purple (Accent 1)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6B2601-2942-1546-A874-9544D4B94A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000" y="6482516"/>
            <a:ext cx="191087" cy="202328"/>
          </a:xfrm>
          <a:prstGeom prst="rect">
            <a:avLst/>
          </a:prstGeom>
        </p:spPr>
      </p:pic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CD5A398F-92FD-444B-AAAB-912D9ACAAA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053623" y="6477001"/>
            <a:ext cx="2376374" cy="2095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GB" sz="800" dirty="0" smtClean="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r>
              <a:rPr lang="en-US"/>
              <a:t>Copyright © 2021 Accenture. All rights reserved.</a:t>
            </a:r>
            <a:endParaRPr lang="en-US" sz="80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8B78C9F-865A-A44B-8B54-79F0E020AF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6" y="6477001"/>
            <a:ext cx="381003" cy="2095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CR" sz="800" smtClean="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1B463BBE-7669-7445-B365-D51E5F8BA9BE}" type="slidenum">
              <a:rPr lang="en-CR" smtClean="0"/>
              <a:pPr defTabSz="228600">
                <a:spcAft>
                  <a:spcPts val="1200"/>
                </a:spcAft>
              </a:pPr>
              <a:t>‹#›</a:t>
            </a:fld>
            <a:endParaRPr lang="en-CR" sz="800">
              <a:solidFill>
                <a:schemeClr val="tx1">
                  <a:alpha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33464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Numbered, Gradient Dark Purp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Background pattern&#10;&#10;Description automatically generated">
            <a:extLst>
              <a:ext uri="{FF2B5EF4-FFF2-40B4-BE49-F238E27FC236}">
                <a16:creationId xmlns:a16="http://schemas.microsoft.com/office/drawing/2014/main" id="{22C143E8-DD15-4271-878B-9FB6C450FC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342771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 userDrawn="1"/>
        </p:nvSpPr>
        <p:spPr>
          <a:xfrm>
            <a:off x="0" y="3428999"/>
            <a:ext cx="12192000" cy="34290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B317ED-600C-4D7F-990D-38990FC868E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B0F8F8-753A-F244-B3A2-AA2024AE9A2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053623" y="6477001"/>
            <a:ext cx="2376374" cy="2095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lang="en-GB" sz="800" kern="1200" dirty="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228600">
              <a:spcAft>
                <a:spcPts val="1200"/>
              </a:spcAft>
            </a:pPr>
            <a:r>
              <a:rPr lang="en-US"/>
              <a:t>Copyright © 2021 Accenture. All rights reserved.</a:t>
            </a:r>
            <a:endParaRPr lang="en-US" sz="80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147B16F-E113-C248-BAD6-B79BBEC0EF1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29996" y="6477001"/>
            <a:ext cx="381003" cy="2095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CR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</a:pPr>
            <a:fld id="{1B463BBE-7669-7445-B365-D51E5F8BA9BE}" type="slidenum">
              <a:rPr lang="en-CR" smtClean="0"/>
              <a:pPr defTabSz="228600">
                <a:spcAft>
                  <a:spcPts val="1200"/>
                </a:spcAft>
              </a:pPr>
              <a:t>‹#›</a:t>
            </a:fld>
            <a:endParaRPr lang="en-CR" sz="80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381CC5D8-3129-4346-B748-8DB6ECB2598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5427" y="3889828"/>
            <a:ext cx="2993573" cy="21944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5pPr>
          </a:lstStyle>
          <a:p>
            <a:pPr lvl="0"/>
            <a:r>
              <a:rPr lang="en-GB"/>
              <a:t>Place subtitle here in GT Sectra Fine 24pt</a:t>
            </a:r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20CBF80-07F4-B54A-9D3E-4BA0D63A22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3889828"/>
            <a:ext cx="6186713" cy="2194485"/>
          </a:xfrm>
          <a:prstGeom prst="rect">
            <a:avLst/>
          </a:prstGeo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18EA3B9-4828-6442-8B2B-9ECE1175BA7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43001" y="835805"/>
            <a:ext cx="6186712" cy="2194487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solidFill>
                    <a:schemeClr val="tx1"/>
                  </a:solidFill>
                </a:ln>
                <a:noFill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4587123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6DB689C-7DB3-4046-A1BF-E63F8EF784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87C97B1E-CB9E-4CBC-A6F1-1D4F2E4ECB3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0"/>
            <a:ext cx="11430000" cy="4940300"/>
          </a:xfrm>
        </p:spPr>
        <p:txBody>
          <a:bodyPr/>
          <a:lstStyle>
            <a:lvl1pPr marL="228600" indent="-228600">
              <a:buFont typeface="Graphik" panose="020B0604020202020204" pitchFamily="34" charset="0"/>
              <a:buChar char="•"/>
              <a:defRPr/>
            </a:lvl1pPr>
            <a:lvl2pPr marL="457200">
              <a:defRPr/>
            </a:lvl2pPr>
            <a:lvl3pPr marL="685800">
              <a:defRPr/>
            </a:lvl3pPr>
            <a:lvl4pPr marL="914400">
              <a:defRPr/>
            </a:lvl4pPr>
            <a:lvl5pPr marL="1143000">
              <a:defRPr/>
            </a:lvl5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814A41-AE1D-4ED0-AEF0-A7196671391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1BA0FB-750F-41F2-A36F-F10D6317F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4964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|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erson holding a microphone&#10;&#10;Description automatically generated with medium confidence">
            <a:extLst>
              <a:ext uri="{FF2B5EF4-FFF2-40B4-BE49-F238E27FC236}">
                <a16:creationId xmlns:a16="http://schemas.microsoft.com/office/drawing/2014/main" id="{CF267FB5-4FD2-F74D-B9FB-1B0FF2C786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6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75385A75-6C7A-3349-9526-077235AAEF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D9660141-0EA2-CA47-B889-5B22F54F07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886BFB-6914-0849-9071-3E7EF5D563D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7CEC6B31-07DA-E24E-AB02-4804DD8CB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5020855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EE1578-6C5A-8143-1ED7-E512D0BE1C98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453096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|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person, looking, wearing, posing&#10;&#10;Description automatically generated">
            <a:extLst>
              <a:ext uri="{FF2B5EF4-FFF2-40B4-BE49-F238E27FC236}">
                <a16:creationId xmlns:a16="http://schemas.microsoft.com/office/drawing/2014/main" id="{D93AB678-4AD4-E74A-A92D-AA6AE8587C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0"/>
            <a:ext cx="12207721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6706273-499D-C646-BF8D-F3C8C88350A9}"/>
              </a:ext>
            </a:extLst>
          </p:cNvPr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gradFill>
            <a:gsLst>
              <a:gs pos="100000">
                <a:schemeClr val="tx1">
                  <a:alpha val="30000"/>
                </a:schemeClr>
              </a:gs>
              <a:gs pos="33000">
                <a:schemeClr val="tx1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75385A75-6C7A-3349-9526-077235AAEF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D9660141-0EA2-CA47-B889-5B22F54F07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886BFB-6914-0849-9071-3E7EF5D563D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7CEC6B31-07DA-E24E-AB02-4804DD8CB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5020855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527A7F-CB14-286F-A622-E334CD37B403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6921413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 |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4922A79-808B-8D68-A25E-212712A938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1875" b="21798"/>
          <a:stretch/>
        </p:blipFill>
        <p:spPr>
          <a:xfrm>
            <a:off x="0" y="0"/>
            <a:ext cx="12192000" cy="686733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D312046-917F-1F62-A0ED-0FB980502074}"/>
              </a:ext>
            </a:extLst>
          </p:cNvPr>
          <p:cNvSpPr/>
          <p:nvPr userDrawn="1"/>
        </p:nvSpPr>
        <p:spPr>
          <a:xfrm>
            <a:off x="0" y="0"/>
            <a:ext cx="12192000" cy="6867335"/>
          </a:xfrm>
          <a:prstGeom prst="rect">
            <a:avLst/>
          </a:prstGeom>
          <a:gradFill flip="none" rotWithShape="1">
            <a:gsLst>
              <a:gs pos="35000">
                <a:schemeClr val="accent3">
                  <a:alpha val="68000"/>
                  <a:lumMod val="47000"/>
                </a:schemeClr>
              </a:gs>
              <a:gs pos="79000">
                <a:schemeClr val="accent3">
                  <a:lumMod val="24000"/>
                  <a:alpha val="71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75385A75-6C7A-3349-9526-077235AAEF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D9660141-0EA2-CA47-B889-5B22F54F07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886BFB-6914-0849-9071-3E7EF5D563D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7CEC6B31-07DA-E24E-AB02-4804DD8CB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5020855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53561B-F219-E545-3E4D-D25A012F63B0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292814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|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person, male&#10;&#10;Description automatically generated">
            <a:extLst>
              <a:ext uri="{FF2B5EF4-FFF2-40B4-BE49-F238E27FC236}">
                <a16:creationId xmlns:a16="http://schemas.microsoft.com/office/drawing/2014/main" id="{13CBC0EB-0BC6-F842-B099-663EE3FC2C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2" y="0"/>
            <a:ext cx="12192001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16D440A-E0E9-CB41-B7B1-00FEDE56B02D}"/>
              </a:ext>
            </a:extLst>
          </p:cNvPr>
          <p:cNvSpPr/>
          <p:nvPr userDrawn="1"/>
        </p:nvSpPr>
        <p:spPr>
          <a:xfrm>
            <a:off x="-4" y="0"/>
            <a:ext cx="12192003" cy="6858000"/>
          </a:xfrm>
          <a:prstGeom prst="rect">
            <a:avLst/>
          </a:prstGeom>
          <a:gradFill>
            <a:gsLst>
              <a:gs pos="100000">
                <a:schemeClr val="tx1">
                  <a:lumMod val="45000"/>
                  <a:alpha val="20000"/>
                </a:schemeClr>
              </a:gs>
              <a:gs pos="15000">
                <a:schemeClr val="bg1">
                  <a:lumMod val="17859"/>
                  <a:alpha val="34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75385A75-6C7A-3349-9526-077235AAEF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D9660141-0EA2-CA47-B889-5B22F54F07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886BFB-6914-0849-9071-3E7EF5D563D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7CEC6B31-07DA-E24E-AB02-4804DD8CB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5020855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185AD8-51F9-EDAC-F597-7DE69BA8BE19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9397914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|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pool ball&#10;&#10;Description automatically generated">
            <a:extLst>
              <a:ext uri="{FF2B5EF4-FFF2-40B4-BE49-F238E27FC236}">
                <a16:creationId xmlns:a16="http://schemas.microsoft.com/office/drawing/2014/main" id="{F82A3BE7-326F-4630-B03C-58D42C37559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2"/>
            <a:ext cx="12191223" cy="686733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E1B90A9-5AA7-2444-97CF-551E3490359D}"/>
              </a:ext>
            </a:extLst>
          </p:cNvPr>
          <p:cNvSpPr/>
          <p:nvPr userDrawn="1"/>
        </p:nvSpPr>
        <p:spPr>
          <a:xfrm>
            <a:off x="-778" y="0"/>
            <a:ext cx="12192000" cy="6867335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58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0C00FA2E-4E05-4F59-9DD3-4067B8A74B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B0E25A4F-DB76-42F1-AB64-8C49B5A535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9B9939B-E3CD-4A75-9B1C-E1B56CB2F82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32EAF1A-069C-3F4C-834C-9B077A62C4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5020855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73AD0F-C313-0A6D-A254-F2BE51686884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8083627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|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ein sehr hoher, schneebedeckter Berg mit einem Himmelshintergrund">
            <a:extLst>
              <a:ext uri="{FF2B5EF4-FFF2-40B4-BE49-F238E27FC236}">
                <a16:creationId xmlns:a16="http://schemas.microsoft.com/office/drawing/2014/main" id="{11402B72-65A0-0E51-201E-684CF0FEA81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556" t="1068" r="-1" b="19417"/>
          <a:stretch/>
        </p:blipFill>
        <p:spPr bwMode="auto">
          <a:xfrm>
            <a:off x="2" y="0"/>
            <a:ext cx="12191998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0C00FA2E-4E05-4F59-9DD3-4067B8A74B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B0E25A4F-DB76-42F1-AB64-8C49B5A535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9B9939B-E3CD-4A75-9B1C-E1B56CB2F82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32EAF1A-069C-3F4C-834C-9B077A62C4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5020855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73AD0F-C313-0A6D-A254-F2BE51686884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1B90A9-5AA7-2444-97CF-551E3490359D}"/>
              </a:ext>
            </a:extLst>
          </p:cNvPr>
          <p:cNvSpPr/>
          <p:nvPr userDrawn="1"/>
        </p:nvSpPr>
        <p:spPr>
          <a:xfrm>
            <a:off x="-778" y="0"/>
            <a:ext cx="12192000" cy="6867335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58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195986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|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person's face&#10;&#10;Description automatically generated">
            <a:extLst>
              <a:ext uri="{FF2B5EF4-FFF2-40B4-BE49-F238E27FC236}">
                <a16:creationId xmlns:a16="http://schemas.microsoft.com/office/drawing/2014/main" id="{0E608888-9A8B-D849-BD96-02ADDA2572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4819712" y="0"/>
            <a:ext cx="740373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4D03DBC-2506-064A-8162-F54C9AF96D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8000">
                <a:schemeClr val="tx1">
                  <a:alpha val="0"/>
                </a:schemeClr>
              </a:gs>
              <a:gs pos="45000">
                <a:schemeClr val="tx1">
                  <a:alpha val="99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75385A75-6C7A-3349-9526-077235AAEF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D9660141-0EA2-CA47-B889-5B22F54F07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886BFB-6914-0849-9071-3E7EF5D563D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7CEC6B31-07DA-E24E-AB02-4804DD8CB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5020855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EE840A-1182-1D83-15E7-53893562B261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3067094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|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unset over a body of water&#10;&#10;Description automatically generated with medium confidence">
            <a:extLst>
              <a:ext uri="{FF2B5EF4-FFF2-40B4-BE49-F238E27FC236}">
                <a16:creationId xmlns:a16="http://schemas.microsoft.com/office/drawing/2014/main" id="{B14FC67E-89D6-4E07-8F8A-4D80CCD3F1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20772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A3FE061-4B75-7D4B-B1F8-EBA0F949C9E8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>
            <a:gsLst>
              <a:gs pos="0">
                <a:srgbClr val="008EFF">
                  <a:lumMod val="46195"/>
                  <a:alpha val="60000"/>
                </a:srgbClr>
              </a:gs>
              <a:gs pos="53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919F5C-229E-4C77-BDF4-EAD8A13CF890}"/>
              </a:ext>
            </a:extLst>
          </p:cNvPr>
          <p:cNvSpPr/>
          <p:nvPr userDrawn="1"/>
        </p:nvSpPr>
        <p:spPr>
          <a:xfrm>
            <a:off x="7861" y="-16676"/>
            <a:ext cx="12207720" cy="6858000"/>
          </a:xfrm>
          <a:prstGeom prst="rect">
            <a:avLst/>
          </a:prstGeom>
          <a:gradFill>
            <a:gsLst>
              <a:gs pos="54000">
                <a:schemeClr val="tx1">
                  <a:alpha val="20873"/>
                  <a:lumMod val="94000"/>
                </a:schemeClr>
              </a:gs>
              <a:gs pos="0">
                <a:schemeClr val="bg1">
                  <a:lumMod val="0"/>
                  <a:alpha val="69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7F2FD447-5EF1-ED42-96CF-E58AFD1D27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D91995B8-8B98-C749-AC77-6BC9679B4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51CD3A7-6D06-3D45-B00C-35F47C6F2C5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428848D7-9D2F-8A44-A7C2-39E32673D0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10960443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5CD73C-606A-875D-0624-49C4C8319798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8652272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| 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cat, wall, indoor&#10;&#10;Description automatically generated">
            <a:extLst>
              <a:ext uri="{FF2B5EF4-FFF2-40B4-BE49-F238E27FC236}">
                <a16:creationId xmlns:a16="http://schemas.microsoft.com/office/drawing/2014/main" id="{16F84C7C-2CB8-456C-83AE-A3F9F0BFD6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1699" cy="685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E1B90A9-5AA7-2444-97CF-551E3490359D}"/>
              </a:ext>
            </a:extLst>
          </p:cNvPr>
          <p:cNvSpPr/>
          <p:nvPr userDrawn="1"/>
        </p:nvSpPr>
        <p:spPr>
          <a:xfrm>
            <a:off x="-1" y="0"/>
            <a:ext cx="12207722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58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0C00FA2E-4E05-4F59-9DD3-4067B8A74B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B0E25A4F-DB76-42F1-AB64-8C49B5A535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9B9939B-E3CD-4A75-9B1C-E1B56CB2F82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32EAF1A-069C-3F4C-834C-9B077A62C4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5020855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pic>
        <p:nvPicPr>
          <p:cNvPr id="10" name="Picture 9" descr="A picture containing text, tableware, clipart, dishware&#10;&#10;Description automatically generated">
            <a:extLst>
              <a:ext uri="{FF2B5EF4-FFF2-40B4-BE49-F238E27FC236}">
                <a16:creationId xmlns:a16="http://schemas.microsoft.com/office/drawing/2014/main" id="{188DC479-9264-324C-8690-D0FF168B8FC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75305" y="6008713"/>
            <a:ext cx="3207094" cy="27521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96C87C1-E017-89F2-D479-580279663B69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8565386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| 1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4" descr="A picture containing text, person, indoor&#10;&#10;Description automatically generated">
            <a:extLst>
              <a:ext uri="{FF2B5EF4-FFF2-40B4-BE49-F238E27FC236}">
                <a16:creationId xmlns:a16="http://schemas.microsoft.com/office/drawing/2014/main" id="{60DE002C-1B23-43E1-96A5-7FCE0D4BA8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915AECF-8258-4764-8518-7FE9BB0B9F6B}"/>
              </a:ext>
            </a:extLst>
          </p:cNvPr>
          <p:cNvSpPr/>
          <p:nvPr userDrawn="1"/>
        </p:nvSpPr>
        <p:spPr>
          <a:xfrm>
            <a:off x="-1" y="-16676"/>
            <a:ext cx="12192000" cy="6874676"/>
          </a:xfrm>
          <a:prstGeom prst="rect">
            <a:avLst/>
          </a:prstGeom>
          <a:gradFill>
            <a:gsLst>
              <a:gs pos="54000">
                <a:schemeClr val="tx1">
                  <a:alpha val="20873"/>
                  <a:lumMod val="94000"/>
                </a:schemeClr>
              </a:gs>
              <a:gs pos="0">
                <a:schemeClr val="bg1">
                  <a:lumMod val="0"/>
                  <a:alpha val="69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72B11314-6545-2C43-B575-51E4084401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771B5EE1-B456-8540-87E6-1E7E9A34C0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08E2D6D-92FF-164F-812F-1401066C437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F38C0B5F-3738-9B46-8C3E-19F68C22B3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5020855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F1A21F-2003-6DEA-BD64-BE17AC416FA3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4039642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| 1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4" descr="A person looking at a computer screen&#10;&#10;Description automatically generated with medium confidence">
            <a:extLst>
              <a:ext uri="{FF2B5EF4-FFF2-40B4-BE49-F238E27FC236}">
                <a16:creationId xmlns:a16="http://schemas.microsoft.com/office/drawing/2014/main" id="{9376E1AB-E0BF-47DC-82C5-F63615876C4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D5F828D-6C56-2545-9BE5-1809273CC22C}"/>
              </a:ext>
            </a:extLst>
          </p:cNvPr>
          <p:cNvSpPr/>
          <p:nvPr userDrawn="1"/>
        </p:nvSpPr>
        <p:spPr>
          <a:xfrm>
            <a:off x="4787" y="0"/>
            <a:ext cx="12192000" cy="6858000"/>
          </a:xfrm>
          <a:prstGeom prst="rect">
            <a:avLst/>
          </a:prstGeom>
          <a:gradFill flip="none" rotWithShape="1">
            <a:gsLst>
              <a:gs pos="43000">
                <a:schemeClr val="tx1">
                  <a:alpha val="0"/>
                </a:schemeClr>
              </a:gs>
              <a:gs pos="100000">
                <a:schemeClr val="tx1">
                  <a:alpha val="58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7F2FD447-5EF1-ED42-96CF-E58AFD1D27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D91995B8-8B98-C749-AC77-6BC9679B4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51CD3A7-6D06-3D45-B00C-35F47C6F2C5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57747E5A-EB4A-DD42-AECD-0591E32BE7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5020855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460323-D690-BF09-3B2E-DC744B0C0AC0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8441989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Keyli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0550080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left-image bkg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3E7551B-7F86-46D2-A90B-DF5CC30BDF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8" name="GTS_WH" descr="Accenture Greater Than symbol in white">
            <a:extLst>
              <a:ext uri="{FF2B5EF4-FFF2-40B4-BE49-F238E27FC236}">
                <a16:creationId xmlns:a16="http://schemas.microsoft.com/office/drawing/2014/main" id="{E96B644F-A9C2-401B-8562-DC3B10FB5CFA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1001" y="38100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Acc_Tech_Logo_WH" descr="Accenture Technology wordmark in white">
            <a:extLst>
              <a:ext uri="{FF2B5EF4-FFF2-40B4-BE49-F238E27FC236}">
                <a16:creationId xmlns:a16="http://schemas.microsoft.com/office/drawing/2014/main" id="{E1C4528C-35CA-41C7-B25C-A600CD41B680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381001" y="6096691"/>
            <a:ext cx="3008376" cy="276189"/>
          </a:xfrm>
          <a:custGeom>
            <a:avLst/>
            <a:gdLst>
              <a:gd name="T0" fmla="*/ 4127 w 4219"/>
              <a:gd name="T1" fmla="*/ 250 h 386"/>
              <a:gd name="T2" fmla="*/ 4070 w 4219"/>
              <a:gd name="T3" fmla="*/ 382 h 386"/>
              <a:gd name="T4" fmla="*/ 3885 w 4219"/>
              <a:gd name="T5" fmla="*/ 124 h 386"/>
              <a:gd name="T6" fmla="*/ 3952 w 4219"/>
              <a:gd name="T7" fmla="*/ 201 h 386"/>
              <a:gd name="T8" fmla="*/ 3950 w 4219"/>
              <a:gd name="T9" fmla="*/ 293 h 386"/>
              <a:gd name="T10" fmla="*/ 3784 w 4219"/>
              <a:gd name="T11" fmla="*/ 200 h 386"/>
              <a:gd name="T12" fmla="*/ 3984 w 4219"/>
              <a:gd name="T13" fmla="*/ 100 h 386"/>
              <a:gd name="T14" fmla="*/ 3714 w 4219"/>
              <a:gd name="T15" fmla="*/ 206 h 386"/>
              <a:gd name="T16" fmla="*/ 3577 w 4219"/>
              <a:gd name="T17" fmla="*/ 206 h 386"/>
              <a:gd name="T18" fmla="*/ 3543 w 4219"/>
              <a:gd name="T19" fmla="*/ 203 h 386"/>
              <a:gd name="T20" fmla="*/ 3645 w 4219"/>
              <a:gd name="T21" fmla="*/ 313 h 386"/>
              <a:gd name="T22" fmla="*/ 3490 w 4219"/>
              <a:gd name="T23" fmla="*/ 309 h 386"/>
              <a:gd name="T24" fmla="*/ 3370 w 4219"/>
              <a:gd name="T25" fmla="*/ 204 h 386"/>
              <a:gd name="T26" fmla="*/ 3302 w 4219"/>
              <a:gd name="T27" fmla="*/ 285 h 386"/>
              <a:gd name="T28" fmla="*/ 3302 w 4219"/>
              <a:gd name="T29" fmla="*/ 96 h 386"/>
              <a:gd name="T30" fmla="*/ 3199 w 4219"/>
              <a:gd name="T31" fmla="*/ 206 h 386"/>
              <a:gd name="T32" fmla="*/ 3076 w 4219"/>
              <a:gd name="T33" fmla="*/ 96 h 386"/>
              <a:gd name="T34" fmla="*/ 3116 w 4219"/>
              <a:gd name="T35" fmla="*/ 178 h 386"/>
              <a:gd name="T36" fmla="*/ 2975 w 4219"/>
              <a:gd name="T37" fmla="*/ 309 h 386"/>
              <a:gd name="T38" fmla="*/ 2769 w 4219"/>
              <a:gd name="T39" fmla="*/ 133 h 386"/>
              <a:gd name="T40" fmla="*/ 2877 w 4219"/>
              <a:gd name="T41" fmla="*/ 309 h 386"/>
              <a:gd name="T42" fmla="*/ 2769 w 4219"/>
              <a:gd name="T43" fmla="*/ 309 h 386"/>
              <a:gd name="T44" fmla="*/ 2492 w 4219"/>
              <a:gd name="T45" fmla="*/ 204 h 386"/>
              <a:gd name="T46" fmla="*/ 2594 w 4219"/>
              <a:gd name="T47" fmla="*/ 124 h 386"/>
              <a:gd name="T48" fmla="*/ 2655 w 4219"/>
              <a:gd name="T49" fmla="*/ 234 h 386"/>
              <a:gd name="T50" fmla="*/ 2423 w 4219"/>
              <a:gd name="T51" fmla="*/ 184 h 386"/>
              <a:gd name="T52" fmla="*/ 2265 w 4219"/>
              <a:gd name="T53" fmla="*/ 207 h 386"/>
              <a:gd name="T54" fmla="*/ 2457 w 4219"/>
              <a:gd name="T55" fmla="*/ 211 h 386"/>
              <a:gd name="T56" fmla="*/ 2456 w 4219"/>
              <a:gd name="T57" fmla="*/ 249 h 386"/>
              <a:gd name="T58" fmla="*/ 2064 w 4219"/>
              <a:gd name="T59" fmla="*/ 52 h 386"/>
              <a:gd name="T60" fmla="*/ 2182 w 4219"/>
              <a:gd name="T61" fmla="*/ 52 h 386"/>
              <a:gd name="T62" fmla="*/ 1938 w 4219"/>
              <a:gd name="T63" fmla="*/ 182 h 386"/>
              <a:gd name="T64" fmla="*/ 1785 w 4219"/>
              <a:gd name="T65" fmla="*/ 207 h 386"/>
              <a:gd name="T66" fmla="*/ 1994 w 4219"/>
              <a:gd name="T67" fmla="*/ 218 h 386"/>
              <a:gd name="T68" fmla="*/ 1994 w 4219"/>
              <a:gd name="T69" fmla="*/ 243 h 386"/>
              <a:gd name="T70" fmla="*/ 1696 w 4219"/>
              <a:gd name="T71" fmla="*/ 100 h 386"/>
              <a:gd name="T72" fmla="*/ 1696 w 4219"/>
              <a:gd name="T73" fmla="*/ 204 h 386"/>
              <a:gd name="T74" fmla="*/ 1392 w 4219"/>
              <a:gd name="T75" fmla="*/ 235 h 386"/>
              <a:gd name="T76" fmla="*/ 1486 w 4219"/>
              <a:gd name="T77" fmla="*/ 269 h 386"/>
              <a:gd name="T78" fmla="*/ 1587 w 4219"/>
              <a:gd name="T79" fmla="*/ 309 h 386"/>
              <a:gd name="T80" fmla="*/ 1392 w 4219"/>
              <a:gd name="T81" fmla="*/ 235 h 386"/>
              <a:gd name="T82" fmla="*/ 1224 w 4219"/>
              <a:gd name="T83" fmla="*/ 100 h 386"/>
              <a:gd name="T84" fmla="*/ 1309 w 4219"/>
              <a:gd name="T85" fmla="*/ 100 h 386"/>
              <a:gd name="T86" fmla="*/ 1309 w 4219"/>
              <a:gd name="T87" fmla="*/ 242 h 386"/>
              <a:gd name="T88" fmla="*/ 1319 w 4219"/>
              <a:gd name="T89" fmla="*/ 313 h 386"/>
              <a:gd name="T90" fmla="*/ 1054 w 4219"/>
              <a:gd name="T91" fmla="*/ 133 h 386"/>
              <a:gd name="T92" fmla="*/ 1135 w 4219"/>
              <a:gd name="T93" fmla="*/ 309 h 386"/>
              <a:gd name="T94" fmla="*/ 1054 w 4219"/>
              <a:gd name="T95" fmla="*/ 309 h 386"/>
              <a:gd name="T96" fmla="*/ 856 w 4219"/>
              <a:gd name="T97" fmla="*/ 135 h 386"/>
              <a:gd name="T98" fmla="*/ 749 w 4219"/>
              <a:gd name="T99" fmla="*/ 204 h 386"/>
              <a:gd name="T100" fmla="*/ 808 w 4219"/>
              <a:gd name="T101" fmla="*/ 218 h 386"/>
              <a:gd name="T102" fmla="*/ 858 w 4219"/>
              <a:gd name="T103" fmla="*/ 314 h 386"/>
              <a:gd name="T104" fmla="*/ 626 w 4219"/>
              <a:gd name="T105" fmla="*/ 95 h 386"/>
              <a:gd name="T106" fmla="*/ 577 w 4219"/>
              <a:gd name="T107" fmla="*/ 203 h 386"/>
              <a:gd name="T108" fmla="*/ 725 w 4219"/>
              <a:gd name="T109" fmla="*/ 230 h 386"/>
              <a:gd name="T110" fmla="*/ 286 w 4219"/>
              <a:gd name="T111" fmla="*/ 204 h 386"/>
              <a:gd name="T112" fmla="*/ 396 w 4219"/>
              <a:gd name="T113" fmla="*/ 141 h 386"/>
              <a:gd name="T114" fmla="*/ 442 w 4219"/>
              <a:gd name="T115" fmla="*/ 230 h 386"/>
              <a:gd name="T116" fmla="*/ 94 w 4219"/>
              <a:gd name="T117" fmla="*/ 200 h 386"/>
              <a:gd name="T118" fmla="*/ 94 w 4219"/>
              <a:gd name="T119" fmla="*/ 23 h 386"/>
              <a:gd name="T120" fmla="*/ 184 w 4219"/>
              <a:gd name="T121" fmla="*/ 246 h 386"/>
              <a:gd name="T122" fmla="*/ 94 w 4219"/>
              <a:gd name="T123" fmla="*/ 23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19" h="386">
                <a:moveTo>
                  <a:pt x="4109" y="288"/>
                </a:moveTo>
                <a:lnTo>
                  <a:pt x="4027" y="100"/>
                </a:lnTo>
                <a:lnTo>
                  <a:pt x="4063" y="100"/>
                </a:lnTo>
                <a:lnTo>
                  <a:pt x="4127" y="250"/>
                </a:lnTo>
                <a:lnTo>
                  <a:pt x="4185" y="100"/>
                </a:lnTo>
                <a:lnTo>
                  <a:pt x="4219" y="100"/>
                </a:lnTo>
                <a:lnTo>
                  <a:pt x="4103" y="382"/>
                </a:lnTo>
                <a:lnTo>
                  <a:pt x="4070" y="382"/>
                </a:lnTo>
                <a:lnTo>
                  <a:pt x="4109" y="288"/>
                </a:lnTo>
                <a:close/>
                <a:moveTo>
                  <a:pt x="3952" y="201"/>
                </a:moveTo>
                <a:lnTo>
                  <a:pt x="3952" y="198"/>
                </a:lnTo>
                <a:cubicBezTo>
                  <a:pt x="3952" y="151"/>
                  <a:pt x="3926" y="124"/>
                  <a:pt x="3885" y="124"/>
                </a:cubicBezTo>
                <a:cubicBezTo>
                  <a:pt x="3844" y="124"/>
                  <a:pt x="3819" y="155"/>
                  <a:pt x="3819" y="199"/>
                </a:cubicBezTo>
                <a:lnTo>
                  <a:pt x="3819" y="202"/>
                </a:lnTo>
                <a:cubicBezTo>
                  <a:pt x="3819" y="248"/>
                  <a:pt x="3848" y="275"/>
                  <a:pt x="3883" y="275"/>
                </a:cubicBezTo>
                <a:cubicBezTo>
                  <a:pt x="3922" y="275"/>
                  <a:pt x="3952" y="248"/>
                  <a:pt x="3952" y="201"/>
                </a:cubicBezTo>
                <a:close/>
                <a:moveTo>
                  <a:pt x="3789" y="321"/>
                </a:moveTo>
                <a:lnTo>
                  <a:pt x="3823" y="321"/>
                </a:lnTo>
                <a:cubicBezTo>
                  <a:pt x="3828" y="345"/>
                  <a:pt x="3848" y="358"/>
                  <a:pt x="3883" y="358"/>
                </a:cubicBezTo>
                <a:cubicBezTo>
                  <a:pt x="3924" y="358"/>
                  <a:pt x="3950" y="338"/>
                  <a:pt x="3950" y="293"/>
                </a:cubicBezTo>
                <a:lnTo>
                  <a:pt x="3950" y="263"/>
                </a:lnTo>
                <a:cubicBezTo>
                  <a:pt x="3938" y="283"/>
                  <a:pt x="3910" y="302"/>
                  <a:pt x="3880" y="302"/>
                </a:cubicBezTo>
                <a:cubicBezTo>
                  <a:pt x="3825" y="302"/>
                  <a:pt x="3784" y="261"/>
                  <a:pt x="3784" y="203"/>
                </a:cubicBezTo>
                <a:lnTo>
                  <a:pt x="3784" y="200"/>
                </a:lnTo>
                <a:cubicBezTo>
                  <a:pt x="3784" y="144"/>
                  <a:pt x="3824" y="96"/>
                  <a:pt x="3882" y="96"/>
                </a:cubicBezTo>
                <a:cubicBezTo>
                  <a:pt x="3917" y="96"/>
                  <a:pt x="3938" y="113"/>
                  <a:pt x="3950" y="134"/>
                </a:cubicBezTo>
                <a:lnTo>
                  <a:pt x="3950" y="100"/>
                </a:lnTo>
                <a:lnTo>
                  <a:pt x="3984" y="100"/>
                </a:lnTo>
                <a:lnTo>
                  <a:pt x="3984" y="295"/>
                </a:lnTo>
                <a:cubicBezTo>
                  <a:pt x="3983" y="356"/>
                  <a:pt x="3942" y="386"/>
                  <a:pt x="3884" y="386"/>
                </a:cubicBezTo>
                <a:cubicBezTo>
                  <a:pt x="3822" y="386"/>
                  <a:pt x="3794" y="356"/>
                  <a:pt x="3789" y="321"/>
                </a:cubicBezTo>
                <a:close/>
                <a:moveTo>
                  <a:pt x="3714" y="206"/>
                </a:moveTo>
                <a:lnTo>
                  <a:pt x="3714" y="204"/>
                </a:lnTo>
                <a:cubicBezTo>
                  <a:pt x="3714" y="155"/>
                  <a:pt x="3687" y="124"/>
                  <a:pt x="3646" y="124"/>
                </a:cubicBezTo>
                <a:cubicBezTo>
                  <a:pt x="3604" y="124"/>
                  <a:pt x="3577" y="155"/>
                  <a:pt x="3577" y="203"/>
                </a:cubicBezTo>
                <a:lnTo>
                  <a:pt x="3577" y="206"/>
                </a:lnTo>
                <a:cubicBezTo>
                  <a:pt x="3577" y="254"/>
                  <a:pt x="3603" y="285"/>
                  <a:pt x="3646" y="285"/>
                </a:cubicBezTo>
                <a:cubicBezTo>
                  <a:pt x="3688" y="285"/>
                  <a:pt x="3714" y="254"/>
                  <a:pt x="3714" y="206"/>
                </a:cubicBezTo>
                <a:close/>
                <a:moveTo>
                  <a:pt x="3543" y="206"/>
                </a:moveTo>
                <a:lnTo>
                  <a:pt x="3543" y="203"/>
                </a:lnTo>
                <a:cubicBezTo>
                  <a:pt x="3543" y="140"/>
                  <a:pt x="3586" y="96"/>
                  <a:pt x="3646" y="96"/>
                </a:cubicBezTo>
                <a:cubicBezTo>
                  <a:pt x="3705" y="96"/>
                  <a:pt x="3748" y="140"/>
                  <a:pt x="3748" y="203"/>
                </a:cubicBezTo>
                <a:lnTo>
                  <a:pt x="3748" y="206"/>
                </a:lnTo>
                <a:cubicBezTo>
                  <a:pt x="3748" y="269"/>
                  <a:pt x="3705" y="313"/>
                  <a:pt x="3645" y="313"/>
                </a:cubicBezTo>
                <a:cubicBezTo>
                  <a:pt x="3586" y="313"/>
                  <a:pt x="3543" y="268"/>
                  <a:pt x="3543" y="206"/>
                </a:cubicBezTo>
                <a:close/>
                <a:moveTo>
                  <a:pt x="3457" y="0"/>
                </a:moveTo>
                <a:lnTo>
                  <a:pt x="3490" y="0"/>
                </a:lnTo>
                <a:lnTo>
                  <a:pt x="3490" y="309"/>
                </a:lnTo>
                <a:lnTo>
                  <a:pt x="3457" y="309"/>
                </a:lnTo>
                <a:lnTo>
                  <a:pt x="3457" y="0"/>
                </a:lnTo>
                <a:close/>
                <a:moveTo>
                  <a:pt x="3370" y="206"/>
                </a:moveTo>
                <a:lnTo>
                  <a:pt x="3370" y="204"/>
                </a:lnTo>
                <a:cubicBezTo>
                  <a:pt x="3370" y="155"/>
                  <a:pt x="3343" y="124"/>
                  <a:pt x="3302" y="124"/>
                </a:cubicBezTo>
                <a:cubicBezTo>
                  <a:pt x="3260" y="124"/>
                  <a:pt x="3233" y="155"/>
                  <a:pt x="3233" y="203"/>
                </a:cubicBezTo>
                <a:lnTo>
                  <a:pt x="3233" y="206"/>
                </a:lnTo>
                <a:cubicBezTo>
                  <a:pt x="3233" y="254"/>
                  <a:pt x="3259" y="285"/>
                  <a:pt x="3302" y="285"/>
                </a:cubicBezTo>
                <a:cubicBezTo>
                  <a:pt x="3344" y="285"/>
                  <a:pt x="3370" y="254"/>
                  <a:pt x="3370" y="206"/>
                </a:cubicBezTo>
                <a:close/>
                <a:moveTo>
                  <a:pt x="3199" y="206"/>
                </a:moveTo>
                <a:lnTo>
                  <a:pt x="3199" y="203"/>
                </a:lnTo>
                <a:cubicBezTo>
                  <a:pt x="3199" y="140"/>
                  <a:pt x="3242" y="96"/>
                  <a:pt x="3302" y="96"/>
                </a:cubicBezTo>
                <a:cubicBezTo>
                  <a:pt x="3361" y="96"/>
                  <a:pt x="3404" y="140"/>
                  <a:pt x="3404" y="203"/>
                </a:cubicBezTo>
                <a:lnTo>
                  <a:pt x="3404" y="206"/>
                </a:lnTo>
                <a:cubicBezTo>
                  <a:pt x="3404" y="269"/>
                  <a:pt x="3361" y="313"/>
                  <a:pt x="3301" y="313"/>
                </a:cubicBezTo>
                <a:cubicBezTo>
                  <a:pt x="3242" y="313"/>
                  <a:pt x="3199" y="268"/>
                  <a:pt x="3199" y="206"/>
                </a:cubicBezTo>
                <a:close/>
                <a:moveTo>
                  <a:pt x="2975" y="100"/>
                </a:moveTo>
                <a:lnTo>
                  <a:pt x="3008" y="100"/>
                </a:lnTo>
                <a:lnTo>
                  <a:pt x="3008" y="133"/>
                </a:lnTo>
                <a:cubicBezTo>
                  <a:pt x="3018" y="114"/>
                  <a:pt x="3041" y="96"/>
                  <a:pt x="3076" y="96"/>
                </a:cubicBezTo>
                <a:cubicBezTo>
                  <a:pt x="3119" y="96"/>
                  <a:pt x="3149" y="120"/>
                  <a:pt x="3149" y="181"/>
                </a:cubicBezTo>
                <a:lnTo>
                  <a:pt x="3149" y="309"/>
                </a:lnTo>
                <a:lnTo>
                  <a:pt x="3116" y="309"/>
                </a:lnTo>
                <a:lnTo>
                  <a:pt x="3116" y="178"/>
                </a:lnTo>
                <a:cubicBezTo>
                  <a:pt x="3116" y="142"/>
                  <a:pt x="3100" y="125"/>
                  <a:pt x="3067" y="125"/>
                </a:cubicBezTo>
                <a:cubicBezTo>
                  <a:pt x="3036" y="125"/>
                  <a:pt x="3008" y="145"/>
                  <a:pt x="3008" y="182"/>
                </a:cubicBezTo>
                <a:lnTo>
                  <a:pt x="3008" y="309"/>
                </a:lnTo>
                <a:lnTo>
                  <a:pt x="2975" y="309"/>
                </a:lnTo>
                <a:lnTo>
                  <a:pt x="2975" y="100"/>
                </a:lnTo>
                <a:close/>
                <a:moveTo>
                  <a:pt x="2736" y="0"/>
                </a:moveTo>
                <a:lnTo>
                  <a:pt x="2769" y="0"/>
                </a:lnTo>
                <a:lnTo>
                  <a:pt x="2769" y="133"/>
                </a:lnTo>
                <a:cubicBezTo>
                  <a:pt x="2779" y="114"/>
                  <a:pt x="2802" y="96"/>
                  <a:pt x="2836" y="96"/>
                </a:cubicBezTo>
                <a:cubicBezTo>
                  <a:pt x="2880" y="96"/>
                  <a:pt x="2910" y="120"/>
                  <a:pt x="2910" y="181"/>
                </a:cubicBezTo>
                <a:lnTo>
                  <a:pt x="2910" y="309"/>
                </a:lnTo>
                <a:lnTo>
                  <a:pt x="2877" y="309"/>
                </a:lnTo>
                <a:lnTo>
                  <a:pt x="2877" y="178"/>
                </a:lnTo>
                <a:cubicBezTo>
                  <a:pt x="2877" y="142"/>
                  <a:pt x="2861" y="125"/>
                  <a:pt x="2828" y="125"/>
                </a:cubicBezTo>
                <a:cubicBezTo>
                  <a:pt x="2797" y="125"/>
                  <a:pt x="2769" y="145"/>
                  <a:pt x="2769" y="182"/>
                </a:cubicBezTo>
                <a:lnTo>
                  <a:pt x="2769" y="309"/>
                </a:lnTo>
                <a:lnTo>
                  <a:pt x="2736" y="309"/>
                </a:lnTo>
                <a:lnTo>
                  <a:pt x="2736" y="0"/>
                </a:lnTo>
                <a:close/>
                <a:moveTo>
                  <a:pt x="2492" y="207"/>
                </a:moveTo>
                <a:lnTo>
                  <a:pt x="2492" y="204"/>
                </a:lnTo>
                <a:cubicBezTo>
                  <a:pt x="2492" y="140"/>
                  <a:pt x="2538" y="96"/>
                  <a:pt x="2594" y="96"/>
                </a:cubicBezTo>
                <a:cubicBezTo>
                  <a:pt x="2638" y="96"/>
                  <a:pt x="2678" y="116"/>
                  <a:pt x="2685" y="170"/>
                </a:cubicBezTo>
                <a:lnTo>
                  <a:pt x="2652" y="170"/>
                </a:lnTo>
                <a:cubicBezTo>
                  <a:pt x="2647" y="136"/>
                  <a:pt x="2623" y="124"/>
                  <a:pt x="2594" y="124"/>
                </a:cubicBezTo>
                <a:cubicBezTo>
                  <a:pt x="2556" y="124"/>
                  <a:pt x="2527" y="154"/>
                  <a:pt x="2527" y="204"/>
                </a:cubicBezTo>
                <a:lnTo>
                  <a:pt x="2527" y="207"/>
                </a:lnTo>
                <a:cubicBezTo>
                  <a:pt x="2527" y="258"/>
                  <a:pt x="2555" y="285"/>
                  <a:pt x="2595" y="285"/>
                </a:cubicBezTo>
                <a:cubicBezTo>
                  <a:pt x="2625" y="285"/>
                  <a:pt x="2652" y="268"/>
                  <a:pt x="2655" y="234"/>
                </a:cubicBezTo>
                <a:lnTo>
                  <a:pt x="2686" y="234"/>
                </a:lnTo>
                <a:cubicBezTo>
                  <a:pt x="2682" y="279"/>
                  <a:pt x="2645" y="313"/>
                  <a:pt x="2595" y="313"/>
                </a:cubicBezTo>
                <a:cubicBezTo>
                  <a:pt x="2536" y="313"/>
                  <a:pt x="2492" y="272"/>
                  <a:pt x="2492" y="207"/>
                </a:cubicBezTo>
                <a:close/>
                <a:moveTo>
                  <a:pt x="2423" y="184"/>
                </a:moveTo>
                <a:cubicBezTo>
                  <a:pt x="2420" y="141"/>
                  <a:pt x="2398" y="124"/>
                  <a:pt x="2363" y="124"/>
                </a:cubicBezTo>
                <a:cubicBezTo>
                  <a:pt x="2329" y="124"/>
                  <a:pt x="2306" y="147"/>
                  <a:pt x="2301" y="184"/>
                </a:cubicBezTo>
                <a:lnTo>
                  <a:pt x="2423" y="184"/>
                </a:lnTo>
                <a:close/>
                <a:moveTo>
                  <a:pt x="2265" y="207"/>
                </a:moveTo>
                <a:lnTo>
                  <a:pt x="2265" y="204"/>
                </a:lnTo>
                <a:cubicBezTo>
                  <a:pt x="2265" y="140"/>
                  <a:pt x="2306" y="96"/>
                  <a:pt x="2363" y="96"/>
                </a:cubicBezTo>
                <a:cubicBezTo>
                  <a:pt x="2412" y="96"/>
                  <a:pt x="2457" y="126"/>
                  <a:pt x="2457" y="200"/>
                </a:cubicBezTo>
                <a:lnTo>
                  <a:pt x="2457" y="211"/>
                </a:lnTo>
                <a:lnTo>
                  <a:pt x="2300" y="211"/>
                </a:lnTo>
                <a:cubicBezTo>
                  <a:pt x="2301" y="259"/>
                  <a:pt x="2324" y="285"/>
                  <a:pt x="2367" y="285"/>
                </a:cubicBezTo>
                <a:cubicBezTo>
                  <a:pt x="2399" y="285"/>
                  <a:pt x="2418" y="273"/>
                  <a:pt x="2422" y="249"/>
                </a:cubicBezTo>
                <a:lnTo>
                  <a:pt x="2456" y="249"/>
                </a:lnTo>
                <a:cubicBezTo>
                  <a:pt x="2448" y="291"/>
                  <a:pt x="2414" y="313"/>
                  <a:pt x="2366" y="313"/>
                </a:cubicBezTo>
                <a:cubicBezTo>
                  <a:pt x="2307" y="313"/>
                  <a:pt x="2265" y="271"/>
                  <a:pt x="2265" y="207"/>
                </a:cubicBezTo>
                <a:moveTo>
                  <a:pt x="2148" y="52"/>
                </a:moveTo>
                <a:lnTo>
                  <a:pt x="2064" y="52"/>
                </a:lnTo>
                <a:lnTo>
                  <a:pt x="2064" y="23"/>
                </a:lnTo>
                <a:lnTo>
                  <a:pt x="2266" y="23"/>
                </a:lnTo>
                <a:lnTo>
                  <a:pt x="2266" y="52"/>
                </a:lnTo>
                <a:lnTo>
                  <a:pt x="2182" y="52"/>
                </a:lnTo>
                <a:lnTo>
                  <a:pt x="2182" y="309"/>
                </a:lnTo>
                <a:lnTo>
                  <a:pt x="2148" y="309"/>
                </a:lnTo>
                <a:lnTo>
                  <a:pt x="2148" y="52"/>
                </a:lnTo>
                <a:close/>
                <a:moveTo>
                  <a:pt x="1938" y="182"/>
                </a:moveTo>
                <a:cubicBezTo>
                  <a:pt x="1936" y="150"/>
                  <a:pt x="1920" y="135"/>
                  <a:pt x="1892" y="135"/>
                </a:cubicBezTo>
                <a:cubicBezTo>
                  <a:pt x="1866" y="135"/>
                  <a:pt x="1849" y="152"/>
                  <a:pt x="1844" y="182"/>
                </a:cubicBezTo>
                <a:lnTo>
                  <a:pt x="1938" y="182"/>
                </a:lnTo>
                <a:close/>
                <a:moveTo>
                  <a:pt x="1785" y="207"/>
                </a:moveTo>
                <a:lnTo>
                  <a:pt x="1785" y="204"/>
                </a:lnTo>
                <a:cubicBezTo>
                  <a:pt x="1785" y="138"/>
                  <a:pt x="1832" y="95"/>
                  <a:pt x="1892" y="95"/>
                </a:cubicBezTo>
                <a:cubicBezTo>
                  <a:pt x="1946" y="95"/>
                  <a:pt x="1994" y="127"/>
                  <a:pt x="1994" y="202"/>
                </a:cubicBezTo>
                <a:lnTo>
                  <a:pt x="1994" y="218"/>
                </a:lnTo>
                <a:lnTo>
                  <a:pt x="1844" y="218"/>
                </a:lnTo>
                <a:cubicBezTo>
                  <a:pt x="1845" y="252"/>
                  <a:pt x="1864" y="272"/>
                  <a:pt x="1896" y="272"/>
                </a:cubicBezTo>
                <a:cubicBezTo>
                  <a:pt x="1922" y="272"/>
                  <a:pt x="1936" y="261"/>
                  <a:pt x="1939" y="243"/>
                </a:cubicBezTo>
                <a:lnTo>
                  <a:pt x="1994" y="243"/>
                </a:lnTo>
                <a:cubicBezTo>
                  <a:pt x="1987" y="288"/>
                  <a:pt x="1951" y="314"/>
                  <a:pt x="1894" y="314"/>
                </a:cubicBezTo>
                <a:cubicBezTo>
                  <a:pt x="1831" y="314"/>
                  <a:pt x="1785" y="274"/>
                  <a:pt x="1785" y="207"/>
                </a:cubicBezTo>
                <a:moveTo>
                  <a:pt x="1638" y="100"/>
                </a:moveTo>
                <a:lnTo>
                  <a:pt x="1696" y="100"/>
                </a:lnTo>
                <a:lnTo>
                  <a:pt x="1696" y="140"/>
                </a:lnTo>
                <a:cubicBezTo>
                  <a:pt x="1709" y="112"/>
                  <a:pt x="1730" y="97"/>
                  <a:pt x="1764" y="97"/>
                </a:cubicBezTo>
                <a:lnTo>
                  <a:pt x="1764" y="151"/>
                </a:lnTo>
                <a:cubicBezTo>
                  <a:pt x="1721" y="150"/>
                  <a:pt x="1696" y="164"/>
                  <a:pt x="1696" y="204"/>
                </a:cubicBezTo>
                <a:lnTo>
                  <a:pt x="1696" y="309"/>
                </a:lnTo>
                <a:lnTo>
                  <a:pt x="1638" y="309"/>
                </a:lnTo>
                <a:lnTo>
                  <a:pt x="1638" y="100"/>
                </a:lnTo>
                <a:close/>
                <a:moveTo>
                  <a:pt x="1392" y="235"/>
                </a:moveTo>
                <a:lnTo>
                  <a:pt x="1392" y="100"/>
                </a:lnTo>
                <a:lnTo>
                  <a:pt x="1449" y="100"/>
                </a:lnTo>
                <a:lnTo>
                  <a:pt x="1449" y="227"/>
                </a:lnTo>
                <a:cubicBezTo>
                  <a:pt x="1449" y="255"/>
                  <a:pt x="1461" y="269"/>
                  <a:pt x="1486" y="269"/>
                </a:cubicBezTo>
                <a:cubicBezTo>
                  <a:pt x="1510" y="269"/>
                  <a:pt x="1529" y="254"/>
                  <a:pt x="1529" y="223"/>
                </a:cubicBezTo>
                <a:lnTo>
                  <a:pt x="1529" y="100"/>
                </a:lnTo>
                <a:lnTo>
                  <a:pt x="1587" y="100"/>
                </a:lnTo>
                <a:lnTo>
                  <a:pt x="1587" y="309"/>
                </a:lnTo>
                <a:lnTo>
                  <a:pt x="1529" y="309"/>
                </a:lnTo>
                <a:lnTo>
                  <a:pt x="1529" y="276"/>
                </a:lnTo>
                <a:cubicBezTo>
                  <a:pt x="1518" y="298"/>
                  <a:pt x="1497" y="314"/>
                  <a:pt x="1463" y="314"/>
                </a:cubicBezTo>
                <a:cubicBezTo>
                  <a:pt x="1422" y="314"/>
                  <a:pt x="1392" y="290"/>
                  <a:pt x="1392" y="235"/>
                </a:cubicBezTo>
                <a:moveTo>
                  <a:pt x="1251" y="247"/>
                </a:moveTo>
                <a:lnTo>
                  <a:pt x="1251" y="141"/>
                </a:lnTo>
                <a:lnTo>
                  <a:pt x="1224" y="141"/>
                </a:lnTo>
                <a:lnTo>
                  <a:pt x="1224" y="100"/>
                </a:lnTo>
                <a:lnTo>
                  <a:pt x="1251" y="100"/>
                </a:lnTo>
                <a:lnTo>
                  <a:pt x="1251" y="55"/>
                </a:lnTo>
                <a:lnTo>
                  <a:pt x="1309" y="55"/>
                </a:lnTo>
                <a:lnTo>
                  <a:pt x="1309" y="100"/>
                </a:lnTo>
                <a:lnTo>
                  <a:pt x="1353" y="100"/>
                </a:lnTo>
                <a:lnTo>
                  <a:pt x="1353" y="141"/>
                </a:lnTo>
                <a:lnTo>
                  <a:pt x="1309" y="141"/>
                </a:lnTo>
                <a:lnTo>
                  <a:pt x="1309" y="242"/>
                </a:lnTo>
                <a:cubicBezTo>
                  <a:pt x="1309" y="259"/>
                  <a:pt x="1317" y="267"/>
                  <a:pt x="1332" y="267"/>
                </a:cubicBezTo>
                <a:cubicBezTo>
                  <a:pt x="1341" y="267"/>
                  <a:pt x="1347" y="266"/>
                  <a:pt x="1354" y="263"/>
                </a:cubicBezTo>
                <a:lnTo>
                  <a:pt x="1354" y="308"/>
                </a:lnTo>
                <a:cubicBezTo>
                  <a:pt x="1346" y="310"/>
                  <a:pt x="1334" y="313"/>
                  <a:pt x="1319" y="313"/>
                </a:cubicBezTo>
                <a:cubicBezTo>
                  <a:pt x="1275" y="313"/>
                  <a:pt x="1251" y="291"/>
                  <a:pt x="1251" y="247"/>
                </a:cubicBezTo>
                <a:close/>
                <a:moveTo>
                  <a:pt x="996" y="100"/>
                </a:moveTo>
                <a:lnTo>
                  <a:pt x="1054" y="100"/>
                </a:lnTo>
                <a:lnTo>
                  <a:pt x="1054" y="133"/>
                </a:lnTo>
                <a:cubicBezTo>
                  <a:pt x="1065" y="112"/>
                  <a:pt x="1088" y="95"/>
                  <a:pt x="1122" y="95"/>
                </a:cubicBezTo>
                <a:cubicBezTo>
                  <a:pt x="1164" y="95"/>
                  <a:pt x="1193" y="120"/>
                  <a:pt x="1193" y="176"/>
                </a:cubicBezTo>
                <a:lnTo>
                  <a:pt x="1193" y="309"/>
                </a:lnTo>
                <a:lnTo>
                  <a:pt x="1135" y="309"/>
                </a:lnTo>
                <a:lnTo>
                  <a:pt x="1135" y="184"/>
                </a:lnTo>
                <a:cubicBezTo>
                  <a:pt x="1135" y="156"/>
                  <a:pt x="1124" y="142"/>
                  <a:pt x="1098" y="142"/>
                </a:cubicBezTo>
                <a:cubicBezTo>
                  <a:pt x="1073" y="142"/>
                  <a:pt x="1054" y="158"/>
                  <a:pt x="1054" y="188"/>
                </a:cubicBezTo>
                <a:lnTo>
                  <a:pt x="1054" y="309"/>
                </a:lnTo>
                <a:lnTo>
                  <a:pt x="996" y="309"/>
                </a:lnTo>
                <a:lnTo>
                  <a:pt x="996" y="100"/>
                </a:lnTo>
                <a:close/>
                <a:moveTo>
                  <a:pt x="902" y="182"/>
                </a:moveTo>
                <a:cubicBezTo>
                  <a:pt x="900" y="150"/>
                  <a:pt x="884" y="135"/>
                  <a:pt x="856" y="135"/>
                </a:cubicBezTo>
                <a:cubicBezTo>
                  <a:pt x="830" y="135"/>
                  <a:pt x="813" y="152"/>
                  <a:pt x="808" y="182"/>
                </a:cubicBezTo>
                <a:lnTo>
                  <a:pt x="902" y="182"/>
                </a:lnTo>
                <a:close/>
                <a:moveTo>
                  <a:pt x="749" y="207"/>
                </a:moveTo>
                <a:lnTo>
                  <a:pt x="749" y="204"/>
                </a:lnTo>
                <a:cubicBezTo>
                  <a:pt x="749" y="138"/>
                  <a:pt x="796" y="95"/>
                  <a:pt x="856" y="95"/>
                </a:cubicBezTo>
                <a:cubicBezTo>
                  <a:pt x="910" y="95"/>
                  <a:pt x="958" y="127"/>
                  <a:pt x="958" y="202"/>
                </a:cubicBezTo>
                <a:lnTo>
                  <a:pt x="958" y="218"/>
                </a:lnTo>
                <a:lnTo>
                  <a:pt x="808" y="218"/>
                </a:lnTo>
                <a:cubicBezTo>
                  <a:pt x="809" y="252"/>
                  <a:pt x="828" y="272"/>
                  <a:pt x="860" y="272"/>
                </a:cubicBezTo>
                <a:cubicBezTo>
                  <a:pt x="886" y="272"/>
                  <a:pt x="900" y="261"/>
                  <a:pt x="903" y="243"/>
                </a:cubicBezTo>
                <a:lnTo>
                  <a:pt x="958" y="243"/>
                </a:lnTo>
                <a:cubicBezTo>
                  <a:pt x="951" y="288"/>
                  <a:pt x="915" y="314"/>
                  <a:pt x="858" y="314"/>
                </a:cubicBezTo>
                <a:cubicBezTo>
                  <a:pt x="795" y="314"/>
                  <a:pt x="749" y="274"/>
                  <a:pt x="749" y="207"/>
                </a:cubicBezTo>
                <a:moveTo>
                  <a:pt x="518" y="207"/>
                </a:moveTo>
                <a:lnTo>
                  <a:pt x="518" y="204"/>
                </a:lnTo>
                <a:cubicBezTo>
                  <a:pt x="518" y="136"/>
                  <a:pt x="566" y="95"/>
                  <a:pt x="626" y="95"/>
                </a:cubicBezTo>
                <a:cubicBezTo>
                  <a:pt x="674" y="95"/>
                  <a:pt x="719" y="116"/>
                  <a:pt x="724" y="176"/>
                </a:cubicBezTo>
                <a:lnTo>
                  <a:pt x="669" y="176"/>
                </a:lnTo>
                <a:cubicBezTo>
                  <a:pt x="665" y="152"/>
                  <a:pt x="650" y="141"/>
                  <a:pt x="627" y="141"/>
                </a:cubicBezTo>
                <a:cubicBezTo>
                  <a:pt x="597" y="141"/>
                  <a:pt x="577" y="163"/>
                  <a:pt x="577" y="203"/>
                </a:cubicBezTo>
                <a:lnTo>
                  <a:pt x="577" y="206"/>
                </a:lnTo>
                <a:cubicBezTo>
                  <a:pt x="577" y="248"/>
                  <a:pt x="596" y="270"/>
                  <a:pt x="628" y="270"/>
                </a:cubicBezTo>
                <a:cubicBezTo>
                  <a:pt x="651" y="270"/>
                  <a:pt x="670" y="256"/>
                  <a:pt x="673" y="230"/>
                </a:cubicBezTo>
                <a:lnTo>
                  <a:pt x="725" y="230"/>
                </a:lnTo>
                <a:cubicBezTo>
                  <a:pt x="722" y="279"/>
                  <a:pt x="686" y="314"/>
                  <a:pt x="625" y="314"/>
                </a:cubicBezTo>
                <a:cubicBezTo>
                  <a:pt x="564" y="314"/>
                  <a:pt x="518" y="276"/>
                  <a:pt x="518" y="207"/>
                </a:cubicBezTo>
                <a:moveTo>
                  <a:pt x="286" y="207"/>
                </a:moveTo>
                <a:lnTo>
                  <a:pt x="286" y="204"/>
                </a:lnTo>
                <a:cubicBezTo>
                  <a:pt x="286" y="136"/>
                  <a:pt x="335" y="95"/>
                  <a:pt x="394" y="95"/>
                </a:cubicBezTo>
                <a:cubicBezTo>
                  <a:pt x="443" y="95"/>
                  <a:pt x="488" y="116"/>
                  <a:pt x="493" y="176"/>
                </a:cubicBezTo>
                <a:lnTo>
                  <a:pt x="438" y="176"/>
                </a:lnTo>
                <a:cubicBezTo>
                  <a:pt x="434" y="152"/>
                  <a:pt x="419" y="141"/>
                  <a:pt x="396" y="141"/>
                </a:cubicBezTo>
                <a:cubicBezTo>
                  <a:pt x="366" y="141"/>
                  <a:pt x="346" y="163"/>
                  <a:pt x="346" y="203"/>
                </a:cubicBezTo>
                <a:lnTo>
                  <a:pt x="346" y="206"/>
                </a:lnTo>
                <a:cubicBezTo>
                  <a:pt x="346" y="248"/>
                  <a:pt x="364" y="270"/>
                  <a:pt x="397" y="270"/>
                </a:cubicBezTo>
                <a:cubicBezTo>
                  <a:pt x="420" y="270"/>
                  <a:pt x="439" y="256"/>
                  <a:pt x="442" y="230"/>
                </a:cubicBezTo>
                <a:lnTo>
                  <a:pt x="494" y="230"/>
                </a:lnTo>
                <a:cubicBezTo>
                  <a:pt x="491" y="279"/>
                  <a:pt x="455" y="314"/>
                  <a:pt x="394" y="314"/>
                </a:cubicBezTo>
                <a:cubicBezTo>
                  <a:pt x="333" y="314"/>
                  <a:pt x="286" y="276"/>
                  <a:pt x="286" y="207"/>
                </a:cubicBezTo>
                <a:close/>
                <a:moveTo>
                  <a:pt x="94" y="200"/>
                </a:moveTo>
                <a:lnTo>
                  <a:pt x="170" y="200"/>
                </a:lnTo>
                <a:lnTo>
                  <a:pt x="132" y="76"/>
                </a:lnTo>
                <a:lnTo>
                  <a:pt x="94" y="200"/>
                </a:lnTo>
                <a:close/>
                <a:moveTo>
                  <a:pt x="94" y="23"/>
                </a:moveTo>
                <a:lnTo>
                  <a:pt x="178" y="23"/>
                </a:lnTo>
                <a:lnTo>
                  <a:pt x="271" y="309"/>
                </a:lnTo>
                <a:lnTo>
                  <a:pt x="204" y="309"/>
                </a:lnTo>
                <a:lnTo>
                  <a:pt x="184" y="246"/>
                </a:lnTo>
                <a:lnTo>
                  <a:pt x="80" y="246"/>
                </a:lnTo>
                <a:lnTo>
                  <a:pt x="61" y="309"/>
                </a:lnTo>
                <a:lnTo>
                  <a:pt x="0" y="309"/>
                </a:lnTo>
                <a:lnTo>
                  <a:pt x="94" y="2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0799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rgbClr val="E6DCFF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DFBD97-7A23-4453-9DFC-F825350AF9B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1A7501AC-E717-4CB3-89D9-DEE7B06E1876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9926898" y="381000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E84F1646-52FE-4716-AED1-FE252A8E05E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5FBA828-A6EE-4CDC-A2F1-52C5DC0E3C3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9" name="Acc_Tech_Logo_WH" descr="Accenture Technology wordmark in white">
            <a:extLst>
              <a:ext uri="{FF2B5EF4-FFF2-40B4-BE49-F238E27FC236}">
                <a16:creationId xmlns:a16="http://schemas.microsoft.com/office/drawing/2014/main" id="{D858ADC7-4C7C-4404-9E70-D87FF1DC656D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8802186" y="6096691"/>
            <a:ext cx="3008376" cy="276189"/>
          </a:xfrm>
          <a:custGeom>
            <a:avLst/>
            <a:gdLst>
              <a:gd name="T0" fmla="*/ 4127 w 4219"/>
              <a:gd name="T1" fmla="*/ 250 h 386"/>
              <a:gd name="T2" fmla="*/ 4070 w 4219"/>
              <a:gd name="T3" fmla="*/ 382 h 386"/>
              <a:gd name="T4" fmla="*/ 3885 w 4219"/>
              <a:gd name="T5" fmla="*/ 124 h 386"/>
              <a:gd name="T6" fmla="*/ 3952 w 4219"/>
              <a:gd name="T7" fmla="*/ 201 h 386"/>
              <a:gd name="T8" fmla="*/ 3950 w 4219"/>
              <a:gd name="T9" fmla="*/ 293 h 386"/>
              <a:gd name="T10" fmla="*/ 3784 w 4219"/>
              <a:gd name="T11" fmla="*/ 200 h 386"/>
              <a:gd name="T12" fmla="*/ 3984 w 4219"/>
              <a:gd name="T13" fmla="*/ 100 h 386"/>
              <a:gd name="T14" fmla="*/ 3714 w 4219"/>
              <a:gd name="T15" fmla="*/ 206 h 386"/>
              <a:gd name="T16" fmla="*/ 3577 w 4219"/>
              <a:gd name="T17" fmla="*/ 206 h 386"/>
              <a:gd name="T18" fmla="*/ 3543 w 4219"/>
              <a:gd name="T19" fmla="*/ 203 h 386"/>
              <a:gd name="T20" fmla="*/ 3645 w 4219"/>
              <a:gd name="T21" fmla="*/ 313 h 386"/>
              <a:gd name="T22" fmla="*/ 3490 w 4219"/>
              <a:gd name="T23" fmla="*/ 309 h 386"/>
              <a:gd name="T24" fmla="*/ 3370 w 4219"/>
              <a:gd name="T25" fmla="*/ 204 h 386"/>
              <a:gd name="T26" fmla="*/ 3302 w 4219"/>
              <a:gd name="T27" fmla="*/ 285 h 386"/>
              <a:gd name="T28" fmla="*/ 3302 w 4219"/>
              <a:gd name="T29" fmla="*/ 96 h 386"/>
              <a:gd name="T30" fmla="*/ 3199 w 4219"/>
              <a:gd name="T31" fmla="*/ 206 h 386"/>
              <a:gd name="T32" fmla="*/ 3076 w 4219"/>
              <a:gd name="T33" fmla="*/ 96 h 386"/>
              <a:gd name="T34" fmla="*/ 3116 w 4219"/>
              <a:gd name="T35" fmla="*/ 178 h 386"/>
              <a:gd name="T36" fmla="*/ 2975 w 4219"/>
              <a:gd name="T37" fmla="*/ 309 h 386"/>
              <a:gd name="T38" fmla="*/ 2769 w 4219"/>
              <a:gd name="T39" fmla="*/ 133 h 386"/>
              <a:gd name="T40" fmla="*/ 2877 w 4219"/>
              <a:gd name="T41" fmla="*/ 309 h 386"/>
              <a:gd name="T42" fmla="*/ 2769 w 4219"/>
              <a:gd name="T43" fmla="*/ 309 h 386"/>
              <a:gd name="T44" fmla="*/ 2492 w 4219"/>
              <a:gd name="T45" fmla="*/ 204 h 386"/>
              <a:gd name="T46" fmla="*/ 2594 w 4219"/>
              <a:gd name="T47" fmla="*/ 124 h 386"/>
              <a:gd name="T48" fmla="*/ 2655 w 4219"/>
              <a:gd name="T49" fmla="*/ 234 h 386"/>
              <a:gd name="T50" fmla="*/ 2423 w 4219"/>
              <a:gd name="T51" fmla="*/ 184 h 386"/>
              <a:gd name="T52" fmla="*/ 2265 w 4219"/>
              <a:gd name="T53" fmla="*/ 207 h 386"/>
              <a:gd name="T54" fmla="*/ 2457 w 4219"/>
              <a:gd name="T55" fmla="*/ 211 h 386"/>
              <a:gd name="T56" fmla="*/ 2456 w 4219"/>
              <a:gd name="T57" fmla="*/ 249 h 386"/>
              <a:gd name="T58" fmla="*/ 2064 w 4219"/>
              <a:gd name="T59" fmla="*/ 52 h 386"/>
              <a:gd name="T60" fmla="*/ 2182 w 4219"/>
              <a:gd name="T61" fmla="*/ 52 h 386"/>
              <a:gd name="T62" fmla="*/ 1938 w 4219"/>
              <a:gd name="T63" fmla="*/ 182 h 386"/>
              <a:gd name="T64" fmla="*/ 1785 w 4219"/>
              <a:gd name="T65" fmla="*/ 207 h 386"/>
              <a:gd name="T66" fmla="*/ 1994 w 4219"/>
              <a:gd name="T67" fmla="*/ 218 h 386"/>
              <a:gd name="T68" fmla="*/ 1994 w 4219"/>
              <a:gd name="T69" fmla="*/ 243 h 386"/>
              <a:gd name="T70" fmla="*/ 1696 w 4219"/>
              <a:gd name="T71" fmla="*/ 100 h 386"/>
              <a:gd name="T72" fmla="*/ 1696 w 4219"/>
              <a:gd name="T73" fmla="*/ 204 h 386"/>
              <a:gd name="T74" fmla="*/ 1392 w 4219"/>
              <a:gd name="T75" fmla="*/ 235 h 386"/>
              <a:gd name="T76" fmla="*/ 1486 w 4219"/>
              <a:gd name="T77" fmla="*/ 269 h 386"/>
              <a:gd name="T78" fmla="*/ 1587 w 4219"/>
              <a:gd name="T79" fmla="*/ 309 h 386"/>
              <a:gd name="T80" fmla="*/ 1392 w 4219"/>
              <a:gd name="T81" fmla="*/ 235 h 386"/>
              <a:gd name="T82" fmla="*/ 1224 w 4219"/>
              <a:gd name="T83" fmla="*/ 100 h 386"/>
              <a:gd name="T84" fmla="*/ 1309 w 4219"/>
              <a:gd name="T85" fmla="*/ 100 h 386"/>
              <a:gd name="T86" fmla="*/ 1309 w 4219"/>
              <a:gd name="T87" fmla="*/ 242 h 386"/>
              <a:gd name="T88" fmla="*/ 1319 w 4219"/>
              <a:gd name="T89" fmla="*/ 313 h 386"/>
              <a:gd name="T90" fmla="*/ 1054 w 4219"/>
              <a:gd name="T91" fmla="*/ 133 h 386"/>
              <a:gd name="T92" fmla="*/ 1135 w 4219"/>
              <a:gd name="T93" fmla="*/ 309 h 386"/>
              <a:gd name="T94" fmla="*/ 1054 w 4219"/>
              <a:gd name="T95" fmla="*/ 309 h 386"/>
              <a:gd name="T96" fmla="*/ 856 w 4219"/>
              <a:gd name="T97" fmla="*/ 135 h 386"/>
              <a:gd name="T98" fmla="*/ 749 w 4219"/>
              <a:gd name="T99" fmla="*/ 204 h 386"/>
              <a:gd name="T100" fmla="*/ 808 w 4219"/>
              <a:gd name="T101" fmla="*/ 218 h 386"/>
              <a:gd name="T102" fmla="*/ 858 w 4219"/>
              <a:gd name="T103" fmla="*/ 314 h 386"/>
              <a:gd name="T104" fmla="*/ 626 w 4219"/>
              <a:gd name="T105" fmla="*/ 95 h 386"/>
              <a:gd name="T106" fmla="*/ 577 w 4219"/>
              <a:gd name="T107" fmla="*/ 203 h 386"/>
              <a:gd name="T108" fmla="*/ 725 w 4219"/>
              <a:gd name="T109" fmla="*/ 230 h 386"/>
              <a:gd name="T110" fmla="*/ 286 w 4219"/>
              <a:gd name="T111" fmla="*/ 204 h 386"/>
              <a:gd name="T112" fmla="*/ 396 w 4219"/>
              <a:gd name="T113" fmla="*/ 141 h 386"/>
              <a:gd name="T114" fmla="*/ 442 w 4219"/>
              <a:gd name="T115" fmla="*/ 230 h 386"/>
              <a:gd name="T116" fmla="*/ 94 w 4219"/>
              <a:gd name="T117" fmla="*/ 200 h 386"/>
              <a:gd name="T118" fmla="*/ 94 w 4219"/>
              <a:gd name="T119" fmla="*/ 23 h 386"/>
              <a:gd name="T120" fmla="*/ 184 w 4219"/>
              <a:gd name="T121" fmla="*/ 246 h 386"/>
              <a:gd name="T122" fmla="*/ 94 w 4219"/>
              <a:gd name="T123" fmla="*/ 23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19" h="386">
                <a:moveTo>
                  <a:pt x="4109" y="288"/>
                </a:moveTo>
                <a:lnTo>
                  <a:pt x="4027" y="100"/>
                </a:lnTo>
                <a:lnTo>
                  <a:pt x="4063" y="100"/>
                </a:lnTo>
                <a:lnTo>
                  <a:pt x="4127" y="250"/>
                </a:lnTo>
                <a:lnTo>
                  <a:pt x="4185" y="100"/>
                </a:lnTo>
                <a:lnTo>
                  <a:pt x="4219" y="100"/>
                </a:lnTo>
                <a:lnTo>
                  <a:pt x="4103" y="382"/>
                </a:lnTo>
                <a:lnTo>
                  <a:pt x="4070" y="382"/>
                </a:lnTo>
                <a:lnTo>
                  <a:pt x="4109" y="288"/>
                </a:lnTo>
                <a:close/>
                <a:moveTo>
                  <a:pt x="3952" y="201"/>
                </a:moveTo>
                <a:lnTo>
                  <a:pt x="3952" y="198"/>
                </a:lnTo>
                <a:cubicBezTo>
                  <a:pt x="3952" y="151"/>
                  <a:pt x="3926" y="124"/>
                  <a:pt x="3885" y="124"/>
                </a:cubicBezTo>
                <a:cubicBezTo>
                  <a:pt x="3844" y="124"/>
                  <a:pt x="3819" y="155"/>
                  <a:pt x="3819" y="199"/>
                </a:cubicBezTo>
                <a:lnTo>
                  <a:pt x="3819" y="202"/>
                </a:lnTo>
                <a:cubicBezTo>
                  <a:pt x="3819" y="248"/>
                  <a:pt x="3848" y="275"/>
                  <a:pt x="3883" y="275"/>
                </a:cubicBezTo>
                <a:cubicBezTo>
                  <a:pt x="3922" y="275"/>
                  <a:pt x="3952" y="248"/>
                  <a:pt x="3952" y="201"/>
                </a:cubicBezTo>
                <a:close/>
                <a:moveTo>
                  <a:pt x="3789" y="321"/>
                </a:moveTo>
                <a:lnTo>
                  <a:pt x="3823" y="321"/>
                </a:lnTo>
                <a:cubicBezTo>
                  <a:pt x="3828" y="345"/>
                  <a:pt x="3848" y="358"/>
                  <a:pt x="3883" y="358"/>
                </a:cubicBezTo>
                <a:cubicBezTo>
                  <a:pt x="3924" y="358"/>
                  <a:pt x="3950" y="338"/>
                  <a:pt x="3950" y="293"/>
                </a:cubicBezTo>
                <a:lnTo>
                  <a:pt x="3950" y="263"/>
                </a:lnTo>
                <a:cubicBezTo>
                  <a:pt x="3938" y="283"/>
                  <a:pt x="3910" y="302"/>
                  <a:pt x="3880" y="302"/>
                </a:cubicBezTo>
                <a:cubicBezTo>
                  <a:pt x="3825" y="302"/>
                  <a:pt x="3784" y="261"/>
                  <a:pt x="3784" y="203"/>
                </a:cubicBezTo>
                <a:lnTo>
                  <a:pt x="3784" y="200"/>
                </a:lnTo>
                <a:cubicBezTo>
                  <a:pt x="3784" y="144"/>
                  <a:pt x="3824" y="96"/>
                  <a:pt x="3882" y="96"/>
                </a:cubicBezTo>
                <a:cubicBezTo>
                  <a:pt x="3917" y="96"/>
                  <a:pt x="3938" y="113"/>
                  <a:pt x="3950" y="134"/>
                </a:cubicBezTo>
                <a:lnTo>
                  <a:pt x="3950" y="100"/>
                </a:lnTo>
                <a:lnTo>
                  <a:pt x="3984" y="100"/>
                </a:lnTo>
                <a:lnTo>
                  <a:pt x="3984" y="295"/>
                </a:lnTo>
                <a:cubicBezTo>
                  <a:pt x="3983" y="356"/>
                  <a:pt x="3942" y="386"/>
                  <a:pt x="3884" y="386"/>
                </a:cubicBezTo>
                <a:cubicBezTo>
                  <a:pt x="3822" y="386"/>
                  <a:pt x="3794" y="356"/>
                  <a:pt x="3789" y="321"/>
                </a:cubicBezTo>
                <a:close/>
                <a:moveTo>
                  <a:pt x="3714" y="206"/>
                </a:moveTo>
                <a:lnTo>
                  <a:pt x="3714" y="204"/>
                </a:lnTo>
                <a:cubicBezTo>
                  <a:pt x="3714" y="155"/>
                  <a:pt x="3687" y="124"/>
                  <a:pt x="3646" y="124"/>
                </a:cubicBezTo>
                <a:cubicBezTo>
                  <a:pt x="3604" y="124"/>
                  <a:pt x="3577" y="155"/>
                  <a:pt x="3577" y="203"/>
                </a:cubicBezTo>
                <a:lnTo>
                  <a:pt x="3577" y="206"/>
                </a:lnTo>
                <a:cubicBezTo>
                  <a:pt x="3577" y="254"/>
                  <a:pt x="3603" y="285"/>
                  <a:pt x="3646" y="285"/>
                </a:cubicBezTo>
                <a:cubicBezTo>
                  <a:pt x="3688" y="285"/>
                  <a:pt x="3714" y="254"/>
                  <a:pt x="3714" y="206"/>
                </a:cubicBezTo>
                <a:close/>
                <a:moveTo>
                  <a:pt x="3543" y="206"/>
                </a:moveTo>
                <a:lnTo>
                  <a:pt x="3543" y="203"/>
                </a:lnTo>
                <a:cubicBezTo>
                  <a:pt x="3543" y="140"/>
                  <a:pt x="3586" y="96"/>
                  <a:pt x="3646" y="96"/>
                </a:cubicBezTo>
                <a:cubicBezTo>
                  <a:pt x="3705" y="96"/>
                  <a:pt x="3748" y="140"/>
                  <a:pt x="3748" y="203"/>
                </a:cubicBezTo>
                <a:lnTo>
                  <a:pt x="3748" y="206"/>
                </a:lnTo>
                <a:cubicBezTo>
                  <a:pt x="3748" y="269"/>
                  <a:pt x="3705" y="313"/>
                  <a:pt x="3645" y="313"/>
                </a:cubicBezTo>
                <a:cubicBezTo>
                  <a:pt x="3586" y="313"/>
                  <a:pt x="3543" y="268"/>
                  <a:pt x="3543" y="206"/>
                </a:cubicBezTo>
                <a:close/>
                <a:moveTo>
                  <a:pt x="3457" y="0"/>
                </a:moveTo>
                <a:lnTo>
                  <a:pt x="3490" y="0"/>
                </a:lnTo>
                <a:lnTo>
                  <a:pt x="3490" y="309"/>
                </a:lnTo>
                <a:lnTo>
                  <a:pt x="3457" y="309"/>
                </a:lnTo>
                <a:lnTo>
                  <a:pt x="3457" y="0"/>
                </a:lnTo>
                <a:close/>
                <a:moveTo>
                  <a:pt x="3370" y="206"/>
                </a:moveTo>
                <a:lnTo>
                  <a:pt x="3370" y="204"/>
                </a:lnTo>
                <a:cubicBezTo>
                  <a:pt x="3370" y="155"/>
                  <a:pt x="3343" y="124"/>
                  <a:pt x="3302" y="124"/>
                </a:cubicBezTo>
                <a:cubicBezTo>
                  <a:pt x="3260" y="124"/>
                  <a:pt x="3233" y="155"/>
                  <a:pt x="3233" y="203"/>
                </a:cubicBezTo>
                <a:lnTo>
                  <a:pt x="3233" y="206"/>
                </a:lnTo>
                <a:cubicBezTo>
                  <a:pt x="3233" y="254"/>
                  <a:pt x="3259" y="285"/>
                  <a:pt x="3302" y="285"/>
                </a:cubicBezTo>
                <a:cubicBezTo>
                  <a:pt x="3344" y="285"/>
                  <a:pt x="3370" y="254"/>
                  <a:pt x="3370" y="206"/>
                </a:cubicBezTo>
                <a:close/>
                <a:moveTo>
                  <a:pt x="3199" y="206"/>
                </a:moveTo>
                <a:lnTo>
                  <a:pt x="3199" y="203"/>
                </a:lnTo>
                <a:cubicBezTo>
                  <a:pt x="3199" y="140"/>
                  <a:pt x="3242" y="96"/>
                  <a:pt x="3302" y="96"/>
                </a:cubicBezTo>
                <a:cubicBezTo>
                  <a:pt x="3361" y="96"/>
                  <a:pt x="3404" y="140"/>
                  <a:pt x="3404" y="203"/>
                </a:cubicBezTo>
                <a:lnTo>
                  <a:pt x="3404" y="206"/>
                </a:lnTo>
                <a:cubicBezTo>
                  <a:pt x="3404" y="269"/>
                  <a:pt x="3361" y="313"/>
                  <a:pt x="3301" y="313"/>
                </a:cubicBezTo>
                <a:cubicBezTo>
                  <a:pt x="3242" y="313"/>
                  <a:pt x="3199" y="268"/>
                  <a:pt x="3199" y="206"/>
                </a:cubicBezTo>
                <a:close/>
                <a:moveTo>
                  <a:pt x="2975" y="100"/>
                </a:moveTo>
                <a:lnTo>
                  <a:pt x="3008" y="100"/>
                </a:lnTo>
                <a:lnTo>
                  <a:pt x="3008" y="133"/>
                </a:lnTo>
                <a:cubicBezTo>
                  <a:pt x="3018" y="114"/>
                  <a:pt x="3041" y="96"/>
                  <a:pt x="3076" y="96"/>
                </a:cubicBezTo>
                <a:cubicBezTo>
                  <a:pt x="3119" y="96"/>
                  <a:pt x="3149" y="120"/>
                  <a:pt x="3149" y="181"/>
                </a:cubicBezTo>
                <a:lnTo>
                  <a:pt x="3149" y="309"/>
                </a:lnTo>
                <a:lnTo>
                  <a:pt x="3116" y="309"/>
                </a:lnTo>
                <a:lnTo>
                  <a:pt x="3116" y="178"/>
                </a:lnTo>
                <a:cubicBezTo>
                  <a:pt x="3116" y="142"/>
                  <a:pt x="3100" y="125"/>
                  <a:pt x="3067" y="125"/>
                </a:cubicBezTo>
                <a:cubicBezTo>
                  <a:pt x="3036" y="125"/>
                  <a:pt x="3008" y="145"/>
                  <a:pt x="3008" y="182"/>
                </a:cubicBezTo>
                <a:lnTo>
                  <a:pt x="3008" y="309"/>
                </a:lnTo>
                <a:lnTo>
                  <a:pt x="2975" y="309"/>
                </a:lnTo>
                <a:lnTo>
                  <a:pt x="2975" y="100"/>
                </a:lnTo>
                <a:close/>
                <a:moveTo>
                  <a:pt x="2736" y="0"/>
                </a:moveTo>
                <a:lnTo>
                  <a:pt x="2769" y="0"/>
                </a:lnTo>
                <a:lnTo>
                  <a:pt x="2769" y="133"/>
                </a:lnTo>
                <a:cubicBezTo>
                  <a:pt x="2779" y="114"/>
                  <a:pt x="2802" y="96"/>
                  <a:pt x="2836" y="96"/>
                </a:cubicBezTo>
                <a:cubicBezTo>
                  <a:pt x="2880" y="96"/>
                  <a:pt x="2910" y="120"/>
                  <a:pt x="2910" y="181"/>
                </a:cubicBezTo>
                <a:lnTo>
                  <a:pt x="2910" y="309"/>
                </a:lnTo>
                <a:lnTo>
                  <a:pt x="2877" y="309"/>
                </a:lnTo>
                <a:lnTo>
                  <a:pt x="2877" y="178"/>
                </a:lnTo>
                <a:cubicBezTo>
                  <a:pt x="2877" y="142"/>
                  <a:pt x="2861" y="125"/>
                  <a:pt x="2828" y="125"/>
                </a:cubicBezTo>
                <a:cubicBezTo>
                  <a:pt x="2797" y="125"/>
                  <a:pt x="2769" y="145"/>
                  <a:pt x="2769" y="182"/>
                </a:cubicBezTo>
                <a:lnTo>
                  <a:pt x="2769" y="309"/>
                </a:lnTo>
                <a:lnTo>
                  <a:pt x="2736" y="309"/>
                </a:lnTo>
                <a:lnTo>
                  <a:pt x="2736" y="0"/>
                </a:lnTo>
                <a:close/>
                <a:moveTo>
                  <a:pt x="2492" y="207"/>
                </a:moveTo>
                <a:lnTo>
                  <a:pt x="2492" y="204"/>
                </a:lnTo>
                <a:cubicBezTo>
                  <a:pt x="2492" y="140"/>
                  <a:pt x="2538" y="96"/>
                  <a:pt x="2594" y="96"/>
                </a:cubicBezTo>
                <a:cubicBezTo>
                  <a:pt x="2638" y="96"/>
                  <a:pt x="2678" y="116"/>
                  <a:pt x="2685" y="170"/>
                </a:cubicBezTo>
                <a:lnTo>
                  <a:pt x="2652" y="170"/>
                </a:lnTo>
                <a:cubicBezTo>
                  <a:pt x="2647" y="136"/>
                  <a:pt x="2623" y="124"/>
                  <a:pt x="2594" y="124"/>
                </a:cubicBezTo>
                <a:cubicBezTo>
                  <a:pt x="2556" y="124"/>
                  <a:pt x="2527" y="154"/>
                  <a:pt x="2527" y="204"/>
                </a:cubicBezTo>
                <a:lnTo>
                  <a:pt x="2527" y="207"/>
                </a:lnTo>
                <a:cubicBezTo>
                  <a:pt x="2527" y="258"/>
                  <a:pt x="2555" y="285"/>
                  <a:pt x="2595" y="285"/>
                </a:cubicBezTo>
                <a:cubicBezTo>
                  <a:pt x="2625" y="285"/>
                  <a:pt x="2652" y="268"/>
                  <a:pt x="2655" y="234"/>
                </a:cubicBezTo>
                <a:lnTo>
                  <a:pt x="2686" y="234"/>
                </a:lnTo>
                <a:cubicBezTo>
                  <a:pt x="2682" y="279"/>
                  <a:pt x="2645" y="313"/>
                  <a:pt x="2595" y="313"/>
                </a:cubicBezTo>
                <a:cubicBezTo>
                  <a:pt x="2536" y="313"/>
                  <a:pt x="2492" y="272"/>
                  <a:pt x="2492" y="207"/>
                </a:cubicBezTo>
                <a:close/>
                <a:moveTo>
                  <a:pt x="2423" y="184"/>
                </a:moveTo>
                <a:cubicBezTo>
                  <a:pt x="2420" y="141"/>
                  <a:pt x="2398" y="124"/>
                  <a:pt x="2363" y="124"/>
                </a:cubicBezTo>
                <a:cubicBezTo>
                  <a:pt x="2329" y="124"/>
                  <a:pt x="2306" y="147"/>
                  <a:pt x="2301" y="184"/>
                </a:cubicBezTo>
                <a:lnTo>
                  <a:pt x="2423" y="184"/>
                </a:lnTo>
                <a:close/>
                <a:moveTo>
                  <a:pt x="2265" y="207"/>
                </a:moveTo>
                <a:lnTo>
                  <a:pt x="2265" y="204"/>
                </a:lnTo>
                <a:cubicBezTo>
                  <a:pt x="2265" y="140"/>
                  <a:pt x="2306" y="96"/>
                  <a:pt x="2363" y="96"/>
                </a:cubicBezTo>
                <a:cubicBezTo>
                  <a:pt x="2412" y="96"/>
                  <a:pt x="2457" y="126"/>
                  <a:pt x="2457" y="200"/>
                </a:cubicBezTo>
                <a:lnTo>
                  <a:pt x="2457" y="211"/>
                </a:lnTo>
                <a:lnTo>
                  <a:pt x="2300" y="211"/>
                </a:lnTo>
                <a:cubicBezTo>
                  <a:pt x="2301" y="259"/>
                  <a:pt x="2324" y="285"/>
                  <a:pt x="2367" y="285"/>
                </a:cubicBezTo>
                <a:cubicBezTo>
                  <a:pt x="2399" y="285"/>
                  <a:pt x="2418" y="273"/>
                  <a:pt x="2422" y="249"/>
                </a:cubicBezTo>
                <a:lnTo>
                  <a:pt x="2456" y="249"/>
                </a:lnTo>
                <a:cubicBezTo>
                  <a:pt x="2448" y="291"/>
                  <a:pt x="2414" y="313"/>
                  <a:pt x="2366" y="313"/>
                </a:cubicBezTo>
                <a:cubicBezTo>
                  <a:pt x="2307" y="313"/>
                  <a:pt x="2265" y="271"/>
                  <a:pt x="2265" y="207"/>
                </a:cubicBezTo>
                <a:moveTo>
                  <a:pt x="2148" y="52"/>
                </a:moveTo>
                <a:lnTo>
                  <a:pt x="2064" y="52"/>
                </a:lnTo>
                <a:lnTo>
                  <a:pt x="2064" y="23"/>
                </a:lnTo>
                <a:lnTo>
                  <a:pt x="2266" y="23"/>
                </a:lnTo>
                <a:lnTo>
                  <a:pt x="2266" y="52"/>
                </a:lnTo>
                <a:lnTo>
                  <a:pt x="2182" y="52"/>
                </a:lnTo>
                <a:lnTo>
                  <a:pt x="2182" y="309"/>
                </a:lnTo>
                <a:lnTo>
                  <a:pt x="2148" y="309"/>
                </a:lnTo>
                <a:lnTo>
                  <a:pt x="2148" y="52"/>
                </a:lnTo>
                <a:close/>
                <a:moveTo>
                  <a:pt x="1938" y="182"/>
                </a:moveTo>
                <a:cubicBezTo>
                  <a:pt x="1936" y="150"/>
                  <a:pt x="1920" y="135"/>
                  <a:pt x="1892" y="135"/>
                </a:cubicBezTo>
                <a:cubicBezTo>
                  <a:pt x="1866" y="135"/>
                  <a:pt x="1849" y="152"/>
                  <a:pt x="1844" y="182"/>
                </a:cubicBezTo>
                <a:lnTo>
                  <a:pt x="1938" y="182"/>
                </a:lnTo>
                <a:close/>
                <a:moveTo>
                  <a:pt x="1785" y="207"/>
                </a:moveTo>
                <a:lnTo>
                  <a:pt x="1785" y="204"/>
                </a:lnTo>
                <a:cubicBezTo>
                  <a:pt x="1785" y="138"/>
                  <a:pt x="1832" y="95"/>
                  <a:pt x="1892" y="95"/>
                </a:cubicBezTo>
                <a:cubicBezTo>
                  <a:pt x="1946" y="95"/>
                  <a:pt x="1994" y="127"/>
                  <a:pt x="1994" y="202"/>
                </a:cubicBezTo>
                <a:lnTo>
                  <a:pt x="1994" y="218"/>
                </a:lnTo>
                <a:lnTo>
                  <a:pt x="1844" y="218"/>
                </a:lnTo>
                <a:cubicBezTo>
                  <a:pt x="1845" y="252"/>
                  <a:pt x="1864" y="272"/>
                  <a:pt x="1896" y="272"/>
                </a:cubicBezTo>
                <a:cubicBezTo>
                  <a:pt x="1922" y="272"/>
                  <a:pt x="1936" y="261"/>
                  <a:pt x="1939" y="243"/>
                </a:cubicBezTo>
                <a:lnTo>
                  <a:pt x="1994" y="243"/>
                </a:lnTo>
                <a:cubicBezTo>
                  <a:pt x="1987" y="288"/>
                  <a:pt x="1951" y="314"/>
                  <a:pt x="1894" y="314"/>
                </a:cubicBezTo>
                <a:cubicBezTo>
                  <a:pt x="1831" y="314"/>
                  <a:pt x="1785" y="274"/>
                  <a:pt x="1785" y="207"/>
                </a:cubicBezTo>
                <a:moveTo>
                  <a:pt x="1638" y="100"/>
                </a:moveTo>
                <a:lnTo>
                  <a:pt x="1696" y="100"/>
                </a:lnTo>
                <a:lnTo>
                  <a:pt x="1696" y="140"/>
                </a:lnTo>
                <a:cubicBezTo>
                  <a:pt x="1709" y="112"/>
                  <a:pt x="1730" y="97"/>
                  <a:pt x="1764" y="97"/>
                </a:cubicBezTo>
                <a:lnTo>
                  <a:pt x="1764" y="151"/>
                </a:lnTo>
                <a:cubicBezTo>
                  <a:pt x="1721" y="150"/>
                  <a:pt x="1696" y="164"/>
                  <a:pt x="1696" y="204"/>
                </a:cubicBezTo>
                <a:lnTo>
                  <a:pt x="1696" y="309"/>
                </a:lnTo>
                <a:lnTo>
                  <a:pt x="1638" y="309"/>
                </a:lnTo>
                <a:lnTo>
                  <a:pt x="1638" y="100"/>
                </a:lnTo>
                <a:close/>
                <a:moveTo>
                  <a:pt x="1392" y="235"/>
                </a:moveTo>
                <a:lnTo>
                  <a:pt x="1392" y="100"/>
                </a:lnTo>
                <a:lnTo>
                  <a:pt x="1449" y="100"/>
                </a:lnTo>
                <a:lnTo>
                  <a:pt x="1449" y="227"/>
                </a:lnTo>
                <a:cubicBezTo>
                  <a:pt x="1449" y="255"/>
                  <a:pt x="1461" y="269"/>
                  <a:pt x="1486" y="269"/>
                </a:cubicBezTo>
                <a:cubicBezTo>
                  <a:pt x="1510" y="269"/>
                  <a:pt x="1529" y="254"/>
                  <a:pt x="1529" y="223"/>
                </a:cubicBezTo>
                <a:lnTo>
                  <a:pt x="1529" y="100"/>
                </a:lnTo>
                <a:lnTo>
                  <a:pt x="1587" y="100"/>
                </a:lnTo>
                <a:lnTo>
                  <a:pt x="1587" y="309"/>
                </a:lnTo>
                <a:lnTo>
                  <a:pt x="1529" y="309"/>
                </a:lnTo>
                <a:lnTo>
                  <a:pt x="1529" y="276"/>
                </a:lnTo>
                <a:cubicBezTo>
                  <a:pt x="1518" y="298"/>
                  <a:pt x="1497" y="314"/>
                  <a:pt x="1463" y="314"/>
                </a:cubicBezTo>
                <a:cubicBezTo>
                  <a:pt x="1422" y="314"/>
                  <a:pt x="1392" y="290"/>
                  <a:pt x="1392" y="235"/>
                </a:cubicBezTo>
                <a:moveTo>
                  <a:pt x="1251" y="247"/>
                </a:moveTo>
                <a:lnTo>
                  <a:pt x="1251" y="141"/>
                </a:lnTo>
                <a:lnTo>
                  <a:pt x="1224" y="141"/>
                </a:lnTo>
                <a:lnTo>
                  <a:pt x="1224" y="100"/>
                </a:lnTo>
                <a:lnTo>
                  <a:pt x="1251" y="100"/>
                </a:lnTo>
                <a:lnTo>
                  <a:pt x="1251" y="55"/>
                </a:lnTo>
                <a:lnTo>
                  <a:pt x="1309" y="55"/>
                </a:lnTo>
                <a:lnTo>
                  <a:pt x="1309" y="100"/>
                </a:lnTo>
                <a:lnTo>
                  <a:pt x="1353" y="100"/>
                </a:lnTo>
                <a:lnTo>
                  <a:pt x="1353" y="141"/>
                </a:lnTo>
                <a:lnTo>
                  <a:pt x="1309" y="141"/>
                </a:lnTo>
                <a:lnTo>
                  <a:pt x="1309" y="242"/>
                </a:lnTo>
                <a:cubicBezTo>
                  <a:pt x="1309" y="259"/>
                  <a:pt x="1317" y="267"/>
                  <a:pt x="1332" y="267"/>
                </a:cubicBezTo>
                <a:cubicBezTo>
                  <a:pt x="1341" y="267"/>
                  <a:pt x="1347" y="266"/>
                  <a:pt x="1354" y="263"/>
                </a:cubicBezTo>
                <a:lnTo>
                  <a:pt x="1354" y="308"/>
                </a:lnTo>
                <a:cubicBezTo>
                  <a:pt x="1346" y="310"/>
                  <a:pt x="1334" y="313"/>
                  <a:pt x="1319" y="313"/>
                </a:cubicBezTo>
                <a:cubicBezTo>
                  <a:pt x="1275" y="313"/>
                  <a:pt x="1251" y="291"/>
                  <a:pt x="1251" y="247"/>
                </a:cubicBezTo>
                <a:close/>
                <a:moveTo>
                  <a:pt x="996" y="100"/>
                </a:moveTo>
                <a:lnTo>
                  <a:pt x="1054" y="100"/>
                </a:lnTo>
                <a:lnTo>
                  <a:pt x="1054" y="133"/>
                </a:lnTo>
                <a:cubicBezTo>
                  <a:pt x="1065" y="112"/>
                  <a:pt x="1088" y="95"/>
                  <a:pt x="1122" y="95"/>
                </a:cubicBezTo>
                <a:cubicBezTo>
                  <a:pt x="1164" y="95"/>
                  <a:pt x="1193" y="120"/>
                  <a:pt x="1193" y="176"/>
                </a:cubicBezTo>
                <a:lnTo>
                  <a:pt x="1193" y="309"/>
                </a:lnTo>
                <a:lnTo>
                  <a:pt x="1135" y="309"/>
                </a:lnTo>
                <a:lnTo>
                  <a:pt x="1135" y="184"/>
                </a:lnTo>
                <a:cubicBezTo>
                  <a:pt x="1135" y="156"/>
                  <a:pt x="1124" y="142"/>
                  <a:pt x="1098" y="142"/>
                </a:cubicBezTo>
                <a:cubicBezTo>
                  <a:pt x="1073" y="142"/>
                  <a:pt x="1054" y="158"/>
                  <a:pt x="1054" y="188"/>
                </a:cubicBezTo>
                <a:lnTo>
                  <a:pt x="1054" y="309"/>
                </a:lnTo>
                <a:lnTo>
                  <a:pt x="996" y="309"/>
                </a:lnTo>
                <a:lnTo>
                  <a:pt x="996" y="100"/>
                </a:lnTo>
                <a:close/>
                <a:moveTo>
                  <a:pt x="902" y="182"/>
                </a:moveTo>
                <a:cubicBezTo>
                  <a:pt x="900" y="150"/>
                  <a:pt x="884" y="135"/>
                  <a:pt x="856" y="135"/>
                </a:cubicBezTo>
                <a:cubicBezTo>
                  <a:pt x="830" y="135"/>
                  <a:pt x="813" y="152"/>
                  <a:pt x="808" y="182"/>
                </a:cubicBezTo>
                <a:lnTo>
                  <a:pt x="902" y="182"/>
                </a:lnTo>
                <a:close/>
                <a:moveTo>
                  <a:pt x="749" y="207"/>
                </a:moveTo>
                <a:lnTo>
                  <a:pt x="749" y="204"/>
                </a:lnTo>
                <a:cubicBezTo>
                  <a:pt x="749" y="138"/>
                  <a:pt x="796" y="95"/>
                  <a:pt x="856" y="95"/>
                </a:cubicBezTo>
                <a:cubicBezTo>
                  <a:pt x="910" y="95"/>
                  <a:pt x="958" y="127"/>
                  <a:pt x="958" y="202"/>
                </a:cubicBezTo>
                <a:lnTo>
                  <a:pt x="958" y="218"/>
                </a:lnTo>
                <a:lnTo>
                  <a:pt x="808" y="218"/>
                </a:lnTo>
                <a:cubicBezTo>
                  <a:pt x="809" y="252"/>
                  <a:pt x="828" y="272"/>
                  <a:pt x="860" y="272"/>
                </a:cubicBezTo>
                <a:cubicBezTo>
                  <a:pt x="886" y="272"/>
                  <a:pt x="900" y="261"/>
                  <a:pt x="903" y="243"/>
                </a:cubicBezTo>
                <a:lnTo>
                  <a:pt x="958" y="243"/>
                </a:lnTo>
                <a:cubicBezTo>
                  <a:pt x="951" y="288"/>
                  <a:pt x="915" y="314"/>
                  <a:pt x="858" y="314"/>
                </a:cubicBezTo>
                <a:cubicBezTo>
                  <a:pt x="795" y="314"/>
                  <a:pt x="749" y="274"/>
                  <a:pt x="749" y="207"/>
                </a:cubicBezTo>
                <a:moveTo>
                  <a:pt x="518" y="207"/>
                </a:moveTo>
                <a:lnTo>
                  <a:pt x="518" y="204"/>
                </a:lnTo>
                <a:cubicBezTo>
                  <a:pt x="518" y="136"/>
                  <a:pt x="566" y="95"/>
                  <a:pt x="626" y="95"/>
                </a:cubicBezTo>
                <a:cubicBezTo>
                  <a:pt x="674" y="95"/>
                  <a:pt x="719" y="116"/>
                  <a:pt x="724" y="176"/>
                </a:cubicBezTo>
                <a:lnTo>
                  <a:pt x="669" y="176"/>
                </a:lnTo>
                <a:cubicBezTo>
                  <a:pt x="665" y="152"/>
                  <a:pt x="650" y="141"/>
                  <a:pt x="627" y="141"/>
                </a:cubicBezTo>
                <a:cubicBezTo>
                  <a:pt x="597" y="141"/>
                  <a:pt x="577" y="163"/>
                  <a:pt x="577" y="203"/>
                </a:cubicBezTo>
                <a:lnTo>
                  <a:pt x="577" y="206"/>
                </a:lnTo>
                <a:cubicBezTo>
                  <a:pt x="577" y="248"/>
                  <a:pt x="596" y="270"/>
                  <a:pt x="628" y="270"/>
                </a:cubicBezTo>
                <a:cubicBezTo>
                  <a:pt x="651" y="270"/>
                  <a:pt x="670" y="256"/>
                  <a:pt x="673" y="230"/>
                </a:cubicBezTo>
                <a:lnTo>
                  <a:pt x="725" y="230"/>
                </a:lnTo>
                <a:cubicBezTo>
                  <a:pt x="722" y="279"/>
                  <a:pt x="686" y="314"/>
                  <a:pt x="625" y="314"/>
                </a:cubicBezTo>
                <a:cubicBezTo>
                  <a:pt x="564" y="314"/>
                  <a:pt x="518" y="276"/>
                  <a:pt x="518" y="207"/>
                </a:cubicBezTo>
                <a:moveTo>
                  <a:pt x="286" y="207"/>
                </a:moveTo>
                <a:lnTo>
                  <a:pt x="286" y="204"/>
                </a:lnTo>
                <a:cubicBezTo>
                  <a:pt x="286" y="136"/>
                  <a:pt x="335" y="95"/>
                  <a:pt x="394" y="95"/>
                </a:cubicBezTo>
                <a:cubicBezTo>
                  <a:pt x="443" y="95"/>
                  <a:pt x="488" y="116"/>
                  <a:pt x="493" y="176"/>
                </a:cubicBezTo>
                <a:lnTo>
                  <a:pt x="438" y="176"/>
                </a:lnTo>
                <a:cubicBezTo>
                  <a:pt x="434" y="152"/>
                  <a:pt x="419" y="141"/>
                  <a:pt x="396" y="141"/>
                </a:cubicBezTo>
                <a:cubicBezTo>
                  <a:pt x="366" y="141"/>
                  <a:pt x="346" y="163"/>
                  <a:pt x="346" y="203"/>
                </a:cubicBezTo>
                <a:lnTo>
                  <a:pt x="346" y="206"/>
                </a:lnTo>
                <a:cubicBezTo>
                  <a:pt x="346" y="248"/>
                  <a:pt x="364" y="270"/>
                  <a:pt x="397" y="270"/>
                </a:cubicBezTo>
                <a:cubicBezTo>
                  <a:pt x="420" y="270"/>
                  <a:pt x="439" y="256"/>
                  <a:pt x="442" y="230"/>
                </a:cubicBezTo>
                <a:lnTo>
                  <a:pt x="494" y="230"/>
                </a:lnTo>
                <a:cubicBezTo>
                  <a:pt x="491" y="279"/>
                  <a:pt x="455" y="314"/>
                  <a:pt x="394" y="314"/>
                </a:cubicBezTo>
                <a:cubicBezTo>
                  <a:pt x="333" y="314"/>
                  <a:pt x="286" y="276"/>
                  <a:pt x="286" y="207"/>
                </a:cubicBezTo>
                <a:close/>
                <a:moveTo>
                  <a:pt x="94" y="200"/>
                </a:moveTo>
                <a:lnTo>
                  <a:pt x="170" y="200"/>
                </a:lnTo>
                <a:lnTo>
                  <a:pt x="132" y="76"/>
                </a:lnTo>
                <a:lnTo>
                  <a:pt x="94" y="200"/>
                </a:lnTo>
                <a:close/>
                <a:moveTo>
                  <a:pt x="94" y="23"/>
                </a:moveTo>
                <a:lnTo>
                  <a:pt x="178" y="23"/>
                </a:lnTo>
                <a:lnTo>
                  <a:pt x="271" y="309"/>
                </a:lnTo>
                <a:lnTo>
                  <a:pt x="204" y="309"/>
                </a:lnTo>
                <a:lnTo>
                  <a:pt x="184" y="246"/>
                </a:lnTo>
                <a:lnTo>
                  <a:pt x="80" y="246"/>
                </a:lnTo>
                <a:lnTo>
                  <a:pt x="61" y="309"/>
                </a:lnTo>
                <a:lnTo>
                  <a:pt x="0" y="309"/>
                </a:lnTo>
                <a:lnTo>
                  <a:pt x="94" y="2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4177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2+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84A5767-82AC-46A2-88DD-C31D51E1CB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659D61A8-47A5-47C2-A85A-BCCCBE83C91F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1001" y="38100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Acc_Tech_Logo_WH" descr="Accenture Technology wordmark in white">
            <a:extLst>
              <a:ext uri="{FF2B5EF4-FFF2-40B4-BE49-F238E27FC236}">
                <a16:creationId xmlns:a16="http://schemas.microsoft.com/office/drawing/2014/main" id="{2DBCDDF3-9F8E-44B5-9E3F-2223C14CC4C3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381001" y="6096691"/>
            <a:ext cx="3008376" cy="276189"/>
          </a:xfrm>
          <a:custGeom>
            <a:avLst/>
            <a:gdLst>
              <a:gd name="T0" fmla="*/ 4127 w 4219"/>
              <a:gd name="T1" fmla="*/ 250 h 386"/>
              <a:gd name="T2" fmla="*/ 4070 w 4219"/>
              <a:gd name="T3" fmla="*/ 382 h 386"/>
              <a:gd name="T4" fmla="*/ 3885 w 4219"/>
              <a:gd name="T5" fmla="*/ 124 h 386"/>
              <a:gd name="T6" fmla="*/ 3952 w 4219"/>
              <a:gd name="T7" fmla="*/ 201 h 386"/>
              <a:gd name="T8" fmla="*/ 3950 w 4219"/>
              <a:gd name="T9" fmla="*/ 293 h 386"/>
              <a:gd name="T10" fmla="*/ 3784 w 4219"/>
              <a:gd name="T11" fmla="*/ 200 h 386"/>
              <a:gd name="T12" fmla="*/ 3984 w 4219"/>
              <a:gd name="T13" fmla="*/ 100 h 386"/>
              <a:gd name="T14" fmla="*/ 3714 w 4219"/>
              <a:gd name="T15" fmla="*/ 206 h 386"/>
              <a:gd name="T16" fmla="*/ 3577 w 4219"/>
              <a:gd name="T17" fmla="*/ 206 h 386"/>
              <a:gd name="T18" fmla="*/ 3543 w 4219"/>
              <a:gd name="T19" fmla="*/ 203 h 386"/>
              <a:gd name="T20" fmla="*/ 3645 w 4219"/>
              <a:gd name="T21" fmla="*/ 313 h 386"/>
              <a:gd name="T22" fmla="*/ 3490 w 4219"/>
              <a:gd name="T23" fmla="*/ 309 h 386"/>
              <a:gd name="T24" fmla="*/ 3370 w 4219"/>
              <a:gd name="T25" fmla="*/ 204 h 386"/>
              <a:gd name="T26" fmla="*/ 3302 w 4219"/>
              <a:gd name="T27" fmla="*/ 285 h 386"/>
              <a:gd name="T28" fmla="*/ 3302 w 4219"/>
              <a:gd name="T29" fmla="*/ 96 h 386"/>
              <a:gd name="T30" fmla="*/ 3199 w 4219"/>
              <a:gd name="T31" fmla="*/ 206 h 386"/>
              <a:gd name="T32" fmla="*/ 3076 w 4219"/>
              <a:gd name="T33" fmla="*/ 96 h 386"/>
              <a:gd name="T34" fmla="*/ 3116 w 4219"/>
              <a:gd name="T35" fmla="*/ 178 h 386"/>
              <a:gd name="T36" fmla="*/ 2975 w 4219"/>
              <a:gd name="T37" fmla="*/ 309 h 386"/>
              <a:gd name="T38" fmla="*/ 2769 w 4219"/>
              <a:gd name="T39" fmla="*/ 133 h 386"/>
              <a:gd name="T40" fmla="*/ 2877 w 4219"/>
              <a:gd name="T41" fmla="*/ 309 h 386"/>
              <a:gd name="T42" fmla="*/ 2769 w 4219"/>
              <a:gd name="T43" fmla="*/ 309 h 386"/>
              <a:gd name="T44" fmla="*/ 2492 w 4219"/>
              <a:gd name="T45" fmla="*/ 204 h 386"/>
              <a:gd name="T46" fmla="*/ 2594 w 4219"/>
              <a:gd name="T47" fmla="*/ 124 h 386"/>
              <a:gd name="T48" fmla="*/ 2655 w 4219"/>
              <a:gd name="T49" fmla="*/ 234 h 386"/>
              <a:gd name="T50" fmla="*/ 2423 w 4219"/>
              <a:gd name="T51" fmla="*/ 184 h 386"/>
              <a:gd name="T52" fmla="*/ 2265 w 4219"/>
              <a:gd name="T53" fmla="*/ 207 h 386"/>
              <a:gd name="T54" fmla="*/ 2457 w 4219"/>
              <a:gd name="T55" fmla="*/ 211 h 386"/>
              <a:gd name="T56" fmla="*/ 2456 w 4219"/>
              <a:gd name="T57" fmla="*/ 249 h 386"/>
              <a:gd name="T58" fmla="*/ 2064 w 4219"/>
              <a:gd name="T59" fmla="*/ 52 h 386"/>
              <a:gd name="T60" fmla="*/ 2182 w 4219"/>
              <a:gd name="T61" fmla="*/ 52 h 386"/>
              <a:gd name="T62" fmla="*/ 1938 w 4219"/>
              <a:gd name="T63" fmla="*/ 182 h 386"/>
              <a:gd name="T64" fmla="*/ 1785 w 4219"/>
              <a:gd name="T65" fmla="*/ 207 h 386"/>
              <a:gd name="T66" fmla="*/ 1994 w 4219"/>
              <a:gd name="T67" fmla="*/ 218 h 386"/>
              <a:gd name="T68" fmla="*/ 1994 w 4219"/>
              <a:gd name="T69" fmla="*/ 243 h 386"/>
              <a:gd name="T70" fmla="*/ 1696 w 4219"/>
              <a:gd name="T71" fmla="*/ 100 h 386"/>
              <a:gd name="T72" fmla="*/ 1696 w 4219"/>
              <a:gd name="T73" fmla="*/ 204 h 386"/>
              <a:gd name="T74" fmla="*/ 1392 w 4219"/>
              <a:gd name="T75" fmla="*/ 235 h 386"/>
              <a:gd name="T76" fmla="*/ 1486 w 4219"/>
              <a:gd name="T77" fmla="*/ 269 h 386"/>
              <a:gd name="T78" fmla="*/ 1587 w 4219"/>
              <a:gd name="T79" fmla="*/ 309 h 386"/>
              <a:gd name="T80" fmla="*/ 1392 w 4219"/>
              <a:gd name="T81" fmla="*/ 235 h 386"/>
              <a:gd name="T82" fmla="*/ 1224 w 4219"/>
              <a:gd name="T83" fmla="*/ 100 h 386"/>
              <a:gd name="T84" fmla="*/ 1309 w 4219"/>
              <a:gd name="T85" fmla="*/ 100 h 386"/>
              <a:gd name="T86" fmla="*/ 1309 w 4219"/>
              <a:gd name="T87" fmla="*/ 242 h 386"/>
              <a:gd name="T88" fmla="*/ 1319 w 4219"/>
              <a:gd name="T89" fmla="*/ 313 h 386"/>
              <a:gd name="T90" fmla="*/ 1054 w 4219"/>
              <a:gd name="T91" fmla="*/ 133 h 386"/>
              <a:gd name="T92" fmla="*/ 1135 w 4219"/>
              <a:gd name="T93" fmla="*/ 309 h 386"/>
              <a:gd name="T94" fmla="*/ 1054 w 4219"/>
              <a:gd name="T95" fmla="*/ 309 h 386"/>
              <a:gd name="T96" fmla="*/ 856 w 4219"/>
              <a:gd name="T97" fmla="*/ 135 h 386"/>
              <a:gd name="T98" fmla="*/ 749 w 4219"/>
              <a:gd name="T99" fmla="*/ 204 h 386"/>
              <a:gd name="T100" fmla="*/ 808 w 4219"/>
              <a:gd name="T101" fmla="*/ 218 h 386"/>
              <a:gd name="T102" fmla="*/ 858 w 4219"/>
              <a:gd name="T103" fmla="*/ 314 h 386"/>
              <a:gd name="T104" fmla="*/ 626 w 4219"/>
              <a:gd name="T105" fmla="*/ 95 h 386"/>
              <a:gd name="T106" fmla="*/ 577 w 4219"/>
              <a:gd name="T107" fmla="*/ 203 h 386"/>
              <a:gd name="T108" fmla="*/ 725 w 4219"/>
              <a:gd name="T109" fmla="*/ 230 h 386"/>
              <a:gd name="T110" fmla="*/ 286 w 4219"/>
              <a:gd name="T111" fmla="*/ 204 h 386"/>
              <a:gd name="T112" fmla="*/ 396 w 4219"/>
              <a:gd name="T113" fmla="*/ 141 h 386"/>
              <a:gd name="T114" fmla="*/ 442 w 4219"/>
              <a:gd name="T115" fmla="*/ 230 h 386"/>
              <a:gd name="T116" fmla="*/ 94 w 4219"/>
              <a:gd name="T117" fmla="*/ 200 h 386"/>
              <a:gd name="T118" fmla="*/ 94 w 4219"/>
              <a:gd name="T119" fmla="*/ 23 h 386"/>
              <a:gd name="T120" fmla="*/ 184 w 4219"/>
              <a:gd name="T121" fmla="*/ 246 h 386"/>
              <a:gd name="T122" fmla="*/ 94 w 4219"/>
              <a:gd name="T123" fmla="*/ 23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19" h="386">
                <a:moveTo>
                  <a:pt x="4109" y="288"/>
                </a:moveTo>
                <a:lnTo>
                  <a:pt x="4027" y="100"/>
                </a:lnTo>
                <a:lnTo>
                  <a:pt x="4063" y="100"/>
                </a:lnTo>
                <a:lnTo>
                  <a:pt x="4127" y="250"/>
                </a:lnTo>
                <a:lnTo>
                  <a:pt x="4185" y="100"/>
                </a:lnTo>
                <a:lnTo>
                  <a:pt x="4219" y="100"/>
                </a:lnTo>
                <a:lnTo>
                  <a:pt x="4103" y="382"/>
                </a:lnTo>
                <a:lnTo>
                  <a:pt x="4070" y="382"/>
                </a:lnTo>
                <a:lnTo>
                  <a:pt x="4109" y="288"/>
                </a:lnTo>
                <a:close/>
                <a:moveTo>
                  <a:pt x="3952" y="201"/>
                </a:moveTo>
                <a:lnTo>
                  <a:pt x="3952" y="198"/>
                </a:lnTo>
                <a:cubicBezTo>
                  <a:pt x="3952" y="151"/>
                  <a:pt x="3926" y="124"/>
                  <a:pt x="3885" y="124"/>
                </a:cubicBezTo>
                <a:cubicBezTo>
                  <a:pt x="3844" y="124"/>
                  <a:pt x="3819" y="155"/>
                  <a:pt x="3819" y="199"/>
                </a:cubicBezTo>
                <a:lnTo>
                  <a:pt x="3819" y="202"/>
                </a:lnTo>
                <a:cubicBezTo>
                  <a:pt x="3819" y="248"/>
                  <a:pt x="3848" y="275"/>
                  <a:pt x="3883" y="275"/>
                </a:cubicBezTo>
                <a:cubicBezTo>
                  <a:pt x="3922" y="275"/>
                  <a:pt x="3952" y="248"/>
                  <a:pt x="3952" y="201"/>
                </a:cubicBezTo>
                <a:close/>
                <a:moveTo>
                  <a:pt x="3789" y="321"/>
                </a:moveTo>
                <a:lnTo>
                  <a:pt x="3823" y="321"/>
                </a:lnTo>
                <a:cubicBezTo>
                  <a:pt x="3828" y="345"/>
                  <a:pt x="3848" y="358"/>
                  <a:pt x="3883" y="358"/>
                </a:cubicBezTo>
                <a:cubicBezTo>
                  <a:pt x="3924" y="358"/>
                  <a:pt x="3950" y="338"/>
                  <a:pt x="3950" y="293"/>
                </a:cubicBezTo>
                <a:lnTo>
                  <a:pt x="3950" y="263"/>
                </a:lnTo>
                <a:cubicBezTo>
                  <a:pt x="3938" y="283"/>
                  <a:pt x="3910" y="302"/>
                  <a:pt x="3880" y="302"/>
                </a:cubicBezTo>
                <a:cubicBezTo>
                  <a:pt x="3825" y="302"/>
                  <a:pt x="3784" y="261"/>
                  <a:pt x="3784" y="203"/>
                </a:cubicBezTo>
                <a:lnTo>
                  <a:pt x="3784" y="200"/>
                </a:lnTo>
                <a:cubicBezTo>
                  <a:pt x="3784" y="144"/>
                  <a:pt x="3824" y="96"/>
                  <a:pt x="3882" y="96"/>
                </a:cubicBezTo>
                <a:cubicBezTo>
                  <a:pt x="3917" y="96"/>
                  <a:pt x="3938" y="113"/>
                  <a:pt x="3950" y="134"/>
                </a:cubicBezTo>
                <a:lnTo>
                  <a:pt x="3950" y="100"/>
                </a:lnTo>
                <a:lnTo>
                  <a:pt x="3984" y="100"/>
                </a:lnTo>
                <a:lnTo>
                  <a:pt x="3984" y="295"/>
                </a:lnTo>
                <a:cubicBezTo>
                  <a:pt x="3983" y="356"/>
                  <a:pt x="3942" y="386"/>
                  <a:pt x="3884" y="386"/>
                </a:cubicBezTo>
                <a:cubicBezTo>
                  <a:pt x="3822" y="386"/>
                  <a:pt x="3794" y="356"/>
                  <a:pt x="3789" y="321"/>
                </a:cubicBezTo>
                <a:close/>
                <a:moveTo>
                  <a:pt x="3714" y="206"/>
                </a:moveTo>
                <a:lnTo>
                  <a:pt x="3714" y="204"/>
                </a:lnTo>
                <a:cubicBezTo>
                  <a:pt x="3714" y="155"/>
                  <a:pt x="3687" y="124"/>
                  <a:pt x="3646" y="124"/>
                </a:cubicBezTo>
                <a:cubicBezTo>
                  <a:pt x="3604" y="124"/>
                  <a:pt x="3577" y="155"/>
                  <a:pt x="3577" y="203"/>
                </a:cubicBezTo>
                <a:lnTo>
                  <a:pt x="3577" y="206"/>
                </a:lnTo>
                <a:cubicBezTo>
                  <a:pt x="3577" y="254"/>
                  <a:pt x="3603" y="285"/>
                  <a:pt x="3646" y="285"/>
                </a:cubicBezTo>
                <a:cubicBezTo>
                  <a:pt x="3688" y="285"/>
                  <a:pt x="3714" y="254"/>
                  <a:pt x="3714" y="206"/>
                </a:cubicBezTo>
                <a:close/>
                <a:moveTo>
                  <a:pt x="3543" y="206"/>
                </a:moveTo>
                <a:lnTo>
                  <a:pt x="3543" y="203"/>
                </a:lnTo>
                <a:cubicBezTo>
                  <a:pt x="3543" y="140"/>
                  <a:pt x="3586" y="96"/>
                  <a:pt x="3646" y="96"/>
                </a:cubicBezTo>
                <a:cubicBezTo>
                  <a:pt x="3705" y="96"/>
                  <a:pt x="3748" y="140"/>
                  <a:pt x="3748" y="203"/>
                </a:cubicBezTo>
                <a:lnTo>
                  <a:pt x="3748" y="206"/>
                </a:lnTo>
                <a:cubicBezTo>
                  <a:pt x="3748" y="269"/>
                  <a:pt x="3705" y="313"/>
                  <a:pt x="3645" y="313"/>
                </a:cubicBezTo>
                <a:cubicBezTo>
                  <a:pt x="3586" y="313"/>
                  <a:pt x="3543" y="268"/>
                  <a:pt x="3543" y="206"/>
                </a:cubicBezTo>
                <a:close/>
                <a:moveTo>
                  <a:pt x="3457" y="0"/>
                </a:moveTo>
                <a:lnTo>
                  <a:pt x="3490" y="0"/>
                </a:lnTo>
                <a:lnTo>
                  <a:pt x="3490" y="309"/>
                </a:lnTo>
                <a:lnTo>
                  <a:pt x="3457" y="309"/>
                </a:lnTo>
                <a:lnTo>
                  <a:pt x="3457" y="0"/>
                </a:lnTo>
                <a:close/>
                <a:moveTo>
                  <a:pt x="3370" y="206"/>
                </a:moveTo>
                <a:lnTo>
                  <a:pt x="3370" y="204"/>
                </a:lnTo>
                <a:cubicBezTo>
                  <a:pt x="3370" y="155"/>
                  <a:pt x="3343" y="124"/>
                  <a:pt x="3302" y="124"/>
                </a:cubicBezTo>
                <a:cubicBezTo>
                  <a:pt x="3260" y="124"/>
                  <a:pt x="3233" y="155"/>
                  <a:pt x="3233" y="203"/>
                </a:cubicBezTo>
                <a:lnTo>
                  <a:pt x="3233" y="206"/>
                </a:lnTo>
                <a:cubicBezTo>
                  <a:pt x="3233" y="254"/>
                  <a:pt x="3259" y="285"/>
                  <a:pt x="3302" y="285"/>
                </a:cubicBezTo>
                <a:cubicBezTo>
                  <a:pt x="3344" y="285"/>
                  <a:pt x="3370" y="254"/>
                  <a:pt x="3370" y="206"/>
                </a:cubicBezTo>
                <a:close/>
                <a:moveTo>
                  <a:pt x="3199" y="206"/>
                </a:moveTo>
                <a:lnTo>
                  <a:pt x="3199" y="203"/>
                </a:lnTo>
                <a:cubicBezTo>
                  <a:pt x="3199" y="140"/>
                  <a:pt x="3242" y="96"/>
                  <a:pt x="3302" y="96"/>
                </a:cubicBezTo>
                <a:cubicBezTo>
                  <a:pt x="3361" y="96"/>
                  <a:pt x="3404" y="140"/>
                  <a:pt x="3404" y="203"/>
                </a:cubicBezTo>
                <a:lnTo>
                  <a:pt x="3404" y="206"/>
                </a:lnTo>
                <a:cubicBezTo>
                  <a:pt x="3404" y="269"/>
                  <a:pt x="3361" y="313"/>
                  <a:pt x="3301" y="313"/>
                </a:cubicBezTo>
                <a:cubicBezTo>
                  <a:pt x="3242" y="313"/>
                  <a:pt x="3199" y="268"/>
                  <a:pt x="3199" y="206"/>
                </a:cubicBezTo>
                <a:close/>
                <a:moveTo>
                  <a:pt x="2975" y="100"/>
                </a:moveTo>
                <a:lnTo>
                  <a:pt x="3008" y="100"/>
                </a:lnTo>
                <a:lnTo>
                  <a:pt x="3008" y="133"/>
                </a:lnTo>
                <a:cubicBezTo>
                  <a:pt x="3018" y="114"/>
                  <a:pt x="3041" y="96"/>
                  <a:pt x="3076" y="96"/>
                </a:cubicBezTo>
                <a:cubicBezTo>
                  <a:pt x="3119" y="96"/>
                  <a:pt x="3149" y="120"/>
                  <a:pt x="3149" y="181"/>
                </a:cubicBezTo>
                <a:lnTo>
                  <a:pt x="3149" y="309"/>
                </a:lnTo>
                <a:lnTo>
                  <a:pt x="3116" y="309"/>
                </a:lnTo>
                <a:lnTo>
                  <a:pt x="3116" y="178"/>
                </a:lnTo>
                <a:cubicBezTo>
                  <a:pt x="3116" y="142"/>
                  <a:pt x="3100" y="125"/>
                  <a:pt x="3067" y="125"/>
                </a:cubicBezTo>
                <a:cubicBezTo>
                  <a:pt x="3036" y="125"/>
                  <a:pt x="3008" y="145"/>
                  <a:pt x="3008" y="182"/>
                </a:cubicBezTo>
                <a:lnTo>
                  <a:pt x="3008" y="309"/>
                </a:lnTo>
                <a:lnTo>
                  <a:pt x="2975" y="309"/>
                </a:lnTo>
                <a:lnTo>
                  <a:pt x="2975" y="100"/>
                </a:lnTo>
                <a:close/>
                <a:moveTo>
                  <a:pt x="2736" y="0"/>
                </a:moveTo>
                <a:lnTo>
                  <a:pt x="2769" y="0"/>
                </a:lnTo>
                <a:lnTo>
                  <a:pt x="2769" y="133"/>
                </a:lnTo>
                <a:cubicBezTo>
                  <a:pt x="2779" y="114"/>
                  <a:pt x="2802" y="96"/>
                  <a:pt x="2836" y="96"/>
                </a:cubicBezTo>
                <a:cubicBezTo>
                  <a:pt x="2880" y="96"/>
                  <a:pt x="2910" y="120"/>
                  <a:pt x="2910" y="181"/>
                </a:cubicBezTo>
                <a:lnTo>
                  <a:pt x="2910" y="309"/>
                </a:lnTo>
                <a:lnTo>
                  <a:pt x="2877" y="309"/>
                </a:lnTo>
                <a:lnTo>
                  <a:pt x="2877" y="178"/>
                </a:lnTo>
                <a:cubicBezTo>
                  <a:pt x="2877" y="142"/>
                  <a:pt x="2861" y="125"/>
                  <a:pt x="2828" y="125"/>
                </a:cubicBezTo>
                <a:cubicBezTo>
                  <a:pt x="2797" y="125"/>
                  <a:pt x="2769" y="145"/>
                  <a:pt x="2769" y="182"/>
                </a:cubicBezTo>
                <a:lnTo>
                  <a:pt x="2769" y="309"/>
                </a:lnTo>
                <a:lnTo>
                  <a:pt x="2736" y="309"/>
                </a:lnTo>
                <a:lnTo>
                  <a:pt x="2736" y="0"/>
                </a:lnTo>
                <a:close/>
                <a:moveTo>
                  <a:pt x="2492" y="207"/>
                </a:moveTo>
                <a:lnTo>
                  <a:pt x="2492" y="204"/>
                </a:lnTo>
                <a:cubicBezTo>
                  <a:pt x="2492" y="140"/>
                  <a:pt x="2538" y="96"/>
                  <a:pt x="2594" y="96"/>
                </a:cubicBezTo>
                <a:cubicBezTo>
                  <a:pt x="2638" y="96"/>
                  <a:pt x="2678" y="116"/>
                  <a:pt x="2685" y="170"/>
                </a:cubicBezTo>
                <a:lnTo>
                  <a:pt x="2652" y="170"/>
                </a:lnTo>
                <a:cubicBezTo>
                  <a:pt x="2647" y="136"/>
                  <a:pt x="2623" y="124"/>
                  <a:pt x="2594" y="124"/>
                </a:cubicBezTo>
                <a:cubicBezTo>
                  <a:pt x="2556" y="124"/>
                  <a:pt x="2527" y="154"/>
                  <a:pt x="2527" y="204"/>
                </a:cubicBezTo>
                <a:lnTo>
                  <a:pt x="2527" y="207"/>
                </a:lnTo>
                <a:cubicBezTo>
                  <a:pt x="2527" y="258"/>
                  <a:pt x="2555" y="285"/>
                  <a:pt x="2595" y="285"/>
                </a:cubicBezTo>
                <a:cubicBezTo>
                  <a:pt x="2625" y="285"/>
                  <a:pt x="2652" y="268"/>
                  <a:pt x="2655" y="234"/>
                </a:cubicBezTo>
                <a:lnTo>
                  <a:pt x="2686" y="234"/>
                </a:lnTo>
                <a:cubicBezTo>
                  <a:pt x="2682" y="279"/>
                  <a:pt x="2645" y="313"/>
                  <a:pt x="2595" y="313"/>
                </a:cubicBezTo>
                <a:cubicBezTo>
                  <a:pt x="2536" y="313"/>
                  <a:pt x="2492" y="272"/>
                  <a:pt x="2492" y="207"/>
                </a:cubicBezTo>
                <a:close/>
                <a:moveTo>
                  <a:pt x="2423" y="184"/>
                </a:moveTo>
                <a:cubicBezTo>
                  <a:pt x="2420" y="141"/>
                  <a:pt x="2398" y="124"/>
                  <a:pt x="2363" y="124"/>
                </a:cubicBezTo>
                <a:cubicBezTo>
                  <a:pt x="2329" y="124"/>
                  <a:pt x="2306" y="147"/>
                  <a:pt x="2301" y="184"/>
                </a:cubicBezTo>
                <a:lnTo>
                  <a:pt x="2423" y="184"/>
                </a:lnTo>
                <a:close/>
                <a:moveTo>
                  <a:pt x="2265" y="207"/>
                </a:moveTo>
                <a:lnTo>
                  <a:pt x="2265" y="204"/>
                </a:lnTo>
                <a:cubicBezTo>
                  <a:pt x="2265" y="140"/>
                  <a:pt x="2306" y="96"/>
                  <a:pt x="2363" y="96"/>
                </a:cubicBezTo>
                <a:cubicBezTo>
                  <a:pt x="2412" y="96"/>
                  <a:pt x="2457" y="126"/>
                  <a:pt x="2457" y="200"/>
                </a:cubicBezTo>
                <a:lnTo>
                  <a:pt x="2457" y="211"/>
                </a:lnTo>
                <a:lnTo>
                  <a:pt x="2300" y="211"/>
                </a:lnTo>
                <a:cubicBezTo>
                  <a:pt x="2301" y="259"/>
                  <a:pt x="2324" y="285"/>
                  <a:pt x="2367" y="285"/>
                </a:cubicBezTo>
                <a:cubicBezTo>
                  <a:pt x="2399" y="285"/>
                  <a:pt x="2418" y="273"/>
                  <a:pt x="2422" y="249"/>
                </a:cubicBezTo>
                <a:lnTo>
                  <a:pt x="2456" y="249"/>
                </a:lnTo>
                <a:cubicBezTo>
                  <a:pt x="2448" y="291"/>
                  <a:pt x="2414" y="313"/>
                  <a:pt x="2366" y="313"/>
                </a:cubicBezTo>
                <a:cubicBezTo>
                  <a:pt x="2307" y="313"/>
                  <a:pt x="2265" y="271"/>
                  <a:pt x="2265" y="207"/>
                </a:cubicBezTo>
                <a:moveTo>
                  <a:pt x="2148" y="52"/>
                </a:moveTo>
                <a:lnTo>
                  <a:pt x="2064" y="52"/>
                </a:lnTo>
                <a:lnTo>
                  <a:pt x="2064" y="23"/>
                </a:lnTo>
                <a:lnTo>
                  <a:pt x="2266" y="23"/>
                </a:lnTo>
                <a:lnTo>
                  <a:pt x="2266" y="52"/>
                </a:lnTo>
                <a:lnTo>
                  <a:pt x="2182" y="52"/>
                </a:lnTo>
                <a:lnTo>
                  <a:pt x="2182" y="309"/>
                </a:lnTo>
                <a:lnTo>
                  <a:pt x="2148" y="309"/>
                </a:lnTo>
                <a:lnTo>
                  <a:pt x="2148" y="52"/>
                </a:lnTo>
                <a:close/>
                <a:moveTo>
                  <a:pt x="1938" y="182"/>
                </a:moveTo>
                <a:cubicBezTo>
                  <a:pt x="1936" y="150"/>
                  <a:pt x="1920" y="135"/>
                  <a:pt x="1892" y="135"/>
                </a:cubicBezTo>
                <a:cubicBezTo>
                  <a:pt x="1866" y="135"/>
                  <a:pt x="1849" y="152"/>
                  <a:pt x="1844" y="182"/>
                </a:cubicBezTo>
                <a:lnTo>
                  <a:pt x="1938" y="182"/>
                </a:lnTo>
                <a:close/>
                <a:moveTo>
                  <a:pt x="1785" y="207"/>
                </a:moveTo>
                <a:lnTo>
                  <a:pt x="1785" y="204"/>
                </a:lnTo>
                <a:cubicBezTo>
                  <a:pt x="1785" y="138"/>
                  <a:pt x="1832" y="95"/>
                  <a:pt x="1892" y="95"/>
                </a:cubicBezTo>
                <a:cubicBezTo>
                  <a:pt x="1946" y="95"/>
                  <a:pt x="1994" y="127"/>
                  <a:pt x="1994" y="202"/>
                </a:cubicBezTo>
                <a:lnTo>
                  <a:pt x="1994" y="218"/>
                </a:lnTo>
                <a:lnTo>
                  <a:pt x="1844" y="218"/>
                </a:lnTo>
                <a:cubicBezTo>
                  <a:pt x="1845" y="252"/>
                  <a:pt x="1864" y="272"/>
                  <a:pt x="1896" y="272"/>
                </a:cubicBezTo>
                <a:cubicBezTo>
                  <a:pt x="1922" y="272"/>
                  <a:pt x="1936" y="261"/>
                  <a:pt x="1939" y="243"/>
                </a:cubicBezTo>
                <a:lnTo>
                  <a:pt x="1994" y="243"/>
                </a:lnTo>
                <a:cubicBezTo>
                  <a:pt x="1987" y="288"/>
                  <a:pt x="1951" y="314"/>
                  <a:pt x="1894" y="314"/>
                </a:cubicBezTo>
                <a:cubicBezTo>
                  <a:pt x="1831" y="314"/>
                  <a:pt x="1785" y="274"/>
                  <a:pt x="1785" y="207"/>
                </a:cubicBezTo>
                <a:moveTo>
                  <a:pt x="1638" y="100"/>
                </a:moveTo>
                <a:lnTo>
                  <a:pt x="1696" y="100"/>
                </a:lnTo>
                <a:lnTo>
                  <a:pt x="1696" y="140"/>
                </a:lnTo>
                <a:cubicBezTo>
                  <a:pt x="1709" y="112"/>
                  <a:pt x="1730" y="97"/>
                  <a:pt x="1764" y="97"/>
                </a:cubicBezTo>
                <a:lnTo>
                  <a:pt x="1764" y="151"/>
                </a:lnTo>
                <a:cubicBezTo>
                  <a:pt x="1721" y="150"/>
                  <a:pt x="1696" y="164"/>
                  <a:pt x="1696" y="204"/>
                </a:cubicBezTo>
                <a:lnTo>
                  <a:pt x="1696" y="309"/>
                </a:lnTo>
                <a:lnTo>
                  <a:pt x="1638" y="309"/>
                </a:lnTo>
                <a:lnTo>
                  <a:pt x="1638" y="100"/>
                </a:lnTo>
                <a:close/>
                <a:moveTo>
                  <a:pt x="1392" y="235"/>
                </a:moveTo>
                <a:lnTo>
                  <a:pt x="1392" y="100"/>
                </a:lnTo>
                <a:lnTo>
                  <a:pt x="1449" y="100"/>
                </a:lnTo>
                <a:lnTo>
                  <a:pt x="1449" y="227"/>
                </a:lnTo>
                <a:cubicBezTo>
                  <a:pt x="1449" y="255"/>
                  <a:pt x="1461" y="269"/>
                  <a:pt x="1486" y="269"/>
                </a:cubicBezTo>
                <a:cubicBezTo>
                  <a:pt x="1510" y="269"/>
                  <a:pt x="1529" y="254"/>
                  <a:pt x="1529" y="223"/>
                </a:cubicBezTo>
                <a:lnTo>
                  <a:pt x="1529" y="100"/>
                </a:lnTo>
                <a:lnTo>
                  <a:pt x="1587" y="100"/>
                </a:lnTo>
                <a:lnTo>
                  <a:pt x="1587" y="309"/>
                </a:lnTo>
                <a:lnTo>
                  <a:pt x="1529" y="309"/>
                </a:lnTo>
                <a:lnTo>
                  <a:pt x="1529" y="276"/>
                </a:lnTo>
                <a:cubicBezTo>
                  <a:pt x="1518" y="298"/>
                  <a:pt x="1497" y="314"/>
                  <a:pt x="1463" y="314"/>
                </a:cubicBezTo>
                <a:cubicBezTo>
                  <a:pt x="1422" y="314"/>
                  <a:pt x="1392" y="290"/>
                  <a:pt x="1392" y="235"/>
                </a:cubicBezTo>
                <a:moveTo>
                  <a:pt x="1251" y="247"/>
                </a:moveTo>
                <a:lnTo>
                  <a:pt x="1251" y="141"/>
                </a:lnTo>
                <a:lnTo>
                  <a:pt x="1224" y="141"/>
                </a:lnTo>
                <a:lnTo>
                  <a:pt x="1224" y="100"/>
                </a:lnTo>
                <a:lnTo>
                  <a:pt x="1251" y="100"/>
                </a:lnTo>
                <a:lnTo>
                  <a:pt x="1251" y="55"/>
                </a:lnTo>
                <a:lnTo>
                  <a:pt x="1309" y="55"/>
                </a:lnTo>
                <a:lnTo>
                  <a:pt x="1309" y="100"/>
                </a:lnTo>
                <a:lnTo>
                  <a:pt x="1353" y="100"/>
                </a:lnTo>
                <a:lnTo>
                  <a:pt x="1353" y="141"/>
                </a:lnTo>
                <a:lnTo>
                  <a:pt x="1309" y="141"/>
                </a:lnTo>
                <a:lnTo>
                  <a:pt x="1309" y="242"/>
                </a:lnTo>
                <a:cubicBezTo>
                  <a:pt x="1309" y="259"/>
                  <a:pt x="1317" y="267"/>
                  <a:pt x="1332" y="267"/>
                </a:cubicBezTo>
                <a:cubicBezTo>
                  <a:pt x="1341" y="267"/>
                  <a:pt x="1347" y="266"/>
                  <a:pt x="1354" y="263"/>
                </a:cubicBezTo>
                <a:lnTo>
                  <a:pt x="1354" y="308"/>
                </a:lnTo>
                <a:cubicBezTo>
                  <a:pt x="1346" y="310"/>
                  <a:pt x="1334" y="313"/>
                  <a:pt x="1319" y="313"/>
                </a:cubicBezTo>
                <a:cubicBezTo>
                  <a:pt x="1275" y="313"/>
                  <a:pt x="1251" y="291"/>
                  <a:pt x="1251" y="247"/>
                </a:cubicBezTo>
                <a:close/>
                <a:moveTo>
                  <a:pt x="996" y="100"/>
                </a:moveTo>
                <a:lnTo>
                  <a:pt x="1054" y="100"/>
                </a:lnTo>
                <a:lnTo>
                  <a:pt x="1054" y="133"/>
                </a:lnTo>
                <a:cubicBezTo>
                  <a:pt x="1065" y="112"/>
                  <a:pt x="1088" y="95"/>
                  <a:pt x="1122" y="95"/>
                </a:cubicBezTo>
                <a:cubicBezTo>
                  <a:pt x="1164" y="95"/>
                  <a:pt x="1193" y="120"/>
                  <a:pt x="1193" y="176"/>
                </a:cubicBezTo>
                <a:lnTo>
                  <a:pt x="1193" y="309"/>
                </a:lnTo>
                <a:lnTo>
                  <a:pt x="1135" y="309"/>
                </a:lnTo>
                <a:lnTo>
                  <a:pt x="1135" y="184"/>
                </a:lnTo>
                <a:cubicBezTo>
                  <a:pt x="1135" y="156"/>
                  <a:pt x="1124" y="142"/>
                  <a:pt x="1098" y="142"/>
                </a:cubicBezTo>
                <a:cubicBezTo>
                  <a:pt x="1073" y="142"/>
                  <a:pt x="1054" y="158"/>
                  <a:pt x="1054" y="188"/>
                </a:cubicBezTo>
                <a:lnTo>
                  <a:pt x="1054" y="309"/>
                </a:lnTo>
                <a:lnTo>
                  <a:pt x="996" y="309"/>
                </a:lnTo>
                <a:lnTo>
                  <a:pt x="996" y="100"/>
                </a:lnTo>
                <a:close/>
                <a:moveTo>
                  <a:pt x="902" y="182"/>
                </a:moveTo>
                <a:cubicBezTo>
                  <a:pt x="900" y="150"/>
                  <a:pt x="884" y="135"/>
                  <a:pt x="856" y="135"/>
                </a:cubicBezTo>
                <a:cubicBezTo>
                  <a:pt x="830" y="135"/>
                  <a:pt x="813" y="152"/>
                  <a:pt x="808" y="182"/>
                </a:cubicBezTo>
                <a:lnTo>
                  <a:pt x="902" y="182"/>
                </a:lnTo>
                <a:close/>
                <a:moveTo>
                  <a:pt x="749" y="207"/>
                </a:moveTo>
                <a:lnTo>
                  <a:pt x="749" y="204"/>
                </a:lnTo>
                <a:cubicBezTo>
                  <a:pt x="749" y="138"/>
                  <a:pt x="796" y="95"/>
                  <a:pt x="856" y="95"/>
                </a:cubicBezTo>
                <a:cubicBezTo>
                  <a:pt x="910" y="95"/>
                  <a:pt x="958" y="127"/>
                  <a:pt x="958" y="202"/>
                </a:cubicBezTo>
                <a:lnTo>
                  <a:pt x="958" y="218"/>
                </a:lnTo>
                <a:lnTo>
                  <a:pt x="808" y="218"/>
                </a:lnTo>
                <a:cubicBezTo>
                  <a:pt x="809" y="252"/>
                  <a:pt x="828" y="272"/>
                  <a:pt x="860" y="272"/>
                </a:cubicBezTo>
                <a:cubicBezTo>
                  <a:pt x="886" y="272"/>
                  <a:pt x="900" y="261"/>
                  <a:pt x="903" y="243"/>
                </a:cubicBezTo>
                <a:lnTo>
                  <a:pt x="958" y="243"/>
                </a:lnTo>
                <a:cubicBezTo>
                  <a:pt x="951" y="288"/>
                  <a:pt x="915" y="314"/>
                  <a:pt x="858" y="314"/>
                </a:cubicBezTo>
                <a:cubicBezTo>
                  <a:pt x="795" y="314"/>
                  <a:pt x="749" y="274"/>
                  <a:pt x="749" y="207"/>
                </a:cubicBezTo>
                <a:moveTo>
                  <a:pt x="518" y="207"/>
                </a:moveTo>
                <a:lnTo>
                  <a:pt x="518" y="204"/>
                </a:lnTo>
                <a:cubicBezTo>
                  <a:pt x="518" y="136"/>
                  <a:pt x="566" y="95"/>
                  <a:pt x="626" y="95"/>
                </a:cubicBezTo>
                <a:cubicBezTo>
                  <a:pt x="674" y="95"/>
                  <a:pt x="719" y="116"/>
                  <a:pt x="724" y="176"/>
                </a:cubicBezTo>
                <a:lnTo>
                  <a:pt x="669" y="176"/>
                </a:lnTo>
                <a:cubicBezTo>
                  <a:pt x="665" y="152"/>
                  <a:pt x="650" y="141"/>
                  <a:pt x="627" y="141"/>
                </a:cubicBezTo>
                <a:cubicBezTo>
                  <a:pt x="597" y="141"/>
                  <a:pt x="577" y="163"/>
                  <a:pt x="577" y="203"/>
                </a:cubicBezTo>
                <a:lnTo>
                  <a:pt x="577" y="206"/>
                </a:lnTo>
                <a:cubicBezTo>
                  <a:pt x="577" y="248"/>
                  <a:pt x="596" y="270"/>
                  <a:pt x="628" y="270"/>
                </a:cubicBezTo>
                <a:cubicBezTo>
                  <a:pt x="651" y="270"/>
                  <a:pt x="670" y="256"/>
                  <a:pt x="673" y="230"/>
                </a:cubicBezTo>
                <a:lnTo>
                  <a:pt x="725" y="230"/>
                </a:lnTo>
                <a:cubicBezTo>
                  <a:pt x="722" y="279"/>
                  <a:pt x="686" y="314"/>
                  <a:pt x="625" y="314"/>
                </a:cubicBezTo>
                <a:cubicBezTo>
                  <a:pt x="564" y="314"/>
                  <a:pt x="518" y="276"/>
                  <a:pt x="518" y="207"/>
                </a:cubicBezTo>
                <a:moveTo>
                  <a:pt x="286" y="207"/>
                </a:moveTo>
                <a:lnTo>
                  <a:pt x="286" y="204"/>
                </a:lnTo>
                <a:cubicBezTo>
                  <a:pt x="286" y="136"/>
                  <a:pt x="335" y="95"/>
                  <a:pt x="394" y="95"/>
                </a:cubicBezTo>
                <a:cubicBezTo>
                  <a:pt x="443" y="95"/>
                  <a:pt x="488" y="116"/>
                  <a:pt x="493" y="176"/>
                </a:cubicBezTo>
                <a:lnTo>
                  <a:pt x="438" y="176"/>
                </a:lnTo>
                <a:cubicBezTo>
                  <a:pt x="434" y="152"/>
                  <a:pt x="419" y="141"/>
                  <a:pt x="396" y="141"/>
                </a:cubicBezTo>
                <a:cubicBezTo>
                  <a:pt x="366" y="141"/>
                  <a:pt x="346" y="163"/>
                  <a:pt x="346" y="203"/>
                </a:cubicBezTo>
                <a:lnTo>
                  <a:pt x="346" y="206"/>
                </a:lnTo>
                <a:cubicBezTo>
                  <a:pt x="346" y="248"/>
                  <a:pt x="364" y="270"/>
                  <a:pt x="397" y="270"/>
                </a:cubicBezTo>
                <a:cubicBezTo>
                  <a:pt x="420" y="270"/>
                  <a:pt x="439" y="256"/>
                  <a:pt x="442" y="230"/>
                </a:cubicBezTo>
                <a:lnTo>
                  <a:pt x="494" y="230"/>
                </a:lnTo>
                <a:cubicBezTo>
                  <a:pt x="491" y="279"/>
                  <a:pt x="455" y="314"/>
                  <a:pt x="394" y="314"/>
                </a:cubicBezTo>
                <a:cubicBezTo>
                  <a:pt x="333" y="314"/>
                  <a:pt x="286" y="276"/>
                  <a:pt x="286" y="207"/>
                </a:cubicBezTo>
                <a:close/>
                <a:moveTo>
                  <a:pt x="94" y="200"/>
                </a:moveTo>
                <a:lnTo>
                  <a:pt x="170" y="200"/>
                </a:lnTo>
                <a:lnTo>
                  <a:pt x="132" y="76"/>
                </a:lnTo>
                <a:lnTo>
                  <a:pt x="94" y="200"/>
                </a:lnTo>
                <a:close/>
                <a:moveTo>
                  <a:pt x="94" y="23"/>
                </a:moveTo>
                <a:lnTo>
                  <a:pt x="178" y="23"/>
                </a:lnTo>
                <a:lnTo>
                  <a:pt x="271" y="309"/>
                </a:lnTo>
                <a:lnTo>
                  <a:pt x="204" y="309"/>
                </a:lnTo>
                <a:lnTo>
                  <a:pt x="184" y="246"/>
                </a:lnTo>
                <a:lnTo>
                  <a:pt x="80" y="246"/>
                </a:lnTo>
                <a:lnTo>
                  <a:pt x="61" y="309"/>
                </a:lnTo>
                <a:lnTo>
                  <a:pt x="0" y="309"/>
                </a:lnTo>
                <a:lnTo>
                  <a:pt x="94" y="2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4232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3+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84A5767-82AC-46A2-88DD-C31D51E1CB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13" name="Logo_WH" descr="Accenture logo in white">
            <a:extLst>
              <a:ext uri="{FF2B5EF4-FFF2-40B4-BE49-F238E27FC236}">
                <a16:creationId xmlns:a16="http://schemas.microsoft.com/office/drawing/2014/main" id="{6E8422F7-B85B-4755-B6A1-FFEA87624FFE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381000" y="381000"/>
            <a:ext cx="1883664" cy="496247"/>
            <a:chOff x="1561" y="187"/>
            <a:chExt cx="4536" cy="1195"/>
          </a:xfrm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64597228-D9AB-44B8-B1CD-B17ABE7714E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C5BFA133-9FE4-4FB4-968A-A369A9EF6AE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4" name="Acc_Tech_Logo_WH" descr="Accenture Technology wordmark in white">
            <a:extLst>
              <a:ext uri="{FF2B5EF4-FFF2-40B4-BE49-F238E27FC236}">
                <a16:creationId xmlns:a16="http://schemas.microsoft.com/office/drawing/2014/main" id="{77A704DC-31A8-4495-8AF1-E7E89DF738BF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381001" y="6096691"/>
            <a:ext cx="3008376" cy="276189"/>
          </a:xfrm>
          <a:custGeom>
            <a:avLst/>
            <a:gdLst>
              <a:gd name="T0" fmla="*/ 4127 w 4219"/>
              <a:gd name="T1" fmla="*/ 250 h 386"/>
              <a:gd name="T2" fmla="*/ 4070 w 4219"/>
              <a:gd name="T3" fmla="*/ 382 h 386"/>
              <a:gd name="T4" fmla="*/ 3885 w 4219"/>
              <a:gd name="T5" fmla="*/ 124 h 386"/>
              <a:gd name="T6" fmla="*/ 3952 w 4219"/>
              <a:gd name="T7" fmla="*/ 201 h 386"/>
              <a:gd name="T8" fmla="*/ 3950 w 4219"/>
              <a:gd name="T9" fmla="*/ 293 h 386"/>
              <a:gd name="T10" fmla="*/ 3784 w 4219"/>
              <a:gd name="T11" fmla="*/ 200 h 386"/>
              <a:gd name="T12" fmla="*/ 3984 w 4219"/>
              <a:gd name="T13" fmla="*/ 100 h 386"/>
              <a:gd name="T14" fmla="*/ 3714 w 4219"/>
              <a:gd name="T15" fmla="*/ 206 h 386"/>
              <a:gd name="T16" fmla="*/ 3577 w 4219"/>
              <a:gd name="T17" fmla="*/ 206 h 386"/>
              <a:gd name="T18" fmla="*/ 3543 w 4219"/>
              <a:gd name="T19" fmla="*/ 203 h 386"/>
              <a:gd name="T20" fmla="*/ 3645 w 4219"/>
              <a:gd name="T21" fmla="*/ 313 h 386"/>
              <a:gd name="T22" fmla="*/ 3490 w 4219"/>
              <a:gd name="T23" fmla="*/ 309 h 386"/>
              <a:gd name="T24" fmla="*/ 3370 w 4219"/>
              <a:gd name="T25" fmla="*/ 204 h 386"/>
              <a:gd name="T26" fmla="*/ 3302 w 4219"/>
              <a:gd name="T27" fmla="*/ 285 h 386"/>
              <a:gd name="T28" fmla="*/ 3302 w 4219"/>
              <a:gd name="T29" fmla="*/ 96 h 386"/>
              <a:gd name="T30" fmla="*/ 3199 w 4219"/>
              <a:gd name="T31" fmla="*/ 206 h 386"/>
              <a:gd name="T32" fmla="*/ 3076 w 4219"/>
              <a:gd name="T33" fmla="*/ 96 h 386"/>
              <a:gd name="T34" fmla="*/ 3116 w 4219"/>
              <a:gd name="T35" fmla="*/ 178 h 386"/>
              <a:gd name="T36" fmla="*/ 2975 w 4219"/>
              <a:gd name="T37" fmla="*/ 309 h 386"/>
              <a:gd name="T38" fmla="*/ 2769 w 4219"/>
              <a:gd name="T39" fmla="*/ 133 h 386"/>
              <a:gd name="T40" fmla="*/ 2877 w 4219"/>
              <a:gd name="T41" fmla="*/ 309 h 386"/>
              <a:gd name="T42" fmla="*/ 2769 w 4219"/>
              <a:gd name="T43" fmla="*/ 309 h 386"/>
              <a:gd name="T44" fmla="*/ 2492 w 4219"/>
              <a:gd name="T45" fmla="*/ 204 h 386"/>
              <a:gd name="T46" fmla="*/ 2594 w 4219"/>
              <a:gd name="T47" fmla="*/ 124 h 386"/>
              <a:gd name="T48" fmla="*/ 2655 w 4219"/>
              <a:gd name="T49" fmla="*/ 234 h 386"/>
              <a:gd name="T50" fmla="*/ 2423 w 4219"/>
              <a:gd name="T51" fmla="*/ 184 h 386"/>
              <a:gd name="T52" fmla="*/ 2265 w 4219"/>
              <a:gd name="T53" fmla="*/ 207 h 386"/>
              <a:gd name="T54" fmla="*/ 2457 w 4219"/>
              <a:gd name="T55" fmla="*/ 211 h 386"/>
              <a:gd name="T56" fmla="*/ 2456 w 4219"/>
              <a:gd name="T57" fmla="*/ 249 h 386"/>
              <a:gd name="T58" fmla="*/ 2064 w 4219"/>
              <a:gd name="T59" fmla="*/ 52 h 386"/>
              <a:gd name="T60" fmla="*/ 2182 w 4219"/>
              <a:gd name="T61" fmla="*/ 52 h 386"/>
              <a:gd name="T62" fmla="*/ 1938 w 4219"/>
              <a:gd name="T63" fmla="*/ 182 h 386"/>
              <a:gd name="T64" fmla="*/ 1785 w 4219"/>
              <a:gd name="T65" fmla="*/ 207 h 386"/>
              <a:gd name="T66" fmla="*/ 1994 w 4219"/>
              <a:gd name="T67" fmla="*/ 218 h 386"/>
              <a:gd name="T68" fmla="*/ 1994 w 4219"/>
              <a:gd name="T69" fmla="*/ 243 h 386"/>
              <a:gd name="T70" fmla="*/ 1696 w 4219"/>
              <a:gd name="T71" fmla="*/ 100 h 386"/>
              <a:gd name="T72" fmla="*/ 1696 w 4219"/>
              <a:gd name="T73" fmla="*/ 204 h 386"/>
              <a:gd name="T74" fmla="*/ 1392 w 4219"/>
              <a:gd name="T75" fmla="*/ 235 h 386"/>
              <a:gd name="T76" fmla="*/ 1486 w 4219"/>
              <a:gd name="T77" fmla="*/ 269 h 386"/>
              <a:gd name="T78" fmla="*/ 1587 w 4219"/>
              <a:gd name="T79" fmla="*/ 309 h 386"/>
              <a:gd name="T80" fmla="*/ 1392 w 4219"/>
              <a:gd name="T81" fmla="*/ 235 h 386"/>
              <a:gd name="T82" fmla="*/ 1224 w 4219"/>
              <a:gd name="T83" fmla="*/ 100 h 386"/>
              <a:gd name="T84" fmla="*/ 1309 w 4219"/>
              <a:gd name="T85" fmla="*/ 100 h 386"/>
              <a:gd name="T86" fmla="*/ 1309 w 4219"/>
              <a:gd name="T87" fmla="*/ 242 h 386"/>
              <a:gd name="T88" fmla="*/ 1319 w 4219"/>
              <a:gd name="T89" fmla="*/ 313 h 386"/>
              <a:gd name="T90" fmla="*/ 1054 w 4219"/>
              <a:gd name="T91" fmla="*/ 133 h 386"/>
              <a:gd name="T92" fmla="*/ 1135 w 4219"/>
              <a:gd name="T93" fmla="*/ 309 h 386"/>
              <a:gd name="T94" fmla="*/ 1054 w 4219"/>
              <a:gd name="T95" fmla="*/ 309 h 386"/>
              <a:gd name="T96" fmla="*/ 856 w 4219"/>
              <a:gd name="T97" fmla="*/ 135 h 386"/>
              <a:gd name="T98" fmla="*/ 749 w 4219"/>
              <a:gd name="T99" fmla="*/ 204 h 386"/>
              <a:gd name="T100" fmla="*/ 808 w 4219"/>
              <a:gd name="T101" fmla="*/ 218 h 386"/>
              <a:gd name="T102" fmla="*/ 858 w 4219"/>
              <a:gd name="T103" fmla="*/ 314 h 386"/>
              <a:gd name="T104" fmla="*/ 626 w 4219"/>
              <a:gd name="T105" fmla="*/ 95 h 386"/>
              <a:gd name="T106" fmla="*/ 577 w 4219"/>
              <a:gd name="T107" fmla="*/ 203 h 386"/>
              <a:gd name="T108" fmla="*/ 725 w 4219"/>
              <a:gd name="T109" fmla="*/ 230 h 386"/>
              <a:gd name="T110" fmla="*/ 286 w 4219"/>
              <a:gd name="T111" fmla="*/ 204 h 386"/>
              <a:gd name="T112" fmla="*/ 396 w 4219"/>
              <a:gd name="T113" fmla="*/ 141 h 386"/>
              <a:gd name="T114" fmla="*/ 442 w 4219"/>
              <a:gd name="T115" fmla="*/ 230 h 386"/>
              <a:gd name="T116" fmla="*/ 94 w 4219"/>
              <a:gd name="T117" fmla="*/ 200 h 386"/>
              <a:gd name="T118" fmla="*/ 94 w 4219"/>
              <a:gd name="T119" fmla="*/ 23 h 386"/>
              <a:gd name="T120" fmla="*/ 184 w 4219"/>
              <a:gd name="T121" fmla="*/ 246 h 386"/>
              <a:gd name="T122" fmla="*/ 94 w 4219"/>
              <a:gd name="T123" fmla="*/ 23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19" h="386">
                <a:moveTo>
                  <a:pt x="4109" y="288"/>
                </a:moveTo>
                <a:lnTo>
                  <a:pt x="4027" y="100"/>
                </a:lnTo>
                <a:lnTo>
                  <a:pt x="4063" y="100"/>
                </a:lnTo>
                <a:lnTo>
                  <a:pt x="4127" y="250"/>
                </a:lnTo>
                <a:lnTo>
                  <a:pt x="4185" y="100"/>
                </a:lnTo>
                <a:lnTo>
                  <a:pt x="4219" y="100"/>
                </a:lnTo>
                <a:lnTo>
                  <a:pt x="4103" y="382"/>
                </a:lnTo>
                <a:lnTo>
                  <a:pt x="4070" y="382"/>
                </a:lnTo>
                <a:lnTo>
                  <a:pt x="4109" y="288"/>
                </a:lnTo>
                <a:close/>
                <a:moveTo>
                  <a:pt x="3952" y="201"/>
                </a:moveTo>
                <a:lnTo>
                  <a:pt x="3952" y="198"/>
                </a:lnTo>
                <a:cubicBezTo>
                  <a:pt x="3952" y="151"/>
                  <a:pt x="3926" y="124"/>
                  <a:pt x="3885" y="124"/>
                </a:cubicBezTo>
                <a:cubicBezTo>
                  <a:pt x="3844" y="124"/>
                  <a:pt x="3819" y="155"/>
                  <a:pt x="3819" y="199"/>
                </a:cubicBezTo>
                <a:lnTo>
                  <a:pt x="3819" y="202"/>
                </a:lnTo>
                <a:cubicBezTo>
                  <a:pt x="3819" y="248"/>
                  <a:pt x="3848" y="275"/>
                  <a:pt x="3883" y="275"/>
                </a:cubicBezTo>
                <a:cubicBezTo>
                  <a:pt x="3922" y="275"/>
                  <a:pt x="3952" y="248"/>
                  <a:pt x="3952" y="201"/>
                </a:cubicBezTo>
                <a:close/>
                <a:moveTo>
                  <a:pt x="3789" y="321"/>
                </a:moveTo>
                <a:lnTo>
                  <a:pt x="3823" y="321"/>
                </a:lnTo>
                <a:cubicBezTo>
                  <a:pt x="3828" y="345"/>
                  <a:pt x="3848" y="358"/>
                  <a:pt x="3883" y="358"/>
                </a:cubicBezTo>
                <a:cubicBezTo>
                  <a:pt x="3924" y="358"/>
                  <a:pt x="3950" y="338"/>
                  <a:pt x="3950" y="293"/>
                </a:cubicBezTo>
                <a:lnTo>
                  <a:pt x="3950" y="263"/>
                </a:lnTo>
                <a:cubicBezTo>
                  <a:pt x="3938" y="283"/>
                  <a:pt x="3910" y="302"/>
                  <a:pt x="3880" y="302"/>
                </a:cubicBezTo>
                <a:cubicBezTo>
                  <a:pt x="3825" y="302"/>
                  <a:pt x="3784" y="261"/>
                  <a:pt x="3784" y="203"/>
                </a:cubicBezTo>
                <a:lnTo>
                  <a:pt x="3784" y="200"/>
                </a:lnTo>
                <a:cubicBezTo>
                  <a:pt x="3784" y="144"/>
                  <a:pt x="3824" y="96"/>
                  <a:pt x="3882" y="96"/>
                </a:cubicBezTo>
                <a:cubicBezTo>
                  <a:pt x="3917" y="96"/>
                  <a:pt x="3938" y="113"/>
                  <a:pt x="3950" y="134"/>
                </a:cubicBezTo>
                <a:lnTo>
                  <a:pt x="3950" y="100"/>
                </a:lnTo>
                <a:lnTo>
                  <a:pt x="3984" y="100"/>
                </a:lnTo>
                <a:lnTo>
                  <a:pt x="3984" y="295"/>
                </a:lnTo>
                <a:cubicBezTo>
                  <a:pt x="3983" y="356"/>
                  <a:pt x="3942" y="386"/>
                  <a:pt x="3884" y="386"/>
                </a:cubicBezTo>
                <a:cubicBezTo>
                  <a:pt x="3822" y="386"/>
                  <a:pt x="3794" y="356"/>
                  <a:pt x="3789" y="321"/>
                </a:cubicBezTo>
                <a:close/>
                <a:moveTo>
                  <a:pt x="3714" y="206"/>
                </a:moveTo>
                <a:lnTo>
                  <a:pt x="3714" y="204"/>
                </a:lnTo>
                <a:cubicBezTo>
                  <a:pt x="3714" y="155"/>
                  <a:pt x="3687" y="124"/>
                  <a:pt x="3646" y="124"/>
                </a:cubicBezTo>
                <a:cubicBezTo>
                  <a:pt x="3604" y="124"/>
                  <a:pt x="3577" y="155"/>
                  <a:pt x="3577" y="203"/>
                </a:cubicBezTo>
                <a:lnTo>
                  <a:pt x="3577" y="206"/>
                </a:lnTo>
                <a:cubicBezTo>
                  <a:pt x="3577" y="254"/>
                  <a:pt x="3603" y="285"/>
                  <a:pt x="3646" y="285"/>
                </a:cubicBezTo>
                <a:cubicBezTo>
                  <a:pt x="3688" y="285"/>
                  <a:pt x="3714" y="254"/>
                  <a:pt x="3714" y="206"/>
                </a:cubicBezTo>
                <a:close/>
                <a:moveTo>
                  <a:pt x="3543" y="206"/>
                </a:moveTo>
                <a:lnTo>
                  <a:pt x="3543" y="203"/>
                </a:lnTo>
                <a:cubicBezTo>
                  <a:pt x="3543" y="140"/>
                  <a:pt x="3586" y="96"/>
                  <a:pt x="3646" y="96"/>
                </a:cubicBezTo>
                <a:cubicBezTo>
                  <a:pt x="3705" y="96"/>
                  <a:pt x="3748" y="140"/>
                  <a:pt x="3748" y="203"/>
                </a:cubicBezTo>
                <a:lnTo>
                  <a:pt x="3748" y="206"/>
                </a:lnTo>
                <a:cubicBezTo>
                  <a:pt x="3748" y="269"/>
                  <a:pt x="3705" y="313"/>
                  <a:pt x="3645" y="313"/>
                </a:cubicBezTo>
                <a:cubicBezTo>
                  <a:pt x="3586" y="313"/>
                  <a:pt x="3543" y="268"/>
                  <a:pt x="3543" y="206"/>
                </a:cubicBezTo>
                <a:close/>
                <a:moveTo>
                  <a:pt x="3457" y="0"/>
                </a:moveTo>
                <a:lnTo>
                  <a:pt x="3490" y="0"/>
                </a:lnTo>
                <a:lnTo>
                  <a:pt x="3490" y="309"/>
                </a:lnTo>
                <a:lnTo>
                  <a:pt x="3457" y="309"/>
                </a:lnTo>
                <a:lnTo>
                  <a:pt x="3457" y="0"/>
                </a:lnTo>
                <a:close/>
                <a:moveTo>
                  <a:pt x="3370" y="206"/>
                </a:moveTo>
                <a:lnTo>
                  <a:pt x="3370" y="204"/>
                </a:lnTo>
                <a:cubicBezTo>
                  <a:pt x="3370" y="155"/>
                  <a:pt x="3343" y="124"/>
                  <a:pt x="3302" y="124"/>
                </a:cubicBezTo>
                <a:cubicBezTo>
                  <a:pt x="3260" y="124"/>
                  <a:pt x="3233" y="155"/>
                  <a:pt x="3233" y="203"/>
                </a:cubicBezTo>
                <a:lnTo>
                  <a:pt x="3233" y="206"/>
                </a:lnTo>
                <a:cubicBezTo>
                  <a:pt x="3233" y="254"/>
                  <a:pt x="3259" y="285"/>
                  <a:pt x="3302" y="285"/>
                </a:cubicBezTo>
                <a:cubicBezTo>
                  <a:pt x="3344" y="285"/>
                  <a:pt x="3370" y="254"/>
                  <a:pt x="3370" y="206"/>
                </a:cubicBezTo>
                <a:close/>
                <a:moveTo>
                  <a:pt x="3199" y="206"/>
                </a:moveTo>
                <a:lnTo>
                  <a:pt x="3199" y="203"/>
                </a:lnTo>
                <a:cubicBezTo>
                  <a:pt x="3199" y="140"/>
                  <a:pt x="3242" y="96"/>
                  <a:pt x="3302" y="96"/>
                </a:cubicBezTo>
                <a:cubicBezTo>
                  <a:pt x="3361" y="96"/>
                  <a:pt x="3404" y="140"/>
                  <a:pt x="3404" y="203"/>
                </a:cubicBezTo>
                <a:lnTo>
                  <a:pt x="3404" y="206"/>
                </a:lnTo>
                <a:cubicBezTo>
                  <a:pt x="3404" y="269"/>
                  <a:pt x="3361" y="313"/>
                  <a:pt x="3301" y="313"/>
                </a:cubicBezTo>
                <a:cubicBezTo>
                  <a:pt x="3242" y="313"/>
                  <a:pt x="3199" y="268"/>
                  <a:pt x="3199" y="206"/>
                </a:cubicBezTo>
                <a:close/>
                <a:moveTo>
                  <a:pt x="2975" y="100"/>
                </a:moveTo>
                <a:lnTo>
                  <a:pt x="3008" y="100"/>
                </a:lnTo>
                <a:lnTo>
                  <a:pt x="3008" y="133"/>
                </a:lnTo>
                <a:cubicBezTo>
                  <a:pt x="3018" y="114"/>
                  <a:pt x="3041" y="96"/>
                  <a:pt x="3076" y="96"/>
                </a:cubicBezTo>
                <a:cubicBezTo>
                  <a:pt x="3119" y="96"/>
                  <a:pt x="3149" y="120"/>
                  <a:pt x="3149" y="181"/>
                </a:cubicBezTo>
                <a:lnTo>
                  <a:pt x="3149" y="309"/>
                </a:lnTo>
                <a:lnTo>
                  <a:pt x="3116" y="309"/>
                </a:lnTo>
                <a:lnTo>
                  <a:pt x="3116" y="178"/>
                </a:lnTo>
                <a:cubicBezTo>
                  <a:pt x="3116" y="142"/>
                  <a:pt x="3100" y="125"/>
                  <a:pt x="3067" y="125"/>
                </a:cubicBezTo>
                <a:cubicBezTo>
                  <a:pt x="3036" y="125"/>
                  <a:pt x="3008" y="145"/>
                  <a:pt x="3008" y="182"/>
                </a:cubicBezTo>
                <a:lnTo>
                  <a:pt x="3008" y="309"/>
                </a:lnTo>
                <a:lnTo>
                  <a:pt x="2975" y="309"/>
                </a:lnTo>
                <a:lnTo>
                  <a:pt x="2975" y="100"/>
                </a:lnTo>
                <a:close/>
                <a:moveTo>
                  <a:pt x="2736" y="0"/>
                </a:moveTo>
                <a:lnTo>
                  <a:pt x="2769" y="0"/>
                </a:lnTo>
                <a:lnTo>
                  <a:pt x="2769" y="133"/>
                </a:lnTo>
                <a:cubicBezTo>
                  <a:pt x="2779" y="114"/>
                  <a:pt x="2802" y="96"/>
                  <a:pt x="2836" y="96"/>
                </a:cubicBezTo>
                <a:cubicBezTo>
                  <a:pt x="2880" y="96"/>
                  <a:pt x="2910" y="120"/>
                  <a:pt x="2910" y="181"/>
                </a:cubicBezTo>
                <a:lnTo>
                  <a:pt x="2910" y="309"/>
                </a:lnTo>
                <a:lnTo>
                  <a:pt x="2877" y="309"/>
                </a:lnTo>
                <a:lnTo>
                  <a:pt x="2877" y="178"/>
                </a:lnTo>
                <a:cubicBezTo>
                  <a:pt x="2877" y="142"/>
                  <a:pt x="2861" y="125"/>
                  <a:pt x="2828" y="125"/>
                </a:cubicBezTo>
                <a:cubicBezTo>
                  <a:pt x="2797" y="125"/>
                  <a:pt x="2769" y="145"/>
                  <a:pt x="2769" y="182"/>
                </a:cubicBezTo>
                <a:lnTo>
                  <a:pt x="2769" y="309"/>
                </a:lnTo>
                <a:lnTo>
                  <a:pt x="2736" y="309"/>
                </a:lnTo>
                <a:lnTo>
                  <a:pt x="2736" y="0"/>
                </a:lnTo>
                <a:close/>
                <a:moveTo>
                  <a:pt x="2492" y="207"/>
                </a:moveTo>
                <a:lnTo>
                  <a:pt x="2492" y="204"/>
                </a:lnTo>
                <a:cubicBezTo>
                  <a:pt x="2492" y="140"/>
                  <a:pt x="2538" y="96"/>
                  <a:pt x="2594" y="96"/>
                </a:cubicBezTo>
                <a:cubicBezTo>
                  <a:pt x="2638" y="96"/>
                  <a:pt x="2678" y="116"/>
                  <a:pt x="2685" y="170"/>
                </a:cubicBezTo>
                <a:lnTo>
                  <a:pt x="2652" y="170"/>
                </a:lnTo>
                <a:cubicBezTo>
                  <a:pt x="2647" y="136"/>
                  <a:pt x="2623" y="124"/>
                  <a:pt x="2594" y="124"/>
                </a:cubicBezTo>
                <a:cubicBezTo>
                  <a:pt x="2556" y="124"/>
                  <a:pt x="2527" y="154"/>
                  <a:pt x="2527" y="204"/>
                </a:cubicBezTo>
                <a:lnTo>
                  <a:pt x="2527" y="207"/>
                </a:lnTo>
                <a:cubicBezTo>
                  <a:pt x="2527" y="258"/>
                  <a:pt x="2555" y="285"/>
                  <a:pt x="2595" y="285"/>
                </a:cubicBezTo>
                <a:cubicBezTo>
                  <a:pt x="2625" y="285"/>
                  <a:pt x="2652" y="268"/>
                  <a:pt x="2655" y="234"/>
                </a:cubicBezTo>
                <a:lnTo>
                  <a:pt x="2686" y="234"/>
                </a:lnTo>
                <a:cubicBezTo>
                  <a:pt x="2682" y="279"/>
                  <a:pt x="2645" y="313"/>
                  <a:pt x="2595" y="313"/>
                </a:cubicBezTo>
                <a:cubicBezTo>
                  <a:pt x="2536" y="313"/>
                  <a:pt x="2492" y="272"/>
                  <a:pt x="2492" y="207"/>
                </a:cubicBezTo>
                <a:close/>
                <a:moveTo>
                  <a:pt x="2423" y="184"/>
                </a:moveTo>
                <a:cubicBezTo>
                  <a:pt x="2420" y="141"/>
                  <a:pt x="2398" y="124"/>
                  <a:pt x="2363" y="124"/>
                </a:cubicBezTo>
                <a:cubicBezTo>
                  <a:pt x="2329" y="124"/>
                  <a:pt x="2306" y="147"/>
                  <a:pt x="2301" y="184"/>
                </a:cubicBezTo>
                <a:lnTo>
                  <a:pt x="2423" y="184"/>
                </a:lnTo>
                <a:close/>
                <a:moveTo>
                  <a:pt x="2265" y="207"/>
                </a:moveTo>
                <a:lnTo>
                  <a:pt x="2265" y="204"/>
                </a:lnTo>
                <a:cubicBezTo>
                  <a:pt x="2265" y="140"/>
                  <a:pt x="2306" y="96"/>
                  <a:pt x="2363" y="96"/>
                </a:cubicBezTo>
                <a:cubicBezTo>
                  <a:pt x="2412" y="96"/>
                  <a:pt x="2457" y="126"/>
                  <a:pt x="2457" y="200"/>
                </a:cubicBezTo>
                <a:lnTo>
                  <a:pt x="2457" y="211"/>
                </a:lnTo>
                <a:lnTo>
                  <a:pt x="2300" y="211"/>
                </a:lnTo>
                <a:cubicBezTo>
                  <a:pt x="2301" y="259"/>
                  <a:pt x="2324" y="285"/>
                  <a:pt x="2367" y="285"/>
                </a:cubicBezTo>
                <a:cubicBezTo>
                  <a:pt x="2399" y="285"/>
                  <a:pt x="2418" y="273"/>
                  <a:pt x="2422" y="249"/>
                </a:cubicBezTo>
                <a:lnTo>
                  <a:pt x="2456" y="249"/>
                </a:lnTo>
                <a:cubicBezTo>
                  <a:pt x="2448" y="291"/>
                  <a:pt x="2414" y="313"/>
                  <a:pt x="2366" y="313"/>
                </a:cubicBezTo>
                <a:cubicBezTo>
                  <a:pt x="2307" y="313"/>
                  <a:pt x="2265" y="271"/>
                  <a:pt x="2265" y="207"/>
                </a:cubicBezTo>
                <a:moveTo>
                  <a:pt x="2148" y="52"/>
                </a:moveTo>
                <a:lnTo>
                  <a:pt x="2064" y="52"/>
                </a:lnTo>
                <a:lnTo>
                  <a:pt x="2064" y="23"/>
                </a:lnTo>
                <a:lnTo>
                  <a:pt x="2266" y="23"/>
                </a:lnTo>
                <a:lnTo>
                  <a:pt x="2266" y="52"/>
                </a:lnTo>
                <a:lnTo>
                  <a:pt x="2182" y="52"/>
                </a:lnTo>
                <a:lnTo>
                  <a:pt x="2182" y="309"/>
                </a:lnTo>
                <a:lnTo>
                  <a:pt x="2148" y="309"/>
                </a:lnTo>
                <a:lnTo>
                  <a:pt x="2148" y="52"/>
                </a:lnTo>
                <a:close/>
                <a:moveTo>
                  <a:pt x="1938" y="182"/>
                </a:moveTo>
                <a:cubicBezTo>
                  <a:pt x="1936" y="150"/>
                  <a:pt x="1920" y="135"/>
                  <a:pt x="1892" y="135"/>
                </a:cubicBezTo>
                <a:cubicBezTo>
                  <a:pt x="1866" y="135"/>
                  <a:pt x="1849" y="152"/>
                  <a:pt x="1844" y="182"/>
                </a:cubicBezTo>
                <a:lnTo>
                  <a:pt x="1938" y="182"/>
                </a:lnTo>
                <a:close/>
                <a:moveTo>
                  <a:pt x="1785" y="207"/>
                </a:moveTo>
                <a:lnTo>
                  <a:pt x="1785" y="204"/>
                </a:lnTo>
                <a:cubicBezTo>
                  <a:pt x="1785" y="138"/>
                  <a:pt x="1832" y="95"/>
                  <a:pt x="1892" y="95"/>
                </a:cubicBezTo>
                <a:cubicBezTo>
                  <a:pt x="1946" y="95"/>
                  <a:pt x="1994" y="127"/>
                  <a:pt x="1994" y="202"/>
                </a:cubicBezTo>
                <a:lnTo>
                  <a:pt x="1994" y="218"/>
                </a:lnTo>
                <a:lnTo>
                  <a:pt x="1844" y="218"/>
                </a:lnTo>
                <a:cubicBezTo>
                  <a:pt x="1845" y="252"/>
                  <a:pt x="1864" y="272"/>
                  <a:pt x="1896" y="272"/>
                </a:cubicBezTo>
                <a:cubicBezTo>
                  <a:pt x="1922" y="272"/>
                  <a:pt x="1936" y="261"/>
                  <a:pt x="1939" y="243"/>
                </a:cubicBezTo>
                <a:lnTo>
                  <a:pt x="1994" y="243"/>
                </a:lnTo>
                <a:cubicBezTo>
                  <a:pt x="1987" y="288"/>
                  <a:pt x="1951" y="314"/>
                  <a:pt x="1894" y="314"/>
                </a:cubicBezTo>
                <a:cubicBezTo>
                  <a:pt x="1831" y="314"/>
                  <a:pt x="1785" y="274"/>
                  <a:pt x="1785" y="207"/>
                </a:cubicBezTo>
                <a:moveTo>
                  <a:pt x="1638" y="100"/>
                </a:moveTo>
                <a:lnTo>
                  <a:pt x="1696" y="100"/>
                </a:lnTo>
                <a:lnTo>
                  <a:pt x="1696" y="140"/>
                </a:lnTo>
                <a:cubicBezTo>
                  <a:pt x="1709" y="112"/>
                  <a:pt x="1730" y="97"/>
                  <a:pt x="1764" y="97"/>
                </a:cubicBezTo>
                <a:lnTo>
                  <a:pt x="1764" y="151"/>
                </a:lnTo>
                <a:cubicBezTo>
                  <a:pt x="1721" y="150"/>
                  <a:pt x="1696" y="164"/>
                  <a:pt x="1696" y="204"/>
                </a:cubicBezTo>
                <a:lnTo>
                  <a:pt x="1696" y="309"/>
                </a:lnTo>
                <a:lnTo>
                  <a:pt x="1638" y="309"/>
                </a:lnTo>
                <a:lnTo>
                  <a:pt x="1638" y="100"/>
                </a:lnTo>
                <a:close/>
                <a:moveTo>
                  <a:pt x="1392" y="235"/>
                </a:moveTo>
                <a:lnTo>
                  <a:pt x="1392" y="100"/>
                </a:lnTo>
                <a:lnTo>
                  <a:pt x="1449" y="100"/>
                </a:lnTo>
                <a:lnTo>
                  <a:pt x="1449" y="227"/>
                </a:lnTo>
                <a:cubicBezTo>
                  <a:pt x="1449" y="255"/>
                  <a:pt x="1461" y="269"/>
                  <a:pt x="1486" y="269"/>
                </a:cubicBezTo>
                <a:cubicBezTo>
                  <a:pt x="1510" y="269"/>
                  <a:pt x="1529" y="254"/>
                  <a:pt x="1529" y="223"/>
                </a:cubicBezTo>
                <a:lnTo>
                  <a:pt x="1529" y="100"/>
                </a:lnTo>
                <a:lnTo>
                  <a:pt x="1587" y="100"/>
                </a:lnTo>
                <a:lnTo>
                  <a:pt x="1587" y="309"/>
                </a:lnTo>
                <a:lnTo>
                  <a:pt x="1529" y="309"/>
                </a:lnTo>
                <a:lnTo>
                  <a:pt x="1529" y="276"/>
                </a:lnTo>
                <a:cubicBezTo>
                  <a:pt x="1518" y="298"/>
                  <a:pt x="1497" y="314"/>
                  <a:pt x="1463" y="314"/>
                </a:cubicBezTo>
                <a:cubicBezTo>
                  <a:pt x="1422" y="314"/>
                  <a:pt x="1392" y="290"/>
                  <a:pt x="1392" y="235"/>
                </a:cubicBezTo>
                <a:moveTo>
                  <a:pt x="1251" y="247"/>
                </a:moveTo>
                <a:lnTo>
                  <a:pt x="1251" y="141"/>
                </a:lnTo>
                <a:lnTo>
                  <a:pt x="1224" y="141"/>
                </a:lnTo>
                <a:lnTo>
                  <a:pt x="1224" y="100"/>
                </a:lnTo>
                <a:lnTo>
                  <a:pt x="1251" y="100"/>
                </a:lnTo>
                <a:lnTo>
                  <a:pt x="1251" y="55"/>
                </a:lnTo>
                <a:lnTo>
                  <a:pt x="1309" y="55"/>
                </a:lnTo>
                <a:lnTo>
                  <a:pt x="1309" y="100"/>
                </a:lnTo>
                <a:lnTo>
                  <a:pt x="1353" y="100"/>
                </a:lnTo>
                <a:lnTo>
                  <a:pt x="1353" y="141"/>
                </a:lnTo>
                <a:lnTo>
                  <a:pt x="1309" y="141"/>
                </a:lnTo>
                <a:lnTo>
                  <a:pt x="1309" y="242"/>
                </a:lnTo>
                <a:cubicBezTo>
                  <a:pt x="1309" y="259"/>
                  <a:pt x="1317" y="267"/>
                  <a:pt x="1332" y="267"/>
                </a:cubicBezTo>
                <a:cubicBezTo>
                  <a:pt x="1341" y="267"/>
                  <a:pt x="1347" y="266"/>
                  <a:pt x="1354" y="263"/>
                </a:cubicBezTo>
                <a:lnTo>
                  <a:pt x="1354" y="308"/>
                </a:lnTo>
                <a:cubicBezTo>
                  <a:pt x="1346" y="310"/>
                  <a:pt x="1334" y="313"/>
                  <a:pt x="1319" y="313"/>
                </a:cubicBezTo>
                <a:cubicBezTo>
                  <a:pt x="1275" y="313"/>
                  <a:pt x="1251" y="291"/>
                  <a:pt x="1251" y="247"/>
                </a:cubicBezTo>
                <a:close/>
                <a:moveTo>
                  <a:pt x="996" y="100"/>
                </a:moveTo>
                <a:lnTo>
                  <a:pt x="1054" y="100"/>
                </a:lnTo>
                <a:lnTo>
                  <a:pt x="1054" y="133"/>
                </a:lnTo>
                <a:cubicBezTo>
                  <a:pt x="1065" y="112"/>
                  <a:pt x="1088" y="95"/>
                  <a:pt x="1122" y="95"/>
                </a:cubicBezTo>
                <a:cubicBezTo>
                  <a:pt x="1164" y="95"/>
                  <a:pt x="1193" y="120"/>
                  <a:pt x="1193" y="176"/>
                </a:cubicBezTo>
                <a:lnTo>
                  <a:pt x="1193" y="309"/>
                </a:lnTo>
                <a:lnTo>
                  <a:pt x="1135" y="309"/>
                </a:lnTo>
                <a:lnTo>
                  <a:pt x="1135" y="184"/>
                </a:lnTo>
                <a:cubicBezTo>
                  <a:pt x="1135" y="156"/>
                  <a:pt x="1124" y="142"/>
                  <a:pt x="1098" y="142"/>
                </a:cubicBezTo>
                <a:cubicBezTo>
                  <a:pt x="1073" y="142"/>
                  <a:pt x="1054" y="158"/>
                  <a:pt x="1054" y="188"/>
                </a:cubicBezTo>
                <a:lnTo>
                  <a:pt x="1054" y="309"/>
                </a:lnTo>
                <a:lnTo>
                  <a:pt x="996" y="309"/>
                </a:lnTo>
                <a:lnTo>
                  <a:pt x="996" y="100"/>
                </a:lnTo>
                <a:close/>
                <a:moveTo>
                  <a:pt x="902" y="182"/>
                </a:moveTo>
                <a:cubicBezTo>
                  <a:pt x="900" y="150"/>
                  <a:pt x="884" y="135"/>
                  <a:pt x="856" y="135"/>
                </a:cubicBezTo>
                <a:cubicBezTo>
                  <a:pt x="830" y="135"/>
                  <a:pt x="813" y="152"/>
                  <a:pt x="808" y="182"/>
                </a:cubicBezTo>
                <a:lnTo>
                  <a:pt x="902" y="182"/>
                </a:lnTo>
                <a:close/>
                <a:moveTo>
                  <a:pt x="749" y="207"/>
                </a:moveTo>
                <a:lnTo>
                  <a:pt x="749" y="204"/>
                </a:lnTo>
                <a:cubicBezTo>
                  <a:pt x="749" y="138"/>
                  <a:pt x="796" y="95"/>
                  <a:pt x="856" y="95"/>
                </a:cubicBezTo>
                <a:cubicBezTo>
                  <a:pt x="910" y="95"/>
                  <a:pt x="958" y="127"/>
                  <a:pt x="958" y="202"/>
                </a:cubicBezTo>
                <a:lnTo>
                  <a:pt x="958" y="218"/>
                </a:lnTo>
                <a:lnTo>
                  <a:pt x="808" y="218"/>
                </a:lnTo>
                <a:cubicBezTo>
                  <a:pt x="809" y="252"/>
                  <a:pt x="828" y="272"/>
                  <a:pt x="860" y="272"/>
                </a:cubicBezTo>
                <a:cubicBezTo>
                  <a:pt x="886" y="272"/>
                  <a:pt x="900" y="261"/>
                  <a:pt x="903" y="243"/>
                </a:cubicBezTo>
                <a:lnTo>
                  <a:pt x="958" y="243"/>
                </a:lnTo>
                <a:cubicBezTo>
                  <a:pt x="951" y="288"/>
                  <a:pt x="915" y="314"/>
                  <a:pt x="858" y="314"/>
                </a:cubicBezTo>
                <a:cubicBezTo>
                  <a:pt x="795" y="314"/>
                  <a:pt x="749" y="274"/>
                  <a:pt x="749" y="207"/>
                </a:cubicBezTo>
                <a:moveTo>
                  <a:pt x="518" y="207"/>
                </a:moveTo>
                <a:lnTo>
                  <a:pt x="518" y="204"/>
                </a:lnTo>
                <a:cubicBezTo>
                  <a:pt x="518" y="136"/>
                  <a:pt x="566" y="95"/>
                  <a:pt x="626" y="95"/>
                </a:cubicBezTo>
                <a:cubicBezTo>
                  <a:pt x="674" y="95"/>
                  <a:pt x="719" y="116"/>
                  <a:pt x="724" y="176"/>
                </a:cubicBezTo>
                <a:lnTo>
                  <a:pt x="669" y="176"/>
                </a:lnTo>
                <a:cubicBezTo>
                  <a:pt x="665" y="152"/>
                  <a:pt x="650" y="141"/>
                  <a:pt x="627" y="141"/>
                </a:cubicBezTo>
                <a:cubicBezTo>
                  <a:pt x="597" y="141"/>
                  <a:pt x="577" y="163"/>
                  <a:pt x="577" y="203"/>
                </a:cubicBezTo>
                <a:lnTo>
                  <a:pt x="577" y="206"/>
                </a:lnTo>
                <a:cubicBezTo>
                  <a:pt x="577" y="248"/>
                  <a:pt x="596" y="270"/>
                  <a:pt x="628" y="270"/>
                </a:cubicBezTo>
                <a:cubicBezTo>
                  <a:pt x="651" y="270"/>
                  <a:pt x="670" y="256"/>
                  <a:pt x="673" y="230"/>
                </a:cubicBezTo>
                <a:lnTo>
                  <a:pt x="725" y="230"/>
                </a:lnTo>
                <a:cubicBezTo>
                  <a:pt x="722" y="279"/>
                  <a:pt x="686" y="314"/>
                  <a:pt x="625" y="314"/>
                </a:cubicBezTo>
                <a:cubicBezTo>
                  <a:pt x="564" y="314"/>
                  <a:pt x="518" y="276"/>
                  <a:pt x="518" y="207"/>
                </a:cubicBezTo>
                <a:moveTo>
                  <a:pt x="286" y="207"/>
                </a:moveTo>
                <a:lnTo>
                  <a:pt x="286" y="204"/>
                </a:lnTo>
                <a:cubicBezTo>
                  <a:pt x="286" y="136"/>
                  <a:pt x="335" y="95"/>
                  <a:pt x="394" y="95"/>
                </a:cubicBezTo>
                <a:cubicBezTo>
                  <a:pt x="443" y="95"/>
                  <a:pt x="488" y="116"/>
                  <a:pt x="493" y="176"/>
                </a:cubicBezTo>
                <a:lnTo>
                  <a:pt x="438" y="176"/>
                </a:lnTo>
                <a:cubicBezTo>
                  <a:pt x="434" y="152"/>
                  <a:pt x="419" y="141"/>
                  <a:pt x="396" y="141"/>
                </a:cubicBezTo>
                <a:cubicBezTo>
                  <a:pt x="366" y="141"/>
                  <a:pt x="346" y="163"/>
                  <a:pt x="346" y="203"/>
                </a:cubicBezTo>
                <a:lnTo>
                  <a:pt x="346" y="206"/>
                </a:lnTo>
                <a:cubicBezTo>
                  <a:pt x="346" y="248"/>
                  <a:pt x="364" y="270"/>
                  <a:pt x="397" y="270"/>
                </a:cubicBezTo>
                <a:cubicBezTo>
                  <a:pt x="420" y="270"/>
                  <a:pt x="439" y="256"/>
                  <a:pt x="442" y="230"/>
                </a:cubicBezTo>
                <a:lnTo>
                  <a:pt x="494" y="230"/>
                </a:lnTo>
                <a:cubicBezTo>
                  <a:pt x="491" y="279"/>
                  <a:pt x="455" y="314"/>
                  <a:pt x="394" y="314"/>
                </a:cubicBezTo>
                <a:cubicBezTo>
                  <a:pt x="333" y="314"/>
                  <a:pt x="286" y="276"/>
                  <a:pt x="286" y="207"/>
                </a:cubicBezTo>
                <a:close/>
                <a:moveTo>
                  <a:pt x="94" y="200"/>
                </a:moveTo>
                <a:lnTo>
                  <a:pt x="170" y="200"/>
                </a:lnTo>
                <a:lnTo>
                  <a:pt x="132" y="76"/>
                </a:lnTo>
                <a:lnTo>
                  <a:pt x="94" y="200"/>
                </a:lnTo>
                <a:close/>
                <a:moveTo>
                  <a:pt x="94" y="23"/>
                </a:moveTo>
                <a:lnTo>
                  <a:pt x="178" y="23"/>
                </a:lnTo>
                <a:lnTo>
                  <a:pt x="271" y="309"/>
                </a:lnTo>
                <a:lnTo>
                  <a:pt x="204" y="309"/>
                </a:lnTo>
                <a:lnTo>
                  <a:pt x="184" y="246"/>
                </a:lnTo>
                <a:lnTo>
                  <a:pt x="80" y="246"/>
                </a:lnTo>
                <a:lnTo>
                  <a:pt x="61" y="309"/>
                </a:lnTo>
                <a:lnTo>
                  <a:pt x="0" y="309"/>
                </a:lnTo>
                <a:lnTo>
                  <a:pt x="94" y="2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895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818ECE-32D7-4F71-A6CA-1144DA38ED6C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grpSp>
        <p:nvGrpSpPr>
          <p:cNvPr id="8" name="Logo_BL" descr="Accenture logo in black and purple">
            <a:extLst>
              <a:ext uri="{FF2B5EF4-FFF2-40B4-BE49-F238E27FC236}">
                <a16:creationId xmlns:a16="http://schemas.microsoft.com/office/drawing/2014/main" id="{35D3F8C8-B2E5-431B-9639-9F05530860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26898" y="381000"/>
            <a:ext cx="1883664" cy="496357"/>
            <a:chOff x="2387" y="1701"/>
            <a:chExt cx="4535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9AD7BAC9-11D9-4846-95CD-5C2B827147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CAEDE4E-DAF3-4FBC-BAEB-E0C26C20EB9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9" name="Acc_Tech_Logo_WH" descr="Accenture Technology wordmark in black">
            <a:extLst>
              <a:ext uri="{FF2B5EF4-FFF2-40B4-BE49-F238E27FC236}">
                <a16:creationId xmlns:a16="http://schemas.microsoft.com/office/drawing/2014/main" id="{C6585ED9-32B3-49DC-BF0B-CD6F5EFC2937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8802186" y="6096691"/>
            <a:ext cx="3008376" cy="276189"/>
          </a:xfrm>
          <a:custGeom>
            <a:avLst/>
            <a:gdLst>
              <a:gd name="T0" fmla="*/ 4127 w 4219"/>
              <a:gd name="T1" fmla="*/ 250 h 386"/>
              <a:gd name="T2" fmla="*/ 4070 w 4219"/>
              <a:gd name="T3" fmla="*/ 382 h 386"/>
              <a:gd name="T4" fmla="*/ 3885 w 4219"/>
              <a:gd name="T5" fmla="*/ 124 h 386"/>
              <a:gd name="T6" fmla="*/ 3952 w 4219"/>
              <a:gd name="T7" fmla="*/ 201 h 386"/>
              <a:gd name="T8" fmla="*/ 3950 w 4219"/>
              <a:gd name="T9" fmla="*/ 293 h 386"/>
              <a:gd name="T10" fmla="*/ 3784 w 4219"/>
              <a:gd name="T11" fmla="*/ 200 h 386"/>
              <a:gd name="T12" fmla="*/ 3984 w 4219"/>
              <a:gd name="T13" fmla="*/ 100 h 386"/>
              <a:gd name="T14" fmla="*/ 3714 w 4219"/>
              <a:gd name="T15" fmla="*/ 206 h 386"/>
              <a:gd name="T16" fmla="*/ 3577 w 4219"/>
              <a:gd name="T17" fmla="*/ 206 h 386"/>
              <a:gd name="T18" fmla="*/ 3543 w 4219"/>
              <a:gd name="T19" fmla="*/ 203 h 386"/>
              <a:gd name="T20" fmla="*/ 3645 w 4219"/>
              <a:gd name="T21" fmla="*/ 313 h 386"/>
              <a:gd name="T22" fmla="*/ 3490 w 4219"/>
              <a:gd name="T23" fmla="*/ 309 h 386"/>
              <a:gd name="T24" fmla="*/ 3370 w 4219"/>
              <a:gd name="T25" fmla="*/ 204 h 386"/>
              <a:gd name="T26" fmla="*/ 3302 w 4219"/>
              <a:gd name="T27" fmla="*/ 285 h 386"/>
              <a:gd name="T28" fmla="*/ 3302 w 4219"/>
              <a:gd name="T29" fmla="*/ 96 h 386"/>
              <a:gd name="T30" fmla="*/ 3199 w 4219"/>
              <a:gd name="T31" fmla="*/ 206 h 386"/>
              <a:gd name="T32" fmla="*/ 3076 w 4219"/>
              <a:gd name="T33" fmla="*/ 96 h 386"/>
              <a:gd name="T34" fmla="*/ 3116 w 4219"/>
              <a:gd name="T35" fmla="*/ 178 h 386"/>
              <a:gd name="T36" fmla="*/ 2975 w 4219"/>
              <a:gd name="T37" fmla="*/ 309 h 386"/>
              <a:gd name="T38" fmla="*/ 2769 w 4219"/>
              <a:gd name="T39" fmla="*/ 133 h 386"/>
              <a:gd name="T40" fmla="*/ 2877 w 4219"/>
              <a:gd name="T41" fmla="*/ 309 h 386"/>
              <a:gd name="T42" fmla="*/ 2769 w 4219"/>
              <a:gd name="T43" fmla="*/ 309 h 386"/>
              <a:gd name="T44" fmla="*/ 2492 w 4219"/>
              <a:gd name="T45" fmla="*/ 204 h 386"/>
              <a:gd name="T46" fmla="*/ 2594 w 4219"/>
              <a:gd name="T47" fmla="*/ 124 h 386"/>
              <a:gd name="T48" fmla="*/ 2655 w 4219"/>
              <a:gd name="T49" fmla="*/ 234 h 386"/>
              <a:gd name="T50" fmla="*/ 2423 w 4219"/>
              <a:gd name="T51" fmla="*/ 184 h 386"/>
              <a:gd name="T52" fmla="*/ 2265 w 4219"/>
              <a:gd name="T53" fmla="*/ 207 h 386"/>
              <a:gd name="T54" fmla="*/ 2457 w 4219"/>
              <a:gd name="T55" fmla="*/ 211 h 386"/>
              <a:gd name="T56" fmla="*/ 2456 w 4219"/>
              <a:gd name="T57" fmla="*/ 249 h 386"/>
              <a:gd name="T58" fmla="*/ 2064 w 4219"/>
              <a:gd name="T59" fmla="*/ 52 h 386"/>
              <a:gd name="T60" fmla="*/ 2182 w 4219"/>
              <a:gd name="T61" fmla="*/ 52 h 386"/>
              <a:gd name="T62" fmla="*/ 1938 w 4219"/>
              <a:gd name="T63" fmla="*/ 182 h 386"/>
              <a:gd name="T64" fmla="*/ 1785 w 4219"/>
              <a:gd name="T65" fmla="*/ 207 h 386"/>
              <a:gd name="T66" fmla="*/ 1994 w 4219"/>
              <a:gd name="T67" fmla="*/ 218 h 386"/>
              <a:gd name="T68" fmla="*/ 1994 w 4219"/>
              <a:gd name="T69" fmla="*/ 243 h 386"/>
              <a:gd name="T70" fmla="*/ 1696 w 4219"/>
              <a:gd name="T71" fmla="*/ 100 h 386"/>
              <a:gd name="T72" fmla="*/ 1696 w 4219"/>
              <a:gd name="T73" fmla="*/ 204 h 386"/>
              <a:gd name="T74" fmla="*/ 1392 w 4219"/>
              <a:gd name="T75" fmla="*/ 235 h 386"/>
              <a:gd name="T76" fmla="*/ 1486 w 4219"/>
              <a:gd name="T77" fmla="*/ 269 h 386"/>
              <a:gd name="T78" fmla="*/ 1587 w 4219"/>
              <a:gd name="T79" fmla="*/ 309 h 386"/>
              <a:gd name="T80" fmla="*/ 1392 w 4219"/>
              <a:gd name="T81" fmla="*/ 235 h 386"/>
              <a:gd name="T82" fmla="*/ 1224 w 4219"/>
              <a:gd name="T83" fmla="*/ 100 h 386"/>
              <a:gd name="T84" fmla="*/ 1309 w 4219"/>
              <a:gd name="T85" fmla="*/ 100 h 386"/>
              <a:gd name="T86" fmla="*/ 1309 w 4219"/>
              <a:gd name="T87" fmla="*/ 242 h 386"/>
              <a:gd name="T88" fmla="*/ 1319 w 4219"/>
              <a:gd name="T89" fmla="*/ 313 h 386"/>
              <a:gd name="T90" fmla="*/ 1054 w 4219"/>
              <a:gd name="T91" fmla="*/ 133 h 386"/>
              <a:gd name="T92" fmla="*/ 1135 w 4219"/>
              <a:gd name="T93" fmla="*/ 309 h 386"/>
              <a:gd name="T94" fmla="*/ 1054 w 4219"/>
              <a:gd name="T95" fmla="*/ 309 h 386"/>
              <a:gd name="T96" fmla="*/ 856 w 4219"/>
              <a:gd name="T97" fmla="*/ 135 h 386"/>
              <a:gd name="T98" fmla="*/ 749 w 4219"/>
              <a:gd name="T99" fmla="*/ 204 h 386"/>
              <a:gd name="T100" fmla="*/ 808 w 4219"/>
              <a:gd name="T101" fmla="*/ 218 h 386"/>
              <a:gd name="T102" fmla="*/ 858 w 4219"/>
              <a:gd name="T103" fmla="*/ 314 h 386"/>
              <a:gd name="T104" fmla="*/ 626 w 4219"/>
              <a:gd name="T105" fmla="*/ 95 h 386"/>
              <a:gd name="T106" fmla="*/ 577 w 4219"/>
              <a:gd name="T107" fmla="*/ 203 h 386"/>
              <a:gd name="T108" fmla="*/ 725 w 4219"/>
              <a:gd name="T109" fmla="*/ 230 h 386"/>
              <a:gd name="T110" fmla="*/ 286 w 4219"/>
              <a:gd name="T111" fmla="*/ 204 h 386"/>
              <a:gd name="T112" fmla="*/ 396 w 4219"/>
              <a:gd name="T113" fmla="*/ 141 h 386"/>
              <a:gd name="T114" fmla="*/ 442 w 4219"/>
              <a:gd name="T115" fmla="*/ 230 h 386"/>
              <a:gd name="T116" fmla="*/ 94 w 4219"/>
              <a:gd name="T117" fmla="*/ 200 h 386"/>
              <a:gd name="T118" fmla="*/ 94 w 4219"/>
              <a:gd name="T119" fmla="*/ 23 h 386"/>
              <a:gd name="T120" fmla="*/ 184 w 4219"/>
              <a:gd name="T121" fmla="*/ 246 h 386"/>
              <a:gd name="T122" fmla="*/ 94 w 4219"/>
              <a:gd name="T123" fmla="*/ 23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19" h="386">
                <a:moveTo>
                  <a:pt x="4109" y="288"/>
                </a:moveTo>
                <a:lnTo>
                  <a:pt x="4027" y="100"/>
                </a:lnTo>
                <a:lnTo>
                  <a:pt x="4063" y="100"/>
                </a:lnTo>
                <a:lnTo>
                  <a:pt x="4127" y="250"/>
                </a:lnTo>
                <a:lnTo>
                  <a:pt x="4185" y="100"/>
                </a:lnTo>
                <a:lnTo>
                  <a:pt x="4219" y="100"/>
                </a:lnTo>
                <a:lnTo>
                  <a:pt x="4103" y="382"/>
                </a:lnTo>
                <a:lnTo>
                  <a:pt x="4070" y="382"/>
                </a:lnTo>
                <a:lnTo>
                  <a:pt x="4109" y="288"/>
                </a:lnTo>
                <a:close/>
                <a:moveTo>
                  <a:pt x="3952" y="201"/>
                </a:moveTo>
                <a:lnTo>
                  <a:pt x="3952" y="198"/>
                </a:lnTo>
                <a:cubicBezTo>
                  <a:pt x="3952" y="151"/>
                  <a:pt x="3926" y="124"/>
                  <a:pt x="3885" y="124"/>
                </a:cubicBezTo>
                <a:cubicBezTo>
                  <a:pt x="3844" y="124"/>
                  <a:pt x="3819" y="155"/>
                  <a:pt x="3819" y="199"/>
                </a:cubicBezTo>
                <a:lnTo>
                  <a:pt x="3819" y="202"/>
                </a:lnTo>
                <a:cubicBezTo>
                  <a:pt x="3819" y="248"/>
                  <a:pt x="3848" y="275"/>
                  <a:pt x="3883" y="275"/>
                </a:cubicBezTo>
                <a:cubicBezTo>
                  <a:pt x="3922" y="275"/>
                  <a:pt x="3952" y="248"/>
                  <a:pt x="3952" y="201"/>
                </a:cubicBezTo>
                <a:close/>
                <a:moveTo>
                  <a:pt x="3789" y="321"/>
                </a:moveTo>
                <a:lnTo>
                  <a:pt x="3823" y="321"/>
                </a:lnTo>
                <a:cubicBezTo>
                  <a:pt x="3828" y="345"/>
                  <a:pt x="3848" y="358"/>
                  <a:pt x="3883" y="358"/>
                </a:cubicBezTo>
                <a:cubicBezTo>
                  <a:pt x="3924" y="358"/>
                  <a:pt x="3950" y="338"/>
                  <a:pt x="3950" y="293"/>
                </a:cubicBezTo>
                <a:lnTo>
                  <a:pt x="3950" y="263"/>
                </a:lnTo>
                <a:cubicBezTo>
                  <a:pt x="3938" y="283"/>
                  <a:pt x="3910" y="302"/>
                  <a:pt x="3880" y="302"/>
                </a:cubicBezTo>
                <a:cubicBezTo>
                  <a:pt x="3825" y="302"/>
                  <a:pt x="3784" y="261"/>
                  <a:pt x="3784" y="203"/>
                </a:cubicBezTo>
                <a:lnTo>
                  <a:pt x="3784" y="200"/>
                </a:lnTo>
                <a:cubicBezTo>
                  <a:pt x="3784" y="144"/>
                  <a:pt x="3824" y="96"/>
                  <a:pt x="3882" y="96"/>
                </a:cubicBezTo>
                <a:cubicBezTo>
                  <a:pt x="3917" y="96"/>
                  <a:pt x="3938" y="113"/>
                  <a:pt x="3950" y="134"/>
                </a:cubicBezTo>
                <a:lnTo>
                  <a:pt x="3950" y="100"/>
                </a:lnTo>
                <a:lnTo>
                  <a:pt x="3984" y="100"/>
                </a:lnTo>
                <a:lnTo>
                  <a:pt x="3984" y="295"/>
                </a:lnTo>
                <a:cubicBezTo>
                  <a:pt x="3983" y="356"/>
                  <a:pt x="3942" y="386"/>
                  <a:pt x="3884" y="386"/>
                </a:cubicBezTo>
                <a:cubicBezTo>
                  <a:pt x="3822" y="386"/>
                  <a:pt x="3794" y="356"/>
                  <a:pt x="3789" y="321"/>
                </a:cubicBezTo>
                <a:close/>
                <a:moveTo>
                  <a:pt x="3714" y="206"/>
                </a:moveTo>
                <a:lnTo>
                  <a:pt x="3714" y="204"/>
                </a:lnTo>
                <a:cubicBezTo>
                  <a:pt x="3714" y="155"/>
                  <a:pt x="3687" y="124"/>
                  <a:pt x="3646" y="124"/>
                </a:cubicBezTo>
                <a:cubicBezTo>
                  <a:pt x="3604" y="124"/>
                  <a:pt x="3577" y="155"/>
                  <a:pt x="3577" y="203"/>
                </a:cubicBezTo>
                <a:lnTo>
                  <a:pt x="3577" y="206"/>
                </a:lnTo>
                <a:cubicBezTo>
                  <a:pt x="3577" y="254"/>
                  <a:pt x="3603" y="285"/>
                  <a:pt x="3646" y="285"/>
                </a:cubicBezTo>
                <a:cubicBezTo>
                  <a:pt x="3688" y="285"/>
                  <a:pt x="3714" y="254"/>
                  <a:pt x="3714" y="206"/>
                </a:cubicBezTo>
                <a:close/>
                <a:moveTo>
                  <a:pt x="3543" y="206"/>
                </a:moveTo>
                <a:lnTo>
                  <a:pt x="3543" y="203"/>
                </a:lnTo>
                <a:cubicBezTo>
                  <a:pt x="3543" y="140"/>
                  <a:pt x="3586" y="96"/>
                  <a:pt x="3646" y="96"/>
                </a:cubicBezTo>
                <a:cubicBezTo>
                  <a:pt x="3705" y="96"/>
                  <a:pt x="3748" y="140"/>
                  <a:pt x="3748" y="203"/>
                </a:cubicBezTo>
                <a:lnTo>
                  <a:pt x="3748" y="206"/>
                </a:lnTo>
                <a:cubicBezTo>
                  <a:pt x="3748" y="269"/>
                  <a:pt x="3705" y="313"/>
                  <a:pt x="3645" y="313"/>
                </a:cubicBezTo>
                <a:cubicBezTo>
                  <a:pt x="3586" y="313"/>
                  <a:pt x="3543" y="268"/>
                  <a:pt x="3543" y="206"/>
                </a:cubicBezTo>
                <a:close/>
                <a:moveTo>
                  <a:pt x="3457" y="0"/>
                </a:moveTo>
                <a:lnTo>
                  <a:pt x="3490" y="0"/>
                </a:lnTo>
                <a:lnTo>
                  <a:pt x="3490" y="309"/>
                </a:lnTo>
                <a:lnTo>
                  <a:pt x="3457" y="309"/>
                </a:lnTo>
                <a:lnTo>
                  <a:pt x="3457" y="0"/>
                </a:lnTo>
                <a:close/>
                <a:moveTo>
                  <a:pt x="3370" y="206"/>
                </a:moveTo>
                <a:lnTo>
                  <a:pt x="3370" y="204"/>
                </a:lnTo>
                <a:cubicBezTo>
                  <a:pt x="3370" y="155"/>
                  <a:pt x="3343" y="124"/>
                  <a:pt x="3302" y="124"/>
                </a:cubicBezTo>
                <a:cubicBezTo>
                  <a:pt x="3260" y="124"/>
                  <a:pt x="3233" y="155"/>
                  <a:pt x="3233" y="203"/>
                </a:cubicBezTo>
                <a:lnTo>
                  <a:pt x="3233" y="206"/>
                </a:lnTo>
                <a:cubicBezTo>
                  <a:pt x="3233" y="254"/>
                  <a:pt x="3259" y="285"/>
                  <a:pt x="3302" y="285"/>
                </a:cubicBezTo>
                <a:cubicBezTo>
                  <a:pt x="3344" y="285"/>
                  <a:pt x="3370" y="254"/>
                  <a:pt x="3370" y="206"/>
                </a:cubicBezTo>
                <a:close/>
                <a:moveTo>
                  <a:pt x="3199" y="206"/>
                </a:moveTo>
                <a:lnTo>
                  <a:pt x="3199" y="203"/>
                </a:lnTo>
                <a:cubicBezTo>
                  <a:pt x="3199" y="140"/>
                  <a:pt x="3242" y="96"/>
                  <a:pt x="3302" y="96"/>
                </a:cubicBezTo>
                <a:cubicBezTo>
                  <a:pt x="3361" y="96"/>
                  <a:pt x="3404" y="140"/>
                  <a:pt x="3404" y="203"/>
                </a:cubicBezTo>
                <a:lnTo>
                  <a:pt x="3404" y="206"/>
                </a:lnTo>
                <a:cubicBezTo>
                  <a:pt x="3404" y="269"/>
                  <a:pt x="3361" y="313"/>
                  <a:pt x="3301" y="313"/>
                </a:cubicBezTo>
                <a:cubicBezTo>
                  <a:pt x="3242" y="313"/>
                  <a:pt x="3199" y="268"/>
                  <a:pt x="3199" y="206"/>
                </a:cubicBezTo>
                <a:close/>
                <a:moveTo>
                  <a:pt x="2975" y="100"/>
                </a:moveTo>
                <a:lnTo>
                  <a:pt x="3008" y="100"/>
                </a:lnTo>
                <a:lnTo>
                  <a:pt x="3008" y="133"/>
                </a:lnTo>
                <a:cubicBezTo>
                  <a:pt x="3018" y="114"/>
                  <a:pt x="3041" y="96"/>
                  <a:pt x="3076" y="96"/>
                </a:cubicBezTo>
                <a:cubicBezTo>
                  <a:pt x="3119" y="96"/>
                  <a:pt x="3149" y="120"/>
                  <a:pt x="3149" y="181"/>
                </a:cubicBezTo>
                <a:lnTo>
                  <a:pt x="3149" y="309"/>
                </a:lnTo>
                <a:lnTo>
                  <a:pt x="3116" y="309"/>
                </a:lnTo>
                <a:lnTo>
                  <a:pt x="3116" y="178"/>
                </a:lnTo>
                <a:cubicBezTo>
                  <a:pt x="3116" y="142"/>
                  <a:pt x="3100" y="125"/>
                  <a:pt x="3067" y="125"/>
                </a:cubicBezTo>
                <a:cubicBezTo>
                  <a:pt x="3036" y="125"/>
                  <a:pt x="3008" y="145"/>
                  <a:pt x="3008" y="182"/>
                </a:cubicBezTo>
                <a:lnTo>
                  <a:pt x="3008" y="309"/>
                </a:lnTo>
                <a:lnTo>
                  <a:pt x="2975" y="309"/>
                </a:lnTo>
                <a:lnTo>
                  <a:pt x="2975" y="100"/>
                </a:lnTo>
                <a:close/>
                <a:moveTo>
                  <a:pt x="2736" y="0"/>
                </a:moveTo>
                <a:lnTo>
                  <a:pt x="2769" y="0"/>
                </a:lnTo>
                <a:lnTo>
                  <a:pt x="2769" y="133"/>
                </a:lnTo>
                <a:cubicBezTo>
                  <a:pt x="2779" y="114"/>
                  <a:pt x="2802" y="96"/>
                  <a:pt x="2836" y="96"/>
                </a:cubicBezTo>
                <a:cubicBezTo>
                  <a:pt x="2880" y="96"/>
                  <a:pt x="2910" y="120"/>
                  <a:pt x="2910" y="181"/>
                </a:cubicBezTo>
                <a:lnTo>
                  <a:pt x="2910" y="309"/>
                </a:lnTo>
                <a:lnTo>
                  <a:pt x="2877" y="309"/>
                </a:lnTo>
                <a:lnTo>
                  <a:pt x="2877" y="178"/>
                </a:lnTo>
                <a:cubicBezTo>
                  <a:pt x="2877" y="142"/>
                  <a:pt x="2861" y="125"/>
                  <a:pt x="2828" y="125"/>
                </a:cubicBezTo>
                <a:cubicBezTo>
                  <a:pt x="2797" y="125"/>
                  <a:pt x="2769" y="145"/>
                  <a:pt x="2769" y="182"/>
                </a:cubicBezTo>
                <a:lnTo>
                  <a:pt x="2769" y="309"/>
                </a:lnTo>
                <a:lnTo>
                  <a:pt x="2736" y="309"/>
                </a:lnTo>
                <a:lnTo>
                  <a:pt x="2736" y="0"/>
                </a:lnTo>
                <a:close/>
                <a:moveTo>
                  <a:pt x="2492" y="207"/>
                </a:moveTo>
                <a:lnTo>
                  <a:pt x="2492" y="204"/>
                </a:lnTo>
                <a:cubicBezTo>
                  <a:pt x="2492" y="140"/>
                  <a:pt x="2538" y="96"/>
                  <a:pt x="2594" y="96"/>
                </a:cubicBezTo>
                <a:cubicBezTo>
                  <a:pt x="2638" y="96"/>
                  <a:pt x="2678" y="116"/>
                  <a:pt x="2685" y="170"/>
                </a:cubicBezTo>
                <a:lnTo>
                  <a:pt x="2652" y="170"/>
                </a:lnTo>
                <a:cubicBezTo>
                  <a:pt x="2647" y="136"/>
                  <a:pt x="2623" y="124"/>
                  <a:pt x="2594" y="124"/>
                </a:cubicBezTo>
                <a:cubicBezTo>
                  <a:pt x="2556" y="124"/>
                  <a:pt x="2527" y="154"/>
                  <a:pt x="2527" y="204"/>
                </a:cubicBezTo>
                <a:lnTo>
                  <a:pt x="2527" y="207"/>
                </a:lnTo>
                <a:cubicBezTo>
                  <a:pt x="2527" y="258"/>
                  <a:pt x="2555" y="285"/>
                  <a:pt x="2595" y="285"/>
                </a:cubicBezTo>
                <a:cubicBezTo>
                  <a:pt x="2625" y="285"/>
                  <a:pt x="2652" y="268"/>
                  <a:pt x="2655" y="234"/>
                </a:cubicBezTo>
                <a:lnTo>
                  <a:pt x="2686" y="234"/>
                </a:lnTo>
                <a:cubicBezTo>
                  <a:pt x="2682" y="279"/>
                  <a:pt x="2645" y="313"/>
                  <a:pt x="2595" y="313"/>
                </a:cubicBezTo>
                <a:cubicBezTo>
                  <a:pt x="2536" y="313"/>
                  <a:pt x="2492" y="272"/>
                  <a:pt x="2492" y="207"/>
                </a:cubicBezTo>
                <a:close/>
                <a:moveTo>
                  <a:pt x="2423" y="184"/>
                </a:moveTo>
                <a:cubicBezTo>
                  <a:pt x="2420" y="141"/>
                  <a:pt x="2398" y="124"/>
                  <a:pt x="2363" y="124"/>
                </a:cubicBezTo>
                <a:cubicBezTo>
                  <a:pt x="2329" y="124"/>
                  <a:pt x="2306" y="147"/>
                  <a:pt x="2301" y="184"/>
                </a:cubicBezTo>
                <a:lnTo>
                  <a:pt x="2423" y="184"/>
                </a:lnTo>
                <a:close/>
                <a:moveTo>
                  <a:pt x="2265" y="207"/>
                </a:moveTo>
                <a:lnTo>
                  <a:pt x="2265" y="204"/>
                </a:lnTo>
                <a:cubicBezTo>
                  <a:pt x="2265" y="140"/>
                  <a:pt x="2306" y="96"/>
                  <a:pt x="2363" y="96"/>
                </a:cubicBezTo>
                <a:cubicBezTo>
                  <a:pt x="2412" y="96"/>
                  <a:pt x="2457" y="126"/>
                  <a:pt x="2457" y="200"/>
                </a:cubicBezTo>
                <a:lnTo>
                  <a:pt x="2457" y="211"/>
                </a:lnTo>
                <a:lnTo>
                  <a:pt x="2300" y="211"/>
                </a:lnTo>
                <a:cubicBezTo>
                  <a:pt x="2301" y="259"/>
                  <a:pt x="2324" y="285"/>
                  <a:pt x="2367" y="285"/>
                </a:cubicBezTo>
                <a:cubicBezTo>
                  <a:pt x="2399" y="285"/>
                  <a:pt x="2418" y="273"/>
                  <a:pt x="2422" y="249"/>
                </a:cubicBezTo>
                <a:lnTo>
                  <a:pt x="2456" y="249"/>
                </a:lnTo>
                <a:cubicBezTo>
                  <a:pt x="2448" y="291"/>
                  <a:pt x="2414" y="313"/>
                  <a:pt x="2366" y="313"/>
                </a:cubicBezTo>
                <a:cubicBezTo>
                  <a:pt x="2307" y="313"/>
                  <a:pt x="2265" y="271"/>
                  <a:pt x="2265" y="207"/>
                </a:cubicBezTo>
                <a:moveTo>
                  <a:pt x="2148" y="52"/>
                </a:moveTo>
                <a:lnTo>
                  <a:pt x="2064" y="52"/>
                </a:lnTo>
                <a:lnTo>
                  <a:pt x="2064" y="23"/>
                </a:lnTo>
                <a:lnTo>
                  <a:pt x="2266" y="23"/>
                </a:lnTo>
                <a:lnTo>
                  <a:pt x="2266" y="52"/>
                </a:lnTo>
                <a:lnTo>
                  <a:pt x="2182" y="52"/>
                </a:lnTo>
                <a:lnTo>
                  <a:pt x="2182" y="309"/>
                </a:lnTo>
                <a:lnTo>
                  <a:pt x="2148" y="309"/>
                </a:lnTo>
                <a:lnTo>
                  <a:pt x="2148" y="52"/>
                </a:lnTo>
                <a:close/>
                <a:moveTo>
                  <a:pt x="1938" y="182"/>
                </a:moveTo>
                <a:cubicBezTo>
                  <a:pt x="1936" y="150"/>
                  <a:pt x="1920" y="135"/>
                  <a:pt x="1892" y="135"/>
                </a:cubicBezTo>
                <a:cubicBezTo>
                  <a:pt x="1866" y="135"/>
                  <a:pt x="1849" y="152"/>
                  <a:pt x="1844" y="182"/>
                </a:cubicBezTo>
                <a:lnTo>
                  <a:pt x="1938" y="182"/>
                </a:lnTo>
                <a:close/>
                <a:moveTo>
                  <a:pt x="1785" y="207"/>
                </a:moveTo>
                <a:lnTo>
                  <a:pt x="1785" y="204"/>
                </a:lnTo>
                <a:cubicBezTo>
                  <a:pt x="1785" y="138"/>
                  <a:pt x="1832" y="95"/>
                  <a:pt x="1892" y="95"/>
                </a:cubicBezTo>
                <a:cubicBezTo>
                  <a:pt x="1946" y="95"/>
                  <a:pt x="1994" y="127"/>
                  <a:pt x="1994" y="202"/>
                </a:cubicBezTo>
                <a:lnTo>
                  <a:pt x="1994" y="218"/>
                </a:lnTo>
                <a:lnTo>
                  <a:pt x="1844" y="218"/>
                </a:lnTo>
                <a:cubicBezTo>
                  <a:pt x="1845" y="252"/>
                  <a:pt x="1864" y="272"/>
                  <a:pt x="1896" y="272"/>
                </a:cubicBezTo>
                <a:cubicBezTo>
                  <a:pt x="1922" y="272"/>
                  <a:pt x="1936" y="261"/>
                  <a:pt x="1939" y="243"/>
                </a:cubicBezTo>
                <a:lnTo>
                  <a:pt x="1994" y="243"/>
                </a:lnTo>
                <a:cubicBezTo>
                  <a:pt x="1987" y="288"/>
                  <a:pt x="1951" y="314"/>
                  <a:pt x="1894" y="314"/>
                </a:cubicBezTo>
                <a:cubicBezTo>
                  <a:pt x="1831" y="314"/>
                  <a:pt x="1785" y="274"/>
                  <a:pt x="1785" y="207"/>
                </a:cubicBezTo>
                <a:moveTo>
                  <a:pt x="1638" y="100"/>
                </a:moveTo>
                <a:lnTo>
                  <a:pt x="1696" y="100"/>
                </a:lnTo>
                <a:lnTo>
                  <a:pt x="1696" y="140"/>
                </a:lnTo>
                <a:cubicBezTo>
                  <a:pt x="1709" y="112"/>
                  <a:pt x="1730" y="97"/>
                  <a:pt x="1764" y="97"/>
                </a:cubicBezTo>
                <a:lnTo>
                  <a:pt x="1764" y="151"/>
                </a:lnTo>
                <a:cubicBezTo>
                  <a:pt x="1721" y="150"/>
                  <a:pt x="1696" y="164"/>
                  <a:pt x="1696" y="204"/>
                </a:cubicBezTo>
                <a:lnTo>
                  <a:pt x="1696" y="309"/>
                </a:lnTo>
                <a:lnTo>
                  <a:pt x="1638" y="309"/>
                </a:lnTo>
                <a:lnTo>
                  <a:pt x="1638" y="100"/>
                </a:lnTo>
                <a:close/>
                <a:moveTo>
                  <a:pt x="1392" y="235"/>
                </a:moveTo>
                <a:lnTo>
                  <a:pt x="1392" y="100"/>
                </a:lnTo>
                <a:lnTo>
                  <a:pt x="1449" y="100"/>
                </a:lnTo>
                <a:lnTo>
                  <a:pt x="1449" y="227"/>
                </a:lnTo>
                <a:cubicBezTo>
                  <a:pt x="1449" y="255"/>
                  <a:pt x="1461" y="269"/>
                  <a:pt x="1486" y="269"/>
                </a:cubicBezTo>
                <a:cubicBezTo>
                  <a:pt x="1510" y="269"/>
                  <a:pt x="1529" y="254"/>
                  <a:pt x="1529" y="223"/>
                </a:cubicBezTo>
                <a:lnTo>
                  <a:pt x="1529" y="100"/>
                </a:lnTo>
                <a:lnTo>
                  <a:pt x="1587" y="100"/>
                </a:lnTo>
                <a:lnTo>
                  <a:pt x="1587" y="309"/>
                </a:lnTo>
                <a:lnTo>
                  <a:pt x="1529" y="309"/>
                </a:lnTo>
                <a:lnTo>
                  <a:pt x="1529" y="276"/>
                </a:lnTo>
                <a:cubicBezTo>
                  <a:pt x="1518" y="298"/>
                  <a:pt x="1497" y="314"/>
                  <a:pt x="1463" y="314"/>
                </a:cubicBezTo>
                <a:cubicBezTo>
                  <a:pt x="1422" y="314"/>
                  <a:pt x="1392" y="290"/>
                  <a:pt x="1392" y="235"/>
                </a:cubicBezTo>
                <a:moveTo>
                  <a:pt x="1251" y="247"/>
                </a:moveTo>
                <a:lnTo>
                  <a:pt x="1251" y="141"/>
                </a:lnTo>
                <a:lnTo>
                  <a:pt x="1224" y="141"/>
                </a:lnTo>
                <a:lnTo>
                  <a:pt x="1224" y="100"/>
                </a:lnTo>
                <a:lnTo>
                  <a:pt x="1251" y="100"/>
                </a:lnTo>
                <a:lnTo>
                  <a:pt x="1251" y="55"/>
                </a:lnTo>
                <a:lnTo>
                  <a:pt x="1309" y="55"/>
                </a:lnTo>
                <a:lnTo>
                  <a:pt x="1309" y="100"/>
                </a:lnTo>
                <a:lnTo>
                  <a:pt x="1353" y="100"/>
                </a:lnTo>
                <a:lnTo>
                  <a:pt x="1353" y="141"/>
                </a:lnTo>
                <a:lnTo>
                  <a:pt x="1309" y="141"/>
                </a:lnTo>
                <a:lnTo>
                  <a:pt x="1309" y="242"/>
                </a:lnTo>
                <a:cubicBezTo>
                  <a:pt x="1309" y="259"/>
                  <a:pt x="1317" y="267"/>
                  <a:pt x="1332" y="267"/>
                </a:cubicBezTo>
                <a:cubicBezTo>
                  <a:pt x="1341" y="267"/>
                  <a:pt x="1347" y="266"/>
                  <a:pt x="1354" y="263"/>
                </a:cubicBezTo>
                <a:lnTo>
                  <a:pt x="1354" y="308"/>
                </a:lnTo>
                <a:cubicBezTo>
                  <a:pt x="1346" y="310"/>
                  <a:pt x="1334" y="313"/>
                  <a:pt x="1319" y="313"/>
                </a:cubicBezTo>
                <a:cubicBezTo>
                  <a:pt x="1275" y="313"/>
                  <a:pt x="1251" y="291"/>
                  <a:pt x="1251" y="247"/>
                </a:cubicBezTo>
                <a:close/>
                <a:moveTo>
                  <a:pt x="996" y="100"/>
                </a:moveTo>
                <a:lnTo>
                  <a:pt x="1054" y="100"/>
                </a:lnTo>
                <a:lnTo>
                  <a:pt x="1054" y="133"/>
                </a:lnTo>
                <a:cubicBezTo>
                  <a:pt x="1065" y="112"/>
                  <a:pt x="1088" y="95"/>
                  <a:pt x="1122" y="95"/>
                </a:cubicBezTo>
                <a:cubicBezTo>
                  <a:pt x="1164" y="95"/>
                  <a:pt x="1193" y="120"/>
                  <a:pt x="1193" y="176"/>
                </a:cubicBezTo>
                <a:lnTo>
                  <a:pt x="1193" y="309"/>
                </a:lnTo>
                <a:lnTo>
                  <a:pt x="1135" y="309"/>
                </a:lnTo>
                <a:lnTo>
                  <a:pt x="1135" y="184"/>
                </a:lnTo>
                <a:cubicBezTo>
                  <a:pt x="1135" y="156"/>
                  <a:pt x="1124" y="142"/>
                  <a:pt x="1098" y="142"/>
                </a:cubicBezTo>
                <a:cubicBezTo>
                  <a:pt x="1073" y="142"/>
                  <a:pt x="1054" y="158"/>
                  <a:pt x="1054" y="188"/>
                </a:cubicBezTo>
                <a:lnTo>
                  <a:pt x="1054" y="309"/>
                </a:lnTo>
                <a:lnTo>
                  <a:pt x="996" y="309"/>
                </a:lnTo>
                <a:lnTo>
                  <a:pt x="996" y="100"/>
                </a:lnTo>
                <a:close/>
                <a:moveTo>
                  <a:pt x="902" y="182"/>
                </a:moveTo>
                <a:cubicBezTo>
                  <a:pt x="900" y="150"/>
                  <a:pt x="884" y="135"/>
                  <a:pt x="856" y="135"/>
                </a:cubicBezTo>
                <a:cubicBezTo>
                  <a:pt x="830" y="135"/>
                  <a:pt x="813" y="152"/>
                  <a:pt x="808" y="182"/>
                </a:cubicBezTo>
                <a:lnTo>
                  <a:pt x="902" y="182"/>
                </a:lnTo>
                <a:close/>
                <a:moveTo>
                  <a:pt x="749" y="207"/>
                </a:moveTo>
                <a:lnTo>
                  <a:pt x="749" y="204"/>
                </a:lnTo>
                <a:cubicBezTo>
                  <a:pt x="749" y="138"/>
                  <a:pt x="796" y="95"/>
                  <a:pt x="856" y="95"/>
                </a:cubicBezTo>
                <a:cubicBezTo>
                  <a:pt x="910" y="95"/>
                  <a:pt x="958" y="127"/>
                  <a:pt x="958" y="202"/>
                </a:cubicBezTo>
                <a:lnTo>
                  <a:pt x="958" y="218"/>
                </a:lnTo>
                <a:lnTo>
                  <a:pt x="808" y="218"/>
                </a:lnTo>
                <a:cubicBezTo>
                  <a:pt x="809" y="252"/>
                  <a:pt x="828" y="272"/>
                  <a:pt x="860" y="272"/>
                </a:cubicBezTo>
                <a:cubicBezTo>
                  <a:pt x="886" y="272"/>
                  <a:pt x="900" y="261"/>
                  <a:pt x="903" y="243"/>
                </a:cubicBezTo>
                <a:lnTo>
                  <a:pt x="958" y="243"/>
                </a:lnTo>
                <a:cubicBezTo>
                  <a:pt x="951" y="288"/>
                  <a:pt x="915" y="314"/>
                  <a:pt x="858" y="314"/>
                </a:cubicBezTo>
                <a:cubicBezTo>
                  <a:pt x="795" y="314"/>
                  <a:pt x="749" y="274"/>
                  <a:pt x="749" y="207"/>
                </a:cubicBezTo>
                <a:moveTo>
                  <a:pt x="518" y="207"/>
                </a:moveTo>
                <a:lnTo>
                  <a:pt x="518" y="204"/>
                </a:lnTo>
                <a:cubicBezTo>
                  <a:pt x="518" y="136"/>
                  <a:pt x="566" y="95"/>
                  <a:pt x="626" y="95"/>
                </a:cubicBezTo>
                <a:cubicBezTo>
                  <a:pt x="674" y="95"/>
                  <a:pt x="719" y="116"/>
                  <a:pt x="724" y="176"/>
                </a:cubicBezTo>
                <a:lnTo>
                  <a:pt x="669" y="176"/>
                </a:lnTo>
                <a:cubicBezTo>
                  <a:pt x="665" y="152"/>
                  <a:pt x="650" y="141"/>
                  <a:pt x="627" y="141"/>
                </a:cubicBezTo>
                <a:cubicBezTo>
                  <a:pt x="597" y="141"/>
                  <a:pt x="577" y="163"/>
                  <a:pt x="577" y="203"/>
                </a:cubicBezTo>
                <a:lnTo>
                  <a:pt x="577" y="206"/>
                </a:lnTo>
                <a:cubicBezTo>
                  <a:pt x="577" y="248"/>
                  <a:pt x="596" y="270"/>
                  <a:pt x="628" y="270"/>
                </a:cubicBezTo>
                <a:cubicBezTo>
                  <a:pt x="651" y="270"/>
                  <a:pt x="670" y="256"/>
                  <a:pt x="673" y="230"/>
                </a:cubicBezTo>
                <a:lnTo>
                  <a:pt x="725" y="230"/>
                </a:lnTo>
                <a:cubicBezTo>
                  <a:pt x="722" y="279"/>
                  <a:pt x="686" y="314"/>
                  <a:pt x="625" y="314"/>
                </a:cubicBezTo>
                <a:cubicBezTo>
                  <a:pt x="564" y="314"/>
                  <a:pt x="518" y="276"/>
                  <a:pt x="518" y="207"/>
                </a:cubicBezTo>
                <a:moveTo>
                  <a:pt x="286" y="207"/>
                </a:moveTo>
                <a:lnTo>
                  <a:pt x="286" y="204"/>
                </a:lnTo>
                <a:cubicBezTo>
                  <a:pt x="286" y="136"/>
                  <a:pt x="335" y="95"/>
                  <a:pt x="394" y="95"/>
                </a:cubicBezTo>
                <a:cubicBezTo>
                  <a:pt x="443" y="95"/>
                  <a:pt x="488" y="116"/>
                  <a:pt x="493" y="176"/>
                </a:cubicBezTo>
                <a:lnTo>
                  <a:pt x="438" y="176"/>
                </a:lnTo>
                <a:cubicBezTo>
                  <a:pt x="434" y="152"/>
                  <a:pt x="419" y="141"/>
                  <a:pt x="396" y="141"/>
                </a:cubicBezTo>
                <a:cubicBezTo>
                  <a:pt x="366" y="141"/>
                  <a:pt x="346" y="163"/>
                  <a:pt x="346" y="203"/>
                </a:cubicBezTo>
                <a:lnTo>
                  <a:pt x="346" y="206"/>
                </a:lnTo>
                <a:cubicBezTo>
                  <a:pt x="346" y="248"/>
                  <a:pt x="364" y="270"/>
                  <a:pt x="397" y="270"/>
                </a:cubicBezTo>
                <a:cubicBezTo>
                  <a:pt x="420" y="270"/>
                  <a:pt x="439" y="256"/>
                  <a:pt x="442" y="230"/>
                </a:cubicBezTo>
                <a:lnTo>
                  <a:pt x="494" y="230"/>
                </a:lnTo>
                <a:cubicBezTo>
                  <a:pt x="491" y="279"/>
                  <a:pt x="455" y="314"/>
                  <a:pt x="394" y="314"/>
                </a:cubicBezTo>
                <a:cubicBezTo>
                  <a:pt x="333" y="314"/>
                  <a:pt x="286" y="276"/>
                  <a:pt x="286" y="207"/>
                </a:cubicBezTo>
                <a:close/>
                <a:moveTo>
                  <a:pt x="94" y="200"/>
                </a:moveTo>
                <a:lnTo>
                  <a:pt x="170" y="200"/>
                </a:lnTo>
                <a:lnTo>
                  <a:pt x="132" y="76"/>
                </a:lnTo>
                <a:lnTo>
                  <a:pt x="94" y="200"/>
                </a:lnTo>
                <a:close/>
                <a:moveTo>
                  <a:pt x="94" y="23"/>
                </a:moveTo>
                <a:lnTo>
                  <a:pt x="178" y="23"/>
                </a:lnTo>
                <a:lnTo>
                  <a:pt x="271" y="309"/>
                </a:lnTo>
                <a:lnTo>
                  <a:pt x="204" y="309"/>
                </a:lnTo>
                <a:lnTo>
                  <a:pt x="184" y="246"/>
                </a:lnTo>
                <a:lnTo>
                  <a:pt x="80" y="246"/>
                </a:lnTo>
                <a:lnTo>
                  <a:pt x="61" y="309"/>
                </a:lnTo>
                <a:lnTo>
                  <a:pt x="0" y="309"/>
                </a:lnTo>
                <a:lnTo>
                  <a:pt x="94" y="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5726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2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715308A-2B7A-4485-A51C-F3F23FC426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grpSp>
        <p:nvGrpSpPr>
          <p:cNvPr id="12" name="Logo_BL" descr="Accenture logo in black and purple">
            <a:extLst>
              <a:ext uri="{FF2B5EF4-FFF2-40B4-BE49-F238E27FC236}">
                <a16:creationId xmlns:a16="http://schemas.microsoft.com/office/drawing/2014/main" id="{9F19D48A-46F6-4BAE-97F3-DFACD8E22BA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82636" y="382725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848F740B-2A73-4970-A31A-4A0E685E66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84A90C93-9B70-4203-9499-12D2A090A80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1" name="Acc_Tech_Logo_WH" descr="Accenture Technology wordmark in black">
            <a:extLst>
              <a:ext uri="{FF2B5EF4-FFF2-40B4-BE49-F238E27FC236}">
                <a16:creationId xmlns:a16="http://schemas.microsoft.com/office/drawing/2014/main" id="{E96F42A4-2317-4355-8825-25B7BD82F6B1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381001" y="6096691"/>
            <a:ext cx="3008376" cy="276189"/>
          </a:xfrm>
          <a:custGeom>
            <a:avLst/>
            <a:gdLst>
              <a:gd name="T0" fmla="*/ 4127 w 4219"/>
              <a:gd name="T1" fmla="*/ 250 h 386"/>
              <a:gd name="T2" fmla="*/ 4070 w 4219"/>
              <a:gd name="T3" fmla="*/ 382 h 386"/>
              <a:gd name="T4" fmla="*/ 3885 w 4219"/>
              <a:gd name="T5" fmla="*/ 124 h 386"/>
              <a:gd name="T6" fmla="*/ 3952 w 4219"/>
              <a:gd name="T7" fmla="*/ 201 h 386"/>
              <a:gd name="T8" fmla="*/ 3950 w 4219"/>
              <a:gd name="T9" fmla="*/ 293 h 386"/>
              <a:gd name="T10" fmla="*/ 3784 w 4219"/>
              <a:gd name="T11" fmla="*/ 200 h 386"/>
              <a:gd name="T12" fmla="*/ 3984 w 4219"/>
              <a:gd name="T13" fmla="*/ 100 h 386"/>
              <a:gd name="T14" fmla="*/ 3714 w 4219"/>
              <a:gd name="T15" fmla="*/ 206 h 386"/>
              <a:gd name="T16" fmla="*/ 3577 w 4219"/>
              <a:gd name="T17" fmla="*/ 206 h 386"/>
              <a:gd name="T18" fmla="*/ 3543 w 4219"/>
              <a:gd name="T19" fmla="*/ 203 h 386"/>
              <a:gd name="T20" fmla="*/ 3645 w 4219"/>
              <a:gd name="T21" fmla="*/ 313 h 386"/>
              <a:gd name="T22" fmla="*/ 3490 w 4219"/>
              <a:gd name="T23" fmla="*/ 309 h 386"/>
              <a:gd name="T24" fmla="*/ 3370 w 4219"/>
              <a:gd name="T25" fmla="*/ 204 h 386"/>
              <a:gd name="T26" fmla="*/ 3302 w 4219"/>
              <a:gd name="T27" fmla="*/ 285 h 386"/>
              <a:gd name="T28" fmla="*/ 3302 w 4219"/>
              <a:gd name="T29" fmla="*/ 96 h 386"/>
              <a:gd name="T30" fmla="*/ 3199 w 4219"/>
              <a:gd name="T31" fmla="*/ 206 h 386"/>
              <a:gd name="T32" fmla="*/ 3076 w 4219"/>
              <a:gd name="T33" fmla="*/ 96 h 386"/>
              <a:gd name="T34" fmla="*/ 3116 w 4219"/>
              <a:gd name="T35" fmla="*/ 178 h 386"/>
              <a:gd name="T36" fmla="*/ 2975 w 4219"/>
              <a:gd name="T37" fmla="*/ 309 h 386"/>
              <a:gd name="T38" fmla="*/ 2769 w 4219"/>
              <a:gd name="T39" fmla="*/ 133 h 386"/>
              <a:gd name="T40" fmla="*/ 2877 w 4219"/>
              <a:gd name="T41" fmla="*/ 309 h 386"/>
              <a:gd name="T42" fmla="*/ 2769 w 4219"/>
              <a:gd name="T43" fmla="*/ 309 h 386"/>
              <a:gd name="T44" fmla="*/ 2492 w 4219"/>
              <a:gd name="T45" fmla="*/ 204 h 386"/>
              <a:gd name="T46" fmla="*/ 2594 w 4219"/>
              <a:gd name="T47" fmla="*/ 124 h 386"/>
              <a:gd name="T48" fmla="*/ 2655 w 4219"/>
              <a:gd name="T49" fmla="*/ 234 h 386"/>
              <a:gd name="T50" fmla="*/ 2423 w 4219"/>
              <a:gd name="T51" fmla="*/ 184 h 386"/>
              <a:gd name="T52" fmla="*/ 2265 w 4219"/>
              <a:gd name="T53" fmla="*/ 207 h 386"/>
              <a:gd name="T54" fmla="*/ 2457 w 4219"/>
              <a:gd name="T55" fmla="*/ 211 h 386"/>
              <a:gd name="T56" fmla="*/ 2456 w 4219"/>
              <a:gd name="T57" fmla="*/ 249 h 386"/>
              <a:gd name="T58" fmla="*/ 2064 w 4219"/>
              <a:gd name="T59" fmla="*/ 52 h 386"/>
              <a:gd name="T60" fmla="*/ 2182 w 4219"/>
              <a:gd name="T61" fmla="*/ 52 h 386"/>
              <a:gd name="T62" fmla="*/ 1938 w 4219"/>
              <a:gd name="T63" fmla="*/ 182 h 386"/>
              <a:gd name="T64" fmla="*/ 1785 w 4219"/>
              <a:gd name="T65" fmla="*/ 207 h 386"/>
              <a:gd name="T66" fmla="*/ 1994 w 4219"/>
              <a:gd name="T67" fmla="*/ 218 h 386"/>
              <a:gd name="T68" fmla="*/ 1994 w 4219"/>
              <a:gd name="T69" fmla="*/ 243 h 386"/>
              <a:gd name="T70" fmla="*/ 1696 w 4219"/>
              <a:gd name="T71" fmla="*/ 100 h 386"/>
              <a:gd name="T72" fmla="*/ 1696 w 4219"/>
              <a:gd name="T73" fmla="*/ 204 h 386"/>
              <a:gd name="T74" fmla="*/ 1392 w 4219"/>
              <a:gd name="T75" fmla="*/ 235 h 386"/>
              <a:gd name="T76" fmla="*/ 1486 w 4219"/>
              <a:gd name="T77" fmla="*/ 269 h 386"/>
              <a:gd name="T78" fmla="*/ 1587 w 4219"/>
              <a:gd name="T79" fmla="*/ 309 h 386"/>
              <a:gd name="T80" fmla="*/ 1392 w 4219"/>
              <a:gd name="T81" fmla="*/ 235 h 386"/>
              <a:gd name="T82" fmla="*/ 1224 w 4219"/>
              <a:gd name="T83" fmla="*/ 100 h 386"/>
              <a:gd name="T84" fmla="*/ 1309 w 4219"/>
              <a:gd name="T85" fmla="*/ 100 h 386"/>
              <a:gd name="T86" fmla="*/ 1309 w 4219"/>
              <a:gd name="T87" fmla="*/ 242 h 386"/>
              <a:gd name="T88" fmla="*/ 1319 w 4219"/>
              <a:gd name="T89" fmla="*/ 313 h 386"/>
              <a:gd name="T90" fmla="*/ 1054 w 4219"/>
              <a:gd name="T91" fmla="*/ 133 h 386"/>
              <a:gd name="T92" fmla="*/ 1135 w 4219"/>
              <a:gd name="T93" fmla="*/ 309 h 386"/>
              <a:gd name="T94" fmla="*/ 1054 w 4219"/>
              <a:gd name="T95" fmla="*/ 309 h 386"/>
              <a:gd name="T96" fmla="*/ 856 w 4219"/>
              <a:gd name="T97" fmla="*/ 135 h 386"/>
              <a:gd name="T98" fmla="*/ 749 w 4219"/>
              <a:gd name="T99" fmla="*/ 204 h 386"/>
              <a:gd name="T100" fmla="*/ 808 w 4219"/>
              <a:gd name="T101" fmla="*/ 218 h 386"/>
              <a:gd name="T102" fmla="*/ 858 w 4219"/>
              <a:gd name="T103" fmla="*/ 314 h 386"/>
              <a:gd name="T104" fmla="*/ 626 w 4219"/>
              <a:gd name="T105" fmla="*/ 95 h 386"/>
              <a:gd name="T106" fmla="*/ 577 w 4219"/>
              <a:gd name="T107" fmla="*/ 203 h 386"/>
              <a:gd name="T108" fmla="*/ 725 w 4219"/>
              <a:gd name="T109" fmla="*/ 230 h 386"/>
              <a:gd name="T110" fmla="*/ 286 w 4219"/>
              <a:gd name="T111" fmla="*/ 204 h 386"/>
              <a:gd name="T112" fmla="*/ 396 w 4219"/>
              <a:gd name="T113" fmla="*/ 141 h 386"/>
              <a:gd name="T114" fmla="*/ 442 w 4219"/>
              <a:gd name="T115" fmla="*/ 230 h 386"/>
              <a:gd name="T116" fmla="*/ 94 w 4219"/>
              <a:gd name="T117" fmla="*/ 200 h 386"/>
              <a:gd name="T118" fmla="*/ 94 w 4219"/>
              <a:gd name="T119" fmla="*/ 23 h 386"/>
              <a:gd name="T120" fmla="*/ 184 w 4219"/>
              <a:gd name="T121" fmla="*/ 246 h 386"/>
              <a:gd name="T122" fmla="*/ 94 w 4219"/>
              <a:gd name="T123" fmla="*/ 23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19" h="386">
                <a:moveTo>
                  <a:pt x="4109" y="288"/>
                </a:moveTo>
                <a:lnTo>
                  <a:pt x="4027" y="100"/>
                </a:lnTo>
                <a:lnTo>
                  <a:pt x="4063" y="100"/>
                </a:lnTo>
                <a:lnTo>
                  <a:pt x="4127" y="250"/>
                </a:lnTo>
                <a:lnTo>
                  <a:pt x="4185" y="100"/>
                </a:lnTo>
                <a:lnTo>
                  <a:pt x="4219" y="100"/>
                </a:lnTo>
                <a:lnTo>
                  <a:pt x="4103" y="382"/>
                </a:lnTo>
                <a:lnTo>
                  <a:pt x="4070" y="382"/>
                </a:lnTo>
                <a:lnTo>
                  <a:pt x="4109" y="288"/>
                </a:lnTo>
                <a:close/>
                <a:moveTo>
                  <a:pt x="3952" y="201"/>
                </a:moveTo>
                <a:lnTo>
                  <a:pt x="3952" y="198"/>
                </a:lnTo>
                <a:cubicBezTo>
                  <a:pt x="3952" y="151"/>
                  <a:pt x="3926" y="124"/>
                  <a:pt x="3885" y="124"/>
                </a:cubicBezTo>
                <a:cubicBezTo>
                  <a:pt x="3844" y="124"/>
                  <a:pt x="3819" y="155"/>
                  <a:pt x="3819" y="199"/>
                </a:cubicBezTo>
                <a:lnTo>
                  <a:pt x="3819" y="202"/>
                </a:lnTo>
                <a:cubicBezTo>
                  <a:pt x="3819" y="248"/>
                  <a:pt x="3848" y="275"/>
                  <a:pt x="3883" y="275"/>
                </a:cubicBezTo>
                <a:cubicBezTo>
                  <a:pt x="3922" y="275"/>
                  <a:pt x="3952" y="248"/>
                  <a:pt x="3952" y="201"/>
                </a:cubicBezTo>
                <a:close/>
                <a:moveTo>
                  <a:pt x="3789" y="321"/>
                </a:moveTo>
                <a:lnTo>
                  <a:pt x="3823" y="321"/>
                </a:lnTo>
                <a:cubicBezTo>
                  <a:pt x="3828" y="345"/>
                  <a:pt x="3848" y="358"/>
                  <a:pt x="3883" y="358"/>
                </a:cubicBezTo>
                <a:cubicBezTo>
                  <a:pt x="3924" y="358"/>
                  <a:pt x="3950" y="338"/>
                  <a:pt x="3950" y="293"/>
                </a:cubicBezTo>
                <a:lnTo>
                  <a:pt x="3950" y="263"/>
                </a:lnTo>
                <a:cubicBezTo>
                  <a:pt x="3938" y="283"/>
                  <a:pt x="3910" y="302"/>
                  <a:pt x="3880" y="302"/>
                </a:cubicBezTo>
                <a:cubicBezTo>
                  <a:pt x="3825" y="302"/>
                  <a:pt x="3784" y="261"/>
                  <a:pt x="3784" y="203"/>
                </a:cubicBezTo>
                <a:lnTo>
                  <a:pt x="3784" y="200"/>
                </a:lnTo>
                <a:cubicBezTo>
                  <a:pt x="3784" y="144"/>
                  <a:pt x="3824" y="96"/>
                  <a:pt x="3882" y="96"/>
                </a:cubicBezTo>
                <a:cubicBezTo>
                  <a:pt x="3917" y="96"/>
                  <a:pt x="3938" y="113"/>
                  <a:pt x="3950" y="134"/>
                </a:cubicBezTo>
                <a:lnTo>
                  <a:pt x="3950" y="100"/>
                </a:lnTo>
                <a:lnTo>
                  <a:pt x="3984" y="100"/>
                </a:lnTo>
                <a:lnTo>
                  <a:pt x="3984" y="295"/>
                </a:lnTo>
                <a:cubicBezTo>
                  <a:pt x="3983" y="356"/>
                  <a:pt x="3942" y="386"/>
                  <a:pt x="3884" y="386"/>
                </a:cubicBezTo>
                <a:cubicBezTo>
                  <a:pt x="3822" y="386"/>
                  <a:pt x="3794" y="356"/>
                  <a:pt x="3789" y="321"/>
                </a:cubicBezTo>
                <a:close/>
                <a:moveTo>
                  <a:pt x="3714" y="206"/>
                </a:moveTo>
                <a:lnTo>
                  <a:pt x="3714" y="204"/>
                </a:lnTo>
                <a:cubicBezTo>
                  <a:pt x="3714" y="155"/>
                  <a:pt x="3687" y="124"/>
                  <a:pt x="3646" y="124"/>
                </a:cubicBezTo>
                <a:cubicBezTo>
                  <a:pt x="3604" y="124"/>
                  <a:pt x="3577" y="155"/>
                  <a:pt x="3577" y="203"/>
                </a:cubicBezTo>
                <a:lnTo>
                  <a:pt x="3577" y="206"/>
                </a:lnTo>
                <a:cubicBezTo>
                  <a:pt x="3577" y="254"/>
                  <a:pt x="3603" y="285"/>
                  <a:pt x="3646" y="285"/>
                </a:cubicBezTo>
                <a:cubicBezTo>
                  <a:pt x="3688" y="285"/>
                  <a:pt x="3714" y="254"/>
                  <a:pt x="3714" y="206"/>
                </a:cubicBezTo>
                <a:close/>
                <a:moveTo>
                  <a:pt x="3543" y="206"/>
                </a:moveTo>
                <a:lnTo>
                  <a:pt x="3543" y="203"/>
                </a:lnTo>
                <a:cubicBezTo>
                  <a:pt x="3543" y="140"/>
                  <a:pt x="3586" y="96"/>
                  <a:pt x="3646" y="96"/>
                </a:cubicBezTo>
                <a:cubicBezTo>
                  <a:pt x="3705" y="96"/>
                  <a:pt x="3748" y="140"/>
                  <a:pt x="3748" y="203"/>
                </a:cubicBezTo>
                <a:lnTo>
                  <a:pt x="3748" y="206"/>
                </a:lnTo>
                <a:cubicBezTo>
                  <a:pt x="3748" y="269"/>
                  <a:pt x="3705" y="313"/>
                  <a:pt x="3645" y="313"/>
                </a:cubicBezTo>
                <a:cubicBezTo>
                  <a:pt x="3586" y="313"/>
                  <a:pt x="3543" y="268"/>
                  <a:pt x="3543" y="206"/>
                </a:cubicBezTo>
                <a:close/>
                <a:moveTo>
                  <a:pt x="3457" y="0"/>
                </a:moveTo>
                <a:lnTo>
                  <a:pt x="3490" y="0"/>
                </a:lnTo>
                <a:lnTo>
                  <a:pt x="3490" y="309"/>
                </a:lnTo>
                <a:lnTo>
                  <a:pt x="3457" y="309"/>
                </a:lnTo>
                <a:lnTo>
                  <a:pt x="3457" y="0"/>
                </a:lnTo>
                <a:close/>
                <a:moveTo>
                  <a:pt x="3370" y="206"/>
                </a:moveTo>
                <a:lnTo>
                  <a:pt x="3370" y="204"/>
                </a:lnTo>
                <a:cubicBezTo>
                  <a:pt x="3370" y="155"/>
                  <a:pt x="3343" y="124"/>
                  <a:pt x="3302" y="124"/>
                </a:cubicBezTo>
                <a:cubicBezTo>
                  <a:pt x="3260" y="124"/>
                  <a:pt x="3233" y="155"/>
                  <a:pt x="3233" y="203"/>
                </a:cubicBezTo>
                <a:lnTo>
                  <a:pt x="3233" y="206"/>
                </a:lnTo>
                <a:cubicBezTo>
                  <a:pt x="3233" y="254"/>
                  <a:pt x="3259" y="285"/>
                  <a:pt x="3302" y="285"/>
                </a:cubicBezTo>
                <a:cubicBezTo>
                  <a:pt x="3344" y="285"/>
                  <a:pt x="3370" y="254"/>
                  <a:pt x="3370" y="206"/>
                </a:cubicBezTo>
                <a:close/>
                <a:moveTo>
                  <a:pt x="3199" y="206"/>
                </a:moveTo>
                <a:lnTo>
                  <a:pt x="3199" y="203"/>
                </a:lnTo>
                <a:cubicBezTo>
                  <a:pt x="3199" y="140"/>
                  <a:pt x="3242" y="96"/>
                  <a:pt x="3302" y="96"/>
                </a:cubicBezTo>
                <a:cubicBezTo>
                  <a:pt x="3361" y="96"/>
                  <a:pt x="3404" y="140"/>
                  <a:pt x="3404" y="203"/>
                </a:cubicBezTo>
                <a:lnTo>
                  <a:pt x="3404" y="206"/>
                </a:lnTo>
                <a:cubicBezTo>
                  <a:pt x="3404" y="269"/>
                  <a:pt x="3361" y="313"/>
                  <a:pt x="3301" y="313"/>
                </a:cubicBezTo>
                <a:cubicBezTo>
                  <a:pt x="3242" y="313"/>
                  <a:pt x="3199" y="268"/>
                  <a:pt x="3199" y="206"/>
                </a:cubicBezTo>
                <a:close/>
                <a:moveTo>
                  <a:pt x="2975" y="100"/>
                </a:moveTo>
                <a:lnTo>
                  <a:pt x="3008" y="100"/>
                </a:lnTo>
                <a:lnTo>
                  <a:pt x="3008" y="133"/>
                </a:lnTo>
                <a:cubicBezTo>
                  <a:pt x="3018" y="114"/>
                  <a:pt x="3041" y="96"/>
                  <a:pt x="3076" y="96"/>
                </a:cubicBezTo>
                <a:cubicBezTo>
                  <a:pt x="3119" y="96"/>
                  <a:pt x="3149" y="120"/>
                  <a:pt x="3149" y="181"/>
                </a:cubicBezTo>
                <a:lnTo>
                  <a:pt x="3149" y="309"/>
                </a:lnTo>
                <a:lnTo>
                  <a:pt x="3116" y="309"/>
                </a:lnTo>
                <a:lnTo>
                  <a:pt x="3116" y="178"/>
                </a:lnTo>
                <a:cubicBezTo>
                  <a:pt x="3116" y="142"/>
                  <a:pt x="3100" y="125"/>
                  <a:pt x="3067" y="125"/>
                </a:cubicBezTo>
                <a:cubicBezTo>
                  <a:pt x="3036" y="125"/>
                  <a:pt x="3008" y="145"/>
                  <a:pt x="3008" y="182"/>
                </a:cubicBezTo>
                <a:lnTo>
                  <a:pt x="3008" y="309"/>
                </a:lnTo>
                <a:lnTo>
                  <a:pt x="2975" y="309"/>
                </a:lnTo>
                <a:lnTo>
                  <a:pt x="2975" y="100"/>
                </a:lnTo>
                <a:close/>
                <a:moveTo>
                  <a:pt x="2736" y="0"/>
                </a:moveTo>
                <a:lnTo>
                  <a:pt x="2769" y="0"/>
                </a:lnTo>
                <a:lnTo>
                  <a:pt x="2769" y="133"/>
                </a:lnTo>
                <a:cubicBezTo>
                  <a:pt x="2779" y="114"/>
                  <a:pt x="2802" y="96"/>
                  <a:pt x="2836" y="96"/>
                </a:cubicBezTo>
                <a:cubicBezTo>
                  <a:pt x="2880" y="96"/>
                  <a:pt x="2910" y="120"/>
                  <a:pt x="2910" y="181"/>
                </a:cubicBezTo>
                <a:lnTo>
                  <a:pt x="2910" y="309"/>
                </a:lnTo>
                <a:lnTo>
                  <a:pt x="2877" y="309"/>
                </a:lnTo>
                <a:lnTo>
                  <a:pt x="2877" y="178"/>
                </a:lnTo>
                <a:cubicBezTo>
                  <a:pt x="2877" y="142"/>
                  <a:pt x="2861" y="125"/>
                  <a:pt x="2828" y="125"/>
                </a:cubicBezTo>
                <a:cubicBezTo>
                  <a:pt x="2797" y="125"/>
                  <a:pt x="2769" y="145"/>
                  <a:pt x="2769" y="182"/>
                </a:cubicBezTo>
                <a:lnTo>
                  <a:pt x="2769" y="309"/>
                </a:lnTo>
                <a:lnTo>
                  <a:pt x="2736" y="309"/>
                </a:lnTo>
                <a:lnTo>
                  <a:pt x="2736" y="0"/>
                </a:lnTo>
                <a:close/>
                <a:moveTo>
                  <a:pt x="2492" y="207"/>
                </a:moveTo>
                <a:lnTo>
                  <a:pt x="2492" y="204"/>
                </a:lnTo>
                <a:cubicBezTo>
                  <a:pt x="2492" y="140"/>
                  <a:pt x="2538" y="96"/>
                  <a:pt x="2594" y="96"/>
                </a:cubicBezTo>
                <a:cubicBezTo>
                  <a:pt x="2638" y="96"/>
                  <a:pt x="2678" y="116"/>
                  <a:pt x="2685" y="170"/>
                </a:cubicBezTo>
                <a:lnTo>
                  <a:pt x="2652" y="170"/>
                </a:lnTo>
                <a:cubicBezTo>
                  <a:pt x="2647" y="136"/>
                  <a:pt x="2623" y="124"/>
                  <a:pt x="2594" y="124"/>
                </a:cubicBezTo>
                <a:cubicBezTo>
                  <a:pt x="2556" y="124"/>
                  <a:pt x="2527" y="154"/>
                  <a:pt x="2527" y="204"/>
                </a:cubicBezTo>
                <a:lnTo>
                  <a:pt x="2527" y="207"/>
                </a:lnTo>
                <a:cubicBezTo>
                  <a:pt x="2527" y="258"/>
                  <a:pt x="2555" y="285"/>
                  <a:pt x="2595" y="285"/>
                </a:cubicBezTo>
                <a:cubicBezTo>
                  <a:pt x="2625" y="285"/>
                  <a:pt x="2652" y="268"/>
                  <a:pt x="2655" y="234"/>
                </a:cubicBezTo>
                <a:lnTo>
                  <a:pt x="2686" y="234"/>
                </a:lnTo>
                <a:cubicBezTo>
                  <a:pt x="2682" y="279"/>
                  <a:pt x="2645" y="313"/>
                  <a:pt x="2595" y="313"/>
                </a:cubicBezTo>
                <a:cubicBezTo>
                  <a:pt x="2536" y="313"/>
                  <a:pt x="2492" y="272"/>
                  <a:pt x="2492" y="207"/>
                </a:cubicBezTo>
                <a:close/>
                <a:moveTo>
                  <a:pt x="2423" y="184"/>
                </a:moveTo>
                <a:cubicBezTo>
                  <a:pt x="2420" y="141"/>
                  <a:pt x="2398" y="124"/>
                  <a:pt x="2363" y="124"/>
                </a:cubicBezTo>
                <a:cubicBezTo>
                  <a:pt x="2329" y="124"/>
                  <a:pt x="2306" y="147"/>
                  <a:pt x="2301" y="184"/>
                </a:cubicBezTo>
                <a:lnTo>
                  <a:pt x="2423" y="184"/>
                </a:lnTo>
                <a:close/>
                <a:moveTo>
                  <a:pt x="2265" y="207"/>
                </a:moveTo>
                <a:lnTo>
                  <a:pt x="2265" y="204"/>
                </a:lnTo>
                <a:cubicBezTo>
                  <a:pt x="2265" y="140"/>
                  <a:pt x="2306" y="96"/>
                  <a:pt x="2363" y="96"/>
                </a:cubicBezTo>
                <a:cubicBezTo>
                  <a:pt x="2412" y="96"/>
                  <a:pt x="2457" y="126"/>
                  <a:pt x="2457" y="200"/>
                </a:cubicBezTo>
                <a:lnTo>
                  <a:pt x="2457" y="211"/>
                </a:lnTo>
                <a:lnTo>
                  <a:pt x="2300" y="211"/>
                </a:lnTo>
                <a:cubicBezTo>
                  <a:pt x="2301" y="259"/>
                  <a:pt x="2324" y="285"/>
                  <a:pt x="2367" y="285"/>
                </a:cubicBezTo>
                <a:cubicBezTo>
                  <a:pt x="2399" y="285"/>
                  <a:pt x="2418" y="273"/>
                  <a:pt x="2422" y="249"/>
                </a:cubicBezTo>
                <a:lnTo>
                  <a:pt x="2456" y="249"/>
                </a:lnTo>
                <a:cubicBezTo>
                  <a:pt x="2448" y="291"/>
                  <a:pt x="2414" y="313"/>
                  <a:pt x="2366" y="313"/>
                </a:cubicBezTo>
                <a:cubicBezTo>
                  <a:pt x="2307" y="313"/>
                  <a:pt x="2265" y="271"/>
                  <a:pt x="2265" y="207"/>
                </a:cubicBezTo>
                <a:moveTo>
                  <a:pt x="2148" y="52"/>
                </a:moveTo>
                <a:lnTo>
                  <a:pt x="2064" y="52"/>
                </a:lnTo>
                <a:lnTo>
                  <a:pt x="2064" y="23"/>
                </a:lnTo>
                <a:lnTo>
                  <a:pt x="2266" y="23"/>
                </a:lnTo>
                <a:lnTo>
                  <a:pt x="2266" y="52"/>
                </a:lnTo>
                <a:lnTo>
                  <a:pt x="2182" y="52"/>
                </a:lnTo>
                <a:lnTo>
                  <a:pt x="2182" y="309"/>
                </a:lnTo>
                <a:lnTo>
                  <a:pt x="2148" y="309"/>
                </a:lnTo>
                <a:lnTo>
                  <a:pt x="2148" y="52"/>
                </a:lnTo>
                <a:close/>
                <a:moveTo>
                  <a:pt x="1938" y="182"/>
                </a:moveTo>
                <a:cubicBezTo>
                  <a:pt x="1936" y="150"/>
                  <a:pt x="1920" y="135"/>
                  <a:pt x="1892" y="135"/>
                </a:cubicBezTo>
                <a:cubicBezTo>
                  <a:pt x="1866" y="135"/>
                  <a:pt x="1849" y="152"/>
                  <a:pt x="1844" y="182"/>
                </a:cubicBezTo>
                <a:lnTo>
                  <a:pt x="1938" y="182"/>
                </a:lnTo>
                <a:close/>
                <a:moveTo>
                  <a:pt x="1785" y="207"/>
                </a:moveTo>
                <a:lnTo>
                  <a:pt x="1785" y="204"/>
                </a:lnTo>
                <a:cubicBezTo>
                  <a:pt x="1785" y="138"/>
                  <a:pt x="1832" y="95"/>
                  <a:pt x="1892" y="95"/>
                </a:cubicBezTo>
                <a:cubicBezTo>
                  <a:pt x="1946" y="95"/>
                  <a:pt x="1994" y="127"/>
                  <a:pt x="1994" y="202"/>
                </a:cubicBezTo>
                <a:lnTo>
                  <a:pt x="1994" y="218"/>
                </a:lnTo>
                <a:lnTo>
                  <a:pt x="1844" y="218"/>
                </a:lnTo>
                <a:cubicBezTo>
                  <a:pt x="1845" y="252"/>
                  <a:pt x="1864" y="272"/>
                  <a:pt x="1896" y="272"/>
                </a:cubicBezTo>
                <a:cubicBezTo>
                  <a:pt x="1922" y="272"/>
                  <a:pt x="1936" y="261"/>
                  <a:pt x="1939" y="243"/>
                </a:cubicBezTo>
                <a:lnTo>
                  <a:pt x="1994" y="243"/>
                </a:lnTo>
                <a:cubicBezTo>
                  <a:pt x="1987" y="288"/>
                  <a:pt x="1951" y="314"/>
                  <a:pt x="1894" y="314"/>
                </a:cubicBezTo>
                <a:cubicBezTo>
                  <a:pt x="1831" y="314"/>
                  <a:pt x="1785" y="274"/>
                  <a:pt x="1785" y="207"/>
                </a:cubicBezTo>
                <a:moveTo>
                  <a:pt x="1638" y="100"/>
                </a:moveTo>
                <a:lnTo>
                  <a:pt x="1696" y="100"/>
                </a:lnTo>
                <a:lnTo>
                  <a:pt x="1696" y="140"/>
                </a:lnTo>
                <a:cubicBezTo>
                  <a:pt x="1709" y="112"/>
                  <a:pt x="1730" y="97"/>
                  <a:pt x="1764" y="97"/>
                </a:cubicBezTo>
                <a:lnTo>
                  <a:pt x="1764" y="151"/>
                </a:lnTo>
                <a:cubicBezTo>
                  <a:pt x="1721" y="150"/>
                  <a:pt x="1696" y="164"/>
                  <a:pt x="1696" y="204"/>
                </a:cubicBezTo>
                <a:lnTo>
                  <a:pt x="1696" y="309"/>
                </a:lnTo>
                <a:lnTo>
                  <a:pt x="1638" y="309"/>
                </a:lnTo>
                <a:lnTo>
                  <a:pt x="1638" y="100"/>
                </a:lnTo>
                <a:close/>
                <a:moveTo>
                  <a:pt x="1392" y="235"/>
                </a:moveTo>
                <a:lnTo>
                  <a:pt x="1392" y="100"/>
                </a:lnTo>
                <a:lnTo>
                  <a:pt x="1449" y="100"/>
                </a:lnTo>
                <a:lnTo>
                  <a:pt x="1449" y="227"/>
                </a:lnTo>
                <a:cubicBezTo>
                  <a:pt x="1449" y="255"/>
                  <a:pt x="1461" y="269"/>
                  <a:pt x="1486" y="269"/>
                </a:cubicBezTo>
                <a:cubicBezTo>
                  <a:pt x="1510" y="269"/>
                  <a:pt x="1529" y="254"/>
                  <a:pt x="1529" y="223"/>
                </a:cubicBezTo>
                <a:lnTo>
                  <a:pt x="1529" y="100"/>
                </a:lnTo>
                <a:lnTo>
                  <a:pt x="1587" y="100"/>
                </a:lnTo>
                <a:lnTo>
                  <a:pt x="1587" y="309"/>
                </a:lnTo>
                <a:lnTo>
                  <a:pt x="1529" y="309"/>
                </a:lnTo>
                <a:lnTo>
                  <a:pt x="1529" y="276"/>
                </a:lnTo>
                <a:cubicBezTo>
                  <a:pt x="1518" y="298"/>
                  <a:pt x="1497" y="314"/>
                  <a:pt x="1463" y="314"/>
                </a:cubicBezTo>
                <a:cubicBezTo>
                  <a:pt x="1422" y="314"/>
                  <a:pt x="1392" y="290"/>
                  <a:pt x="1392" y="235"/>
                </a:cubicBezTo>
                <a:moveTo>
                  <a:pt x="1251" y="247"/>
                </a:moveTo>
                <a:lnTo>
                  <a:pt x="1251" y="141"/>
                </a:lnTo>
                <a:lnTo>
                  <a:pt x="1224" y="141"/>
                </a:lnTo>
                <a:lnTo>
                  <a:pt x="1224" y="100"/>
                </a:lnTo>
                <a:lnTo>
                  <a:pt x="1251" y="100"/>
                </a:lnTo>
                <a:lnTo>
                  <a:pt x="1251" y="55"/>
                </a:lnTo>
                <a:lnTo>
                  <a:pt x="1309" y="55"/>
                </a:lnTo>
                <a:lnTo>
                  <a:pt x="1309" y="100"/>
                </a:lnTo>
                <a:lnTo>
                  <a:pt x="1353" y="100"/>
                </a:lnTo>
                <a:lnTo>
                  <a:pt x="1353" y="141"/>
                </a:lnTo>
                <a:lnTo>
                  <a:pt x="1309" y="141"/>
                </a:lnTo>
                <a:lnTo>
                  <a:pt x="1309" y="242"/>
                </a:lnTo>
                <a:cubicBezTo>
                  <a:pt x="1309" y="259"/>
                  <a:pt x="1317" y="267"/>
                  <a:pt x="1332" y="267"/>
                </a:cubicBezTo>
                <a:cubicBezTo>
                  <a:pt x="1341" y="267"/>
                  <a:pt x="1347" y="266"/>
                  <a:pt x="1354" y="263"/>
                </a:cubicBezTo>
                <a:lnTo>
                  <a:pt x="1354" y="308"/>
                </a:lnTo>
                <a:cubicBezTo>
                  <a:pt x="1346" y="310"/>
                  <a:pt x="1334" y="313"/>
                  <a:pt x="1319" y="313"/>
                </a:cubicBezTo>
                <a:cubicBezTo>
                  <a:pt x="1275" y="313"/>
                  <a:pt x="1251" y="291"/>
                  <a:pt x="1251" y="247"/>
                </a:cubicBezTo>
                <a:close/>
                <a:moveTo>
                  <a:pt x="996" y="100"/>
                </a:moveTo>
                <a:lnTo>
                  <a:pt x="1054" y="100"/>
                </a:lnTo>
                <a:lnTo>
                  <a:pt x="1054" y="133"/>
                </a:lnTo>
                <a:cubicBezTo>
                  <a:pt x="1065" y="112"/>
                  <a:pt x="1088" y="95"/>
                  <a:pt x="1122" y="95"/>
                </a:cubicBezTo>
                <a:cubicBezTo>
                  <a:pt x="1164" y="95"/>
                  <a:pt x="1193" y="120"/>
                  <a:pt x="1193" y="176"/>
                </a:cubicBezTo>
                <a:lnTo>
                  <a:pt x="1193" y="309"/>
                </a:lnTo>
                <a:lnTo>
                  <a:pt x="1135" y="309"/>
                </a:lnTo>
                <a:lnTo>
                  <a:pt x="1135" y="184"/>
                </a:lnTo>
                <a:cubicBezTo>
                  <a:pt x="1135" y="156"/>
                  <a:pt x="1124" y="142"/>
                  <a:pt x="1098" y="142"/>
                </a:cubicBezTo>
                <a:cubicBezTo>
                  <a:pt x="1073" y="142"/>
                  <a:pt x="1054" y="158"/>
                  <a:pt x="1054" y="188"/>
                </a:cubicBezTo>
                <a:lnTo>
                  <a:pt x="1054" y="309"/>
                </a:lnTo>
                <a:lnTo>
                  <a:pt x="996" y="309"/>
                </a:lnTo>
                <a:lnTo>
                  <a:pt x="996" y="100"/>
                </a:lnTo>
                <a:close/>
                <a:moveTo>
                  <a:pt x="902" y="182"/>
                </a:moveTo>
                <a:cubicBezTo>
                  <a:pt x="900" y="150"/>
                  <a:pt x="884" y="135"/>
                  <a:pt x="856" y="135"/>
                </a:cubicBezTo>
                <a:cubicBezTo>
                  <a:pt x="830" y="135"/>
                  <a:pt x="813" y="152"/>
                  <a:pt x="808" y="182"/>
                </a:cubicBezTo>
                <a:lnTo>
                  <a:pt x="902" y="182"/>
                </a:lnTo>
                <a:close/>
                <a:moveTo>
                  <a:pt x="749" y="207"/>
                </a:moveTo>
                <a:lnTo>
                  <a:pt x="749" y="204"/>
                </a:lnTo>
                <a:cubicBezTo>
                  <a:pt x="749" y="138"/>
                  <a:pt x="796" y="95"/>
                  <a:pt x="856" y="95"/>
                </a:cubicBezTo>
                <a:cubicBezTo>
                  <a:pt x="910" y="95"/>
                  <a:pt x="958" y="127"/>
                  <a:pt x="958" y="202"/>
                </a:cubicBezTo>
                <a:lnTo>
                  <a:pt x="958" y="218"/>
                </a:lnTo>
                <a:lnTo>
                  <a:pt x="808" y="218"/>
                </a:lnTo>
                <a:cubicBezTo>
                  <a:pt x="809" y="252"/>
                  <a:pt x="828" y="272"/>
                  <a:pt x="860" y="272"/>
                </a:cubicBezTo>
                <a:cubicBezTo>
                  <a:pt x="886" y="272"/>
                  <a:pt x="900" y="261"/>
                  <a:pt x="903" y="243"/>
                </a:cubicBezTo>
                <a:lnTo>
                  <a:pt x="958" y="243"/>
                </a:lnTo>
                <a:cubicBezTo>
                  <a:pt x="951" y="288"/>
                  <a:pt x="915" y="314"/>
                  <a:pt x="858" y="314"/>
                </a:cubicBezTo>
                <a:cubicBezTo>
                  <a:pt x="795" y="314"/>
                  <a:pt x="749" y="274"/>
                  <a:pt x="749" y="207"/>
                </a:cubicBezTo>
                <a:moveTo>
                  <a:pt x="518" y="207"/>
                </a:moveTo>
                <a:lnTo>
                  <a:pt x="518" y="204"/>
                </a:lnTo>
                <a:cubicBezTo>
                  <a:pt x="518" y="136"/>
                  <a:pt x="566" y="95"/>
                  <a:pt x="626" y="95"/>
                </a:cubicBezTo>
                <a:cubicBezTo>
                  <a:pt x="674" y="95"/>
                  <a:pt x="719" y="116"/>
                  <a:pt x="724" y="176"/>
                </a:cubicBezTo>
                <a:lnTo>
                  <a:pt x="669" y="176"/>
                </a:lnTo>
                <a:cubicBezTo>
                  <a:pt x="665" y="152"/>
                  <a:pt x="650" y="141"/>
                  <a:pt x="627" y="141"/>
                </a:cubicBezTo>
                <a:cubicBezTo>
                  <a:pt x="597" y="141"/>
                  <a:pt x="577" y="163"/>
                  <a:pt x="577" y="203"/>
                </a:cubicBezTo>
                <a:lnTo>
                  <a:pt x="577" y="206"/>
                </a:lnTo>
                <a:cubicBezTo>
                  <a:pt x="577" y="248"/>
                  <a:pt x="596" y="270"/>
                  <a:pt x="628" y="270"/>
                </a:cubicBezTo>
                <a:cubicBezTo>
                  <a:pt x="651" y="270"/>
                  <a:pt x="670" y="256"/>
                  <a:pt x="673" y="230"/>
                </a:cubicBezTo>
                <a:lnTo>
                  <a:pt x="725" y="230"/>
                </a:lnTo>
                <a:cubicBezTo>
                  <a:pt x="722" y="279"/>
                  <a:pt x="686" y="314"/>
                  <a:pt x="625" y="314"/>
                </a:cubicBezTo>
                <a:cubicBezTo>
                  <a:pt x="564" y="314"/>
                  <a:pt x="518" y="276"/>
                  <a:pt x="518" y="207"/>
                </a:cubicBezTo>
                <a:moveTo>
                  <a:pt x="286" y="207"/>
                </a:moveTo>
                <a:lnTo>
                  <a:pt x="286" y="204"/>
                </a:lnTo>
                <a:cubicBezTo>
                  <a:pt x="286" y="136"/>
                  <a:pt x="335" y="95"/>
                  <a:pt x="394" y="95"/>
                </a:cubicBezTo>
                <a:cubicBezTo>
                  <a:pt x="443" y="95"/>
                  <a:pt x="488" y="116"/>
                  <a:pt x="493" y="176"/>
                </a:cubicBezTo>
                <a:lnTo>
                  <a:pt x="438" y="176"/>
                </a:lnTo>
                <a:cubicBezTo>
                  <a:pt x="434" y="152"/>
                  <a:pt x="419" y="141"/>
                  <a:pt x="396" y="141"/>
                </a:cubicBezTo>
                <a:cubicBezTo>
                  <a:pt x="366" y="141"/>
                  <a:pt x="346" y="163"/>
                  <a:pt x="346" y="203"/>
                </a:cubicBezTo>
                <a:lnTo>
                  <a:pt x="346" y="206"/>
                </a:lnTo>
                <a:cubicBezTo>
                  <a:pt x="346" y="248"/>
                  <a:pt x="364" y="270"/>
                  <a:pt x="397" y="270"/>
                </a:cubicBezTo>
                <a:cubicBezTo>
                  <a:pt x="420" y="270"/>
                  <a:pt x="439" y="256"/>
                  <a:pt x="442" y="230"/>
                </a:cubicBezTo>
                <a:lnTo>
                  <a:pt x="494" y="230"/>
                </a:lnTo>
                <a:cubicBezTo>
                  <a:pt x="491" y="279"/>
                  <a:pt x="455" y="314"/>
                  <a:pt x="394" y="314"/>
                </a:cubicBezTo>
                <a:cubicBezTo>
                  <a:pt x="333" y="314"/>
                  <a:pt x="286" y="276"/>
                  <a:pt x="286" y="207"/>
                </a:cubicBezTo>
                <a:close/>
                <a:moveTo>
                  <a:pt x="94" y="200"/>
                </a:moveTo>
                <a:lnTo>
                  <a:pt x="170" y="200"/>
                </a:lnTo>
                <a:lnTo>
                  <a:pt x="132" y="76"/>
                </a:lnTo>
                <a:lnTo>
                  <a:pt x="94" y="200"/>
                </a:lnTo>
                <a:close/>
                <a:moveTo>
                  <a:pt x="94" y="23"/>
                </a:moveTo>
                <a:lnTo>
                  <a:pt x="178" y="23"/>
                </a:lnTo>
                <a:lnTo>
                  <a:pt x="271" y="309"/>
                </a:lnTo>
                <a:lnTo>
                  <a:pt x="204" y="309"/>
                </a:lnTo>
                <a:lnTo>
                  <a:pt x="184" y="246"/>
                </a:lnTo>
                <a:lnTo>
                  <a:pt x="80" y="246"/>
                </a:lnTo>
                <a:lnTo>
                  <a:pt x="61" y="309"/>
                </a:lnTo>
                <a:lnTo>
                  <a:pt x="0" y="309"/>
                </a:lnTo>
                <a:lnTo>
                  <a:pt x="94" y="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5590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3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715308A-2B7A-4485-A51C-F3F23FC426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1073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pic>
        <p:nvPicPr>
          <p:cNvPr id="5" name="Graphic 4" descr="Accenture Greater Than symbol in purple">
            <a:extLst>
              <a:ext uri="{FF2B5EF4-FFF2-40B4-BE49-F238E27FC236}">
                <a16:creationId xmlns:a16="http://schemas.microsoft.com/office/drawing/2014/main" id="{8DD1DFCC-5489-470C-84F4-93032F0960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2636" y="382725"/>
            <a:ext cx="641502" cy="704088"/>
          </a:xfrm>
          <a:prstGeom prst="rect">
            <a:avLst/>
          </a:prstGeom>
        </p:spPr>
      </p:pic>
      <p:sp>
        <p:nvSpPr>
          <p:cNvPr id="10" name="Acc_Tech_Logo_WH" descr="Accenture Technology wordmark in black">
            <a:extLst>
              <a:ext uri="{FF2B5EF4-FFF2-40B4-BE49-F238E27FC236}">
                <a16:creationId xmlns:a16="http://schemas.microsoft.com/office/drawing/2014/main" id="{054458DC-FCF6-48B1-82BA-13CDEA023B14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381001" y="6096691"/>
            <a:ext cx="3008376" cy="276189"/>
          </a:xfrm>
          <a:custGeom>
            <a:avLst/>
            <a:gdLst>
              <a:gd name="T0" fmla="*/ 4127 w 4219"/>
              <a:gd name="T1" fmla="*/ 250 h 386"/>
              <a:gd name="T2" fmla="*/ 4070 w 4219"/>
              <a:gd name="T3" fmla="*/ 382 h 386"/>
              <a:gd name="T4" fmla="*/ 3885 w 4219"/>
              <a:gd name="T5" fmla="*/ 124 h 386"/>
              <a:gd name="T6" fmla="*/ 3952 w 4219"/>
              <a:gd name="T7" fmla="*/ 201 h 386"/>
              <a:gd name="T8" fmla="*/ 3950 w 4219"/>
              <a:gd name="T9" fmla="*/ 293 h 386"/>
              <a:gd name="T10" fmla="*/ 3784 w 4219"/>
              <a:gd name="T11" fmla="*/ 200 h 386"/>
              <a:gd name="T12" fmla="*/ 3984 w 4219"/>
              <a:gd name="T13" fmla="*/ 100 h 386"/>
              <a:gd name="T14" fmla="*/ 3714 w 4219"/>
              <a:gd name="T15" fmla="*/ 206 h 386"/>
              <a:gd name="T16" fmla="*/ 3577 w 4219"/>
              <a:gd name="T17" fmla="*/ 206 h 386"/>
              <a:gd name="T18" fmla="*/ 3543 w 4219"/>
              <a:gd name="T19" fmla="*/ 203 h 386"/>
              <a:gd name="T20" fmla="*/ 3645 w 4219"/>
              <a:gd name="T21" fmla="*/ 313 h 386"/>
              <a:gd name="T22" fmla="*/ 3490 w 4219"/>
              <a:gd name="T23" fmla="*/ 309 h 386"/>
              <a:gd name="T24" fmla="*/ 3370 w 4219"/>
              <a:gd name="T25" fmla="*/ 204 h 386"/>
              <a:gd name="T26" fmla="*/ 3302 w 4219"/>
              <a:gd name="T27" fmla="*/ 285 h 386"/>
              <a:gd name="T28" fmla="*/ 3302 w 4219"/>
              <a:gd name="T29" fmla="*/ 96 h 386"/>
              <a:gd name="T30" fmla="*/ 3199 w 4219"/>
              <a:gd name="T31" fmla="*/ 206 h 386"/>
              <a:gd name="T32" fmla="*/ 3076 w 4219"/>
              <a:gd name="T33" fmla="*/ 96 h 386"/>
              <a:gd name="T34" fmla="*/ 3116 w 4219"/>
              <a:gd name="T35" fmla="*/ 178 h 386"/>
              <a:gd name="T36" fmla="*/ 2975 w 4219"/>
              <a:gd name="T37" fmla="*/ 309 h 386"/>
              <a:gd name="T38" fmla="*/ 2769 w 4219"/>
              <a:gd name="T39" fmla="*/ 133 h 386"/>
              <a:gd name="T40" fmla="*/ 2877 w 4219"/>
              <a:gd name="T41" fmla="*/ 309 h 386"/>
              <a:gd name="T42" fmla="*/ 2769 w 4219"/>
              <a:gd name="T43" fmla="*/ 309 h 386"/>
              <a:gd name="T44" fmla="*/ 2492 w 4219"/>
              <a:gd name="T45" fmla="*/ 204 h 386"/>
              <a:gd name="T46" fmla="*/ 2594 w 4219"/>
              <a:gd name="T47" fmla="*/ 124 h 386"/>
              <a:gd name="T48" fmla="*/ 2655 w 4219"/>
              <a:gd name="T49" fmla="*/ 234 h 386"/>
              <a:gd name="T50" fmla="*/ 2423 w 4219"/>
              <a:gd name="T51" fmla="*/ 184 h 386"/>
              <a:gd name="T52" fmla="*/ 2265 w 4219"/>
              <a:gd name="T53" fmla="*/ 207 h 386"/>
              <a:gd name="T54" fmla="*/ 2457 w 4219"/>
              <a:gd name="T55" fmla="*/ 211 h 386"/>
              <a:gd name="T56" fmla="*/ 2456 w 4219"/>
              <a:gd name="T57" fmla="*/ 249 h 386"/>
              <a:gd name="T58" fmla="*/ 2064 w 4219"/>
              <a:gd name="T59" fmla="*/ 52 h 386"/>
              <a:gd name="T60" fmla="*/ 2182 w 4219"/>
              <a:gd name="T61" fmla="*/ 52 h 386"/>
              <a:gd name="T62" fmla="*/ 1938 w 4219"/>
              <a:gd name="T63" fmla="*/ 182 h 386"/>
              <a:gd name="T64" fmla="*/ 1785 w 4219"/>
              <a:gd name="T65" fmla="*/ 207 h 386"/>
              <a:gd name="T66" fmla="*/ 1994 w 4219"/>
              <a:gd name="T67" fmla="*/ 218 h 386"/>
              <a:gd name="T68" fmla="*/ 1994 w 4219"/>
              <a:gd name="T69" fmla="*/ 243 h 386"/>
              <a:gd name="T70" fmla="*/ 1696 w 4219"/>
              <a:gd name="T71" fmla="*/ 100 h 386"/>
              <a:gd name="T72" fmla="*/ 1696 w 4219"/>
              <a:gd name="T73" fmla="*/ 204 h 386"/>
              <a:gd name="T74" fmla="*/ 1392 w 4219"/>
              <a:gd name="T75" fmla="*/ 235 h 386"/>
              <a:gd name="T76" fmla="*/ 1486 w 4219"/>
              <a:gd name="T77" fmla="*/ 269 h 386"/>
              <a:gd name="T78" fmla="*/ 1587 w 4219"/>
              <a:gd name="T79" fmla="*/ 309 h 386"/>
              <a:gd name="T80" fmla="*/ 1392 w 4219"/>
              <a:gd name="T81" fmla="*/ 235 h 386"/>
              <a:gd name="T82" fmla="*/ 1224 w 4219"/>
              <a:gd name="T83" fmla="*/ 100 h 386"/>
              <a:gd name="T84" fmla="*/ 1309 w 4219"/>
              <a:gd name="T85" fmla="*/ 100 h 386"/>
              <a:gd name="T86" fmla="*/ 1309 w 4219"/>
              <a:gd name="T87" fmla="*/ 242 h 386"/>
              <a:gd name="T88" fmla="*/ 1319 w 4219"/>
              <a:gd name="T89" fmla="*/ 313 h 386"/>
              <a:gd name="T90" fmla="*/ 1054 w 4219"/>
              <a:gd name="T91" fmla="*/ 133 h 386"/>
              <a:gd name="T92" fmla="*/ 1135 w 4219"/>
              <a:gd name="T93" fmla="*/ 309 h 386"/>
              <a:gd name="T94" fmla="*/ 1054 w 4219"/>
              <a:gd name="T95" fmla="*/ 309 h 386"/>
              <a:gd name="T96" fmla="*/ 856 w 4219"/>
              <a:gd name="T97" fmla="*/ 135 h 386"/>
              <a:gd name="T98" fmla="*/ 749 w 4219"/>
              <a:gd name="T99" fmla="*/ 204 h 386"/>
              <a:gd name="T100" fmla="*/ 808 w 4219"/>
              <a:gd name="T101" fmla="*/ 218 h 386"/>
              <a:gd name="T102" fmla="*/ 858 w 4219"/>
              <a:gd name="T103" fmla="*/ 314 h 386"/>
              <a:gd name="T104" fmla="*/ 626 w 4219"/>
              <a:gd name="T105" fmla="*/ 95 h 386"/>
              <a:gd name="T106" fmla="*/ 577 w 4219"/>
              <a:gd name="T107" fmla="*/ 203 h 386"/>
              <a:gd name="T108" fmla="*/ 725 w 4219"/>
              <a:gd name="T109" fmla="*/ 230 h 386"/>
              <a:gd name="T110" fmla="*/ 286 w 4219"/>
              <a:gd name="T111" fmla="*/ 204 h 386"/>
              <a:gd name="T112" fmla="*/ 396 w 4219"/>
              <a:gd name="T113" fmla="*/ 141 h 386"/>
              <a:gd name="T114" fmla="*/ 442 w 4219"/>
              <a:gd name="T115" fmla="*/ 230 h 386"/>
              <a:gd name="T116" fmla="*/ 94 w 4219"/>
              <a:gd name="T117" fmla="*/ 200 h 386"/>
              <a:gd name="T118" fmla="*/ 94 w 4219"/>
              <a:gd name="T119" fmla="*/ 23 h 386"/>
              <a:gd name="T120" fmla="*/ 184 w 4219"/>
              <a:gd name="T121" fmla="*/ 246 h 386"/>
              <a:gd name="T122" fmla="*/ 94 w 4219"/>
              <a:gd name="T123" fmla="*/ 23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19" h="386">
                <a:moveTo>
                  <a:pt x="4109" y="288"/>
                </a:moveTo>
                <a:lnTo>
                  <a:pt x="4027" y="100"/>
                </a:lnTo>
                <a:lnTo>
                  <a:pt x="4063" y="100"/>
                </a:lnTo>
                <a:lnTo>
                  <a:pt x="4127" y="250"/>
                </a:lnTo>
                <a:lnTo>
                  <a:pt x="4185" y="100"/>
                </a:lnTo>
                <a:lnTo>
                  <a:pt x="4219" y="100"/>
                </a:lnTo>
                <a:lnTo>
                  <a:pt x="4103" y="382"/>
                </a:lnTo>
                <a:lnTo>
                  <a:pt x="4070" y="382"/>
                </a:lnTo>
                <a:lnTo>
                  <a:pt x="4109" y="288"/>
                </a:lnTo>
                <a:close/>
                <a:moveTo>
                  <a:pt x="3952" y="201"/>
                </a:moveTo>
                <a:lnTo>
                  <a:pt x="3952" y="198"/>
                </a:lnTo>
                <a:cubicBezTo>
                  <a:pt x="3952" y="151"/>
                  <a:pt x="3926" y="124"/>
                  <a:pt x="3885" y="124"/>
                </a:cubicBezTo>
                <a:cubicBezTo>
                  <a:pt x="3844" y="124"/>
                  <a:pt x="3819" y="155"/>
                  <a:pt x="3819" y="199"/>
                </a:cubicBezTo>
                <a:lnTo>
                  <a:pt x="3819" y="202"/>
                </a:lnTo>
                <a:cubicBezTo>
                  <a:pt x="3819" y="248"/>
                  <a:pt x="3848" y="275"/>
                  <a:pt x="3883" y="275"/>
                </a:cubicBezTo>
                <a:cubicBezTo>
                  <a:pt x="3922" y="275"/>
                  <a:pt x="3952" y="248"/>
                  <a:pt x="3952" y="201"/>
                </a:cubicBezTo>
                <a:close/>
                <a:moveTo>
                  <a:pt x="3789" y="321"/>
                </a:moveTo>
                <a:lnTo>
                  <a:pt x="3823" y="321"/>
                </a:lnTo>
                <a:cubicBezTo>
                  <a:pt x="3828" y="345"/>
                  <a:pt x="3848" y="358"/>
                  <a:pt x="3883" y="358"/>
                </a:cubicBezTo>
                <a:cubicBezTo>
                  <a:pt x="3924" y="358"/>
                  <a:pt x="3950" y="338"/>
                  <a:pt x="3950" y="293"/>
                </a:cubicBezTo>
                <a:lnTo>
                  <a:pt x="3950" y="263"/>
                </a:lnTo>
                <a:cubicBezTo>
                  <a:pt x="3938" y="283"/>
                  <a:pt x="3910" y="302"/>
                  <a:pt x="3880" y="302"/>
                </a:cubicBezTo>
                <a:cubicBezTo>
                  <a:pt x="3825" y="302"/>
                  <a:pt x="3784" y="261"/>
                  <a:pt x="3784" y="203"/>
                </a:cubicBezTo>
                <a:lnTo>
                  <a:pt x="3784" y="200"/>
                </a:lnTo>
                <a:cubicBezTo>
                  <a:pt x="3784" y="144"/>
                  <a:pt x="3824" y="96"/>
                  <a:pt x="3882" y="96"/>
                </a:cubicBezTo>
                <a:cubicBezTo>
                  <a:pt x="3917" y="96"/>
                  <a:pt x="3938" y="113"/>
                  <a:pt x="3950" y="134"/>
                </a:cubicBezTo>
                <a:lnTo>
                  <a:pt x="3950" y="100"/>
                </a:lnTo>
                <a:lnTo>
                  <a:pt x="3984" y="100"/>
                </a:lnTo>
                <a:lnTo>
                  <a:pt x="3984" y="295"/>
                </a:lnTo>
                <a:cubicBezTo>
                  <a:pt x="3983" y="356"/>
                  <a:pt x="3942" y="386"/>
                  <a:pt x="3884" y="386"/>
                </a:cubicBezTo>
                <a:cubicBezTo>
                  <a:pt x="3822" y="386"/>
                  <a:pt x="3794" y="356"/>
                  <a:pt x="3789" y="321"/>
                </a:cubicBezTo>
                <a:close/>
                <a:moveTo>
                  <a:pt x="3714" y="206"/>
                </a:moveTo>
                <a:lnTo>
                  <a:pt x="3714" y="204"/>
                </a:lnTo>
                <a:cubicBezTo>
                  <a:pt x="3714" y="155"/>
                  <a:pt x="3687" y="124"/>
                  <a:pt x="3646" y="124"/>
                </a:cubicBezTo>
                <a:cubicBezTo>
                  <a:pt x="3604" y="124"/>
                  <a:pt x="3577" y="155"/>
                  <a:pt x="3577" y="203"/>
                </a:cubicBezTo>
                <a:lnTo>
                  <a:pt x="3577" y="206"/>
                </a:lnTo>
                <a:cubicBezTo>
                  <a:pt x="3577" y="254"/>
                  <a:pt x="3603" y="285"/>
                  <a:pt x="3646" y="285"/>
                </a:cubicBezTo>
                <a:cubicBezTo>
                  <a:pt x="3688" y="285"/>
                  <a:pt x="3714" y="254"/>
                  <a:pt x="3714" y="206"/>
                </a:cubicBezTo>
                <a:close/>
                <a:moveTo>
                  <a:pt x="3543" y="206"/>
                </a:moveTo>
                <a:lnTo>
                  <a:pt x="3543" y="203"/>
                </a:lnTo>
                <a:cubicBezTo>
                  <a:pt x="3543" y="140"/>
                  <a:pt x="3586" y="96"/>
                  <a:pt x="3646" y="96"/>
                </a:cubicBezTo>
                <a:cubicBezTo>
                  <a:pt x="3705" y="96"/>
                  <a:pt x="3748" y="140"/>
                  <a:pt x="3748" y="203"/>
                </a:cubicBezTo>
                <a:lnTo>
                  <a:pt x="3748" y="206"/>
                </a:lnTo>
                <a:cubicBezTo>
                  <a:pt x="3748" y="269"/>
                  <a:pt x="3705" y="313"/>
                  <a:pt x="3645" y="313"/>
                </a:cubicBezTo>
                <a:cubicBezTo>
                  <a:pt x="3586" y="313"/>
                  <a:pt x="3543" y="268"/>
                  <a:pt x="3543" y="206"/>
                </a:cubicBezTo>
                <a:close/>
                <a:moveTo>
                  <a:pt x="3457" y="0"/>
                </a:moveTo>
                <a:lnTo>
                  <a:pt x="3490" y="0"/>
                </a:lnTo>
                <a:lnTo>
                  <a:pt x="3490" y="309"/>
                </a:lnTo>
                <a:lnTo>
                  <a:pt x="3457" y="309"/>
                </a:lnTo>
                <a:lnTo>
                  <a:pt x="3457" y="0"/>
                </a:lnTo>
                <a:close/>
                <a:moveTo>
                  <a:pt x="3370" y="206"/>
                </a:moveTo>
                <a:lnTo>
                  <a:pt x="3370" y="204"/>
                </a:lnTo>
                <a:cubicBezTo>
                  <a:pt x="3370" y="155"/>
                  <a:pt x="3343" y="124"/>
                  <a:pt x="3302" y="124"/>
                </a:cubicBezTo>
                <a:cubicBezTo>
                  <a:pt x="3260" y="124"/>
                  <a:pt x="3233" y="155"/>
                  <a:pt x="3233" y="203"/>
                </a:cubicBezTo>
                <a:lnTo>
                  <a:pt x="3233" y="206"/>
                </a:lnTo>
                <a:cubicBezTo>
                  <a:pt x="3233" y="254"/>
                  <a:pt x="3259" y="285"/>
                  <a:pt x="3302" y="285"/>
                </a:cubicBezTo>
                <a:cubicBezTo>
                  <a:pt x="3344" y="285"/>
                  <a:pt x="3370" y="254"/>
                  <a:pt x="3370" y="206"/>
                </a:cubicBezTo>
                <a:close/>
                <a:moveTo>
                  <a:pt x="3199" y="206"/>
                </a:moveTo>
                <a:lnTo>
                  <a:pt x="3199" y="203"/>
                </a:lnTo>
                <a:cubicBezTo>
                  <a:pt x="3199" y="140"/>
                  <a:pt x="3242" y="96"/>
                  <a:pt x="3302" y="96"/>
                </a:cubicBezTo>
                <a:cubicBezTo>
                  <a:pt x="3361" y="96"/>
                  <a:pt x="3404" y="140"/>
                  <a:pt x="3404" y="203"/>
                </a:cubicBezTo>
                <a:lnTo>
                  <a:pt x="3404" y="206"/>
                </a:lnTo>
                <a:cubicBezTo>
                  <a:pt x="3404" y="269"/>
                  <a:pt x="3361" y="313"/>
                  <a:pt x="3301" y="313"/>
                </a:cubicBezTo>
                <a:cubicBezTo>
                  <a:pt x="3242" y="313"/>
                  <a:pt x="3199" y="268"/>
                  <a:pt x="3199" y="206"/>
                </a:cubicBezTo>
                <a:close/>
                <a:moveTo>
                  <a:pt x="2975" y="100"/>
                </a:moveTo>
                <a:lnTo>
                  <a:pt x="3008" y="100"/>
                </a:lnTo>
                <a:lnTo>
                  <a:pt x="3008" y="133"/>
                </a:lnTo>
                <a:cubicBezTo>
                  <a:pt x="3018" y="114"/>
                  <a:pt x="3041" y="96"/>
                  <a:pt x="3076" y="96"/>
                </a:cubicBezTo>
                <a:cubicBezTo>
                  <a:pt x="3119" y="96"/>
                  <a:pt x="3149" y="120"/>
                  <a:pt x="3149" y="181"/>
                </a:cubicBezTo>
                <a:lnTo>
                  <a:pt x="3149" y="309"/>
                </a:lnTo>
                <a:lnTo>
                  <a:pt x="3116" y="309"/>
                </a:lnTo>
                <a:lnTo>
                  <a:pt x="3116" y="178"/>
                </a:lnTo>
                <a:cubicBezTo>
                  <a:pt x="3116" y="142"/>
                  <a:pt x="3100" y="125"/>
                  <a:pt x="3067" y="125"/>
                </a:cubicBezTo>
                <a:cubicBezTo>
                  <a:pt x="3036" y="125"/>
                  <a:pt x="3008" y="145"/>
                  <a:pt x="3008" y="182"/>
                </a:cubicBezTo>
                <a:lnTo>
                  <a:pt x="3008" y="309"/>
                </a:lnTo>
                <a:lnTo>
                  <a:pt x="2975" y="309"/>
                </a:lnTo>
                <a:lnTo>
                  <a:pt x="2975" y="100"/>
                </a:lnTo>
                <a:close/>
                <a:moveTo>
                  <a:pt x="2736" y="0"/>
                </a:moveTo>
                <a:lnTo>
                  <a:pt x="2769" y="0"/>
                </a:lnTo>
                <a:lnTo>
                  <a:pt x="2769" y="133"/>
                </a:lnTo>
                <a:cubicBezTo>
                  <a:pt x="2779" y="114"/>
                  <a:pt x="2802" y="96"/>
                  <a:pt x="2836" y="96"/>
                </a:cubicBezTo>
                <a:cubicBezTo>
                  <a:pt x="2880" y="96"/>
                  <a:pt x="2910" y="120"/>
                  <a:pt x="2910" y="181"/>
                </a:cubicBezTo>
                <a:lnTo>
                  <a:pt x="2910" y="309"/>
                </a:lnTo>
                <a:lnTo>
                  <a:pt x="2877" y="309"/>
                </a:lnTo>
                <a:lnTo>
                  <a:pt x="2877" y="178"/>
                </a:lnTo>
                <a:cubicBezTo>
                  <a:pt x="2877" y="142"/>
                  <a:pt x="2861" y="125"/>
                  <a:pt x="2828" y="125"/>
                </a:cubicBezTo>
                <a:cubicBezTo>
                  <a:pt x="2797" y="125"/>
                  <a:pt x="2769" y="145"/>
                  <a:pt x="2769" y="182"/>
                </a:cubicBezTo>
                <a:lnTo>
                  <a:pt x="2769" y="309"/>
                </a:lnTo>
                <a:lnTo>
                  <a:pt x="2736" y="309"/>
                </a:lnTo>
                <a:lnTo>
                  <a:pt x="2736" y="0"/>
                </a:lnTo>
                <a:close/>
                <a:moveTo>
                  <a:pt x="2492" y="207"/>
                </a:moveTo>
                <a:lnTo>
                  <a:pt x="2492" y="204"/>
                </a:lnTo>
                <a:cubicBezTo>
                  <a:pt x="2492" y="140"/>
                  <a:pt x="2538" y="96"/>
                  <a:pt x="2594" y="96"/>
                </a:cubicBezTo>
                <a:cubicBezTo>
                  <a:pt x="2638" y="96"/>
                  <a:pt x="2678" y="116"/>
                  <a:pt x="2685" y="170"/>
                </a:cubicBezTo>
                <a:lnTo>
                  <a:pt x="2652" y="170"/>
                </a:lnTo>
                <a:cubicBezTo>
                  <a:pt x="2647" y="136"/>
                  <a:pt x="2623" y="124"/>
                  <a:pt x="2594" y="124"/>
                </a:cubicBezTo>
                <a:cubicBezTo>
                  <a:pt x="2556" y="124"/>
                  <a:pt x="2527" y="154"/>
                  <a:pt x="2527" y="204"/>
                </a:cubicBezTo>
                <a:lnTo>
                  <a:pt x="2527" y="207"/>
                </a:lnTo>
                <a:cubicBezTo>
                  <a:pt x="2527" y="258"/>
                  <a:pt x="2555" y="285"/>
                  <a:pt x="2595" y="285"/>
                </a:cubicBezTo>
                <a:cubicBezTo>
                  <a:pt x="2625" y="285"/>
                  <a:pt x="2652" y="268"/>
                  <a:pt x="2655" y="234"/>
                </a:cubicBezTo>
                <a:lnTo>
                  <a:pt x="2686" y="234"/>
                </a:lnTo>
                <a:cubicBezTo>
                  <a:pt x="2682" y="279"/>
                  <a:pt x="2645" y="313"/>
                  <a:pt x="2595" y="313"/>
                </a:cubicBezTo>
                <a:cubicBezTo>
                  <a:pt x="2536" y="313"/>
                  <a:pt x="2492" y="272"/>
                  <a:pt x="2492" y="207"/>
                </a:cubicBezTo>
                <a:close/>
                <a:moveTo>
                  <a:pt x="2423" y="184"/>
                </a:moveTo>
                <a:cubicBezTo>
                  <a:pt x="2420" y="141"/>
                  <a:pt x="2398" y="124"/>
                  <a:pt x="2363" y="124"/>
                </a:cubicBezTo>
                <a:cubicBezTo>
                  <a:pt x="2329" y="124"/>
                  <a:pt x="2306" y="147"/>
                  <a:pt x="2301" y="184"/>
                </a:cubicBezTo>
                <a:lnTo>
                  <a:pt x="2423" y="184"/>
                </a:lnTo>
                <a:close/>
                <a:moveTo>
                  <a:pt x="2265" y="207"/>
                </a:moveTo>
                <a:lnTo>
                  <a:pt x="2265" y="204"/>
                </a:lnTo>
                <a:cubicBezTo>
                  <a:pt x="2265" y="140"/>
                  <a:pt x="2306" y="96"/>
                  <a:pt x="2363" y="96"/>
                </a:cubicBezTo>
                <a:cubicBezTo>
                  <a:pt x="2412" y="96"/>
                  <a:pt x="2457" y="126"/>
                  <a:pt x="2457" y="200"/>
                </a:cubicBezTo>
                <a:lnTo>
                  <a:pt x="2457" y="211"/>
                </a:lnTo>
                <a:lnTo>
                  <a:pt x="2300" y="211"/>
                </a:lnTo>
                <a:cubicBezTo>
                  <a:pt x="2301" y="259"/>
                  <a:pt x="2324" y="285"/>
                  <a:pt x="2367" y="285"/>
                </a:cubicBezTo>
                <a:cubicBezTo>
                  <a:pt x="2399" y="285"/>
                  <a:pt x="2418" y="273"/>
                  <a:pt x="2422" y="249"/>
                </a:cubicBezTo>
                <a:lnTo>
                  <a:pt x="2456" y="249"/>
                </a:lnTo>
                <a:cubicBezTo>
                  <a:pt x="2448" y="291"/>
                  <a:pt x="2414" y="313"/>
                  <a:pt x="2366" y="313"/>
                </a:cubicBezTo>
                <a:cubicBezTo>
                  <a:pt x="2307" y="313"/>
                  <a:pt x="2265" y="271"/>
                  <a:pt x="2265" y="207"/>
                </a:cubicBezTo>
                <a:moveTo>
                  <a:pt x="2148" y="52"/>
                </a:moveTo>
                <a:lnTo>
                  <a:pt x="2064" y="52"/>
                </a:lnTo>
                <a:lnTo>
                  <a:pt x="2064" y="23"/>
                </a:lnTo>
                <a:lnTo>
                  <a:pt x="2266" y="23"/>
                </a:lnTo>
                <a:lnTo>
                  <a:pt x="2266" y="52"/>
                </a:lnTo>
                <a:lnTo>
                  <a:pt x="2182" y="52"/>
                </a:lnTo>
                <a:lnTo>
                  <a:pt x="2182" y="309"/>
                </a:lnTo>
                <a:lnTo>
                  <a:pt x="2148" y="309"/>
                </a:lnTo>
                <a:lnTo>
                  <a:pt x="2148" y="52"/>
                </a:lnTo>
                <a:close/>
                <a:moveTo>
                  <a:pt x="1938" y="182"/>
                </a:moveTo>
                <a:cubicBezTo>
                  <a:pt x="1936" y="150"/>
                  <a:pt x="1920" y="135"/>
                  <a:pt x="1892" y="135"/>
                </a:cubicBezTo>
                <a:cubicBezTo>
                  <a:pt x="1866" y="135"/>
                  <a:pt x="1849" y="152"/>
                  <a:pt x="1844" y="182"/>
                </a:cubicBezTo>
                <a:lnTo>
                  <a:pt x="1938" y="182"/>
                </a:lnTo>
                <a:close/>
                <a:moveTo>
                  <a:pt x="1785" y="207"/>
                </a:moveTo>
                <a:lnTo>
                  <a:pt x="1785" y="204"/>
                </a:lnTo>
                <a:cubicBezTo>
                  <a:pt x="1785" y="138"/>
                  <a:pt x="1832" y="95"/>
                  <a:pt x="1892" y="95"/>
                </a:cubicBezTo>
                <a:cubicBezTo>
                  <a:pt x="1946" y="95"/>
                  <a:pt x="1994" y="127"/>
                  <a:pt x="1994" y="202"/>
                </a:cubicBezTo>
                <a:lnTo>
                  <a:pt x="1994" y="218"/>
                </a:lnTo>
                <a:lnTo>
                  <a:pt x="1844" y="218"/>
                </a:lnTo>
                <a:cubicBezTo>
                  <a:pt x="1845" y="252"/>
                  <a:pt x="1864" y="272"/>
                  <a:pt x="1896" y="272"/>
                </a:cubicBezTo>
                <a:cubicBezTo>
                  <a:pt x="1922" y="272"/>
                  <a:pt x="1936" y="261"/>
                  <a:pt x="1939" y="243"/>
                </a:cubicBezTo>
                <a:lnTo>
                  <a:pt x="1994" y="243"/>
                </a:lnTo>
                <a:cubicBezTo>
                  <a:pt x="1987" y="288"/>
                  <a:pt x="1951" y="314"/>
                  <a:pt x="1894" y="314"/>
                </a:cubicBezTo>
                <a:cubicBezTo>
                  <a:pt x="1831" y="314"/>
                  <a:pt x="1785" y="274"/>
                  <a:pt x="1785" y="207"/>
                </a:cubicBezTo>
                <a:moveTo>
                  <a:pt x="1638" y="100"/>
                </a:moveTo>
                <a:lnTo>
                  <a:pt x="1696" y="100"/>
                </a:lnTo>
                <a:lnTo>
                  <a:pt x="1696" y="140"/>
                </a:lnTo>
                <a:cubicBezTo>
                  <a:pt x="1709" y="112"/>
                  <a:pt x="1730" y="97"/>
                  <a:pt x="1764" y="97"/>
                </a:cubicBezTo>
                <a:lnTo>
                  <a:pt x="1764" y="151"/>
                </a:lnTo>
                <a:cubicBezTo>
                  <a:pt x="1721" y="150"/>
                  <a:pt x="1696" y="164"/>
                  <a:pt x="1696" y="204"/>
                </a:cubicBezTo>
                <a:lnTo>
                  <a:pt x="1696" y="309"/>
                </a:lnTo>
                <a:lnTo>
                  <a:pt x="1638" y="309"/>
                </a:lnTo>
                <a:lnTo>
                  <a:pt x="1638" y="100"/>
                </a:lnTo>
                <a:close/>
                <a:moveTo>
                  <a:pt x="1392" y="235"/>
                </a:moveTo>
                <a:lnTo>
                  <a:pt x="1392" y="100"/>
                </a:lnTo>
                <a:lnTo>
                  <a:pt x="1449" y="100"/>
                </a:lnTo>
                <a:lnTo>
                  <a:pt x="1449" y="227"/>
                </a:lnTo>
                <a:cubicBezTo>
                  <a:pt x="1449" y="255"/>
                  <a:pt x="1461" y="269"/>
                  <a:pt x="1486" y="269"/>
                </a:cubicBezTo>
                <a:cubicBezTo>
                  <a:pt x="1510" y="269"/>
                  <a:pt x="1529" y="254"/>
                  <a:pt x="1529" y="223"/>
                </a:cubicBezTo>
                <a:lnTo>
                  <a:pt x="1529" y="100"/>
                </a:lnTo>
                <a:lnTo>
                  <a:pt x="1587" y="100"/>
                </a:lnTo>
                <a:lnTo>
                  <a:pt x="1587" y="309"/>
                </a:lnTo>
                <a:lnTo>
                  <a:pt x="1529" y="309"/>
                </a:lnTo>
                <a:lnTo>
                  <a:pt x="1529" y="276"/>
                </a:lnTo>
                <a:cubicBezTo>
                  <a:pt x="1518" y="298"/>
                  <a:pt x="1497" y="314"/>
                  <a:pt x="1463" y="314"/>
                </a:cubicBezTo>
                <a:cubicBezTo>
                  <a:pt x="1422" y="314"/>
                  <a:pt x="1392" y="290"/>
                  <a:pt x="1392" y="235"/>
                </a:cubicBezTo>
                <a:moveTo>
                  <a:pt x="1251" y="247"/>
                </a:moveTo>
                <a:lnTo>
                  <a:pt x="1251" y="141"/>
                </a:lnTo>
                <a:lnTo>
                  <a:pt x="1224" y="141"/>
                </a:lnTo>
                <a:lnTo>
                  <a:pt x="1224" y="100"/>
                </a:lnTo>
                <a:lnTo>
                  <a:pt x="1251" y="100"/>
                </a:lnTo>
                <a:lnTo>
                  <a:pt x="1251" y="55"/>
                </a:lnTo>
                <a:lnTo>
                  <a:pt x="1309" y="55"/>
                </a:lnTo>
                <a:lnTo>
                  <a:pt x="1309" y="100"/>
                </a:lnTo>
                <a:lnTo>
                  <a:pt x="1353" y="100"/>
                </a:lnTo>
                <a:lnTo>
                  <a:pt x="1353" y="141"/>
                </a:lnTo>
                <a:lnTo>
                  <a:pt x="1309" y="141"/>
                </a:lnTo>
                <a:lnTo>
                  <a:pt x="1309" y="242"/>
                </a:lnTo>
                <a:cubicBezTo>
                  <a:pt x="1309" y="259"/>
                  <a:pt x="1317" y="267"/>
                  <a:pt x="1332" y="267"/>
                </a:cubicBezTo>
                <a:cubicBezTo>
                  <a:pt x="1341" y="267"/>
                  <a:pt x="1347" y="266"/>
                  <a:pt x="1354" y="263"/>
                </a:cubicBezTo>
                <a:lnTo>
                  <a:pt x="1354" y="308"/>
                </a:lnTo>
                <a:cubicBezTo>
                  <a:pt x="1346" y="310"/>
                  <a:pt x="1334" y="313"/>
                  <a:pt x="1319" y="313"/>
                </a:cubicBezTo>
                <a:cubicBezTo>
                  <a:pt x="1275" y="313"/>
                  <a:pt x="1251" y="291"/>
                  <a:pt x="1251" y="247"/>
                </a:cubicBezTo>
                <a:close/>
                <a:moveTo>
                  <a:pt x="996" y="100"/>
                </a:moveTo>
                <a:lnTo>
                  <a:pt x="1054" y="100"/>
                </a:lnTo>
                <a:lnTo>
                  <a:pt x="1054" y="133"/>
                </a:lnTo>
                <a:cubicBezTo>
                  <a:pt x="1065" y="112"/>
                  <a:pt x="1088" y="95"/>
                  <a:pt x="1122" y="95"/>
                </a:cubicBezTo>
                <a:cubicBezTo>
                  <a:pt x="1164" y="95"/>
                  <a:pt x="1193" y="120"/>
                  <a:pt x="1193" y="176"/>
                </a:cubicBezTo>
                <a:lnTo>
                  <a:pt x="1193" y="309"/>
                </a:lnTo>
                <a:lnTo>
                  <a:pt x="1135" y="309"/>
                </a:lnTo>
                <a:lnTo>
                  <a:pt x="1135" y="184"/>
                </a:lnTo>
                <a:cubicBezTo>
                  <a:pt x="1135" y="156"/>
                  <a:pt x="1124" y="142"/>
                  <a:pt x="1098" y="142"/>
                </a:cubicBezTo>
                <a:cubicBezTo>
                  <a:pt x="1073" y="142"/>
                  <a:pt x="1054" y="158"/>
                  <a:pt x="1054" y="188"/>
                </a:cubicBezTo>
                <a:lnTo>
                  <a:pt x="1054" y="309"/>
                </a:lnTo>
                <a:lnTo>
                  <a:pt x="996" y="309"/>
                </a:lnTo>
                <a:lnTo>
                  <a:pt x="996" y="100"/>
                </a:lnTo>
                <a:close/>
                <a:moveTo>
                  <a:pt x="902" y="182"/>
                </a:moveTo>
                <a:cubicBezTo>
                  <a:pt x="900" y="150"/>
                  <a:pt x="884" y="135"/>
                  <a:pt x="856" y="135"/>
                </a:cubicBezTo>
                <a:cubicBezTo>
                  <a:pt x="830" y="135"/>
                  <a:pt x="813" y="152"/>
                  <a:pt x="808" y="182"/>
                </a:cubicBezTo>
                <a:lnTo>
                  <a:pt x="902" y="182"/>
                </a:lnTo>
                <a:close/>
                <a:moveTo>
                  <a:pt x="749" y="207"/>
                </a:moveTo>
                <a:lnTo>
                  <a:pt x="749" y="204"/>
                </a:lnTo>
                <a:cubicBezTo>
                  <a:pt x="749" y="138"/>
                  <a:pt x="796" y="95"/>
                  <a:pt x="856" y="95"/>
                </a:cubicBezTo>
                <a:cubicBezTo>
                  <a:pt x="910" y="95"/>
                  <a:pt x="958" y="127"/>
                  <a:pt x="958" y="202"/>
                </a:cubicBezTo>
                <a:lnTo>
                  <a:pt x="958" y="218"/>
                </a:lnTo>
                <a:lnTo>
                  <a:pt x="808" y="218"/>
                </a:lnTo>
                <a:cubicBezTo>
                  <a:pt x="809" y="252"/>
                  <a:pt x="828" y="272"/>
                  <a:pt x="860" y="272"/>
                </a:cubicBezTo>
                <a:cubicBezTo>
                  <a:pt x="886" y="272"/>
                  <a:pt x="900" y="261"/>
                  <a:pt x="903" y="243"/>
                </a:cubicBezTo>
                <a:lnTo>
                  <a:pt x="958" y="243"/>
                </a:lnTo>
                <a:cubicBezTo>
                  <a:pt x="951" y="288"/>
                  <a:pt x="915" y="314"/>
                  <a:pt x="858" y="314"/>
                </a:cubicBezTo>
                <a:cubicBezTo>
                  <a:pt x="795" y="314"/>
                  <a:pt x="749" y="274"/>
                  <a:pt x="749" y="207"/>
                </a:cubicBezTo>
                <a:moveTo>
                  <a:pt x="518" y="207"/>
                </a:moveTo>
                <a:lnTo>
                  <a:pt x="518" y="204"/>
                </a:lnTo>
                <a:cubicBezTo>
                  <a:pt x="518" y="136"/>
                  <a:pt x="566" y="95"/>
                  <a:pt x="626" y="95"/>
                </a:cubicBezTo>
                <a:cubicBezTo>
                  <a:pt x="674" y="95"/>
                  <a:pt x="719" y="116"/>
                  <a:pt x="724" y="176"/>
                </a:cubicBezTo>
                <a:lnTo>
                  <a:pt x="669" y="176"/>
                </a:lnTo>
                <a:cubicBezTo>
                  <a:pt x="665" y="152"/>
                  <a:pt x="650" y="141"/>
                  <a:pt x="627" y="141"/>
                </a:cubicBezTo>
                <a:cubicBezTo>
                  <a:pt x="597" y="141"/>
                  <a:pt x="577" y="163"/>
                  <a:pt x="577" y="203"/>
                </a:cubicBezTo>
                <a:lnTo>
                  <a:pt x="577" y="206"/>
                </a:lnTo>
                <a:cubicBezTo>
                  <a:pt x="577" y="248"/>
                  <a:pt x="596" y="270"/>
                  <a:pt x="628" y="270"/>
                </a:cubicBezTo>
                <a:cubicBezTo>
                  <a:pt x="651" y="270"/>
                  <a:pt x="670" y="256"/>
                  <a:pt x="673" y="230"/>
                </a:cubicBezTo>
                <a:lnTo>
                  <a:pt x="725" y="230"/>
                </a:lnTo>
                <a:cubicBezTo>
                  <a:pt x="722" y="279"/>
                  <a:pt x="686" y="314"/>
                  <a:pt x="625" y="314"/>
                </a:cubicBezTo>
                <a:cubicBezTo>
                  <a:pt x="564" y="314"/>
                  <a:pt x="518" y="276"/>
                  <a:pt x="518" y="207"/>
                </a:cubicBezTo>
                <a:moveTo>
                  <a:pt x="286" y="207"/>
                </a:moveTo>
                <a:lnTo>
                  <a:pt x="286" y="204"/>
                </a:lnTo>
                <a:cubicBezTo>
                  <a:pt x="286" y="136"/>
                  <a:pt x="335" y="95"/>
                  <a:pt x="394" y="95"/>
                </a:cubicBezTo>
                <a:cubicBezTo>
                  <a:pt x="443" y="95"/>
                  <a:pt x="488" y="116"/>
                  <a:pt x="493" y="176"/>
                </a:cubicBezTo>
                <a:lnTo>
                  <a:pt x="438" y="176"/>
                </a:lnTo>
                <a:cubicBezTo>
                  <a:pt x="434" y="152"/>
                  <a:pt x="419" y="141"/>
                  <a:pt x="396" y="141"/>
                </a:cubicBezTo>
                <a:cubicBezTo>
                  <a:pt x="366" y="141"/>
                  <a:pt x="346" y="163"/>
                  <a:pt x="346" y="203"/>
                </a:cubicBezTo>
                <a:lnTo>
                  <a:pt x="346" y="206"/>
                </a:lnTo>
                <a:cubicBezTo>
                  <a:pt x="346" y="248"/>
                  <a:pt x="364" y="270"/>
                  <a:pt x="397" y="270"/>
                </a:cubicBezTo>
                <a:cubicBezTo>
                  <a:pt x="420" y="270"/>
                  <a:pt x="439" y="256"/>
                  <a:pt x="442" y="230"/>
                </a:cubicBezTo>
                <a:lnTo>
                  <a:pt x="494" y="230"/>
                </a:lnTo>
                <a:cubicBezTo>
                  <a:pt x="491" y="279"/>
                  <a:pt x="455" y="314"/>
                  <a:pt x="394" y="314"/>
                </a:cubicBezTo>
                <a:cubicBezTo>
                  <a:pt x="333" y="314"/>
                  <a:pt x="286" y="276"/>
                  <a:pt x="286" y="207"/>
                </a:cubicBezTo>
                <a:close/>
                <a:moveTo>
                  <a:pt x="94" y="200"/>
                </a:moveTo>
                <a:lnTo>
                  <a:pt x="170" y="200"/>
                </a:lnTo>
                <a:lnTo>
                  <a:pt x="132" y="76"/>
                </a:lnTo>
                <a:lnTo>
                  <a:pt x="94" y="200"/>
                </a:lnTo>
                <a:close/>
                <a:moveTo>
                  <a:pt x="94" y="23"/>
                </a:moveTo>
                <a:lnTo>
                  <a:pt x="178" y="23"/>
                </a:lnTo>
                <a:lnTo>
                  <a:pt x="271" y="309"/>
                </a:lnTo>
                <a:lnTo>
                  <a:pt x="204" y="309"/>
                </a:lnTo>
                <a:lnTo>
                  <a:pt x="184" y="246"/>
                </a:lnTo>
                <a:lnTo>
                  <a:pt x="80" y="246"/>
                </a:lnTo>
                <a:lnTo>
                  <a:pt x="61" y="309"/>
                </a:lnTo>
                <a:lnTo>
                  <a:pt x="0" y="309"/>
                </a:lnTo>
                <a:lnTo>
                  <a:pt x="94" y="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6843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ccenture Gradient Dark">
            <a:extLst>
              <a:ext uri="{FF2B5EF4-FFF2-40B4-BE49-F238E27FC236}">
                <a16:creationId xmlns:a16="http://schemas.microsoft.com/office/drawing/2014/main" id="{86F62995-A1F7-47A0-AD35-CBADA97239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"/>
          <a:stretch/>
        </p:blipFill>
        <p:spPr bwMode="invGray"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61CA96-71E3-F941-B41E-52928AB911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5pPr>
          </a:lstStyle>
          <a:p>
            <a:pPr lvl="0"/>
            <a:r>
              <a:rPr lang="en-GB"/>
              <a:t>Place subtitle here in GT </a:t>
            </a:r>
            <a:r>
              <a:rPr lang="en-GB" err="1"/>
              <a:t>Sectra</a:t>
            </a:r>
            <a:r>
              <a:rPr lang="en-GB"/>
              <a:t> Fine </a:t>
            </a:r>
            <a:r>
              <a:rPr lang="en-GB" err="1"/>
              <a:t>Rg</a:t>
            </a:r>
            <a:r>
              <a:rPr lang="en-GB"/>
              <a:t> 24pt</a:t>
            </a:r>
            <a:endParaRPr lang="en-US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B2379EA-B598-42DD-B03E-5C4FC1D468F3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87566C-53C2-495B-AB09-FB963677FBC0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27EE6-F7FE-45B9-AE64-447923B7520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9F831CF1-4D94-409F-82CE-22B21A5E6E28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975363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Co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ccenture Gradient Mid&#10;">
            <a:extLst>
              <a:ext uri="{FF2B5EF4-FFF2-40B4-BE49-F238E27FC236}">
                <a16:creationId xmlns:a16="http://schemas.microsoft.com/office/drawing/2014/main" id="{D34847E9-71CB-4177-8BB3-C4EDB8A3E2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88312-3597-964E-9B24-8371E2C856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70180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5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  <a:endParaRPr lang="en-US"/>
          </a:p>
        </p:txBody>
      </p:sp>
      <p:sp>
        <p:nvSpPr>
          <p:cNvPr id="14" name="GTS_WH" descr="Accenture Greater Than symbol in white">
            <a:extLst>
              <a:ext uri="{FF2B5EF4-FFF2-40B4-BE49-F238E27FC236}">
                <a16:creationId xmlns:a16="http://schemas.microsoft.com/office/drawing/2014/main" id="{3FC0722F-C643-4988-96E8-F00519CB3A00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5138DC-2E91-497C-AA8C-AB2731576A7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E29E12-82E6-4A7B-A4EA-B7EBB886FDA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FCB18A7F-13E9-4220-9450-D65CC24C3D0B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5857664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Numbered, Gradient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ccenture Gradient Mid">
            <a:extLst>
              <a:ext uri="{FF2B5EF4-FFF2-40B4-BE49-F238E27FC236}">
                <a16:creationId xmlns:a16="http://schemas.microsoft.com/office/drawing/2014/main" id="{CB16898D-3DD4-439C-B43F-558C1FDD36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34289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 userDrawn="1"/>
        </p:nvSpPr>
        <p:spPr bwMode="white">
          <a:xfrm>
            <a:off x="0" y="3428999"/>
            <a:ext cx="12192000" cy="3429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3889828"/>
            <a:ext cx="6186713" cy="2422072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#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5427" y="3889827"/>
            <a:ext cx="2993573" cy="242207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5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  <a:endParaRPr lang="en-US"/>
          </a:p>
        </p:txBody>
      </p:sp>
      <p:sp>
        <p:nvSpPr>
          <p:cNvPr id="16" name="GTS_WH" descr="Accenture Greater Than symbol in white">
            <a:extLst>
              <a:ext uri="{FF2B5EF4-FFF2-40B4-BE49-F238E27FC236}">
                <a16:creationId xmlns:a16="http://schemas.microsoft.com/office/drawing/2014/main" id="{C5173724-68B6-47CD-B850-71B1407EEAA1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21E867-226F-488A-A8C5-1FA9BFED95E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8F0E0-252D-49C1-B228-814B72EC1BA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ooter Placeholder 3">
            <a:extLst>
              <a:ext uri="{FF2B5EF4-FFF2-40B4-BE49-F238E27FC236}">
                <a16:creationId xmlns:a16="http://schemas.microsoft.com/office/drawing/2014/main" id="{56EA0650-802C-4FDD-B5A4-6C182345E0D8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3953021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69933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Graphik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agenda summary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1" cy="810399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1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1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1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1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1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1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1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1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2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2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2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2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2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2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2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2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</a:extLst>
          </p:cNvPr>
          <p:cNvCxnSpPr/>
          <p:nvPr userDrawn="1"/>
        </p:nvCxnSpPr>
        <p:spPr>
          <a:xfrm>
            <a:off x="4045241" y="1371600"/>
            <a:ext cx="0" cy="471948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0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0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0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0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0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0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0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0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4E6FA45-B87D-4010-B3A6-50390CDC2036}"/>
              </a:ext>
            </a:extLst>
          </p:cNvPr>
          <p:cNvSpPr>
            <a:spLocks noGrp="1"/>
          </p:cNvSpPr>
          <p:nvPr>
            <p:ph type="dt" sz="half" idx="5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B1C212-8B21-4C54-AA4C-AE65DBACFD84}"/>
              </a:ext>
            </a:extLst>
          </p:cNvPr>
          <p:cNvSpPr>
            <a:spLocks noGrp="1"/>
          </p:cNvSpPr>
          <p:nvPr>
            <p:ph type="sldNum" sz="quarter" idx="5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04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59C898-565C-3242-FA11-F381C9FB7D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1875" b="21798"/>
          <a:stretch/>
        </p:blipFill>
        <p:spPr>
          <a:xfrm>
            <a:off x="0" y="0"/>
            <a:ext cx="12192000" cy="686733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7143E4C-DBC5-A30E-857B-CFBBF6DB2EB1}"/>
              </a:ext>
            </a:extLst>
          </p:cNvPr>
          <p:cNvSpPr/>
          <p:nvPr userDrawn="1"/>
        </p:nvSpPr>
        <p:spPr>
          <a:xfrm>
            <a:off x="0" y="0"/>
            <a:ext cx="12192000" cy="6867335"/>
          </a:xfrm>
          <a:prstGeom prst="rect">
            <a:avLst/>
          </a:prstGeom>
          <a:gradFill flip="none" rotWithShape="1">
            <a:gsLst>
              <a:gs pos="35000">
                <a:schemeClr val="accent3">
                  <a:alpha val="68000"/>
                  <a:lumMod val="47000"/>
                </a:schemeClr>
              </a:gs>
              <a:gs pos="79000">
                <a:schemeClr val="accent3">
                  <a:lumMod val="24000"/>
                  <a:alpha val="71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69933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bg1"/>
                </a:solidFill>
                <a:latin typeface="GT Sectra Fine Rg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Graphik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agenda summary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1" cy="8103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1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1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1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1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1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1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1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1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2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2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2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2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2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2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2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2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</a:extLst>
          </p:cNvPr>
          <p:cNvCxnSpPr/>
          <p:nvPr userDrawn="1"/>
        </p:nvCxnSpPr>
        <p:spPr>
          <a:xfrm>
            <a:off x="4045241" y="1371600"/>
            <a:ext cx="0" cy="2304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0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0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0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0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0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0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0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0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4E6FA45-B87D-4010-B3A6-50390CDC2036}"/>
              </a:ext>
            </a:extLst>
          </p:cNvPr>
          <p:cNvSpPr>
            <a:spLocks noGrp="1"/>
          </p:cNvSpPr>
          <p:nvPr>
            <p:ph type="dt" sz="half" idx="5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B1C212-8B21-4C54-AA4C-AE65DBACFD84}"/>
              </a:ext>
            </a:extLst>
          </p:cNvPr>
          <p:cNvSpPr>
            <a:spLocks noGrp="1"/>
          </p:cNvSpPr>
          <p:nvPr>
            <p:ph type="sldNum" sz="quarter" idx="5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6870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6DB689C-7DB3-4046-A1BF-E63F8EF784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87C97B1E-CB9E-4CBC-A6F1-1D4F2E4ECB3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0"/>
            <a:ext cx="11430000" cy="4940300"/>
          </a:xfrm>
        </p:spPr>
        <p:txBody>
          <a:bodyPr/>
          <a:lstStyle>
            <a:lvl1pPr marL="228600" indent="-228600">
              <a:buFont typeface="Graphik" panose="020B0604020202020204" pitchFamily="34" charset="0"/>
              <a:buChar char="•"/>
              <a:defRPr/>
            </a:lvl1pPr>
            <a:lvl2pPr marL="457200">
              <a:defRPr/>
            </a:lvl2pPr>
            <a:lvl3pPr marL="685800">
              <a:defRPr/>
            </a:lvl3pPr>
            <a:lvl4pPr marL="914400">
              <a:defRPr/>
            </a:lvl4pPr>
            <a:lvl5pPr marL="1143000">
              <a:defRPr/>
            </a:lvl5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814A41-AE1D-4ED0-AEF0-A7196671391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1BA0FB-750F-41F2-A36F-F10D6317F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2734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ng Headline and 1 Column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DFCE48E-1DF3-48D6-BD43-BA3B9CE95A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5EFDEB3F-4743-43EA-A121-ED3CB6054C7F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35A837B-28FB-46DA-A9E1-BBD52F8F500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8814393-A477-4161-9DFD-00CCDF9D3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878C572D-D458-4A76-90DF-0E44EED2893F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5437073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949194"/>
            <a:ext cx="11430000" cy="4362706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6ABE35-6A9F-4EFF-A45E-6FBDF564DF3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CFCF4C-BF6B-4DD2-AD05-1E27B9CAC82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4201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1">
          <p15:clr>
            <a:srgbClr val="547EBF"/>
          </p15:clr>
        </p15:guide>
      </p15:sldGuideLst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2 - Headline + GT Sec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3004457"/>
            <a:ext cx="5524500" cy="286599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/>
              <a:t>Place sub-headline here in GT Sectra Fine </a:t>
            </a:r>
            <a:r>
              <a:rPr lang="en-US" err="1"/>
              <a:t>Rg</a:t>
            </a:r>
            <a:r>
              <a:rPr lang="en-US"/>
              <a:t> 24pt,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C1513EB-EC9B-9B42-BA12-BC659505A76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6499" y="1371601"/>
            <a:ext cx="5524500" cy="450242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Place text here 20pt</a:t>
            </a:r>
          </a:p>
          <a:p>
            <a:pPr lvl="1"/>
            <a:r>
              <a:rPr lang="en-US"/>
              <a:t>Second level 20pt</a:t>
            </a:r>
          </a:p>
          <a:p>
            <a:pPr lvl="2"/>
            <a:r>
              <a:rPr lang="en-US"/>
              <a:t>Third level 20pt</a:t>
            </a:r>
          </a:p>
          <a:p>
            <a:pPr lvl="3"/>
            <a:r>
              <a:rPr lang="en-US"/>
              <a:t>Fourth level 18pt</a:t>
            </a:r>
          </a:p>
          <a:p>
            <a:pPr lvl="4"/>
            <a:r>
              <a:rPr lang="en-US"/>
              <a:t>Fifth level 18pt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1371601"/>
            <a:ext cx="5524499" cy="1632856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68E481-807E-4A42-B3B9-E7CC3CAB467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4FD7E5F-AF3A-4FA5-9F37-A1A07B14A8F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382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20">
          <p15:clr>
            <a:srgbClr val="C35EA4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987552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0055B0-6CCC-412F-B2AB-95EE559FA9CC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45E2E-B58E-47DE-99A6-C28BFE3B8D6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9784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357AF-6031-4E46-92DB-3BF352FFDD47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D135-77B2-4CBD-8873-E996A6018B4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1076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2 Headings/Co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E1E44A-D007-46D2-9E20-283025607FF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286499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EA4AE36-551D-47A6-9ED4-90DAB2CE5ECD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A6CA7D-7F0B-41E6-8974-77DD6EFDE09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964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1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318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318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318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974BDB1-DA1D-43EC-81BC-66135DB7B8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B5FE2F-EA43-4D55-AD7B-6D2BE5328771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3C2A080-C529-4EE2-8C9B-66DE4979711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794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2571749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2571749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3337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3337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8650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8650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973701C-90E3-449B-A44A-0C66B094560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92392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6CB018D-34A3-4417-AE76-9BB3793F033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2392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381000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0F6CE73-9C88-264F-A7F2-A3D2B2D1938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3337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F289FE6-F2A2-784D-9D31-047C10F04CDF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6286500" y="3145138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A079B5C1-1D0F-8F40-A376-4AE3B49D1B5A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92392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01BF3E00-F066-4583-A5B1-87DD19666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5650FA89-A64B-4802-B6DF-D1844A8430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C7A206-6C55-484E-AF32-1E74F136687B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2F61A-F918-432B-B0D2-A3DA25E887B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8722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9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5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79882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377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C854DFB-B17D-45CF-98C3-3882DBE2C3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898899"/>
            <a:ext cx="1985504" cy="1971541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5D125FD-0D25-4E65-82F5-4E18FE84E4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3943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5B124AA5-6419-4552-97B5-242DA08BE7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145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A378CD97-B880-4BCB-AD71-A7C1C1C848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347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2CB6C29-05E0-4B43-A2EB-22FEB969E5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25496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3EDE11-CE40-4943-AE63-A3B14CB3C037}"/>
              </a:ext>
            </a:extLst>
          </p:cNvPr>
          <p:cNvCxnSpPr>
            <a:cxnSpLocks/>
          </p:cNvCxnSpPr>
          <p:nvPr userDrawn="1"/>
        </p:nvCxnSpPr>
        <p:spPr>
          <a:xfrm>
            <a:off x="114156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7ED40C-58DA-45F1-8E80-6A74976C6E1E}"/>
              </a:ext>
            </a:extLst>
          </p:cNvPr>
          <p:cNvCxnSpPr/>
          <p:nvPr userDrawn="1"/>
        </p:nvCxnSpPr>
        <p:spPr>
          <a:xfrm>
            <a:off x="350358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1A22B2-C08A-41DA-ACB1-5B59B4CDA8DE}"/>
              </a:ext>
            </a:extLst>
          </p:cNvPr>
          <p:cNvCxnSpPr/>
          <p:nvPr userDrawn="1"/>
        </p:nvCxnSpPr>
        <p:spPr>
          <a:xfrm>
            <a:off x="586560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D3E374-86AB-4A80-81AD-B09F07C51B80}"/>
              </a:ext>
            </a:extLst>
          </p:cNvPr>
          <p:cNvCxnSpPr/>
          <p:nvPr userDrawn="1"/>
        </p:nvCxnSpPr>
        <p:spPr>
          <a:xfrm>
            <a:off x="822762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3A5244A-D0CA-43CB-A0DB-296A219EDC9D}"/>
              </a:ext>
            </a:extLst>
          </p:cNvPr>
          <p:cNvCxnSpPr>
            <a:cxnSpLocks/>
          </p:cNvCxnSpPr>
          <p:nvPr userDrawn="1"/>
        </p:nvCxnSpPr>
        <p:spPr>
          <a:xfrm>
            <a:off x="10589648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07579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0" name="Picture Placeholder 13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43781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9983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161852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8D97977-AAE6-4533-93CA-ADE704E9F4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12A893A-4FC2-4BA5-BD11-65DA030F8476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65E893-1B46-478C-82DE-373CE5E96C1A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2729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Alt) Long Headline and 5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79882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377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C854DFB-B17D-45CF-98C3-3882DBE2C3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898899"/>
            <a:ext cx="1985504" cy="1971541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5D125FD-0D25-4E65-82F5-4E18FE84E4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3943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5B124AA5-6419-4552-97B5-242DA08BE7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145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A378CD97-B880-4BCB-AD71-A7C1C1C848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347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2CB6C29-05E0-4B43-A2EB-22FEB969E5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25496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07579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0" name="Picture Placeholder 13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43781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9983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161852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8D97977-AAE6-4533-93CA-ADE704E9F4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36FB760-AEF8-46F8-B73E-B0A537402A7A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1141567" y="361969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6" name="Picture Placeholder 4">
            <a:extLst>
              <a:ext uri="{FF2B5EF4-FFF2-40B4-BE49-F238E27FC236}">
                <a16:creationId xmlns:a16="http://schemas.microsoft.com/office/drawing/2014/main" id="{B9165B01-6544-4059-9AE2-42F4426A0387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3503587" y="361969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EB2E96CC-0F77-4F5D-A96C-5243BDB51C0E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865607" y="361969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2D003B29-C8CB-4629-BF53-F5AEBE6FAE2A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227627" y="361969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49BB6C55-F8C8-4B99-843F-9A6047B7A3E8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10570872" y="361969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425B4D7-8923-4103-941B-9DB281917809}"/>
              </a:ext>
            </a:extLst>
          </p:cNvPr>
          <p:cNvSpPr>
            <a:spLocks noGrp="1"/>
          </p:cNvSpPr>
          <p:nvPr>
            <p:ph type="dt" sz="half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CE1F10-2744-46D6-9860-2213E0F322D7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822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4-Box Sha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4655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Font typeface="Graphik" panose="020B0604020202020204" pitchFamily="34" charset="0"/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817351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480047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42743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4653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solidFill>
                  <a:schemeClr val="accent2"/>
                </a:solidFill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17350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0047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42742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993E9F-9185-457C-AF55-43D1692644E3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6B548-1FC6-4BEE-85E0-F39502BAE5CD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0363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6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lIns="91440" tIns="0"/>
          <a:lstStyle>
            <a:lvl1pPr marL="0" indent="0">
              <a:buNone/>
              <a:defRPr sz="1800" b="0"/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BEB5A56-DED2-134F-B0DE-11936982FF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923321BD-6745-7944-910F-B8C8E4AC31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2A6C4DC7-1806-A74D-B434-61FF385F82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053D7F26-6DC1-034C-B572-B4BFE718C7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E075A489-B7B7-CE40-B061-D8A36AFCC8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FF2BF483-5EDC-9242-AD58-57E84F538C8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Picture Placeholder 4">
            <a:extLst>
              <a:ext uri="{FF2B5EF4-FFF2-40B4-BE49-F238E27FC236}">
                <a16:creationId xmlns:a16="http://schemas.microsoft.com/office/drawing/2014/main" id="{9FEF6117-B6D9-4841-8EFA-DF78BCFA9C0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77415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90B0A6BB-BC70-4436-B334-35CF914D177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EA23CA56-3568-4982-84E5-176DE32541C2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7E019EA7-B58E-4B17-A663-2E8CCD701589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9A57066F-5BF5-43F7-A9DA-1788B5511DA7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5" name="Picture Placeholder 4">
            <a:extLst>
              <a:ext uri="{FF2B5EF4-FFF2-40B4-BE49-F238E27FC236}">
                <a16:creationId xmlns:a16="http://schemas.microsoft.com/office/drawing/2014/main" id="{EA5F90EC-FB85-4041-85C1-409768D3A0C0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22849C-95A8-476C-B86E-8FADE9EDEF83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42844-40EF-4283-B20C-E51DF85DE8DF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937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ng Headline-Team 6-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lIns="91440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2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2" name="Text Placeholder 21">
            <a:extLst>
              <a:ext uri="{FF2B5EF4-FFF2-40B4-BE49-F238E27FC236}">
                <a16:creationId xmlns:a16="http://schemas.microsoft.com/office/drawing/2014/main" id="{6DA3268F-5CC4-7E4D-879D-3A3F1FBF6B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3" name="Text Placeholder 21">
            <a:extLst>
              <a:ext uri="{FF2B5EF4-FFF2-40B4-BE49-F238E27FC236}">
                <a16:creationId xmlns:a16="http://schemas.microsoft.com/office/drawing/2014/main" id="{855592D2-902A-1146-B433-6648BEC8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4389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2" name="GTS_WH" descr="Accenture Greater Than symbol in white">
            <a:extLst>
              <a:ext uri="{FF2B5EF4-FFF2-40B4-BE49-F238E27FC236}">
                <a16:creationId xmlns:a16="http://schemas.microsoft.com/office/drawing/2014/main" id="{B49891DC-D80E-4D1B-961E-1B567E0E453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199DF3DD-2E34-4D79-8E11-12CE813E73FA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8100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5" name="Picture Placeholder 4">
            <a:extLst>
              <a:ext uri="{FF2B5EF4-FFF2-40B4-BE49-F238E27FC236}">
                <a16:creationId xmlns:a16="http://schemas.microsoft.com/office/drawing/2014/main" id="{6FCD1A94-A214-4264-842C-B5DA710C1F3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895C1CB4-E517-4380-8170-E8C0CA787FBA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6AFBE91E-BB56-4FAF-ADEB-859CA86F829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15D78B8A-7ECF-44EE-A95F-FBD072A68894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F2F64C30-F694-4DC6-AAED-5ECA99ECCF51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9B37BA-76DF-41D7-97E2-6799C05FB045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2263A-F6D1-4212-95F4-A97D0AE0FD80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0" name="Footer Placeholder 3">
            <a:extLst>
              <a:ext uri="{FF2B5EF4-FFF2-40B4-BE49-F238E27FC236}">
                <a16:creationId xmlns:a16="http://schemas.microsoft.com/office/drawing/2014/main" id="{E1440906-C2CB-48C3-B0F0-9372D82C370B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01230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8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81000" y="1295233"/>
            <a:ext cx="3540355" cy="501666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Place text here, use indent to access other levels 20pt</a:t>
            </a:r>
          </a:p>
          <a:p>
            <a:pPr lvl="1"/>
            <a:r>
              <a:rPr lang="en-GB"/>
              <a:t>Second level 20pt</a:t>
            </a:r>
          </a:p>
          <a:p>
            <a:pPr lvl="2"/>
            <a:r>
              <a:rPr lang="en-GB"/>
              <a:t>Third level 20pt</a:t>
            </a:r>
          </a:p>
          <a:p>
            <a:pPr lvl="3"/>
            <a:r>
              <a:rPr lang="en-GB"/>
              <a:t>Fourth level 18pt</a:t>
            </a:r>
          </a:p>
          <a:p>
            <a:pPr lvl="4"/>
            <a:r>
              <a:rPr lang="en-GB"/>
              <a:t>Fifth level 18pt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5" name="Picture Placeholder 13">
            <a:extLst>
              <a:ext uri="{FF2B5EF4-FFF2-40B4-BE49-F238E27FC236}">
                <a16:creationId xmlns:a16="http://schemas.microsoft.com/office/drawing/2014/main" id="{CD7EAAF9-7102-4351-9F35-C40B3F3819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25820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CC40CB3D-DFEA-4056-B2DA-887E7C86324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98231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BABECB-6F2D-4068-AEE6-A603DAA72EF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43053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914A31DD-59CB-48C9-9C28-954E6B85C62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70642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7" name="Text Placeholder 21">
            <a:extLst>
              <a:ext uri="{FF2B5EF4-FFF2-40B4-BE49-F238E27FC236}">
                <a16:creationId xmlns:a16="http://schemas.microsoft.com/office/drawing/2014/main" id="{224BCF40-5B7A-4471-B077-3EEE956ADC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5822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8" name="Text Placeholder 21">
            <a:extLst>
              <a:ext uri="{FF2B5EF4-FFF2-40B4-BE49-F238E27FC236}">
                <a16:creationId xmlns:a16="http://schemas.microsoft.com/office/drawing/2014/main" id="{68E899C2-D12C-4214-88A5-B7A6E1BCDC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98233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9" name="Text Placeholder 21">
            <a:extLst>
              <a:ext uri="{FF2B5EF4-FFF2-40B4-BE49-F238E27FC236}">
                <a16:creationId xmlns:a16="http://schemas.microsoft.com/office/drawing/2014/main" id="{66A0D763-27FE-421C-A5D9-19A08FC2D8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70644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78" name="Text Placeholder 21">
            <a:extLst>
              <a:ext uri="{FF2B5EF4-FFF2-40B4-BE49-F238E27FC236}">
                <a16:creationId xmlns:a16="http://schemas.microsoft.com/office/drawing/2014/main" id="{43E52046-A5DE-47E3-A9A3-ADD4F6DB82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43055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BA696AEF-3D6B-2E4A-853E-8A8760E58D0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325822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3" name="Picture Placeholder 13">
            <a:extLst>
              <a:ext uri="{FF2B5EF4-FFF2-40B4-BE49-F238E27FC236}">
                <a16:creationId xmlns:a16="http://schemas.microsoft.com/office/drawing/2014/main" id="{05B98E7F-7333-A04B-94D4-281325401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29823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4" name="Picture Placeholder 13">
            <a:extLst>
              <a:ext uri="{FF2B5EF4-FFF2-40B4-BE49-F238E27FC236}">
                <a16:creationId xmlns:a16="http://schemas.microsoft.com/office/drawing/2014/main" id="{B99C455B-37CC-4E44-8046-56AF81C1636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1024305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AA6B0A5-6A50-1640-8F39-F8AC766655F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8270644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CDFBCAAC-9CA0-5A4E-8684-A49AAB0BA65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25822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0C025F6B-BD75-0A4C-87E1-147D69F7C5B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98233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A9CB5A73-2496-3841-A61A-1965B0A6AD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270644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886F547A-67CA-C749-B9EA-AA1142C315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243055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1559D4A6-A7D1-4EAE-87E5-EB8A4B73E546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4325822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564E037C-8888-4DE6-88C4-A629CBF5F3A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298233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1" name="Picture Placeholder 4">
            <a:extLst>
              <a:ext uri="{FF2B5EF4-FFF2-40B4-BE49-F238E27FC236}">
                <a16:creationId xmlns:a16="http://schemas.microsoft.com/office/drawing/2014/main" id="{1DD1D133-7281-4297-B58B-4683B9743A55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8270644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2" name="Picture Placeholder 4">
            <a:extLst>
              <a:ext uri="{FF2B5EF4-FFF2-40B4-BE49-F238E27FC236}">
                <a16:creationId xmlns:a16="http://schemas.microsoft.com/office/drawing/2014/main" id="{4D49677A-CABE-49CD-A2EE-9EC21E15DF23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10243055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3" name="Picture Placeholder 4">
            <a:extLst>
              <a:ext uri="{FF2B5EF4-FFF2-40B4-BE49-F238E27FC236}">
                <a16:creationId xmlns:a16="http://schemas.microsoft.com/office/drawing/2014/main" id="{E46B730A-2104-4381-A7F8-6A08201D7F97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325822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0" name="Picture Placeholder 4">
            <a:extLst>
              <a:ext uri="{FF2B5EF4-FFF2-40B4-BE49-F238E27FC236}">
                <a16:creationId xmlns:a16="http://schemas.microsoft.com/office/drawing/2014/main" id="{15BD8921-64C2-47AC-9DE2-E4DFFCBF7C64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9823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1" name="Picture Placeholder 4">
            <a:extLst>
              <a:ext uri="{FF2B5EF4-FFF2-40B4-BE49-F238E27FC236}">
                <a16:creationId xmlns:a16="http://schemas.microsoft.com/office/drawing/2014/main" id="{3EF9A07C-1758-4B3E-A1CD-67412E56BBFE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8270644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25D8A2F3-A845-4271-8B71-45408EF9F6C1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024305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F0599F3-5A4D-4FBE-AAE6-3CADF5732E7D}"/>
              </a:ext>
            </a:extLst>
          </p:cNvPr>
          <p:cNvSpPr>
            <a:spLocks noGrp="1"/>
          </p:cNvSpPr>
          <p:nvPr>
            <p:ph type="dt" sz="half" idx="6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4636D8-D9C8-4061-966A-40D5A7E0D3DE}"/>
              </a:ext>
            </a:extLst>
          </p:cNvPr>
          <p:cNvSpPr>
            <a:spLocks noGrp="1"/>
          </p:cNvSpPr>
          <p:nvPr>
            <p:ph type="sldNum" sz="quarter" idx="6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3103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ort Headline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1"/>
            <a:ext cx="6096000" cy="6857999"/>
          </a:xfr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raphik" panose="020B0604020202020204" pitchFamily="34" charset="0"/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3267634"/>
            <a:ext cx="5330952" cy="30442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/>
              <a:t>Place sub-headline here in GT Sectra Fine </a:t>
            </a:r>
            <a:r>
              <a:rPr lang="en-US" err="1"/>
              <a:t>Rg</a:t>
            </a:r>
            <a:r>
              <a:rPr lang="en-US"/>
              <a:t> 24pt,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ECD5DAA7-2D65-4744-A4C4-3E3C318A0F60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C807CD7-8FE5-4E51-8390-2E27D2E32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7E1239-0A43-4E5F-BE3C-558FCA54849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4D723E3B-CD32-4134-A639-8045735CC6D3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0138371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ort Headline and Imag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6096024" cy="6309361"/>
          </a:xfrm>
          <a:solidFill>
            <a:schemeClr val="tx1">
              <a:lumMod val="95000"/>
            </a:schemeClr>
          </a:solidFill>
        </p:spPr>
        <p:txBody>
          <a:bodyPr lIns="0" tIns="210312" anchor="t"/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 userDrawn="1"/>
        </p:nvSpPr>
        <p:spPr bwMode="white">
          <a:xfrm>
            <a:off x="0" y="6309360"/>
            <a:ext cx="12192000" cy="548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B30F4D9-6AB9-4693-B1C3-C7BE8D81EC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99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42B8317-AACA-4DC7-AD68-8986DF6299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80047" y="3264586"/>
            <a:ext cx="5330952" cy="304731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457200">
              <a:buFont typeface="Graphik" panose="020B0503030202060203" pitchFamily="34" charset="0"/>
              <a:buChar char="–"/>
              <a:defRPr sz="1800">
                <a:solidFill>
                  <a:schemeClr val="tx1"/>
                </a:solidFill>
              </a:defRPr>
            </a:lvl3pPr>
            <a:lvl4pPr marL="685800">
              <a:buFont typeface="Graphik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914400">
              <a:buFont typeface="Graphik" panose="020B0503030202060203" pitchFamily="34" charset="0"/>
              <a:buChar char="–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Place sub-headline here in GT Sectra Fine </a:t>
            </a:r>
            <a:r>
              <a:rPr lang="en-US" err="1"/>
              <a:t>Rg</a:t>
            </a:r>
            <a:r>
              <a:rPr lang="en-US"/>
              <a:t> 24pt,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9" name="GTS_Purple" descr="Accenture Greater Than symbol in white">
            <a:extLst>
              <a:ext uri="{FF2B5EF4-FFF2-40B4-BE49-F238E27FC236}">
                <a16:creationId xmlns:a16="http://schemas.microsoft.com/office/drawing/2014/main" id="{8C4A6146-1E4E-44A0-BBBB-ACDCAA9D7F2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0D8E7D-513C-4E47-9B34-D9704218DC74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20E87-44DC-45B8-BBEC-944BF191394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6ED8EF41-C8D4-472A-94FA-1EECD819C456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3720829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19">
            <a:extLst>
              <a:ext uri="{FF2B5EF4-FFF2-40B4-BE49-F238E27FC236}">
                <a16:creationId xmlns:a16="http://schemas.microsoft.com/office/drawing/2014/main" id="{9128CE8F-D41A-47B9-921B-C6C1790F8F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6839" y="943234"/>
            <a:ext cx="4191000" cy="4976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EC080C0-D198-40BF-822E-6333F0D85D2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93DB136-9367-4F71-BB12-00E767B8BDB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8497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image (alternati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9FF0C6-094C-4FEF-9DE0-E0F01A8659A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87ABC-802F-4347-9119-8F1A3E59CCB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1509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istics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FF1C6BE-E6FE-4BD6-8477-A09403EEE56E}"/>
              </a:ext>
            </a:extLst>
          </p:cNvPr>
          <p:cNvSpPr/>
          <p:nvPr userDrawn="1"/>
        </p:nvSpPr>
        <p:spPr bwMode="white">
          <a:xfrm>
            <a:off x="-10" y="-3"/>
            <a:ext cx="6096008" cy="6311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2" name="Text Placeholder 32">
            <a:extLst>
              <a:ext uri="{FF2B5EF4-FFF2-40B4-BE49-F238E27FC236}">
                <a16:creationId xmlns:a16="http://schemas.microsoft.com/office/drawing/2014/main" id="{AC315915-FC9E-0942-980E-6C0E99FEA8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0986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24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311900"/>
          </a:xfrm>
          <a:solidFill>
            <a:schemeClr val="bg1">
              <a:lumMod val="95000"/>
            </a:schemeClr>
          </a:solidFill>
        </p:spPr>
        <p:txBody>
          <a:bodyPr tIns="45720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D7539E0-EC97-4984-8CDD-85CC949BB7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</a:extLst>
          </p:cNvPr>
          <p:cNvCxnSpPr>
            <a:cxnSpLocks/>
          </p:cNvCxnSpPr>
          <p:nvPr userDrawn="1"/>
        </p:nvCxnSpPr>
        <p:spPr>
          <a:xfrm>
            <a:off x="0" y="3155950"/>
            <a:ext cx="6096008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2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1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2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</a:extLst>
          </p:cNvPr>
          <p:cNvCxnSpPr>
            <a:cxnSpLocks/>
          </p:cNvCxnSpPr>
          <p:nvPr userDrawn="1"/>
        </p:nvCxnSpPr>
        <p:spPr>
          <a:xfrm>
            <a:off x="3047998" y="-2"/>
            <a:ext cx="0" cy="6311902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94EF33C-E010-4503-AC38-BB48E62572E9}"/>
              </a:ext>
            </a:extLst>
          </p:cNvPr>
          <p:cNvSpPr/>
          <p:nvPr userDrawn="1"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32">
            <a:extLst>
              <a:ext uri="{FF2B5EF4-FFF2-40B4-BE49-F238E27FC236}">
                <a16:creationId xmlns:a16="http://schemas.microsoft.com/office/drawing/2014/main" id="{15FC8104-48E6-B248-8FB6-974B5ABAE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28992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24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27C860B3-C7A0-E840-9D83-305F739202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0986" y="4646021"/>
            <a:ext cx="2285996" cy="1665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24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559DD1F-A98C-F14E-95DC-32EC947751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2" y="4646020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24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pic>
        <p:nvPicPr>
          <p:cNvPr id="19" name="Picture 18" descr="Accenture Greater Than symbol in white">
            <a:extLst>
              <a:ext uri="{FF2B5EF4-FFF2-40B4-BE49-F238E27FC236}">
                <a16:creationId xmlns:a16="http://schemas.microsoft.com/office/drawing/2014/main" id="{E8781F80-F3D9-42F9-B6EE-F6DC303E05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8F365B-6E6B-42D0-A788-DC291B18D38E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FC246-178A-4E59-B0DB-2113C4E2C288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Footer Placeholder 3">
            <a:extLst>
              <a:ext uri="{FF2B5EF4-FFF2-40B4-BE49-F238E27FC236}">
                <a16:creationId xmlns:a16="http://schemas.microsoft.com/office/drawing/2014/main" id="{69732029-D892-4E9C-B651-A09B118D54F3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>
                <a:solidFill>
                  <a:schemeClr val="bg1"/>
                </a:solidFill>
              </a:rPr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9583513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stics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 userDrawn="1"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</a:extLst>
          </p:cNvPr>
          <p:cNvSpPr/>
          <p:nvPr userDrawn="1"/>
        </p:nvSpPr>
        <p:spPr bwMode="white">
          <a:xfrm>
            <a:off x="9144056" y="3155948"/>
            <a:ext cx="3047944" cy="31559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</a:extLst>
          </p:cNvPr>
          <p:cNvSpPr/>
          <p:nvPr userDrawn="1"/>
        </p:nvSpPr>
        <p:spPr bwMode="white">
          <a:xfrm>
            <a:off x="3048000" y="3155948"/>
            <a:ext cx="3047968" cy="3155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-1"/>
            <a:ext cx="3048024" cy="3151189"/>
          </a:xfrm>
          <a:solidFill>
            <a:schemeClr val="bg1">
              <a:lumMod val="95000"/>
            </a:schemeClr>
          </a:solidFill>
        </p:spPr>
        <p:txBody>
          <a:bodyPr t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7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7" name="Text Placeholder 32">
            <a:extLst>
              <a:ext uri="{FF2B5EF4-FFF2-40B4-BE49-F238E27FC236}">
                <a16:creationId xmlns:a16="http://schemas.microsoft.com/office/drawing/2014/main" id="{705CC01D-6D66-4B27-8D0E-E2205E002C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5005" y="1490071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20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8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D36C84D9-D180-4ECA-9C39-AB74A8A3E6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8986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20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6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1" name="Text Placeholder 32">
            <a:extLst>
              <a:ext uri="{FF2B5EF4-FFF2-40B4-BE49-F238E27FC236}">
                <a16:creationId xmlns:a16="http://schemas.microsoft.com/office/drawing/2014/main" id="{2ACA6616-E51D-4660-96C1-738E6693FA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76994" y="4647835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20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1" name="Picture Placeholder 35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155942"/>
            <a:ext cx="3048000" cy="3155958"/>
          </a:xfr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t">
            <a:noAutofit/>
          </a:bodyPr>
          <a:lstStyle>
            <a:lvl1pPr marL="0" indent="0" algn="ctr">
              <a:buNone/>
              <a:defRPr lang="en-US" sz="1400" dirty="0"/>
            </a:lvl1pPr>
          </a:lstStyle>
          <a:p>
            <a:pPr marL="228600" lvl="0" indent="-228600" algn="ctr"/>
            <a:r>
              <a:rPr lang="en-GB"/>
              <a:t>Drag picture to placeholder </a:t>
            </a:r>
          </a:p>
          <a:p>
            <a:pPr marL="228600" lvl="0" indent="-228600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24" name="Text Placeholder 26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1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7ADCD97-A8C0-487C-9E6C-6CD77C3BE0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4999" y="4647836"/>
            <a:ext cx="2285995" cy="1662794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headline20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35" name="Text Placeholder 26">
            <a:extLst>
              <a:ext uri="{FF2B5EF4-FFF2-40B4-BE49-F238E27FC236}">
                <a16:creationId xmlns:a16="http://schemas.microsoft.com/office/drawing/2014/main" id="{9BC0904C-6BDA-4032-94C2-6417F59042D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0997" y="380999"/>
            <a:ext cx="5333972" cy="2393952"/>
          </a:xfrm>
        </p:spPr>
        <p:txBody>
          <a:bodyPr anchor="ctr"/>
          <a:lstStyle>
            <a:lvl1pPr marL="0" indent="0">
              <a:buNone/>
              <a:defRPr kumimoji="0" lang="en-US" sz="3600" b="1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j-ea"/>
                <a:cs typeface="+mj-cs"/>
              </a:rPr>
              <a:t>P</a:t>
            </a: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j-ea"/>
                <a:cs typeface="+mj-cs"/>
              </a:rPr>
              <a:t>lace headline here 36pt, min 30pt)</a:t>
            </a:r>
          </a:p>
        </p:txBody>
      </p:sp>
      <p:pic>
        <p:nvPicPr>
          <p:cNvPr id="23" name="Picture 22" descr="Accenture Greater Than symbol in white">
            <a:extLst>
              <a:ext uri="{FF2B5EF4-FFF2-40B4-BE49-F238E27FC236}">
                <a16:creationId xmlns:a16="http://schemas.microsoft.com/office/drawing/2014/main" id="{78774BCE-242F-4FF9-9C01-D01B97743A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4A8D3-6058-41A2-8F04-78E76A485F40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69078F-A59C-436D-84D4-8FAB180FE562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Footer Placeholder 3">
            <a:extLst>
              <a:ext uri="{FF2B5EF4-FFF2-40B4-BE49-F238E27FC236}">
                <a16:creationId xmlns:a16="http://schemas.microsoft.com/office/drawing/2014/main" id="{8477001B-4C2C-4282-B6EE-0D4B7017E475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>
                <a:solidFill>
                  <a:schemeClr val="bg1"/>
                </a:solidFill>
              </a:rPr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5462264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ccenture Gradient Dark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2FF57A0A-C5DD-42B6-8DD3-E5EA041C72D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6AE46-0FE8-4DAD-A388-14C49AA34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CF10E-CDE8-468B-A64E-68FFDBFED8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35ECF0F6-A697-4552-8206-D23F12C34FAF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59090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ECBE8-C9DE-46DF-9582-7DB75BEDF4F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3), Mid Purple (Accent 2) or Core Purple (Accent 1)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B0B0C095-6C73-4899-AD8E-8F75768CF51A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EB2E7-0785-45A4-8430-CC38AACA9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8A0C7-A599-44BD-BEAF-471E292866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C6B77894-8DA1-4830-AE7C-61E323D7C3B1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6266618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5AD31DD4-2506-4E03-897C-F4C8C020F0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39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headline here 54pt</a:t>
            </a:r>
          </a:p>
        </p:txBody>
      </p:sp>
      <p:sp>
        <p:nvSpPr>
          <p:cNvPr id="7" name="GTS_WH" descr="Accenture Greater Than symbol in white">
            <a:extLst>
              <a:ext uri="{FF2B5EF4-FFF2-40B4-BE49-F238E27FC236}">
                <a16:creationId xmlns:a16="http://schemas.microsoft.com/office/drawing/2014/main" id="{AE479463-B4C9-4B9A-BE8B-62B5B9CF007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BDB6FD-908B-48B9-BD48-646C8677A0A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DE2F3-EB7C-4364-AD0E-3830F234F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672DFBB2-51AA-4D40-BFE2-0053D472B9F1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9234368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8546ADE-103C-4652-A344-9C0C8C49E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C458B6-3034-43C2-AB7C-A09935ED8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04913F-768B-49A5-BA02-72CED2D468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1872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8B439C2-A664-4428-9625-B6371A5FC0D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DEF03CC-8DC0-420F-B0FE-3B42860532C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5287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55882D-D1BF-4DE0-8753-4109C2A38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B59FDF-87FF-4486-9033-65EA82B690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8579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Short Headline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1DA04B2-BD1D-D9C4-0561-40622A65F8FE}"/>
              </a:ext>
            </a:extLst>
          </p:cNvPr>
          <p:cNvSpPr/>
          <p:nvPr userDrawn="1"/>
        </p:nvSpPr>
        <p:spPr>
          <a:xfrm>
            <a:off x="6096000" y="0"/>
            <a:ext cx="6096000" cy="6857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3267634"/>
            <a:ext cx="5330952" cy="30442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/>
              <a:t>Place sub-headline here in GT Sectra Fine </a:t>
            </a:r>
            <a:r>
              <a:rPr lang="en-US" err="1"/>
              <a:t>Rg</a:t>
            </a:r>
            <a:r>
              <a:rPr lang="en-US"/>
              <a:t> 24pt,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ECD5DAA7-2D65-4744-A4C4-3E3C318A0F60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C807CD7-8FE5-4E51-8390-2E27D2E32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7E1239-0A43-4E5F-BE3C-558FCA54849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4D723E3B-CD32-4134-A639-8045735CC6D3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052842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C0D3CBF4-D047-32CB-A092-652CAC857033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5EAE8FF3-BC97-4DB9-EAFC-C926D7E88442}"/>
              </a:ext>
            </a:extLst>
          </p:cNvPr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347929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 hidden="1">
            <a:extLst>
              <a:ext uri="{FF2B5EF4-FFF2-40B4-BE49-F238E27FC236}">
                <a16:creationId xmlns:a16="http://schemas.microsoft.com/office/drawing/2014/main" id="{9F741700-5035-4E61-A4AC-1B3C7AE220D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355092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Rectangle 7" hidden="1">
            <a:extLst>
              <a:ext uri="{FF2B5EF4-FFF2-40B4-BE49-F238E27FC236}">
                <a16:creationId xmlns:a16="http://schemas.microsoft.com/office/drawing/2014/main" id="{C6304BC6-E0D8-2B14-0602-01A32566F1E7}"/>
              </a:ext>
            </a:extLst>
          </p:cNvPr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338676321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33965574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816713468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282701947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6FAC554-F995-4246-BE36-413D2200D98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F42DBC8D-7E78-2589-6F78-974DBD0D6E47}"/>
              </a:ext>
            </a:extLst>
          </p:cNvPr>
          <p:cNvSpPr/>
          <p:nvPr userDrawn="1">
            <p:custDataLst>
              <p:tags r:id="rId1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738076365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2D2E0F6-5BB5-47A0-8E4A-CD4E6673B199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E830410D-BD52-054A-F9C1-BCF6FBED59EC}"/>
              </a:ext>
            </a:extLst>
          </p:cNvPr>
          <p:cNvSpPr/>
          <p:nvPr userDrawn="1">
            <p:custDataLst>
              <p:tags r:id="rId1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211989149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1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77D720CD-C1DE-D06E-C765-23D4AAE58616}"/>
              </a:ext>
            </a:extLst>
          </p:cNvPr>
          <p:cNvSpPr/>
          <p:nvPr userDrawn="1">
            <p:custDataLst>
              <p:tags r:id="rId1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9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2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1960486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1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EB36E089-AC07-0E10-321B-C8389EA20604}"/>
              </a:ext>
            </a:extLst>
          </p:cNvPr>
          <p:cNvSpPr/>
          <p:nvPr userDrawn="1">
            <p:custDataLst>
              <p:tags r:id="rId1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7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9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2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3871304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8F8ABD0-305F-4DFC-AC60-1FB7BB16830A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3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10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11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DB55EB65-EDA4-492A-C74A-BD717ED40B01}"/>
              </a:ext>
            </a:extLst>
          </p:cNvPr>
          <p:cNvSpPr/>
          <p:nvPr userDrawn="1">
            <p:custDataLst>
              <p:tags r:id="rId1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9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20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091923331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  <a:sym typeface="Georgia" panose="02040502050405020303" pitchFamily="18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D6BC15D1-BF0E-18C6-0683-EEAB60921ECF}"/>
              </a:ext>
            </a:extLst>
          </p:cNvPr>
          <p:cNvSpPr/>
          <p:nvPr userDrawn="1">
            <p:custDataLst>
              <p:tags r:id="rId1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  <a:sym typeface="Georgia" panose="02040502050405020303" pitchFamily="18" charset="0"/>
            </a:endParaRP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947926459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934128353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3" name="SlideLogoText">
            <a:extLst>
              <a:ext uri="{FF2B5EF4-FFF2-40B4-BE49-F238E27FC236}">
                <a16:creationId xmlns:a16="http://schemas.microsoft.com/office/drawing/2014/main" id="{76D2A9D1-221A-7AD9-3A61-240D4CD54198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293187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</p:spTree>
    <p:extLst>
      <p:ext uri="{BB962C8B-B14F-4D97-AF65-F5344CB8AC3E}">
        <p14:creationId xmlns:p14="http://schemas.microsoft.com/office/powerpoint/2010/main" val="2699141957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82671340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95EE31F-4647-48C1-8F33-15A7FC3D359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A3FB3845-C7A1-C146-0D47-CA99D05EE4C4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355092"/>
            <a:ext cx="11082528" cy="73152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3. Subtitle">
            <a:extLst>
              <a:ext uri="{FF2B5EF4-FFF2-40B4-BE49-F238E27FC236}">
                <a16:creationId xmlns:a16="http://schemas.microsoft.com/office/drawing/2014/main" id="{2D82DC27-D40F-1FDD-08CA-E1D98D482D55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1. On-page tracker">
            <a:extLst>
              <a:ext uri="{FF2B5EF4-FFF2-40B4-BE49-F238E27FC236}">
                <a16:creationId xmlns:a16="http://schemas.microsoft.com/office/drawing/2014/main" id="{2256F47C-8755-AD8E-F266-944EE5D1E6E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7" name="TopLine">
            <a:extLst>
              <a:ext uri="{FF2B5EF4-FFF2-40B4-BE49-F238E27FC236}">
                <a16:creationId xmlns:a16="http://schemas.microsoft.com/office/drawing/2014/main" id="{42A698AF-55F9-B974-2353-E7C18303832A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BottomLine">
            <a:extLst>
              <a:ext uri="{FF2B5EF4-FFF2-40B4-BE49-F238E27FC236}">
                <a16:creationId xmlns:a16="http://schemas.microsoft.com/office/drawing/2014/main" id="{0F91EBE0-A37D-1C3F-105C-121497E50581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3705110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op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95262A3-4D06-C89D-05E2-AA97F9B5D0A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12E272E9-BC69-EC9E-B4A6-1953D2BB2D85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1" name="TopLine">
            <a:extLst>
              <a:ext uri="{FF2B5EF4-FFF2-40B4-BE49-F238E27FC236}">
                <a16:creationId xmlns:a16="http://schemas.microsoft.com/office/drawing/2014/main" id="{E9C5FC54-7D67-724E-E303-818A330F138E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ottomLine">
            <a:extLst>
              <a:ext uri="{FF2B5EF4-FFF2-40B4-BE49-F238E27FC236}">
                <a16:creationId xmlns:a16="http://schemas.microsoft.com/office/drawing/2014/main" id="{B72CCDAD-B288-166D-1A8A-2A1CD511CDCC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5197822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id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6" name="TopLine">
            <a:extLst>
              <a:ext uri="{FF2B5EF4-FFF2-40B4-BE49-F238E27FC236}">
                <a16:creationId xmlns:a16="http://schemas.microsoft.com/office/drawing/2014/main" id="{8B904657-3B87-B4EE-8316-1E859C4514EB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2FF090A-C003-0304-46D8-4251EFBBFB06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938921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break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5" name="TopLine">
            <a:extLst>
              <a:ext uri="{FF2B5EF4-FFF2-40B4-BE49-F238E27FC236}">
                <a16:creationId xmlns:a16="http://schemas.microsoft.com/office/drawing/2014/main" id="{FB35A28F-B25A-F397-C076-3C4307EC7FFE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BottomLine">
            <a:extLst>
              <a:ext uri="{FF2B5EF4-FFF2-40B4-BE49-F238E27FC236}">
                <a16:creationId xmlns:a16="http://schemas.microsoft.com/office/drawing/2014/main" id="{A4C1D2D5-250E-7892-49D1-538B4E9DA58C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8476761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6FAC554-F995-4246-BE36-413D2200D98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F42DBC8D-7E78-2589-6F78-974DBD0D6E47}"/>
              </a:ext>
            </a:extLst>
          </p:cNvPr>
          <p:cNvSpPr/>
          <p:nvPr userDrawn="1">
            <p:custDataLst>
              <p:tags r:id="rId1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4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8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470080541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2FA89E15-5D02-0617-3AA7-74A6D56FA911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2D2E0F6-5BB5-47A0-8E4A-CD4E6673B19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E830410D-BD52-054A-F9C1-BCF6FBED59EC}"/>
              </a:ext>
            </a:extLst>
          </p:cNvPr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73418598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77D720CD-C1DE-D06E-C765-23D4AAE58616}"/>
              </a:ext>
            </a:extLst>
          </p:cNvPr>
          <p:cNvSpPr/>
          <p:nvPr userDrawn="1">
            <p:custDataLst>
              <p:tags r:id="rId1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7280408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1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EB36E089-AC07-0E10-321B-C8389EA20604}"/>
              </a:ext>
            </a:extLst>
          </p:cNvPr>
          <p:cNvSpPr/>
          <p:nvPr userDrawn="1">
            <p:custDataLst>
              <p:tags r:id="rId1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7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9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2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9643367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8F8ABD0-305F-4DFC-AC60-1FB7BB16830A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3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DB55EB65-EDA4-492A-C74A-BD717ED40B01}"/>
              </a:ext>
            </a:extLst>
          </p:cNvPr>
          <p:cNvSpPr/>
          <p:nvPr userDrawn="1">
            <p:custDataLst>
              <p:tags r:id="rId1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9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206017155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  <a:sym typeface="Georgia" panose="02040502050405020303" pitchFamily="18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D6BC15D1-BF0E-18C6-0683-EEAB60921ECF}"/>
              </a:ext>
            </a:extLst>
          </p:cNvPr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  <a:sym typeface="Georgia" panose="02040502050405020303" pitchFamily="18" charset="0"/>
            </a:endParaRP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955736092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519658862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 whi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2506013466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slide" userDrawn="1">
  <p:cSld name="Section slide">
    <p:bg>
      <p:bgPr>
        <a:solidFill>
          <a:schemeClr val="dk1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E35B631-D5F9-6FCC-423A-6ACCA9A030A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6491898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E35B631-D5F9-6FCC-423A-6ACCA9A030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">
            <a:extLst>
              <a:ext uri="{FF2B5EF4-FFF2-40B4-BE49-F238E27FC236}">
                <a16:creationId xmlns:a16="http://schemas.microsoft.com/office/drawing/2014/main" id="{E0C33467-BBC3-53ED-D60D-E398671923CF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2792440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0"/>
          <p:cNvSpPr txBox="1">
            <a:spLocks noGrp="1"/>
          </p:cNvSpPr>
          <p:nvPr>
            <p:ph type="title"/>
          </p:nvPr>
        </p:nvSpPr>
        <p:spPr>
          <a:xfrm>
            <a:off x="469838" y="1661489"/>
            <a:ext cx="3004599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0"/>
          <p:cNvSpPr txBox="1">
            <a:spLocks noGrp="1"/>
          </p:cNvSpPr>
          <p:nvPr>
            <p:ph type="body" idx="1"/>
          </p:nvPr>
        </p:nvSpPr>
        <p:spPr>
          <a:xfrm>
            <a:off x="4991582" y="1661489"/>
            <a:ext cx="6649556" cy="4446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43893145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1"/>
          <p:cNvSpPr txBox="1">
            <a:spLocks noGrp="1"/>
          </p:cNvSpPr>
          <p:nvPr>
            <p:ph type="title"/>
          </p:nvPr>
        </p:nvSpPr>
        <p:spPr>
          <a:xfrm>
            <a:off x="467806" y="365126"/>
            <a:ext cx="11173331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93274484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 userDrawn="1">
  <p:cSld name="Custom Layout">
    <p:bg>
      <p:bgPr>
        <a:solidFill>
          <a:srgbClr val="06203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6423026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userDrawn="1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6456508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1DE5280-4125-2599-F023-1E09602E8807}"/>
              </a:ext>
            </a:extLst>
          </p:cNvPr>
          <p:cNvSpPr/>
          <p:nvPr userDrawn="1"/>
        </p:nvSpPr>
        <p:spPr>
          <a:xfrm>
            <a:off x="310551" y="987425"/>
            <a:ext cx="11542143" cy="5653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Google Shape;72;p6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3200"/>
              <a:buFont typeface="Georgia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6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4" name="Google Shape;74;p6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8352293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C42428D-965F-410A-AAB0-2F4E028AF079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0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pis For Office" panose="020B05040101010101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DF4293-FF95-4206-A031-DB95227F4FB6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0800" y="4510168"/>
            <a:ext cx="7182359" cy="3221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marL="50800" indent="0">
              <a:buNone/>
              <a:defRPr lang="en-US" sz="1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date or title/role</a:t>
            </a: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1941" y="4092559"/>
            <a:ext cx="7182359" cy="4052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marL="5080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1941" y="3362115"/>
            <a:ext cx="8384795" cy="60939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" name="Google Shape;13;p38">
            <a:extLst>
              <a:ext uri="{FF2B5EF4-FFF2-40B4-BE49-F238E27FC236}">
                <a16:creationId xmlns:a16="http://schemas.microsoft.com/office/drawing/2014/main" id="{11412684-54AD-C122-7135-5E5A39CFE00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40036" y="6425800"/>
            <a:ext cx="6610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06203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06203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06203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06203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06203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06203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06203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06203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5" name="Google Shape;15;p38">
            <a:extLst>
              <a:ext uri="{FF2B5EF4-FFF2-40B4-BE49-F238E27FC236}">
                <a16:creationId xmlns:a16="http://schemas.microsoft.com/office/drawing/2014/main" id="{54FC2F10-59E4-52FC-E4D4-4D109E77FF8A}"/>
              </a:ext>
            </a:extLst>
          </p:cNvPr>
          <p:cNvCxnSpPr/>
          <p:nvPr userDrawn="1"/>
        </p:nvCxnSpPr>
        <p:spPr>
          <a:xfrm>
            <a:off x="569119" y="6453188"/>
            <a:ext cx="11053762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9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" name="Google Shape;27;p41">
            <a:extLst>
              <a:ext uri="{FF2B5EF4-FFF2-40B4-BE49-F238E27FC236}">
                <a16:creationId xmlns:a16="http://schemas.microsoft.com/office/drawing/2014/main" id="{FED17FA3-CF47-6F37-5582-8B61151D6C75}"/>
              </a:ext>
            </a:extLst>
          </p:cNvPr>
          <p:cNvSpPr txBox="1"/>
          <p:nvPr userDrawn="1"/>
        </p:nvSpPr>
        <p:spPr>
          <a:xfrm>
            <a:off x="7763905" y="6425800"/>
            <a:ext cx="340066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Company Name</a:t>
            </a:r>
            <a:endParaRPr sz="900" b="0" i="0" u="none" strike="noStrike" cap="non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10590971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 userDrawn="1">
  <p:cSld name="1_Custom Layout">
    <p:bg>
      <p:bgPr>
        <a:solidFill>
          <a:srgbClr val="06203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Google Shape;15;p38">
            <a:extLst>
              <a:ext uri="{FF2B5EF4-FFF2-40B4-BE49-F238E27FC236}">
                <a16:creationId xmlns:a16="http://schemas.microsoft.com/office/drawing/2014/main" id="{C1A3E8A5-6140-548F-EB36-6E044E92CB50}"/>
              </a:ext>
            </a:extLst>
          </p:cNvPr>
          <p:cNvCxnSpPr/>
          <p:nvPr userDrawn="1"/>
        </p:nvCxnSpPr>
        <p:spPr>
          <a:xfrm>
            <a:off x="569119" y="6453188"/>
            <a:ext cx="11053762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9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D932975-FBC2-52F0-6068-2CB9DABF98B4}"/>
              </a:ext>
            </a:extLst>
          </p:cNvPr>
          <p:cNvSpPr txBox="1"/>
          <p:nvPr userDrawn="1"/>
        </p:nvSpPr>
        <p:spPr>
          <a:xfrm>
            <a:off x="1842868" y="1167618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26D31096-8F5E-8FA4-F3E8-7F7509A3EDB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585E3C-E71F-27EE-4D76-96B1E7A8F9B0}"/>
              </a:ext>
            </a:extLst>
          </p:cNvPr>
          <p:cNvSpPr txBox="1"/>
          <p:nvPr userDrawn="1"/>
        </p:nvSpPr>
        <p:spPr>
          <a:xfrm>
            <a:off x="10419644" y="6570133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56639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tags" Target="../tags/tag15.xml"/><Relationship Id="rId47" Type="http://schemas.openxmlformats.org/officeDocument/2006/relationships/tags" Target="../tags/tag20.xml"/><Relationship Id="rId63" Type="http://schemas.openxmlformats.org/officeDocument/2006/relationships/tags" Target="../tags/tag36.xml"/><Relationship Id="rId68" Type="http://schemas.openxmlformats.org/officeDocument/2006/relationships/tags" Target="../tags/tag41.xml"/><Relationship Id="rId7" Type="http://schemas.openxmlformats.org/officeDocument/2006/relationships/slideLayout" Target="../slideLayouts/slideLayout7.xml"/><Relationship Id="rId71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tags" Target="../tags/tag2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ags" Target="../tags/tag5.xml"/><Relationship Id="rId37" Type="http://schemas.openxmlformats.org/officeDocument/2006/relationships/tags" Target="../tags/tag10.xml"/><Relationship Id="rId40" Type="http://schemas.openxmlformats.org/officeDocument/2006/relationships/tags" Target="../tags/tag13.xml"/><Relationship Id="rId45" Type="http://schemas.openxmlformats.org/officeDocument/2006/relationships/tags" Target="../tags/tag18.xml"/><Relationship Id="rId53" Type="http://schemas.openxmlformats.org/officeDocument/2006/relationships/tags" Target="../tags/tag26.xml"/><Relationship Id="rId58" Type="http://schemas.openxmlformats.org/officeDocument/2006/relationships/tags" Target="../tags/tag31.xml"/><Relationship Id="rId66" Type="http://schemas.openxmlformats.org/officeDocument/2006/relationships/tags" Target="../tags/tag39.xml"/><Relationship Id="rId5" Type="http://schemas.openxmlformats.org/officeDocument/2006/relationships/slideLayout" Target="../slideLayouts/slideLayout5.xml"/><Relationship Id="rId61" Type="http://schemas.openxmlformats.org/officeDocument/2006/relationships/tags" Target="../tags/tag34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ags" Target="../tags/tag3.xml"/><Relationship Id="rId35" Type="http://schemas.openxmlformats.org/officeDocument/2006/relationships/tags" Target="../tags/tag8.xml"/><Relationship Id="rId43" Type="http://schemas.openxmlformats.org/officeDocument/2006/relationships/tags" Target="../tags/tag16.xml"/><Relationship Id="rId48" Type="http://schemas.openxmlformats.org/officeDocument/2006/relationships/tags" Target="../tags/tag21.xml"/><Relationship Id="rId56" Type="http://schemas.openxmlformats.org/officeDocument/2006/relationships/tags" Target="../tags/tag29.xml"/><Relationship Id="rId64" Type="http://schemas.openxmlformats.org/officeDocument/2006/relationships/tags" Target="../tags/tag37.xml"/><Relationship Id="rId69" Type="http://schemas.openxmlformats.org/officeDocument/2006/relationships/tags" Target="../tags/tag42.xml"/><Relationship Id="rId8" Type="http://schemas.openxmlformats.org/officeDocument/2006/relationships/slideLayout" Target="../slideLayouts/slideLayout8.xml"/><Relationship Id="rId51" Type="http://schemas.openxmlformats.org/officeDocument/2006/relationships/tags" Target="../tags/tag24.xml"/><Relationship Id="rId72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ags" Target="../tags/tag6.xml"/><Relationship Id="rId38" Type="http://schemas.openxmlformats.org/officeDocument/2006/relationships/tags" Target="../tags/tag11.xml"/><Relationship Id="rId46" Type="http://schemas.openxmlformats.org/officeDocument/2006/relationships/tags" Target="../tags/tag19.xml"/><Relationship Id="rId59" Type="http://schemas.openxmlformats.org/officeDocument/2006/relationships/tags" Target="../tags/tag32.xml"/><Relationship Id="rId67" Type="http://schemas.openxmlformats.org/officeDocument/2006/relationships/tags" Target="../tags/tag40.xml"/><Relationship Id="rId20" Type="http://schemas.openxmlformats.org/officeDocument/2006/relationships/slideLayout" Target="../slideLayouts/slideLayout20.xml"/><Relationship Id="rId41" Type="http://schemas.openxmlformats.org/officeDocument/2006/relationships/tags" Target="../tags/tag14.xml"/><Relationship Id="rId54" Type="http://schemas.openxmlformats.org/officeDocument/2006/relationships/tags" Target="../tags/tag27.xml"/><Relationship Id="rId62" Type="http://schemas.openxmlformats.org/officeDocument/2006/relationships/tags" Target="../tags/tag35.xml"/><Relationship Id="rId70" Type="http://schemas.openxmlformats.org/officeDocument/2006/relationships/tags" Target="../tags/tag43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36" Type="http://schemas.openxmlformats.org/officeDocument/2006/relationships/tags" Target="../tags/tag9.xml"/><Relationship Id="rId49" Type="http://schemas.openxmlformats.org/officeDocument/2006/relationships/tags" Target="../tags/tag22.xml"/><Relationship Id="rId57" Type="http://schemas.openxmlformats.org/officeDocument/2006/relationships/tags" Target="../tags/tag30.xml"/><Relationship Id="rId10" Type="http://schemas.openxmlformats.org/officeDocument/2006/relationships/slideLayout" Target="../slideLayouts/slideLayout10.xml"/><Relationship Id="rId31" Type="http://schemas.openxmlformats.org/officeDocument/2006/relationships/tags" Target="../tags/tag4.xml"/><Relationship Id="rId44" Type="http://schemas.openxmlformats.org/officeDocument/2006/relationships/tags" Target="../tags/tag17.xml"/><Relationship Id="rId52" Type="http://schemas.openxmlformats.org/officeDocument/2006/relationships/tags" Target="../tags/tag25.xml"/><Relationship Id="rId60" Type="http://schemas.openxmlformats.org/officeDocument/2006/relationships/tags" Target="../tags/tag33.xml"/><Relationship Id="rId65" Type="http://schemas.openxmlformats.org/officeDocument/2006/relationships/tags" Target="../tags/tag38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tags" Target="../tags/tag12.xml"/><Relationship Id="rId34" Type="http://schemas.openxmlformats.org/officeDocument/2006/relationships/tags" Target="../tags/tag7.xml"/><Relationship Id="rId50" Type="http://schemas.openxmlformats.org/officeDocument/2006/relationships/tags" Target="../tags/tag23.xml"/><Relationship Id="rId55" Type="http://schemas.openxmlformats.org/officeDocument/2006/relationships/tags" Target="../tags/tag28.xml"/></Relationships>
</file>

<file path=ppt/slideMasters/_rels/slideMaster2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53.xml"/><Relationship Id="rId21" Type="http://schemas.openxmlformats.org/officeDocument/2006/relationships/slideLayout" Target="../slideLayouts/slideLayout48.xml"/><Relationship Id="rId34" Type="http://schemas.openxmlformats.org/officeDocument/2006/relationships/slideLayout" Target="../slideLayouts/slideLayout61.xml"/><Relationship Id="rId42" Type="http://schemas.openxmlformats.org/officeDocument/2006/relationships/slideLayout" Target="../slideLayouts/slideLayout69.xml"/><Relationship Id="rId47" Type="http://schemas.openxmlformats.org/officeDocument/2006/relationships/slideLayout" Target="../slideLayouts/slideLayout74.xml"/><Relationship Id="rId50" Type="http://schemas.openxmlformats.org/officeDocument/2006/relationships/slideLayout" Target="../slideLayouts/slideLayout77.xml"/><Relationship Id="rId55" Type="http://schemas.openxmlformats.org/officeDocument/2006/relationships/slideLayout" Target="../slideLayouts/slideLayout82.xml"/><Relationship Id="rId63" Type="http://schemas.openxmlformats.org/officeDocument/2006/relationships/slideLayout" Target="../slideLayouts/slideLayout90.xml"/><Relationship Id="rId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43.xml"/><Relationship Id="rId29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38.xml"/><Relationship Id="rId24" Type="http://schemas.openxmlformats.org/officeDocument/2006/relationships/slideLayout" Target="../slideLayouts/slideLayout51.xml"/><Relationship Id="rId32" Type="http://schemas.openxmlformats.org/officeDocument/2006/relationships/slideLayout" Target="../slideLayouts/slideLayout59.xml"/><Relationship Id="rId37" Type="http://schemas.openxmlformats.org/officeDocument/2006/relationships/slideLayout" Target="../slideLayouts/slideLayout64.xml"/><Relationship Id="rId40" Type="http://schemas.openxmlformats.org/officeDocument/2006/relationships/slideLayout" Target="../slideLayouts/slideLayout67.xml"/><Relationship Id="rId45" Type="http://schemas.openxmlformats.org/officeDocument/2006/relationships/slideLayout" Target="../slideLayouts/slideLayout72.xml"/><Relationship Id="rId53" Type="http://schemas.openxmlformats.org/officeDocument/2006/relationships/slideLayout" Target="../slideLayouts/slideLayout80.xml"/><Relationship Id="rId58" Type="http://schemas.openxmlformats.org/officeDocument/2006/relationships/slideLayout" Target="../slideLayouts/slideLayout85.xml"/><Relationship Id="rId66" Type="http://schemas.openxmlformats.org/officeDocument/2006/relationships/image" Target="../media/image4.png"/><Relationship Id="rId5" Type="http://schemas.openxmlformats.org/officeDocument/2006/relationships/slideLayout" Target="../slideLayouts/slideLayout32.xml"/><Relationship Id="rId61" Type="http://schemas.openxmlformats.org/officeDocument/2006/relationships/slideLayout" Target="../slideLayouts/slideLayout88.xml"/><Relationship Id="rId19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49.xml"/><Relationship Id="rId27" Type="http://schemas.openxmlformats.org/officeDocument/2006/relationships/slideLayout" Target="../slideLayouts/slideLayout54.xml"/><Relationship Id="rId30" Type="http://schemas.openxmlformats.org/officeDocument/2006/relationships/slideLayout" Target="../slideLayouts/slideLayout57.xml"/><Relationship Id="rId35" Type="http://schemas.openxmlformats.org/officeDocument/2006/relationships/slideLayout" Target="../slideLayouts/slideLayout62.xml"/><Relationship Id="rId43" Type="http://schemas.openxmlformats.org/officeDocument/2006/relationships/slideLayout" Target="../slideLayouts/slideLayout70.xml"/><Relationship Id="rId48" Type="http://schemas.openxmlformats.org/officeDocument/2006/relationships/slideLayout" Target="../slideLayouts/slideLayout75.xml"/><Relationship Id="rId56" Type="http://schemas.openxmlformats.org/officeDocument/2006/relationships/slideLayout" Target="../slideLayouts/slideLayout83.xml"/><Relationship Id="rId64" Type="http://schemas.openxmlformats.org/officeDocument/2006/relationships/slideLayout" Target="../slideLayouts/slideLayout91.xml"/><Relationship Id="rId8" Type="http://schemas.openxmlformats.org/officeDocument/2006/relationships/slideLayout" Target="../slideLayouts/slideLayout35.xml"/><Relationship Id="rId51" Type="http://schemas.openxmlformats.org/officeDocument/2006/relationships/slideLayout" Target="../slideLayouts/slideLayout78.xml"/><Relationship Id="rId3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9.xml"/><Relationship Id="rId17" Type="http://schemas.openxmlformats.org/officeDocument/2006/relationships/slideLayout" Target="../slideLayouts/slideLayout44.xml"/><Relationship Id="rId25" Type="http://schemas.openxmlformats.org/officeDocument/2006/relationships/slideLayout" Target="../slideLayouts/slideLayout52.xml"/><Relationship Id="rId33" Type="http://schemas.openxmlformats.org/officeDocument/2006/relationships/slideLayout" Target="../slideLayouts/slideLayout60.xml"/><Relationship Id="rId38" Type="http://schemas.openxmlformats.org/officeDocument/2006/relationships/slideLayout" Target="../slideLayouts/slideLayout65.xml"/><Relationship Id="rId46" Type="http://schemas.openxmlformats.org/officeDocument/2006/relationships/slideLayout" Target="../slideLayouts/slideLayout73.xml"/><Relationship Id="rId59" Type="http://schemas.openxmlformats.org/officeDocument/2006/relationships/slideLayout" Target="../slideLayouts/slideLayout86.xml"/><Relationship Id="rId20" Type="http://schemas.openxmlformats.org/officeDocument/2006/relationships/slideLayout" Target="../slideLayouts/slideLayout47.xml"/><Relationship Id="rId41" Type="http://schemas.openxmlformats.org/officeDocument/2006/relationships/slideLayout" Target="../slideLayouts/slideLayout68.xml"/><Relationship Id="rId54" Type="http://schemas.openxmlformats.org/officeDocument/2006/relationships/slideLayout" Target="../slideLayouts/slideLayout81.xml"/><Relationship Id="rId62" Type="http://schemas.openxmlformats.org/officeDocument/2006/relationships/slideLayout" Target="../slideLayouts/slideLayout8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42.xml"/><Relationship Id="rId23" Type="http://schemas.openxmlformats.org/officeDocument/2006/relationships/slideLayout" Target="../slideLayouts/slideLayout50.xml"/><Relationship Id="rId28" Type="http://schemas.openxmlformats.org/officeDocument/2006/relationships/slideLayout" Target="../slideLayouts/slideLayout55.xml"/><Relationship Id="rId36" Type="http://schemas.openxmlformats.org/officeDocument/2006/relationships/slideLayout" Target="../slideLayouts/slideLayout63.xml"/><Relationship Id="rId49" Type="http://schemas.openxmlformats.org/officeDocument/2006/relationships/slideLayout" Target="../slideLayouts/slideLayout76.xml"/><Relationship Id="rId57" Type="http://schemas.openxmlformats.org/officeDocument/2006/relationships/slideLayout" Target="../slideLayouts/slideLayout84.xml"/><Relationship Id="rId10" Type="http://schemas.openxmlformats.org/officeDocument/2006/relationships/slideLayout" Target="../slideLayouts/slideLayout37.xml"/><Relationship Id="rId31" Type="http://schemas.openxmlformats.org/officeDocument/2006/relationships/slideLayout" Target="../slideLayouts/slideLayout58.xml"/><Relationship Id="rId44" Type="http://schemas.openxmlformats.org/officeDocument/2006/relationships/slideLayout" Target="../slideLayouts/slideLayout71.xml"/><Relationship Id="rId52" Type="http://schemas.openxmlformats.org/officeDocument/2006/relationships/slideLayout" Target="../slideLayouts/slideLayout79.xml"/><Relationship Id="rId60" Type="http://schemas.openxmlformats.org/officeDocument/2006/relationships/slideLayout" Target="../slideLayouts/slideLayout87.xml"/><Relationship Id="rId65" Type="http://schemas.openxmlformats.org/officeDocument/2006/relationships/theme" Target="../theme/theme2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0.xml"/><Relationship Id="rId18" Type="http://schemas.openxmlformats.org/officeDocument/2006/relationships/slideLayout" Target="../slideLayouts/slideLayout45.xml"/><Relationship Id="rId39" Type="http://schemas.openxmlformats.org/officeDocument/2006/relationships/slideLayout" Target="../slideLayouts/slideLayout66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04.xml"/><Relationship Id="rId18" Type="http://schemas.openxmlformats.org/officeDocument/2006/relationships/slideLayout" Target="../slideLayouts/slideLayout109.xml"/><Relationship Id="rId26" Type="http://schemas.openxmlformats.org/officeDocument/2006/relationships/slideLayout" Target="../slideLayouts/slideLayout117.xml"/><Relationship Id="rId39" Type="http://schemas.openxmlformats.org/officeDocument/2006/relationships/slideLayout" Target="../slideLayouts/slideLayout130.xml"/><Relationship Id="rId21" Type="http://schemas.openxmlformats.org/officeDocument/2006/relationships/slideLayout" Target="../slideLayouts/slideLayout112.xml"/><Relationship Id="rId34" Type="http://schemas.openxmlformats.org/officeDocument/2006/relationships/slideLayout" Target="../slideLayouts/slideLayout125.xml"/><Relationship Id="rId42" Type="http://schemas.openxmlformats.org/officeDocument/2006/relationships/slideLayout" Target="../slideLayouts/slideLayout133.xml"/><Relationship Id="rId47" Type="http://schemas.openxmlformats.org/officeDocument/2006/relationships/slideLayout" Target="../slideLayouts/slideLayout138.xml"/><Relationship Id="rId50" Type="http://schemas.openxmlformats.org/officeDocument/2006/relationships/slideLayout" Target="../slideLayouts/slideLayout141.xml"/><Relationship Id="rId7" Type="http://schemas.openxmlformats.org/officeDocument/2006/relationships/slideLayout" Target="../slideLayouts/slideLayout98.xml"/><Relationship Id="rId2" Type="http://schemas.openxmlformats.org/officeDocument/2006/relationships/slideLayout" Target="../slideLayouts/slideLayout93.xml"/><Relationship Id="rId16" Type="http://schemas.openxmlformats.org/officeDocument/2006/relationships/slideLayout" Target="../slideLayouts/slideLayout107.xml"/><Relationship Id="rId29" Type="http://schemas.openxmlformats.org/officeDocument/2006/relationships/slideLayout" Target="../slideLayouts/slideLayout120.xml"/><Relationship Id="rId11" Type="http://schemas.openxmlformats.org/officeDocument/2006/relationships/slideLayout" Target="../slideLayouts/slideLayout102.xml"/><Relationship Id="rId24" Type="http://schemas.openxmlformats.org/officeDocument/2006/relationships/slideLayout" Target="../slideLayouts/slideLayout115.xml"/><Relationship Id="rId32" Type="http://schemas.openxmlformats.org/officeDocument/2006/relationships/slideLayout" Target="../slideLayouts/slideLayout123.xml"/><Relationship Id="rId37" Type="http://schemas.openxmlformats.org/officeDocument/2006/relationships/slideLayout" Target="../slideLayouts/slideLayout128.xml"/><Relationship Id="rId40" Type="http://schemas.openxmlformats.org/officeDocument/2006/relationships/slideLayout" Target="../slideLayouts/slideLayout131.xml"/><Relationship Id="rId45" Type="http://schemas.openxmlformats.org/officeDocument/2006/relationships/slideLayout" Target="../slideLayouts/slideLayout136.xml"/><Relationship Id="rId53" Type="http://schemas.openxmlformats.org/officeDocument/2006/relationships/theme" Target="../theme/theme3.xml"/><Relationship Id="rId5" Type="http://schemas.openxmlformats.org/officeDocument/2006/relationships/slideLayout" Target="../slideLayouts/slideLayout96.xml"/><Relationship Id="rId10" Type="http://schemas.openxmlformats.org/officeDocument/2006/relationships/slideLayout" Target="../slideLayouts/slideLayout101.xml"/><Relationship Id="rId19" Type="http://schemas.openxmlformats.org/officeDocument/2006/relationships/slideLayout" Target="../slideLayouts/slideLayout110.xml"/><Relationship Id="rId31" Type="http://schemas.openxmlformats.org/officeDocument/2006/relationships/slideLayout" Target="../slideLayouts/slideLayout122.xml"/><Relationship Id="rId44" Type="http://schemas.openxmlformats.org/officeDocument/2006/relationships/slideLayout" Target="../slideLayouts/slideLayout135.xml"/><Relationship Id="rId52" Type="http://schemas.openxmlformats.org/officeDocument/2006/relationships/slideLayout" Target="../slideLayouts/slideLayout143.xml"/><Relationship Id="rId4" Type="http://schemas.openxmlformats.org/officeDocument/2006/relationships/slideLayout" Target="../slideLayouts/slideLayout95.xml"/><Relationship Id="rId9" Type="http://schemas.openxmlformats.org/officeDocument/2006/relationships/slideLayout" Target="../slideLayouts/slideLayout100.xml"/><Relationship Id="rId14" Type="http://schemas.openxmlformats.org/officeDocument/2006/relationships/slideLayout" Target="../slideLayouts/slideLayout105.xml"/><Relationship Id="rId22" Type="http://schemas.openxmlformats.org/officeDocument/2006/relationships/slideLayout" Target="../slideLayouts/slideLayout113.xml"/><Relationship Id="rId27" Type="http://schemas.openxmlformats.org/officeDocument/2006/relationships/slideLayout" Target="../slideLayouts/slideLayout118.xml"/><Relationship Id="rId30" Type="http://schemas.openxmlformats.org/officeDocument/2006/relationships/slideLayout" Target="../slideLayouts/slideLayout121.xml"/><Relationship Id="rId35" Type="http://schemas.openxmlformats.org/officeDocument/2006/relationships/slideLayout" Target="../slideLayouts/slideLayout126.xml"/><Relationship Id="rId43" Type="http://schemas.openxmlformats.org/officeDocument/2006/relationships/slideLayout" Target="../slideLayouts/slideLayout134.xml"/><Relationship Id="rId48" Type="http://schemas.openxmlformats.org/officeDocument/2006/relationships/slideLayout" Target="../slideLayouts/slideLayout139.xml"/><Relationship Id="rId8" Type="http://schemas.openxmlformats.org/officeDocument/2006/relationships/slideLayout" Target="../slideLayouts/slideLayout99.xml"/><Relationship Id="rId51" Type="http://schemas.openxmlformats.org/officeDocument/2006/relationships/slideLayout" Target="../slideLayouts/slideLayout142.xml"/><Relationship Id="rId3" Type="http://schemas.openxmlformats.org/officeDocument/2006/relationships/slideLayout" Target="../slideLayouts/slideLayout94.xml"/><Relationship Id="rId12" Type="http://schemas.openxmlformats.org/officeDocument/2006/relationships/slideLayout" Target="../slideLayouts/slideLayout103.xml"/><Relationship Id="rId17" Type="http://schemas.openxmlformats.org/officeDocument/2006/relationships/slideLayout" Target="../slideLayouts/slideLayout108.xml"/><Relationship Id="rId25" Type="http://schemas.openxmlformats.org/officeDocument/2006/relationships/slideLayout" Target="../slideLayouts/slideLayout116.xml"/><Relationship Id="rId33" Type="http://schemas.openxmlformats.org/officeDocument/2006/relationships/slideLayout" Target="../slideLayouts/slideLayout124.xml"/><Relationship Id="rId38" Type="http://schemas.openxmlformats.org/officeDocument/2006/relationships/slideLayout" Target="../slideLayouts/slideLayout129.xml"/><Relationship Id="rId46" Type="http://schemas.openxmlformats.org/officeDocument/2006/relationships/slideLayout" Target="../slideLayouts/slideLayout137.xml"/><Relationship Id="rId20" Type="http://schemas.openxmlformats.org/officeDocument/2006/relationships/slideLayout" Target="../slideLayouts/slideLayout111.xml"/><Relationship Id="rId41" Type="http://schemas.openxmlformats.org/officeDocument/2006/relationships/slideLayout" Target="../slideLayouts/slideLayout132.xml"/><Relationship Id="rId1" Type="http://schemas.openxmlformats.org/officeDocument/2006/relationships/slideLayout" Target="../slideLayouts/slideLayout92.xml"/><Relationship Id="rId6" Type="http://schemas.openxmlformats.org/officeDocument/2006/relationships/slideLayout" Target="../slideLayouts/slideLayout97.xml"/><Relationship Id="rId15" Type="http://schemas.openxmlformats.org/officeDocument/2006/relationships/slideLayout" Target="../slideLayouts/slideLayout106.xml"/><Relationship Id="rId23" Type="http://schemas.openxmlformats.org/officeDocument/2006/relationships/slideLayout" Target="../slideLayouts/slideLayout114.xml"/><Relationship Id="rId28" Type="http://schemas.openxmlformats.org/officeDocument/2006/relationships/slideLayout" Target="../slideLayouts/slideLayout119.xml"/><Relationship Id="rId36" Type="http://schemas.openxmlformats.org/officeDocument/2006/relationships/slideLayout" Target="../slideLayouts/slideLayout127.xml"/><Relationship Id="rId49" Type="http://schemas.openxmlformats.org/officeDocument/2006/relationships/slideLayout" Target="../slideLayouts/slideLayout140.xml"/></Relationships>
</file>

<file path=ppt/slideMasters/_rels/slideMaster4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169.xml"/><Relationship Id="rId21" Type="http://schemas.openxmlformats.org/officeDocument/2006/relationships/slideLayout" Target="../slideLayouts/slideLayout164.xml"/><Relationship Id="rId42" Type="http://schemas.openxmlformats.org/officeDocument/2006/relationships/tags" Target="../tags/tag336.xml"/><Relationship Id="rId47" Type="http://schemas.openxmlformats.org/officeDocument/2006/relationships/tags" Target="../tags/tag341.xml"/><Relationship Id="rId63" Type="http://schemas.openxmlformats.org/officeDocument/2006/relationships/tags" Target="../tags/tag357.xml"/><Relationship Id="rId68" Type="http://schemas.openxmlformats.org/officeDocument/2006/relationships/tags" Target="../tags/tag362.xml"/><Relationship Id="rId16" Type="http://schemas.openxmlformats.org/officeDocument/2006/relationships/slideLayout" Target="../slideLayouts/slideLayout159.xml"/><Relationship Id="rId11" Type="http://schemas.openxmlformats.org/officeDocument/2006/relationships/slideLayout" Target="../slideLayouts/slideLayout154.xml"/><Relationship Id="rId24" Type="http://schemas.openxmlformats.org/officeDocument/2006/relationships/slideLayout" Target="../slideLayouts/slideLayout167.xml"/><Relationship Id="rId32" Type="http://schemas.openxmlformats.org/officeDocument/2006/relationships/slideLayout" Target="../slideLayouts/slideLayout175.xml"/><Relationship Id="rId37" Type="http://schemas.openxmlformats.org/officeDocument/2006/relationships/tags" Target="../tags/tag331.xml"/><Relationship Id="rId40" Type="http://schemas.openxmlformats.org/officeDocument/2006/relationships/tags" Target="../tags/tag334.xml"/><Relationship Id="rId45" Type="http://schemas.openxmlformats.org/officeDocument/2006/relationships/tags" Target="../tags/tag339.xml"/><Relationship Id="rId53" Type="http://schemas.openxmlformats.org/officeDocument/2006/relationships/tags" Target="../tags/tag347.xml"/><Relationship Id="rId58" Type="http://schemas.openxmlformats.org/officeDocument/2006/relationships/tags" Target="../tags/tag352.xml"/><Relationship Id="rId66" Type="http://schemas.openxmlformats.org/officeDocument/2006/relationships/tags" Target="../tags/tag360.xml"/><Relationship Id="rId74" Type="http://schemas.openxmlformats.org/officeDocument/2006/relationships/tags" Target="../tags/tag368.xml"/><Relationship Id="rId5" Type="http://schemas.openxmlformats.org/officeDocument/2006/relationships/slideLayout" Target="../slideLayouts/slideLayout148.xml"/><Relationship Id="rId61" Type="http://schemas.openxmlformats.org/officeDocument/2006/relationships/tags" Target="../tags/tag355.xml"/><Relationship Id="rId19" Type="http://schemas.openxmlformats.org/officeDocument/2006/relationships/slideLayout" Target="../slideLayouts/slideLayout162.xml"/><Relationship Id="rId14" Type="http://schemas.openxmlformats.org/officeDocument/2006/relationships/slideLayout" Target="../slideLayouts/slideLayout157.xml"/><Relationship Id="rId22" Type="http://schemas.openxmlformats.org/officeDocument/2006/relationships/slideLayout" Target="../slideLayouts/slideLayout165.xml"/><Relationship Id="rId27" Type="http://schemas.openxmlformats.org/officeDocument/2006/relationships/slideLayout" Target="../slideLayouts/slideLayout170.xml"/><Relationship Id="rId30" Type="http://schemas.openxmlformats.org/officeDocument/2006/relationships/slideLayout" Target="../slideLayouts/slideLayout173.xml"/><Relationship Id="rId35" Type="http://schemas.openxmlformats.org/officeDocument/2006/relationships/theme" Target="../theme/theme4.xml"/><Relationship Id="rId43" Type="http://schemas.openxmlformats.org/officeDocument/2006/relationships/tags" Target="../tags/tag337.xml"/><Relationship Id="rId48" Type="http://schemas.openxmlformats.org/officeDocument/2006/relationships/tags" Target="../tags/tag342.xml"/><Relationship Id="rId56" Type="http://schemas.openxmlformats.org/officeDocument/2006/relationships/tags" Target="../tags/tag350.xml"/><Relationship Id="rId64" Type="http://schemas.openxmlformats.org/officeDocument/2006/relationships/tags" Target="../tags/tag358.xml"/><Relationship Id="rId69" Type="http://schemas.openxmlformats.org/officeDocument/2006/relationships/tags" Target="../tags/tag363.xml"/><Relationship Id="rId77" Type="http://schemas.openxmlformats.org/officeDocument/2006/relationships/tags" Target="../tags/tag371.xml"/><Relationship Id="rId8" Type="http://schemas.openxmlformats.org/officeDocument/2006/relationships/slideLayout" Target="../slideLayouts/slideLayout151.xml"/><Relationship Id="rId51" Type="http://schemas.openxmlformats.org/officeDocument/2006/relationships/tags" Target="../tags/tag345.xml"/><Relationship Id="rId72" Type="http://schemas.openxmlformats.org/officeDocument/2006/relationships/tags" Target="../tags/tag366.xml"/><Relationship Id="rId3" Type="http://schemas.openxmlformats.org/officeDocument/2006/relationships/slideLayout" Target="../slideLayouts/slideLayout146.xml"/><Relationship Id="rId12" Type="http://schemas.openxmlformats.org/officeDocument/2006/relationships/slideLayout" Target="../slideLayouts/slideLayout155.xml"/><Relationship Id="rId17" Type="http://schemas.openxmlformats.org/officeDocument/2006/relationships/slideLayout" Target="../slideLayouts/slideLayout160.xml"/><Relationship Id="rId25" Type="http://schemas.openxmlformats.org/officeDocument/2006/relationships/slideLayout" Target="../slideLayouts/slideLayout168.xml"/><Relationship Id="rId33" Type="http://schemas.openxmlformats.org/officeDocument/2006/relationships/slideLayout" Target="../slideLayouts/slideLayout176.xml"/><Relationship Id="rId38" Type="http://schemas.openxmlformats.org/officeDocument/2006/relationships/tags" Target="../tags/tag332.xml"/><Relationship Id="rId46" Type="http://schemas.openxmlformats.org/officeDocument/2006/relationships/tags" Target="../tags/tag340.xml"/><Relationship Id="rId59" Type="http://schemas.openxmlformats.org/officeDocument/2006/relationships/tags" Target="../tags/tag353.xml"/><Relationship Id="rId67" Type="http://schemas.openxmlformats.org/officeDocument/2006/relationships/tags" Target="../tags/tag361.xml"/><Relationship Id="rId20" Type="http://schemas.openxmlformats.org/officeDocument/2006/relationships/slideLayout" Target="../slideLayouts/slideLayout163.xml"/><Relationship Id="rId41" Type="http://schemas.openxmlformats.org/officeDocument/2006/relationships/tags" Target="../tags/tag335.xml"/><Relationship Id="rId54" Type="http://schemas.openxmlformats.org/officeDocument/2006/relationships/tags" Target="../tags/tag348.xml"/><Relationship Id="rId62" Type="http://schemas.openxmlformats.org/officeDocument/2006/relationships/tags" Target="../tags/tag356.xml"/><Relationship Id="rId70" Type="http://schemas.openxmlformats.org/officeDocument/2006/relationships/tags" Target="../tags/tag364.xml"/><Relationship Id="rId75" Type="http://schemas.openxmlformats.org/officeDocument/2006/relationships/tags" Target="../tags/tag369.xml"/><Relationship Id="rId1" Type="http://schemas.openxmlformats.org/officeDocument/2006/relationships/slideLayout" Target="../slideLayouts/slideLayout144.xml"/><Relationship Id="rId6" Type="http://schemas.openxmlformats.org/officeDocument/2006/relationships/slideLayout" Target="../slideLayouts/slideLayout149.xml"/><Relationship Id="rId15" Type="http://schemas.openxmlformats.org/officeDocument/2006/relationships/slideLayout" Target="../slideLayouts/slideLayout158.xml"/><Relationship Id="rId23" Type="http://schemas.openxmlformats.org/officeDocument/2006/relationships/slideLayout" Target="../slideLayouts/slideLayout166.xml"/><Relationship Id="rId28" Type="http://schemas.openxmlformats.org/officeDocument/2006/relationships/slideLayout" Target="../slideLayouts/slideLayout171.xml"/><Relationship Id="rId36" Type="http://schemas.openxmlformats.org/officeDocument/2006/relationships/tags" Target="../tags/tag330.xml"/><Relationship Id="rId49" Type="http://schemas.openxmlformats.org/officeDocument/2006/relationships/tags" Target="../tags/tag343.xml"/><Relationship Id="rId57" Type="http://schemas.openxmlformats.org/officeDocument/2006/relationships/tags" Target="../tags/tag351.xml"/><Relationship Id="rId10" Type="http://schemas.openxmlformats.org/officeDocument/2006/relationships/slideLayout" Target="../slideLayouts/slideLayout153.xml"/><Relationship Id="rId31" Type="http://schemas.openxmlformats.org/officeDocument/2006/relationships/slideLayout" Target="../slideLayouts/slideLayout174.xml"/><Relationship Id="rId44" Type="http://schemas.openxmlformats.org/officeDocument/2006/relationships/tags" Target="../tags/tag338.xml"/><Relationship Id="rId52" Type="http://schemas.openxmlformats.org/officeDocument/2006/relationships/tags" Target="../tags/tag346.xml"/><Relationship Id="rId60" Type="http://schemas.openxmlformats.org/officeDocument/2006/relationships/tags" Target="../tags/tag354.xml"/><Relationship Id="rId65" Type="http://schemas.openxmlformats.org/officeDocument/2006/relationships/tags" Target="../tags/tag359.xml"/><Relationship Id="rId73" Type="http://schemas.openxmlformats.org/officeDocument/2006/relationships/tags" Target="../tags/tag367.xml"/><Relationship Id="rId78" Type="http://schemas.openxmlformats.org/officeDocument/2006/relationships/tags" Target="../tags/tag372.xml"/><Relationship Id="rId4" Type="http://schemas.openxmlformats.org/officeDocument/2006/relationships/slideLayout" Target="../slideLayouts/slideLayout147.xml"/><Relationship Id="rId9" Type="http://schemas.openxmlformats.org/officeDocument/2006/relationships/slideLayout" Target="../slideLayouts/slideLayout152.xml"/><Relationship Id="rId13" Type="http://schemas.openxmlformats.org/officeDocument/2006/relationships/slideLayout" Target="../slideLayouts/slideLayout156.xml"/><Relationship Id="rId18" Type="http://schemas.openxmlformats.org/officeDocument/2006/relationships/slideLayout" Target="../slideLayouts/slideLayout161.xml"/><Relationship Id="rId39" Type="http://schemas.openxmlformats.org/officeDocument/2006/relationships/tags" Target="../tags/tag333.xml"/><Relationship Id="rId34" Type="http://schemas.openxmlformats.org/officeDocument/2006/relationships/slideLayout" Target="../slideLayouts/slideLayout177.xml"/><Relationship Id="rId50" Type="http://schemas.openxmlformats.org/officeDocument/2006/relationships/tags" Target="../tags/tag344.xml"/><Relationship Id="rId55" Type="http://schemas.openxmlformats.org/officeDocument/2006/relationships/tags" Target="../tags/tag349.xml"/><Relationship Id="rId76" Type="http://schemas.openxmlformats.org/officeDocument/2006/relationships/tags" Target="../tags/tag370.xml"/><Relationship Id="rId7" Type="http://schemas.openxmlformats.org/officeDocument/2006/relationships/slideLayout" Target="../slideLayouts/slideLayout150.xml"/><Relationship Id="rId71" Type="http://schemas.openxmlformats.org/officeDocument/2006/relationships/tags" Target="../tags/tag365.xml"/><Relationship Id="rId2" Type="http://schemas.openxmlformats.org/officeDocument/2006/relationships/slideLayout" Target="../slideLayouts/slideLayout145.xml"/><Relationship Id="rId29" Type="http://schemas.openxmlformats.org/officeDocument/2006/relationships/slideLayout" Target="../slideLayouts/slideLayout17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77FC086D-550C-0391-52E6-60372882047E}"/>
              </a:ext>
            </a:extLst>
          </p:cNvPr>
          <p:cNvGraphicFramePr>
            <a:graphicFrameLocks/>
          </p:cNvGraphicFramePr>
          <p:nvPr userDrawn="1">
            <p:custDataLst>
              <p:tags r:id="rId29"/>
            </p:custDataLst>
            <p:extLst>
              <p:ext uri="{D42A27DB-BD31-4B8C-83A1-F6EECF244321}">
                <p14:modId xmlns:p14="http://schemas.microsoft.com/office/powerpoint/2010/main" val="42031036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1" imgW="347" imgH="348" progId="TCLayout.ActiveDocument.1">
                  <p:embed/>
                </p:oleObj>
              </mc:Choice>
              <mc:Fallback>
                <p:oleObj name="think-cell Slide" r:id="rId71" imgW="347" imgH="34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1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2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3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4"/>
            </p:custDataLst>
          </p:nvPr>
        </p:nvSpPr>
        <p:spPr>
          <a:xfrm>
            <a:off x="554736" y="35509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5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6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7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6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7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38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39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1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2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0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6" r:id="rId1"/>
    <p:sldLayoutId id="2147484187" r:id="rId2"/>
    <p:sldLayoutId id="2147484188" r:id="rId3"/>
    <p:sldLayoutId id="2147484189" r:id="rId4"/>
    <p:sldLayoutId id="2147484190" r:id="rId5"/>
    <p:sldLayoutId id="2147484191" r:id="rId6"/>
    <p:sldLayoutId id="2147484192" r:id="rId7"/>
    <p:sldLayoutId id="2147484193" r:id="rId8"/>
    <p:sldLayoutId id="2147484194" r:id="rId9"/>
    <p:sldLayoutId id="2147484195" r:id="rId10"/>
    <p:sldLayoutId id="2147484196" r:id="rId11"/>
    <p:sldLayoutId id="2147484197" r:id="rId12"/>
    <p:sldLayoutId id="2147484224" r:id="rId13"/>
    <p:sldLayoutId id="2147484225" r:id="rId14"/>
    <p:sldLayoutId id="2147484226" r:id="rId15"/>
    <p:sldLayoutId id="2147484227" r:id="rId16"/>
    <p:sldLayoutId id="2147484228" r:id="rId17"/>
    <p:sldLayoutId id="2147484229" r:id="rId18"/>
    <p:sldLayoutId id="2147484230" r:id="rId19"/>
    <p:sldLayoutId id="2147484231" r:id="rId20"/>
    <p:sldLayoutId id="2147484232" r:id="rId21"/>
    <p:sldLayoutId id="2147484233" r:id="rId22"/>
    <p:sldLayoutId id="2147484234" r:id="rId23"/>
    <p:sldLayoutId id="2147484235" r:id="rId24"/>
    <p:sldLayoutId id="2147484237" r:id="rId25"/>
    <p:sldLayoutId id="2147484242" r:id="rId26"/>
    <p:sldLayoutId id="2147484243" r:id="rId2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 20pt)</a:t>
            </a:r>
          </a:p>
          <a:p>
            <a:pPr lvl="1"/>
            <a:r>
              <a:rPr lang="en-US"/>
              <a:t>Second level (bullet 20pt)</a:t>
            </a:r>
          </a:p>
          <a:p>
            <a:pPr lvl="2"/>
            <a:r>
              <a:rPr lang="en-US"/>
              <a:t>Third level (bullet 20pt)</a:t>
            </a:r>
          </a:p>
          <a:p>
            <a:pPr lvl="3"/>
            <a:r>
              <a:rPr lang="en-US"/>
              <a:t>Fourth level (bullet 18pt)</a:t>
            </a:r>
          </a:p>
          <a:p>
            <a:pPr lvl="4"/>
            <a:r>
              <a:rPr lang="en-US"/>
              <a:t>Fifth level (bullet 18pt)</a:t>
            </a:r>
          </a:p>
          <a:p>
            <a:pPr lvl="5"/>
            <a:r>
              <a:rPr lang="en-US"/>
              <a:t>Sixth level (copy 16pt)</a:t>
            </a:r>
          </a:p>
          <a:p>
            <a:pPr lvl="6"/>
            <a:r>
              <a:rPr lang="en-US"/>
              <a:t>Seventh level (small copy 12pt)</a:t>
            </a:r>
          </a:p>
          <a:p>
            <a:pPr lvl="7"/>
            <a:r>
              <a:rPr lang="en-US"/>
              <a:t>EIGHT LEVEL (DESCRIPTOR 10PT)</a:t>
            </a:r>
          </a:p>
          <a:p>
            <a:pPr lvl="8"/>
            <a:r>
              <a:rPr lang="en-US"/>
              <a:t>Ninth level (footer 8pt)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A171160-C7F3-46DE-911A-73C4F50C8896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EDCDE1A5-7B8C-446C-B047-DEF343C830D4}" type="datetime2">
              <a:rPr lang="en-US" smtClean="0"/>
              <a:t>Monday, April 20, 2026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CE64BB5-293E-D74C-96B6-4768814626F5}"/>
              </a:ext>
            </a:extLst>
          </p:cNvPr>
          <p:cNvPicPr>
            <a:picLocks noChangeAspect="1"/>
          </p:cNvPicPr>
          <p:nvPr userDrawn="1"/>
        </p:nvPicPr>
        <p:blipFill>
          <a:blip r:embed="rId6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4840" y="6482516"/>
            <a:ext cx="184343" cy="20232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B606719-3FB5-224D-8C01-ABD74F283F45}"/>
              </a:ext>
            </a:extLst>
          </p:cNvPr>
          <p:cNvSpPr txBox="1"/>
          <p:nvPr userDrawn="1"/>
        </p:nvSpPr>
        <p:spPr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>
                    <a:alpha val="75000"/>
                  </a:schemeClr>
                </a:solidFill>
                <a:effectLst/>
                <a:uLnTx/>
                <a:uFillTx/>
              </a:rPr>
              <a:t>Copyright © 2022 Accenture. All rights reserved. </a:t>
            </a:r>
            <a:b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>
                    <a:alpha val="75000"/>
                  </a:schemeClr>
                </a:solidFill>
                <a:effectLst/>
                <a:uLnTx/>
                <a:uFillTx/>
              </a:rPr>
            </a:b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>
                    <a:alpha val="75000"/>
                  </a:schemeClr>
                </a:solidFill>
                <a:effectLst/>
                <a:uLnTx/>
                <a:uFillTx/>
              </a:rPr>
              <a:t>Accenture and its logo are registered trademarks of Accenture.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17F41D-28E5-574C-BC33-F53458649F22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chemeClr val="tx2">
                    <a:alpha val="75000"/>
                  </a:scheme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2">
                  <a:alpha val="75000"/>
                </a:scheme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824551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45" r:id="rId1"/>
    <p:sldLayoutId id="2147484246" r:id="rId2"/>
    <p:sldLayoutId id="2147484247" r:id="rId3"/>
    <p:sldLayoutId id="2147484248" r:id="rId4"/>
    <p:sldLayoutId id="2147484249" r:id="rId5"/>
    <p:sldLayoutId id="2147484250" r:id="rId6"/>
    <p:sldLayoutId id="2147484251" r:id="rId7"/>
    <p:sldLayoutId id="2147484252" r:id="rId8"/>
    <p:sldLayoutId id="2147484253" r:id="rId9"/>
    <p:sldLayoutId id="2147484254" r:id="rId10"/>
    <p:sldLayoutId id="2147484255" r:id="rId11"/>
    <p:sldLayoutId id="2147484256" r:id="rId12"/>
    <p:sldLayoutId id="2147484257" r:id="rId13"/>
    <p:sldLayoutId id="2147484258" r:id="rId14"/>
    <p:sldLayoutId id="2147484259" r:id="rId15"/>
    <p:sldLayoutId id="2147484260" r:id="rId16"/>
    <p:sldLayoutId id="2147484261" r:id="rId17"/>
    <p:sldLayoutId id="2147484262" r:id="rId18"/>
    <p:sldLayoutId id="2147484263" r:id="rId19"/>
    <p:sldLayoutId id="2147484264" r:id="rId20"/>
    <p:sldLayoutId id="2147484265" r:id="rId21"/>
    <p:sldLayoutId id="2147484266" r:id="rId22"/>
    <p:sldLayoutId id="2147484267" r:id="rId23"/>
    <p:sldLayoutId id="2147484268" r:id="rId24"/>
    <p:sldLayoutId id="2147484269" r:id="rId25"/>
    <p:sldLayoutId id="2147484270" r:id="rId26"/>
    <p:sldLayoutId id="2147484271" r:id="rId27"/>
    <p:sldLayoutId id="2147484272" r:id="rId28"/>
    <p:sldLayoutId id="2147484273" r:id="rId29"/>
    <p:sldLayoutId id="2147484274" r:id="rId30"/>
    <p:sldLayoutId id="2147484275" r:id="rId31"/>
    <p:sldLayoutId id="2147484276" r:id="rId32"/>
    <p:sldLayoutId id="2147484277" r:id="rId33"/>
    <p:sldLayoutId id="2147484278" r:id="rId34"/>
    <p:sldLayoutId id="2147484279" r:id="rId35"/>
    <p:sldLayoutId id="2147484280" r:id="rId36"/>
    <p:sldLayoutId id="2147484281" r:id="rId37"/>
    <p:sldLayoutId id="2147484282" r:id="rId38"/>
    <p:sldLayoutId id="2147484283" r:id="rId39"/>
    <p:sldLayoutId id="2147484284" r:id="rId40"/>
    <p:sldLayoutId id="2147484285" r:id="rId41"/>
    <p:sldLayoutId id="2147484286" r:id="rId42"/>
    <p:sldLayoutId id="2147484287" r:id="rId43"/>
    <p:sldLayoutId id="2147484288" r:id="rId44"/>
    <p:sldLayoutId id="2147484289" r:id="rId45"/>
    <p:sldLayoutId id="2147484290" r:id="rId46"/>
    <p:sldLayoutId id="2147484291" r:id="rId47"/>
    <p:sldLayoutId id="2147484292" r:id="rId48"/>
    <p:sldLayoutId id="2147484293" r:id="rId49"/>
    <p:sldLayoutId id="2147484294" r:id="rId50"/>
    <p:sldLayoutId id="2147484295" r:id="rId51"/>
    <p:sldLayoutId id="2147484296" r:id="rId52"/>
    <p:sldLayoutId id="2147484297" r:id="rId53"/>
    <p:sldLayoutId id="2147484298" r:id="rId54"/>
    <p:sldLayoutId id="2147484299" r:id="rId55"/>
    <p:sldLayoutId id="2147484300" r:id="rId56"/>
    <p:sldLayoutId id="2147484301" r:id="rId57"/>
    <p:sldLayoutId id="2147484302" r:id="rId58"/>
    <p:sldLayoutId id="2147484303" r:id="rId59"/>
    <p:sldLayoutId id="2147484304" r:id="rId60"/>
    <p:sldLayoutId id="2147484305" r:id="rId61"/>
    <p:sldLayoutId id="2147484306" r:id="rId62"/>
    <p:sldLayoutId id="2147484307" r:id="rId63"/>
    <p:sldLayoutId id="2147484308" r:id="rId64"/>
  </p:sldLayoutIdLst>
  <p:hf hdr="0" ft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5ACBF0"/>
          </p15:clr>
        </p15:guide>
        <p15:guide id="2" orient="horz" pos="3976">
          <p15:clr>
            <a:srgbClr val="5ACBF0"/>
          </p15:clr>
        </p15:guide>
        <p15:guide id="3" pos="240">
          <p15:clr>
            <a:srgbClr val="5ACBF0"/>
          </p15:clr>
        </p15:guide>
        <p15:guide id="4" pos="7440">
          <p15:clr>
            <a:srgbClr val="5ACBF0"/>
          </p15:clr>
        </p15:guide>
        <p15:guide id="5" orient="horz" pos="4148">
          <p15:clr>
            <a:srgbClr val="5ACBF0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(bullet 20pt)</a:t>
            </a:r>
          </a:p>
          <a:p>
            <a:pPr lvl="1"/>
            <a:r>
              <a:rPr lang="en-US"/>
              <a:t>Second level (bullet 20pt)</a:t>
            </a:r>
          </a:p>
          <a:p>
            <a:pPr lvl="2"/>
            <a:r>
              <a:rPr lang="en-US"/>
              <a:t>Third level (bullet 20pt)</a:t>
            </a:r>
          </a:p>
          <a:p>
            <a:pPr lvl="3"/>
            <a:r>
              <a:rPr lang="en-US"/>
              <a:t>Fourth level (bullet 18pt)</a:t>
            </a:r>
          </a:p>
          <a:p>
            <a:pPr lvl="4"/>
            <a:r>
              <a:rPr lang="en-US"/>
              <a:t>Fifth level (bullet 18pt)</a:t>
            </a:r>
          </a:p>
          <a:p>
            <a:pPr lvl="5"/>
            <a:r>
              <a:rPr lang="en-US"/>
              <a:t>Sixth level (copy 16pt)</a:t>
            </a:r>
          </a:p>
          <a:p>
            <a:pPr lvl="6"/>
            <a:r>
              <a:rPr lang="en-US"/>
              <a:t>Seventh level (small copy 12pt)</a:t>
            </a:r>
          </a:p>
          <a:p>
            <a:pPr lvl="7"/>
            <a:r>
              <a:rPr lang="en-US"/>
              <a:t>EIGHT LEVEL (DESCRIPTOR 10PT)</a:t>
            </a:r>
          </a:p>
          <a:p>
            <a:pPr lvl="8"/>
            <a:r>
              <a:rPr lang="en-US"/>
              <a:t>Ninth level (footer 8pt)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A171160-C7F3-46DE-911A-73C4F50C8896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65AB957F-03D6-48C8-8F91-1AE64BEA36C5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938431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10" r:id="rId1"/>
    <p:sldLayoutId id="2147484311" r:id="rId2"/>
    <p:sldLayoutId id="2147484312" r:id="rId3"/>
    <p:sldLayoutId id="2147484313" r:id="rId4"/>
    <p:sldLayoutId id="2147484314" r:id="rId5"/>
    <p:sldLayoutId id="2147484315" r:id="rId6"/>
    <p:sldLayoutId id="2147484316" r:id="rId7"/>
    <p:sldLayoutId id="2147484317" r:id="rId8"/>
    <p:sldLayoutId id="2147484318" r:id="rId9"/>
    <p:sldLayoutId id="2147484319" r:id="rId10"/>
    <p:sldLayoutId id="2147484320" r:id="rId11"/>
    <p:sldLayoutId id="2147484321" r:id="rId12"/>
    <p:sldLayoutId id="2147484322" r:id="rId13"/>
    <p:sldLayoutId id="2147484323" r:id="rId14"/>
    <p:sldLayoutId id="2147484324" r:id="rId15"/>
    <p:sldLayoutId id="2147484325" r:id="rId16"/>
    <p:sldLayoutId id="2147484326" r:id="rId17"/>
    <p:sldLayoutId id="2147484327" r:id="rId18"/>
    <p:sldLayoutId id="2147484328" r:id="rId19"/>
    <p:sldLayoutId id="2147484329" r:id="rId20"/>
    <p:sldLayoutId id="2147484330" r:id="rId21"/>
    <p:sldLayoutId id="2147484331" r:id="rId22"/>
    <p:sldLayoutId id="2147484332" r:id="rId23"/>
    <p:sldLayoutId id="2147484333" r:id="rId24"/>
    <p:sldLayoutId id="2147484334" r:id="rId25"/>
    <p:sldLayoutId id="2147484335" r:id="rId26"/>
    <p:sldLayoutId id="2147484336" r:id="rId27"/>
    <p:sldLayoutId id="2147484337" r:id="rId28"/>
    <p:sldLayoutId id="2147484338" r:id="rId29"/>
    <p:sldLayoutId id="2147484339" r:id="rId30"/>
    <p:sldLayoutId id="2147484340" r:id="rId31"/>
    <p:sldLayoutId id="2147484341" r:id="rId32"/>
    <p:sldLayoutId id="2147484342" r:id="rId33"/>
    <p:sldLayoutId id="2147484343" r:id="rId34"/>
    <p:sldLayoutId id="2147484344" r:id="rId35"/>
    <p:sldLayoutId id="2147484345" r:id="rId36"/>
    <p:sldLayoutId id="2147484346" r:id="rId37"/>
    <p:sldLayoutId id="2147484347" r:id="rId38"/>
    <p:sldLayoutId id="2147484348" r:id="rId39"/>
    <p:sldLayoutId id="2147484349" r:id="rId40"/>
    <p:sldLayoutId id="2147484350" r:id="rId41"/>
    <p:sldLayoutId id="2147484351" r:id="rId42"/>
    <p:sldLayoutId id="2147484352" r:id="rId43"/>
    <p:sldLayoutId id="2147484353" r:id="rId44"/>
    <p:sldLayoutId id="2147484354" r:id="rId45"/>
    <p:sldLayoutId id="2147484355" r:id="rId46"/>
    <p:sldLayoutId id="2147484356" r:id="rId47"/>
    <p:sldLayoutId id="2147484357" r:id="rId48"/>
    <p:sldLayoutId id="2147484358" r:id="rId49"/>
    <p:sldLayoutId id="2147484359" r:id="rId50"/>
    <p:sldLayoutId id="2147484360" r:id="rId51"/>
    <p:sldLayoutId id="2147484361" r:id="rId52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C35EA4"/>
          </p15:clr>
        </p15:guide>
        <p15:guide id="2" orient="horz" pos="3976">
          <p15:clr>
            <a:srgbClr val="C35EA4"/>
          </p15:clr>
        </p15:guide>
        <p15:guide id="3" pos="240">
          <p15:clr>
            <a:srgbClr val="C35EA4"/>
          </p15:clr>
        </p15:guide>
        <p15:guide id="4" pos="7440">
          <p15:clr>
            <a:srgbClr val="C35EA4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194173E-7BB3-47F4-8EAD-18BFC563F97A}"/>
              </a:ext>
            </a:extLst>
          </p:cNvPr>
          <p:cNvSpPr/>
          <p:nvPr>
            <p:custDataLst>
              <p:tags r:id="rId36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>
            <p:custDataLst>
              <p:tags r:id="rId37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9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41"/>
            </p:custDataLst>
          </p:nvPr>
        </p:nvSpPr>
        <p:spPr>
          <a:xfrm>
            <a:off x="554736" y="35509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42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64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65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7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6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7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7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7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8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7340FEAA-6FE5-349C-2581-405903FF9504}"/>
              </a:ext>
            </a:extLst>
          </p:cNvPr>
          <p:cNvSpPr/>
          <p:nvPr userDrawn="1">
            <p:custDataLst>
              <p:tags r:id="rId4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44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45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6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9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6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50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6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6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51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52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53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8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239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63" r:id="rId1"/>
    <p:sldLayoutId id="2147484364" r:id="rId2"/>
    <p:sldLayoutId id="2147484365" r:id="rId3"/>
    <p:sldLayoutId id="2147484366" r:id="rId4"/>
    <p:sldLayoutId id="2147484367" r:id="rId5"/>
    <p:sldLayoutId id="2147484368" r:id="rId6"/>
    <p:sldLayoutId id="2147484369" r:id="rId7"/>
    <p:sldLayoutId id="2147484370" r:id="rId8"/>
    <p:sldLayoutId id="2147484371" r:id="rId9"/>
    <p:sldLayoutId id="2147484372" r:id="rId10"/>
    <p:sldLayoutId id="2147484373" r:id="rId11"/>
    <p:sldLayoutId id="2147484374" r:id="rId12"/>
    <p:sldLayoutId id="2147484375" r:id="rId13"/>
    <p:sldLayoutId id="2147484376" r:id="rId14"/>
    <p:sldLayoutId id="2147484377" r:id="rId15"/>
    <p:sldLayoutId id="2147484378" r:id="rId16"/>
    <p:sldLayoutId id="2147484379" r:id="rId17"/>
    <p:sldLayoutId id="2147484380" r:id="rId18"/>
    <p:sldLayoutId id="2147484381" r:id="rId19"/>
    <p:sldLayoutId id="2147484382" r:id="rId20"/>
    <p:sldLayoutId id="2147484383" r:id="rId21"/>
    <p:sldLayoutId id="2147484384" r:id="rId22"/>
    <p:sldLayoutId id="2147484385" r:id="rId23"/>
    <p:sldLayoutId id="2147484386" r:id="rId24"/>
    <p:sldLayoutId id="2147484387" r:id="rId25"/>
    <p:sldLayoutId id="2147484388" r:id="rId26"/>
    <p:sldLayoutId id="2147484389" r:id="rId27"/>
    <p:sldLayoutId id="2147484390" r:id="rId28"/>
    <p:sldLayoutId id="2147484391" r:id="rId29"/>
    <p:sldLayoutId id="2147484392" r:id="rId30"/>
    <p:sldLayoutId id="2147484393" r:id="rId31"/>
    <p:sldLayoutId id="2147484394" r:id="rId32"/>
    <p:sldLayoutId id="2147484395" r:id="rId33"/>
    <p:sldLayoutId id="2147484396" r:id="rId34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680.xml"/><Relationship Id="rId4" Type="http://schemas.openxmlformats.org/officeDocument/2006/relationships/image" Target="../media/image45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oleObject" Target="../embeddings/oleObject4.bin"/><Relationship Id="rId7" Type="http://schemas.openxmlformats.org/officeDocument/2006/relationships/image" Target="../media/image4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F90BE4D5-08D2-59F2-0CD5-7181975E1EA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0699403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F90BE4D5-08D2-59F2-0CD5-7181975E1E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4535322D-A95F-C1F4-D59D-01B90C3AD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35" y="1706563"/>
            <a:ext cx="4091405" cy="694944"/>
          </a:xfrm>
        </p:spPr>
        <p:txBody>
          <a:bodyPr vert="horz" rIns="0"/>
          <a:lstStyle/>
          <a:p>
            <a:r>
              <a:rPr lang="en-US" sz="4800" dirty="0"/>
              <a:t>Process / Journey 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0BB805-14C4-4924-87EF-2ABC679C3C0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B1D0342-6445-4D1F-DF3B-044094208C85}"/>
              </a:ext>
            </a:extLst>
          </p:cNvPr>
          <p:cNvSpPr txBox="1">
            <a:spLocks/>
          </p:cNvSpPr>
          <p:nvPr/>
        </p:nvSpPr>
        <p:spPr>
          <a:xfrm>
            <a:off x="5380714" y="1680071"/>
            <a:ext cx="6626620" cy="4124893"/>
          </a:xfrm>
          <a:prstGeom prst="rect">
            <a:avLst/>
          </a:prstGeom>
        </p:spPr>
        <p:txBody>
          <a:bodyPr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-GB" sz="41300" dirty="0">
                <a:solidFill>
                  <a:schemeClr val="tx1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369583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>
            <a:extLst>
              <a:ext uri="{FF2B5EF4-FFF2-40B4-BE49-F238E27FC236}">
                <a16:creationId xmlns:a16="http://schemas.microsoft.com/office/drawing/2014/main" id="{34CB72B2-C58B-78F7-EBA6-0391CA399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[Three state process slide / Insert action title]</a:t>
            </a:r>
            <a:endParaRPr lang="en-DK"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0F0BDE14-DBAB-F1B1-916C-2685E58C2E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B04FDC-54DD-6CFB-33B3-882556008FD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198C30-633F-6F4E-A840-2F05324CC91F}"/>
              </a:ext>
            </a:extLst>
          </p:cNvPr>
          <p:cNvSpPr/>
          <p:nvPr/>
        </p:nvSpPr>
        <p:spPr>
          <a:xfrm>
            <a:off x="554736" y="3428999"/>
            <a:ext cx="3384898" cy="25957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[Main description]</a:t>
            </a:r>
            <a:br>
              <a:rPr lang="en-GB" sz="1600" b="1" dirty="0">
                <a:solidFill>
                  <a:schemeClr val="tx1"/>
                </a:solidFill>
              </a:rPr>
            </a:br>
            <a:endParaRPr lang="en-GB" sz="1600" b="1" dirty="0">
              <a:solidFill>
                <a:schemeClr val="tx1"/>
              </a:solidFill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[Key facts and data points]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[Key facts and data points]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[Key facts and data points]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[Key facts and data points]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C531255-DF1C-3E42-8BAA-286804DF1737}"/>
              </a:ext>
            </a:extLst>
          </p:cNvPr>
          <p:cNvSpPr/>
          <p:nvPr/>
        </p:nvSpPr>
        <p:spPr>
          <a:xfrm>
            <a:off x="4405488" y="3428999"/>
            <a:ext cx="3384898" cy="25957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[Main description]</a:t>
            </a:r>
            <a:br>
              <a:rPr lang="en-GB" sz="1600" b="1" dirty="0">
                <a:solidFill>
                  <a:schemeClr val="tx1"/>
                </a:solidFill>
              </a:rPr>
            </a:br>
            <a:endParaRPr lang="en-GB" sz="1600" b="1" dirty="0">
              <a:solidFill>
                <a:schemeClr val="tx1"/>
              </a:solidFill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[Key facts and data points]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[Key facts and data points]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[Key facts and data points]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[Key facts and data points]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CC1753E-B431-DE4E-91B8-F83CC622391B}"/>
              </a:ext>
            </a:extLst>
          </p:cNvPr>
          <p:cNvSpPr/>
          <p:nvPr/>
        </p:nvSpPr>
        <p:spPr>
          <a:xfrm>
            <a:off x="8256239" y="3428999"/>
            <a:ext cx="3384898" cy="25957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[Main description]</a:t>
            </a:r>
            <a:br>
              <a:rPr lang="en-GB" sz="1600" b="1" dirty="0">
                <a:solidFill>
                  <a:schemeClr val="tx1"/>
                </a:solidFill>
              </a:rPr>
            </a:br>
            <a:endParaRPr lang="en-GB" sz="1600" b="1" dirty="0">
              <a:solidFill>
                <a:schemeClr val="tx1"/>
              </a:solidFill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[Key facts and data points]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[Key facts and data points]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[Key facts and data points]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[Key facts and data points]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8FCCB9-7628-754C-A890-FB430FEA0E5A}"/>
              </a:ext>
            </a:extLst>
          </p:cNvPr>
          <p:cNvSpPr/>
          <p:nvPr/>
        </p:nvSpPr>
        <p:spPr>
          <a:xfrm>
            <a:off x="554736" y="2762654"/>
            <a:ext cx="3384898" cy="49900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Where we were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481562F-75A2-2044-B6E6-44FE9C055BAD}"/>
              </a:ext>
            </a:extLst>
          </p:cNvPr>
          <p:cNvSpPr/>
          <p:nvPr/>
        </p:nvSpPr>
        <p:spPr>
          <a:xfrm>
            <a:off x="4405488" y="2444980"/>
            <a:ext cx="3384898" cy="8112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Where we are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7D3F858-8010-484B-9C7E-D066F23973B7}"/>
              </a:ext>
            </a:extLst>
          </p:cNvPr>
          <p:cNvSpPr/>
          <p:nvPr/>
        </p:nvSpPr>
        <p:spPr>
          <a:xfrm>
            <a:off x="8256239" y="2031999"/>
            <a:ext cx="3384898" cy="12241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Where we aspire to be</a:t>
            </a:r>
          </a:p>
        </p:txBody>
      </p:sp>
      <p:sp>
        <p:nvSpPr>
          <p:cNvPr id="4" name="Google Shape;507;p14">
            <a:extLst>
              <a:ext uri="{FF2B5EF4-FFF2-40B4-BE49-F238E27FC236}">
                <a16:creationId xmlns:a16="http://schemas.microsoft.com/office/drawing/2014/main" id="{8520DC14-E5D4-1793-E113-58AB904C6917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Arial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538;p14">
            <a:extLst>
              <a:ext uri="{FF2B5EF4-FFF2-40B4-BE49-F238E27FC236}">
                <a16:creationId xmlns:a16="http://schemas.microsoft.com/office/drawing/2014/main" id="{2BB5C310-D1AA-92BC-36CC-09AF30975AC1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Footnote: 1. xx</a:t>
            </a:r>
            <a:endParaRPr sz="900"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09603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89">
            <a:extLst>
              <a:ext uri="{FF2B5EF4-FFF2-40B4-BE49-F238E27FC236}">
                <a16:creationId xmlns:a16="http://schemas.microsoft.com/office/drawing/2014/main" id="{083C65FE-66CB-4CA1-AB65-185CB6B7042F}"/>
              </a:ext>
            </a:extLst>
          </p:cNvPr>
          <p:cNvSpPr/>
          <p:nvPr/>
        </p:nvSpPr>
        <p:spPr>
          <a:xfrm>
            <a:off x="5021835" y="2832863"/>
            <a:ext cx="2164316" cy="2151901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5714" bIns="45714" rtlCol="0" anchor="t"/>
          <a:lstStyle/>
          <a:p>
            <a:pPr marL="0" marR="0" lvl="0" indent="0" algn="l" defTabSz="9142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Verdana" panose="020B0604030504040204" pitchFamily="34" charset="0"/>
            </a:endParaRPr>
          </a:p>
        </p:txBody>
      </p:sp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F5813C0-49EB-6CA1-D737-EE48C6CDD6C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16676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F5813C0-49EB-6CA1-D737-EE48C6CDD6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E579D8B-4611-B928-953C-F7CC010C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[Circular process overview / Insert action title]</a:t>
            </a:r>
            <a:endParaRPr lang="en-DK" dirty="0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02D65C44-51B4-A4DC-D1D4-242A612668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E523BF1-09AA-A606-71D8-1A6D415409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Elipse 6">
            <a:extLst>
              <a:ext uri="{FF2B5EF4-FFF2-40B4-BE49-F238E27FC236}">
                <a16:creationId xmlns:a16="http://schemas.microsoft.com/office/drawing/2014/main" id="{A5F3EE8E-0DB9-8AB6-42DC-9134474CCA64}"/>
              </a:ext>
            </a:extLst>
          </p:cNvPr>
          <p:cNvSpPr/>
          <p:nvPr/>
        </p:nvSpPr>
        <p:spPr>
          <a:xfrm>
            <a:off x="4305920" y="2168350"/>
            <a:ext cx="1415845" cy="1415845"/>
          </a:xfrm>
          <a:prstGeom prst="ellipse">
            <a:avLst/>
          </a:prstGeom>
          <a:solidFill>
            <a:schemeClr val="accent1"/>
          </a:solidFill>
          <a:effectLst/>
        </p:spPr>
        <p:txBody>
          <a:bodyPr lIns="216000" rIns="89988" bIns="180000" anchor="b"/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u="none" strike="noStrike" kern="1200" cap="none" spc="0" normalizeH="0" baseline="0" noProof="0" dirty="0" err="1">
              <a:ln>
                <a:noFill/>
              </a:ln>
              <a:effectLst/>
              <a:uLnTx/>
              <a:uFillTx/>
              <a:latin typeface="Arial"/>
              <a:ea typeface="Verdana" panose="020B0604030504040204" pitchFamily="34" charset="0"/>
              <a:cs typeface="Arial" panose="020B0604020202020204" pitchFamily="34" charset="0"/>
              <a:sym typeface="Verdana" panose="020B0604030504040204" pitchFamily="34" charset="0"/>
            </a:endParaRPr>
          </a:p>
        </p:txBody>
      </p:sp>
      <p:sp>
        <p:nvSpPr>
          <p:cNvPr id="15" name="Elipse 7">
            <a:extLst>
              <a:ext uri="{FF2B5EF4-FFF2-40B4-BE49-F238E27FC236}">
                <a16:creationId xmlns:a16="http://schemas.microsoft.com/office/drawing/2014/main" id="{8F5A0A86-6E2E-EAE2-7F66-F8E519CD91B5}"/>
              </a:ext>
            </a:extLst>
          </p:cNvPr>
          <p:cNvSpPr/>
          <p:nvPr/>
        </p:nvSpPr>
        <p:spPr>
          <a:xfrm>
            <a:off x="6470237" y="2168349"/>
            <a:ext cx="1415845" cy="1415845"/>
          </a:xfrm>
          <a:prstGeom prst="ellipse">
            <a:avLst/>
          </a:prstGeom>
          <a:solidFill>
            <a:schemeClr val="accent1"/>
          </a:solidFill>
          <a:effectLst/>
        </p:spPr>
        <p:txBody>
          <a:bodyPr lIns="216000" rIns="89988" bIns="180000" anchor="b"/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u="none" strike="noStrike" kern="1200" cap="none" spc="0" normalizeH="0" baseline="0" noProof="0" dirty="0" err="1">
              <a:ln>
                <a:noFill/>
              </a:ln>
              <a:effectLst/>
              <a:uLnTx/>
              <a:uFillTx/>
              <a:latin typeface="Arial"/>
              <a:ea typeface="Verdana" panose="020B0604030504040204" pitchFamily="34" charset="0"/>
              <a:cs typeface="Arial" panose="020B0604020202020204" pitchFamily="34" charset="0"/>
              <a:sym typeface="Verdana" panose="020B0604030504040204" pitchFamily="34" charset="0"/>
            </a:endParaRPr>
          </a:p>
        </p:txBody>
      </p:sp>
      <p:sp>
        <p:nvSpPr>
          <p:cNvPr id="16" name="Elipse 8">
            <a:extLst>
              <a:ext uri="{FF2B5EF4-FFF2-40B4-BE49-F238E27FC236}">
                <a16:creationId xmlns:a16="http://schemas.microsoft.com/office/drawing/2014/main" id="{52CB3873-4F9A-9E11-5B36-2697AFB88547}"/>
              </a:ext>
            </a:extLst>
          </p:cNvPr>
          <p:cNvSpPr/>
          <p:nvPr/>
        </p:nvSpPr>
        <p:spPr>
          <a:xfrm>
            <a:off x="4305919" y="4332669"/>
            <a:ext cx="1415845" cy="1415845"/>
          </a:xfrm>
          <a:prstGeom prst="ellipse">
            <a:avLst/>
          </a:prstGeom>
          <a:solidFill>
            <a:schemeClr val="accent1"/>
          </a:solidFill>
          <a:effectLst/>
        </p:spPr>
        <p:txBody>
          <a:bodyPr lIns="216000" rIns="89988" bIns="180000" anchor="b"/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u="none" strike="noStrike" kern="1200" cap="none" spc="0" normalizeH="0" baseline="0" noProof="0" dirty="0" err="1">
              <a:ln>
                <a:noFill/>
              </a:ln>
              <a:effectLst/>
              <a:uLnTx/>
              <a:uFillTx/>
              <a:latin typeface="Arial"/>
              <a:ea typeface="Verdana" panose="020B0604030504040204" pitchFamily="34" charset="0"/>
              <a:cs typeface="Arial" panose="020B0604020202020204" pitchFamily="34" charset="0"/>
              <a:sym typeface="Verdana" panose="020B0604030504040204" pitchFamily="34" charset="0"/>
            </a:endParaRPr>
          </a:p>
        </p:txBody>
      </p:sp>
      <p:sp>
        <p:nvSpPr>
          <p:cNvPr id="20" name="Elipse 9">
            <a:extLst>
              <a:ext uri="{FF2B5EF4-FFF2-40B4-BE49-F238E27FC236}">
                <a16:creationId xmlns:a16="http://schemas.microsoft.com/office/drawing/2014/main" id="{E0EED9CC-BC30-25D5-20E6-6B9944D87DC4}"/>
              </a:ext>
            </a:extLst>
          </p:cNvPr>
          <p:cNvSpPr/>
          <p:nvPr/>
        </p:nvSpPr>
        <p:spPr>
          <a:xfrm>
            <a:off x="6470237" y="4292118"/>
            <a:ext cx="1415845" cy="1415845"/>
          </a:xfrm>
          <a:prstGeom prst="ellipse">
            <a:avLst/>
          </a:prstGeom>
          <a:solidFill>
            <a:schemeClr val="accent1"/>
          </a:solidFill>
          <a:effectLst/>
        </p:spPr>
        <p:txBody>
          <a:bodyPr lIns="216000" rIns="89988" bIns="180000" anchor="b"/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u="none" strike="noStrike" kern="1200" cap="none" spc="0" normalizeH="0" baseline="0" noProof="0" dirty="0" err="1">
              <a:ln>
                <a:noFill/>
              </a:ln>
              <a:effectLst/>
              <a:uLnTx/>
              <a:uFillTx/>
              <a:latin typeface="Arial"/>
              <a:ea typeface="Verdana" panose="020B0604030504040204" pitchFamily="34" charset="0"/>
              <a:cs typeface="Arial" panose="020B0604020202020204" pitchFamily="34" charset="0"/>
              <a:sym typeface="Verdana" panose="020B0604030504040204" pitchFamily="34" charset="0"/>
            </a:endParaRPr>
          </a:p>
        </p:txBody>
      </p:sp>
      <p:sp>
        <p:nvSpPr>
          <p:cNvPr id="52" name="TextBox 24">
            <a:extLst>
              <a:ext uri="{FF2B5EF4-FFF2-40B4-BE49-F238E27FC236}">
                <a16:creationId xmlns:a16="http://schemas.microsoft.com/office/drawing/2014/main" id="{76CB567C-2511-C147-4A34-F8245C75A9F8}"/>
              </a:ext>
            </a:extLst>
          </p:cNvPr>
          <p:cNvSpPr txBox="1"/>
          <p:nvPr/>
        </p:nvSpPr>
        <p:spPr>
          <a:xfrm>
            <a:off x="8118101" y="2279981"/>
            <a:ext cx="2679489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Step 2</a:t>
            </a:r>
          </a:p>
        </p:txBody>
      </p:sp>
      <p:sp>
        <p:nvSpPr>
          <p:cNvPr id="53" name="TextBox 25">
            <a:extLst>
              <a:ext uri="{FF2B5EF4-FFF2-40B4-BE49-F238E27FC236}">
                <a16:creationId xmlns:a16="http://schemas.microsoft.com/office/drawing/2014/main" id="{7A446B8E-AD09-9046-8E69-BAB25A2FB2DF}"/>
              </a:ext>
            </a:extLst>
          </p:cNvPr>
          <p:cNvSpPr txBox="1"/>
          <p:nvPr/>
        </p:nvSpPr>
        <p:spPr>
          <a:xfrm>
            <a:off x="8118101" y="2699700"/>
            <a:ext cx="2679490" cy="49244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/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[Insert text description with main activity/purpose of step]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Box 24">
            <a:extLst>
              <a:ext uri="{FF2B5EF4-FFF2-40B4-BE49-F238E27FC236}">
                <a16:creationId xmlns:a16="http://schemas.microsoft.com/office/drawing/2014/main" id="{E08952FC-60C4-4953-BAEE-B349A70B1920}"/>
              </a:ext>
            </a:extLst>
          </p:cNvPr>
          <p:cNvSpPr txBox="1"/>
          <p:nvPr/>
        </p:nvSpPr>
        <p:spPr>
          <a:xfrm>
            <a:off x="8118101" y="4301892"/>
            <a:ext cx="2679489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Step 3</a:t>
            </a:r>
          </a:p>
        </p:txBody>
      </p:sp>
      <p:sp>
        <p:nvSpPr>
          <p:cNvPr id="51" name="TextBox 25">
            <a:extLst>
              <a:ext uri="{FF2B5EF4-FFF2-40B4-BE49-F238E27FC236}">
                <a16:creationId xmlns:a16="http://schemas.microsoft.com/office/drawing/2014/main" id="{B0CCC6D6-0842-B730-D876-E902FCEE935A}"/>
              </a:ext>
            </a:extLst>
          </p:cNvPr>
          <p:cNvSpPr txBox="1"/>
          <p:nvPr/>
        </p:nvSpPr>
        <p:spPr>
          <a:xfrm>
            <a:off x="8118101" y="4721611"/>
            <a:ext cx="2679490" cy="49244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/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[Insert text description with main activity/purpose of step]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Box 24">
            <a:extLst>
              <a:ext uri="{FF2B5EF4-FFF2-40B4-BE49-F238E27FC236}">
                <a16:creationId xmlns:a16="http://schemas.microsoft.com/office/drawing/2014/main" id="{BB962879-78D2-C3B5-3499-A44CD3890235}"/>
              </a:ext>
            </a:extLst>
          </p:cNvPr>
          <p:cNvSpPr txBox="1"/>
          <p:nvPr/>
        </p:nvSpPr>
        <p:spPr>
          <a:xfrm>
            <a:off x="1394410" y="4301892"/>
            <a:ext cx="2679489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Step 4</a:t>
            </a:r>
          </a:p>
        </p:txBody>
      </p:sp>
      <p:sp>
        <p:nvSpPr>
          <p:cNvPr id="49" name="TextBox 25">
            <a:extLst>
              <a:ext uri="{FF2B5EF4-FFF2-40B4-BE49-F238E27FC236}">
                <a16:creationId xmlns:a16="http://schemas.microsoft.com/office/drawing/2014/main" id="{A9D82F92-E8A3-8B35-AB3A-3C11916B30B9}"/>
              </a:ext>
            </a:extLst>
          </p:cNvPr>
          <p:cNvSpPr txBox="1"/>
          <p:nvPr/>
        </p:nvSpPr>
        <p:spPr>
          <a:xfrm>
            <a:off x="1394410" y="4721611"/>
            <a:ext cx="2679490" cy="49244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r">
              <a:spcBef>
                <a:spcPts val="400"/>
              </a:spcBef>
              <a:spcAft>
                <a:spcPts val="400"/>
              </a:spcAft>
              <a:defRPr/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[Insert text description with main activity/purpose of step]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Box 24">
            <a:extLst>
              <a:ext uri="{FF2B5EF4-FFF2-40B4-BE49-F238E27FC236}">
                <a16:creationId xmlns:a16="http://schemas.microsoft.com/office/drawing/2014/main" id="{F7496DC5-747A-4353-1A93-E937D6A7987A}"/>
              </a:ext>
            </a:extLst>
          </p:cNvPr>
          <p:cNvSpPr txBox="1"/>
          <p:nvPr/>
        </p:nvSpPr>
        <p:spPr>
          <a:xfrm>
            <a:off x="1394410" y="2279981"/>
            <a:ext cx="2679489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Step 1</a:t>
            </a:r>
          </a:p>
        </p:txBody>
      </p:sp>
      <p:sp>
        <p:nvSpPr>
          <p:cNvPr id="47" name="TextBox 25">
            <a:extLst>
              <a:ext uri="{FF2B5EF4-FFF2-40B4-BE49-F238E27FC236}">
                <a16:creationId xmlns:a16="http://schemas.microsoft.com/office/drawing/2014/main" id="{FD21897F-79AE-47B0-0DAF-03306DC20210}"/>
              </a:ext>
            </a:extLst>
          </p:cNvPr>
          <p:cNvSpPr txBox="1"/>
          <p:nvPr/>
        </p:nvSpPr>
        <p:spPr>
          <a:xfrm>
            <a:off x="1394410" y="2699700"/>
            <a:ext cx="2679490" cy="49244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r">
              <a:spcBef>
                <a:spcPts val="400"/>
              </a:spcBef>
              <a:spcAft>
                <a:spcPts val="400"/>
              </a:spcAft>
              <a:defRPr/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[Insert text description with main activity/purpose of step]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7" name="Grupo 42">
            <a:extLst>
              <a:ext uri="{FF2B5EF4-FFF2-40B4-BE49-F238E27FC236}">
                <a16:creationId xmlns:a16="http://schemas.microsoft.com/office/drawing/2014/main" id="{C730F434-7FF0-FA24-70E4-9C32537CEFE5}"/>
              </a:ext>
            </a:extLst>
          </p:cNvPr>
          <p:cNvGrpSpPr/>
          <p:nvPr/>
        </p:nvGrpSpPr>
        <p:grpSpPr>
          <a:xfrm>
            <a:off x="5949309" y="2405782"/>
            <a:ext cx="293384" cy="346931"/>
            <a:chOff x="3657318" y="2960019"/>
            <a:chExt cx="428407" cy="506598"/>
          </a:xfrm>
        </p:grpSpPr>
        <p:grpSp>
          <p:nvGrpSpPr>
            <p:cNvPr id="58" name="Grupo 43">
              <a:extLst>
                <a:ext uri="{FF2B5EF4-FFF2-40B4-BE49-F238E27FC236}">
                  <a16:creationId xmlns:a16="http://schemas.microsoft.com/office/drawing/2014/main" id="{9B84B92B-BD0F-0327-BE11-312B700B66E3}"/>
                </a:ext>
              </a:extLst>
            </p:cNvPr>
            <p:cNvGrpSpPr/>
            <p:nvPr/>
          </p:nvGrpSpPr>
          <p:grpSpPr>
            <a:xfrm>
              <a:off x="3828604" y="2960019"/>
              <a:ext cx="257121" cy="506598"/>
              <a:chOff x="2468880" y="3319199"/>
              <a:chExt cx="257121" cy="506598"/>
            </a:xfrm>
          </p:grpSpPr>
          <p:cxnSp>
            <p:nvCxnSpPr>
              <p:cNvPr id="60" name="Conector recto 45">
                <a:extLst>
                  <a:ext uri="{FF2B5EF4-FFF2-40B4-BE49-F238E27FC236}">
                    <a16:creationId xmlns:a16="http://schemas.microsoft.com/office/drawing/2014/main" id="{33D487BF-7B88-B898-BEBB-EBC239383391}"/>
                  </a:ext>
                </a:extLst>
              </p:cNvPr>
              <p:cNvCxnSpPr/>
              <p:nvPr/>
            </p:nvCxnSpPr>
            <p:spPr>
              <a:xfrm>
                <a:off x="2468880" y="3319199"/>
                <a:ext cx="257121" cy="257121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Conector recto 46">
                <a:extLst>
                  <a:ext uri="{FF2B5EF4-FFF2-40B4-BE49-F238E27FC236}">
                    <a16:creationId xmlns:a16="http://schemas.microsoft.com/office/drawing/2014/main" id="{F749E3E3-E63E-F70A-4D49-6C9996E2466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68880" y="3568676"/>
                <a:ext cx="257121" cy="257121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9" name="Conector recto 44">
              <a:extLst>
                <a:ext uri="{FF2B5EF4-FFF2-40B4-BE49-F238E27FC236}">
                  <a16:creationId xmlns:a16="http://schemas.microsoft.com/office/drawing/2014/main" id="{F73F7161-CC90-BEFE-60FE-E7D847C6BC28}"/>
                </a:ext>
              </a:extLst>
            </p:cNvPr>
            <p:cNvCxnSpPr>
              <a:cxnSpLocks/>
            </p:cNvCxnSpPr>
            <p:nvPr/>
          </p:nvCxnSpPr>
          <p:spPr>
            <a:xfrm>
              <a:off x="3657318" y="3213306"/>
              <a:ext cx="414810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Grupo 42">
            <a:extLst>
              <a:ext uri="{FF2B5EF4-FFF2-40B4-BE49-F238E27FC236}">
                <a16:creationId xmlns:a16="http://schemas.microsoft.com/office/drawing/2014/main" id="{284FC6F3-766E-F67C-869D-18DAEADE5F0D}"/>
              </a:ext>
            </a:extLst>
          </p:cNvPr>
          <p:cNvGrpSpPr/>
          <p:nvPr/>
        </p:nvGrpSpPr>
        <p:grpSpPr>
          <a:xfrm rot="5400000">
            <a:off x="7456619" y="3764690"/>
            <a:ext cx="293384" cy="346931"/>
            <a:chOff x="3657318" y="2960019"/>
            <a:chExt cx="428407" cy="506598"/>
          </a:xfrm>
        </p:grpSpPr>
        <p:grpSp>
          <p:nvGrpSpPr>
            <p:cNvPr id="63" name="Grupo 43">
              <a:extLst>
                <a:ext uri="{FF2B5EF4-FFF2-40B4-BE49-F238E27FC236}">
                  <a16:creationId xmlns:a16="http://schemas.microsoft.com/office/drawing/2014/main" id="{8F02F2AC-3093-4E80-6851-FD00EA5B5570}"/>
                </a:ext>
              </a:extLst>
            </p:cNvPr>
            <p:cNvGrpSpPr/>
            <p:nvPr/>
          </p:nvGrpSpPr>
          <p:grpSpPr>
            <a:xfrm>
              <a:off x="3828604" y="2960019"/>
              <a:ext cx="257121" cy="506598"/>
              <a:chOff x="2468880" y="3319199"/>
              <a:chExt cx="257121" cy="506598"/>
            </a:xfrm>
          </p:grpSpPr>
          <p:cxnSp>
            <p:nvCxnSpPr>
              <p:cNvPr id="321" name="Conector recto 45">
                <a:extLst>
                  <a:ext uri="{FF2B5EF4-FFF2-40B4-BE49-F238E27FC236}">
                    <a16:creationId xmlns:a16="http://schemas.microsoft.com/office/drawing/2014/main" id="{51939EA7-9A3E-3718-7013-CE447EDB5628}"/>
                  </a:ext>
                </a:extLst>
              </p:cNvPr>
              <p:cNvCxnSpPr/>
              <p:nvPr/>
            </p:nvCxnSpPr>
            <p:spPr>
              <a:xfrm>
                <a:off x="2468880" y="3319199"/>
                <a:ext cx="257121" cy="257121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2" name="Conector recto 46">
                <a:extLst>
                  <a:ext uri="{FF2B5EF4-FFF2-40B4-BE49-F238E27FC236}">
                    <a16:creationId xmlns:a16="http://schemas.microsoft.com/office/drawing/2014/main" id="{0F9F35E6-A4BF-9285-CBBE-202442F872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68880" y="3568676"/>
                <a:ext cx="257121" cy="257121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20" name="Conector recto 44">
              <a:extLst>
                <a:ext uri="{FF2B5EF4-FFF2-40B4-BE49-F238E27FC236}">
                  <a16:creationId xmlns:a16="http://schemas.microsoft.com/office/drawing/2014/main" id="{187C40EC-118E-03B5-DF52-BB44081D240F}"/>
                </a:ext>
              </a:extLst>
            </p:cNvPr>
            <p:cNvCxnSpPr>
              <a:cxnSpLocks/>
            </p:cNvCxnSpPr>
            <p:nvPr/>
          </p:nvCxnSpPr>
          <p:spPr>
            <a:xfrm>
              <a:off x="3657318" y="3213306"/>
              <a:ext cx="414810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3" name="Grupo 42">
            <a:extLst>
              <a:ext uri="{FF2B5EF4-FFF2-40B4-BE49-F238E27FC236}">
                <a16:creationId xmlns:a16="http://schemas.microsoft.com/office/drawing/2014/main" id="{E63B0889-D807-8F65-2DFA-3DEF1FA95835}"/>
              </a:ext>
            </a:extLst>
          </p:cNvPr>
          <p:cNvGrpSpPr/>
          <p:nvPr/>
        </p:nvGrpSpPr>
        <p:grpSpPr>
          <a:xfrm rot="16200000" flipV="1">
            <a:off x="4513189" y="3784966"/>
            <a:ext cx="293384" cy="346931"/>
            <a:chOff x="3657318" y="2960019"/>
            <a:chExt cx="428407" cy="506598"/>
          </a:xfrm>
        </p:grpSpPr>
        <p:grpSp>
          <p:nvGrpSpPr>
            <p:cNvPr id="324" name="Grupo 43">
              <a:extLst>
                <a:ext uri="{FF2B5EF4-FFF2-40B4-BE49-F238E27FC236}">
                  <a16:creationId xmlns:a16="http://schemas.microsoft.com/office/drawing/2014/main" id="{06B15F4A-3561-B71F-7903-589353434046}"/>
                </a:ext>
              </a:extLst>
            </p:cNvPr>
            <p:cNvGrpSpPr/>
            <p:nvPr/>
          </p:nvGrpSpPr>
          <p:grpSpPr>
            <a:xfrm>
              <a:off x="3828604" y="2960019"/>
              <a:ext cx="257121" cy="506598"/>
              <a:chOff x="2468880" y="3319199"/>
              <a:chExt cx="257121" cy="506598"/>
            </a:xfrm>
          </p:grpSpPr>
          <p:cxnSp>
            <p:nvCxnSpPr>
              <p:cNvPr id="326" name="Conector recto 45">
                <a:extLst>
                  <a:ext uri="{FF2B5EF4-FFF2-40B4-BE49-F238E27FC236}">
                    <a16:creationId xmlns:a16="http://schemas.microsoft.com/office/drawing/2014/main" id="{64095E21-AC52-0797-DEA3-8AED6613F450}"/>
                  </a:ext>
                </a:extLst>
              </p:cNvPr>
              <p:cNvCxnSpPr/>
              <p:nvPr/>
            </p:nvCxnSpPr>
            <p:spPr>
              <a:xfrm>
                <a:off x="2468880" y="3319199"/>
                <a:ext cx="257121" cy="257121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" name="Conector recto 46">
                <a:extLst>
                  <a:ext uri="{FF2B5EF4-FFF2-40B4-BE49-F238E27FC236}">
                    <a16:creationId xmlns:a16="http://schemas.microsoft.com/office/drawing/2014/main" id="{53DDB7BB-7227-A804-1108-FD3CE656E6A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68880" y="3568676"/>
                <a:ext cx="257121" cy="257121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25" name="Conector recto 44">
              <a:extLst>
                <a:ext uri="{FF2B5EF4-FFF2-40B4-BE49-F238E27FC236}">
                  <a16:creationId xmlns:a16="http://schemas.microsoft.com/office/drawing/2014/main" id="{695DD2D1-8310-3003-D206-2E454EA00DCC}"/>
                </a:ext>
              </a:extLst>
            </p:cNvPr>
            <p:cNvCxnSpPr>
              <a:cxnSpLocks/>
            </p:cNvCxnSpPr>
            <p:nvPr/>
          </p:nvCxnSpPr>
          <p:spPr>
            <a:xfrm>
              <a:off x="3657318" y="3213306"/>
              <a:ext cx="414810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8" name="Grupo 42">
            <a:extLst>
              <a:ext uri="{FF2B5EF4-FFF2-40B4-BE49-F238E27FC236}">
                <a16:creationId xmlns:a16="http://schemas.microsoft.com/office/drawing/2014/main" id="{49D4FCBF-55B4-0AF8-E326-4D505500E93C}"/>
              </a:ext>
            </a:extLst>
          </p:cNvPr>
          <p:cNvGrpSpPr/>
          <p:nvPr/>
        </p:nvGrpSpPr>
        <p:grpSpPr>
          <a:xfrm flipH="1">
            <a:off x="5949309" y="5312992"/>
            <a:ext cx="293384" cy="346931"/>
            <a:chOff x="3657318" y="2960019"/>
            <a:chExt cx="428407" cy="506598"/>
          </a:xfrm>
        </p:grpSpPr>
        <p:grpSp>
          <p:nvGrpSpPr>
            <p:cNvPr id="329" name="Grupo 43">
              <a:extLst>
                <a:ext uri="{FF2B5EF4-FFF2-40B4-BE49-F238E27FC236}">
                  <a16:creationId xmlns:a16="http://schemas.microsoft.com/office/drawing/2014/main" id="{C0B77994-BD7F-7A6D-0D77-262AB8C435BD}"/>
                </a:ext>
              </a:extLst>
            </p:cNvPr>
            <p:cNvGrpSpPr/>
            <p:nvPr/>
          </p:nvGrpSpPr>
          <p:grpSpPr>
            <a:xfrm>
              <a:off x="3828604" y="2960019"/>
              <a:ext cx="257121" cy="506598"/>
              <a:chOff x="2468880" y="3319199"/>
              <a:chExt cx="257121" cy="506598"/>
            </a:xfrm>
          </p:grpSpPr>
          <p:cxnSp>
            <p:nvCxnSpPr>
              <p:cNvPr id="331" name="Conector recto 45">
                <a:extLst>
                  <a:ext uri="{FF2B5EF4-FFF2-40B4-BE49-F238E27FC236}">
                    <a16:creationId xmlns:a16="http://schemas.microsoft.com/office/drawing/2014/main" id="{B4A9E723-445C-4D55-2706-06C2E09ED64C}"/>
                  </a:ext>
                </a:extLst>
              </p:cNvPr>
              <p:cNvCxnSpPr/>
              <p:nvPr/>
            </p:nvCxnSpPr>
            <p:spPr>
              <a:xfrm>
                <a:off x="2468880" y="3319199"/>
                <a:ext cx="257121" cy="257121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2" name="Conector recto 46">
                <a:extLst>
                  <a:ext uri="{FF2B5EF4-FFF2-40B4-BE49-F238E27FC236}">
                    <a16:creationId xmlns:a16="http://schemas.microsoft.com/office/drawing/2014/main" id="{048D7AF4-5755-9C97-CE37-260574CBCB3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68880" y="3568676"/>
                <a:ext cx="257121" cy="257121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30" name="Conector recto 44">
              <a:extLst>
                <a:ext uri="{FF2B5EF4-FFF2-40B4-BE49-F238E27FC236}">
                  <a16:creationId xmlns:a16="http://schemas.microsoft.com/office/drawing/2014/main" id="{B7E09392-5D31-F91B-1067-22CC52833F07}"/>
                </a:ext>
              </a:extLst>
            </p:cNvPr>
            <p:cNvCxnSpPr>
              <a:cxnSpLocks/>
            </p:cNvCxnSpPr>
            <p:nvPr/>
          </p:nvCxnSpPr>
          <p:spPr>
            <a:xfrm>
              <a:off x="3657318" y="3213306"/>
              <a:ext cx="414810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BB4AFB01-09E3-B261-E1E2-92D86A294B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0979" y="2579091"/>
            <a:ext cx="594360" cy="5943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0543258-5C51-B9D9-267B-9C682B86E4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0979" y="4702860"/>
            <a:ext cx="594360" cy="5943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932152B-B360-4519-AF60-A0FC4F4984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6661" y="4702860"/>
            <a:ext cx="594360" cy="5943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54A8C52-C972-E9EF-F68F-6365C0A4C41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6661" y="2579091"/>
            <a:ext cx="594360" cy="594360"/>
          </a:xfrm>
          <a:prstGeom prst="rect">
            <a:avLst/>
          </a:prstGeom>
        </p:spPr>
      </p:pic>
      <p:sp>
        <p:nvSpPr>
          <p:cNvPr id="3" name="Google Shape;507;p14">
            <a:extLst>
              <a:ext uri="{FF2B5EF4-FFF2-40B4-BE49-F238E27FC236}">
                <a16:creationId xmlns:a16="http://schemas.microsoft.com/office/drawing/2014/main" id="{C220A856-9B02-7EAA-519D-AF555E9C9918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Arial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538;p14">
            <a:extLst>
              <a:ext uri="{FF2B5EF4-FFF2-40B4-BE49-F238E27FC236}">
                <a16:creationId xmlns:a16="http://schemas.microsoft.com/office/drawing/2014/main" id="{3D8004C4-ECC1-4E54-8309-F2AA2DB75ED4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Footnote: 1. xx</a:t>
            </a:r>
            <a:endParaRPr sz="900"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39604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78A62-8290-D33D-A9E6-F615FE880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9E4235-67C2-10D6-A673-1A7231FAF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19" name="Freeform: Shape 118">
            <a:extLst>
              <a:ext uri="{FF2B5EF4-FFF2-40B4-BE49-F238E27FC236}">
                <a16:creationId xmlns:a16="http://schemas.microsoft.com/office/drawing/2014/main" id="{4BC09278-8E0C-A73B-A9AC-28504483F0CA}"/>
              </a:ext>
            </a:extLst>
          </p:cNvPr>
          <p:cNvSpPr/>
          <p:nvPr/>
        </p:nvSpPr>
        <p:spPr>
          <a:xfrm flipV="1">
            <a:off x="718915" y="1966529"/>
            <a:ext cx="2087999" cy="1689536"/>
          </a:xfrm>
          <a:custGeom>
            <a:avLst/>
            <a:gdLst>
              <a:gd name="connsiteX0" fmla="*/ 0 w 1450421"/>
              <a:gd name="connsiteY0" fmla="*/ 3672023 h 3672023"/>
              <a:gd name="connsiteX1" fmla="*/ 19894 w 1450421"/>
              <a:gd name="connsiteY1" fmla="*/ 3670296 h 3672023"/>
              <a:gd name="connsiteX2" fmla="*/ 258007 w 1450421"/>
              <a:gd name="connsiteY2" fmla="*/ 3567259 h 3672023"/>
              <a:gd name="connsiteX3" fmla="*/ 1396878 w 1450421"/>
              <a:gd name="connsiteY3" fmla="*/ 3146127 h 3672023"/>
              <a:gd name="connsiteX4" fmla="*/ 1450421 w 1450421"/>
              <a:gd name="connsiteY4" fmla="*/ 3130745 h 3672023"/>
              <a:gd name="connsiteX5" fmla="*/ 1450421 w 1450421"/>
              <a:gd name="connsiteY5" fmla="*/ 548160 h 3672023"/>
              <a:gd name="connsiteX6" fmla="*/ 1396878 w 1450421"/>
              <a:gd name="connsiteY6" fmla="*/ 532777 h 3672023"/>
              <a:gd name="connsiteX7" fmla="*/ 258007 w 1450421"/>
              <a:gd name="connsiteY7" fmla="*/ 111645 h 3672023"/>
              <a:gd name="connsiteX8" fmla="*/ 0 w 1450421"/>
              <a:gd name="connsiteY8" fmla="*/ 0 h 3672023"/>
              <a:gd name="connsiteX9" fmla="*/ 0 w 1450421"/>
              <a:gd name="connsiteY9" fmla="*/ 3672023 h 3672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50421" h="3672023">
                <a:moveTo>
                  <a:pt x="0" y="3672023"/>
                </a:moveTo>
                <a:lnTo>
                  <a:pt x="19894" y="3670296"/>
                </a:lnTo>
                <a:lnTo>
                  <a:pt x="258007" y="3567259"/>
                </a:lnTo>
                <a:cubicBezTo>
                  <a:pt x="603235" y="3419800"/>
                  <a:pt x="964339" y="3275610"/>
                  <a:pt x="1396878" y="3146127"/>
                </a:cubicBezTo>
                <a:lnTo>
                  <a:pt x="1450421" y="3130745"/>
                </a:lnTo>
                <a:lnTo>
                  <a:pt x="1450421" y="548160"/>
                </a:lnTo>
                <a:lnTo>
                  <a:pt x="1396878" y="532777"/>
                </a:lnTo>
                <a:cubicBezTo>
                  <a:pt x="964339" y="403294"/>
                  <a:pt x="603235" y="259104"/>
                  <a:pt x="258007" y="111645"/>
                </a:cubicBezTo>
                <a:lnTo>
                  <a:pt x="0" y="0"/>
                </a:lnTo>
                <a:lnTo>
                  <a:pt x="0" y="3672023"/>
                </a:lnTo>
                <a:close/>
              </a:path>
            </a:pathLst>
          </a:custGeom>
          <a:gradFill flip="none" rotWithShape="1">
            <a:gsLst>
              <a:gs pos="0">
                <a:schemeClr val="accent6"/>
              </a:gs>
              <a:gs pos="100000">
                <a:schemeClr val="accent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20" name="Freeform: Shape 119">
            <a:extLst>
              <a:ext uri="{FF2B5EF4-FFF2-40B4-BE49-F238E27FC236}">
                <a16:creationId xmlns:a16="http://schemas.microsoft.com/office/drawing/2014/main" id="{BF7F67B8-27AA-4F36-C773-1EF00FAED2AE}"/>
              </a:ext>
            </a:extLst>
          </p:cNvPr>
          <p:cNvSpPr/>
          <p:nvPr/>
        </p:nvSpPr>
        <p:spPr>
          <a:xfrm flipV="1">
            <a:off x="5096544" y="2363759"/>
            <a:ext cx="2087999" cy="895077"/>
          </a:xfrm>
          <a:custGeom>
            <a:avLst/>
            <a:gdLst>
              <a:gd name="connsiteX0" fmla="*/ 0 w 1450422"/>
              <a:gd name="connsiteY0" fmla="*/ 1945353 h 1945353"/>
              <a:gd name="connsiteX1" fmla="*/ 269553 w 1450422"/>
              <a:gd name="connsiteY1" fmla="*/ 1910047 h 1945353"/>
              <a:gd name="connsiteX2" fmla="*/ 1187230 w 1450422"/>
              <a:gd name="connsiteY2" fmla="*/ 1818006 h 1945353"/>
              <a:gd name="connsiteX3" fmla="*/ 1450422 w 1450422"/>
              <a:gd name="connsiteY3" fmla="*/ 1797612 h 1945353"/>
              <a:gd name="connsiteX4" fmla="*/ 1450422 w 1450422"/>
              <a:gd name="connsiteY4" fmla="*/ 147741 h 1945353"/>
              <a:gd name="connsiteX5" fmla="*/ 1187230 w 1450422"/>
              <a:gd name="connsiteY5" fmla="*/ 127346 h 1945353"/>
              <a:gd name="connsiteX6" fmla="*/ 269553 w 1450422"/>
              <a:gd name="connsiteY6" fmla="*/ 35305 h 1945353"/>
              <a:gd name="connsiteX7" fmla="*/ 0 w 1450422"/>
              <a:gd name="connsiteY7" fmla="*/ 0 h 1945353"/>
              <a:gd name="connsiteX8" fmla="*/ 0 w 1450422"/>
              <a:gd name="connsiteY8" fmla="*/ 1945353 h 1945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50422" h="1945353">
                <a:moveTo>
                  <a:pt x="0" y="1945353"/>
                </a:moveTo>
                <a:lnTo>
                  <a:pt x="269553" y="1910047"/>
                </a:lnTo>
                <a:cubicBezTo>
                  <a:pt x="555035" y="1875164"/>
                  <a:pt x="862385" y="1844784"/>
                  <a:pt x="1187230" y="1818006"/>
                </a:cubicBezTo>
                <a:lnTo>
                  <a:pt x="1450422" y="1797612"/>
                </a:lnTo>
                <a:lnTo>
                  <a:pt x="1450422" y="147741"/>
                </a:lnTo>
                <a:lnTo>
                  <a:pt x="1187230" y="127346"/>
                </a:lnTo>
                <a:cubicBezTo>
                  <a:pt x="862385" y="100568"/>
                  <a:pt x="555035" y="70188"/>
                  <a:pt x="269553" y="35305"/>
                </a:cubicBezTo>
                <a:lnTo>
                  <a:pt x="0" y="0"/>
                </a:lnTo>
                <a:lnTo>
                  <a:pt x="0" y="1945353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21" name="Freeform: Shape 120">
            <a:extLst>
              <a:ext uri="{FF2B5EF4-FFF2-40B4-BE49-F238E27FC236}">
                <a16:creationId xmlns:a16="http://schemas.microsoft.com/office/drawing/2014/main" id="{4226BCD3-0A92-BEEB-8C90-8EFADAAA3B8F}"/>
              </a:ext>
            </a:extLst>
          </p:cNvPr>
          <p:cNvSpPr/>
          <p:nvPr/>
        </p:nvSpPr>
        <p:spPr>
          <a:xfrm flipV="1">
            <a:off x="2908447" y="2221919"/>
            <a:ext cx="2087999" cy="1178757"/>
          </a:xfrm>
          <a:custGeom>
            <a:avLst/>
            <a:gdLst>
              <a:gd name="connsiteX0" fmla="*/ 0 w 1450422"/>
              <a:gd name="connsiteY0" fmla="*/ 2561900 h 2561900"/>
              <a:gd name="connsiteX1" fmla="*/ 100367 w 1450422"/>
              <a:gd name="connsiteY1" fmla="*/ 2533066 h 2561900"/>
              <a:gd name="connsiteX2" fmla="*/ 1215141 w 1450422"/>
              <a:gd name="connsiteY2" fmla="*/ 2294288 h 2561900"/>
              <a:gd name="connsiteX3" fmla="*/ 1450422 w 1450422"/>
              <a:gd name="connsiteY3" fmla="*/ 2258879 h 2561900"/>
              <a:gd name="connsiteX4" fmla="*/ 1450422 w 1450422"/>
              <a:gd name="connsiteY4" fmla="*/ 303021 h 2561900"/>
              <a:gd name="connsiteX5" fmla="*/ 1215141 w 1450422"/>
              <a:gd name="connsiteY5" fmla="*/ 267612 h 2561900"/>
              <a:gd name="connsiteX6" fmla="*/ 100367 w 1450422"/>
              <a:gd name="connsiteY6" fmla="*/ 28834 h 2561900"/>
              <a:gd name="connsiteX7" fmla="*/ 0 w 1450422"/>
              <a:gd name="connsiteY7" fmla="*/ 0 h 2561900"/>
              <a:gd name="connsiteX8" fmla="*/ 0 w 1450422"/>
              <a:gd name="connsiteY8" fmla="*/ 2561900 h 2561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50422" h="2561900">
                <a:moveTo>
                  <a:pt x="0" y="2561900"/>
                </a:moveTo>
                <a:lnTo>
                  <a:pt x="100367" y="2533066"/>
                </a:lnTo>
                <a:cubicBezTo>
                  <a:pt x="424712" y="2443746"/>
                  <a:pt x="789554" y="2362764"/>
                  <a:pt x="1215141" y="2294288"/>
                </a:cubicBezTo>
                <a:lnTo>
                  <a:pt x="1450422" y="2258879"/>
                </a:lnTo>
                <a:lnTo>
                  <a:pt x="1450422" y="303021"/>
                </a:lnTo>
                <a:lnTo>
                  <a:pt x="1215141" y="267612"/>
                </a:lnTo>
                <a:cubicBezTo>
                  <a:pt x="789554" y="199136"/>
                  <a:pt x="424712" y="118154"/>
                  <a:pt x="100367" y="28834"/>
                </a:cubicBezTo>
                <a:lnTo>
                  <a:pt x="0" y="0"/>
                </a:lnTo>
                <a:lnTo>
                  <a:pt x="0" y="2561900"/>
                </a:lnTo>
                <a:close/>
              </a:path>
            </a:pathLst>
          </a:custGeom>
          <a:gradFill flip="none" rotWithShape="1">
            <a:gsLst>
              <a:gs pos="0">
                <a:schemeClr val="accent5"/>
              </a:gs>
              <a:gs pos="100000">
                <a:schemeClr val="accent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22" name="Freeform: Shape 121">
            <a:extLst>
              <a:ext uri="{FF2B5EF4-FFF2-40B4-BE49-F238E27FC236}">
                <a16:creationId xmlns:a16="http://schemas.microsoft.com/office/drawing/2014/main" id="{BE42533F-D0AA-E7C7-D2DB-F9E8B9D52986}"/>
              </a:ext>
            </a:extLst>
          </p:cNvPr>
          <p:cNvSpPr/>
          <p:nvPr/>
        </p:nvSpPr>
        <p:spPr>
          <a:xfrm flipV="1">
            <a:off x="7281772" y="2433019"/>
            <a:ext cx="2087999" cy="756556"/>
          </a:xfrm>
          <a:custGeom>
            <a:avLst/>
            <a:gdLst>
              <a:gd name="connsiteX0" fmla="*/ 0 w 1450422"/>
              <a:gd name="connsiteY0" fmla="*/ 1644292 h 1644292"/>
              <a:gd name="connsiteX1" fmla="*/ 31322 w 1450422"/>
              <a:gd name="connsiteY1" fmla="*/ 1641865 h 1644292"/>
              <a:gd name="connsiteX2" fmla="*/ 1083123 w 1450422"/>
              <a:gd name="connsiteY2" fmla="*/ 1577438 h 1644292"/>
              <a:gd name="connsiteX3" fmla="*/ 1450422 w 1450422"/>
              <a:gd name="connsiteY3" fmla="*/ 1559438 h 1644292"/>
              <a:gd name="connsiteX4" fmla="*/ 1450422 w 1450422"/>
              <a:gd name="connsiteY4" fmla="*/ 84854 h 1644292"/>
              <a:gd name="connsiteX5" fmla="*/ 1083123 w 1450422"/>
              <a:gd name="connsiteY5" fmla="*/ 66854 h 1644292"/>
              <a:gd name="connsiteX6" fmla="*/ 31322 w 1450422"/>
              <a:gd name="connsiteY6" fmla="*/ 2427 h 1644292"/>
              <a:gd name="connsiteX7" fmla="*/ 0 w 1450422"/>
              <a:gd name="connsiteY7" fmla="*/ 0 h 1644292"/>
              <a:gd name="connsiteX8" fmla="*/ 0 w 1450422"/>
              <a:gd name="connsiteY8" fmla="*/ 1644292 h 1644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50422" h="1644292">
                <a:moveTo>
                  <a:pt x="0" y="1644292"/>
                </a:moveTo>
                <a:lnTo>
                  <a:pt x="31322" y="1641865"/>
                </a:lnTo>
                <a:cubicBezTo>
                  <a:pt x="367344" y="1617388"/>
                  <a:pt x="719402" y="1596213"/>
                  <a:pt x="1083123" y="1577438"/>
                </a:cubicBezTo>
                <a:lnTo>
                  <a:pt x="1450422" y="1559438"/>
                </a:lnTo>
                <a:lnTo>
                  <a:pt x="1450422" y="84854"/>
                </a:lnTo>
                <a:lnTo>
                  <a:pt x="1083123" y="66854"/>
                </a:lnTo>
                <a:cubicBezTo>
                  <a:pt x="719402" y="48080"/>
                  <a:pt x="367344" y="26904"/>
                  <a:pt x="31322" y="2427"/>
                </a:cubicBezTo>
                <a:lnTo>
                  <a:pt x="0" y="0"/>
                </a:lnTo>
                <a:lnTo>
                  <a:pt x="0" y="1644292"/>
                </a:lnTo>
                <a:close/>
              </a:path>
            </a:pathLst>
          </a:custGeom>
          <a:gradFill flip="none" rotWithShape="1">
            <a:gsLst>
              <a:gs pos="0">
                <a:schemeClr val="accent2"/>
              </a:gs>
              <a:gs pos="100000">
                <a:schemeClr val="accent3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23" name="Freeform: Shape 122">
            <a:extLst>
              <a:ext uri="{FF2B5EF4-FFF2-40B4-BE49-F238E27FC236}">
                <a16:creationId xmlns:a16="http://schemas.microsoft.com/office/drawing/2014/main" id="{7B2F3790-01F3-80F7-506A-A328AE74FC65}"/>
              </a:ext>
            </a:extLst>
          </p:cNvPr>
          <p:cNvSpPr/>
          <p:nvPr/>
        </p:nvSpPr>
        <p:spPr>
          <a:xfrm>
            <a:off x="9489976" y="2472797"/>
            <a:ext cx="2122240" cy="677001"/>
          </a:xfrm>
          <a:custGeom>
            <a:avLst/>
            <a:gdLst>
              <a:gd name="connsiteX0" fmla="*/ 0 w 2516691"/>
              <a:gd name="connsiteY0" fmla="*/ 0 h 1471388"/>
              <a:gd name="connsiteX1" fmla="*/ 338399 w 2516691"/>
              <a:gd name="connsiteY1" fmla="*/ 15015 h 1471388"/>
              <a:gd name="connsiteX2" fmla="*/ 1883997 w 2516691"/>
              <a:gd name="connsiteY2" fmla="*/ 71435 h 1471388"/>
              <a:gd name="connsiteX3" fmla="*/ 2302274 w 2516691"/>
              <a:gd name="connsiteY3" fmla="*/ 84704 h 1471388"/>
              <a:gd name="connsiteX4" fmla="*/ 2516691 w 2516691"/>
              <a:gd name="connsiteY4" fmla="*/ 735695 h 1471388"/>
              <a:gd name="connsiteX5" fmla="*/ 2302274 w 2516691"/>
              <a:gd name="connsiteY5" fmla="*/ 1386684 h 1471388"/>
              <a:gd name="connsiteX6" fmla="*/ 1883997 w 2516691"/>
              <a:gd name="connsiteY6" fmla="*/ 1399953 h 1471388"/>
              <a:gd name="connsiteX7" fmla="*/ 338399 w 2516691"/>
              <a:gd name="connsiteY7" fmla="*/ 1456373 h 1471388"/>
              <a:gd name="connsiteX8" fmla="*/ 0 w 2516691"/>
              <a:gd name="connsiteY8" fmla="*/ 1471388 h 1471388"/>
              <a:gd name="connsiteX9" fmla="*/ 0 w 2516691"/>
              <a:gd name="connsiteY9" fmla="*/ 0 h 1471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16691" h="1471388">
                <a:moveTo>
                  <a:pt x="0" y="0"/>
                </a:moveTo>
                <a:lnTo>
                  <a:pt x="338399" y="15015"/>
                </a:lnTo>
                <a:cubicBezTo>
                  <a:pt x="841504" y="36312"/>
                  <a:pt x="1360159" y="54407"/>
                  <a:pt x="1883997" y="71435"/>
                </a:cubicBezTo>
                <a:lnTo>
                  <a:pt x="2302274" y="84704"/>
                </a:lnTo>
                <a:lnTo>
                  <a:pt x="2516691" y="735695"/>
                </a:lnTo>
                <a:lnTo>
                  <a:pt x="2302274" y="1386684"/>
                </a:lnTo>
                <a:lnTo>
                  <a:pt x="1883997" y="1399953"/>
                </a:lnTo>
                <a:cubicBezTo>
                  <a:pt x="1360159" y="1416980"/>
                  <a:pt x="841504" y="1435076"/>
                  <a:pt x="338399" y="1456373"/>
                </a:cubicBezTo>
                <a:lnTo>
                  <a:pt x="0" y="147138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B16F98F5-7E09-41EA-ECA3-60D004D09142}"/>
              </a:ext>
            </a:extLst>
          </p:cNvPr>
          <p:cNvSpPr/>
          <p:nvPr/>
        </p:nvSpPr>
        <p:spPr>
          <a:xfrm>
            <a:off x="667431" y="1371600"/>
            <a:ext cx="2190966" cy="24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279" tIns="35279" rIns="35279" bIns="35279" rtlCol="0" anchor="t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480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Step 1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0075E665-3AA4-BBAF-A39D-6DF2A4B44AAD}"/>
              </a:ext>
            </a:extLst>
          </p:cNvPr>
          <p:cNvSpPr/>
          <p:nvPr/>
        </p:nvSpPr>
        <p:spPr>
          <a:xfrm>
            <a:off x="2856963" y="1371600"/>
            <a:ext cx="2190966" cy="24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279" tIns="35279" rIns="35279" bIns="35279" rtlCol="0" anchor="t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480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Step 2</a:t>
            </a:r>
          </a:p>
          <a:p>
            <a:pPr marL="0" marR="0" lvl="0" indent="0" algn="ctr" defTabSz="4480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Arial" panose="020B0604020202020204" pitchFamily="34" charset="0"/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F8AE5BF7-879B-E35A-EB27-51A9C9DD3F1A}"/>
              </a:ext>
            </a:extLst>
          </p:cNvPr>
          <p:cNvSpPr/>
          <p:nvPr/>
        </p:nvSpPr>
        <p:spPr>
          <a:xfrm>
            <a:off x="5045060" y="1371600"/>
            <a:ext cx="2190966" cy="24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279" tIns="35279" rIns="35279" bIns="35279" rtlCol="0" anchor="t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480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Step</a:t>
            </a:r>
            <a:r>
              <a:rPr kumimoji="0" lang="de-CH" sz="105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 3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C2C06D95-5E18-A33D-D806-5BA5FF522654}"/>
              </a:ext>
            </a:extLst>
          </p:cNvPr>
          <p:cNvSpPr/>
          <p:nvPr/>
        </p:nvSpPr>
        <p:spPr>
          <a:xfrm>
            <a:off x="7230288" y="1371600"/>
            <a:ext cx="2190966" cy="24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279" tIns="35279" rIns="35279" bIns="35279" rtlCol="0" anchor="t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480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Step</a:t>
            </a:r>
            <a:r>
              <a:rPr kumimoji="0" lang="de-CH" sz="105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 4</a:t>
            </a:r>
          </a:p>
          <a:p>
            <a:pPr marL="0" marR="0" lvl="0" indent="0" algn="ctr" defTabSz="4480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05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0" marR="0" lvl="0" indent="0" algn="ctr" defTabSz="4480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CH" sz="105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Arial" panose="020B0604020202020204" pitchFamily="34" charset="0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DB9926DC-87A0-BD8B-5741-86C44170C709}"/>
              </a:ext>
            </a:extLst>
          </p:cNvPr>
          <p:cNvSpPr/>
          <p:nvPr/>
        </p:nvSpPr>
        <p:spPr>
          <a:xfrm>
            <a:off x="9421252" y="1371600"/>
            <a:ext cx="2190966" cy="24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279" tIns="35279" rIns="35279" bIns="35279" rtlCol="0" anchor="t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480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Step</a:t>
            </a:r>
            <a:r>
              <a:rPr kumimoji="0" lang="de-CH" sz="105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 5 </a:t>
            </a:r>
          </a:p>
          <a:p>
            <a:pPr marL="0" marR="0" lvl="0" indent="0" algn="ctr" defTabSz="4480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CH" sz="105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914992D1-EFFD-E445-3F2F-2E383AC485CB}"/>
              </a:ext>
            </a:extLst>
          </p:cNvPr>
          <p:cNvCxnSpPr>
            <a:cxnSpLocks/>
          </p:cNvCxnSpPr>
          <p:nvPr/>
        </p:nvCxnSpPr>
        <p:spPr>
          <a:xfrm>
            <a:off x="668868" y="1371600"/>
            <a:ext cx="0" cy="248400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6F2ADB5E-52E3-F0B7-EFD0-009A518DD3FC}"/>
              </a:ext>
            </a:extLst>
          </p:cNvPr>
          <p:cNvCxnSpPr>
            <a:cxnSpLocks/>
          </p:cNvCxnSpPr>
          <p:nvPr/>
        </p:nvCxnSpPr>
        <p:spPr>
          <a:xfrm>
            <a:off x="2856963" y="1371600"/>
            <a:ext cx="0" cy="248400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471F2633-7245-AB0C-748E-6C378F615C60}"/>
              </a:ext>
            </a:extLst>
          </p:cNvPr>
          <p:cNvCxnSpPr>
            <a:cxnSpLocks/>
          </p:cNvCxnSpPr>
          <p:nvPr/>
        </p:nvCxnSpPr>
        <p:spPr>
          <a:xfrm>
            <a:off x="5045060" y="1371600"/>
            <a:ext cx="0" cy="248400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7875CED1-4FAF-76BF-7CA8-33B4A6A86828}"/>
              </a:ext>
            </a:extLst>
          </p:cNvPr>
          <p:cNvCxnSpPr>
            <a:cxnSpLocks/>
          </p:cNvCxnSpPr>
          <p:nvPr/>
        </p:nvCxnSpPr>
        <p:spPr>
          <a:xfrm>
            <a:off x="7233156" y="1371600"/>
            <a:ext cx="0" cy="248400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522AF874-F2F4-9890-6B14-1052A9D45751}"/>
              </a:ext>
            </a:extLst>
          </p:cNvPr>
          <p:cNvCxnSpPr>
            <a:cxnSpLocks/>
          </p:cNvCxnSpPr>
          <p:nvPr/>
        </p:nvCxnSpPr>
        <p:spPr>
          <a:xfrm>
            <a:off x="9421252" y="1371600"/>
            <a:ext cx="0" cy="248400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889811D2-6805-910D-C55E-B3B1A9C16F73}"/>
              </a:ext>
            </a:extLst>
          </p:cNvPr>
          <p:cNvCxnSpPr>
            <a:cxnSpLocks/>
          </p:cNvCxnSpPr>
          <p:nvPr/>
        </p:nvCxnSpPr>
        <p:spPr>
          <a:xfrm>
            <a:off x="11612218" y="1371600"/>
            <a:ext cx="0" cy="248400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>
            <a:extLst>
              <a:ext uri="{FF2B5EF4-FFF2-40B4-BE49-F238E27FC236}">
                <a16:creationId xmlns:a16="http://schemas.microsoft.com/office/drawing/2014/main" id="{1F9C4406-A8F6-7BCC-33DF-3C3A84FE2344}"/>
              </a:ext>
            </a:extLst>
          </p:cNvPr>
          <p:cNvSpPr txBox="1">
            <a:spLocks/>
          </p:cNvSpPr>
          <p:nvPr/>
        </p:nvSpPr>
        <p:spPr>
          <a:xfrm rot="16200000">
            <a:off x="-741936" y="2494536"/>
            <a:ext cx="2484000" cy="2381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Title</a:t>
            </a:r>
          </a:p>
        </p:txBody>
      </p:sp>
      <p:sp>
        <p:nvSpPr>
          <p:cNvPr id="136" name="Rectangle: Single Corner Rounded 135">
            <a:extLst>
              <a:ext uri="{FF2B5EF4-FFF2-40B4-BE49-F238E27FC236}">
                <a16:creationId xmlns:a16="http://schemas.microsoft.com/office/drawing/2014/main" id="{E48FC3C0-4F3D-81C2-0A3C-E80B5E3477D5}"/>
              </a:ext>
            </a:extLst>
          </p:cNvPr>
          <p:cNvSpPr/>
          <p:nvPr/>
        </p:nvSpPr>
        <p:spPr>
          <a:xfrm>
            <a:off x="718915" y="4114531"/>
            <a:ext cx="2087999" cy="2115964"/>
          </a:xfrm>
          <a:prstGeom prst="round1Rect">
            <a:avLst>
              <a:gd name="adj" fmla="val 0"/>
            </a:avLst>
          </a:prstGeom>
          <a:solidFill>
            <a:srgbClr val="FDF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Title</a:t>
            </a:r>
          </a:p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Lorem ipsum dolor sit amet, consectetuer adipiscing elit. Aenean commodo ligula eget dolor. </a:t>
            </a:r>
          </a:p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Lorem ipsum dolor sit amet, consectetuer adipiscing elit. Aenean commodo ligula eget dolor. </a:t>
            </a:r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B0297BBD-37DD-B22D-1023-615322B53112}"/>
              </a:ext>
            </a:extLst>
          </p:cNvPr>
          <p:cNvCxnSpPr>
            <a:cxnSpLocks/>
          </p:cNvCxnSpPr>
          <p:nvPr/>
        </p:nvCxnSpPr>
        <p:spPr>
          <a:xfrm rot="5400000">
            <a:off x="1762915" y="3070532"/>
            <a:ext cx="0" cy="2087999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EA474946-DCFB-22EE-6B2D-BE33988713BF}"/>
              </a:ext>
            </a:extLst>
          </p:cNvPr>
          <p:cNvCxnSpPr>
            <a:cxnSpLocks/>
          </p:cNvCxnSpPr>
          <p:nvPr/>
        </p:nvCxnSpPr>
        <p:spPr>
          <a:xfrm rot="5400000" flipV="1">
            <a:off x="1578986" y="3926820"/>
            <a:ext cx="367859" cy="575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Rectangle: Single Corner Rounded 138">
            <a:extLst>
              <a:ext uri="{FF2B5EF4-FFF2-40B4-BE49-F238E27FC236}">
                <a16:creationId xmlns:a16="http://schemas.microsoft.com/office/drawing/2014/main" id="{E079C8E5-191C-79CD-5191-8FD2079B8BB9}"/>
              </a:ext>
            </a:extLst>
          </p:cNvPr>
          <p:cNvSpPr/>
          <p:nvPr/>
        </p:nvSpPr>
        <p:spPr>
          <a:xfrm>
            <a:off x="2909878" y="4114531"/>
            <a:ext cx="2087999" cy="2115964"/>
          </a:xfrm>
          <a:prstGeom prst="round1Rect">
            <a:avLst>
              <a:gd name="adj" fmla="val 0"/>
            </a:avLst>
          </a:prstGeom>
          <a:solidFill>
            <a:srgbClr val="FDF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Title</a:t>
            </a:r>
          </a:p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Lorem ipsum dolor sit amet, consectetuer adipiscing elit. Aenean commodo ligula eget dolor. </a:t>
            </a:r>
          </a:p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Lorem ipsum dolor sit amet, consectetuer adipiscing elit. Aenean commodo ligula eget dolor. </a:t>
            </a:r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D0BD9B00-E12E-EA45-0C32-6CF150C9F8E3}"/>
              </a:ext>
            </a:extLst>
          </p:cNvPr>
          <p:cNvCxnSpPr>
            <a:cxnSpLocks/>
          </p:cNvCxnSpPr>
          <p:nvPr/>
        </p:nvCxnSpPr>
        <p:spPr>
          <a:xfrm rot="5400000">
            <a:off x="3953878" y="3070532"/>
            <a:ext cx="0" cy="2087999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8C4916FE-20DF-B6CC-EC74-37BE227F37E0}"/>
              </a:ext>
            </a:extLst>
          </p:cNvPr>
          <p:cNvCxnSpPr>
            <a:cxnSpLocks/>
          </p:cNvCxnSpPr>
          <p:nvPr/>
        </p:nvCxnSpPr>
        <p:spPr>
          <a:xfrm rot="5400000" flipV="1">
            <a:off x="3769949" y="3926820"/>
            <a:ext cx="367859" cy="575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Rectangle: Single Corner Rounded 141">
            <a:extLst>
              <a:ext uri="{FF2B5EF4-FFF2-40B4-BE49-F238E27FC236}">
                <a16:creationId xmlns:a16="http://schemas.microsoft.com/office/drawing/2014/main" id="{92BDA20B-B04F-EEAD-F52E-EAA4A764455F}"/>
              </a:ext>
            </a:extLst>
          </p:cNvPr>
          <p:cNvSpPr/>
          <p:nvPr/>
        </p:nvSpPr>
        <p:spPr>
          <a:xfrm>
            <a:off x="5100841" y="4114531"/>
            <a:ext cx="2087999" cy="2115964"/>
          </a:xfrm>
          <a:prstGeom prst="round1Rect">
            <a:avLst>
              <a:gd name="adj" fmla="val 0"/>
            </a:avLst>
          </a:prstGeom>
          <a:solidFill>
            <a:srgbClr val="FDF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Title</a:t>
            </a:r>
          </a:p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Lorem ipsum dolor sit amet, consectetuer adipiscing elit. Aenean commodo ligula eget dolor. </a:t>
            </a:r>
          </a:p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Lorem ipsum dolor sit amet, consectetuer adipiscing elit. Aenean commodo ligula eget dolor. </a:t>
            </a:r>
          </a:p>
        </p:txBody>
      </p: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8B82D27B-1C76-3F9E-BF20-AFC90DE78941}"/>
              </a:ext>
            </a:extLst>
          </p:cNvPr>
          <p:cNvCxnSpPr>
            <a:cxnSpLocks/>
          </p:cNvCxnSpPr>
          <p:nvPr/>
        </p:nvCxnSpPr>
        <p:spPr>
          <a:xfrm rot="5400000">
            <a:off x="6144841" y="3070532"/>
            <a:ext cx="0" cy="2087999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720C2990-BB50-BAC6-21F9-65A440F15CC9}"/>
              </a:ext>
            </a:extLst>
          </p:cNvPr>
          <p:cNvCxnSpPr>
            <a:cxnSpLocks/>
          </p:cNvCxnSpPr>
          <p:nvPr/>
        </p:nvCxnSpPr>
        <p:spPr>
          <a:xfrm rot="5400000" flipV="1">
            <a:off x="5960912" y="3926820"/>
            <a:ext cx="367859" cy="575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Rectangle: Single Corner Rounded 144">
            <a:extLst>
              <a:ext uri="{FF2B5EF4-FFF2-40B4-BE49-F238E27FC236}">
                <a16:creationId xmlns:a16="http://schemas.microsoft.com/office/drawing/2014/main" id="{56CF6F67-FC77-B4BD-2514-193D4AA06B68}"/>
              </a:ext>
            </a:extLst>
          </p:cNvPr>
          <p:cNvSpPr/>
          <p:nvPr/>
        </p:nvSpPr>
        <p:spPr>
          <a:xfrm>
            <a:off x="7291804" y="4114531"/>
            <a:ext cx="2087999" cy="2115964"/>
          </a:xfrm>
          <a:prstGeom prst="round1Rect">
            <a:avLst>
              <a:gd name="adj" fmla="val 0"/>
            </a:avLst>
          </a:prstGeom>
          <a:solidFill>
            <a:srgbClr val="FDF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Title</a:t>
            </a:r>
          </a:p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Lorem ipsum dolor sit amet, consectetuer adipiscing elit. Aenean commodo ligula eget dolor. </a:t>
            </a:r>
          </a:p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Lorem ipsum dolor sit amet, consectetuer adipiscing elit. Aenean commodo ligula eget dolor. </a:t>
            </a:r>
          </a:p>
        </p:txBody>
      </p: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EDE333B7-C036-9452-0694-6D46813EFD9F}"/>
              </a:ext>
            </a:extLst>
          </p:cNvPr>
          <p:cNvCxnSpPr>
            <a:cxnSpLocks/>
          </p:cNvCxnSpPr>
          <p:nvPr/>
        </p:nvCxnSpPr>
        <p:spPr>
          <a:xfrm rot="5400000">
            <a:off x="8335804" y="3070532"/>
            <a:ext cx="0" cy="2087999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42CDF621-B58F-0C87-D9B1-A4BEE6383F89}"/>
              </a:ext>
            </a:extLst>
          </p:cNvPr>
          <p:cNvCxnSpPr>
            <a:cxnSpLocks/>
          </p:cNvCxnSpPr>
          <p:nvPr/>
        </p:nvCxnSpPr>
        <p:spPr>
          <a:xfrm rot="5400000" flipV="1">
            <a:off x="8151875" y="3926820"/>
            <a:ext cx="367859" cy="575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Rectangle: Single Corner Rounded 147">
            <a:extLst>
              <a:ext uri="{FF2B5EF4-FFF2-40B4-BE49-F238E27FC236}">
                <a16:creationId xmlns:a16="http://schemas.microsoft.com/office/drawing/2014/main" id="{ECB857E7-FE03-208C-B351-11F3B58C1360}"/>
              </a:ext>
            </a:extLst>
          </p:cNvPr>
          <p:cNvSpPr/>
          <p:nvPr/>
        </p:nvSpPr>
        <p:spPr>
          <a:xfrm>
            <a:off x="9482767" y="4114531"/>
            <a:ext cx="2087999" cy="2115964"/>
          </a:xfrm>
          <a:prstGeom prst="round1Rect">
            <a:avLst>
              <a:gd name="adj" fmla="val 0"/>
            </a:avLst>
          </a:prstGeom>
          <a:solidFill>
            <a:srgbClr val="FDF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Title</a:t>
            </a:r>
          </a:p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Lorem ipsum dolor sit amet, consectetuer adipiscing elit. Aenean commodo ligula eget dolor. </a:t>
            </a:r>
          </a:p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Lorem ipsum dolor sit amet, consectetuer adipiscing elit. Aenean commodo ligula eget dolor. </a:t>
            </a:r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D4F8B81B-4E97-96DD-E931-29DC0147193B}"/>
              </a:ext>
            </a:extLst>
          </p:cNvPr>
          <p:cNvCxnSpPr>
            <a:cxnSpLocks/>
          </p:cNvCxnSpPr>
          <p:nvPr/>
        </p:nvCxnSpPr>
        <p:spPr>
          <a:xfrm rot="5400000">
            <a:off x="10526767" y="3070532"/>
            <a:ext cx="0" cy="2087999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4C58B455-2E7A-63A4-78AD-6DA5868C82A5}"/>
              </a:ext>
            </a:extLst>
          </p:cNvPr>
          <p:cNvCxnSpPr>
            <a:cxnSpLocks/>
          </p:cNvCxnSpPr>
          <p:nvPr/>
        </p:nvCxnSpPr>
        <p:spPr>
          <a:xfrm rot="5400000" flipV="1">
            <a:off x="10342838" y="3926820"/>
            <a:ext cx="367859" cy="575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Freeform: Shape 150">
            <a:extLst>
              <a:ext uri="{FF2B5EF4-FFF2-40B4-BE49-F238E27FC236}">
                <a16:creationId xmlns:a16="http://schemas.microsoft.com/office/drawing/2014/main" id="{A70D5528-84D7-598B-A542-003E34DCA13C}"/>
              </a:ext>
            </a:extLst>
          </p:cNvPr>
          <p:cNvSpPr/>
          <p:nvPr/>
        </p:nvSpPr>
        <p:spPr>
          <a:xfrm>
            <a:off x="2019128" y="2781277"/>
            <a:ext cx="1108954" cy="98111"/>
          </a:xfrm>
          <a:custGeom>
            <a:avLst/>
            <a:gdLst>
              <a:gd name="connsiteX0" fmla="*/ 0 w 1108954"/>
              <a:gd name="connsiteY0" fmla="*/ 98111 h 98111"/>
              <a:gd name="connsiteX1" fmla="*/ 466928 w 1108954"/>
              <a:gd name="connsiteY1" fmla="*/ 834 h 98111"/>
              <a:gd name="connsiteX2" fmla="*/ 1108954 w 1108954"/>
              <a:gd name="connsiteY2" fmla="*/ 59200 h 98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08954" h="98111">
                <a:moveTo>
                  <a:pt x="0" y="98111"/>
                </a:moveTo>
                <a:cubicBezTo>
                  <a:pt x="141051" y="52715"/>
                  <a:pt x="282102" y="7319"/>
                  <a:pt x="466928" y="834"/>
                </a:cubicBezTo>
                <a:cubicBezTo>
                  <a:pt x="651754" y="-5651"/>
                  <a:pt x="880354" y="26774"/>
                  <a:pt x="1108954" y="59200"/>
                </a:cubicBezTo>
              </a:path>
            </a:pathLst>
          </a:custGeom>
          <a:noFill/>
          <a:ln w="15875">
            <a:gradFill flip="none" rotWithShape="1">
              <a:gsLst>
                <a:gs pos="0">
                  <a:schemeClr val="accent3"/>
                </a:gs>
                <a:gs pos="34000">
                  <a:schemeClr val="accent2"/>
                </a:gs>
              </a:gsLst>
              <a:lin ang="0" scaled="1"/>
              <a:tileRect/>
            </a:gra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64748C5D-6A2E-5F45-8BB9-CAAA4098A172}"/>
              </a:ext>
            </a:extLst>
          </p:cNvPr>
          <p:cNvGrpSpPr/>
          <p:nvPr/>
        </p:nvGrpSpPr>
        <p:grpSpPr>
          <a:xfrm>
            <a:off x="6160597" y="2213070"/>
            <a:ext cx="360000" cy="360000"/>
            <a:chOff x="5350403" y="2417943"/>
            <a:chExt cx="360000" cy="360000"/>
          </a:xfrm>
        </p:grpSpPr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CEEE2AFF-508F-4623-C0FC-467B5A543BF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50403" y="2417943"/>
              <a:ext cx="360000" cy="36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2921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grpSp>
          <p:nvGrpSpPr>
            <p:cNvPr id="154" name="Group 55">
              <a:extLst>
                <a:ext uri="{FF2B5EF4-FFF2-40B4-BE49-F238E27FC236}">
                  <a16:creationId xmlns:a16="http://schemas.microsoft.com/office/drawing/2014/main" id="{BEAE4B30-5A80-D7BD-54F4-DC966E4A30F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424412" y="2489943"/>
              <a:ext cx="211983" cy="216000"/>
              <a:chOff x="4663" y="647"/>
              <a:chExt cx="422" cy="430"/>
            </a:xfrm>
            <a:solidFill>
              <a:srgbClr val="A100FF"/>
            </a:solidFill>
          </p:grpSpPr>
          <p:sp>
            <p:nvSpPr>
              <p:cNvPr id="155" name="Freeform 56">
                <a:extLst>
                  <a:ext uri="{FF2B5EF4-FFF2-40B4-BE49-F238E27FC236}">
                    <a16:creationId xmlns:a16="http://schemas.microsoft.com/office/drawing/2014/main" id="{7C1E6AB5-3B16-59E4-EAB3-83893453D7C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63" y="647"/>
                <a:ext cx="422" cy="72"/>
              </a:xfrm>
              <a:custGeom>
                <a:avLst/>
                <a:gdLst>
                  <a:gd name="T0" fmla="*/ 270 w 276"/>
                  <a:gd name="T1" fmla="*/ 48 h 48"/>
                  <a:gd name="T2" fmla="*/ 6 w 276"/>
                  <a:gd name="T3" fmla="*/ 48 h 48"/>
                  <a:gd name="T4" fmla="*/ 0 w 276"/>
                  <a:gd name="T5" fmla="*/ 42 h 48"/>
                  <a:gd name="T6" fmla="*/ 0 w 276"/>
                  <a:gd name="T7" fmla="*/ 6 h 48"/>
                  <a:gd name="T8" fmla="*/ 6 w 276"/>
                  <a:gd name="T9" fmla="*/ 0 h 48"/>
                  <a:gd name="T10" fmla="*/ 270 w 276"/>
                  <a:gd name="T11" fmla="*/ 0 h 48"/>
                  <a:gd name="T12" fmla="*/ 276 w 276"/>
                  <a:gd name="T13" fmla="*/ 6 h 48"/>
                  <a:gd name="T14" fmla="*/ 276 w 276"/>
                  <a:gd name="T15" fmla="*/ 42 h 48"/>
                  <a:gd name="T16" fmla="*/ 270 w 276"/>
                  <a:gd name="T17" fmla="*/ 48 h 48"/>
                  <a:gd name="T18" fmla="*/ 12 w 276"/>
                  <a:gd name="T19" fmla="*/ 36 h 48"/>
                  <a:gd name="T20" fmla="*/ 264 w 276"/>
                  <a:gd name="T21" fmla="*/ 36 h 48"/>
                  <a:gd name="T22" fmla="*/ 264 w 276"/>
                  <a:gd name="T23" fmla="*/ 12 h 48"/>
                  <a:gd name="T24" fmla="*/ 12 w 276"/>
                  <a:gd name="T25" fmla="*/ 12 h 48"/>
                  <a:gd name="T26" fmla="*/ 12 w 276"/>
                  <a:gd name="T27" fmla="*/ 36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76" h="48">
                    <a:moveTo>
                      <a:pt x="270" y="48"/>
                    </a:moveTo>
                    <a:cubicBezTo>
                      <a:pt x="6" y="48"/>
                      <a:pt x="6" y="48"/>
                      <a:pt x="6" y="48"/>
                    </a:cubicBezTo>
                    <a:cubicBezTo>
                      <a:pt x="3" y="48"/>
                      <a:pt x="0" y="45"/>
                      <a:pt x="0" y="42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270" y="0"/>
                      <a:pt x="270" y="0"/>
                      <a:pt x="270" y="0"/>
                    </a:cubicBezTo>
                    <a:cubicBezTo>
                      <a:pt x="274" y="0"/>
                      <a:pt x="276" y="3"/>
                      <a:pt x="276" y="6"/>
                    </a:cubicBezTo>
                    <a:cubicBezTo>
                      <a:pt x="276" y="42"/>
                      <a:pt x="276" y="42"/>
                      <a:pt x="276" y="42"/>
                    </a:cubicBezTo>
                    <a:cubicBezTo>
                      <a:pt x="276" y="45"/>
                      <a:pt x="274" y="48"/>
                      <a:pt x="270" y="48"/>
                    </a:cubicBezTo>
                    <a:close/>
                    <a:moveTo>
                      <a:pt x="12" y="36"/>
                    </a:moveTo>
                    <a:cubicBezTo>
                      <a:pt x="264" y="36"/>
                      <a:pt x="264" y="36"/>
                      <a:pt x="264" y="36"/>
                    </a:cubicBezTo>
                    <a:cubicBezTo>
                      <a:pt x="264" y="12"/>
                      <a:pt x="264" y="12"/>
                      <a:pt x="26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3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endParaRPr>
              </a:p>
            </p:txBody>
          </p:sp>
          <p:sp>
            <p:nvSpPr>
              <p:cNvPr id="156" name="Freeform 57">
                <a:extLst>
                  <a:ext uri="{FF2B5EF4-FFF2-40B4-BE49-F238E27FC236}">
                    <a16:creationId xmlns:a16="http://schemas.microsoft.com/office/drawing/2014/main" id="{0185ABB2-3B25-37B5-606E-5CF9DD93F4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64" y="952"/>
                <a:ext cx="421" cy="18"/>
              </a:xfrm>
              <a:custGeom>
                <a:avLst/>
                <a:gdLst>
                  <a:gd name="T0" fmla="*/ 269 w 275"/>
                  <a:gd name="T1" fmla="*/ 12 h 12"/>
                  <a:gd name="T2" fmla="*/ 6 w 275"/>
                  <a:gd name="T3" fmla="*/ 12 h 12"/>
                  <a:gd name="T4" fmla="*/ 0 w 275"/>
                  <a:gd name="T5" fmla="*/ 6 h 12"/>
                  <a:gd name="T6" fmla="*/ 6 w 275"/>
                  <a:gd name="T7" fmla="*/ 0 h 12"/>
                  <a:gd name="T8" fmla="*/ 269 w 275"/>
                  <a:gd name="T9" fmla="*/ 0 h 12"/>
                  <a:gd name="T10" fmla="*/ 275 w 275"/>
                  <a:gd name="T11" fmla="*/ 6 h 12"/>
                  <a:gd name="T12" fmla="*/ 269 w 275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75" h="12">
                    <a:moveTo>
                      <a:pt x="269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2" y="12"/>
                      <a:pt x="0" y="9"/>
                      <a:pt x="0" y="6"/>
                    </a:cubicBezTo>
                    <a:cubicBezTo>
                      <a:pt x="0" y="3"/>
                      <a:pt x="2" y="0"/>
                      <a:pt x="6" y="0"/>
                    </a:cubicBezTo>
                    <a:cubicBezTo>
                      <a:pt x="269" y="0"/>
                      <a:pt x="269" y="0"/>
                      <a:pt x="269" y="0"/>
                    </a:cubicBezTo>
                    <a:cubicBezTo>
                      <a:pt x="272" y="0"/>
                      <a:pt x="275" y="3"/>
                      <a:pt x="275" y="6"/>
                    </a:cubicBezTo>
                    <a:cubicBezTo>
                      <a:pt x="275" y="9"/>
                      <a:pt x="272" y="12"/>
                      <a:pt x="269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endParaRPr>
              </a:p>
            </p:txBody>
          </p:sp>
          <p:sp>
            <p:nvSpPr>
              <p:cNvPr id="157" name="Freeform 58">
                <a:extLst>
                  <a:ext uri="{FF2B5EF4-FFF2-40B4-BE49-F238E27FC236}">
                    <a16:creationId xmlns:a16="http://schemas.microsoft.com/office/drawing/2014/main" id="{D51219BF-1E82-3277-9397-93F42223AD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00" y="701"/>
                <a:ext cx="349" cy="269"/>
              </a:xfrm>
              <a:custGeom>
                <a:avLst/>
                <a:gdLst>
                  <a:gd name="T0" fmla="*/ 222 w 228"/>
                  <a:gd name="T1" fmla="*/ 180 h 180"/>
                  <a:gd name="T2" fmla="*/ 6 w 228"/>
                  <a:gd name="T3" fmla="*/ 180 h 180"/>
                  <a:gd name="T4" fmla="*/ 0 w 228"/>
                  <a:gd name="T5" fmla="*/ 174 h 180"/>
                  <a:gd name="T6" fmla="*/ 0 w 228"/>
                  <a:gd name="T7" fmla="*/ 6 h 180"/>
                  <a:gd name="T8" fmla="*/ 6 w 228"/>
                  <a:gd name="T9" fmla="*/ 0 h 180"/>
                  <a:gd name="T10" fmla="*/ 222 w 228"/>
                  <a:gd name="T11" fmla="*/ 0 h 180"/>
                  <a:gd name="T12" fmla="*/ 228 w 228"/>
                  <a:gd name="T13" fmla="*/ 6 h 180"/>
                  <a:gd name="T14" fmla="*/ 228 w 228"/>
                  <a:gd name="T15" fmla="*/ 174 h 180"/>
                  <a:gd name="T16" fmla="*/ 222 w 228"/>
                  <a:gd name="T17" fmla="*/ 180 h 180"/>
                  <a:gd name="T18" fmla="*/ 12 w 228"/>
                  <a:gd name="T19" fmla="*/ 168 h 180"/>
                  <a:gd name="T20" fmla="*/ 216 w 228"/>
                  <a:gd name="T21" fmla="*/ 168 h 180"/>
                  <a:gd name="T22" fmla="*/ 216 w 228"/>
                  <a:gd name="T23" fmla="*/ 12 h 180"/>
                  <a:gd name="T24" fmla="*/ 12 w 228"/>
                  <a:gd name="T25" fmla="*/ 12 h 180"/>
                  <a:gd name="T26" fmla="*/ 12 w 228"/>
                  <a:gd name="T27" fmla="*/ 168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8" h="180">
                    <a:moveTo>
                      <a:pt x="222" y="180"/>
                    </a:moveTo>
                    <a:cubicBezTo>
                      <a:pt x="6" y="180"/>
                      <a:pt x="6" y="180"/>
                      <a:pt x="6" y="180"/>
                    </a:cubicBezTo>
                    <a:cubicBezTo>
                      <a:pt x="3" y="180"/>
                      <a:pt x="0" y="177"/>
                      <a:pt x="0" y="174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222" y="0"/>
                      <a:pt x="222" y="0"/>
                      <a:pt x="222" y="0"/>
                    </a:cubicBezTo>
                    <a:cubicBezTo>
                      <a:pt x="226" y="0"/>
                      <a:pt x="228" y="3"/>
                      <a:pt x="228" y="6"/>
                    </a:cubicBezTo>
                    <a:cubicBezTo>
                      <a:pt x="228" y="174"/>
                      <a:pt x="228" y="174"/>
                      <a:pt x="228" y="174"/>
                    </a:cubicBezTo>
                    <a:cubicBezTo>
                      <a:pt x="228" y="177"/>
                      <a:pt x="226" y="180"/>
                      <a:pt x="222" y="180"/>
                    </a:cubicBezTo>
                    <a:close/>
                    <a:moveTo>
                      <a:pt x="12" y="168"/>
                    </a:moveTo>
                    <a:cubicBezTo>
                      <a:pt x="216" y="168"/>
                      <a:pt x="216" y="168"/>
                      <a:pt x="216" y="168"/>
                    </a:cubicBezTo>
                    <a:cubicBezTo>
                      <a:pt x="216" y="12"/>
                      <a:pt x="216" y="12"/>
                      <a:pt x="216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16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endParaRPr>
              </a:p>
            </p:txBody>
          </p:sp>
          <p:sp>
            <p:nvSpPr>
              <p:cNvPr id="158" name="Rectangle 59">
                <a:extLst>
                  <a:ext uri="{FF2B5EF4-FFF2-40B4-BE49-F238E27FC236}">
                    <a16:creationId xmlns:a16="http://schemas.microsoft.com/office/drawing/2014/main" id="{390FDE8F-EC4E-870B-67B6-D18EEFF527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65" y="961"/>
                <a:ext cx="18" cy="5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endParaRPr>
              </a:p>
            </p:txBody>
          </p:sp>
          <p:sp>
            <p:nvSpPr>
              <p:cNvPr id="159" name="Freeform 60">
                <a:extLst>
                  <a:ext uri="{FF2B5EF4-FFF2-40B4-BE49-F238E27FC236}">
                    <a16:creationId xmlns:a16="http://schemas.microsoft.com/office/drawing/2014/main" id="{93AF0ACF-58C2-FC51-BE43-0642BEFE478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37" y="1006"/>
                <a:ext cx="74" cy="71"/>
              </a:xfrm>
              <a:custGeom>
                <a:avLst/>
                <a:gdLst>
                  <a:gd name="T0" fmla="*/ 24 w 48"/>
                  <a:gd name="T1" fmla="*/ 48 h 48"/>
                  <a:gd name="T2" fmla="*/ 0 w 48"/>
                  <a:gd name="T3" fmla="*/ 24 h 48"/>
                  <a:gd name="T4" fmla="*/ 24 w 48"/>
                  <a:gd name="T5" fmla="*/ 0 h 48"/>
                  <a:gd name="T6" fmla="*/ 48 w 48"/>
                  <a:gd name="T7" fmla="*/ 24 h 48"/>
                  <a:gd name="T8" fmla="*/ 24 w 48"/>
                  <a:gd name="T9" fmla="*/ 48 h 48"/>
                  <a:gd name="T10" fmla="*/ 24 w 48"/>
                  <a:gd name="T11" fmla="*/ 12 h 48"/>
                  <a:gd name="T12" fmla="*/ 12 w 48"/>
                  <a:gd name="T13" fmla="*/ 24 h 48"/>
                  <a:gd name="T14" fmla="*/ 24 w 48"/>
                  <a:gd name="T15" fmla="*/ 36 h 48"/>
                  <a:gd name="T16" fmla="*/ 36 w 48"/>
                  <a:gd name="T17" fmla="*/ 24 h 48"/>
                  <a:gd name="T18" fmla="*/ 24 w 48"/>
                  <a:gd name="T19" fmla="*/ 12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8" h="48">
                    <a:moveTo>
                      <a:pt x="24" y="48"/>
                    </a:moveTo>
                    <a:cubicBezTo>
                      <a:pt x="11" y="48"/>
                      <a:pt x="0" y="37"/>
                      <a:pt x="0" y="24"/>
                    </a:cubicBezTo>
                    <a:cubicBezTo>
                      <a:pt x="0" y="11"/>
                      <a:pt x="11" y="0"/>
                      <a:pt x="24" y="0"/>
                    </a:cubicBezTo>
                    <a:cubicBezTo>
                      <a:pt x="38" y="0"/>
                      <a:pt x="48" y="11"/>
                      <a:pt x="48" y="24"/>
                    </a:cubicBezTo>
                    <a:cubicBezTo>
                      <a:pt x="48" y="37"/>
                      <a:pt x="38" y="48"/>
                      <a:pt x="24" y="48"/>
                    </a:cubicBezTo>
                    <a:close/>
                    <a:moveTo>
                      <a:pt x="24" y="12"/>
                    </a:moveTo>
                    <a:cubicBezTo>
                      <a:pt x="18" y="12"/>
                      <a:pt x="12" y="17"/>
                      <a:pt x="12" y="24"/>
                    </a:cubicBezTo>
                    <a:cubicBezTo>
                      <a:pt x="12" y="30"/>
                      <a:pt x="18" y="36"/>
                      <a:pt x="24" y="36"/>
                    </a:cubicBezTo>
                    <a:cubicBezTo>
                      <a:pt x="31" y="36"/>
                      <a:pt x="36" y="30"/>
                      <a:pt x="36" y="24"/>
                    </a:cubicBezTo>
                    <a:cubicBezTo>
                      <a:pt x="36" y="17"/>
                      <a:pt x="31" y="12"/>
                      <a:pt x="2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endParaRPr>
              </a:p>
            </p:txBody>
          </p:sp>
          <p:sp>
            <p:nvSpPr>
              <p:cNvPr id="160" name="Freeform 61">
                <a:extLst>
                  <a:ext uri="{FF2B5EF4-FFF2-40B4-BE49-F238E27FC236}">
                    <a16:creationId xmlns:a16="http://schemas.microsoft.com/office/drawing/2014/main" id="{60FD5700-C54D-AF85-78ED-38DE0E165D8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73" y="809"/>
                <a:ext cx="55" cy="125"/>
              </a:xfrm>
              <a:custGeom>
                <a:avLst/>
                <a:gdLst>
                  <a:gd name="T0" fmla="*/ 30 w 36"/>
                  <a:gd name="T1" fmla="*/ 84 h 84"/>
                  <a:gd name="T2" fmla="*/ 6 w 36"/>
                  <a:gd name="T3" fmla="*/ 84 h 84"/>
                  <a:gd name="T4" fmla="*/ 0 w 36"/>
                  <a:gd name="T5" fmla="*/ 78 h 84"/>
                  <a:gd name="T6" fmla="*/ 0 w 36"/>
                  <a:gd name="T7" fmla="*/ 6 h 84"/>
                  <a:gd name="T8" fmla="*/ 6 w 36"/>
                  <a:gd name="T9" fmla="*/ 0 h 84"/>
                  <a:gd name="T10" fmla="*/ 30 w 36"/>
                  <a:gd name="T11" fmla="*/ 0 h 84"/>
                  <a:gd name="T12" fmla="*/ 36 w 36"/>
                  <a:gd name="T13" fmla="*/ 6 h 84"/>
                  <a:gd name="T14" fmla="*/ 36 w 36"/>
                  <a:gd name="T15" fmla="*/ 78 h 84"/>
                  <a:gd name="T16" fmla="*/ 30 w 36"/>
                  <a:gd name="T17" fmla="*/ 84 h 84"/>
                  <a:gd name="T18" fmla="*/ 12 w 36"/>
                  <a:gd name="T19" fmla="*/ 72 h 84"/>
                  <a:gd name="T20" fmla="*/ 24 w 36"/>
                  <a:gd name="T21" fmla="*/ 72 h 84"/>
                  <a:gd name="T22" fmla="*/ 24 w 36"/>
                  <a:gd name="T23" fmla="*/ 12 h 84"/>
                  <a:gd name="T24" fmla="*/ 12 w 36"/>
                  <a:gd name="T25" fmla="*/ 12 h 84"/>
                  <a:gd name="T26" fmla="*/ 12 w 36"/>
                  <a:gd name="T27" fmla="*/ 7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6" h="84">
                    <a:moveTo>
                      <a:pt x="30" y="84"/>
                    </a:moveTo>
                    <a:cubicBezTo>
                      <a:pt x="6" y="84"/>
                      <a:pt x="6" y="84"/>
                      <a:pt x="6" y="84"/>
                    </a:cubicBezTo>
                    <a:cubicBezTo>
                      <a:pt x="3" y="84"/>
                      <a:pt x="0" y="81"/>
                      <a:pt x="0" y="78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4" y="0"/>
                      <a:pt x="36" y="3"/>
                      <a:pt x="36" y="6"/>
                    </a:cubicBezTo>
                    <a:cubicBezTo>
                      <a:pt x="36" y="78"/>
                      <a:pt x="36" y="78"/>
                      <a:pt x="36" y="78"/>
                    </a:cubicBezTo>
                    <a:cubicBezTo>
                      <a:pt x="36" y="81"/>
                      <a:pt x="34" y="84"/>
                      <a:pt x="30" y="84"/>
                    </a:cubicBezTo>
                    <a:close/>
                    <a:moveTo>
                      <a:pt x="12" y="72"/>
                    </a:move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7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endParaRPr>
              </a:p>
            </p:txBody>
          </p:sp>
          <p:sp>
            <p:nvSpPr>
              <p:cNvPr id="161" name="Freeform 62">
                <a:extLst>
                  <a:ext uri="{FF2B5EF4-FFF2-40B4-BE49-F238E27FC236}">
                    <a16:creationId xmlns:a16="http://schemas.microsoft.com/office/drawing/2014/main" id="{32C8B5D0-6FDF-BEF8-E391-9EC2532EA0F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47" y="845"/>
                <a:ext cx="55" cy="89"/>
              </a:xfrm>
              <a:custGeom>
                <a:avLst/>
                <a:gdLst>
                  <a:gd name="T0" fmla="*/ 30 w 36"/>
                  <a:gd name="T1" fmla="*/ 60 h 60"/>
                  <a:gd name="T2" fmla="*/ 6 w 36"/>
                  <a:gd name="T3" fmla="*/ 60 h 60"/>
                  <a:gd name="T4" fmla="*/ 0 w 36"/>
                  <a:gd name="T5" fmla="*/ 54 h 60"/>
                  <a:gd name="T6" fmla="*/ 0 w 36"/>
                  <a:gd name="T7" fmla="*/ 6 h 60"/>
                  <a:gd name="T8" fmla="*/ 6 w 36"/>
                  <a:gd name="T9" fmla="*/ 0 h 60"/>
                  <a:gd name="T10" fmla="*/ 30 w 36"/>
                  <a:gd name="T11" fmla="*/ 0 h 60"/>
                  <a:gd name="T12" fmla="*/ 36 w 36"/>
                  <a:gd name="T13" fmla="*/ 6 h 60"/>
                  <a:gd name="T14" fmla="*/ 36 w 36"/>
                  <a:gd name="T15" fmla="*/ 54 h 60"/>
                  <a:gd name="T16" fmla="*/ 30 w 36"/>
                  <a:gd name="T17" fmla="*/ 60 h 60"/>
                  <a:gd name="T18" fmla="*/ 12 w 36"/>
                  <a:gd name="T19" fmla="*/ 48 h 60"/>
                  <a:gd name="T20" fmla="*/ 24 w 36"/>
                  <a:gd name="T21" fmla="*/ 48 h 60"/>
                  <a:gd name="T22" fmla="*/ 24 w 36"/>
                  <a:gd name="T23" fmla="*/ 12 h 60"/>
                  <a:gd name="T24" fmla="*/ 12 w 36"/>
                  <a:gd name="T25" fmla="*/ 12 h 60"/>
                  <a:gd name="T26" fmla="*/ 12 w 36"/>
                  <a:gd name="T27" fmla="*/ 48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6" h="60">
                    <a:moveTo>
                      <a:pt x="30" y="60"/>
                    </a:moveTo>
                    <a:cubicBezTo>
                      <a:pt x="6" y="60"/>
                      <a:pt x="6" y="60"/>
                      <a:pt x="6" y="60"/>
                    </a:cubicBezTo>
                    <a:cubicBezTo>
                      <a:pt x="3" y="60"/>
                      <a:pt x="0" y="57"/>
                      <a:pt x="0" y="54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4" y="0"/>
                      <a:pt x="36" y="3"/>
                      <a:pt x="36" y="6"/>
                    </a:cubicBezTo>
                    <a:cubicBezTo>
                      <a:pt x="36" y="54"/>
                      <a:pt x="36" y="54"/>
                      <a:pt x="36" y="54"/>
                    </a:cubicBezTo>
                    <a:cubicBezTo>
                      <a:pt x="36" y="57"/>
                      <a:pt x="34" y="60"/>
                      <a:pt x="30" y="60"/>
                    </a:cubicBezTo>
                    <a:close/>
                    <a:moveTo>
                      <a:pt x="12" y="48"/>
                    </a:moveTo>
                    <a:cubicBezTo>
                      <a:pt x="24" y="48"/>
                      <a:pt x="24" y="48"/>
                      <a:pt x="24" y="48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4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endParaRPr>
              </a:p>
            </p:txBody>
          </p:sp>
          <p:sp>
            <p:nvSpPr>
              <p:cNvPr id="162" name="Freeform 63">
                <a:extLst>
                  <a:ext uri="{FF2B5EF4-FFF2-40B4-BE49-F238E27FC236}">
                    <a16:creationId xmlns:a16="http://schemas.microsoft.com/office/drawing/2014/main" id="{8BE66818-A02D-7C9D-BD71-916DFE63EC3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920" y="737"/>
                <a:ext cx="55" cy="197"/>
              </a:xfrm>
              <a:custGeom>
                <a:avLst/>
                <a:gdLst>
                  <a:gd name="T0" fmla="*/ 30 w 36"/>
                  <a:gd name="T1" fmla="*/ 132 h 132"/>
                  <a:gd name="T2" fmla="*/ 6 w 36"/>
                  <a:gd name="T3" fmla="*/ 132 h 132"/>
                  <a:gd name="T4" fmla="*/ 0 w 36"/>
                  <a:gd name="T5" fmla="*/ 126 h 132"/>
                  <a:gd name="T6" fmla="*/ 0 w 36"/>
                  <a:gd name="T7" fmla="*/ 6 h 132"/>
                  <a:gd name="T8" fmla="*/ 6 w 36"/>
                  <a:gd name="T9" fmla="*/ 0 h 132"/>
                  <a:gd name="T10" fmla="*/ 30 w 36"/>
                  <a:gd name="T11" fmla="*/ 0 h 132"/>
                  <a:gd name="T12" fmla="*/ 36 w 36"/>
                  <a:gd name="T13" fmla="*/ 6 h 132"/>
                  <a:gd name="T14" fmla="*/ 36 w 36"/>
                  <a:gd name="T15" fmla="*/ 126 h 132"/>
                  <a:gd name="T16" fmla="*/ 30 w 36"/>
                  <a:gd name="T17" fmla="*/ 132 h 132"/>
                  <a:gd name="T18" fmla="*/ 12 w 36"/>
                  <a:gd name="T19" fmla="*/ 120 h 132"/>
                  <a:gd name="T20" fmla="*/ 24 w 36"/>
                  <a:gd name="T21" fmla="*/ 120 h 132"/>
                  <a:gd name="T22" fmla="*/ 24 w 36"/>
                  <a:gd name="T23" fmla="*/ 12 h 132"/>
                  <a:gd name="T24" fmla="*/ 12 w 36"/>
                  <a:gd name="T25" fmla="*/ 12 h 132"/>
                  <a:gd name="T26" fmla="*/ 12 w 36"/>
                  <a:gd name="T27" fmla="*/ 12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6" h="132">
                    <a:moveTo>
                      <a:pt x="30" y="132"/>
                    </a:moveTo>
                    <a:cubicBezTo>
                      <a:pt x="6" y="132"/>
                      <a:pt x="6" y="132"/>
                      <a:pt x="6" y="132"/>
                    </a:cubicBezTo>
                    <a:cubicBezTo>
                      <a:pt x="3" y="132"/>
                      <a:pt x="0" y="129"/>
                      <a:pt x="0" y="1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4" y="0"/>
                      <a:pt x="36" y="3"/>
                      <a:pt x="36" y="6"/>
                    </a:cubicBezTo>
                    <a:cubicBezTo>
                      <a:pt x="36" y="126"/>
                      <a:pt x="36" y="126"/>
                      <a:pt x="36" y="126"/>
                    </a:cubicBezTo>
                    <a:cubicBezTo>
                      <a:pt x="36" y="129"/>
                      <a:pt x="34" y="132"/>
                      <a:pt x="30" y="132"/>
                    </a:cubicBezTo>
                    <a:close/>
                    <a:moveTo>
                      <a:pt x="12" y="120"/>
                    </a:moveTo>
                    <a:cubicBezTo>
                      <a:pt x="24" y="120"/>
                      <a:pt x="24" y="120"/>
                      <a:pt x="24" y="120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12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endParaRPr>
              </a:p>
            </p:txBody>
          </p:sp>
          <p:sp>
            <p:nvSpPr>
              <p:cNvPr id="163" name="Freeform 64">
                <a:extLst>
                  <a:ext uri="{FF2B5EF4-FFF2-40B4-BE49-F238E27FC236}">
                    <a16:creationId xmlns:a16="http://schemas.microsoft.com/office/drawing/2014/main" id="{362888CA-123B-8AB3-DA8D-09603F411C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36" y="737"/>
                <a:ext cx="276" cy="197"/>
              </a:xfrm>
              <a:custGeom>
                <a:avLst/>
                <a:gdLst>
                  <a:gd name="T0" fmla="*/ 174 w 180"/>
                  <a:gd name="T1" fmla="*/ 132 h 132"/>
                  <a:gd name="T2" fmla="*/ 6 w 180"/>
                  <a:gd name="T3" fmla="*/ 132 h 132"/>
                  <a:gd name="T4" fmla="*/ 0 w 180"/>
                  <a:gd name="T5" fmla="*/ 126 h 132"/>
                  <a:gd name="T6" fmla="*/ 0 w 180"/>
                  <a:gd name="T7" fmla="*/ 6 h 132"/>
                  <a:gd name="T8" fmla="*/ 6 w 180"/>
                  <a:gd name="T9" fmla="*/ 0 h 132"/>
                  <a:gd name="T10" fmla="*/ 12 w 180"/>
                  <a:gd name="T11" fmla="*/ 6 h 132"/>
                  <a:gd name="T12" fmla="*/ 12 w 180"/>
                  <a:gd name="T13" fmla="*/ 120 h 132"/>
                  <a:gd name="T14" fmla="*/ 174 w 180"/>
                  <a:gd name="T15" fmla="*/ 120 h 132"/>
                  <a:gd name="T16" fmla="*/ 180 w 180"/>
                  <a:gd name="T17" fmla="*/ 126 h 132"/>
                  <a:gd name="T18" fmla="*/ 174 w 180"/>
                  <a:gd name="T19" fmla="*/ 132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80" h="132">
                    <a:moveTo>
                      <a:pt x="174" y="132"/>
                    </a:moveTo>
                    <a:cubicBezTo>
                      <a:pt x="6" y="132"/>
                      <a:pt x="6" y="132"/>
                      <a:pt x="6" y="132"/>
                    </a:cubicBezTo>
                    <a:cubicBezTo>
                      <a:pt x="3" y="132"/>
                      <a:pt x="0" y="129"/>
                      <a:pt x="0" y="1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0" y="0"/>
                      <a:pt x="12" y="3"/>
                      <a:pt x="12" y="6"/>
                    </a:cubicBezTo>
                    <a:cubicBezTo>
                      <a:pt x="12" y="120"/>
                      <a:pt x="12" y="120"/>
                      <a:pt x="12" y="120"/>
                    </a:cubicBezTo>
                    <a:cubicBezTo>
                      <a:pt x="174" y="120"/>
                      <a:pt x="174" y="120"/>
                      <a:pt x="174" y="120"/>
                    </a:cubicBezTo>
                    <a:cubicBezTo>
                      <a:pt x="178" y="120"/>
                      <a:pt x="180" y="123"/>
                      <a:pt x="180" y="126"/>
                    </a:cubicBezTo>
                    <a:cubicBezTo>
                      <a:pt x="180" y="129"/>
                      <a:pt x="178" y="132"/>
                      <a:pt x="174" y="13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endParaRPr>
              </a:p>
            </p:txBody>
          </p:sp>
        </p:grp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A6593365-7EC1-7293-E164-410F218AA7AD}"/>
              </a:ext>
            </a:extLst>
          </p:cNvPr>
          <p:cNvGrpSpPr/>
          <p:nvPr/>
        </p:nvGrpSpPr>
        <p:grpSpPr>
          <a:xfrm>
            <a:off x="6160597" y="3052451"/>
            <a:ext cx="360000" cy="360000"/>
            <a:chOff x="5350403" y="2852352"/>
            <a:chExt cx="360000" cy="360000"/>
          </a:xfrm>
        </p:grpSpPr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8F3378ED-01F3-53EA-C3A4-B36684A10C0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50403" y="2852352"/>
              <a:ext cx="360000" cy="36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2921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grpSp>
          <p:nvGrpSpPr>
            <p:cNvPr id="166" name="Group 54">
              <a:extLst>
                <a:ext uri="{FF2B5EF4-FFF2-40B4-BE49-F238E27FC236}">
                  <a16:creationId xmlns:a16="http://schemas.microsoft.com/office/drawing/2014/main" id="{8AF51BE1-E5DF-256A-97D3-D7AFAFE5F34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404403" y="2919780"/>
              <a:ext cx="252000" cy="225144"/>
              <a:chOff x="6718" y="681"/>
              <a:chExt cx="441" cy="394"/>
            </a:xfrm>
            <a:solidFill>
              <a:srgbClr val="A100FF"/>
            </a:solidFill>
          </p:grpSpPr>
          <p:sp>
            <p:nvSpPr>
              <p:cNvPr id="167" name="Freeform 55">
                <a:extLst>
                  <a:ext uri="{FF2B5EF4-FFF2-40B4-BE49-F238E27FC236}">
                    <a16:creationId xmlns:a16="http://schemas.microsoft.com/office/drawing/2014/main" id="{F2599BE6-C40A-5401-71CE-608F3EE0551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883" y="681"/>
                <a:ext cx="110" cy="107"/>
              </a:xfrm>
              <a:custGeom>
                <a:avLst/>
                <a:gdLst>
                  <a:gd name="T0" fmla="*/ 36 w 72"/>
                  <a:gd name="T1" fmla="*/ 72 h 72"/>
                  <a:gd name="T2" fmla="*/ 0 w 72"/>
                  <a:gd name="T3" fmla="*/ 36 h 72"/>
                  <a:gd name="T4" fmla="*/ 36 w 72"/>
                  <a:gd name="T5" fmla="*/ 0 h 72"/>
                  <a:gd name="T6" fmla="*/ 72 w 72"/>
                  <a:gd name="T7" fmla="*/ 36 h 72"/>
                  <a:gd name="T8" fmla="*/ 36 w 72"/>
                  <a:gd name="T9" fmla="*/ 72 h 72"/>
                  <a:gd name="T10" fmla="*/ 36 w 72"/>
                  <a:gd name="T11" fmla="*/ 12 h 72"/>
                  <a:gd name="T12" fmla="*/ 12 w 72"/>
                  <a:gd name="T13" fmla="*/ 36 h 72"/>
                  <a:gd name="T14" fmla="*/ 36 w 72"/>
                  <a:gd name="T15" fmla="*/ 60 h 72"/>
                  <a:gd name="T16" fmla="*/ 60 w 72"/>
                  <a:gd name="T17" fmla="*/ 36 h 72"/>
                  <a:gd name="T18" fmla="*/ 36 w 72"/>
                  <a:gd name="T19" fmla="*/ 1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2" h="72">
                    <a:moveTo>
                      <a:pt x="36" y="72"/>
                    </a:moveTo>
                    <a:cubicBezTo>
                      <a:pt x="17" y="72"/>
                      <a:pt x="0" y="55"/>
                      <a:pt x="0" y="36"/>
                    </a:cubicBezTo>
                    <a:cubicBezTo>
                      <a:pt x="0" y="16"/>
                      <a:pt x="17" y="0"/>
                      <a:pt x="36" y="0"/>
                    </a:cubicBezTo>
                    <a:cubicBezTo>
                      <a:pt x="56" y="0"/>
                      <a:pt x="72" y="16"/>
                      <a:pt x="72" y="36"/>
                    </a:cubicBezTo>
                    <a:cubicBezTo>
                      <a:pt x="72" y="55"/>
                      <a:pt x="56" y="72"/>
                      <a:pt x="36" y="72"/>
                    </a:cubicBezTo>
                    <a:close/>
                    <a:moveTo>
                      <a:pt x="36" y="12"/>
                    </a:moveTo>
                    <a:cubicBezTo>
                      <a:pt x="23" y="12"/>
                      <a:pt x="12" y="22"/>
                      <a:pt x="12" y="36"/>
                    </a:cubicBezTo>
                    <a:cubicBezTo>
                      <a:pt x="12" y="49"/>
                      <a:pt x="23" y="60"/>
                      <a:pt x="36" y="60"/>
                    </a:cubicBezTo>
                    <a:cubicBezTo>
                      <a:pt x="50" y="60"/>
                      <a:pt x="60" y="49"/>
                      <a:pt x="60" y="36"/>
                    </a:cubicBezTo>
                    <a:cubicBezTo>
                      <a:pt x="60" y="22"/>
                      <a:pt x="50" y="12"/>
                      <a:pt x="36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Graphik"/>
                  <a:ea typeface="+mn-ea"/>
                  <a:cs typeface="Arial" charset="0"/>
                </a:endParaRPr>
              </a:p>
            </p:txBody>
          </p:sp>
          <p:sp>
            <p:nvSpPr>
              <p:cNvPr id="168" name="Freeform 56">
                <a:extLst>
                  <a:ext uri="{FF2B5EF4-FFF2-40B4-BE49-F238E27FC236}">
                    <a16:creationId xmlns:a16="http://schemas.microsoft.com/office/drawing/2014/main" id="{829FC303-EA3C-3CE9-A24B-7F580C6B92B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30" y="717"/>
                <a:ext cx="74" cy="71"/>
              </a:xfrm>
              <a:custGeom>
                <a:avLst/>
                <a:gdLst>
                  <a:gd name="T0" fmla="*/ 24 w 48"/>
                  <a:gd name="T1" fmla="*/ 48 h 48"/>
                  <a:gd name="T2" fmla="*/ 0 w 48"/>
                  <a:gd name="T3" fmla="*/ 24 h 48"/>
                  <a:gd name="T4" fmla="*/ 24 w 48"/>
                  <a:gd name="T5" fmla="*/ 0 h 48"/>
                  <a:gd name="T6" fmla="*/ 48 w 48"/>
                  <a:gd name="T7" fmla="*/ 24 h 48"/>
                  <a:gd name="T8" fmla="*/ 24 w 48"/>
                  <a:gd name="T9" fmla="*/ 48 h 48"/>
                  <a:gd name="T10" fmla="*/ 24 w 48"/>
                  <a:gd name="T11" fmla="*/ 12 h 48"/>
                  <a:gd name="T12" fmla="*/ 12 w 48"/>
                  <a:gd name="T13" fmla="*/ 24 h 48"/>
                  <a:gd name="T14" fmla="*/ 24 w 48"/>
                  <a:gd name="T15" fmla="*/ 36 h 48"/>
                  <a:gd name="T16" fmla="*/ 36 w 48"/>
                  <a:gd name="T17" fmla="*/ 24 h 48"/>
                  <a:gd name="T18" fmla="*/ 24 w 48"/>
                  <a:gd name="T19" fmla="*/ 12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8" h="48">
                    <a:moveTo>
                      <a:pt x="24" y="48"/>
                    </a:moveTo>
                    <a:cubicBezTo>
                      <a:pt x="11" y="48"/>
                      <a:pt x="0" y="37"/>
                      <a:pt x="0" y="24"/>
                    </a:cubicBezTo>
                    <a:cubicBezTo>
                      <a:pt x="0" y="10"/>
                      <a:pt x="11" y="0"/>
                      <a:pt x="24" y="0"/>
                    </a:cubicBezTo>
                    <a:cubicBezTo>
                      <a:pt x="38" y="0"/>
                      <a:pt x="48" y="10"/>
                      <a:pt x="48" y="24"/>
                    </a:cubicBezTo>
                    <a:cubicBezTo>
                      <a:pt x="48" y="37"/>
                      <a:pt x="38" y="48"/>
                      <a:pt x="24" y="48"/>
                    </a:cubicBezTo>
                    <a:close/>
                    <a:moveTo>
                      <a:pt x="24" y="12"/>
                    </a:moveTo>
                    <a:cubicBezTo>
                      <a:pt x="18" y="12"/>
                      <a:pt x="12" y="17"/>
                      <a:pt x="12" y="24"/>
                    </a:cubicBezTo>
                    <a:cubicBezTo>
                      <a:pt x="12" y="30"/>
                      <a:pt x="18" y="36"/>
                      <a:pt x="24" y="36"/>
                    </a:cubicBezTo>
                    <a:cubicBezTo>
                      <a:pt x="31" y="36"/>
                      <a:pt x="36" y="30"/>
                      <a:pt x="36" y="24"/>
                    </a:cubicBezTo>
                    <a:cubicBezTo>
                      <a:pt x="36" y="17"/>
                      <a:pt x="31" y="12"/>
                      <a:pt x="2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Graphik"/>
                  <a:ea typeface="+mn-ea"/>
                  <a:cs typeface="Arial" charset="0"/>
                </a:endParaRPr>
              </a:p>
            </p:txBody>
          </p:sp>
          <p:sp>
            <p:nvSpPr>
              <p:cNvPr id="169" name="Freeform 57">
                <a:extLst>
                  <a:ext uri="{FF2B5EF4-FFF2-40B4-BE49-F238E27FC236}">
                    <a16:creationId xmlns:a16="http://schemas.microsoft.com/office/drawing/2014/main" id="{A77E171B-8F4D-FCF0-E230-C661189E494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773" y="717"/>
                <a:ext cx="73" cy="71"/>
              </a:xfrm>
              <a:custGeom>
                <a:avLst/>
                <a:gdLst>
                  <a:gd name="T0" fmla="*/ 24 w 48"/>
                  <a:gd name="T1" fmla="*/ 48 h 48"/>
                  <a:gd name="T2" fmla="*/ 0 w 48"/>
                  <a:gd name="T3" fmla="*/ 24 h 48"/>
                  <a:gd name="T4" fmla="*/ 24 w 48"/>
                  <a:gd name="T5" fmla="*/ 0 h 48"/>
                  <a:gd name="T6" fmla="*/ 48 w 48"/>
                  <a:gd name="T7" fmla="*/ 24 h 48"/>
                  <a:gd name="T8" fmla="*/ 24 w 48"/>
                  <a:gd name="T9" fmla="*/ 48 h 48"/>
                  <a:gd name="T10" fmla="*/ 24 w 48"/>
                  <a:gd name="T11" fmla="*/ 12 h 48"/>
                  <a:gd name="T12" fmla="*/ 12 w 48"/>
                  <a:gd name="T13" fmla="*/ 24 h 48"/>
                  <a:gd name="T14" fmla="*/ 24 w 48"/>
                  <a:gd name="T15" fmla="*/ 36 h 48"/>
                  <a:gd name="T16" fmla="*/ 36 w 48"/>
                  <a:gd name="T17" fmla="*/ 24 h 48"/>
                  <a:gd name="T18" fmla="*/ 24 w 48"/>
                  <a:gd name="T19" fmla="*/ 12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8" h="48">
                    <a:moveTo>
                      <a:pt x="24" y="48"/>
                    </a:moveTo>
                    <a:cubicBezTo>
                      <a:pt x="11" y="48"/>
                      <a:pt x="0" y="37"/>
                      <a:pt x="0" y="24"/>
                    </a:cubicBezTo>
                    <a:cubicBezTo>
                      <a:pt x="0" y="10"/>
                      <a:pt x="11" y="0"/>
                      <a:pt x="24" y="0"/>
                    </a:cubicBezTo>
                    <a:cubicBezTo>
                      <a:pt x="38" y="0"/>
                      <a:pt x="48" y="10"/>
                      <a:pt x="48" y="24"/>
                    </a:cubicBezTo>
                    <a:cubicBezTo>
                      <a:pt x="48" y="37"/>
                      <a:pt x="38" y="48"/>
                      <a:pt x="24" y="48"/>
                    </a:cubicBezTo>
                    <a:close/>
                    <a:moveTo>
                      <a:pt x="24" y="12"/>
                    </a:moveTo>
                    <a:cubicBezTo>
                      <a:pt x="18" y="12"/>
                      <a:pt x="12" y="17"/>
                      <a:pt x="12" y="24"/>
                    </a:cubicBezTo>
                    <a:cubicBezTo>
                      <a:pt x="12" y="30"/>
                      <a:pt x="18" y="36"/>
                      <a:pt x="24" y="36"/>
                    </a:cubicBezTo>
                    <a:cubicBezTo>
                      <a:pt x="31" y="36"/>
                      <a:pt x="36" y="30"/>
                      <a:pt x="36" y="24"/>
                    </a:cubicBezTo>
                    <a:cubicBezTo>
                      <a:pt x="36" y="17"/>
                      <a:pt x="31" y="12"/>
                      <a:pt x="2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Graphik"/>
                  <a:ea typeface="+mn-ea"/>
                  <a:cs typeface="Arial" charset="0"/>
                </a:endParaRPr>
              </a:p>
            </p:txBody>
          </p:sp>
          <p:sp>
            <p:nvSpPr>
              <p:cNvPr id="170" name="Freeform 58">
                <a:extLst>
                  <a:ext uri="{FF2B5EF4-FFF2-40B4-BE49-F238E27FC236}">
                    <a16:creationId xmlns:a16="http://schemas.microsoft.com/office/drawing/2014/main" id="{56DE0155-7A61-8712-5A6F-0C67CB0B8B5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718" y="989"/>
                <a:ext cx="441" cy="86"/>
              </a:xfrm>
              <a:custGeom>
                <a:avLst/>
                <a:gdLst>
                  <a:gd name="T0" fmla="*/ 144 w 288"/>
                  <a:gd name="T1" fmla="*/ 58 h 58"/>
                  <a:gd name="T2" fmla="*/ 0 w 288"/>
                  <a:gd name="T3" fmla="*/ 28 h 58"/>
                  <a:gd name="T4" fmla="*/ 83 w 288"/>
                  <a:gd name="T5" fmla="*/ 0 h 58"/>
                  <a:gd name="T6" fmla="*/ 90 w 288"/>
                  <a:gd name="T7" fmla="*/ 6 h 58"/>
                  <a:gd name="T8" fmla="*/ 84 w 288"/>
                  <a:gd name="T9" fmla="*/ 12 h 58"/>
                  <a:gd name="T10" fmla="*/ 13 w 288"/>
                  <a:gd name="T11" fmla="*/ 28 h 58"/>
                  <a:gd name="T12" fmla="*/ 144 w 288"/>
                  <a:gd name="T13" fmla="*/ 46 h 58"/>
                  <a:gd name="T14" fmla="*/ 276 w 288"/>
                  <a:gd name="T15" fmla="*/ 28 h 58"/>
                  <a:gd name="T16" fmla="*/ 204 w 288"/>
                  <a:gd name="T17" fmla="*/ 12 h 58"/>
                  <a:gd name="T18" fmla="*/ 198 w 288"/>
                  <a:gd name="T19" fmla="*/ 6 h 58"/>
                  <a:gd name="T20" fmla="*/ 205 w 288"/>
                  <a:gd name="T21" fmla="*/ 0 h 58"/>
                  <a:gd name="T22" fmla="*/ 288 w 288"/>
                  <a:gd name="T23" fmla="*/ 28 h 58"/>
                  <a:gd name="T24" fmla="*/ 144 w 288"/>
                  <a:gd name="T25" fmla="*/ 58 h 58"/>
                  <a:gd name="T26" fmla="*/ 277 w 288"/>
                  <a:gd name="T27" fmla="*/ 28 h 58"/>
                  <a:gd name="T28" fmla="*/ 277 w 288"/>
                  <a:gd name="T29" fmla="*/ 28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88" h="58">
                    <a:moveTo>
                      <a:pt x="144" y="58"/>
                    </a:moveTo>
                    <a:cubicBezTo>
                      <a:pt x="130" y="58"/>
                      <a:pt x="0" y="57"/>
                      <a:pt x="0" y="28"/>
                    </a:cubicBezTo>
                    <a:cubicBezTo>
                      <a:pt x="0" y="14"/>
                      <a:pt x="28" y="5"/>
                      <a:pt x="83" y="0"/>
                    </a:cubicBezTo>
                    <a:cubicBezTo>
                      <a:pt x="87" y="0"/>
                      <a:pt x="90" y="2"/>
                      <a:pt x="90" y="6"/>
                    </a:cubicBezTo>
                    <a:cubicBezTo>
                      <a:pt x="90" y="9"/>
                      <a:pt x="88" y="12"/>
                      <a:pt x="84" y="12"/>
                    </a:cubicBezTo>
                    <a:cubicBezTo>
                      <a:pt x="33" y="16"/>
                      <a:pt x="16" y="24"/>
                      <a:pt x="13" y="28"/>
                    </a:cubicBezTo>
                    <a:cubicBezTo>
                      <a:pt x="19" y="34"/>
                      <a:pt x="65" y="46"/>
                      <a:pt x="144" y="46"/>
                    </a:cubicBezTo>
                    <a:cubicBezTo>
                      <a:pt x="223" y="46"/>
                      <a:pt x="270" y="34"/>
                      <a:pt x="276" y="28"/>
                    </a:cubicBezTo>
                    <a:cubicBezTo>
                      <a:pt x="273" y="24"/>
                      <a:pt x="255" y="16"/>
                      <a:pt x="204" y="12"/>
                    </a:cubicBezTo>
                    <a:cubicBezTo>
                      <a:pt x="201" y="12"/>
                      <a:pt x="198" y="9"/>
                      <a:pt x="198" y="6"/>
                    </a:cubicBezTo>
                    <a:cubicBezTo>
                      <a:pt x="199" y="2"/>
                      <a:pt x="202" y="0"/>
                      <a:pt x="205" y="0"/>
                    </a:cubicBezTo>
                    <a:cubicBezTo>
                      <a:pt x="260" y="5"/>
                      <a:pt x="288" y="14"/>
                      <a:pt x="288" y="28"/>
                    </a:cubicBezTo>
                    <a:cubicBezTo>
                      <a:pt x="288" y="57"/>
                      <a:pt x="159" y="58"/>
                      <a:pt x="144" y="58"/>
                    </a:cubicBezTo>
                    <a:close/>
                    <a:moveTo>
                      <a:pt x="277" y="28"/>
                    </a:moveTo>
                    <a:cubicBezTo>
                      <a:pt x="277" y="28"/>
                      <a:pt x="277" y="28"/>
                      <a:pt x="277" y="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Graphik"/>
                  <a:ea typeface="+mn-ea"/>
                  <a:cs typeface="Arial" charset="0"/>
                </a:endParaRPr>
              </a:p>
            </p:txBody>
          </p:sp>
          <p:sp>
            <p:nvSpPr>
              <p:cNvPr id="171" name="Freeform 59">
                <a:extLst>
                  <a:ext uri="{FF2B5EF4-FFF2-40B4-BE49-F238E27FC236}">
                    <a16:creationId xmlns:a16="http://schemas.microsoft.com/office/drawing/2014/main" id="{F188FDB0-61E2-D6B6-2FF5-249172889EC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883" y="806"/>
                <a:ext cx="110" cy="180"/>
              </a:xfrm>
              <a:custGeom>
                <a:avLst/>
                <a:gdLst>
                  <a:gd name="T0" fmla="*/ 66 w 72"/>
                  <a:gd name="T1" fmla="*/ 120 h 120"/>
                  <a:gd name="T2" fmla="*/ 6 w 72"/>
                  <a:gd name="T3" fmla="*/ 120 h 120"/>
                  <a:gd name="T4" fmla="*/ 0 w 72"/>
                  <a:gd name="T5" fmla="*/ 114 h 120"/>
                  <a:gd name="T6" fmla="*/ 0 w 72"/>
                  <a:gd name="T7" fmla="*/ 36 h 120"/>
                  <a:gd name="T8" fmla="*/ 36 w 72"/>
                  <a:gd name="T9" fmla="*/ 0 h 120"/>
                  <a:gd name="T10" fmla="*/ 72 w 72"/>
                  <a:gd name="T11" fmla="*/ 36 h 120"/>
                  <a:gd name="T12" fmla="*/ 72 w 72"/>
                  <a:gd name="T13" fmla="*/ 114 h 120"/>
                  <a:gd name="T14" fmla="*/ 66 w 72"/>
                  <a:gd name="T15" fmla="*/ 120 h 120"/>
                  <a:gd name="T16" fmla="*/ 12 w 72"/>
                  <a:gd name="T17" fmla="*/ 108 h 120"/>
                  <a:gd name="T18" fmla="*/ 60 w 72"/>
                  <a:gd name="T19" fmla="*/ 108 h 120"/>
                  <a:gd name="T20" fmla="*/ 60 w 72"/>
                  <a:gd name="T21" fmla="*/ 36 h 120"/>
                  <a:gd name="T22" fmla="*/ 36 w 72"/>
                  <a:gd name="T23" fmla="*/ 12 h 120"/>
                  <a:gd name="T24" fmla="*/ 12 w 72"/>
                  <a:gd name="T25" fmla="*/ 36 h 120"/>
                  <a:gd name="T26" fmla="*/ 12 w 72"/>
                  <a:gd name="T27" fmla="*/ 108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2" h="120">
                    <a:moveTo>
                      <a:pt x="66" y="120"/>
                    </a:moveTo>
                    <a:cubicBezTo>
                      <a:pt x="6" y="120"/>
                      <a:pt x="6" y="120"/>
                      <a:pt x="6" y="120"/>
                    </a:cubicBezTo>
                    <a:cubicBezTo>
                      <a:pt x="3" y="120"/>
                      <a:pt x="0" y="117"/>
                      <a:pt x="0" y="114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16"/>
                      <a:pt x="17" y="0"/>
                      <a:pt x="36" y="0"/>
                    </a:cubicBezTo>
                    <a:cubicBezTo>
                      <a:pt x="56" y="0"/>
                      <a:pt x="72" y="16"/>
                      <a:pt x="72" y="36"/>
                    </a:cubicBezTo>
                    <a:cubicBezTo>
                      <a:pt x="72" y="114"/>
                      <a:pt x="72" y="114"/>
                      <a:pt x="72" y="114"/>
                    </a:cubicBezTo>
                    <a:cubicBezTo>
                      <a:pt x="72" y="117"/>
                      <a:pt x="70" y="120"/>
                      <a:pt x="66" y="120"/>
                    </a:cubicBezTo>
                    <a:close/>
                    <a:moveTo>
                      <a:pt x="12" y="108"/>
                    </a:moveTo>
                    <a:cubicBezTo>
                      <a:pt x="60" y="108"/>
                      <a:pt x="60" y="108"/>
                      <a:pt x="60" y="108"/>
                    </a:cubicBezTo>
                    <a:cubicBezTo>
                      <a:pt x="60" y="36"/>
                      <a:pt x="60" y="36"/>
                      <a:pt x="60" y="36"/>
                    </a:cubicBezTo>
                    <a:cubicBezTo>
                      <a:pt x="60" y="22"/>
                      <a:pt x="50" y="12"/>
                      <a:pt x="36" y="12"/>
                    </a:cubicBezTo>
                    <a:cubicBezTo>
                      <a:pt x="23" y="12"/>
                      <a:pt x="12" y="22"/>
                      <a:pt x="12" y="36"/>
                    </a:cubicBezTo>
                    <a:lnTo>
                      <a:pt x="12" y="10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Graphik"/>
                  <a:ea typeface="+mn-ea"/>
                  <a:cs typeface="Arial" charset="0"/>
                </a:endParaRPr>
              </a:p>
            </p:txBody>
          </p:sp>
          <p:sp>
            <p:nvSpPr>
              <p:cNvPr id="172" name="Freeform 60">
                <a:extLst>
                  <a:ext uri="{FF2B5EF4-FFF2-40B4-BE49-F238E27FC236}">
                    <a16:creationId xmlns:a16="http://schemas.microsoft.com/office/drawing/2014/main" id="{E555A5E9-30F8-297D-5D1A-8280B3757DF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30" y="806"/>
                <a:ext cx="74" cy="144"/>
              </a:xfrm>
              <a:custGeom>
                <a:avLst/>
                <a:gdLst>
                  <a:gd name="T0" fmla="*/ 42 w 48"/>
                  <a:gd name="T1" fmla="*/ 96 h 96"/>
                  <a:gd name="T2" fmla="*/ 6 w 48"/>
                  <a:gd name="T3" fmla="*/ 96 h 96"/>
                  <a:gd name="T4" fmla="*/ 0 w 48"/>
                  <a:gd name="T5" fmla="*/ 90 h 96"/>
                  <a:gd name="T6" fmla="*/ 0 w 48"/>
                  <a:gd name="T7" fmla="*/ 24 h 96"/>
                  <a:gd name="T8" fmla="*/ 24 w 48"/>
                  <a:gd name="T9" fmla="*/ 0 h 96"/>
                  <a:gd name="T10" fmla="*/ 48 w 48"/>
                  <a:gd name="T11" fmla="*/ 24 h 96"/>
                  <a:gd name="T12" fmla="*/ 48 w 48"/>
                  <a:gd name="T13" fmla="*/ 90 h 96"/>
                  <a:gd name="T14" fmla="*/ 42 w 48"/>
                  <a:gd name="T15" fmla="*/ 96 h 96"/>
                  <a:gd name="T16" fmla="*/ 12 w 48"/>
                  <a:gd name="T17" fmla="*/ 84 h 96"/>
                  <a:gd name="T18" fmla="*/ 36 w 48"/>
                  <a:gd name="T19" fmla="*/ 84 h 96"/>
                  <a:gd name="T20" fmla="*/ 36 w 48"/>
                  <a:gd name="T21" fmla="*/ 24 h 96"/>
                  <a:gd name="T22" fmla="*/ 24 w 48"/>
                  <a:gd name="T23" fmla="*/ 12 h 96"/>
                  <a:gd name="T24" fmla="*/ 12 w 48"/>
                  <a:gd name="T25" fmla="*/ 24 h 96"/>
                  <a:gd name="T26" fmla="*/ 12 w 48"/>
                  <a:gd name="T27" fmla="*/ 84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8" h="96">
                    <a:moveTo>
                      <a:pt x="42" y="96"/>
                    </a:moveTo>
                    <a:cubicBezTo>
                      <a:pt x="6" y="96"/>
                      <a:pt x="6" y="96"/>
                      <a:pt x="6" y="96"/>
                    </a:cubicBezTo>
                    <a:cubicBezTo>
                      <a:pt x="3" y="96"/>
                      <a:pt x="0" y="93"/>
                      <a:pt x="0" y="90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10"/>
                      <a:pt x="11" y="0"/>
                      <a:pt x="24" y="0"/>
                    </a:cubicBezTo>
                    <a:cubicBezTo>
                      <a:pt x="38" y="0"/>
                      <a:pt x="48" y="10"/>
                      <a:pt x="48" y="24"/>
                    </a:cubicBezTo>
                    <a:cubicBezTo>
                      <a:pt x="48" y="90"/>
                      <a:pt x="48" y="90"/>
                      <a:pt x="48" y="90"/>
                    </a:cubicBezTo>
                    <a:cubicBezTo>
                      <a:pt x="48" y="93"/>
                      <a:pt x="46" y="96"/>
                      <a:pt x="42" y="96"/>
                    </a:cubicBezTo>
                    <a:close/>
                    <a:moveTo>
                      <a:pt x="12" y="84"/>
                    </a:moveTo>
                    <a:cubicBezTo>
                      <a:pt x="36" y="84"/>
                      <a:pt x="36" y="84"/>
                      <a:pt x="36" y="84"/>
                    </a:cubicBezTo>
                    <a:cubicBezTo>
                      <a:pt x="36" y="24"/>
                      <a:pt x="36" y="24"/>
                      <a:pt x="36" y="24"/>
                    </a:cubicBezTo>
                    <a:cubicBezTo>
                      <a:pt x="36" y="17"/>
                      <a:pt x="31" y="12"/>
                      <a:pt x="24" y="12"/>
                    </a:cubicBezTo>
                    <a:cubicBezTo>
                      <a:pt x="18" y="12"/>
                      <a:pt x="12" y="17"/>
                      <a:pt x="12" y="24"/>
                    </a:cubicBezTo>
                    <a:lnTo>
                      <a:pt x="12" y="8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Graphik"/>
                  <a:ea typeface="+mn-ea"/>
                  <a:cs typeface="Arial" charset="0"/>
                </a:endParaRPr>
              </a:p>
            </p:txBody>
          </p:sp>
          <p:sp>
            <p:nvSpPr>
              <p:cNvPr id="173" name="Freeform 61">
                <a:extLst>
                  <a:ext uri="{FF2B5EF4-FFF2-40B4-BE49-F238E27FC236}">
                    <a16:creationId xmlns:a16="http://schemas.microsoft.com/office/drawing/2014/main" id="{34EE9AB9-DECD-75CD-EC6C-299F892DC19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773" y="806"/>
                <a:ext cx="73" cy="144"/>
              </a:xfrm>
              <a:custGeom>
                <a:avLst/>
                <a:gdLst>
                  <a:gd name="T0" fmla="*/ 42 w 48"/>
                  <a:gd name="T1" fmla="*/ 96 h 96"/>
                  <a:gd name="T2" fmla="*/ 6 w 48"/>
                  <a:gd name="T3" fmla="*/ 96 h 96"/>
                  <a:gd name="T4" fmla="*/ 0 w 48"/>
                  <a:gd name="T5" fmla="*/ 90 h 96"/>
                  <a:gd name="T6" fmla="*/ 0 w 48"/>
                  <a:gd name="T7" fmla="*/ 24 h 96"/>
                  <a:gd name="T8" fmla="*/ 24 w 48"/>
                  <a:gd name="T9" fmla="*/ 0 h 96"/>
                  <a:gd name="T10" fmla="*/ 48 w 48"/>
                  <a:gd name="T11" fmla="*/ 24 h 96"/>
                  <a:gd name="T12" fmla="*/ 48 w 48"/>
                  <a:gd name="T13" fmla="*/ 90 h 96"/>
                  <a:gd name="T14" fmla="*/ 42 w 48"/>
                  <a:gd name="T15" fmla="*/ 96 h 96"/>
                  <a:gd name="T16" fmla="*/ 12 w 48"/>
                  <a:gd name="T17" fmla="*/ 84 h 96"/>
                  <a:gd name="T18" fmla="*/ 36 w 48"/>
                  <a:gd name="T19" fmla="*/ 84 h 96"/>
                  <a:gd name="T20" fmla="*/ 36 w 48"/>
                  <a:gd name="T21" fmla="*/ 24 h 96"/>
                  <a:gd name="T22" fmla="*/ 24 w 48"/>
                  <a:gd name="T23" fmla="*/ 12 h 96"/>
                  <a:gd name="T24" fmla="*/ 12 w 48"/>
                  <a:gd name="T25" fmla="*/ 24 h 96"/>
                  <a:gd name="T26" fmla="*/ 12 w 48"/>
                  <a:gd name="T27" fmla="*/ 84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8" h="96">
                    <a:moveTo>
                      <a:pt x="42" y="96"/>
                    </a:moveTo>
                    <a:cubicBezTo>
                      <a:pt x="6" y="96"/>
                      <a:pt x="6" y="96"/>
                      <a:pt x="6" y="96"/>
                    </a:cubicBezTo>
                    <a:cubicBezTo>
                      <a:pt x="3" y="96"/>
                      <a:pt x="0" y="93"/>
                      <a:pt x="0" y="90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10"/>
                      <a:pt x="11" y="0"/>
                      <a:pt x="24" y="0"/>
                    </a:cubicBezTo>
                    <a:cubicBezTo>
                      <a:pt x="38" y="0"/>
                      <a:pt x="48" y="10"/>
                      <a:pt x="48" y="24"/>
                    </a:cubicBezTo>
                    <a:cubicBezTo>
                      <a:pt x="48" y="90"/>
                      <a:pt x="48" y="90"/>
                      <a:pt x="48" y="90"/>
                    </a:cubicBezTo>
                    <a:cubicBezTo>
                      <a:pt x="48" y="93"/>
                      <a:pt x="46" y="96"/>
                      <a:pt x="42" y="96"/>
                    </a:cubicBezTo>
                    <a:close/>
                    <a:moveTo>
                      <a:pt x="12" y="84"/>
                    </a:moveTo>
                    <a:cubicBezTo>
                      <a:pt x="36" y="84"/>
                      <a:pt x="36" y="84"/>
                      <a:pt x="36" y="84"/>
                    </a:cubicBezTo>
                    <a:cubicBezTo>
                      <a:pt x="36" y="24"/>
                      <a:pt x="36" y="24"/>
                      <a:pt x="36" y="24"/>
                    </a:cubicBezTo>
                    <a:cubicBezTo>
                      <a:pt x="36" y="17"/>
                      <a:pt x="31" y="12"/>
                      <a:pt x="24" y="12"/>
                    </a:cubicBezTo>
                    <a:cubicBezTo>
                      <a:pt x="18" y="12"/>
                      <a:pt x="12" y="17"/>
                      <a:pt x="12" y="24"/>
                    </a:cubicBezTo>
                    <a:lnTo>
                      <a:pt x="12" y="8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Graphik"/>
                  <a:ea typeface="+mn-ea"/>
                  <a:cs typeface="Arial" charset="0"/>
                </a:endParaRPr>
              </a:p>
            </p:txBody>
          </p:sp>
        </p:grp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FE25C5FD-44DA-E4EF-C6DA-40864B6B4AD5}"/>
              </a:ext>
            </a:extLst>
          </p:cNvPr>
          <p:cNvGrpSpPr/>
          <p:nvPr/>
        </p:nvGrpSpPr>
        <p:grpSpPr>
          <a:xfrm>
            <a:off x="6286597" y="2638444"/>
            <a:ext cx="360000" cy="360000"/>
            <a:chOff x="5560136" y="2625868"/>
            <a:chExt cx="360000" cy="360000"/>
          </a:xfrm>
        </p:grpSpPr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3ED52254-49A8-3F0F-8DF1-877950B1D69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60136" y="2625868"/>
              <a:ext cx="360000" cy="36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2921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grpSp>
          <p:nvGrpSpPr>
            <p:cNvPr id="176" name="Group 78">
              <a:extLst>
                <a:ext uri="{FF2B5EF4-FFF2-40B4-BE49-F238E27FC236}">
                  <a16:creationId xmlns:a16="http://schemas.microsoft.com/office/drawing/2014/main" id="{9EBA904C-43C2-7425-6DAE-A1CE4B0F472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659009" y="2697868"/>
              <a:ext cx="162255" cy="216000"/>
              <a:chOff x="5561" y="440"/>
              <a:chExt cx="320" cy="426"/>
            </a:xfrm>
            <a:solidFill>
              <a:srgbClr val="A100FF"/>
            </a:solidFill>
          </p:grpSpPr>
          <p:sp>
            <p:nvSpPr>
              <p:cNvPr id="177" name="Freeform 79">
                <a:extLst>
                  <a:ext uri="{FF2B5EF4-FFF2-40B4-BE49-F238E27FC236}">
                    <a16:creationId xmlns:a16="http://schemas.microsoft.com/office/drawing/2014/main" id="{571FDBB0-3CB1-35E3-1AD7-479D3C5E4D3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561" y="440"/>
                <a:ext cx="320" cy="426"/>
              </a:xfrm>
              <a:custGeom>
                <a:avLst/>
                <a:gdLst>
                  <a:gd name="T0" fmla="*/ 210 w 216"/>
                  <a:gd name="T1" fmla="*/ 288 h 288"/>
                  <a:gd name="T2" fmla="*/ 6 w 216"/>
                  <a:gd name="T3" fmla="*/ 288 h 288"/>
                  <a:gd name="T4" fmla="*/ 0 w 216"/>
                  <a:gd name="T5" fmla="*/ 282 h 288"/>
                  <a:gd name="T6" fmla="*/ 0 w 216"/>
                  <a:gd name="T7" fmla="*/ 6 h 288"/>
                  <a:gd name="T8" fmla="*/ 6 w 216"/>
                  <a:gd name="T9" fmla="*/ 0 h 288"/>
                  <a:gd name="T10" fmla="*/ 138 w 216"/>
                  <a:gd name="T11" fmla="*/ 0 h 288"/>
                  <a:gd name="T12" fmla="*/ 142 w 216"/>
                  <a:gd name="T13" fmla="*/ 2 h 288"/>
                  <a:gd name="T14" fmla="*/ 214 w 216"/>
                  <a:gd name="T15" fmla="*/ 74 h 288"/>
                  <a:gd name="T16" fmla="*/ 216 w 216"/>
                  <a:gd name="T17" fmla="*/ 78 h 288"/>
                  <a:gd name="T18" fmla="*/ 216 w 216"/>
                  <a:gd name="T19" fmla="*/ 282 h 288"/>
                  <a:gd name="T20" fmla="*/ 210 w 216"/>
                  <a:gd name="T21" fmla="*/ 288 h 288"/>
                  <a:gd name="T22" fmla="*/ 12 w 216"/>
                  <a:gd name="T23" fmla="*/ 276 h 288"/>
                  <a:gd name="T24" fmla="*/ 204 w 216"/>
                  <a:gd name="T25" fmla="*/ 276 h 288"/>
                  <a:gd name="T26" fmla="*/ 204 w 216"/>
                  <a:gd name="T27" fmla="*/ 81 h 288"/>
                  <a:gd name="T28" fmla="*/ 136 w 216"/>
                  <a:gd name="T29" fmla="*/ 12 h 288"/>
                  <a:gd name="T30" fmla="*/ 12 w 216"/>
                  <a:gd name="T31" fmla="*/ 12 h 288"/>
                  <a:gd name="T32" fmla="*/ 12 w 216"/>
                  <a:gd name="T33" fmla="*/ 276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16" h="288">
                    <a:moveTo>
                      <a:pt x="210" y="288"/>
                    </a:moveTo>
                    <a:cubicBezTo>
                      <a:pt x="6" y="288"/>
                      <a:pt x="6" y="288"/>
                      <a:pt x="6" y="288"/>
                    </a:cubicBezTo>
                    <a:cubicBezTo>
                      <a:pt x="3" y="288"/>
                      <a:pt x="0" y="286"/>
                      <a:pt x="0" y="282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38" y="0"/>
                      <a:pt x="138" y="0"/>
                      <a:pt x="138" y="0"/>
                    </a:cubicBezTo>
                    <a:cubicBezTo>
                      <a:pt x="140" y="0"/>
                      <a:pt x="141" y="1"/>
                      <a:pt x="142" y="2"/>
                    </a:cubicBezTo>
                    <a:cubicBezTo>
                      <a:pt x="214" y="74"/>
                      <a:pt x="214" y="74"/>
                      <a:pt x="214" y="74"/>
                    </a:cubicBezTo>
                    <a:cubicBezTo>
                      <a:pt x="216" y="75"/>
                      <a:pt x="216" y="77"/>
                      <a:pt x="216" y="78"/>
                    </a:cubicBezTo>
                    <a:cubicBezTo>
                      <a:pt x="216" y="282"/>
                      <a:pt x="216" y="282"/>
                      <a:pt x="216" y="282"/>
                    </a:cubicBezTo>
                    <a:cubicBezTo>
                      <a:pt x="216" y="286"/>
                      <a:pt x="214" y="288"/>
                      <a:pt x="210" y="288"/>
                    </a:cubicBezTo>
                    <a:close/>
                    <a:moveTo>
                      <a:pt x="12" y="276"/>
                    </a:moveTo>
                    <a:cubicBezTo>
                      <a:pt x="204" y="276"/>
                      <a:pt x="204" y="276"/>
                      <a:pt x="204" y="276"/>
                    </a:cubicBezTo>
                    <a:cubicBezTo>
                      <a:pt x="204" y="81"/>
                      <a:pt x="204" y="81"/>
                      <a:pt x="204" y="81"/>
                    </a:cubicBezTo>
                    <a:cubicBezTo>
                      <a:pt x="136" y="12"/>
                      <a:pt x="136" y="12"/>
                      <a:pt x="136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27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endParaRPr>
              </a:p>
            </p:txBody>
          </p:sp>
          <p:sp>
            <p:nvSpPr>
              <p:cNvPr id="178" name="Freeform 80">
                <a:extLst>
                  <a:ext uri="{FF2B5EF4-FFF2-40B4-BE49-F238E27FC236}">
                    <a16:creationId xmlns:a16="http://schemas.microsoft.com/office/drawing/2014/main" id="{ECE02369-FDB2-BC26-A177-D2391626B6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57" y="440"/>
                <a:ext cx="124" cy="125"/>
              </a:xfrm>
              <a:custGeom>
                <a:avLst/>
                <a:gdLst>
                  <a:gd name="T0" fmla="*/ 78 w 84"/>
                  <a:gd name="T1" fmla="*/ 84 h 84"/>
                  <a:gd name="T2" fmla="*/ 6 w 84"/>
                  <a:gd name="T3" fmla="*/ 84 h 84"/>
                  <a:gd name="T4" fmla="*/ 0 w 84"/>
                  <a:gd name="T5" fmla="*/ 78 h 84"/>
                  <a:gd name="T6" fmla="*/ 0 w 84"/>
                  <a:gd name="T7" fmla="*/ 6 h 84"/>
                  <a:gd name="T8" fmla="*/ 6 w 84"/>
                  <a:gd name="T9" fmla="*/ 0 h 84"/>
                  <a:gd name="T10" fmla="*/ 12 w 84"/>
                  <a:gd name="T11" fmla="*/ 6 h 84"/>
                  <a:gd name="T12" fmla="*/ 12 w 84"/>
                  <a:gd name="T13" fmla="*/ 72 h 84"/>
                  <a:gd name="T14" fmla="*/ 78 w 84"/>
                  <a:gd name="T15" fmla="*/ 72 h 84"/>
                  <a:gd name="T16" fmla="*/ 84 w 84"/>
                  <a:gd name="T17" fmla="*/ 78 h 84"/>
                  <a:gd name="T18" fmla="*/ 78 w 84"/>
                  <a:gd name="T19" fmla="*/ 84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4" h="84">
                    <a:moveTo>
                      <a:pt x="78" y="84"/>
                    </a:moveTo>
                    <a:cubicBezTo>
                      <a:pt x="6" y="84"/>
                      <a:pt x="6" y="84"/>
                      <a:pt x="6" y="84"/>
                    </a:cubicBezTo>
                    <a:cubicBezTo>
                      <a:pt x="3" y="84"/>
                      <a:pt x="0" y="82"/>
                      <a:pt x="0" y="78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0" y="0"/>
                      <a:pt x="12" y="3"/>
                      <a:pt x="12" y="6"/>
                    </a:cubicBezTo>
                    <a:cubicBezTo>
                      <a:pt x="12" y="72"/>
                      <a:pt x="12" y="72"/>
                      <a:pt x="12" y="72"/>
                    </a:cubicBezTo>
                    <a:cubicBezTo>
                      <a:pt x="78" y="72"/>
                      <a:pt x="78" y="72"/>
                      <a:pt x="78" y="72"/>
                    </a:cubicBezTo>
                    <a:cubicBezTo>
                      <a:pt x="82" y="72"/>
                      <a:pt x="84" y="75"/>
                      <a:pt x="84" y="78"/>
                    </a:cubicBezTo>
                    <a:cubicBezTo>
                      <a:pt x="84" y="82"/>
                      <a:pt x="82" y="84"/>
                      <a:pt x="78" y="8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endParaRPr>
              </a:p>
            </p:txBody>
          </p:sp>
          <p:sp>
            <p:nvSpPr>
              <p:cNvPr id="179" name="Freeform 81">
                <a:extLst>
                  <a:ext uri="{FF2B5EF4-FFF2-40B4-BE49-F238E27FC236}">
                    <a16:creationId xmlns:a16="http://schemas.microsoft.com/office/drawing/2014/main" id="{E23CD0CC-0AA4-7F64-4E5A-169DA4EB46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1" y="618"/>
                <a:ext cx="89" cy="17"/>
              </a:xfrm>
              <a:custGeom>
                <a:avLst/>
                <a:gdLst>
                  <a:gd name="T0" fmla="*/ 54 w 60"/>
                  <a:gd name="T1" fmla="*/ 12 h 12"/>
                  <a:gd name="T2" fmla="*/ 6 w 60"/>
                  <a:gd name="T3" fmla="*/ 12 h 12"/>
                  <a:gd name="T4" fmla="*/ 0 w 60"/>
                  <a:gd name="T5" fmla="*/ 6 h 12"/>
                  <a:gd name="T6" fmla="*/ 6 w 60"/>
                  <a:gd name="T7" fmla="*/ 0 h 12"/>
                  <a:gd name="T8" fmla="*/ 54 w 60"/>
                  <a:gd name="T9" fmla="*/ 0 h 12"/>
                  <a:gd name="T10" fmla="*/ 60 w 60"/>
                  <a:gd name="T11" fmla="*/ 6 h 12"/>
                  <a:gd name="T12" fmla="*/ 54 w 60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0" h="12">
                    <a:moveTo>
                      <a:pt x="54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10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58" y="0"/>
                      <a:pt x="60" y="3"/>
                      <a:pt x="60" y="6"/>
                    </a:cubicBezTo>
                    <a:cubicBezTo>
                      <a:pt x="60" y="10"/>
                      <a:pt x="58" y="12"/>
                      <a:pt x="5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endParaRPr>
              </a:p>
            </p:txBody>
          </p:sp>
          <p:sp>
            <p:nvSpPr>
              <p:cNvPr id="180" name="Freeform 82">
                <a:extLst>
                  <a:ext uri="{FF2B5EF4-FFF2-40B4-BE49-F238E27FC236}">
                    <a16:creationId xmlns:a16="http://schemas.microsoft.com/office/drawing/2014/main" id="{EFEA4217-74EC-9887-0688-889F18C970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1" y="689"/>
                <a:ext cx="89" cy="17"/>
              </a:xfrm>
              <a:custGeom>
                <a:avLst/>
                <a:gdLst>
                  <a:gd name="T0" fmla="*/ 54 w 60"/>
                  <a:gd name="T1" fmla="*/ 12 h 12"/>
                  <a:gd name="T2" fmla="*/ 6 w 60"/>
                  <a:gd name="T3" fmla="*/ 12 h 12"/>
                  <a:gd name="T4" fmla="*/ 0 w 60"/>
                  <a:gd name="T5" fmla="*/ 6 h 12"/>
                  <a:gd name="T6" fmla="*/ 6 w 60"/>
                  <a:gd name="T7" fmla="*/ 0 h 12"/>
                  <a:gd name="T8" fmla="*/ 54 w 60"/>
                  <a:gd name="T9" fmla="*/ 0 h 12"/>
                  <a:gd name="T10" fmla="*/ 60 w 60"/>
                  <a:gd name="T11" fmla="*/ 6 h 12"/>
                  <a:gd name="T12" fmla="*/ 54 w 60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0" h="12">
                    <a:moveTo>
                      <a:pt x="54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10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58" y="0"/>
                      <a:pt x="60" y="3"/>
                      <a:pt x="60" y="6"/>
                    </a:cubicBezTo>
                    <a:cubicBezTo>
                      <a:pt x="60" y="10"/>
                      <a:pt x="58" y="12"/>
                      <a:pt x="5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endParaRPr>
              </a:p>
            </p:txBody>
          </p:sp>
          <p:sp>
            <p:nvSpPr>
              <p:cNvPr id="181" name="Freeform 83">
                <a:extLst>
                  <a:ext uri="{FF2B5EF4-FFF2-40B4-BE49-F238E27FC236}">
                    <a16:creationId xmlns:a16="http://schemas.microsoft.com/office/drawing/2014/main" id="{56F3179E-01C3-56F2-B176-76F22E431E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1" y="760"/>
                <a:ext cx="89" cy="17"/>
              </a:xfrm>
              <a:custGeom>
                <a:avLst/>
                <a:gdLst>
                  <a:gd name="T0" fmla="*/ 54 w 60"/>
                  <a:gd name="T1" fmla="*/ 12 h 12"/>
                  <a:gd name="T2" fmla="*/ 6 w 60"/>
                  <a:gd name="T3" fmla="*/ 12 h 12"/>
                  <a:gd name="T4" fmla="*/ 0 w 60"/>
                  <a:gd name="T5" fmla="*/ 6 h 12"/>
                  <a:gd name="T6" fmla="*/ 6 w 60"/>
                  <a:gd name="T7" fmla="*/ 0 h 12"/>
                  <a:gd name="T8" fmla="*/ 54 w 60"/>
                  <a:gd name="T9" fmla="*/ 0 h 12"/>
                  <a:gd name="T10" fmla="*/ 60 w 60"/>
                  <a:gd name="T11" fmla="*/ 6 h 12"/>
                  <a:gd name="T12" fmla="*/ 54 w 60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0" h="12">
                    <a:moveTo>
                      <a:pt x="54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10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58" y="0"/>
                      <a:pt x="60" y="3"/>
                      <a:pt x="60" y="6"/>
                    </a:cubicBezTo>
                    <a:cubicBezTo>
                      <a:pt x="60" y="10"/>
                      <a:pt x="58" y="12"/>
                      <a:pt x="5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endParaRPr>
              </a:p>
            </p:txBody>
          </p:sp>
          <p:sp>
            <p:nvSpPr>
              <p:cNvPr id="182" name="Freeform 84">
                <a:extLst>
                  <a:ext uri="{FF2B5EF4-FFF2-40B4-BE49-F238E27FC236}">
                    <a16:creationId xmlns:a16="http://schemas.microsoft.com/office/drawing/2014/main" id="{4DEBF491-A93F-1107-9E0C-6E930BF42C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14" y="582"/>
                <a:ext cx="91" cy="62"/>
              </a:xfrm>
              <a:custGeom>
                <a:avLst/>
                <a:gdLst>
                  <a:gd name="T0" fmla="*/ 24 w 61"/>
                  <a:gd name="T1" fmla="*/ 42 h 42"/>
                  <a:gd name="T2" fmla="*/ 20 w 61"/>
                  <a:gd name="T3" fmla="*/ 41 h 42"/>
                  <a:gd name="T4" fmla="*/ 2 w 61"/>
                  <a:gd name="T5" fmla="*/ 23 h 42"/>
                  <a:gd name="T6" fmla="*/ 2 w 61"/>
                  <a:gd name="T7" fmla="*/ 14 h 42"/>
                  <a:gd name="T8" fmla="*/ 10 w 61"/>
                  <a:gd name="T9" fmla="*/ 14 h 42"/>
                  <a:gd name="T10" fmla="*/ 24 w 61"/>
                  <a:gd name="T11" fmla="*/ 28 h 42"/>
                  <a:gd name="T12" fmla="*/ 50 w 61"/>
                  <a:gd name="T13" fmla="*/ 2 h 42"/>
                  <a:gd name="T14" fmla="*/ 58 w 61"/>
                  <a:gd name="T15" fmla="*/ 2 h 42"/>
                  <a:gd name="T16" fmla="*/ 58 w 61"/>
                  <a:gd name="T17" fmla="*/ 11 h 42"/>
                  <a:gd name="T18" fmla="*/ 28 w 61"/>
                  <a:gd name="T19" fmla="*/ 41 h 42"/>
                  <a:gd name="T20" fmla="*/ 24 w 61"/>
                  <a:gd name="T21" fmla="*/ 4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1" h="42">
                    <a:moveTo>
                      <a:pt x="24" y="42"/>
                    </a:moveTo>
                    <a:cubicBezTo>
                      <a:pt x="23" y="42"/>
                      <a:pt x="21" y="42"/>
                      <a:pt x="20" y="41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0" y="20"/>
                      <a:pt x="0" y="17"/>
                      <a:pt x="2" y="14"/>
                    </a:cubicBezTo>
                    <a:cubicBezTo>
                      <a:pt x="4" y="12"/>
                      <a:pt x="8" y="12"/>
                      <a:pt x="10" y="14"/>
                    </a:cubicBezTo>
                    <a:cubicBezTo>
                      <a:pt x="24" y="28"/>
                      <a:pt x="24" y="28"/>
                      <a:pt x="24" y="28"/>
                    </a:cubicBezTo>
                    <a:cubicBezTo>
                      <a:pt x="50" y="2"/>
                      <a:pt x="50" y="2"/>
                      <a:pt x="50" y="2"/>
                    </a:cubicBezTo>
                    <a:cubicBezTo>
                      <a:pt x="52" y="0"/>
                      <a:pt x="56" y="0"/>
                      <a:pt x="58" y="2"/>
                    </a:cubicBezTo>
                    <a:cubicBezTo>
                      <a:pt x="61" y="5"/>
                      <a:pt x="61" y="8"/>
                      <a:pt x="58" y="11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7" y="42"/>
                      <a:pt x="26" y="42"/>
                      <a:pt x="24" y="4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endParaRPr>
              </a:p>
            </p:txBody>
          </p:sp>
          <p:sp>
            <p:nvSpPr>
              <p:cNvPr id="183" name="Freeform 85">
                <a:extLst>
                  <a:ext uri="{FF2B5EF4-FFF2-40B4-BE49-F238E27FC236}">
                    <a16:creationId xmlns:a16="http://schemas.microsoft.com/office/drawing/2014/main" id="{4480DBB3-3FDC-7BC6-E82C-C7493B0452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14" y="653"/>
                <a:ext cx="91" cy="62"/>
              </a:xfrm>
              <a:custGeom>
                <a:avLst/>
                <a:gdLst>
                  <a:gd name="T0" fmla="*/ 24 w 61"/>
                  <a:gd name="T1" fmla="*/ 42 h 42"/>
                  <a:gd name="T2" fmla="*/ 20 w 61"/>
                  <a:gd name="T3" fmla="*/ 41 h 42"/>
                  <a:gd name="T4" fmla="*/ 2 w 61"/>
                  <a:gd name="T5" fmla="*/ 23 h 42"/>
                  <a:gd name="T6" fmla="*/ 2 w 61"/>
                  <a:gd name="T7" fmla="*/ 14 h 42"/>
                  <a:gd name="T8" fmla="*/ 10 w 61"/>
                  <a:gd name="T9" fmla="*/ 14 h 42"/>
                  <a:gd name="T10" fmla="*/ 24 w 61"/>
                  <a:gd name="T11" fmla="*/ 28 h 42"/>
                  <a:gd name="T12" fmla="*/ 50 w 61"/>
                  <a:gd name="T13" fmla="*/ 2 h 42"/>
                  <a:gd name="T14" fmla="*/ 58 w 61"/>
                  <a:gd name="T15" fmla="*/ 2 h 42"/>
                  <a:gd name="T16" fmla="*/ 58 w 61"/>
                  <a:gd name="T17" fmla="*/ 11 h 42"/>
                  <a:gd name="T18" fmla="*/ 28 w 61"/>
                  <a:gd name="T19" fmla="*/ 41 h 42"/>
                  <a:gd name="T20" fmla="*/ 24 w 61"/>
                  <a:gd name="T21" fmla="*/ 4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1" h="42">
                    <a:moveTo>
                      <a:pt x="24" y="42"/>
                    </a:moveTo>
                    <a:cubicBezTo>
                      <a:pt x="23" y="42"/>
                      <a:pt x="21" y="42"/>
                      <a:pt x="20" y="41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0" y="20"/>
                      <a:pt x="0" y="17"/>
                      <a:pt x="2" y="14"/>
                    </a:cubicBezTo>
                    <a:cubicBezTo>
                      <a:pt x="4" y="12"/>
                      <a:pt x="8" y="12"/>
                      <a:pt x="10" y="14"/>
                    </a:cubicBezTo>
                    <a:cubicBezTo>
                      <a:pt x="24" y="28"/>
                      <a:pt x="24" y="28"/>
                      <a:pt x="24" y="28"/>
                    </a:cubicBezTo>
                    <a:cubicBezTo>
                      <a:pt x="50" y="2"/>
                      <a:pt x="50" y="2"/>
                      <a:pt x="50" y="2"/>
                    </a:cubicBezTo>
                    <a:cubicBezTo>
                      <a:pt x="52" y="0"/>
                      <a:pt x="56" y="0"/>
                      <a:pt x="58" y="2"/>
                    </a:cubicBezTo>
                    <a:cubicBezTo>
                      <a:pt x="61" y="5"/>
                      <a:pt x="61" y="8"/>
                      <a:pt x="58" y="11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7" y="42"/>
                      <a:pt x="26" y="42"/>
                      <a:pt x="24" y="4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endParaRPr>
              </a:p>
            </p:txBody>
          </p:sp>
          <p:sp>
            <p:nvSpPr>
              <p:cNvPr id="184" name="Freeform 86">
                <a:extLst>
                  <a:ext uri="{FF2B5EF4-FFF2-40B4-BE49-F238E27FC236}">
                    <a16:creationId xmlns:a16="http://schemas.microsoft.com/office/drawing/2014/main" id="{095D9099-304A-7AB2-C7D4-6E05784038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14" y="724"/>
                <a:ext cx="91" cy="62"/>
              </a:xfrm>
              <a:custGeom>
                <a:avLst/>
                <a:gdLst>
                  <a:gd name="T0" fmla="*/ 24 w 61"/>
                  <a:gd name="T1" fmla="*/ 42 h 42"/>
                  <a:gd name="T2" fmla="*/ 20 w 61"/>
                  <a:gd name="T3" fmla="*/ 41 h 42"/>
                  <a:gd name="T4" fmla="*/ 2 w 61"/>
                  <a:gd name="T5" fmla="*/ 23 h 42"/>
                  <a:gd name="T6" fmla="*/ 2 w 61"/>
                  <a:gd name="T7" fmla="*/ 14 h 42"/>
                  <a:gd name="T8" fmla="*/ 10 w 61"/>
                  <a:gd name="T9" fmla="*/ 14 h 42"/>
                  <a:gd name="T10" fmla="*/ 24 w 61"/>
                  <a:gd name="T11" fmla="*/ 28 h 42"/>
                  <a:gd name="T12" fmla="*/ 50 w 61"/>
                  <a:gd name="T13" fmla="*/ 2 h 42"/>
                  <a:gd name="T14" fmla="*/ 58 w 61"/>
                  <a:gd name="T15" fmla="*/ 2 h 42"/>
                  <a:gd name="T16" fmla="*/ 58 w 61"/>
                  <a:gd name="T17" fmla="*/ 11 h 42"/>
                  <a:gd name="T18" fmla="*/ 28 w 61"/>
                  <a:gd name="T19" fmla="*/ 41 h 42"/>
                  <a:gd name="T20" fmla="*/ 24 w 61"/>
                  <a:gd name="T21" fmla="*/ 4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1" h="42">
                    <a:moveTo>
                      <a:pt x="24" y="42"/>
                    </a:moveTo>
                    <a:cubicBezTo>
                      <a:pt x="23" y="42"/>
                      <a:pt x="21" y="42"/>
                      <a:pt x="20" y="41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0" y="20"/>
                      <a:pt x="0" y="17"/>
                      <a:pt x="2" y="14"/>
                    </a:cubicBezTo>
                    <a:cubicBezTo>
                      <a:pt x="4" y="12"/>
                      <a:pt x="8" y="12"/>
                      <a:pt x="10" y="14"/>
                    </a:cubicBezTo>
                    <a:cubicBezTo>
                      <a:pt x="24" y="28"/>
                      <a:pt x="24" y="28"/>
                      <a:pt x="24" y="28"/>
                    </a:cubicBezTo>
                    <a:cubicBezTo>
                      <a:pt x="50" y="2"/>
                      <a:pt x="50" y="2"/>
                      <a:pt x="50" y="2"/>
                    </a:cubicBezTo>
                    <a:cubicBezTo>
                      <a:pt x="52" y="0"/>
                      <a:pt x="56" y="0"/>
                      <a:pt x="58" y="2"/>
                    </a:cubicBezTo>
                    <a:cubicBezTo>
                      <a:pt x="61" y="5"/>
                      <a:pt x="61" y="8"/>
                      <a:pt x="58" y="11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7" y="42"/>
                      <a:pt x="26" y="42"/>
                      <a:pt x="24" y="4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endParaRPr>
              </a:p>
            </p:txBody>
          </p:sp>
        </p:grpSp>
      </p:grpSp>
      <p:sp>
        <p:nvSpPr>
          <p:cNvPr id="185" name="TextBox 184">
            <a:extLst>
              <a:ext uri="{FF2B5EF4-FFF2-40B4-BE49-F238E27FC236}">
                <a16:creationId xmlns:a16="http://schemas.microsoft.com/office/drawing/2014/main" id="{F2C0F276-F14A-341B-395A-B04270FFAB9E}"/>
              </a:ext>
            </a:extLst>
          </p:cNvPr>
          <p:cNvSpPr txBox="1"/>
          <p:nvPr/>
        </p:nvSpPr>
        <p:spPr>
          <a:xfrm>
            <a:off x="5143934" y="2687735"/>
            <a:ext cx="12228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Step 3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3F5C868A-4673-A23C-0389-448073749E48}"/>
              </a:ext>
            </a:extLst>
          </p:cNvPr>
          <p:cNvSpPr txBox="1"/>
          <p:nvPr/>
        </p:nvSpPr>
        <p:spPr>
          <a:xfrm>
            <a:off x="2005245" y="2916899"/>
            <a:ext cx="7655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Step 1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703143A3-7BDB-82D4-521C-7CE5D7E50FAB}"/>
              </a:ext>
            </a:extLst>
          </p:cNvPr>
          <p:cNvSpPr txBox="1"/>
          <p:nvPr/>
        </p:nvSpPr>
        <p:spPr>
          <a:xfrm>
            <a:off x="3757953" y="2425796"/>
            <a:ext cx="12228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Step 2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1F9C8F6D-311D-0A59-2AA3-BC95678D5E9F}"/>
              </a:ext>
            </a:extLst>
          </p:cNvPr>
          <p:cNvGrpSpPr/>
          <p:nvPr/>
        </p:nvGrpSpPr>
        <p:grpSpPr>
          <a:xfrm>
            <a:off x="10750371" y="2496066"/>
            <a:ext cx="638531" cy="638531"/>
            <a:chOff x="10688659" y="2413920"/>
            <a:chExt cx="840484" cy="840484"/>
          </a:xfrm>
        </p:grpSpPr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F9694E6C-770C-60E3-DD72-090A286A41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688659" y="2413920"/>
              <a:ext cx="840484" cy="8404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2921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grpSp>
          <p:nvGrpSpPr>
            <p:cNvPr id="190" name="Group 186">
              <a:extLst>
                <a:ext uri="{FF2B5EF4-FFF2-40B4-BE49-F238E27FC236}">
                  <a16:creationId xmlns:a16="http://schemas.microsoft.com/office/drawing/2014/main" id="{F3E3006A-A8C4-8C61-45AA-3AA6A4E87C4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60618" y="2606711"/>
              <a:ext cx="496566" cy="454902"/>
              <a:chOff x="5675" y="3229"/>
              <a:chExt cx="441" cy="404"/>
            </a:xfrm>
            <a:solidFill>
              <a:srgbClr val="A100FF"/>
            </a:solidFill>
          </p:grpSpPr>
          <p:sp>
            <p:nvSpPr>
              <p:cNvPr id="191" name="Freeform 187">
                <a:extLst>
                  <a:ext uri="{FF2B5EF4-FFF2-40B4-BE49-F238E27FC236}">
                    <a16:creationId xmlns:a16="http://schemas.microsoft.com/office/drawing/2014/main" id="{5D87C60D-ADA4-56A4-3004-4B8220D1FA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75" y="3310"/>
                <a:ext cx="441" cy="323"/>
              </a:xfrm>
              <a:custGeom>
                <a:avLst/>
                <a:gdLst>
                  <a:gd name="T0" fmla="*/ 282 w 288"/>
                  <a:gd name="T1" fmla="*/ 216 h 216"/>
                  <a:gd name="T2" fmla="*/ 6 w 288"/>
                  <a:gd name="T3" fmla="*/ 216 h 216"/>
                  <a:gd name="T4" fmla="*/ 0 w 288"/>
                  <a:gd name="T5" fmla="*/ 210 h 216"/>
                  <a:gd name="T6" fmla="*/ 0 w 288"/>
                  <a:gd name="T7" fmla="*/ 6 h 216"/>
                  <a:gd name="T8" fmla="*/ 6 w 288"/>
                  <a:gd name="T9" fmla="*/ 0 h 216"/>
                  <a:gd name="T10" fmla="*/ 114 w 288"/>
                  <a:gd name="T11" fmla="*/ 0 h 216"/>
                  <a:gd name="T12" fmla="*/ 114 w 288"/>
                  <a:gd name="T13" fmla="*/ 12 h 216"/>
                  <a:gd name="T14" fmla="*/ 12 w 288"/>
                  <a:gd name="T15" fmla="*/ 12 h 216"/>
                  <a:gd name="T16" fmla="*/ 12 w 288"/>
                  <a:gd name="T17" fmla="*/ 204 h 216"/>
                  <a:gd name="T18" fmla="*/ 276 w 288"/>
                  <a:gd name="T19" fmla="*/ 204 h 216"/>
                  <a:gd name="T20" fmla="*/ 276 w 288"/>
                  <a:gd name="T21" fmla="*/ 12 h 216"/>
                  <a:gd name="T22" fmla="*/ 174 w 288"/>
                  <a:gd name="T23" fmla="*/ 12 h 216"/>
                  <a:gd name="T24" fmla="*/ 174 w 288"/>
                  <a:gd name="T25" fmla="*/ 0 h 216"/>
                  <a:gd name="T26" fmla="*/ 282 w 288"/>
                  <a:gd name="T27" fmla="*/ 0 h 216"/>
                  <a:gd name="T28" fmla="*/ 288 w 288"/>
                  <a:gd name="T29" fmla="*/ 6 h 216"/>
                  <a:gd name="T30" fmla="*/ 288 w 288"/>
                  <a:gd name="T31" fmla="*/ 210 h 216"/>
                  <a:gd name="T32" fmla="*/ 282 w 288"/>
                  <a:gd name="T33" fmla="*/ 216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88" h="216">
                    <a:moveTo>
                      <a:pt x="282" y="216"/>
                    </a:moveTo>
                    <a:cubicBezTo>
                      <a:pt x="6" y="216"/>
                      <a:pt x="6" y="216"/>
                      <a:pt x="6" y="216"/>
                    </a:cubicBezTo>
                    <a:cubicBezTo>
                      <a:pt x="3" y="216"/>
                      <a:pt x="0" y="214"/>
                      <a:pt x="0" y="21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14" y="0"/>
                      <a:pt x="114" y="0"/>
                      <a:pt x="114" y="0"/>
                    </a:cubicBezTo>
                    <a:cubicBezTo>
                      <a:pt x="114" y="12"/>
                      <a:pt x="114" y="12"/>
                      <a:pt x="114" y="12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12" y="204"/>
                      <a:pt x="12" y="204"/>
                      <a:pt x="12" y="204"/>
                    </a:cubicBezTo>
                    <a:cubicBezTo>
                      <a:pt x="276" y="204"/>
                      <a:pt x="276" y="204"/>
                      <a:pt x="276" y="204"/>
                    </a:cubicBezTo>
                    <a:cubicBezTo>
                      <a:pt x="276" y="12"/>
                      <a:pt x="276" y="12"/>
                      <a:pt x="276" y="12"/>
                    </a:cubicBezTo>
                    <a:cubicBezTo>
                      <a:pt x="174" y="12"/>
                      <a:pt x="174" y="12"/>
                      <a:pt x="174" y="12"/>
                    </a:cubicBezTo>
                    <a:cubicBezTo>
                      <a:pt x="174" y="0"/>
                      <a:pt x="174" y="0"/>
                      <a:pt x="174" y="0"/>
                    </a:cubicBezTo>
                    <a:cubicBezTo>
                      <a:pt x="282" y="0"/>
                      <a:pt x="282" y="0"/>
                      <a:pt x="282" y="0"/>
                    </a:cubicBezTo>
                    <a:cubicBezTo>
                      <a:pt x="286" y="0"/>
                      <a:pt x="288" y="3"/>
                      <a:pt x="288" y="6"/>
                    </a:cubicBezTo>
                    <a:cubicBezTo>
                      <a:pt x="288" y="210"/>
                      <a:pt x="288" y="210"/>
                      <a:pt x="288" y="210"/>
                    </a:cubicBezTo>
                    <a:cubicBezTo>
                      <a:pt x="288" y="214"/>
                      <a:pt x="286" y="216"/>
                      <a:pt x="282" y="2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Graphik"/>
                  <a:ea typeface="+mn-ea"/>
                  <a:cs typeface="Arial" charset="0"/>
                </a:endParaRPr>
              </a:p>
            </p:txBody>
          </p:sp>
          <p:sp>
            <p:nvSpPr>
              <p:cNvPr id="192" name="Freeform 188">
                <a:extLst>
                  <a:ext uri="{FF2B5EF4-FFF2-40B4-BE49-F238E27FC236}">
                    <a16:creationId xmlns:a16="http://schemas.microsoft.com/office/drawing/2014/main" id="{C8FE10F9-1DAB-548D-5E56-25D2A95BA14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58" y="3435"/>
                <a:ext cx="92" cy="90"/>
              </a:xfrm>
              <a:custGeom>
                <a:avLst/>
                <a:gdLst>
                  <a:gd name="T0" fmla="*/ 30 w 60"/>
                  <a:gd name="T1" fmla="*/ 60 h 60"/>
                  <a:gd name="T2" fmla="*/ 0 w 60"/>
                  <a:gd name="T3" fmla="*/ 30 h 60"/>
                  <a:gd name="T4" fmla="*/ 30 w 60"/>
                  <a:gd name="T5" fmla="*/ 0 h 60"/>
                  <a:gd name="T6" fmla="*/ 60 w 60"/>
                  <a:gd name="T7" fmla="*/ 30 h 60"/>
                  <a:gd name="T8" fmla="*/ 30 w 60"/>
                  <a:gd name="T9" fmla="*/ 60 h 60"/>
                  <a:gd name="T10" fmla="*/ 30 w 60"/>
                  <a:gd name="T11" fmla="*/ 12 h 60"/>
                  <a:gd name="T12" fmla="*/ 12 w 60"/>
                  <a:gd name="T13" fmla="*/ 30 h 60"/>
                  <a:gd name="T14" fmla="*/ 30 w 60"/>
                  <a:gd name="T15" fmla="*/ 48 h 60"/>
                  <a:gd name="T16" fmla="*/ 48 w 60"/>
                  <a:gd name="T17" fmla="*/ 30 h 60"/>
                  <a:gd name="T18" fmla="*/ 30 w 60"/>
                  <a:gd name="T19" fmla="*/ 12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0" h="60">
                    <a:moveTo>
                      <a:pt x="30" y="60"/>
                    </a:moveTo>
                    <a:cubicBezTo>
                      <a:pt x="14" y="60"/>
                      <a:pt x="0" y="47"/>
                      <a:pt x="0" y="30"/>
                    </a:cubicBezTo>
                    <a:cubicBezTo>
                      <a:pt x="0" y="14"/>
                      <a:pt x="14" y="0"/>
                      <a:pt x="30" y="0"/>
                    </a:cubicBezTo>
                    <a:cubicBezTo>
                      <a:pt x="47" y="0"/>
                      <a:pt x="60" y="14"/>
                      <a:pt x="60" y="30"/>
                    </a:cubicBezTo>
                    <a:cubicBezTo>
                      <a:pt x="60" y="47"/>
                      <a:pt x="47" y="60"/>
                      <a:pt x="30" y="60"/>
                    </a:cubicBezTo>
                    <a:close/>
                    <a:moveTo>
                      <a:pt x="30" y="12"/>
                    </a:moveTo>
                    <a:cubicBezTo>
                      <a:pt x="20" y="12"/>
                      <a:pt x="12" y="21"/>
                      <a:pt x="12" y="30"/>
                    </a:cubicBezTo>
                    <a:cubicBezTo>
                      <a:pt x="12" y="40"/>
                      <a:pt x="20" y="48"/>
                      <a:pt x="30" y="48"/>
                    </a:cubicBezTo>
                    <a:cubicBezTo>
                      <a:pt x="40" y="48"/>
                      <a:pt x="48" y="40"/>
                      <a:pt x="48" y="30"/>
                    </a:cubicBezTo>
                    <a:cubicBezTo>
                      <a:pt x="48" y="21"/>
                      <a:pt x="40" y="12"/>
                      <a:pt x="30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Graphik"/>
                  <a:ea typeface="+mn-ea"/>
                  <a:cs typeface="Arial" charset="0"/>
                </a:endParaRPr>
              </a:p>
            </p:txBody>
          </p:sp>
          <p:sp>
            <p:nvSpPr>
              <p:cNvPr id="193" name="Freeform 189">
                <a:extLst>
                  <a:ext uri="{FF2B5EF4-FFF2-40B4-BE49-F238E27FC236}">
                    <a16:creationId xmlns:a16="http://schemas.microsoft.com/office/drawing/2014/main" id="{812D8FB7-2D63-9F3F-C206-0F7E6BBB073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30" y="3507"/>
                <a:ext cx="147" cy="72"/>
              </a:xfrm>
              <a:custGeom>
                <a:avLst/>
                <a:gdLst>
                  <a:gd name="T0" fmla="*/ 90 w 96"/>
                  <a:gd name="T1" fmla="*/ 48 h 48"/>
                  <a:gd name="T2" fmla="*/ 6 w 96"/>
                  <a:gd name="T3" fmla="*/ 48 h 48"/>
                  <a:gd name="T4" fmla="*/ 0 w 96"/>
                  <a:gd name="T5" fmla="*/ 42 h 48"/>
                  <a:gd name="T6" fmla="*/ 48 w 96"/>
                  <a:gd name="T7" fmla="*/ 0 h 48"/>
                  <a:gd name="T8" fmla="*/ 96 w 96"/>
                  <a:gd name="T9" fmla="*/ 42 h 48"/>
                  <a:gd name="T10" fmla="*/ 90 w 96"/>
                  <a:gd name="T11" fmla="*/ 48 h 48"/>
                  <a:gd name="T12" fmla="*/ 13 w 96"/>
                  <a:gd name="T13" fmla="*/ 36 h 48"/>
                  <a:gd name="T14" fmla="*/ 84 w 96"/>
                  <a:gd name="T15" fmla="*/ 36 h 48"/>
                  <a:gd name="T16" fmla="*/ 48 w 96"/>
                  <a:gd name="T17" fmla="*/ 12 h 48"/>
                  <a:gd name="T18" fmla="*/ 13 w 96"/>
                  <a:gd name="T19" fmla="*/ 36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6" h="48">
                    <a:moveTo>
                      <a:pt x="90" y="48"/>
                    </a:moveTo>
                    <a:cubicBezTo>
                      <a:pt x="6" y="48"/>
                      <a:pt x="6" y="48"/>
                      <a:pt x="6" y="48"/>
                    </a:cubicBezTo>
                    <a:cubicBezTo>
                      <a:pt x="3" y="48"/>
                      <a:pt x="0" y="46"/>
                      <a:pt x="0" y="42"/>
                    </a:cubicBezTo>
                    <a:cubicBezTo>
                      <a:pt x="0" y="23"/>
                      <a:pt x="13" y="0"/>
                      <a:pt x="48" y="0"/>
                    </a:cubicBezTo>
                    <a:cubicBezTo>
                      <a:pt x="84" y="0"/>
                      <a:pt x="96" y="23"/>
                      <a:pt x="96" y="42"/>
                    </a:cubicBezTo>
                    <a:cubicBezTo>
                      <a:pt x="96" y="46"/>
                      <a:pt x="94" y="48"/>
                      <a:pt x="90" y="48"/>
                    </a:cubicBezTo>
                    <a:close/>
                    <a:moveTo>
                      <a:pt x="13" y="36"/>
                    </a:moveTo>
                    <a:cubicBezTo>
                      <a:pt x="84" y="36"/>
                      <a:pt x="84" y="36"/>
                      <a:pt x="84" y="36"/>
                    </a:cubicBezTo>
                    <a:cubicBezTo>
                      <a:pt x="82" y="27"/>
                      <a:pt x="75" y="12"/>
                      <a:pt x="48" y="12"/>
                    </a:cubicBezTo>
                    <a:cubicBezTo>
                      <a:pt x="22" y="12"/>
                      <a:pt x="15" y="27"/>
                      <a:pt x="13" y="3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Graphik"/>
                  <a:ea typeface="+mn-ea"/>
                  <a:cs typeface="Arial" charset="0"/>
                </a:endParaRPr>
              </a:p>
            </p:txBody>
          </p:sp>
          <p:sp>
            <p:nvSpPr>
              <p:cNvPr id="194" name="Freeform 190">
                <a:extLst>
                  <a:ext uri="{FF2B5EF4-FFF2-40B4-BE49-F238E27FC236}">
                    <a16:creationId xmlns:a16="http://schemas.microsoft.com/office/drawing/2014/main" id="{86057B11-0DD5-C95D-FB3B-F4D04C73985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840" y="3229"/>
                <a:ext cx="111" cy="134"/>
              </a:xfrm>
              <a:custGeom>
                <a:avLst/>
                <a:gdLst>
                  <a:gd name="T0" fmla="*/ 66 w 72"/>
                  <a:gd name="T1" fmla="*/ 90 h 90"/>
                  <a:gd name="T2" fmla="*/ 6 w 72"/>
                  <a:gd name="T3" fmla="*/ 90 h 90"/>
                  <a:gd name="T4" fmla="*/ 0 w 72"/>
                  <a:gd name="T5" fmla="*/ 84 h 90"/>
                  <a:gd name="T6" fmla="*/ 0 w 72"/>
                  <a:gd name="T7" fmla="*/ 36 h 90"/>
                  <a:gd name="T8" fmla="*/ 36 w 72"/>
                  <a:gd name="T9" fmla="*/ 0 h 90"/>
                  <a:gd name="T10" fmla="*/ 72 w 72"/>
                  <a:gd name="T11" fmla="*/ 36 h 90"/>
                  <a:gd name="T12" fmla="*/ 72 w 72"/>
                  <a:gd name="T13" fmla="*/ 84 h 90"/>
                  <a:gd name="T14" fmla="*/ 66 w 72"/>
                  <a:gd name="T15" fmla="*/ 90 h 90"/>
                  <a:gd name="T16" fmla="*/ 12 w 72"/>
                  <a:gd name="T17" fmla="*/ 78 h 90"/>
                  <a:gd name="T18" fmla="*/ 60 w 72"/>
                  <a:gd name="T19" fmla="*/ 78 h 90"/>
                  <a:gd name="T20" fmla="*/ 60 w 72"/>
                  <a:gd name="T21" fmla="*/ 36 h 90"/>
                  <a:gd name="T22" fmla="*/ 36 w 72"/>
                  <a:gd name="T23" fmla="*/ 12 h 90"/>
                  <a:gd name="T24" fmla="*/ 12 w 72"/>
                  <a:gd name="T25" fmla="*/ 36 h 90"/>
                  <a:gd name="T26" fmla="*/ 12 w 72"/>
                  <a:gd name="T27" fmla="*/ 78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2" h="90">
                    <a:moveTo>
                      <a:pt x="66" y="90"/>
                    </a:moveTo>
                    <a:cubicBezTo>
                      <a:pt x="6" y="90"/>
                      <a:pt x="6" y="90"/>
                      <a:pt x="6" y="90"/>
                    </a:cubicBezTo>
                    <a:cubicBezTo>
                      <a:pt x="3" y="90"/>
                      <a:pt x="0" y="88"/>
                      <a:pt x="0" y="84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56" y="0"/>
                      <a:pt x="72" y="17"/>
                      <a:pt x="72" y="36"/>
                    </a:cubicBezTo>
                    <a:cubicBezTo>
                      <a:pt x="72" y="84"/>
                      <a:pt x="72" y="84"/>
                      <a:pt x="72" y="84"/>
                    </a:cubicBezTo>
                    <a:cubicBezTo>
                      <a:pt x="72" y="88"/>
                      <a:pt x="70" y="90"/>
                      <a:pt x="66" y="90"/>
                    </a:cubicBezTo>
                    <a:close/>
                    <a:moveTo>
                      <a:pt x="12" y="78"/>
                    </a:moveTo>
                    <a:cubicBezTo>
                      <a:pt x="60" y="78"/>
                      <a:pt x="60" y="78"/>
                      <a:pt x="60" y="78"/>
                    </a:cubicBezTo>
                    <a:cubicBezTo>
                      <a:pt x="60" y="36"/>
                      <a:pt x="60" y="36"/>
                      <a:pt x="60" y="36"/>
                    </a:cubicBezTo>
                    <a:cubicBezTo>
                      <a:pt x="60" y="23"/>
                      <a:pt x="49" y="12"/>
                      <a:pt x="36" y="12"/>
                    </a:cubicBezTo>
                    <a:cubicBezTo>
                      <a:pt x="23" y="12"/>
                      <a:pt x="12" y="23"/>
                      <a:pt x="12" y="36"/>
                    </a:cubicBezTo>
                    <a:lnTo>
                      <a:pt x="12" y="7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Graphik"/>
                  <a:ea typeface="+mn-ea"/>
                  <a:cs typeface="Arial" charset="0"/>
                </a:endParaRPr>
              </a:p>
            </p:txBody>
          </p:sp>
          <p:sp>
            <p:nvSpPr>
              <p:cNvPr id="195" name="Rectangle 191">
                <a:extLst>
                  <a:ext uri="{FF2B5EF4-FFF2-40B4-BE49-F238E27FC236}">
                    <a16:creationId xmlns:a16="http://schemas.microsoft.com/office/drawing/2014/main" id="{4FC126F6-F2E9-FEC2-C26B-5CC3C591C7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84" y="3381"/>
                <a:ext cx="423" cy="1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Graphik"/>
                  <a:ea typeface="+mn-ea"/>
                  <a:cs typeface="Arial" charset="0"/>
                </a:endParaRPr>
              </a:p>
            </p:txBody>
          </p:sp>
          <p:sp>
            <p:nvSpPr>
              <p:cNvPr id="196" name="Rectangle 192">
                <a:extLst>
                  <a:ext uri="{FF2B5EF4-FFF2-40B4-BE49-F238E27FC236}">
                    <a16:creationId xmlns:a16="http://schemas.microsoft.com/office/drawing/2014/main" id="{9591C7B9-4F18-2A3B-0B01-37CCE1D8A8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14" y="3543"/>
                <a:ext cx="147" cy="1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Graphik"/>
                  <a:ea typeface="+mn-ea"/>
                  <a:cs typeface="Arial" charset="0"/>
                </a:endParaRPr>
              </a:p>
            </p:txBody>
          </p:sp>
          <p:sp>
            <p:nvSpPr>
              <p:cNvPr id="197" name="Rectangle 193">
                <a:extLst>
                  <a:ext uri="{FF2B5EF4-FFF2-40B4-BE49-F238E27FC236}">
                    <a16:creationId xmlns:a16="http://schemas.microsoft.com/office/drawing/2014/main" id="{CDA5784A-236F-EAD0-6950-EA9C11C56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14" y="3507"/>
                <a:ext cx="147" cy="1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Graphik"/>
                  <a:ea typeface="+mn-ea"/>
                  <a:cs typeface="Arial" charset="0"/>
                </a:endParaRPr>
              </a:p>
            </p:txBody>
          </p:sp>
          <p:sp>
            <p:nvSpPr>
              <p:cNvPr id="198" name="Rectangle 194">
                <a:extLst>
                  <a:ext uri="{FF2B5EF4-FFF2-40B4-BE49-F238E27FC236}">
                    <a16:creationId xmlns:a16="http://schemas.microsoft.com/office/drawing/2014/main" id="{5C8DDD60-3861-11D0-1D04-3B899180BB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14" y="3471"/>
                <a:ext cx="147" cy="1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Graphik"/>
                  <a:ea typeface="+mn-ea"/>
                  <a:cs typeface="Arial" charset="0"/>
                </a:endParaRPr>
              </a:p>
            </p:txBody>
          </p:sp>
          <p:sp>
            <p:nvSpPr>
              <p:cNvPr id="199" name="Rectangle 195">
                <a:extLst>
                  <a:ext uri="{FF2B5EF4-FFF2-40B4-BE49-F238E27FC236}">
                    <a16:creationId xmlns:a16="http://schemas.microsoft.com/office/drawing/2014/main" id="{D1B20271-98ED-79DF-4EFB-BB32C27EEB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14" y="3435"/>
                <a:ext cx="73" cy="1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Graphik"/>
                  <a:ea typeface="+mn-ea"/>
                  <a:cs typeface="Arial" charset="0"/>
                </a:endParaRPr>
              </a:p>
            </p:txBody>
          </p:sp>
          <p:sp>
            <p:nvSpPr>
              <p:cNvPr id="200" name="Freeform 196">
                <a:extLst>
                  <a:ext uri="{FF2B5EF4-FFF2-40B4-BE49-F238E27FC236}">
                    <a16:creationId xmlns:a16="http://schemas.microsoft.com/office/drawing/2014/main" id="{933D3142-A078-96EE-DA24-2ED857EB0B0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877" y="3265"/>
                <a:ext cx="37" cy="36"/>
              </a:xfrm>
              <a:custGeom>
                <a:avLst/>
                <a:gdLst>
                  <a:gd name="T0" fmla="*/ 12 w 24"/>
                  <a:gd name="T1" fmla="*/ 24 h 24"/>
                  <a:gd name="T2" fmla="*/ 0 w 24"/>
                  <a:gd name="T3" fmla="*/ 12 h 24"/>
                  <a:gd name="T4" fmla="*/ 12 w 24"/>
                  <a:gd name="T5" fmla="*/ 0 h 24"/>
                  <a:gd name="T6" fmla="*/ 24 w 24"/>
                  <a:gd name="T7" fmla="*/ 12 h 24"/>
                  <a:gd name="T8" fmla="*/ 12 w 24"/>
                  <a:gd name="T9" fmla="*/ 24 h 24"/>
                  <a:gd name="T10" fmla="*/ 12 w 24"/>
                  <a:gd name="T11" fmla="*/ 12 h 24"/>
                  <a:gd name="T12" fmla="*/ 12 w 24"/>
                  <a:gd name="T13" fmla="*/ 12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24">
                    <a:moveTo>
                      <a:pt x="12" y="24"/>
                    </a:moveTo>
                    <a:cubicBezTo>
                      <a:pt x="6" y="24"/>
                      <a:pt x="0" y="19"/>
                      <a:pt x="0" y="12"/>
                    </a:cubicBezTo>
                    <a:cubicBezTo>
                      <a:pt x="0" y="6"/>
                      <a:pt x="6" y="0"/>
                      <a:pt x="12" y="0"/>
                    </a:cubicBezTo>
                    <a:cubicBezTo>
                      <a:pt x="19" y="0"/>
                      <a:pt x="24" y="6"/>
                      <a:pt x="24" y="12"/>
                    </a:cubicBezTo>
                    <a:cubicBezTo>
                      <a:pt x="24" y="19"/>
                      <a:pt x="19" y="24"/>
                      <a:pt x="12" y="24"/>
                    </a:cubicBezTo>
                    <a:close/>
                    <a:moveTo>
                      <a:pt x="12" y="12"/>
                    </a:moveTo>
                    <a:cubicBezTo>
                      <a:pt x="12" y="12"/>
                      <a:pt x="12" y="12"/>
                      <a:pt x="1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Graphik"/>
                  <a:ea typeface="+mn-ea"/>
                  <a:cs typeface="Arial" charset="0"/>
                </a:endParaRPr>
              </a:p>
            </p:txBody>
          </p:sp>
        </p:grpSp>
      </p:grpSp>
      <p:sp>
        <p:nvSpPr>
          <p:cNvPr id="201" name="Freeform: Shape 200">
            <a:extLst>
              <a:ext uri="{FF2B5EF4-FFF2-40B4-BE49-F238E27FC236}">
                <a16:creationId xmlns:a16="http://schemas.microsoft.com/office/drawing/2014/main" id="{974B5AE1-DE5C-A549-4568-AF5F8B51C41B}"/>
              </a:ext>
            </a:extLst>
          </p:cNvPr>
          <p:cNvSpPr/>
          <p:nvPr/>
        </p:nvSpPr>
        <p:spPr>
          <a:xfrm>
            <a:off x="3985594" y="2812774"/>
            <a:ext cx="1550504" cy="189403"/>
          </a:xfrm>
          <a:custGeom>
            <a:avLst/>
            <a:gdLst>
              <a:gd name="connsiteX0" fmla="*/ 0 w 1550504"/>
              <a:gd name="connsiteY0" fmla="*/ 0 h 189403"/>
              <a:gd name="connsiteX1" fmla="*/ 596348 w 1550504"/>
              <a:gd name="connsiteY1" fmla="*/ 159026 h 189403"/>
              <a:gd name="connsiteX2" fmla="*/ 1182756 w 1550504"/>
              <a:gd name="connsiteY2" fmla="*/ 188843 h 189403"/>
              <a:gd name="connsiteX3" fmla="*/ 1550504 w 1550504"/>
              <a:gd name="connsiteY3" fmla="*/ 149087 h 189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50504" h="189403">
                <a:moveTo>
                  <a:pt x="0" y="0"/>
                </a:moveTo>
                <a:cubicBezTo>
                  <a:pt x="199611" y="63776"/>
                  <a:pt x="399222" y="127552"/>
                  <a:pt x="596348" y="159026"/>
                </a:cubicBezTo>
                <a:cubicBezTo>
                  <a:pt x="793474" y="190500"/>
                  <a:pt x="1023730" y="190500"/>
                  <a:pt x="1182756" y="188843"/>
                </a:cubicBezTo>
                <a:cubicBezTo>
                  <a:pt x="1341782" y="187186"/>
                  <a:pt x="1446143" y="168136"/>
                  <a:pt x="1550504" y="149087"/>
                </a:cubicBezTo>
              </a:path>
            </a:pathLst>
          </a:custGeom>
          <a:noFill/>
          <a:ln w="15875">
            <a:gradFill flip="none" rotWithShape="1">
              <a:gsLst>
                <a:gs pos="100000">
                  <a:schemeClr val="accent2"/>
                </a:gs>
                <a:gs pos="0">
                  <a:schemeClr val="accent2"/>
                </a:gs>
              </a:gsLst>
              <a:lin ang="16200000" scaled="1"/>
              <a:tileRect/>
            </a:gra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AFAF1E97-1AE4-2A64-24B1-4443FE4ADE02}"/>
              </a:ext>
            </a:extLst>
          </p:cNvPr>
          <p:cNvSpPr txBox="1"/>
          <p:nvPr/>
        </p:nvSpPr>
        <p:spPr>
          <a:xfrm>
            <a:off x="9512371" y="2580465"/>
            <a:ext cx="12228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Step 5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50CEDB06-5F59-AD0E-BE78-29B7110BA292}"/>
              </a:ext>
            </a:extLst>
          </p:cNvPr>
          <p:cNvSpPr txBox="1"/>
          <p:nvPr/>
        </p:nvSpPr>
        <p:spPr>
          <a:xfrm>
            <a:off x="7345686" y="2661445"/>
            <a:ext cx="9590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Arial" panose="020B0604020202020204" pitchFamily="34" charset="0"/>
              </a:rPr>
              <a:t>Step 4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04" name="Freeform: Shape 203">
            <a:extLst>
              <a:ext uri="{FF2B5EF4-FFF2-40B4-BE49-F238E27FC236}">
                <a16:creationId xmlns:a16="http://schemas.microsoft.com/office/drawing/2014/main" id="{B8B7D698-0F47-FB3A-5432-983A43F98B3F}"/>
              </a:ext>
            </a:extLst>
          </p:cNvPr>
          <p:cNvSpPr/>
          <p:nvPr/>
        </p:nvSpPr>
        <p:spPr>
          <a:xfrm>
            <a:off x="6649281" y="2492344"/>
            <a:ext cx="1520687" cy="230977"/>
          </a:xfrm>
          <a:custGeom>
            <a:avLst/>
            <a:gdLst>
              <a:gd name="connsiteX0" fmla="*/ 0 w 1520687"/>
              <a:gd name="connsiteY0" fmla="*/ 131586 h 230977"/>
              <a:gd name="connsiteX1" fmla="*/ 536713 w 1520687"/>
              <a:gd name="connsiteY1" fmla="*/ 2377 h 230977"/>
              <a:gd name="connsiteX2" fmla="*/ 1520687 w 1520687"/>
              <a:gd name="connsiteY2" fmla="*/ 230977 h 230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20687" h="230977">
                <a:moveTo>
                  <a:pt x="0" y="131586"/>
                </a:moveTo>
                <a:cubicBezTo>
                  <a:pt x="141632" y="58699"/>
                  <a:pt x="283265" y="-14188"/>
                  <a:pt x="536713" y="2377"/>
                </a:cubicBezTo>
                <a:cubicBezTo>
                  <a:pt x="790161" y="18942"/>
                  <a:pt x="1155424" y="124959"/>
                  <a:pt x="1520687" y="230977"/>
                </a:cubicBezTo>
              </a:path>
            </a:pathLst>
          </a:custGeom>
          <a:noFill/>
          <a:ln w="15875">
            <a:gradFill flip="none" rotWithShape="1">
              <a:gsLst>
                <a:gs pos="60000">
                  <a:schemeClr val="accent1"/>
                </a:gs>
                <a:gs pos="0">
                  <a:schemeClr val="accent3"/>
                </a:gs>
              </a:gsLst>
              <a:lin ang="0" scaled="1"/>
              <a:tileRect/>
            </a:gra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05" name="Freeform: Shape 204">
            <a:extLst>
              <a:ext uri="{FF2B5EF4-FFF2-40B4-BE49-F238E27FC236}">
                <a16:creationId xmlns:a16="http://schemas.microsoft.com/office/drawing/2014/main" id="{8ECBC194-1D02-31FF-F62B-D57E6D9FBC18}"/>
              </a:ext>
            </a:extLst>
          </p:cNvPr>
          <p:cNvSpPr/>
          <p:nvPr/>
        </p:nvSpPr>
        <p:spPr>
          <a:xfrm>
            <a:off x="9233455" y="2971800"/>
            <a:ext cx="1431235" cy="130222"/>
          </a:xfrm>
          <a:custGeom>
            <a:avLst/>
            <a:gdLst>
              <a:gd name="connsiteX0" fmla="*/ 0 w 1431235"/>
              <a:gd name="connsiteY0" fmla="*/ 49696 h 130222"/>
              <a:gd name="connsiteX1" fmla="*/ 675861 w 1431235"/>
              <a:gd name="connsiteY1" fmla="*/ 129209 h 130222"/>
              <a:gd name="connsiteX2" fmla="*/ 1431235 w 1431235"/>
              <a:gd name="connsiteY2" fmla="*/ 0 h 1302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31235" h="130222">
                <a:moveTo>
                  <a:pt x="0" y="49696"/>
                </a:moveTo>
                <a:cubicBezTo>
                  <a:pt x="218661" y="93594"/>
                  <a:pt x="437322" y="137492"/>
                  <a:pt x="675861" y="129209"/>
                </a:cubicBezTo>
                <a:cubicBezTo>
                  <a:pt x="914400" y="120926"/>
                  <a:pt x="1172817" y="60463"/>
                  <a:pt x="1431235" y="0"/>
                </a:cubicBezTo>
              </a:path>
            </a:pathLst>
          </a:custGeom>
          <a:noFill/>
          <a:ln w="15875">
            <a:gradFill flip="none" rotWithShape="1">
              <a:gsLst>
                <a:gs pos="0">
                  <a:schemeClr val="accent1"/>
                </a:gs>
                <a:gs pos="100000">
                  <a:schemeClr val="accent5"/>
                </a:gs>
              </a:gsLst>
              <a:lin ang="0" scaled="1"/>
              <a:tileRect/>
            </a:gra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6A5F830C-9AAD-CD1C-73E8-7E17D761A3EE}"/>
              </a:ext>
            </a:extLst>
          </p:cNvPr>
          <p:cNvGrpSpPr/>
          <p:nvPr/>
        </p:nvGrpSpPr>
        <p:grpSpPr>
          <a:xfrm>
            <a:off x="3936320" y="3078836"/>
            <a:ext cx="360000" cy="360000"/>
            <a:chOff x="3439839" y="2890527"/>
            <a:chExt cx="360000" cy="360000"/>
          </a:xfrm>
        </p:grpSpPr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FA979550-FA34-C783-EC16-B1740F315B2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39839" y="2890527"/>
              <a:ext cx="360000" cy="36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2921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grpSp>
          <p:nvGrpSpPr>
            <p:cNvPr id="208" name="Group 118">
              <a:extLst>
                <a:ext uri="{FF2B5EF4-FFF2-40B4-BE49-F238E27FC236}">
                  <a16:creationId xmlns:a16="http://schemas.microsoft.com/office/drawing/2014/main" id="{C51DEE39-4DB5-7303-1C44-53529BFC9C4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502172" y="2962527"/>
              <a:ext cx="235334" cy="216000"/>
              <a:chOff x="2402" y="3012"/>
              <a:chExt cx="426" cy="391"/>
            </a:xfrm>
            <a:solidFill>
              <a:srgbClr val="A100FF"/>
            </a:solidFill>
          </p:grpSpPr>
          <p:sp>
            <p:nvSpPr>
              <p:cNvPr id="209" name="Freeform 119">
                <a:extLst>
                  <a:ext uri="{FF2B5EF4-FFF2-40B4-BE49-F238E27FC236}">
                    <a16:creationId xmlns:a16="http://schemas.microsoft.com/office/drawing/2014/main" id="{28508A4E-E3B1-9EA1-BCB7-5B92507878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2" y="3012"/>
                <a:ext cx="355" cy="302"/>
              </a:xfrm>
              <a:custGeom>
                <a:avLst/>
                <a:gdLst>
                  <a:gd name="T0" fmla="*/ 42 w 240"/>
                  <a:gd name="T1" fmla="*/ 204 h 204"/>
                  <a:gd name="T2" fmla="*/ 40 w 240"/>
                  <a:gd name="T3" fmla="*/ 204 h 204"/>
                  <a:gd name="T4" fmla="*/ 36 w 240"/>
                  <a:gd name="T5" fmla="*/ 198 h 204"/>
                  <a:gd name="T6" fmla="*/ 36 w 240"/>
                  <a:gd name="T7" fmla="*/ 156 h 204"/>
                  <a:gd name="T8" fmla="*/ 6 w 240"/>
                  <a:gd name="T9" fmla="*/ 156 h 204"/>
                  <a:gd name="T10" fmla="*/ 0 w 240"/>
                  <a:gd name="T11" fmla="*/ 150 h 204"/>
                  <a:gd name="T12" fmla="*/ 0 w 240"/>
                  <a:gd name="T13" fmla="*/ 6 h 204"/>
                  <a:gd name="T14" fmla="*/ 6 w 240"/>
                  <a:gd name="T15" fmla="*/ 0 h 204"/>
                  <a:gd name="T16" fmla="*/ 234 w 240"/>
                  <a:gd name="T17" fmla="*/ 0 h 204"/>
                  <a:gd name="T18" fmla="*/ 240 w 240"/>
                  <a:gd name="T19" fmla="*/ 6 h 204"/>
                  <a:gd name="T20" fmla="*/ 240 w 240"/>
                  <a:gd name="T21" fmla="*/ 84 h 204"/>
                  <a:gd name="T22" fmla="*/ 234 w 240"/>
                  <a:gd name="T23" fmla="*/ 90 h 204"/>
                  <a:gd name="T24" fmla="*/ 228 w 240"/>
                  <a:gd name="T25" fmla="*/ 84 h 204"/>
                  <a:gd name="T26" fmla="*/ 228 w 240"/>
                  <a:gd name="T27" fmla="*/ 12 h 204"/>
                  <a:gd name="T28" fmla="*/ 12 w 240"/>
                  <a:gd name="T29" fmla="*/ 12 h 204"/>
                  <a:gd name="T30" fmla="*/ 12 w 240"/>
                  <a:gd name="T31" fmla="*/ 144 h 204"/>
                  <a:gd name="T32" fmla="*/ 42 w 240"/>
                  <a:gd name="T33" fmla="*/ 144 h 204"/>
                  <a:gd name="T34" fmla="*/ 48 w 240"/>
                  <a:gd name="T35" fmla="*/ 150 h 204"/>
                  <a:gd name="T36" fmla="*/ 48 w 240"/>
                  <a:gd name="T37" fmla="*/ 184 h 204"/>
                  <a:gd name="T38" fmla="*/ 86 w 240"/>
                  <a:gd name="T39" fmla="*/ 146 h 204"/>
                  <a:gd name="T40" fmla="*/ 90 w 240"/>
                  <a:gd name="T41" fmla="*/ 144 h 204"/>
                  <a:gd name="T42" fmla="*/ 102 w 240"/>
                  <a:gd name="T43" fmla="*/ 144 h 204"/>
                  <a:gd name="T44" fmla="*/ 108 w 240"/>
                  <a:gd name="T45" fmla="*/ 150 h 204"/>
                  <a:gd name="T46" fmla="*/ 102 w 240"/>
                  <a:gd name="T47" fmla="*/ 156 h 204"/>
                  <a:gd name="T48" fmla="*/ 93 w 240"/>
                  <a:gd name="T49" fmla="*/ 156 h 204"/>
                  <a:gd name="T50" fmla="*/ 46 w 240"/>
                  <a:gd name="T51" fmla="*/ 202 h 204"/>
                  <a:gd name="T52" fmla="*/ 42 w 240"/>
                  <a:gd name="T53" fmla="*/ 204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40" h="204">
                    <a:moveTo>
                      <a:pt x="42" y="204"/>
                    </a:moveTo>
                    <a:cubicBezTo>
                      <a:pt x="41" y="204"/>
                      <a:pt x="41" y="204"/>
                      <a:pt x="40" y="204"/>
                    </a:cubicBezTo>
                    <a:cubicBezTo>
                      <a:pt x="38" y="203"/>
                      <a:pt x="36" y="200"/>
                      <a:pt x="36" y="198"/>
                    </a:cubicBezTo>
                    <a:cubicBezTo>
                      <a:pt x="36" y="156"/>
                      <a:pt x="36" y="156"/>
                      <a:pt x="36" y="156"/>
                    </a:cubicBezTo>
                    <a:cubicBezTo>
                      <a:pt x="6" y="156"/>
                      <a:pt x="6" y="156"/>
                      <a:pt x="6" y="156"/>
                    </a:cubicBezTo>
                    <a:cubicBezTo>
                      <a:pt x="3" y="156"/>
                      <a:pt x="0" y="153"/>
                      <a:pt x="0" y="15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234" y="0"/>
                      <a:pt x="234" y="0"/>
                      <a:pt x="234" y="0"/>
                    </a:cubicBezTo>
                    <a:cubicBezTo>
                      <a:pt x="238" y="0"/>
                      <a:pt x="240" y="3"/>
                      <a:pt x="240" y="6"/>
                    </a:cubicBezTo>
                    <a:cubicBezTo>
                      <a:pt x="240" y="84"/>
                      <a:pt x="240" y="84"/>
                      <a:pt x="240" y="84"/>
                    </a:cubicBezTo>
                    <a:cubicBezTo>
                      <a:pt x="240" y="87"/>
                      <a:pt x="238" y="90"/>
                      <a:pt x="234" y="90"/>
                    </a:cubicBezTo>
                    <a:cubicBezTo>
                      <a:pt x="231" y="90"/>
                      <a:pt x="228" y="87"/>
                      <a:pt x="228" y="84"/>
                    </a:cubicBezTo>
                    <a:cubicBezTo>
                      <a:pt x="228" y="12"/>
                      <a:pt x="228" y="12"/>
                      <a:pt x="228" y="12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12" y="144"/>
                      <a:pt x="12" y="144"/>
                      <a:pt x="12" y="144"/>
                    </a:cubicBezTo>
                    <a:cubicBezTo>
                      <a:pt x="42" y="144"/>
                      <a:pt x="42" y="144"/>
                      <a:pt x="42" y="144"/>
                    </a:cubicBezTo>
                    <a:cubicBezTo>
                      <a:pt x="46" y="144"/>
                      <a:pt x="48" y="147"/>
                      <a:pt x="48" y="150"/>
                    </a:cubicBezTo>
                    <a:cubicBezTo>
                      <a:pt x="48" y="184"/>
                      <a:pt x="48" y="184"/>
                      <a:pt x="48" y="184"/>
                    </a:cubicBezTo>
                    <a:cubicBezTo>
                      <a:pt x="86" y="146"/>
                      <a:pt x="86" y="146"/>
                      <a:pt x="86" y="146"/>
                    </a:cubicBezTo>
                    <a:cubicBezTo>
                      <a:pt x="87" y="145"/>
                      <a:pt x="89" y="144"/>
                      <a:pt x="90" y="144"/>
                    </a:cubicBezTo>
                    <a:cubicBezTo>
                      <a:pt x="102" y="144"/>
                      <a:pt x="102" y="144"/>
                      <a:pt x="102" y="144"/>
                    </a:cubicBezTo>
                    <a:cubicBezTo>
                      <a:pt x="106" y="144"/>
                      <a:pt x="108" y="147"/>
                      <a:pt x="108" y="150"/>
                    </a:cubicBezTo>
                    <a:cubicBezTo>
                      <a:pt x="108" y="153"/>
                      <a:pt x="106" y="156"/>
                      <a:pt x="102" y="156"/>
                    </a:cubicBezTo>
                    <a:cubicBezTo>
                      <a:pt x="93" y="156"/>
                      <a:pt x="93" y="156"/>
                      <a:pt x="93" y="156"/>
                    </a:cubicBezTo>
                    <a:cubicBezTo>
                      <a:pt x="46" y="202"/>
                      <a:pt x="46" y="202"/>
                      <a:pt x="46" y="202"/>
                    </a:cubicBezTo>
                    <a:cubicBezTo>
                      <a:pt x="45" y="203"/>
                      <a:pt x="44" y="204"/>
                      <a:pt x="42" y="20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Graphik"/>
                  <a:ea typeface="+mn-ea"/>
                  <a:cs typeface="Arial" charset="0"/>
                </a:endParaRPr>
              </a:p>
            </p:txBody>
          </p:sp>
          <p:sp>
            <p:nvSpPr>
              <p:cNvPr id="210" name="Freeform 120">
                <a:extLst>
                  <a:ext uri="{FF2B5EF4-FFF2-40B4-BE49-F238E27FC236}">
                    <a16:creationId xmlns:a16="http://schemas.microsoft.com/office/drawing/2014/main" id="{47B53916-540D-A96F-FCB2-58D943088FB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597" y="3172"/>
                <a:ext cx="231" cy="231"/>
              </a:xfrm>
              <a:custGeom>
                <a:avLst/>
                <a:gdLst>
                  <a:gd name="T0" fmla="*/ 126 w 156"/>
                  <a:gd name="T1" fmla="*/ 156 h 156"/>
                  <a:gd name="T2" fmla="*/ 122 w 156"/>
                  <a:gd name="T3" fmla="*/ 155 h 156"/>
                  <a:gd name="T4" fmla="*/ 70 w 156"/>
                  <a:gd name="T5" fmla="*/ 108 h 156"/>
                  <a:gd name="T6" fmla="*/ 6 w 156"/>
                  <a:gd name="T7" fmla="*/ 108 h 156"/>
                  <a:gd name="T8" fmla="*/ 0 w 156"/>
                  <a:gd name="T9" fmla="*/ 102 h 156"/>
                  <a:gd name="T10" fmla="*/ 0 w 156"/>
                  <a:gd name="T11" fmla="*/ 6 h 156"/>
                  <a:gd name="T12" fmla="*/ 6 w 156"/>
                  <a:gd name="T13" fmla="*/ 0 h 156"/>
                  <a:gd name="T14" fmla="*/ 150 w 156"/>
                  <a:gd name="T15" fmla="*/ 0 h 156"/>
                  <a:gd name="T16" fmla="*/ 156 w 156"/>
                  <a:gd name="T17" fmla="*/ 6 h 156"/>
                  <a:gd name="T18" fmla="*/ 156 w 156"/>
                  <a:gd name="T19" fmla="*/ 102 h 156"/>
                  <a:gd name="T20" fmla="*/ 150 w 156"/>
                  <a:gd name="T21" fmla="*/ 108 h 156"/>
                  <a:gd name="T22" fmla="*/ 132 w 156"/>
                  <a:gd name="T23" fmla="*/ 108 h 156"/>
                  <a:gd name="T24" fmla="*/ 132 w 156"/>
                  <a:gd name="T25" fmla="*/ 150 h 156"/>
                  <a:gd name="T26" fmla="*/ 129 w 156"/>
                  <a:gd name="T27" fmla="*/ 156 h 156"/>
                  <a:gd name="T28" fmla="*/ 126 w 156"/>
                  <a:gd name="T29" fmla="*/ 156 h 156"/>
                  <a:gd name="T30" fmla="*/ 12 w 156"/>
                  <a:gd name="T31" fmla="*/ 96 h 156"/>
                  <a:gd name="T32" fmla="*/ 72 w 156"/>
                  <a:gd name="T33" fmla="*/ 96 h 156"/>
                  <a:gd name="T34" fmla="*/ 76 w 156"/>
                  <a:gd name="T35" fmla="*/ 98 h 156"/>
                  <a:gd name="T36" fmla="*/ 120 w 156"/>
                  <a:gd name="T37" fmla="*/ 137 h 156"/>
                  <a:gd name="T38" fmla="*/ 120 w 156"/>
                  <a:gd name="T39" fmla="*/ 102 h 156"/>
                  <a:gd name="T40" fmla="*/ 126 w 156"/>
                  <a:gd name="T41" fmla="*/ 96 h 156"/>
                  <a:gd name="T42" fmla="*/ 144 w 156"/>
                  <a:gd name="T43" fmla="*/ 96 h 156"/>
                  <a:gd name="T44" fmla="*/ 144 w 156"/>
                  <a:gd name="T45" fmla="*/ 12 h 156"/>
                  <a:gd name="T46" fmla="*/ 12 w 156"/>
                  <a:gd name="T47" fmla="*/ 12 h 156"/>
                  <a:gd name="T48" fmla="*/ 12 w 156"/>
                  <a:gd name="T49" fmla="*/ 96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56" h="156">
                    <a:moveTo>
                      <a:pt x="126" y="156"/>
                    </a:moveTo>
                    <a:cubicBezTo>
                      <a:pt x="125" y="156"/>
                      <a:pt x="123" y="156"/>
                      <a:pt x="122" y="155"/>
                    </a:cubicBezTo>
                    <a:cubicBezTo>
                      <a:pt x="70" y="108"/>
                      <a:pt x="70" y="108"/>
                      <a:pt x="70" y="108"/>
                    </a:cubicBezTo>
                    <a:cubicBezTo>
                      <a:pt x="6" y="108"/>
                      <a:pt x="6" y="108"/>
                      <a:pt x="6" y="108"/>
                    </a:cubicBezTo>
                    <a:cubicBezTo>
                      <a:pt x="3" y="108"/>
                      <a:pt x="0" y="105"/>
                      <a:pt x="0" y="102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50" y="0"/>
                      <a:pt x="150" y="0"/>
                      <a:pt x="150" y="0"/>
                    </a:cubicBezTo>
                    <a:cubicBezTo>
                      <a:pt x="154" y="0"/>
                      <a:pt x="156" y="3"/>
                      <a:pt x="156" y="6"/>
                    </a:cubicBezTo>
                    <a:cubicBezTo>
                      <a:pt x="156" y="102"/>
                      <a:pt x="156" y="102"/>
                      <a:pt x="156" y="102"/>
                    </a:cubicBezTo>
                    <a:cubicBezTo>
                      <a:pt x="156" y="105"/>
                      <a:pt x="154" y="108"/>
                      <a:pt x="150" y="108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32" y="150"/>
                      <a:pt x="132" y="150"/>
                      <a:pt x="132" y="150"/>
                    </a:cubicBezTo>
                    <a:cubicBezTo>
                      <a:pt x="132" y="152"/>
                      <a:pt x="131" y="155"/>
                      <a:pt x="129" y="156"/>
                    </a:cubicBezTo>
                    <a:cubicBezTo>
                      <a:pt x="128" y="156"/>
                      <a:pt x="127" y="156"/>
                      <a:pt x="126" y="156"/>
                    </a:cubicBezTo>
                    <a:close/>
                    <a:moveTo>
                      <a:pt x="12" y="96"/>
                    </a:moveTo>
                    <a:cubicBezTo>
                      <a:pt x="72" y="96"/>
                      <a:pt x="72" y="96"/>
                      <a:pt x="72" y="96"/>
                    </a:cubicBezTo>
                    <a:cubicBezTo>
                      <a:pt x="74" y="96"/>
                      <a:pt x="75" y="97"/>
                      <a:pt x="76" y="98"/>
                    </a:cubicBezTo>
                    <a:cubicBezTo>
                      <a:pt x="120" y="137"/>
                      <a:pt x="120" y="137"/>
                      <a:pt x="120" y="137"/>
                    </a:cubicBezTo>
                    <a:cubicBezTo>
                      <a:pt x="120" y="102"/>
                      <a:pt x="120" y="102"/>
                      <a:pt x="120" y="102"/>
                    </a:cubicBezTo>
                    <a:cubicBezTo>
                      <a:pt x="120" y="99"/>
                      <a:pt x="123" y="96"/>
                      <a:pt x="126" y="96"/>
                    </a:cubicBezTo>
                    <a:cubicBezTo>
                      <a:pt x="144" y="96"/>
                      <a:pt x="144" y="96"/>
                      <a:pt x="144" y="96"/>
                    </a:cubicBezTo>
                    <a:cubicBezTo>
                      <a:pt x="144" y="12"/>
                      <a:pt x="144" y="12"/>
                      <a:pt x="14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9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Graphik"/>
                  <a:ea typeface="+mn-ea"/>
                  <a:cs typeface="Arial" charset="0"/>
                </a:endParaRPr>
              </a:p>
            </p:txBody>
          </p:sp>
        </p:grpSp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C02FFA88-3A44-D752-DED1-BF0EF20616DA}"/>
              </a:ext>
            </a:extLst>
          </p:cNvPr>
          <p:cNvGrpSpPr/>
          <p:nvPr/>
        </p:nvGrpSpPr>
        <p:grpSpPr>
          <a:xfrm>
            <a:off x="2372800" y="1971292"/>
            <a:ext cx="360000" cy="360000"/>
            <a:chOff x="2372800" y="1971292"/>
            <a:chExt cx="360000" cy="360000"/>
          </a:xfrm>
        </p:grpSpPr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54DC3F77-0839-4D3C-3811-9C3E9F068F4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72800" y="1971292"/>
              <a:ext cx="360000" cy="36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2921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grpSp>
          <p:nvGrpSpPr>
            <p:cNvPr id="213" name="Group 149">
              <a:extLst>
                <a:ext uri="{FF2B5EF4-FFF2-40B4-BE49-F238E27FC236}">
                  <a16:creationId xmlns:a16="http://schemas.microsoft.com/office/drawing/2014/main" id="{00FFE288-78F3-5B3F-2E7C-0B7111FC335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454739" y="2043292"/>
              <a:ext cx="216000" cy="216000"/>
              <a:chOff x="4654" y="3225"/>
              <a:chExt cx="426" cy="426"/>
            </a:xfrm>
            <a:solidFill>
              <a:srgbClr val="A100FF"/>
            </a:solidFill>
          </p:grpSpPr>
          <p:sp>
            <p:nvSpPr>
              <p:cNvPr id="214" name="Freeform 150">
                <a:extLst>
                  <a:ext uri="{FF2B5EF4-FFF2-40B4-BE49-F238E27FC236}">
                    <a16:creationId xmlns:a16="http://schemas.microsoft.com/office/drawing/2014/main" id="{2A2A7A83-2725-4D55-1C12-41575DDBE3B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54" y="3225"/>
                <a:ext cx="337" cy="337"/>
              </a:xfrm>
              <a:custGeom>
                <a:avLst/>
                <a:gdLst>
                  <a:gd name="T0" fmla="*/ 114 w 228"/>
                  <a:gd name="T1" fmla="*/ 228 h 228"/>
                  <a:gd name="T2" fmla="*/ 0 w 228"/>
                  <a:gd name="T3" fmla="*/ 114 h 228"/>
                  <a:gd name="T4" fmla="*/ 114 w 228"/>
                  <a:gd name="T5" fmla="*/ 0 h 228"/>
                  <a:gd name="T6" fmla="*/ 228 w 228"/>
                  <a:gd name="T7" fmla="*/ 114 h 228"/>
                  <a:gd name="T8" fmla="*/ 114 w 228"/>
                  <a:gd name="T9" fmla="*/ 228 h 228"/>
                  <a:gd name="T10" fmla="*/ 114 w 228"/>
                  <a:gd name="T11" fmla="*/ 12 h 228"/>
                  <a:gd name="T12" fmla="*/ 12 w 228"/>
                  <a:gd name="T13" fmla="*/ 114 h 228"/>
                  <a:gd name="T14" fmla="*/ 114 w 228"/>
                  <a:gd name="T15" fmla="*/ 216 h 228"/>
                  <a:gd name="T16" fmla="*/ 216 w 228"/>
                  <a:gd name="T17" fmla="*/ 114 h 228"/>
                  <a:gd name="T18" fmla="*/ 114 w 228"/>
                  <a:gd name="T19" fmla="*/ 12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28" h="228">
                    <a:moveTo>
                      <a:pt x="114" y="228"/>
                    </a:moveTo>
                    <a:cubicBezTo>
                      <a:pt x="51" y="228"/>
                      <a:pt x="0" y="177"/>
                      <a:pt x="0" y="114"/>
                    </a:cubicBezTo>
                    <a:cubicBezTo>
                      <a:pt x="0" y="51"/>
                      <a:pt x="51" y="0"/>
                      <a:pt x="114" y="0"/>
                    </a:cubicBezTo>
                    <a:cubicBezTo>
                      <a:pt x="176" y="0"/>
                      <a:pt x="228" y="51"/>
                      <a:pt x="228" y="114"/>
                    </a:cubicBezTo>
                    <a:cubicBezTo>
                      <a:pt x="228" y="177"/>
                      <a:pt x="176" y="228"/>
                      <a:pt x="114" y="228"/>
                    </a:cubicBezTo>
                    <a:close/>
                    <a:moveTo>
                      <a:pt x="114" y="12"/>
                    </a:moveTo>
                    <a:cubicBezTo>
                      <a:pt x="57" y="12"/>
                      <a:pt x="12" y="58"/>
                      <a:pt x="12" y="114"/>
                    </a:cubicBezTo>
                    <a:cubicBezTo>
                      <a:pt x="12" y="170"/>
                      <a:pt x="57" y="216"/>
                      <a:pt x="114" y="216"/>
                    </a:cubicBezTo>
                    <a:cubicBezTo>
                      <a:pt x="170" y="216"/>
                      <a:pt x="216" y="170"/>
                      <a:pt x="216" y="114"/>
                    </a:cubicBezTo>
                    <a:cubicBezTo>
                      <a:pt x="216" y="58"/>
                      <a:pt x="170" y="12"/>
                      <a:pt x="11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Graphik"/>
                  <a:ea typeface="+mn-ea"/>
                  <a:cs typeface="Arial" charset="0"/>
                </a:endParaRPr>
              </a:p>
            </p:txBody>
          </p:sp>
          <p:sp>
            <p:nvSpPr>
              <p:cNvPr id="215" name="Freeform 151">
                <a:extLst>
                  <a:ext uri="{FF2B5EF4-FFF2-40B4-BE49-F238E27FC236}">
                    <a16:creationId xmlns:a16="http://schemas.microsoft.com/office/drawing/2014/main" id="{C7F68A42-7504-F930-8B6A-A580EEEADF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25" y="3497"/>
                <a:ext cx="155" cy="154"/>
              </a:xfrm>
              <a:custGeom>
                <a:avLst/>
                <a:gdLst>
                  <a:gd name="T0" fmla="*/ 99 w 105"/>
                  <a:gd name="T1" fmla="*/ 104 h 104"/>
                  <a:gd name="T2" fmla="*/ 94 w 105"/>
                  <a:gd name="T3" fmla="*/ 102 h 104"/>
                  <a:gd name="T4" fmla="*/ 3 w 105"/>
                  <a:gd name="T5" fmla="*/ 11 h 104"/>
                  <a:gd name="T6" fmla="*/ 3 w 105"/>
                  <a:gd name="T7" fmla="*/ 2 h 104"/>
                  <a:gd name="T8" fmla="*/ 11 w 105"/>
                  <a:gd name="T9" fmla="*/ 2 h 104"/>
                  <a:gd name="T10" fmla="*/ 103 w 105"/>
                  <a:gd name="T11" fmla="*/ 94 h 104"/>
                  <a:gd name="T12" fmla="*/ 103 w 105"/>
                  <a:gd name="T13" fmla="*/ 102 h 104"/>
                  <a:gd name="T14" fmla="*/ 99 w 105"/>
                  <a:gd name="T15" fmla="*/ 104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5" h="104">
                    <a:moveTo>
                      <a:pt x="99" y="104"/>
                    </a:moveTo>
                    <a:cubicBezTo>
                      <a:pt x="97" y="104"/>
                      <a:pt x="96" y="104"/>
                      <a:pt x="94" y="102"/>
                    </a:cubicBezTo>
                    <a:cubicBezTo>
                      <a:pt x="3" y="11"/>
                      <a:pt x="3" y="11"/>
                      <a:pt x="3" y="11"/>
                    </a:cubicBezTo>
                    <a:cubicBezTo>
                      <a:pt x="0" y="8"/>
                      <a:pt x="0" y="5"/>
                      <a:pt x="3" y="2"/>
                    </a:cubicBezTo>
                    <a:cubicBezTo>
                      <a:pt x="5" y="0"/>
                      <a:pt x="9" y="0"/>
                      <a:pt x="11" y="2"/>
                    </a:cubicBezTo>
                    <a:cubicBezTo>
                      <a:pt x="103" y="94"/>
                      <a:pt x="103" y="94"/>
                      <a:pt x="103" y="94"/>
                    </a:cubicBezTo>
                    <a:cubicBezTo>
                      <a:pt x="105" y="96"/>
                      <a:pt x="105" y="100"/>
                      <a:pt x="103" y="102"/>
                    </a:cubicBezTo>
                    <a:cubicBezTo>
                      <a:pt x="102" y="104"/>
                      <a:pt x="100" y="104"/>
                      <a:pt x="99" y="10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Graphik"/>
                  <a:ea typeface="+mn-ea"/>
                  <a:cs typeface="Arial" charset="0"/>
                </a:endParaRPr>
              </a:p>
            </p:txBody>
          </p:sp>
          <p:sp>
            <p:nvSpPr>
              <p:cNvPr id="216" name="Freeform 152">
                <a:extLst>
                  <a:ext uri="{FF2B5EF4-FFF2-40B4-BE49-F238E27FC236}">
                    <a16:creationId xmlns:a16="http://schemas.microsoft.com/office/drawing/2014/main" id="{494C2AA3-95A1-11E1-BDFF-9E24829266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40" y="3413"/>
                <a:ext cx="83" cy="68"/>
              </a:xfrm>
              <a:custGeom>
                <a:avLst/>
                <a:gdLst>
                  <a:gd name="T0" fmla="*/ 51 w 56"/>
                  <a:gd name="T1" fmla="*/ 46 h 46"/>
                  <a:gd name="T2" fmla="*/ 3 w 56"/>
                  <a:gd name="T3" fmla="*/ 26 h 46"/>
                  <a:gd name="T4" fmla="*/ 0 w 56"/>
                  <a:gd name="T5" fmla="*/ 21 h 46"/>
                  <a:gd name="T6" fmla="*/ 0 w 56"/>
                  <a:gd name="T7" fmla="*/ 0 h 46"/>
                  <a:gd name="T8" fmla="*/ 12 w 56"/>
                  <a:gd name="T9" fmla="*/ 0 h 46"/>
                  <a:gd name="T10" fmla="*/ 12 w 56"/>
                  <a:gd name="T11" fmla="*/ 17 h 46"/>
                  <a:gd name="T12" fmla="*/ 56 w 56"/>
                  <a:gd name="T13" fmla="*/ 35 h 46"/>
                  <a:gd name="T14" fmla="*/ 51 w 56"/>
                  <a:gd name="T15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6" h="46">
                    <a:moveTo>
                      <a:pt x="51" y="46"/>
                    </a:moveTo>
                    <a:cubicBezTo>
                      <a:pt x="3" y="26"/>
                      <a:pt x="3" y="26"/>
                      <a:pt x="3" y="26"/>
                    </a:cubicBezTo>
                    <a:cubicBezTo>
                      <a:pt x="1" y="26"/>
                      <a:pt x="0" y="23"/>
                      <a:pt x="0" y="2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2" y="17"/>
                      <a:pt x="12" y="17"/>
                      <a:pt x="12" y="17"/>
                    </a:cubicBezTo>
                    <a:cubicBezTo>
                      <a:pt x="56" y="35"/>
                      <a:pt x="56" y="35"/>
                      <a:pt x="56" y="35"/>
                    </a:cubicBezTo>
                    <a:lnTo>
                      <a:pt x="51" y="4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Graphik"/>
                  <a:ea typeface="+mn-ea"/>
                  <a:cs typeface="Arial" charset="0"/>
                </a:endParaRPr>
              </a:p>
            </p:txBody>
          </p:sp>
          <p:sp>
            <p:nvSpPr>
              <p:cNvPr id="217" name="Freeform 153">
                <a:extLst>
                  <a:ext uri="{FF2B5EF4-FFF2-40B4-BE49-F238E27FC236}">
                    <a16:creationId xmlns:a16="http://schemas.microsoft.com/office/drawing/2014/main" id="{1EEFEE5D-2D94-6DF9-3879-2BED4F7051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21" y="3415"/>
                <a:ext cx="84" cy="66"/>
              </a:xfrm>
              <a:custGeom>
                <a:avLst/>
                <a:gdLst>
                  <a:gd name="T0" fmla="*/ 5 w 57"/>
                  <a:gd name="T1" fmla="*/ 45 h 45"/>
                  <a:gd name="T2" fmla="*/ 0 w 57"/>
                  <a:gd name="T3" fmla="*/ 34 h 45"/>
                  <a:gd name="T4" fmla="*/ 45 w 57"/>
                  <a:gd name="T5" fmla="*/ 16 h 45"/>
                  <a:gd name="T6" fmla="*/ 45 w 57"/>
                  <a:gd name="T7" fmla="*/ 0 h 45"/>
                  <a:gd name="T8" fmla="*/ 57 w 57"/>
                  <a:gd name="T9" fmla="*/ 0 h 45"/>
                  <a:gd name="T10" fmla="*/ 57 w 57"/>
                  <a:gd name="T11" fmla="*/ 20 h 45"/>
                  <a:gd name="T12" fmla="*/ 53 w 57"/>
                  <a:gd name="T13" fmla="*/ 26 h 45"/>
                  <a:gd name="T14" fmla="*/ 5 w 57"/>
                  <a:gd name="T15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7" h="45">
                    <a:moveTo>
                      <a:pt x="5" y="45"/>
                    </a:moveTo>
                    <a:cubicBezTo>
                      <a:pt x="0" y="34"/>
                      <a:pt x="0" y="34"/>
                      <a:pt x="0" y="34"/>
                    </a:cubicBezTo>
                    <a:cubicBezTo>
                      <a:pt x="45" y="16"/>
                      <a:pt x="45" y="16"/>
                      <a:pt x="45" y="16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57" y="0"/>
                      <a:pt x="57" y="0"/>
                      <a:pt x="57" y="0"/>
                    </a:cubicBezTo>
                    <a:cubicBezTo>
                      <a:pt x="57" y="20"/>
                      <a:pt x="57" y="20"/>
                      <a:pt x="57" y="20"/>
                    </a:cubicBezTo>
                    <a:cubicBezTo>
                      <a:pt x="57" y="22"/>
                      <a:pt x="55" y="25"/>
                      <a:pt x="53" y="26"/>
                    </a:cubicBezTo>
                    <a:lnTo>
                      <a:pt x="5" y="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Graphik"/>
                  <a:ea typeface="+mn-ea"/>
                  <a:cs typeface="Arial" charset="0"/>
                </a:endParaRPr>
              </a:p>
            </p:txBody>
          </p:sp>
          <p:sp>
            <p:nvSpPr>
              <p:cNvPr id="218" name="Freeform 154">
                <a:extLst>
                  <a:ext uri="{FF2B5EF4-FFF2-40B4-BE49-F238E27FC236}">
                    <a16:creationId xmlns:a16="http://schemas.microsoft.com/office/drawing/2014/main" id="{0DA675F2-7BB3-925E-3AF3-85279156F66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56" y="3277"/>
                <a:ext cx="130" cy="154"/>
              </a:xfrm>
              <a:custGeom>
                <a:avLst/>
                <a:gdLst>
                  <a:gd name="T0" fmla="*/ 44 w 88"/>
                  <a:gd name="T1" fmla="*/ 104 h 104"/>
                  <a:gd name="T2" fmla="*/ 0 w 88"/>
                  <a:gd name="T3" fmla="*/ 52 h 104"/>
                  <a:gd name="T4" fmla="*/ 44 w 88"/>
                  <a:gd name="T5" fmla="*/ 0 h 104"/>
                  <a:gd name="T6" fmla="*/ 88 w 88"/>
                  <a:gd name="T7" fmla="*/ 52 h 104"/>
                  <a:gd name="T8" fmla="*/ 44 w 88"/>
                  <a:gd name="T9" fmla="*/ 104 h 104"/>
                  <a:gd name="T10" fmla="*/ 44 w 88"/>
                  <a:gd name="T11" fmla="*/ 12 h 104"/>
                  <a:gd name="T12" fmla="*/ 12 w 88"/>
                  <a:gd name="T13" fmla="*/ 52 h 104"/>
                  <a:gd name="T14" fmla="*/ 44 w 88"/>
                  <a:gd name="T15" fmla="*/ 92 h 104"/>
                  <a:gd name="T16" fmla="*/ 76 w 88"/>
                  <a:gd name="T17" fmla="*/ 52 h 104"/>
                  <a:gd name="T18" fmla="*/ 44 w 88"/>
                  <a:gd name="T19" fmla="*/ 12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8" h="104">
                    <a:moveTo>
                      <a:pt x="44" y="104"/>
                    </a:moveTo>
                    <a:cubicBezTo>
                      <a:pt x="20" y="104"/>
                      <a:pt x="0" y="80"/>
                      <a:pt x="0" y="52"/>
                    </a:cubicBezTo>
                    <a:cubicBezTo>
                      <a:pt x="0" y="23"/>
                      <a:pt x="20" y="0"/>
                      <a:pt x="44" y="0"/>
                    </a:cubicBezTo>
                    <a:cubicBezTo>
                      <a:pt x="69" y="0"/>
                      <a:pt x="88" y="23"/>
                      <a:pt x="88" y="52"/>
                    </a:cubicBezTo>
                    <a:cubicBezTo>
                      <a:pt x="88" y="80"/>
                      <a:pt x="69" y="104"/>
                      <a:pt x="44" y="104"/>
                    </a:cubicBezTo>
                    <a:close/>
                    <a:moveTo>
                      <a:pt x="44" y="12"/>
                    </a:moveTo>
                    <a:cubicBezTo>
                      <a:pt x="26" y="12"/>
                      <a:pt x="12" y="29"/>
                      <a:pt x="12" y="52"/>
                    </a:cubicBezTo>
                    <a:cubicBezTo>
                      <a:pt x="12" y="74"/>
                      <a:pt x="26" y="92"/>
                      <a:pt x="44" y="92"/>
                    </a:cubicBezTo>
                    <a:cubicBezTo>
                      <a:pt x="62" y="92"/>
                      <a:pt x="76" y="74"/>
                      <a:pt x="76" y="52"/>
                    </a:cubicBezTo>
                    <a:cubicBezTo>
                      <a:pt x="76" y="29"/>
                      <a:pt x="62" y="12"/>
                      <a:pt x="4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Graphik"/>
                  <a:ea typeface="+mn-ea"/>
                  <a:cs typeface="Arial" charset="0"/>
                </a:endParaRPr>
              </a:p>
            </p:txBody>
          </p:sp>
          <p:sp>
            <p:nvSpPr>
              <p:cNvPr id="219" name="Freeform 155">
                <a:extLst>
                  <a:ext uri="{FF2B5EF4-FFF2-40B4-BE49-F238E27FC236}">
                    <a16:creationId xmlns:a16="http://schemas.microsoft.com/office/drawing/2014/main" id="{4BEA5E5D-CE36-D921-594A-817EE1FA0E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2" y="3315"/>
                <a:ext cx="117" cy="40"/>
              </a:xfrm>
              <a:custGeom>
                <a:avLst/>
                <a:gdLst>
                  <a:gd name="T0" fmla="*/ 68 w 79"/>
                  <a:gd name="T1" fmla="*/ 27 h 27"/>
                  <a:gd name="T2" fmla="*/ 46 w 79"/>
                  <a:gd name="T3" fmla="*/ 16 h 27"/>
                  <a:gd name="T4" fmla="*/ 19 w 79"/>
                  <a:gd name="T5" fmla="*/ 26 h 27"/>
                  <a:gd name="T6" fmla="*/ 0 w 79"/>
                  <a:gd name="T7" fmla="*/ 22 h 27"/>
                  <a:gd name="T8" fmla="*/ 5 w 79"/>
                  <a:gd name="T9" fmla="*/ 11 h 27"/>
                  <a:gd name="T10" fmla="*/ 19 w 79"/>
                  <a:gd name="T11" fmla="*/ 14 h 27"/>
                  <a:gd name="T12" fmla="*/ 41 w 79"/>
                  <a:gd name="T13" fmla="*/ 3 h 27"/>
                  <a:gd name="T14" fmla="*/ 46 w 79"/>
                  <a:gd name="T15" fmla="*/ 0 h 27"/>
                  <a:gd name="T16" fmla="*/ 52 w 79"/>
                  <a:gd name="T17" fmla="*/ 3 h 27"/>
                  <a:gd name="T18" fmla="*/ 73 w 79"/>
                  <a:gd name="T19" fmla="*/ 14 h 27"/>
                  <a:gd name="T20" fmla="*/ 76 w 79"/>
                  <a:gd name="T21" fmla="*/ 14 h 27"/>
                  <a:gd name="T22" fmla="*/ 77 w 79"/>
                  <a:gd name="T23" fmla="*/ 14 h 27"/>
                  <a:gd name="T24" fmla="*/ 79 w 79"/>
                  <a:gd name="T25" fmla="*/ 26 h 27"/>
                  <a:gd name="T26" fmla="*/ 77 w 79"/>
                  <a:gd name="T27" fmla="*/ 26 h 27"/>
                  <a:gd name="T28" fmla="*/ 75 w 79"/>
                  <a:gd name="T29" fmla="*/ 26 h 27"/>
                  <a:gd name="T30" fmla="*/ 68 w 79"/>
                  <a:gd name="T31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79" h="27">
                    <a:moveTo>
                      <a:pt x="68" y="27"/>
                    </a:moveTo>
                    <a:cubicBezTo>
                      <a:pt x="59" y="27"/>
                      <a:pt x="52" y="23"/>
                      <a:pt x="46" y="16"/>
                    </a:cubicBezTo>
                    <a:cubicBezTo>
                      <a:pt x="39" y="22"/>
                      <a:pt x="29" y="26"/>
                      <a:pt x="19" y="26"/>
                    </a:cubicBezTo>
                    <a:cubicBezTo>
                      <a:pt x="12" y="26"/>
                      <a:pt x="5" y="24"/>
                      <a:pt x="0" y="22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9" y="13"/>
                      <a:pt x="14" y="14"/>
                      <a:pt x="19" y="14"/>
                    </a:cubicBezTo>
                    <a:cubicBezTo>
                      <a:pt x="28" y="14"/>
                      <a:pt x="38" y="9"/>
                      <a:pt x="41" y="3"/>
                    </a:cubicBezTo>
                    <a:cubicBezTo>
                      <a:pt x="42" y="1"/>
                      <a:pt x="44" y="0"/>
                      <a:pt x="46" y="0"/>
                    </a:cubicBezTo>
                    <a:cubicBezTo>
                      <a:pt x="49" y="0"/>
                      <a:pt x="51" y="1"/>
                      <a:pt x="52" y="3"/>
                    </a:cubicBezTo>
                    <a:cubicBezTo>
                      <a:pt x="57" y="13"/>
                      <a:pt x="63" y="16"/>
                      <a:pt x="73" y="14"/>
                    </a:cubicBezTo>
                    <a:cubicBezTo>
                      <a:pt x="74" y="14"/>
                      <a:pt x="75" y="14"/>
                      <a:pt x="76" y="14"/>
                    </a:cubicBezTo>
                    <a:cubicBezTo>
                      <a:pt x="77" y="14"/>
                      <a:pt x="77" y="14"/>
                      <a:pt x="77" y="14"/>
                    </a:cubicBezTo>
                    <a:cubicBezTo>
                      <a:pt x="79" y="26"/>
                      <a:pt x="79" y="26"/>
                      <a:pt x="79" y="26"/>
                    </a:cubicBezTo>
                    <a:cubicBezTo>
                      <a:pt x="78" y="26"/>
                      <a:pt x="77" y="26"/>
                      <a:pt x="77" y="26"/>
                    </a:cubicBezTo>
                    <a:cubicBezTo>
                      <a:pt x="76" y="26"/>
                      <a:pt x="76" y="26"/>
                      <a:pt x="75" y="26"/>
                    </a:cubicBezTo>
                    <a:cubicBezTo>
                      <a:pt x="73" y="26"/>
                      <a:pt x="70" y="27"/>
                      <a:pt x="68" y="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rgbClr val="96968C"/>
                  </a:solidFill>
                  <a:effectLst/>
                  <a:uLnTx/>
                  <a:uFillTx/>
                  <a:latin typeface="Graphik"/>
                  <a:ea typeface="+mn-ea"/>
                  <a:cs typeface="Arial" charset="0"/>
                </a:endParaRPr>
              </a:p>
            </p:txBody>
          </p:sp>
        </p:grpSp>
      </p:grp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7BED3FD8-64CC-0711-1BAB-FA4C6DF1F575}"/>
              </a:ext>
            </a:extLst>
          </p:cNvPr>
          <p:cNvGrpSpPr/>
          <p:nvPr/>
        </p:nvGrpSpPr>
        <p:grpSpPr>
          <a:xfrm>
            <a:off x="3163793" y="2472797"/>
            <a:ext cx="546023" cy="724171"/>
            <a:chOff x="3163793" y="2472797"/>
            <a:chExt cx="546023" cy="724171"/>
          </a:xfrm>
        </p:grpSpPr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00804DF2-3019-7C2D-5985-64B91F04ECF8}"/>
                </a:ext>
              </a:extLst>
            </p:cNvPr>
            <p:cNvSpPr/>
            <p:nvPr/>
          </p:nvSpPr>
          <p:spPr>
            <a:xfrm>
              <a:off x="3163793" y="2472797"/>
              <a:ext cx="546023" cy="72417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21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222" name="Freeform 225">
              <a:extLst>
                <a:ext uri="{FF2B5EF4-FFF2-40B4-BE49-F238E27FC236}">
                  <a16:creationId xmlns:a16="http://schemas.microsoft.com/office/drawing/2014/main" id="{194D919C-4D75-F1C6-A510-D22D8F2A1A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24773" y="2573226"/>
              <a:ext cx="188203" cy="183936"/>
            </a:xfrm>
            <a:custGeom>
              <a:avLst/>
              <a:gdLst>
                <a:gd name="T0" fmla="*/ 282 w 288"/>
                <a:gd name="T1" fmla="*/ 288 h 288"/>
                <a:gd name="T2" fmla="*/ 6 w 288"/>
                <a:gd name="T3" fmla="*/ 288 h 288"/>
                <a:gd name="T4" fmla="*/ 0 w 288"/>
                <a:gd name="T5" fmla="*/ 282 h 288"/>
                <a:gd name="T6" fmla="*/ 12 w 288"/>
                <a:gd name="T7" fmla="*/ 231 h 288"/>
                <a:gd name="T8" fmla="*/ 93 w 288"/>
                <a:gd name="T9" fmla="*/ 187 h 288"/>
                <a:gd name="T10" fmla="*/ 108 w 288"/>
                <a:gd name="T11" fmla="*/ 181 h 288"/>
                <a:gd name="T12" fmla="*/ 108 w 288"/>
                <a:gd name="T13" fmla="*/ 152 h 288"/>
                <a:gd name="T14" fmla="*/ 90 w 288"/>
                <a:gd name="T15" fmla="*/ 117 h 288"/>
                <a:gd name="T16" fmla="*/ 84 w 288"/>
                <a:gd name="T17" fmla="*/ 106 h 288"/>
                <a:gd name="T18" fmla="*/ 89 w 288"/>
                <a:gd name="T19" fmla="*/ 81 h 288"/>
                <a:gd name="T20" fmla="*/ 88 w 288"/>
                <a:gd name="T21" fmla="*/ 79 h 288"/>
                <a:gd name="T22" fmla="*/ 87 w 288"/>
                <a:gd name="T23" fmla="*/ 26 h 288"/>
                <a:gd name="T24" fmla="*/ 104 w 288"/>
                <a:gd name="T25" fmla="*/ 18 h 288"/>
                <a:gd name="T26" fmla="*/ 155 w 288"/>
                <a:gd name="T27" fmla="*/ 0 h 288"/>
                <a:gd name="T28" fmla="*/ 210 w 288"/>
                <a:gd name="T29" fmla="*/ 28 h 288"/>
                <a:gd name="T30" fmla="*/ 200 w 288"/>
                <a:gd name="T31" fmla="*/ 78 h 288"/>
                <a:gd name="T32" fmla="*/ 199 w 288"/>
                <a:gd name="T33" fmla="*/ 81 h 288"/>
                <a:gd name="T34" fmla="*/ 204 w 288"/>
                <a:gd name="T35" fmla="*/ 106 h 288"/>
                <a:gd name="T36" fmla="*/ 198 w 288"/>
                <a:gd name="T37" fmla="*/ 117 h 288"/>
                <a:gd name="T38" fmla="*/ 180 w 288"/>
                <a:gd name="T39" fmla="*/ 152 h 288"/>
                <a:gd name="T40" fmla="*/ 180 w 288"/>
                <a:gd name="T41" fmla="*/ 181 h 288"/>
                <a:gd name="T42" fmla="*/ 194 w 288"/>
                <a:gd name="T43" fmla="*/ 187 h 288"/>
                <a:gd name="T44" fmla="*/ 275 w 288"/>
                <a:gd name="T45" fmla="*/ 231 h 288"/>
                <a:gd name="T46" fmla="*/ 288 w 288"/>
                <a:gd name="T47" fmla="*/ 282 h 288"/>
                <a:gd name="T48" fmla="*/ 282 w 288"/>
                <a:gd name="T49" fmla="*/ 288 h 288"/>
                <a:gd name="T50" fmla="*/ 12 w 288"/>
                <a:gd name="T51" fmla="*/ 276 h 288"/>
                <a:gd name="T52" fmla="*/ 275 w 288"/>
                <a:gd name="T53" fmla="*/ 276 h 288"/>
                <a:gd name="T54" fmla="*/ 264 w 288"/>
                <a:gd name="T55" fmla="*/ 236 h 288"/>
                <a:gd name="T56" fmla="*/ 190 w 288"/>
                <a:gd name="T57" fmla="*/ 198 h 288"/>
                <a:gd name="T58" fmla="*/ 172 w 288"/>
                <a:gd name="T59" fmla="*/ 191 h 288"/>
                <a:gd name="T60" fmla="*/ 168 w 288"/>
                <a:gd name="T61" fmla="*/ 185 h 288"/>
                <a:gd name="T62" fmla="*/ 168 w 288"/>
                <a:gd name="T63" fmla="*/ 149 h 288"/>
                <a:gd name="T64" fmla="*/ 170 w 288"/>
                <a:gd name="T65" fmla="*/ 144 h 288"/>
                <a:gd name="T66" fmla="*/ 186 w 288"/>
                <a:gd name="T67" fmla="*/ 113 h 288"/>
                <a:gd name="T68" fmla="*/ 190 w 288"/>
                <a:gd name="T69" fmla="*/ 108 h 288"/>
                <a:gd name="T70" fmla="*/ 192 w 288"/>
                <a:gd name="T71" fmla="*/ 95 h 288"/>
                <a:gd name="T72" fmla="*/ 189 w 288"/>
                <a:gd name="T73" fmla="*/ 89 h 288"/>
                <a:gd name="T74" fmla="*/ 186 w 288"/>
                <a:gd name="T75" fmla="*/ 83 h 288"/>
                <a:gd name="T76" fmla="*/ 189 w 288"/>
                <a:gd name="T77" fmla="*/ 74 h 288"/>
                <a:gd name="T78" fmla="*/ 198 w 288"/>
                <a:gd name="T79" fmla="*/ 31 h 288"/>
                <a:gd name="T80" fmla="*/ 154 w 288"/>
                <a:gd name="T81" fmla="*/ 12 h 288"/>
                <a:gd name="T82" fmla="*/ 113 w 288"/>
                <a:gd name="T83" fmla="*/ 25 h 288"/>
                <a:gd name="T84" fmla="*/ 108 w 288"/>
                <a:gd name="T85" fmla="*/ 29 h 288"/>
                <a:gd name="T86" fmla="*/ 97 w 288"/>
                <a:gd name="T87" fmla="*/ 34 h 288"/>
                <a:gd name="T88" fmla="*/ 100 w 288"/>
                <a:gd name="T89" fmla="*/ 75 h 288"/>
                <a:gd name="T90" fmla="*/ 102 w 288"/>
                <a:gd name="T91" fmla="*/ 83 h 288"/>
                <a:gd name="T92" fmla="*/ 98 w 288"/>
                <a:gd name="T93" fmla="*/ 89 h 288"/>
                <a:gd name="T94" fmla="*/ 95 w 288"/>
                <a:gd name="T95" fmla="*/ 95 h 288"/>
                <a:gd name="T96" fmla="*/ 97 w 288"/>
                <a:gd name="T97" fmla="*/ 108 h 288"/>
                <a:gd name="T98" fmla="*/ 102 w 288"/>
                <a:gd name="T99" fmla="*/ 113 h 288"/>
                <a:gd name="T100" fmla="*/ 117 w 288"/>
                <a:gd name="T101" fmla="*/ 144 h 288"/>
                <a:gd name="T102" fmla="*/ 120 w 288"/>
                <a:gd name="T103" fmla="*/ 149 h 288"/>
                <a:gd name="T104" fmla="*/ 120 w 288"/>
                <a:gd name="T105" fmla="*/ 185 h 288"/>
                <a:gd name="T106" fmla="*/ 116 w 288"/>
                <a:gd name="T107" fmla="*/ 191 h 288"/>
                <a:gd name="T108" fmla="*/ 97 w 288"/>
                <a:gd name="T109" fmla="*/ 198 h 288"/>
                <a:gd name="T110" fmla="*/ 23 w 288"/>
                <a:gd name="T111" fmla="*/ 236 h 288"/>
                <a:gd name="T112" fmla="*/ 12 w 288"/>
                <a:gd name="T113" fmla="*/ 276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88" h="288">
                  <a:moveTo>
                    <a:pt x="282" y="288"/>
                  </a:moveTo>
                  <a:cubicBezTo>
                    <a:pt x="6" y="288"/>
                    <a:pt x="6" y="288"/>
                    <a:pt x="6" y="288"/>
                  </a:cubicBezTo>
                  <a:cubicBezTo>
                    <a:pt x="2" y="288"/>
                    <a:pt x="0" y="285"/>
                    <a:pt x="0" y="282"/>
                  </a:cubicBezTo>
                  <a:cubicBezTo>
                    <a:pt x="0" y="281"/>
                    <a:pt x="0" y="256"/>
                    <a:pt x="12" y="231"/>
                  </a:cubicBezTo>
                  <a:cubicBezTo>
                    <a:pt x="21" y="213"/>
                    <a:pt x="51" y="202"/>
                    <a:pt x="93" y="187"/>
                  </a:cubicBezTo>
                  <a:cubicBezTo>
                    <a:pt x="98" y="185"/>
                    <a:pt x="103" y="183"/>
                    <a:pt x="108" y="181"/>
                  </a:cubicBezTo>
                  <a:cubicBezTo>
                    <a:pt x="108" y="152"/>
                    <a:pt x="108" y="152"/>
                    <a:pt x="108" y="152"/>
                  </a:cubicBezTo>
                  <a:cubicBezTo>
                    <a:pt x="102" y="148"/>
                    <a:pt x="91" y="136"/>
                    <a:pt x="90" y="117"/>
                  </a:cubicBezTo>
                  <a:cubicBezTo>
                    <a:pt x="87" y="115"/>
                    <a:pt x="85" y="111"/>
                    <a:pt x="84" y="106"/>
                  </a:cubicBezTo>
                  <a:cubicBezTo>
                    <a:pt x="82" y="97"/>
                    <a:pt x="83" y="87"/>
                    <a:pt x="89" y="81"/>
                  </a:cubicBezTo>
                  <a:cubicBezTo>
                    <a:pt x="89" y="80"/>
                    <a:pt x="88" y="80"/>
                    <a:pt x="88" y="79"/>
                  </a:cubicBezTo>
                  <a:cubicBezTo>
                    <a:pt x="84" y="65"/>
                    <a:pt x="77" y="40"/>
                    <a:pt x="87" y="26"/>
                  </a:cubicBezTo>
                  <a:cubicBezTo>
                    <a:pt x="91" y="21"/>
                    <a:pt x="96" y="18"/>
                    <a:pt x="104" y="18"/>
                  </a:cubicBezTo>
                  <a:cubicBezTo>
                    <a:pt x="111" y="4"/>
                    <a:pt x="135" y="0"/>
                    <a:pt x="155" y="0"/>
                  </a:cubicBezTo>
                  <a:cubicBezTo>
                    <a:pt x="178" y="1"/>
                    <a:pt x="206" y="8"/>
                    <a:pt x="210" y="28"/>
                  </a:cubicBezTo>
                  <a:cubicBezTo>
                    <a:pt x="213" y="45"/>
                    <a:pt x="204" y="67"/>
                    <a:pt x="200" y="78"/>
                  </a:cubicBezTo>
                  <a:cubicBezTo>
                    <a:pt x="199" y="79"/>
                    <a:pt x="199" y="80"/>
                    <a:pt x="199" y="81"/>
                  </a:cubicBezTo>
                  <a:cubicBezTo>
                    <a:pt x="205" y="87"/>
                    <a:pt x="206" y="97"/>
                    <a:pt x="204" y="106"/>
                  </a:cubicBezTo>
                  <a:cubicBezTo>
                    <a:pt x="202" y="111"/>
                    <a:pt x="200" y="115"/>
                    <a:pt x="198" y="117"/>
                  </a:cubicBezTo>
                  <a:cubicBezTo>
                    <a:pt x="196" y="136"/>
                    <a:pt x="185" y="148"/>
                    <a:pt x="180" y="152"/>
                  </a:cubicBezTo>
                  <a:cubicBezTo>
                    <a:pt x="180" y="181"/>
                    <a:pt x="180" y="181"/>
                    <a:pt x="180" y="181"/>
                  </a:cubicBezTo>
                  <a:cubicBezTo>
                    <a:pt x="185" y="183"/>
                    <a:pt x="190" y="185"/>
                    <a:pt x="194" y="187"/>
                  </a:cubicBezTo>
                  <a:cubicBezTo>
                    <a:pt x="236" y="202"/>
                    <a:pt x="266" y="213"/>
                    <a:pt x="275" y="231"/>
                  </a:cubicBezTo>
                  <a:cubicBezTo>
                    <a:pt x="287" y="256"/>
                    <a:pt x="288" y="281"/>
                    <a:pt x="288" y="282"/>
                  </a:cubicBezTo>
                  <a:cubicBezTo>
                    <a:pt x="288" y="285"/>
                    <a:pt x="285" y="288"/>
                    <a:pt x="282" y="288"/>
                  </a:cubicBezTo>
                  <a:close/>
                  <a:moveTo>
                    <a:pt x="12" y="276"/>
                  </a:moveTo>
                  <a:cubicBezTo>
                    <a:pt x="275" y="276"/>
                    <a:pt x="275" y="276"/>
                    <a:pt x="275" y="276"/>
                  </a:cubicBezTo>
                  <a:cubicBezTo>
                    <a:pt x="274" y="268"/>
                    <a:pt x="272" y="252"/>
                    <a:pt x="264" y="236"/>
                  </a:cubicBezTo>
                  <a:cubicBezTo>
                    <a:pt x="258" y="223"/>
                    <a:pt x="226" y="211"/>
                    <a:pt x="190" y="198"/>
                  </a:cubicBezTo>
                  <a:cubicBezTo>
                    <a:pt x="184" y="196"/>
                    <a:pt x="178" y="193"/>
                    <a:pt x="172" y="191"/>
                  </a:cubicBezTo>
                  <a:cubicBezTo>
                    <a:pt x="169" y="190"/>
                    <a:pt x="168" y="188"/>
                    <a:pt x="168" y="185"/>
                  </a:cubicBezTo>
                  <a:cubicBezTo>
                    <a:pt x="168" y="149"/>
                    <a:pt x="168" y="149"/>
                    <a:pt x="168" y="149"/>
                  </a:cubicBezTo>
                  <a:cubicBezTo>
                    <a:pt x="168" y="147"/>
                    <a:pt x="169" y="145"/>
                    <a:pt x="170" y="144"/>
                  </a:cubicBezTo>
                  <a:cubicBezTo>
                    <a:pt x="171" y="144"/>
                    <a:pt x="186" y="134"/>
                    <a:pt x="186" y="113"/>
                  </a:cubicBezTo>
                  <a:cubicBezTo>
                    <a:pt x="186" y="111"/>
                    <a:pt x="188" y="108"/>
                    <a:pt x="190" y="108"/>
                  </a:cubicBezTo>
                  <a:cubicBezTo>
                    <a:pt x="191" y="106"/>
                    <a:pt x="193" y="100"/>
                    <a:pt x="192" y="95"/>
                  </a:cubicBezTo>
                  <a:cubicBezTo>
                    <a:pt x="192" y="92"/>
                    <a:pt x="191" y="90"/>
                    <a:pt x="189" y="89"/>
                  </a:cubicBezTo>
                  <a:cubicBezTo>
                    <a:pt x="187" y="88"/>
                    <a:pt x="186" y="86"/>
                    <a:pt x="186" y="83"/>
                  </a:cubicBezTo>
                  <a:cubicBezTo>
                    <a:pt x="186" y="81"/>
                    <a:pt x="187" y="79"/>
                    <a:pt x="189" y="74"/>
                  </a:cubicBezTo>
                  <a:cubicBezTo>
                    <a:pt x="193" y="63"/>
                    <a:pt x="200" y="44"/>
                    <a:pt x="198" y="31"/>
                  </a:cubicBezTo>
                  <a:cubicBezTo>
                    <a:pt x="196" y="20"/>
                    <a:pt x="178" y="13"/>
                    <a:pt x="154" y="12"/>
                  </a:cubicBezTo>
                  <a:cubicBezTo>
                    <a:pt x="131" y="11"/>
                    <a:pt x="115" y="18"/>
                    <a:pt x="113" y="25"/>
                  </a:cubicBezTo>
                  <a:cubicBezTo>
                    <a:pt x="113" y="27"/>
                    <a:pt x="110" y="29"/>
                    <a:pt x="108" y="29"/>
                  </a:cubicBezTo>
                  <a:cubicBezTo>
                    <a:pt x="102" y="29"/>
                    <a:pt x="99" y="31"/>
                    <a:pt x="97" y="34"/>
                  </a:cubicBezTo>
                  <a:cubicBezTo>
                    <a:pt x="90" y="43"/>
                    <a:pt x="97" y="66"/>
                    <a:pt x="100" y="75"/>
                  </a:cubicBezTo>
                  <a:cubicBezTo>
                    <a:pt x="101" y="80"/>
                    <a:pt x="102" y="82"/>
                    <a:pt x="102" y="83"/>
                  </a:cubicBezTo>
                  <a:cubicBezTo>
                    <a:pt x="102" y="86"/>
                    <a:pt x="100" y="88"/>
                    <a:pt x="98" y="89"/>
                  </a:cubicBezTo>
                  <a:cubicBezTo>
                    <a:pt x="96" y="90"/>
                    <a:pt x="95" y="92"/>
                    <a:pt x="95" y="95"/>
                  </a:cubicBezTo>
                  <a:cubicBezTo>
                    <a:pt x="94" y="100"/>
                    <a:pt x="96" y="106"/>
                    <a:pt x="97" y="108"/>
                  </a:cubicBezTo>
                  <a:cubicBezTo>
                    <a:pt x="100" y="108"/>
                    <a:pt x="102" y="111"/>
                    <a:pt x="102" y="113"/>
                  </a:cubicBezTo>
                  <a:cubicBezTo>
                    <a:pt x="102" y="134"/>
                    <a:pt x="117" y="144"/>
                    <a:pt x="117" y="144"/>
                  </a:cubicBezTo>
                  <a:cubicBezTo>
                    <a:pt x="119" y="145"/>
                    <a:pt x="120" y="147"/>
                    <a:pt x="120" y="149"/>
                  </a:cubicBezTo>
                  <a:cubicBezTo>
                    <a:pt x="120" y="185"/>
                    <a:pt x="120" y="185"/>
                    <a:pt x="120" y="185"/>
                  </a:cubicBezTo>
                  <a:cubicBezTo>
                    <a:pt x="120" y="188"/>
                    <a:pt x="118" y="190"/>
                    <a:pt x="116" y="191"/>
                  </a:cubicBezTo>
                  <a:cubicBezTo>
                    <a:pt x="109" y="193"/>
                    <a:pt x="103" y="196"/>
                    <a:pt x="97" y="198"/>
                  </a:cubicBezTo>
                  <a:cubicBezTo>
                    <a:pt x="61" y="211"/>
                    <a:pt x="30" y="223"/>
                    <a:pt x="23" y="236"/>
                  </a:cubicBezTo>
                  <a:cubicBezTo>
                    <a:pt x="15" y="252"/>
                    <a:pt x="13" y="268"/>
                    <a:pt x="12" y="276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2306AB15-0E95-2053-FABB-50F23C1BF5C6}"/>
              </a:ext>
            </a:extLst>
          </p:cNvPr>
          <p:cNvGrpSpPr/>
          <p:nvPr/>
        </p:nvGrpSpPr>
        <p:grpSpPr>
          <a:xfrm>
            <a:off x="948929" y="2146277"/>
            <a:ext cx="402069" cy="533250"/>
            <a:chOff x="3163793" y="2472797"/>
            <a:chExt cx="546023" cy="724171"/>
          </a:xfrm>
        </p:grpSpPr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ACA600E8-75B5-2FC8-D735-CD2DE722814A}"/>
                </a:ext>
              </a:extLst>
            </p:cNvPr>
            <p:cNvSpPr/>
            <p:nvPr/>
          </p:nvSpPr>
          <p:spPr>
            <a:xfrm>
              <a:off x="3163793" y="2472797"/>
              <a:ext cx="546023" cy="72417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21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225" name="Freeform 225">
              <a:extLst>
                <a:ext uri="{FF2B5EF4-FFF2-40B4-BE49-F238E27FC236}">
                  <a16:creationId xmlns:a16="http://schemas.microsoft.com/office/drawing/2014/main" id="{2C2C688C-173F-7486-01B4-BB5B3A1726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24773" y="2573226"/>
              <a:ext cx="188203" cy="183936"/>
            </a:xfrm>
            <a:custGeom>
              <a:avLst/>
              <a:gdLst>
                <a:gd name="T0" fmla="*/ 282 w 288"/>
                <a:gd name="T1" fmla="*/ 288 h 288"/>
                <a:gd name="T2" fmla="*/ 6 w 288"/>
                <a:gd name="T3" fmla="*/ 288 h 288"/>
                <a:gd name="T4" fmla="*/ 0 w 288"/>
                <a:gd name="T5" fmla="*/ 282 h 288"/>
                <a:gd name="T6" fmla="*/ 12 w 288"/>
                <a:gd name="T7" fmla="*/ 231 h 288"/>
                <a:gd name="T8" fmla="*/ 93 w 288"/>
                <a:gd name="T9" fmla="*/ 187 h 288"/>
                <a:gd name="T10" fmla="*/ 108 w 288"/>
                <a:gd name="T11" fmla="*/ 181 h 288"/>
                <a:gd name="T12" fmla="*/ 108 w 288"/>
                <a:gd name="T13" fmla="*/ 152 h 288"/>
                <a:gd name="T14" fmla="*/ 90 w 288"/>
                <a:gd name="T15" fmla="*/ 117 h 288"/>
                <a:gd name="T16" fmla="*/ 84 w 288"/>
                <a:gd name="T17" fmla="*/ 106 h 288"/>
                <a:gd name="T18" fmla="*/ 89 w 288"/>
                <a:gd name="T19" fmla="*/ 81 h 288"/>
                <a:gd name="T20" fmla="*/ 88 w 288"/>
                <a:gd name="T21" fmla="*/ 79 h 288"/>
                <a:gd name="T22" fmla="*/ 87 w 288"/>
                <a:gd name="T23" fmla="*/ 26 h 288"/>
                <a:gd name="T24" fmla="*/ 104 w 288"/>
                <a:gd name="T25" fmla="*/ 18 h 288"/>
                <a:gd name="T26" fmla="*/ 155 w 288"/>
                <a:gd name="T27" fmla="*/ 0 h 288"/>
                <a:gd name="T28" fmla="*/ 210 w 288"/>
                <a:gd name="T29" fmla="*/ 28 h 288"/>
                <a:gd name="T30" fmla="*/ 200 w 288"/>
                <a:gd name="T31" fmla="*/ 78 h 288"/>
                <a:gd name="T32" fmla="*/ 199 w 288"/>
                <a:gd name="T33" fmla="*/ 81 h 288"/>
                <a:gd name="T34" fmla="*/ 204 w 288"/>
                <a:gd name="T35" fmla="*/ 106 h 288"/>
                <a:gd name="T36" fmla="*/ 198 w 288"/>
                <a:gd name="T37" fmla="*/ 117 h 288"/>
                <a:gd name="T38" fmla="*/ 180 w 288"/>
                <a:gd name="T39" fmla="*/ 152 h 288"/>
                <a:gd name="T40" fmla="*/ 180 w 288"/>
                <a:gd name="T41" fmla="*/ 181 h 288"/>
                <a:gd name="T42" fmla="*/ 194 w 288"/>
                <a:gd name="T43" fmla="*/ 187 h 288"/>
                <a:gd name="T44" fmla="*/ 275 w 288"/>
                <a:gd name="T45" fmla="*/ 231 h 288"/>
                <a:gd name="T46" fmla="*/ 288 w 288"/>
                <a:gd name="T47" fmla="*/ 282 h 288"/>
                <a:gd name="T48" fmla="*/ 282 w 288"/>
                <a:gd name="T49" fmla="*/ 288 h 288"/>
                <a:gd name="T50" fmla="*/ 12 w 288"/>
                <a:gd name="T51" fmla="*/ 276 h 288"/>
                <a:gd name="T52" fmla="*/ 275 w 288"/>
                <a:gd name="T53" fmla="*/ 276 h 288"/>
                <a:gd name="T54" fmla="*/ 264 w 288"/>
                <a:gd name="T55" fmla="*/ 236 h 288"/>
                <a:gd name="T56" fmla="*/ 190 w 288"/>
                <a:gd name="T57" fmla="*/ 198 h 288"/>
                <a:gd name="T58" fmla="*/ 172 w 288"/>
                <a:gd name="T59" fmla="*/ 191 h 288"/>
                <a:gd name="T60" fmla="*/ 168 w 288"/>
                <a:gd name="T61" fmla="*/ 185 h 288"/>
                <a:gd name="T62" fmla="*/ 168 w 288"/>
                <a:gd name="T63" fmla="*/ 149 h 288"/>
                <a:gd name="T64" fmla="*/ 170 w 288"/>
                <a:gd name="T65" fmla="*/ 144 h 288"/>
                <a:gd name="T66" fmla="*/ 186 w 288"/>
                <a:gd name="T67" fmla="*/ 113 h 288"/>
                <a:gd name="T68" fmla="*/ 190 w 288"/>
                <a:gd name="T69" fmla="*/ 108 h 288"/>
                <a:gd name="T70" fmla="*/ 192 w 288"/>
                <a:gd name="T71" fmla="*/ 95 h 288"/>
                <a:gd name="T72" fmla="*/ 189 w 288"/>
                <a:gd name="T73" fmla="*/ 89 h 288"/>
                <a:gd name="T74" fmla="*/ 186 w 288"/>
                <a:gd name="T75" fmla="*/ 83 h 288"/>
                <a:gd name="T76" fmla="*/ 189 w 288"/>
                <a:gd name="T77" fmla="*/ 74 h 288"/>
                <a:gd name="T78" fmla="*/ 198 w 288"/>
                <a:gd name="T79" fmla="*/ 31 h 288"/>
                <a:gd name="T80" fmla="*/ 154 w 288"/>
                <a:gd name="T81" fmla="*/ 12 h 288"/>
                <a:gd name="T82" fmla="*/ 113 w 288"/>
                <a:gd name="T83" fmla="*/ 25 h 288"/>
                <a:gd name="T84" fmla="*/ 108 w 288"/>
                <a:gd name="T85" fmla="*/ 29 h 288"/>
                <a:gd name="T86" fmla="*/ 97 w 288"/>
                <a:gd name="T87" fmla="*/ 34 h 288"/>
                <a:gd name="T88" fmla="*/ 100 w 288"/>
                <a:gd name="T89" fmla="*/ 75 h 288"/>
                <a:gd name="T90" fmla="*/ 102 w 288"/>
                <a:gd name="T91" fmla="*/ 83 h 288"/>
                <a:gd name="T92" fmla="*/ 98 w 288"/>
                <a:gd name="T93" fmla="*/ 89 h 288"/>
                <a:gd name="T94" fmla="*/ 95 w 288"/>
                <a:gd name="T95" fmla="*/ 95 h 288"/>
                <a:gd name="T96" fmla="*/ 97 w 288"/>
                <a:gd name="T97" fmla="*/ 108 h 288"/>
                <a:gd name="T98" fmla="*/ 102 w 288"/>
                <a:gd name="T99" fmla="*/ 113 h 288"/>
                <a:gd name="T100" fmla="*/ 117 w 288"/>
                <a:gd name="T101" fmla="*/ 144 h 288"/>
                <a:gd name="T102" fmla="*/ 120 w 288"/>
                <a:gd name="T103" fmla="*/ 149 h 288"/>
                <a:gd name="T104" fmla="*/ 120 w 288"/>
                <a:gd name="T105" fmla="*/ 185 h 288"/>
                <a:gd name="T106" fmla="*/ 116 w 288"/>
                <a:gd name="T107" fmla="*/ 191 h 288"/>
                <a:gd name="T108" fmla="*/ 97 w 288"/>
                <a:gd name="T109" fmla="*/ 198 h 288"/>
                <a:gd name="T110" fmla="*/ 23 w 288"/>
                <a:gd name="T111" fmla="*/ 236 h 288"/>
                <a:gd name="T112" fmla="*/ 12 w 288"/>
                <a:gd name="T113" fmla="*/ 276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88" h="288">
                  <a:moveTo>
                    <a:pt x="282" y="288"/>
                  </a:moveTo>
                  <a:cubicBezTo>
                    <a:pt x="6" y="288"/>
                    <a:pt x="6" y="288"/>
                    <a:pt x="6" y="288"/>
                  </a:cubicBezTo>
                  <a:cubicBezTo>
                    <a:pt x="2" y="288"/>
                    <a:pt x="0" y="285"/>
                    <a:pt x="0" y="282"/>
                  </a:cubicBezTo>
                  <a:cubicBezTo>
                    <a:pt x="0" y="281"/>
                    <a:pt x="0" y="256"/>
                    <a:pt x="12" y="231"/>
                  </a:cubicBezTo>
                  <a:cubicBezTo>
                    <a:pt x="21" y="213"/>
                    <a:pt x="51" y="202"/>
                    <a:pt x="93" y="187"/>
                  </a:cubicBezTo>
                  <a:cubicBezTo>
                    <a:pt x="98" y="185"/>
                    <a:pt x="103" y="183"/>
                    <a:pt x="108" y="181"/>
                  </a:cubicBezTo>
                  <a:cubicBezTo>
                    <a:pt x="108" y="152"/>
                    <a:pt x="108" y="152"/>
                    <a:pt x="108" y="152"/>
                  </a:cubicBezTo>
                  <a:cubicBezTo>
                    <a:pt x="102" y="148"/>
                    <a:pt x="91" y="136"/>
                    <a:pt x="90" y="117"/>
                  </a:cubicBezTo>
                  <a:cubicBezTo>
                    <a:pt x="87" y="115"/>
                    <a:pt x="85" y="111"/>
                    <a:pt x="84" y="106"/>
                  </a:cubicBezTo>
                  <a:cubicBezTo>
                    <a:pt x="82" y="97"/>
                    <a:pt x="83" y="87"/>
                    <a:pt x="89" y="81"/>
                  </a:cubicBezTo>
                  <a:cubicBezTo>
                    <a:pt x="89" y="80"/>
                    <a:pt x="88" y="80"/>
                    <a:pt x="88" y="79"/>
                  </a:cubicBezTo>
                  <a:cubicBezTo>
                    <a:pt x="84" y="65"/>
                    <a:pt x="77" y="40"/>
                    <a:pt x="87" y="26"/>
                  </a:cubicBezTo>
                  <a:cubicBezTo>
                    <a:pt x="91" y="21"/>
                    <a:pt x="96" y="18"/>
                    <a:pt x="104" y="18"/>
                  </a:cubicBezTo>
                  <a:cubicBezTo>
                    <a:pt x="111" y="4"/>
                    <a:pt x="135" y="0"/>
                    <a:pt x="155" y="0"/>
                  </a:cubicBezTo>
                  <a:cubicBezTo>
                    <a:pt x="178" y="1"/>
                    <a:pt x="206" y="8"/>
                    <a:pt x="210" y="28"/>
                  </a:cubicBezTo>
                  <a:cubicBezTo>
                    <a:pt x="213" y="45"/>
                    <a:pt x="204" y="67"/>
                    <a:pt x="200" y="78"/>
                  </a:cubicBezTo>
                  <a:cubicBezTo>
                    <a:pt x="199" y="79"/>
                    <a:pt x="199" y="80"/>
                    <a:pt x="199" y="81"/>
                  </a:cubicBezTo>
                  <a:cubicBezTo>
                    <a:pt x="205" y="87"/>
                    <a:pt x="206" y="97"/>
                    <a:pt x="204" y="106"/>
                  </a:cubicBezTo>
                  <a:cubicBezTo>
                    <a:pt x="202" y="111"/>
                    <a:pt x="200" y="115"/>
                    <a:pt x="198" y="117"/>
                  </a:cubicBezTo>
                  <a:cubicBezTo>
                    <a:pt x="196" y="136"/>
                    <a:pt x="185" y="148"/>
                    <a:pt x="180" y="152"/>
                  </a:cubicBezTo>
                  <a:cubicBezTo>
                    <a:pt x="180" y="181"/>
                    <a:pt x="180" y="181"/>
                    <a:pt x="180" y="181"/>
                  </a:cubicBezTo>
                  <a:cubicBezTo>
                    <a:pt x="185" y="183"/>
                    <a:pt x="190" y="185"/>
                    <a:pt x="194" y="187"/>
                  </a:cubicBezTo>
                  <a:cubicBezTo>
                    <a:pt x="236" y="202"/>
                    <a:pt x="266" y="213"/>
                    <a:pt x="275" y="231"/>
                  </a:cubicBezTo>
                  <a:cubicBezTo>
                    <a:pt x="287" y="256"/>
                    <a:pt x="288" y="281"/>
                    <a:pt x="288" y="282"/>
                  </a:cubicBezTo>
                  <a:cubicBezTo>
                    <a:pt x="288" y="285"/>
                    <a:pt x="285" y="288"/>
                    <a:pt x="282" y="288"/>
                  </a:cubicBezTo>
                  <a:close/>
                  <a:moveTo>
                    <a:pt x="12" y="276"/>
                  </a:moveTo>
                  <a:cubicBezTo>
                    <a:pt x="275" y="276"/>
                    <a:pt x="275" y="276"/>
                    <a:pt x="275" y="276"/>
                  </a:cubicBezTo>
                  <a:cubicBezTo>
                    <a:pt x="274" y="268"/>
                    <a:pt x="272" y="252"/>
                    <a:pt x="264" y="236"/>
                  </a:cubicBezTo>
                  <a:cubicBezTo>
                    <a:pt x="258" y="223"/>
                    <a:pt x="226" y="211"/>
                    <a:pt x="190" y="198"/>
                  </a:cubicBezTo>
                  <a:cubicBezTo>
                    <a:pt x="184" y="196"/>
                    <a:pt x="178" y="193"/>
                    <a:pt x="172" y="191"/>
                  </a:cubicBezTo>
                  <a:cubicBezTo>
                    <a:pt x="169" y="190"/>
                    <a:pt x="168" y="188"/>
                    <a:pt x="168" y="185"/>
                  </a:cubicBezTo>
                  <a:cubicBezTo>
                    <a:pt x="168" y="149"/>
                    <a:pt x="168" y="149"/>
                    <a:pt x="168" y="149"/>
                  </a:cubicBezTo>
                  <a:cubicBezTo>
                    <a:pt x="168" y="147"/>
                    <a:pt x="169" y="145"/>
                    <a:pt x="170" y="144"/>
                  </a:cubicBezTo>
                  <a:cubicBezTo>
                    <a:pt x="171" y="144"/>
                    <a:pt x="186" y="134"/>
                    <a:pt x="186" y="113"/>
                  </a:cubicBezTo>
                  <a:cubicBezTo>
                    <a:pt x="186" y="111"/>
                    <a:pt x="188" y="108"/>
                    <a:pt x="190" y="108"/>
                  </a:cubicBezTo>
                  <a:cubicBezTo>
                    <a:pt x="191" y="106"/>
                    <a:pt x="193" y="100"/>
                    <a:pt x="192" y="95"/>
                  </a:cubicBezTo>
                  <a:cubicBezTo>
                    <a:pt x="192" y="92"/>
                    <a:pt x="191" y="90"/>
                    <a:pt x="189" y="89"/>
                  </a:cubicBezTo>
                  <a:cubicBezTo>
                    <a:pt x="187" y="88"/>
                    <a:pt x="186" y="86"/>
                    <a:pt x="186" y="83"/>
                  </a:cubicBezTo>
                  <a:cubicBezTo>
                    <a:pt x="186" y="81"/>
                    <a:pt x="187" y="79"/>
                    <a:pt x="189" y="74"/>
                  </a:cubicBezTo>
                  <a:cubicBezTo>
                    <a:pt x="193" y="63"/>
                    <a:pt x="200" y="44"/>
                    <a:pt x="198" y="31"/>
                  </a:cubicBezTo>
                  <a:cubicBezTo>
                    <a:pt x="196" y="20"/>
                    <a:pt x="178" y="13"/>
                    <a:pt x="154" y="12"/>
                  </a:cubicBezTo>
                  <a:cubicBezTo>
                    <a:pt x="131" y="11"/>
                    <a:pt x="115" y="18"/>
                    <a:pt x="113" y="25"/>
                  </a:cubicBezTo>
                  <a:cubicBezTo>
                    <a:pt x="113" y="27"/>
                    <a:pt x="110" y="29"/>
                    <a:pt x="108" y="29"/>
                  </a:cubicBezTo>
                  <a:cubicBezTo>
                    <a:pt x="102" y="29"/>
                    <a:pt x="99" y="31"/>
                    <a:pt x="97" y="34"/>
                  </a:cubicBezTo>
                  <a:cubicBezTo>
                    <a:pt x="90" y="43"/>
                    <a:pt x="97" y="66"/>
                    <a:pt x="100" y="75"/>
                  </a:cubicBezTo>
                  <a:cubicBezTo>
                    <a:pt x="101" y="80"/>
                    <a:pt x="102" y="82"/>
                    <a:pt x="102" y="83"/>
                  </a:cubicBezTo>
                  <a:cubicBezTo>
                    <a:pt x="102" y="86"/>
                    <a:pt x="100" y="88"/>
                    <a:pt x="98" y="89"/>
                  </a:cubicBezTo>
                  <a:cubicBezTo>
                    <a:pt x="96" y="90"/>
                    <a:pt x="95" y="92"/>
                    <a:pt x="95" y="95"/>
                  </a:cubicBezTo>
                  <a:cubicBezTo>
                    <a:pt x="94" y="100"/>
                    <a:pt x="96" y="106"/>
                    <a:pt x="97" y="108"/>
                  </a:cubicBezTo>
                  <a:cubicBezTo>
                    <a:pt x="100" y="108"/>
                    <a:pt x="102" y="111"/>
                    <a:pt x="102" y="113"/>
                  </a:cubicBezTo>
                  <a:cubicBezTo>
                    <a:pt x="102" y="134"/>
                    <a:pt x="117" y="144"/>
                    <a:pt x="117" y="144"/>
                  </a:cubicBezTo>
                  <a:cubicBezTo>
                    <a:pt x="119" y="145"/>
                    <a:pt x="120" y="147"/>
                    <a:pt x="120" y="149"/>
                  </a:cubicBezTo>
                  <a:cubicBezTo>
                    <a:pt x="120" y="185"/>
                    <a:pt x="120" y="185"/>
                    <a:pt x="120" y="185"/>
                  </a:cubicBezTo>
                  <a:cubicBezTo>
                    <a:pt x="120" y="188"/>
                    <a:pt x="118" y="190"/>
                    <a:pt x="116" y="191"/>
                  </a:cubicBezTo>
                  <a:cubicBezTo>
                    <a:pt x="109" y="193"/>
                    <a:pt x="103" y="196"/>
                    <a:pt x="97" y="198"/>
                  </a:cubicBezTo>
                  <a:cubicBezTo>
                    <a:pt x="61" y="211"/>
                    <a:pt x="30" y="223"/>
                    <a:pt x="23" y="236"/>
                  </a:cubicBezTo>
                  <a:cubicBezTo>
                    <a:pt x="15" y="252"/>
                    <a:pt x="13" y="268"/>
                    <a:pt x="12" y="276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51AD549E-FAAD-D197-69D3-4260FD78DB3E}"/>
              </a:ext>
            </a:extLst>
          </p:cNvPr>
          <p:cNvGrpSpPr/>
          <p:nvPr/>
        </p:nvGrpSpPr>
        <p:grpSpPr>
          <a:xfrm>
            <a:off x="1168790" y="2436801"/>
            <a:ext cx="402069" cy="533250"/>
            <a:chOff x="3163793" y="2472797"/>
            <a:chExt cx="546023" cy="724171"/>
          </a:xfrm>
        </p:grpSpPr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672C729B-6CDA-0C87-C2C1-2BAAB199F548}"/>
                </a:ext>
              </a:extLst>
            </p:cNvPr>
            <p:cNvSpPr/>
            <p:nvPr/>
          </p:nvSpPr>
          <p:spPr>
            <a:xfrm>
              <a:off x="3163793" y="2472797"/>
              <a:ext cx="546023" cy="72417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21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228" name="Freeform 225">
              <a:extLst>
                <a:ext uri="{FF2B5EF4-FFF2-40B4-BE49-F238E27FC236}">
                  <a16:creationId xmlns:a16="http://schemas.microsoft.com/office/drawing/2014/main" id="{8B65107A-F524-5FD5-9DE4-00F48CC41F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24773" y="2573226"/>
              <a:ext cx="188203" cy="183936"/>
            </a:xfrm>
            <a:custGeom>
              <a:avLst/>
              <a:gdLst>
                <a:gd name="T0" fmla="*/ 282 w 288"/>
                <a:gd name="T1" fmla="*/ 288 h 288"/>
                <a:gd name="T2" fmla="*/ 6 w 288"/>
                <a:gd name="T3" fmla="*/ 288 h 288"/>
                <a:gd name="T4" fmla="*/ 0 w 288"/>
                <a:gd name="T5" fmla="*/ 282 h 288"/>
                <a:gd name="T6" fmla="*/ 12 w 288"/>
                <a:gd name="T7" fmla="*/ 231 h 288"/>
                <a:gd name="T8" fmla="*/ 93 w 288"/>
                <a:gd name="T9" fmla="*/ 187 h 288"/>
                <a:gd name="T10" fmla="*/ 108 w 288"/>
                <a:gd name="T11" fmla="*/ 181 h 288"/>
                <a:gd name="T12" fmla="*/ 108 w 288"/>
                <a:gd name="T13" fmla="*/ 152 h 288"/>
                <a:gd name="T14" fmla="*/ 90 w 288"/>
                <a:gd name="T15" fmla="*/ 117 h 288"/>
                <a:gd name="T16" fmla="*/ 84 w 288"/>
                <a:gd name="T17" fmla="*/ 106 h 288"/>
                <a:gd name="T18" fmla="*/ 89 w 288"/>
                <a:gd name="T19" fmla="*/ 81 h 288"/>
                <a:gd name="T20" fmla="*/ 88 w 288"/>
                <a:gd name="T21" fmla="*/ 79 h 288"/>
                <a:gd name="T22" fmla="*/ 87 w 288"/>
                <a:gd name="T23" fmla="*/ 26 h 288"/>
                <a:gd name="T24" fmla="*/ 104 w 288"/>
                <a:gd name="T25" fmla="*/ 18 h 288"/>
                <a:gd name="T26" fmla="*/ 155 w 288"/>
                <a:gd name="T27" fmla="*/ 0 h 288"/>
                <a:gd name="T28" fmla="*/ 210 w 288"/>
                <a:gd name="T29" fmla="*/ 28 h 288"/>
                <a:gd name="T30" fmla="*/ 200 w 288"/>
                <a:gd name="T31" fmla="*/ 78 h 288"/>
                <a:gd name="T32" fmla="*/ 199 w 288"/>
                <a:gd name="T33" fmla="*/ 81 h 288"/>
                <a:gd name="T34" fmla="*/ 204 w 288"/>
                <a:gd name="T35" fmla="*/ 106 h 288"/>
                <a:gd name="T36" fmla="*/ 198 w 288"/>
                <a:gd name="T37" fmla="*/ 117 h 288"/>
                <a:gd name="T38" fmla="*/ 180 w 288"/>
                <a:gd name="T39" fmla="*/ 152 h 288"/>
                <a:gd name="T40" fmla="*/ 180 w 288"/>
                <a:gd name="T41" fmla="*/ 181 h 288"/>
                <a:gd name="T42" fmla="*/ 194 w 288"/>
                <a:gd name="T43" fmla="*/ 187 h 288"/>
                <a:gd name="T44" fmla="*/ 275 w 288"/>
                <a:gd name="T45" fmla="*/ 231 h 288"/>
                <a:gd name="T46" fmla="*/ 288 w 288"/>
                <a:gd name="T47" fmla="*/ 282 h 288"/>
                <a:gd name="T48" fmla="*/ 282 w 288"/>
                <a:gd name="T49" fmla="*/ 288 h 288"/>
                <a:gd name="T50" fmla="*/ 12 w 288"/>
                <a:gd name="T51" fmla="*/ 276 h 288"/>
                <a:gd name="T52" fmla="*/ 275 w 288"/>
                <a:gd name="T53" fmla="*/ 276 h 288"/>
                <a:gd name="T54" fmla="*/ 264 w 288"/>
                <a:gd name="T55" fmla="*/ 236 h 288"/>
                <a:gd name="T56" fmla="*/ 190 w 288"/>
                <a:gd name="T57" fmla="*/ 198 h 288"/>
                <a:gd name="T58" fmla="*/ 172 w 288"/>
                <a:gd name="T59" fmla="*/ 191 h 288"/>
                <a:gd name="T60" fmla="*/ 168 w 288"/>
                <a:gd name="T61" fmla="*/ 185 h 288"/>
                <a:gd name="T62" fmla="*/ 168 w 288"/>
                <a:gd name="T63" fmla="*/ 149 h 288"/>
                <a:gd name="T64" fmla="*/ 170 w 288"/>
                <a:gd name="T65" fmla="*/ 144 h 288"/>
                <a:gd name="T66" fmla="*/ 186 w 288"/>
                <a:gd name="T67" fmla="*/ 113 h 288"/>
                <a:gd name="T68" fmla="*/ 190 w 288"/>
                <a:gd name="T69" fmla="*/ 108 h 288"/>
                <a:gd name="T70" fmla="*/ 192 w 288"/>
                <a:gd name="T71" fmla="*/ 95 h 288"/>
                <a:gd name="T72" fmla="*/ 189 w 288"/>
                <a:gd name="T73" fmla="*/ 89 h 288"/>
                <a:gd name="T74" fmla="*/ 186 w 288"/>
                <a:gd name="T75" fmla="*/ 83 h 288"/>
                <a:gd name="T76" fmla="*/ 189 w 288"/>
                <a:gd name="T77" fmla="*/ 74 h 288"/>
                <a:gd name="T78" fmla="*/ 198 w 288"/>
                <a:gd name="T79" fmla="*/ 31 h 288"/>
                <a:gd name="T80" fmla="*/ 154 w 288"/>
                <a:gd name="T81" fmla="*/ 12 h 288"/>
                <a:gd name="T82" fmla="*/ 113 w 288"/>
                <a:gd name="T83" fmla="*/ 25 h 288"/>
                <a:gd name="T84" fmla="*/ 108 w 288"/>
                <a:gd name="T85" fmla="*/ 29 h 288"/>
                <a:gd name="T86" fmla="*/ 97 w 288"/>
                <a:gd name="T87" fmla="*/ 34 h 288"/>
                <a:gd name="T88" fmla="*/ 100 w 288"/>
                <a:gd name="T89" fmla="*/ 75 h 288"/>
                <a:gd name="T90" fmla="*/ 102 w 288"/>
                <a:gd name="T91" fmla="*/ 83 h 288"/>
                <a:gd name="T92" fmla="*/ 98 w 288"/>
                <a:gd name="T93" fmla="*/ 89 h 288"/>
                <a:gd name="T94" fmla="*/ 95 w 288"/>
                <a:gd name="T95" fmla="*/ 95 h 288"/>
                <a:gd name="T96" fmla="*/ 97 w 288"/>
                <a:gd name="T97" fmla="*/ 108 h 288"/>
                <a:gd name="T98" fmla="*/ 102 w 288"/>
                <a:gd name="T99" fmla="*/ 113 h 288"/>
                <a:gd name="T100" fmla="*/ 117 w 288"/>
                <a:gd name="T101" fmla="*/ 144 h 288"/>
                <a:gd name="T102" fmla="*/ 120 w 288"/>
                <a:gd name="T103" fmla="*/ 149 h 288"/>
                <a:gd name="T104" fmla="*/ 120 w 288"/>
                <a:gd name="T105" fmla="*/ 185 h 288"/>
                <a:gd name="T106" fmla="*/ 116 w 288"/>
                <a:gd name="T107" fmla="*/ 191 h 288"/>
                <a:gd name="T108" fmla="*/ 97 w 288"/>
                <a:gd name="T109" fmla="*/ 198 h 288"/>
                <a:gd name="T110" fmla="*/ 23 w 288"/>
                <a:gd name="T111" fmla="*/ 236 h 288"/>
                <a:gd name="T112" fmla="*/ 12 w 288"/>
                <a:gd name="T113" fmla="*/ 276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88" h="288">
                  <a:moveTo>
                    <a:pt x="282" y="288"/>
                  </a:moveTo>
                  <a:cubicBezTo>
                    <a:pt x="6" y="288"/>
                    <a:pt x="6" y="288"/>
                    <a:pt x="6" y="288"/>
                  </a:cubicBezTo>
                  <a:cubicBezTo>
                    <a:pt x="2" y="288"/>
                    <a:pt x="0" y="285"/>
                    <a:pt x="0" y="282"/>
                  </a:cubicBezTo>
                  <a:cubicBezTo>
                    <a:pt x="0" y="281"/>
                    <a:pt x="0" y="256"/>
                    <a:pt x="12" y="231"/>
                  </a:cubicBezTo>
                  <a:cubicBezTo>
                    <a:pt x="21" y="213"/>
                    <a:pt x="51" y="202"/>
                    <a:pt x="93" y="187"/>
                  </a:cubicBezTo>
                  <a:cubicBezTo>
                    <a:pt x="98" y="185"/>
                    <a:pt x="103" y="183"/>
                    <a:pt x="108" y="181"/>
                  </a:cubicBezTo>
                  <a:cubicBezTo>
                    <a:pt x="108" y="152"/>
                    <a:pt x="108" y="152"/>
                    <a:pt x="108" y="152"/>
                  </a:cubicBezTo>
                  <a:cubicBezTo>
                    <a:pt x="102" y="148"/>
                    <a:pt x="91" y="136"/>
                    <a:pt x="90" y="117"/>
                  </a:cubicBezTo>
                  <a:cubicBezTo>
                    <a:pt x="87" y="115"/>
                    <a:pt x="85" y="111"/>
                    <a:pt x="84" y="106"/>
                  </a:cubicBezTo>
                  <a:cubicBezTo>
                    <a:pt x="82" y="97"/>
                    <a:pt x="83" y="87"/>
                    <a:pt x="89" y="81"/>
                  </a:cubicBezTo>
                  <a:cubicBezTo>
                    <a:pt x="89" y="80"/>
                    <a:pt x="88" y="80"/>
                    <a:pt x="88" y="79"/>
                  </a:cubicBezTo>
                  <a:cubicBezTo>
                    <a:pt x="84" y="65"/>
                    <a:pt x="77" y="40"/>
                    <a:pt x="87" y="26"/>
                  </a:cubicBezTo>
                  <a:cubicBezTo>
                    <a:pt x="91" y="21"/>
                    <a:pt x="96" y="18"/>
                    <a:pt x="104" y="18"/>
                  </a:cubicBezTo>
                  <a:cubicBezTo>
                    <a:pt x="111" y="4"/>
                    <a:pt x="135" y="0"/>
                    <a:pt x="155" y="0"/>
                  </a:cubicBezTo>
                  <a:cubicBezTo>
                    <a:pt x="178" y="1"/>
                    <a:pt x="206" y="8"/>
                    <a:pt x="210" y="28"/>
                  </a:cubicBezTo>
                  <a:cubicBezTo>
                    <a:pt x="213" y="45"/>
                    <a:pt x="204" y="67"/>
                    <a:pt x="200" y="78"/>
                  </a:cubicBezTo>
                  <a:cubicBezTo>
                    <a:pt x="199" y="79"/>
                    <a:pt x="199" y="80"/>
                    <a:pt x="199" y="81"/>
                  </a:cubicBezTo>
                  <a:cubicBezTo>
                    <a:pt x="205" y="87"/>
                    <a:pt x="206" y="97"/>
                    <a:pt x="204" y="106"/>
                  </a:cubicBezTo>
                  <a:cubicBezTo>
                    <a:pt x="202" y="111"/>
                    <a:pt x="200" y="115"/>
                    <a:pt x="198" y="117"/>
                  </a:cubicBezTo>
                  <a:cubicBezTo>
                    <a:pt x="196" y="136"/>
                    <a:pt x="185" y="148"/>
                    <a:pt x="180" y="152"/>
                  </a:cubicBezTo>
                  <a:cubicBezTo>
                    <a:pt x="180" y="181"/>
                    <a:pt x="180" y="181"/>
                    <a:pt x="180" y="181"/>
                  </a:cubicBezTo>
                  <a:cubicBezTo>
                    <a:pt x="185" y="183"/>
                    <a:pt x="190" y="185"/>
                    <a:pt x="194" y="187"/>
                  </a:cubicBezTo>
                  <a:cubicBezTo>
                    <a:pt x="236" y="202"/>
                    <a:pt x="266" y="213"/>
                    <a:pt x="275" y="231"/>
                  </a:cubicBezTo>
                  <a:cubicBezTo>
                    <a:pt x="287" y="256"/>
                    <a:pt x="288" y="281"/>
                    <a:pt x="288" y="282"/>
                  </a:cubicBezTo>
                  <a:cubicBezTo>
                    <a:pt x="288" y="285"/>
                    <a:pt x="285" y="288"/>
                    <a:pt x="282" y="288"/>
                  </a:cubicBezTo>
                  <a:close/>
                  <a:moveTo>
                    <a:pt x="12" y="276"/>
                  </a:moveTo>
                  <a:cubicBezTo>
                    <a:pt x="275" y="276"/>
                    <a:pt x="275" y="276"/>
                    <a:pt x="275" y="276"/>
                  </a:cubicBezTo>
                  <a:cubicBezTo>
                    <a:pt x="274" y="268"/>
                    <a:pt x="272" y="252"/>
                    <a:pt x="264" y="236"/>
                  </a:cubicBezTo>
                  <a:cubicBezTo>
                    <a:pt x="258" y="223"/>
                    <a:pt x="226" y="211"/>
                    <a:pt x="190" y="198"/>
                  </a:cubicBezTo>
                  <a:cubicBezTo>
                    <a:pt x="184" y="196"/>
                    <a:pt x="178" y="193"/>
                    <a:pt x="172" y="191"/>
                  </a:cubicBezTo>
                  <a:cubicBezTo>
                    <a:pt x="169" y="190"/>
                    <a:pt x="168" y="188"/>
                    <a:pt x="168" y="185"/>
                  </a:cubicBezTo>
                  <a:cubicBezTo>
                    <a:pt x="168" y="149"/>
                    <a:pt x="168" y="149"/>
                    <a:pt x="168" y="149"/>
                  </a:cubicBezTo>
                  <a:cubicBezTo>
                    <a:pt x="168" y="147"/>
                    <a:pt x="169" y="145"/>
                    <a:pt x="170" y="144"/>
                  </a:cubicBezTo>
                  <a:cubicBezTo>
                    <a:pt x="171" y="144"/>
                    <a:pt x="186" y="134"/>
                    <a:pt x="186" y="113"/>
                  </a:cubicBezTo>
                  <a:cubicBezTo>
                    <a:pt x="186" y="111"/>
                    <a:pt x="188" y="108"/>
                    <a:pt x="190" y="108"/>
                  </a:cubicBezTo>
                  <a:cubicBezTo>
                    <a:pt x="191" y="106"/>
                    <a:pt x="193" y="100"/>
                    <a:pt x="192" y="95"/>
                  </a:cubicBezTo>
                  <a:cubicBezTo>
                    <a:pt x="192" y="92"/>
                    <a:pt x="191" y="90"/>
                    <a:pt x="189" y="89"/>
                  </a:cubicBezTo>
                  <a:cubicBezTo>
                    <a:pt x="187" y="88"/>
                    <a:pt x="186" y="86"/>
                    <a:pt x="186" y="83"/>
                  </a:cubicBezTo>
                  <a:cubicBezTo>
                    <a:pt x="186" y="81"/>
                    <a:pt x="187" y="79"/>
                    <a:pt x="189" y="74"/>
                  </a:cubicBezTo>
                  <a:cubicBezTo>
                    <a:pt x="193" y="63"/>
                    <a:pt x="200" y="44"/>
                    <a:pt x="198" y="31"/>
                  </a:cubicBezTo>
                  <a:cubicBezTo>
                    <a:pt x="196" y="20"/>
                    <a:pt x="178" y="13"/>
                    <a:pt x="154" y="12"/>
                  </a:cubicBezTo>
                  <a:cubicBezTo>
                    <a:pt x="131" y="11"/>
                    <a:pt x="115" y="18"/>
                    <a:pt x="113" y="25"/>
                  </a:cubicBezTo>
                  <a:cubicBezTo>
                    <a:pt x="113" y="27"/>
                    <a:pt x="110" y="29"/>
                    <a:pt x="108" y="29"/>
                  </a:cubicBezTo>
                  <a:cubicBezTo>
                    <a:pt x="102" y="29"/>
                    <a:pt x="99" y="31"/>
                    <a:pt x="97" y="34"/>
                  </a:cubicBezTo>
                  <a:cubicBezTo>
                    <a:pt x="90" y="43"/>
                    <a:pt x="97" y="66"/>
                    <a:pt x="100" y="75"/>
                  </a:cubicBezTo>
                  <a:cubicBezTo>
                    <a:pt x="101" y="80"/>
                    <a:pt x="102" y="82"/>
                    <a:pt x="102" y="83"/>
                  </a:cubicBezTo>
                  <a:cubicBezTo>
                    <a:pt x="102" y="86"/>
                    <a:pt x="100" y="88"/>
                    <a:pt x="98" y="89"/>
                  </a:cubicBezTo>
                  <a:cubicBezTo>
                    <a:pt x="96" y="90"/>
                    <a:pt x="95" y="92"/>
                    <a:pt x="95" y="95"/>
                  </a:cubicBezTo>
                  <a:cubicBezTo>
                    <a:pt x="94" y="100"/>
                    <a:pt x="96" y="106"/>
                    <a:pt x="97" y="108"/>
                  </a:cubicBezTo>
                  <a:cubicBezTo>
                    <a:pt x="100" y="108"/>
                    <a:pt x="102" y="111"/>
                    <a:pt x="102" y="113"/>
                  </a:cubicBezTo>
                  <a:cubicBezTo>
                    <a:pt x="102" y="134"/>
                    <a:pt x="117" y="144"/>
                    <a:pt x="117" y="144"/>
                  </a:cubicBezTo>
                  <a:cubicBezTo>
                    <a:pt x="119" y="145"/>
                    <a:pt x="120" y="147"/>
                    <a:pt x="120" y="149"/>
                  </a:cubicBezTo>
                  <a:cubicBezTo>
                    <a:pt x="120" y="185"/>
                    <a:pt x="120" y="185"/>
                    <a:pt x="120" y="185"/>
                  </a:cubicBezTo>
                  <a:cubicBezTo>
                    <a:pt x="120" y="188"/>
                    <a:pt x="118" y="190"/>
                    <a:pt x="116" y="191"/>
                  </a:cubicBezTo>
                  <a:cubicBezTo>
                    <a:pt x="109" y="193"/>
                    <a:pt x="103" y="196"/>
                    <a:pt x="97" y="198"/>
                  </a:cubicBezTo>
                  <a:cubicBezTo>
                    <a:pt x="61" y="211"/>
                    <a:pt x="30" y="223"/>
                    <a:pt x="23" y="236"/>
                  </a:cubicBezTo>
                  <a:cubicBezTo>
                    <a:pt x="15" y="252"/>
                    <a:pt x="13" y="268"/>
                    <a:pt x="12" y="276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33DC160D-5B14-4D31-80DC-440DD8F86304}"/>
              </a:ext>
            </a:extLst>
          </p:cNvPr>
          <p:cNvGrpSpPr/>
          <p:nvPr/>
        </p:nvGrpSpPr>
        <p:grpSpPr>
          <a:xfrm>
            <a:off x="1388651" y="2727325"/>
            <a:ext cx="402069" cy="533250"/>
            <a:chOff x="3163793" y="2472797"/>
            <a:chExt cx="546023" cy="724171"/>
          </a:xfrm>
        </p:grpSpPr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26D40D6E-02DC-93CE-38A2-6F373BDC2CAB}"/>
                </a:ext>
              </a:extLst>
            </p:cNvPr>
            <p:cNvSpPr/>
            <p:nvPr/>
          </p:nvSpPr>
          <p:spPr>
            <a:xfrm>
              <a:off x="3163793" y="2472797"/>
              <a:ext cx="546023" cy="72417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21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231" name="Freeform 225">
              <a:extLst>
                <a:ext uri="{FF2B5EF4-FFF2-40B4-BE49-F238E27FC236}">
                  <a16:creationId xmlns:a16="http://schemas.microsoft.com/office/drawing/2014/main" id="{6DCF84BE-A1F7-127F-3A23-34967F9E25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24773" y="2573226"/>
              <a:ext cx="188203" cy="183936"/>
            </a:xfrm>
            <a:custGeom>
              <a:avLst/>
              <a:gdLst>
                <a:gd name="T0" fmla="*/ 282 w 288"/>
                <a:gd name="T1" fmla="*/ 288 h 288"/>
                <a:gd name="T2" fmla="*/ 6 w 288"/>
                <a:gd name="T3" fmla="*/ 288 h 288"/>
                <a:gd name="T4" fmla="*/ 0 w 288"/>
                <a:gd name="T5" fmla="*/ 282 h 288"/>
                <a:gd name="T6" fmla="*/ 12 w 288"/>
                <a:gd name="T7" fmla="*/ 231 h 288"/>
                <a:gd name="T8" fmla="*/ 93 w 288"/>
                <a:gd name="T9" fmla="*/ 187 h 288"/>
                <a:gd name="T10" fmla="*/ 108 w 288"/>
                <a:gd name="T11" fmla="*/ 181 h 288"/>
                <a:gd name="T12" fmla="*/ 108 w 288"/>
                <a:gd name="T13" fmla="*/ 152 h 288"/>
                <a:gd name="T14" fmla="*/ 90 w 288"/>
                <a:gd name="T15" fmla="*/ 117 h 288"/>
                <a:gd name="T16" fmla="*/ 84 w 288"/>
                <a:gd name="T17" fmla="*/ 106 h 288"/>
                <a:gd name="T18" fmla="*/ 89 w 288"/>
                <a:gd name="T19" fmla="*/ 81 h 288"/>
                <a:gd name="T20" fmla="*/ 88 w 288"/>
                <a:gd name="T21" fmla="*/ 79 h 288"/>
                <a:gd name="T22" fmla="*/ 87 w 288"/>
                <a:gd name="T23" fmla="*/ 26 h 288"/>
                <a:gd name="T24" fmla="*/ 104 w 288"/>
                <a:gd name="T25" fmla="*/ 18 h 288"/>
                <a:gd name="T26" fmla="*/ 155 w 288"/>
                <a:gd name="T27" fmla="*/ 0 h 288"/>
                <a:gd name="T28" fmla="*/ 210 w 288"/>
                <a:gd name="T29" fmla="*/ 28 h 288"/>
                <a:gd name="T30" fmla="*/ 200 w 288"/>
                <a:gd name="T31" fmla="*/ 78 h 288"/>
                <a:gd name="T32" fmla="*/ 199 w 288"/>
                <a:gd name="T33" fmla="*/ 81 h 288"/>
                <a:gd name="T34" fmla="*/ 204 w 288"/>
                <a:gd name="T35" fmla="*/ 106 h 288"/>
                <a:gd name="T36" fmla="*/ 198 w 288"/>
                <a:gd name="T37" fmla="*/ 117 h 288"/>
                <a:gd name="T38" fmla="*/ 180 w 288"/>
                <a:gd name="T39" fmla="*/ 152 h 288"/>
                <a:gd name="T40" fmla="*/ 180 w 288"/>
                <a:gd name="T41" fmla="*/ 181 h 288"/>
                <a:gd name="T42" fmla="*/ 194 w 288"/>
                <a:gd name="T43" fmla="*/ 187 h 288"/>
                <a:gd name="T44" fmla="*/ 275 w 288"/>
                <a:gd name="T45" fmla="*/ 231 h 288"/>
                <a:gd name="T46" fmla="*/ 288 w 288"/>
                <a:gd name="T47" fmla="*/ 282 h 288"/>
                <a:gd name="T48" fmla="*/ 282 w 288"/>
                <a:gd name="T49" fmla="*/ 288 h 288"/>
                <a:gd name="T50" fmla="*/ 12 w 288"/>
                <a:gd name="T51" fmla="*/ 276 h 288"/>
                <a:gd name="T52" fmla="*/ 275 w 288"/>
                <a:gd name="T53" fmla="*/ 276 h 288"/>
                <a:gd name="T54" fmla="*/ 264 w 288"/>
                <a:gd name="T55" fmla="*/ 236 h 288"/>
                <a:gd name="T56" fmla="*/ 190 w 288"/>
                <a:gd name="T57" fmla="*/ 198 h 288"/>
                <a:gd name="T58" fmla="*/ 172 w 288"/>
                <a:gd name="T59" fmla="*/ 191 h 288"/>
                <a:gd name="T60" fmla="*/ 168 w 288"/>
                <a:gd name="T61" fmla="*/ 185 h 288"/>
                <a:gd name="T62" fmla="*/ 168 w 288"/>
                <a:gd name="T63" fmla="*/ 149 h 288"/>
                <a:gd name="T64" fmla="*/ 170 w 288"/>
                <a:gd name="T65" fmla="*/ 144 h 288"/>
                <a:gd name="T66" fmla="*/ 186 w 288"/>
                <a:gd name="T67" fmla="*/ 113 h 288"/>
                <a:gd name="T68" fmla="*/ 190 w 288"/>
                <a:gd name="T69" fmla="*/ 108 h 288"/>
                <a:gd name="T70" fmla="*/ 192 w 288"/>
                <a:gd name="T71" fmla="*/ 95 h 288"/>
                <a:gd name="T72" fmla="*/ 189 w 288"/>
                <a:gd name="T73" fmla="*/ 89 h 288"/>
                <a:gd name="T74" fmla="*/ 186 w 288"/>
                <a:gd name="T75" fmla="*/ 83 h 288"/>
                <a:gd name="T76" fmla="*/ 189 w 288"/>
                <a:gd name="T77" fmla="*/ 74 h 288"/>
                <a:gd name="T78" fmla="*/ 198 w 288"/>
                <a:gd name="T79" fmla="*/ 31 h 288"/>
                <a:gd name="T80" fmla="*/ 154 w 288"/>
                <a:gd name="T81" fmla="*/ 12 h 288"/>
                <a:gd name="T82" fmla="*/ 113 w 288"/>
                <a:gd name="T83" fmla="*/ 25 h 288"/>
                <a:gd name="T84" fmla="*/ 108 w 288"/>
                <a:gd name="T85" fmla="*/ 29 h 288"/>
                <a:gd name="T86" fmla="*/ 97 w 288"/>
                <a:gd name="T87" fmla="*/ 34 h 288"/>
                <a:gd name="T88" fmla="*/ 100 w 288"/>
                <a:gd name="T89" fmla="*/ 75 h 288"/>
                <a:gd name="T90" fmla="*/ 102 w 288"/>
                <a:gd name="T91" fmla="*/ 83 h 288"/>
                <a:gd name="T92" fmla="*/ 98 w 288"/>
                <a:gd name="T93" fmla="*/ 89 h 288"/>
                <a:gd name="T94" fmla="*/ 95 w 288"/>
                <a:gd name="T95" fmla="*/ 95 h 288"/>
                <a:gd name="T96" fmla="*/ 97 w 288"/>
                <a:gd name="T97" fmla="*/ 108 h 288"/>
                <a:gd name="T98" fmla="*/ 102 w 288"/>
                <a:gd name="T99" fmla="*/ 113 h 288"/>
                <a:gd name="T100" fmla="*/ 117 w 288"/>
                <a:gd name="T101" fmla="*/ 144 h 288"/>
                <a:gd name="T102" fmla="*/ 120 w 288"/>
                <a:gd name="T103" fmla="*/ 149 h 288"/>
                <a:gd name="T104" fmla="*/ 120 w 288"/>
                <a:gd name="T105" fmla="*/ 185 h 288"/>
                <a:gd name="T106" fmla="*/ 116 w 288"/>
                <a:gd name="T107" fmla="*/ 191 h 288"/>
                <a:gd name="T108" fmla="*/ 97 w 288"/>
                <a:gd name="T109" fmla="*/ 198 h 288"/>
                <a:gd name="T110" fmla="*/ 23 w 288"/>
                <a:gd name="T111" fmla="*/ 236 h 288"/>
                <a:gd name="T112" fmla="*/ 12 w 288"/>
                <a:gd name="T113" fmla="*/ 276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88" h="288">
                  <a:moveTo>
                    <a:pt x="282" y="288"/>
                  </a:moveTo>
                  <a:cubicBezTo>
                    <a:pt x="6" y="288"/>
                    <a:pt x="6" y="288"/>
                    <a:pt x="6" y="288"/>
                  </a:cubicBezTo>
                  <a:cubicBezTo>
                    <a:pt x="2" y="288"/>
                    <a:pt x="0" y="285"/>
                    <a:pt x="0" y="282"/>
                  </a:cubicBezTo>
                  <a:cubicBezTo>
                    <a:pt x="0" y="281"/>
                    <a:pt x="0" y="256"/>
                    <a:pt x="12" y="231"/>
                  </a:cubicBezTo>
                  <a:cubicBezTo>
                    <a:pt x="21" y="213"/>
                    <a:pt x="51" y="202"/>
                    <a:pt x="93" y="187"/>
                  </a:cubicBezTo>
                  <a:cubicBezTo>
                    <a:pt x="98" y="185"/>
                    <a:pt x="103" y="183"/>
                    <a:pt x="108" y="181"/>
                  </a:cubicBezTo>
                  <a:cubicBezTo>
                    <a:pt x="108" y="152"/>
                    <a:pt x="108" y="152"/>
                    <a:pt x="108" y="152"/>
                  </a:cubicBezTo>
                  <a:cubicBezTo>
                    <a:pt x="102" y="148"/>
                    <a:pt x="91" y="136"/>
                    <a:pt x="90" y="117"/>
                  </a:cubicBezTo>
                  <a:cubicBezTo>
                    <a:pt x="87" y="115"/>
                    <a:pt x="85" y="111"/>
                    <a:pt x="84" y="106"/>
                  </a:cubicBezTo>
                  <a:cubicBezTo>
                    <a:pt x="82" y="97"/>
                    <a:pt x="83" y="87"/>
                    <a:pt x="89" y="81"/>
                  </a:cubicBezTo>
                  <a:cubicBezTo>
                    <a:pt x="89" y="80"/>
                    <a:pt x="88" y="80"/>
                    <a:pt x="88" y="79"/>
                  </a:cubicBezTo>
                  <a:cubicBezTo>
                    <a:pt x="84" y="65"/>
                    <a:pt x="77" y="40"/>
                    <a:pt x="87" y="26"/>
                  </a:cubicBezTo>
                  <a:cubicBezTo>
                    <a:pt x="91" y="21"/>
                    <a:pt x="96" y="18"/>
                    <a:pt x="104" y="18"/>
                  </a:cubicBezTo>
                  <a:cubicBezTo>
                    <a:pt x="111" y="4"/>
                    <a:pt x="135" y="0"/>
                    <a:pt x="155" y="0"/>
                  </a:cubicBezTo>
                  <a:cubicBezTo>
                    <a:pt x="178" y="1"/>
                    <a:pt x="206" y="8"/>
                    <a:pt x="210" y="28"/>
                  </a:cubicBezTo>
                  <a:cubicBezTo>
                    <a:pt x="213" y="45"/>
                    <a:pt x="204" y="67"/>
                    <a:pt x="200" y="78"/>
                  </a:cubicBezTo>
                  <a:cubicBezTo>
                    <a:pt x="199" y="79"/>
                    <a:pt x="199" y="80"/>
                    <a:pt x="199" y="81"/>
                  </a:cubicBezTo>
                  <a:cubicBezTo>
                    <a:pt x="205" y="87"/>
                    <a:pt x="206" y="97"/>
                    <a:pt x="204" y="106"/>
                  </a:cubicBezTo>
                  <a:cubicBezTo>
                    <a:pt x="202" y="111"/>
                    <a:pt x="200" y="115"/>
                    <a:pt x="198" y="117"/>
                  </a:cubicBezTo>
                  <a:cubicBezTo>
                    <a:pt x="196" y="136"/>
                    <a:pt x="185" y="148"/>
                    <a:pt x="180" y="152"/>
                  </a:cubicBezTo>
                  <a:cubicBezTo>
                    <a:pt x="180" y="181"/>
                    <a:pt x="180" y="181"/>
                    <a:pt x="180" y="181"/>
                  </a:cubicBezTo>
                  <a:cubicBezTo>
                    <a:pt x="185" y="183"/>
                    <a:pt x="190" y="185"/>
                    <a:pt x="194" y="187"/>
                  </a:cubicBezTo>
                  <a:cubicBezTo>
                    <a:pt x="236" y="202"/>
                    <a:pt x="266" y="213"/>
                    <a:pt x="275" y="231"/>
                  </a:cubicBezTo>
                  <a:cubicBezTo>
                    <a:pt x="287" y="256"/>
                    <a:pt x="288" y="281"/>
                    <a:pt x="288" y="282"/>
                  </a:cubicBezTo>
                  <a:cubicBezTo>
                    <a:pt x="288" y="285"/>
                    <a:pt x="285" y="288"/>
                    <a:pt x="282" y="288"/>
                  </a:cubicBezTo>
                  <a:close/>
                  <a:moveTo>
                    <a:pt x="12" y="276"/>
                  </a:moveTo>
                  <a:cubicBezTo>
                    <a:pt x="275" y="276"/>
                    <a:pt x="275" y="276"/>
                    <a:pt x="275" y="276"/>
                  </a:cubicBezTo>
                  <a:cubicBezTo>
                    <a:pt x="274" y="268"/>
                    <a:pt x="272" y="252"/>
                    <a:pt x="264" y="236"/>
                  </a:cubicBezTo>
                  <a:cubicBezTo>
                    <a:pt x="258" y="223"/>
                    <a:pt x="226" y="211"/>
                    <a:pt x="190" y="198"/>
                  </a:cubicBezTo>
                  <a:cubicBezTo>
                    <a:pt x="184" y="196"/>
                    <a:pt x="178" y="193"/>
                    <a:pt x="172" y="191"/>
                  </a:cubicBezTo>
                  <a:cubicBezTo>
                    <a:pt x="169" y="190"/>
                    <a:pt x="168" y="188"/>
                    <a:pt x="168" y="185"/>
                  </a:cubicBezTo>
                  <a:cubicBezTo>
                    <a:pt x="168" y="149"/>
                    <a:pt x="168" y="149"/>
                    <a:pt x="168" y="149"/>
                  </a:cubicBezTo>
                  <a:cubicBezTo>
                    <a:pt x="168" y="147"/>
                    <a:pt x="169" y="145"/>
                    <a:pt x="170" y="144"/>
                  </a:cubicBezTo>
                  <a:cubicBezTo>
                    <a:pt x="171" y="144"/>
                    <a:pt x="186" y="134"/>
                    <a:pt x="186" y="113"/>
                  </a:cubicBezTo>
                  <a:cubicBezTo>
                    <a:pt x="186" y="111"/>
                    <a:pt x="188" y="108"/>
                    <a:pt x="190" y="108"/>
                  </a:cubicBezTo>
                  <a:cubicBezTo>
                    <a:pt x="191" y="106"/>
                    <a:pt x="193" y="100"/>
                    <a:pt x="192" y="95"/>
                  </a:cubicBezTo>
                  <a:cubicBezTo>
                    <a:pt x="192" y="92"/>
                    <a:pt x="191" y="90"/>
                    <a:pt x="189" y="89"/>
                  </a:cubicBezTo>
                  <a:cubicBezTo>
                    <a:pt x="187" y="88"/>
                    <a:pt x="186" y="86"/>
                    <a:pt x="186" y="83"/>
                  </a:cubicBezTo>
                  <a:cubicBezTo>
                    <a:pt x="186" y="81"/>
                    <a:pt x="187" y="79"/>
                    <a:pt x="189" y="74"/>
                  </a:cubicBezTo>
                  <a:cubicBezTo>
                    <a:pt x="193" y="63"/>
                    <a:pt x="200" y="44"/>
                    <a:pt x="198" y="31"/>
                  </a:cubicBezTo>
                  <a:cubicBezTo>
                    <a:pt x="196" y="20"/>
                    <a:pt x="178" y="13"/>
                    <a:pt x="154" y="12"/>
                  </a:cubicBezTo>
                  <a:cubicBezTo>
                    <a:pt x="131" y="11"/>
                    <a:pt x="115" y="18"/>
                    <a:pt x="113" y="25"/>
                  </a:cubicBezTo>
                  <a:cubicBezTo>
                    <a:pt x="113" y="27"/>
                    <a:pt x="110" y="29"/>
                    <a:pt x="108" y="29"/>
                  </a:cubicBezTo>
                  <a:cubicBezTo>
                    <a:pt x="102" y="29"/>
                    <a:pt x="99" y="31"/>
                    <a:pt x="97" y="34"/>
                  </a:cubicBezTo>
                  <a:cubicBezTo>
                    <a:pt x="90" y="43"/>
                    <a:pt x="97" y="66"/>
                    <a:pt x="100" y="75"/>
                  </a:cubicBezTo>
                  <a:cubicBezTo>
                    <a:pt x="101" y="80"/>
                    <a:pt x="102" y="82"/>
                    <a:pt x="102" y="83"/>
                  </a:cubicBezTo>
                  <a:cubicBezTo>
                    <a:pt x="102" y="86"/>
                    <a:pt x="100" y="88"/>
                    <a:pt x="98" y="89"/>
                  </a:cubicBezTo>
                  <a:cubicBezTo>
                    <a:pt x="96" y="90"/>
                    <a:pt x="95" y="92"/>
                    <a:pt x="95" y="95"/>
                  </a:cubicBezTo>
                  <a:cubicBezTo>
                    <a:pt x="94" y="100"/>
                    <a:pt x="96" y="106"/>
                    <a:pt x="97" y="108"/>
                  </a:cubicBezTo>
                  <a:cubicBezTo>
                    <a:pt x="100" y="108"/>
                    <a:pt x="102" y="111"/>
                    <a:pt x="102" y="113"/>
                  </a:cubicBezTo>
                  <a:cubicBezTo>
                    <a:pt x="102" y="134"/>
                    <a:pt x="117" y="144"/>
                    <a:pt x="117" y="144"/>
                  </a:cubicBezTo>
                  <a:cubicBezTo>
                    <a:pt x="119" y="145"/>
                    <a:pt x="120" y="147"/>
                    <a:pt x="120" y="149"/>
                  </a:cubicBezTo>
                  <a:cubicBezTo>
                    <a:pt x="120" y="185"/>
                    <a:pt x="120" y="185"/>
                    <a:pt x="120" y="185"/>
                  </a:cubicBezTo>
                  <a:cubicBezTo>
                    <a:pt x="120" y="188"/>
                    <a:pt x="118" y="190"/>
                    <a:pt x="116" y="191"/>
                  </a:cubicBezTo>
                  <a:cubicBezTo>
                    <a:pt x="109" y="193"/>
                    <a:pt x="103" y="196"/>
                    <a:pt x="97" y="198"/>
                  </a:cubicBezTo>
                  <a:cubicBezTo>
                    <a:pt x="61" y="211"/>
                    <a:pt x="30" y="223"/>
                    <a:pt x="23" y="236"/>
                  </a:cubicBezTo>
                  <a:cubicBezTo>
                    <a:pt x="15" y="252"/>
                    <a:pt x="13" y="268"/>
                    <a:pt x="12" y="276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760C8CF1-0137-677A-5863-52F862C16A03}"/>
              </a:ext>
            </a:extLst>
          </p:cNvPr>
          <p:cNvGrpSpPr/>
          <p:nvPr/>
        </p:nvGrpSpPr>
        <p:grpSpPr>
          <a:xfrm>
            <a:off x="8516383" y="2355672"/>
            <a:ext cx="402069" cy="533250"/>
            <a:chOff x="3163793" y="2472797"/>
            <a:chExt cx="546023" cy="724171"/>
          </a:xfrm>
        </p:grpSpPr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514D303F-5570-B181-1D94-FFB905A13887}"/>
                </a:ext>
              </a:extLst>
            </p:cNvPr>
            <p:cNvSpPr/>
            <p:nvPr/>
          </p:nvSpPr>
          <p:spPr>
            <a:xfrm>
              <a:off x="3163793" y="2472797"/>
              <a:ext cx="546023" cy="72417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21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234" name="Freeform 225">
              <a:extLst>
                <a:ext uri="{FF2B5EF4-FFF2-40B4-BE49-F238E27FC236}">
                  <a16:creationId xmlns:a16="http://schemas.microsoft.com/office/drawing/2014/main" id="{BB32CAEB-545F-CE93-7160-EEC52426F8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24773" y="2573226"/>
              <a:ext cx="188203" cy="183936"/>
            </a:xfrm>
            <a:custGeom>
              <a:avLst/>
              <a:gdLst>
                <a:gd name="T0" fmla="*/ 282 w 288"/>
                <a:gd name="T1" fmla="*/ 288 h 288"/>
                <a:gd name="T2" fmla="*/ 6 w 288"/>
                <a:gd name="T3" fmla="*/ 288 h 288"/>
                <a:gd name="T4" fmla="*/ 0 w 288"/>
                <a:gd name="T5" fmla="*/ 282 h 288"/>
                <a:gd name="T6" fmla="*/ 12 w 288"/>
                <a:gd name="T7" fmla="*/ 231 h 288"/>
                <a:gd name="T8" fmla="*/ 93 w 288"/>
                <a:gd name="T9" fmla="*/ 187 h 288"/>
                <a:gd name="T10" fmla="*/ 108 w 288"/>
                <a:gd name="T11" fmla="*/ 181 h 288"/>
                <a:gd name="T12" fmla="*/ 108 w 288"/>
                <a:gd name="T13" fmla="*/ 152 h 288"/>
                <a:gd name="T14" fmla="*/ 90 w 288"/>
                <a:gd name="T15" fmla="*/ 117 h 288"/>
                <a:gd name="T16" fmla="*/ 84 w 288"/>
                <a:gd name="T17" fmla="*/ 106 h 288"/>
                <a:gd name="T18" fmla="*/ 89 w 288"/>
                <a:gd name="T19" fmla="*/ 81 h 288"/>
                <a:gd name="T20" fmla="*/ 88 w 288"/>
                <a:gd name="T21" fmla="*/ 79 h 288"/>
                <a:gd name="T22" fmla="*/ 87 w 288"/>
                <a:gd name="T23" fmla="*/ 26 h 288"/>
                <a:gd name="T24" fmla="*/ 104 w 288"/>
                <a:gd name="T25" fmla="*/ 18 h 288"/>
                <a:gd name="T26" fmla="*/ 155 w 288"/>
                <a:gd name="T27" fmla="*/ 0 h 288"/>
                <a:gd name="T28" fmla="*/ 210 w 288"/>
                <a:gd name="T29" fmla="*/ 28 h 288"/>
                <a:gd name="T30" fmla="*/ 200 w 288"/>
                <a:gd name="T31" fmla="*/ 78 h 288"/>
                <a:gd name="T32" fmla="*/ 199 w 288"/>
                <a:gd name="T33" fmla="*/ 81 h 288"/>
                <a:gd name="T34" fmla="*/ 204 w 288"/>
                <a:gd name="T35" fmla="*/ 106 h 288"/>
                <a:gd name="T36" fmla="*/ 198 w 288"/>
                <a:gd name="T37" fmla="*/ 117 h 288"/>
                <a:gd name="T38" fmla="*/ 180 w 288"/>
                <a:gd name="T39" fmla="*/ 152 h 288"/>
                <a:gd name="T40" fmla="*/ 180 w 288"/>
                <a:gd name="T41" fmla="*/ 181 h 288"/>
                <a:gd name="T42" fmla="*/ 194 w 288"/>
                <a:gd name="T43" fmla="*/ 187 h 288"/>
                <a:gd name="T44" fmla="*/ 275 w 288"/>
                <a:gd name="T45" fmla="*/ 231 h 288"/>
                <a:gd name="T46" fmla="*/ 288 w 288"/>
                <a:gd name="T47" fmla="*/ 282 h 288"/>
                <a:gd name="T48" fmla="*/ 282 w 288"/>
                <a:gd name="T49" fmla="*/ 288 h 288"/>
                <a:gd name="T50" fmla="*/ 12 w 288"/>
                <a:gd name="T51" fmla="*/ 276 h 288"/>
                <a:gd name="T52" fmla="*/ 275 w 288"/>
                <a:gd name="T53" fmla="*/ 276 h 288"/>
                <a:gd name="T54" fmla="*/ 264 w 288"/>
                <a:gd name="T55" fmla="*/ 236 h 288"/>
                <a:gd name="T56" fmla="*/ 190 w 288"/>
                <a:gd name="T57" fmla="*/ 198 h 288"/>
                <a:gd name="T58" fmla="*/ 172 w 288"/>
                <a:gd name="T59" fmla="*/ 191 h 288"/>
                <a:gd name="T60" fmla="*/ 168 w 288"/>
                <a:gd name="T61" fmla="*/ 185 h 288"/>
                <a:gd name="T62" fmla="*/ 168 w 288"/>
                <a:gd name="T63" fmla="*/ 149 h 288"/>
                <a:gd name="T64" fmla="*/ 170 w 288"/>
                <a:gd name="T65" fmla="*/ 144 h 288"/>
                <a:gd name="T66" fmla="*/ 186 w 288"/>
                <a:gd name="T67" fmla="*/ 113 h 288"/>
                <a:gd name="T68" fmla="*/ 190 w 288"/>
                <a:gd name="T69" fmla="*/ 108 h 288"/>
                <a:gd name="T70" fmla="*/ 192 w 288"/>
                <a:gd name="T71" fmla="*/ 95 h 288"/>
                <a:gd name="T72" fmla="*/ 189 w 288"/>
                <a:gd name="T73" fmla="*/ 89 h 288"/>
                <a:gd name="T74" fmla="*/ 186 w 288"/>
                <a:gd name="T75" fmla="*/ 83 h 288"/>
                <a:gd name="T76" fmla="*/ 189 w 288"/>
                <a:gd name="T77" fmla="*/ 74 h 288"/>
                <a:gd name="T78" fmla="*/ 198 w 288"/>
                <a:gd name="T79" fmla="*/ 31 h 288"/>
                <a:gd name="T80" fmla="*/ 154 w 288"/>
                <a:gd name="T81" fmla="*/ 12 h 288"/>
                <a:gd name="T82" fmla="*/ 113 w 288"/>
                <a:gd name="T83" fmla="*/ 25 h 288"/>
                <a:gd name="T84" fmla="*/ 108 w 288"/>
                <a:gd name="T85" fmla="*/ 29 h 288"/>
                <a:gd name="T86" fmla="*/ 97 w 288"/>
                <a:gd name="T87" fmla="*/ 34 h 288"/>
                <a:gd name="T88" fmla="*/ 100 w 288"/>
                <a:gd name="T89" fmla="*/ 75 h 288"/>
                <a:gd name="T90" fmla="*/ 102 w 288"/>
                <a:gd name="T91" fmla="*/ 83 h 288"/>
                <a:gd name="T92" fmla="*/ 98 w 288"/>
                <a:gd name="T93" fmla="*/ 89 h 288"/>
                <a:gd name="T94" fmla="*/ 95 w 288"/>
                <a:gd name="T95" fmla="*/ 95 h 288"/>
                <a:gd name="T96" fmla="*/ 97 w 288"/>
                <a:gd name="T97" fmla="*/ 108 h 288"/>
                <a:gd name="T98" fmla="*/ 102 w 288"/>
                <a:gd name="T99" fmla="*/ 113 h 288"/>
                <a:gd name="T100" fmla="*/ 117 w 288"/>
                <a:gd name="T101" fmla="*/ 144 h 288"/>
                <a:gd name="T102" fmla="*/ 120 w 288"/>
                <a:gd name="T103" fmla="*/ 149 h 288"/>
                <a:gd name="T104" fmla="*/ 120 w 288"/>
                <a:gd name="T105" fmla="*/ 185 h 288"/>
                <a:gd name="T106" fmla="*/ 116 w 288"/>
                <a:gd name="T107" fmla="*/ 191 h 288"/>
                <a:gd name="T108" fmla="*/ 97 w 288"/>
                <a:gd name="T109" fmla="*/ 198 h 288"/>
                <a:gd name="T110" fmla="*/ 23 w 288"/>
                <a:gd name="T111" fmla="*/ 236 h 288"/>
                <a:gd name="T112" fmla="*/ 12 w 288"/>
                <a:gd name="T113" fmla="*/ 276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88" h="288">
                  <a:moveTo>
                    <a:pt x="282" y="288"/>
                  </a:moveTo>
                  <a:cubicBezTo>
                    <a:pt x="6" y="288"/>
                    <a:pt x="6" y="288"/>
                    <a:pt x="6" y="288"/>
                  </a:cubicBezTo>
                  <a:cubicBezTo>
                    <a:pt x="2" y="288"/>
                    <a:pt x="0" y="285"/>
                    <a:pt x="0" y="282"/>
                  </a:cubicBezTo>
                  <a:cubicBezTo>
                    <a:pt x="0" y="281"/>
                    <a:pt x="0" y="256"/>
                    <a:pt x="12" y="231"/>
                  </a:cubicBezTo>
                  <a:cubicBezTo>
                    <a:pt x="21" y="213"/>
                    <a:pt x="51" y="202"/>
                    <a:pt x="93" y="187"/>
                  </a:cubicBezTo>
                  <a:cubicBezTo>
                    <a:pt x="98" y="185"/>
                    <a:pt x="103" y="183"/>
                    <a:pt x="108" y="181"/>
                  </a:cubicBezTo>
                  <a:cubicBezTo>
                    <a:pt x="108" y="152"/>
                    <a:pt x="108" y="152"/>
                    <a:pt x="108" y="152"/>
                  </a:cubicBezTo>
                  <a:cubicBezTo>
                    <a:pt x="102" y="148"/>
                    <a:pt x="91" y="136"/>
                    <a:pt x="90" y="117"/>
                  </a:cubicBezTo>
                  <a:cubicBezTo>
                    <a:pt x="87" y="115"/>
                    <a:pt x="85" y="111"/>
                    <a:pt x="84" y="106"/>
                  </a:cubicBezTo>
                  <a:cubicBezTo>
                    <a:pt x="82" y="97"/>
                    <a:pt x="83" y="87"/>
                    <a:pt x="89" y="81"/>
                  </a:cubicBezTo>
                  <a:cubicBezTo>
                    <a:pt x="89" y="80"/>
                    <a:pt x="88" y="80"/>
                    <a:pt x="88" y="79"/>
                  </a:cubicBezTo>
                  <a:cubicBezTo>
                    <a:pt x="84" y="65"/>
                    <a:pt x="77" y="40"/>
                    <a:pt x="87" y="26"/>
                  </a:cubicBezTo>
                  <a:cubicBezTo>
                    <a:pt x="91" y="21"/>
                    <a:pt x="96" y="18"/>
                    <a:pt x="104" y="18"/>
                  </a:cubicBezTo>
                  <a:cubicBezTo>
                    <a:pt x="111" y="4"/>
                    <a:pt x="135" y="0"/>
                    <a:pt x="155" y="0"/>
                  </a:cubicBezTo>
                  <a:cubicBezTo>
                    <a:pt x="178" y="1"/>
                    <a:pt x="206" y="8"/>
                    <a:pt x="210" y="28"/>
                  </a:cubicBezTo>
                  <a:cubicBezTo>
                    <a:pt x="213" y="45"/>
                    <a:pt x="204" y="67"/>
                    <a:pt x="200" y="78"/>
                  </a:cubicBezTo>
                  <a:cubicBezTo>
                    <a:pt x="199" y="79"/>
                    <a:pt x="199" y="80"/>
                    <a:pt x="199" y="81"/>
                  </a:cubicBezTo>
                  <a:cubicBezTo>
                    <a:pt x="205" y="87"/>
                    <a:pt x="206" y="97"/>
                    <a:pt x="204" y="106"/>
                  </a:cubicBezTo>
                  <a:cubicBezTo>
                    <a:pt x="202" y="111"/>
                    <a:pt x="200" y="115"/>
                    <a:pt x="198" y="117"/>
                  </a:cubicBezTo>
                  <a:cubicBezTo>
                    <a:pt x="196" y="136"/>
                    <a:pt x="185" y="148"/>
                    <a:pt x="180" y="152"/>
                  </a:cubicBezTo>
                  <a:cubicBezTo>
                    <a:pt x="180" y="181"/>
                    <a:pt x="180" y="181"/>
                    <a:pt x="180" y="181"/>
                  </a:cubicBezTo>
                  <a:cubicBezTo>
                    <a:pt x="185" y="183"/>
                    <a:pt x="190" y="185"/>
                    <a:pt x="194" y="187"/>
                  </a:cubicBezTo>
                  <a:cubicBezTo>
                    <a:pt x="236" y="202"/>
                    <a:pt x="266" y="213"/>
                    <a:pt x="275" y="231"/>
                  </a:cubicBezTo>
                  <a:cubicBezTo>
                    <a:pt x="287" y="256"/>
                    <a:pt x="288" y="281"/>
                    <a:pt x="288" y="282"/>
                  </a:cubicBezTo>
                  <a:cubicBezTo>
                    <a:pt x="288" y="285"/>
                    <a:pt x="285" y="288"/>
                    <a:pt x="282" y="288"/>
                  </a:cubicBezTo>
                  <a:close/>
                  <a:moveTo>
                    <a:pt x="12" y="276"/>
                  </a:moveTo>
                  <a:cubicBezTo>
                    <a:pt x="275" y="276"/>
                    <a:pt x="275" y="276"/>
                    <a:pt x="275" y="276"/>
                  </a:cubicBezTo>
                  <a:cubicBezTo>
                    <a:pt x="274" y="268"/>
                    <a:pt x="272" y="252"/>
                    <a:pt x="264" y="236"/>
                  </a:cubicBezTo>
                  <a:cubicBezTo>
                    <a:pt x="258" y="223"/>
                    <a:pt x="226" y="211"/>
                    <a:pt x="190" y="198"/>
                  </a:cubicBezTo>
                  <a:cubicBezTo>
                    <a:pt x="184" y="196"/>
                    <a:pt x="178" y="193"/>
                    <a:pt x="172" y="191"/>
                  </a:cubicBezTo>
                  <a:cubicBezTo>
                    <a:pt x="169" y="190"/>
                    <a:pt x="168" y="188"/>
                    <a:pt x="168" y="185"/>
                  </a:cubicBezTo>
                  <a:cubicBezTo>
                    <a:pt x="168" y="149"/>
                    <a:pt x="168" y="149"/>
                    <a:pt x="168" y="149"/>
                  </a:cubicBezTo>
                  <a:cubicBezTo>
                    <a:pt x="168" y="147"/>
                    <a:pt x="169" y="145"/>
                    <a:pt x="170" y="144"/>
                  </a:cubicBezTo>
                  <a:cubicBezTo>
                    <a:pt x="171" y="144"/>
                    <a:pt x="186" y="134"/>
                    <a:pt x="186" y="113"/>
                  </a:cubicBezTo>
                  <a:cubicBezTo>
                    <a:pt x="186" y="111"/>
                    <a:pt x="188" y="108"/>
                    <a:pt x="190" y="108"/>
                  </a:cubicBezTo>
                  <a:cubicBezTo>
                    <a:pt x="191" y="106"/>
                    <a:pt x="193" y="100"/>
                    <a:pt x="192" y="95"/>
                  </a:cubicBezTo>
                  <a:cubicBezTo>
                    <a:pt x="192" y="92"/>
                    <a:pt x="191" y="90"/>
                    <a:pt x="189" y="89"/>
                  </a:cubicBezTo>
                  <a:cubicBezTo>
                    <a:pt x="187" y="88"/>
                    <a:pt x="186" y="86"/>
                    <a:pt x="186" y="83"/>
                  </a:cubicBezTo>
                  <a:cubicBezTo>
                    <a:pt x="186" y="81"/>
                    <a:pt x="187" y="79"/>
                    <a:pt x="189" y="74"/>
                  </a:cubicBezTo>
                  <a:cubicBezTo>
                    <a:pt x="193" y="63"/>
                    <a:pt x="200" y="44"/>
                    <a:pt x="198" y="31"/>
                  </a:cubicBezTo>
                  <a:cubicBezTo>
                    <a:pt x="196" y="20"/>
                    <a:pt x="178" y="13"/>
                    <a:pt x="154" y="12"/>
                  </a:cubicBezTo>
                  <a:cubicBezTo>
                    <a:pt x="131" y="11"/>
                    <a:pt x="115" y="18"/>
                    <a:pt x="113" y="25"/>
                  </a:cubicBezTo>
                  <a:cubicBezTo>
                    <a:pt x="113" y="27"/>
                    <a:pt x="110" y="29"/>
                    <a:pt x="108" y="29"/>
                  </a:cubicBezTo>
                  <a:cubicBezTo>
                    <a:pt x="102" y="29"/>
                    <a:pt x="99" y="31"/>
                    <a:pt x="97" y="34"/>
                  </a:cubicBezTo>
                  <a:cubicBezTo>
                    <a:pt x="90" y="43"/>
                    <a:pt x="97" y="66"/>
                    <a:pt x="100" y="75"/>
                  </a:cubicBezTo>
                  <a:cubicBezTo>
                    <a:pt x="101" y="80"/>
                    <a:pt x="102" y="82"/>
                    <a:pt x="102" y="83"/>
                  </a:cubicBezTo>
                  <a:cubicBezTo>
                    <a:pt x="102" y="86"/>
                    <a:pt x="100" y="88"/>
                    <a:pt x="98" y="89"/>
                  </a:cubicBezTo>
                  <a:cubicBezTo>
                    <a:pt x="96" y="90"/>
                    <a:pt x="95" y="92"/>
                    <a:pt x="95" y="95"/>
                  </a:cubicBezTo>
                  <a:cubicBezTo>
                    <a:pt x="94" y="100"/>
                    <a:pt x="96" y="106"/>
                    <a:pt x="97" y="108"/>
                  </a:cubicBezTo>
                  <a:cubicBezTo>
                    <a:pt x="100" y="108"/>
                    <a:pt x="102" y="111"/>
                    <a:pt x="102" y="113"/>
                  </a:cubicBezTo>
                  <a:cubicBezTo>
                    <a:pt x="102" y="134"/>
                    <a:pt x="117" y="144"/>
                    <a:pt x="117" y="144"/>
                  </a:cubicBezTo>
                  <a:cubicBezTo>
                    <a:pt x="119" y="145"/>
                    <a:pt x="120" y="147"/>
                    <a:pt x="120" y="149"/>
                  </a:cubicBezTo>
                  <a:cubicBezTo>
                    <a:pt x="120" y="185"/>
                    <a:pt x="120" y="185"/>
                    <a:pt x="120" y="185"/>
                  </a:cubicBezTo>
                  <a:cubicBezTo>
                    <a:pt x="120" y="188"/>
                    <a:pt x="118" y="190"/>
                    <a:pt x="116" y="191"/>
                  </a:cubicBezTo>
                  <a:cubicBezTo>
                    <a:pt x="109" y="193"/>
                    <a:pt x="103" y="196"/>
                    <a:pt x="97" y="198"/>
                  </a:cubicBezTo>
                  <a:cubicBezTo>
                    <a:pt x="61" y="211"/>
                    <a:pt x="30" y="223"/>
                    <a:pt x="23" y="236"/>
                  </a:cubicBezTo>
                  <a:cubicBezTo>
                    <a:pt x="15" y="252"/>
                    <a:pt x="13" y="268"/>
                    <a:pt x="12" y="276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52E15437-43F5-2477-E475-B86BFCB384F3}"/>
              </a:ext>
            </a:extLst>
          </p:cNvPr>
          <p:cNvGrpSpPr/>
          <p:nvPr/>
        </p:nvGrpSpPr>
        <p:grpSpPr>
          <a:xfrm>
            <a:off x="8726090" y="2736899"/>
            <a:ext cx="360000" cy="360000"/>
            <a:chOff x="8028583" y="2730707"/>
            <a:chExt cx="360000" cy="360000"/>
          </a:xfrm>
        </p:grpSpPr>
        <p:sp>
          <p:nvSpPr>
            <p:cNvPr id="236" name="Oval 235">
              <a:extLst>
                <a:ext uri="{FF2B5EF4-FFF2-40B4-BE49-F238E27FC236}">
                  <a16:creationId xmlns:a16="http://schemas.microsoft.com/office/drawing/2014/main" id="{F28ED17D-FD6D-01DE-71BA-536F4517ED5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28583" y="2730707"/>
              <a:ext cx="360000" cy="36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2921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237" name="Freeform 69">
              <a:extLst>
                <a:ext uri="{FF2B5EF4-FFF2-40B4-BE49-F238E27FC236}">
                  <a16:creationId xmlns:a16="http://schemas.microsoft.com/office/drawing/2014/main" id="{D61521CF-9F41-745A-BB0D-89B7D06F0C43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081595" y="2802707"/>
              <a:ext cx="253977" cy="216000"/>
            </a:xfrm>
            <a:custGeom>
              <a:avLst/>
              <a:gdLst>
                <a:gd name="T0" fmla="*/ 90 w 289"/>
                <a:gd name="T1" fmla="*/ 246 h 246"/>
                <a:gd name="T2" fmla="*/ 86 w 289"/>
                <a:gd name="T3" fmla="*/ 244 h 246"/>
                <a:gd name="T4" fmla="*/ 2 w 289"/>
                <a:gd name="T5" fmla="*/ 160 h 246"/>
                <a:gd name="T6" fmla="*/ 2 w 289"/>
                <a:gd name="T7" fmla="*/ 152 h 246"/>
                <a:gd name="T8" fmla="*/ 44 w 289"/>
                <a:gd name="T9" fmla="*/ 110 h 246"/>
                <a:gd name="T10" fmla="*/ 53 w 289"/>
                <a:gd name="T11" fmla="*/ 110 h 246"/>
                <a:gd name="T12" fmla="*/ 90 w 289"/>
                <a:gd name="T13" fmla="*/ 148 h 246"/>
                <a:gd name="T14" fmla="*/ 236 w 289"/>
                <a:gd name="T15" fmla="*/ 2 h 246"/>
                <a:gd name="T16" fmla="*/ 245 w 289"/>
                <a:gd name="T17" fmla="*/ 2 h 246"/>
                <a:gd name="T18" fmla="*/ 287 w 289"/>
                <a:gd name="T19" fmla="*/ 44 h 246"/>
                <a:gd name="T20" fmla="*/ 287 w 289"/>
                <a:gd name="T21" fmla="*/ 52 h 246"/>
                <a:gd name="T22" fmla="*/ 95 w 289"/>
                <a:gd name="T23" fmla="*/ 244 h 246"/>
                <a:gd name="T24" fmla="*/ 90 w 289"/>
                <a:gd name="T25" fmla="*/ 246 h 246"/>
                <a:gd name="T26" fmla="*/ 15 w 289"/>
                <a:gd name="T27" fmla="*/ 156 h 246"/>
                <a:gd name="T28" fmla="*/ 90 w 289"/>
                <a:gd name="T29" fmla="*/ 232 h 246"/>
                <a:gd name="T30" fmla="*/ 274 w 289"/>
                <a:gd name="T31" fmla="*/ 48 h 246"/>
                <a:gd name="T32" fmla="*/ 240 w 289"/>
                <a:gd name="T33" fmla="*/ 15 h 246"/>
                <a:gd name="T34" fmla="*/ 95 w 289"/>
                <a:gd name="T35" fmla="*/ 160 h 246"/>
                <a:gd name="T36" fmla="*/ 86 w 289"/>
                <a:gd name="T37" fmla="*/ 160 h 246"/>
                <a:gd name="T38" fmla="*/ 48 w 289"/>
                <a:gd name="T39" fmla="*/ 123 h 246"/>
                <a:gd name="T40" fmla="*/ 15 w 289"/>
                <a:gd name="T41" fmla="*/ 156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9" h="246">
                  <a:moveTo>
                    <a:pt x="90" y="246"/>
                  </a:moveTo>
                  <a:cubicBezTo>
                    <a:pt x="89" y="246"/>
                    <a:pt x="87" y="246"/>
                    <a:pt x="86" y="244"/>
                  </a:cubicBezTo>
                  <a:cubicBezTo>
                    <a:pt x="2" y="160"/>
                    <a:pt x="2" y="160"/>
                    <a:pt x="2" y="160"/>
                  </a:cubicBezTo>
                  <a:cubicBezTo>
                    <a:pt x="0" y="158"/>
                    <a:pt x="0" y="154"/>
                    <a:pt x="2" y="152"/>
                  </a:cubicBezTo>
                  <a:cubicBezTo>
                    <a:pt x="44" y="110"/>
                    <a:pt x="44" y="110"/>
                    <a:pt x="44" y="110"/>
                  </a:cubicBezTo>
                  <a:cubicBezTo>
                    <a:pt x="47" y="108"/>
                    <a:pt x="50" y="108"/>
                    <a:pt x="53" y="110"/>
                  </a:cubicBezTo>
                  <a:cubicBezTo>
                    <a:pt x="90" y="148"/>
                    <a:pt x="90" y="148"/>
                    <a:pt x="90" y="148"/>
                  </a:cubicBezTo>
                  <a:cubicBezTo>
                    <a:pt x="236" y="2"/>
                    <a:pt x="236" y="2"/>
                    <a:pt x="236" y="2"/>
                  </a:cubicBezTo>
                  <a:cubicBezTo>
                    <a:pt x="239" y="0"/>
                    <a:pt x="242" y="0"/>
                    <a:pt x="245" y="2"/>
                  </a:cubicBezTo>
                  <a:cubicBezTo>
                    <a:pt x="287" y="44"/>
                    <a:pt x="287" y="44"/>
                    <a:pt x="287" y="44"/>
                  </a:cubicBezTo>
                  <a:cubicBezTo>
                    <a:pt x="289" y="46"/>
                    <a:pt x="289" y="50"/>
                    <a:pt x="287" y="52"/>
                  </a:cubicBezTo>
                  <a:cubicBezTo>
                    <a:pt x="95" y="244"/>
                    <a:pt x="95" y="244"/>
                    <a:pt x="95" y="244"/>
                  </a:cubicBezTo>
                  <a:cubicBezTo>
                    <a:pt x="94" y="246"/>
                    <a:pt x="92" y="246"/>
                    <a:pt x="90" y="246"/>
                  </a:cubicBezTo>
                  <a:close/>
                  <a:moveTo>
                    <a:pt x="15" y="156"/>
                  </a:moveTo>
                  <a:cubicBezTo>
                    <a:pt x="90" y="232"/>
                    <a:pt x="90" y="232"/>
                    <a:pt x="90" y="232"/>
                  </a:cubicBezTo>
                  <a:cubicBezTo>
                    <a:pt x="274" y="48"/>
                    <a:pt x="274" y="48"/>
                    <a:pt x="274" y="48"/>
                  </a:cubicBezTo>
                  <a:cubicBezTo>
                    <a:pt x="240" y="15"/>
                    <a:pt x="240" y="15"/>
                    <a:pt x="240" y="15"/>
                  </a:cubicBezTo>
                  <a:cubicBezTo>
                    <a:pt x="95" y="160"/>
                    <a:pt x="95" y="160"/>
                    <a:pt x="95" y="160"/>
                  </a:cubicBezTo>
                  <a:cubicBezTo>
                    <a:pt x="92" y="163"/>
                    <a:pt x="89" y="163"/>
                    <a:pt x="86" y="160"/>
                  </a:cubicBezTo>
                  <a:cubicBezTo>
                    <a:pt x="48" y="123"/>
                    <a:pt x="48" y="123"/>
                    <a:pt x="48" y="123"/>
                  </a:cubicBezTo>
                  <a:lnTo>
                    <a:pt x="15" y="15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86561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8569D09-8E8F-819D-23AB-3A3D3258BB01}"/>
              </a:ext>
            </a:extLst>
          </p:cNvPr>
          <p:cNvCxnSpPr>
            <a:cxnSpLocks/>
          </p:cNvCxnSpPr>
          <p:nvPr/>
        </p:nvCxnSpPr>
        <p:spPr>
          <a:xfrm>
            <a:off x="597436" y="2547135"/>
            <a:ext cx="0" cy="35661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B95F08B-1FDB-217E-4BDC-9F3636BD9781}"/>
              </a:ext>
            </a:extLst>
          </p:cNvPr>
          <p:cNvCxnSpPr>
            <a:cxnSpLocks/>
          </p:cNvCxnSpPr>
          <p:nvPr/>
        </p:nvCxnSpPr>
        <p:spPr>
          <a:xfrm>
            <a:off x="2334528" y="2547135"/>
            <a:ext cx="0" cy="35661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6B5243B-E04B-CAEB-3BB7-A3F1710EA3D4}"/>
              </a:ext>
            </a:extLst>
          </p:cNvPr>
          <p:cNvCxnSpPr>
            <a:cxnSpLocks/>
          </p:cNvCxnSpPr>
          <p:nvPr/>
        </p:nvCxnSpPr>
        <p:spPr>
          <a:xfrm>
            <a:off x="6000124" y="2547135"/>
            <a:ext cx="0" cy="35661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CA8EC43-337E-25FD-9812-E12A50E6DBB4}"/>
              </a:ext>
            </a:extLst>
          </p:cNvPr>
          <p:cNvCxnSpPr>
            <a:cxnSpLocks/>
          </p:cNvCxnSpPr>
          <p:nvPr/>
        </p:nvCxnSpPr>
        <p:spPr>
          <a:xfrm>
            <a:off x="7832922" y="2547135"/>
            <a:ext cx="0" cy="35661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812AA44-8BD9-7D85-02E3-3038FC8EB1E3}"/>
              </a:ext>
            </a:extLst>
          </p:cNvPr>
          <p:cNvCxnSpPr>
            <a:cxnSpLocks/>
          </p:cNvCxnSpPr>
          <p:nvPr/>
        </p:nvCxnSpPr>
        <p:spPr>
          <a:xfrm>
            <a:off x="9665721" y="2547135"/>
            <a:ext cx="0" cy="35661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A2D3868-918F-F53F-C577-6300A07B64A5}"/>
              </a:ext>
            </a:extLst>
          </p:cNvPr>
          <p:cNvCxnSpPr>
            <a:cxnSpLocks/>
          </p:cNvCxnSpPr>
          <p:nvPr/>
        </p:nvCxnSpPr>
        <p:spPr>
          <a:xfrm>
            <a:off x="4167326" y="2547135"/>
            <a:ext cx="0" cy="35661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9195B3D-8014-EB50-4DE6-9ECF55D6D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These trends are causing disruption across the [sanitized] value chain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C4C367-CB0B-D146-B0A0-32A403FF38E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Pentagon 7">
            <a:extLst>
              <a:ext uri="{FF2B5EF4-FFF2-40B4-BE49-F238E27FC236}">
                <a16:creationId xmlns:a16="http://schemas.microsoft.com/office/drawing/2014/main" id="{7E44D659-0215-CE7E-0686-F9031951ABFA}"/>
              </a:ext>
            </a:extLst>
          </p:cNvPr>
          <p:cNvSpPr/>
          <p:nvPr/>
        </p:nvSpPr>
        <p:spPr>
          <a:xfrm>
            <a:off x="597436" y="1776516"/>
            <a:ext cx="1833137" cy="640080"/>
          </a:xfrm>
          <a:prstGeom prst="homePlate">
            <a:avLst/>
          </a:prstGeom>
          <a:solidFill>
            <a:srgbClr val="051C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Equipment providers</a:t>
            </a:r>
          </a:p>
        </p:txBody>
      </p:sp>
      <p:sp>
        <p:nvSpPr>
          <p:cNvPr id="9" name="Chevron 8">
            <a:extLst>
              <a:ext uri="{FF2B5EF4-FFF2-40B4-BE49-F238E27FC236}">
                <a16:creationId xmlns:a16="http://schemas.microsoft.com/office/drawing/2014/main" id="{2ABCECB4-AC4A-FABA-4916-3856A3F0E4D6}"/>
              </a:ext>
            </a:extLst>
          </p:cNvPr>
          <p:cNvSpPr/>
          <p:nvPr/>
        </p:nvSpPr>
        <p:spPr>
          <a:xfrm>
            <a:off x="2334528" y="1776516"/>
            <a:ext cx="1928843" cy="641216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Integration providers</a:t>
            </a:r>
          </a:p>
        </p:txBody>
      </p:sp>
      <p:sp>
        <p:nvSpPr>
          <p:cNvPr id="10" name="Chevron 9">
            <a:extLst>
              <a:ext uri="{FF2B5EF4-FFF2-40B4-BE49-F238E27FC236}">
                <a16:creationId xmlns:a16="http://schemas.microsoft.com/office/drawing/2014/main" id="{0E3FE607-EE52-11CB-A367-3D496E258857}"/>
              </a:ext>
            </a:extLst>
          </p:cNvPr>
          <p:cNvSpPr/>
          <p:nvPr/>
        </p:nvSpPr>
        <p:spPr>
          <a:xfrm>
            <a:off x="4167326" y="1776516"/>
            <a:ext cx="1928843" cy="641216"/>
          </a:xfrm>
          <a:prstGeom prst="chevron">
            <a:avLst/>
          </a:prstGeom>
          <a:solidFill>
            <a:srgbClr val="051C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Application providers</a:t>
            </a:r>
          </a:p>
        </p:txBody>
      </p:sp>
      <p:sp>
        <p:nvSpPr>
          <p:cNvPr id="11" name="Chevron 10">
            <a:extLst>
              <a:ext uri="{FF2B5EF4-FFF2-40B4-BE49-F238E27FC236}">
                <a16:creationId xmlns:a16="http://schemas.microsoft.com/office/drawing/2014/main" id="{8BF12188-BB2C-1528-E7D3-6C7B36A1055C}"/>
              </a:ext>
            </a:extLst>
          </p:cNvPr>
          <p:cNvSpPr/>
          <p:nvPr/>
        </p:nvSpPr>
        <p:spPr>
          <a:xfrm>
            <a:off x="6000124" y="1776516"/>
            <a:ext cx="1928843" cy="641216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Content providers</a:t>
            </a:r>
          </a:p>
        </p:txBody>
      </p:sp>
      <p:sp>
        <p:nvSpPr>
          <p:cNvPr id="12" name="Chevron 11">
            <a:extLst>
              <a:ext uri="{FF2B5EF4-FFF2-40B4-BE49-F238E27FC236}">
                <a16:creationId xmlns:a16="http://schemas.microsoft.com/office/drawing/2014/main" id="{7B097DBA-D246-DCE7-A7CC-CB2C02D6EE0D}"/>
              </a:ext>
            </a:extLst>
          </p:cNvPr>
          <p:cNvSpPr/>
          <p:nvPr/>
        </p:nvSpPr>
        <p:spPr>
          <a:xfrm>
            <a:off x="7832922" y="1776516"/>
            <a:ext cx="1928843" cy="641216"/>
          </a:xfrm>
          <a:prstGeom prst="chevron">
            <a:avLst/>
          </a:prstGeom>
          <a:solidFill>
            <a:srgbClr val="051C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Network operators</a:t>
            </a:r>
          </a:p>
        </p:txBody>
      </p:sp>
      <p:sp>
        <p:nvSpPr>
          <p:cNvPr id="13" name="Chevron 12">
            <a:extLst>
              <a:ext uri="{FF2B5EF4-FFF2-40B4-BE49-F238E27FC236}">
                <a16:creationId xmlns:a16="http://schemas.microsoft.com/office/drawing/2014/main" id="{7B196454-0BA9-F598-8D25-33FDFD9830D8}"/>
              </a:ext>
            </a:extLst>
          </p:cNvPr>
          <p:cNvSpPr/>
          <p:nvPr/>
        </p:nvSpPr>
        <p:spPr>
          <a:xfrm>
            <a:off x="9665721" y="1776516"/>
            <a:ext cx="1928843" cy="641216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Service providers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F5DCDE6-E75A-9974-F6A4-25DF3697D663}"/>
              </a:ext>
            </a:extLst>
          </p:cNvPr>
          <p:cNvSpPr txBox="1"/>
          <p:nvPr/>
        </p:nvSpPr>
        <p:spPr>
          <a:xfrm>
            <a:off x="597436" y="2662391"/>
            <a:ext cx="1736752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Network component providers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Test equipment providers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6A77FDF-7679-AC45-9EAB-1BFE5D839969}"/>
              </a:ext>
            </a:extLst>
          </p:cNvPr>
          <p:cNvSpPr txBox="1"/>
          <p:nvPr/>
        </p:nvSpPr>
        <p:spPr>
          <a:xfrm>
            <a:off x="2354821" y="2662391"/>
            <a:ext cx="173675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Software and hardware integrations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Network maintenance, support etc.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94B7DE5-361D-A885-840C-F2098C56743C}"/>
              </a:ext>
            </a:extLst>
          </p:cNvPr>
          <p:cNvSpPr txBox="1"/>
          <p:nvPr/>
        </p:nvSpPr>
        <p:spPr>
          <a:xfrm>
            <a:off x="4182546" y="2662391"/>
            <a:ext cx="1736752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Basic application platform providers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User application providers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FA8BCE2-A677-CF1B-0039-DCAE45BAD565}"/>
              </a:ext>
            </a:extLst>
          </p:cNvPr>
          <p:cNvSpPr txBox="1"/>
          <p:nvPr/>
        </p:nvSpPr>
        <p:spPr>
          <a:xfrm>
            <a:off x="6010271" y="2662391"/>
            <a:ext cx="1736752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Content creation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Content distribution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C3035B-FC6C-84DD-D0F9-14A9C9AE03EF}"/>
              </a:ext>
            </a:extLst>
          </p:cNvPr>
          <p:cNvSpPr txBox="1"/>
          <p:nvPr/>
        </p:nvSpPr>
        <p:spPr>
          <a:xfrm>
            <a:off x="7837996" y="2662391"/>
            <a:ext cx="17367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Services to end-consumers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887ED82-7611-BA32-87C9-8EC12745ED43}"/>
              </a:ext>
            </a:extLst>
          </p:cNvPr>
          <p:cNvSpPr txBox="1"/>
          <p:nvPr/>
        </p:nvSpPr>
        <p:spPr>
          <a:xfrm>
            <a:off x="9665721" y="2662391"/>
            <a:ext cx="1736752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Add-on service layers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Cross-network communications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6F6EFC0-A9D9-9351-8A2E-FDA6AFE8E734}"/>
              </a:ext>
            </a:extLst>
          </p:cNvPr>
          <p:cNvSpPr txBox="1"/>
          <p:nvPr/>
        </p:nvSpPr>
        <p:spPr>
          <a:xfrm>
            <a:off x="597436" y="4734272"/>
            <a:ext cx="1736752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Rising costs of manufacturing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Increasing competition on [sanitized]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D605426-E37C-5681-E7DB-C0340456D4A4}"/>
              </a:ext>
            </a:extLst>
          </p:cNvPr>
          <p:cNvSpPr txBox="1"/>
          <p:nvPr/>
        </p:nvSpPr>
        <p:spPr>
          <a:xfrm>
            <a:off x="2354821" y="4734272"/>
            <a:ext cx="17367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[Sanitized]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3756DD3-313D-B69A-D20C-0FA52EE51A8A}"/>
              </a:ext>
            </a:extLst>
          </p:cNvPr>
          <p:cNvSpPr txBox="1"/>
          <p:nvPr/>
        </p:nvSpPr>
        <p:spPr>
          <a:xfrm>
            <a:off x="4182546" y="4734272"/>
            <a:ext cx="17367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[Sanitized]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0E59351-F4C2-9E12-8197-0055A06E7C6A}"/>
              </a:ext>
            </a:extLst>
          </p:cNvPr>
          <p:cNvSpPr txBox="1"/>
          <p:nvPr/>
        </p:nvSpPr>
        <p:spPr>
          <a:xfrm>
            <a:off x="6010271" y="4734272"/>
            <a:ext cx="1736752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Rising costs of creation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[Sanitized]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415137E-6A50-6896-FBAA-126E66345A56}"/>
              </a:ext>
            </a:extLst>
          </p:cNvPr>
          <p:cNvSpPr txBox="1"/>
          <p:nvPr/>
        </p:nvSpPr>
        <p:spPr>
          <a:xfrm>
            <a:off x="7837996" y="4734272"/>
            <a:ext cx="1736752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Users switching services frequently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Sharing services outside agreement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DA79750-EC20-6984-41B1-E979D120A9D5}"/>
              </a:ext>
            </a:extLst>
          </p:cNvPr>
          <p:cNvSpPr txBox="1"/>
          <p:nvPr/>
        </p:nvSpPr>
        <p:spPr>
          <a:xfrm>
            <a:off x="9665721" y="4734272"/>
            <a:ext cx="17367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Combining virtual and physical experiences e.g., [sanitized]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E5AEB7B-57F4-DE50-6802-CC58F9715423}"/>
              </a:ext>
            </a:extLst>
          </p:cNvPr>
          <p:cNvSpPr/>
          <p:nvPr/>
        </p:nvSpPr>
        <p:spPr>
          <a:xfrm>
            <a:off x="265044" y="3939184"/>
            <a:ext cx="11582400" cy="5003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FDCFA85-ADD5-B900-679B-EEBC3E1AE708}"/>
              </a:ext>
            </a:extLst>
          </p:cNvPr>
          <p:cNvCxnSpPr>
            <a:cxnSpLocks/>
          </p:cNvCxnSpPr>
          <p:nvPr/>
        </p:nvCxnSpPr>
        <p:spPr>
          <a:xfrm flipH="1">
            <a:off x="477094" y="4126198"/>
            <a:ext cx="11040859" cy="0"/>
          </a:xfrm>
          <a:prstGeom prst="line">
            <a:avLst/>
          </a:prstGeom>
          <a:ln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4D45D6D-7515-C380-4403-B7B18E0E260F}"/>
              </a:ext>
            </a:extLst>
          </p:cNvPr>
          <p:cNvGrpSpPr/>
          <p:nvPr/>
        </p:nvGrpSpPr>
        <p:grpSpPr>
          <a:xfrm>
            <a:off x="5791784" y="3947293"/>
            <a:ext cx="411480" cy="410399"/>
            <a:chOff x="2320538" y="4031701"/>
            <a:chExt cx="411480" cy="410399"/>
          </a:xfrm>
          <a:solidFill>
            <a:schemeClr val="tx1"/>
          </a:solidFill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DAA0F60F-57BC-3B61-F49E-5282EFC93247}"/>
                </a:ext>
              </a:extLst>
            </p:cNvPr>
            <p:cNvSpPr/>
            <p:nvPr/>
          </p:nvSpPr>
          <p:spPr>
            <a:xfrm rot="5400000">
              <a:off x="2321078" y="4031161"/>
              <a:ext cx="410399" cy="411480"/>
            </a:xfrm>
            <a:prstGeom prst="ellipse">
              <a:avLst/>
            </a:prstGeom>
            <a:grp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endParaRPr>
            </a:p>
          </p:txBody>
        </p:sp>
        <p:sp>
          <p:nvSpPr>
            <p:cNvPr id="40" name="Triangle 39">
              <a:extLst>
                <a:ext uri="{FF2B5EF4-FFF2-40B4-BE49-F238E27FC236}">
                  <a16:creationId xmlns:a16="http://schemas.microsoft.com/office/drawing/2014/main" id="{DDA24888-224C-C715-733B-F38323327760}"/>
                </a:ext>
              </a:extLst>
            </p:cNvPr>
            <p:cNvSpPr/>
            <p:nvPr/>
          </p:nvSpPr>
          <p:spPr>
            <a:xfrm rot="10800000">
              <a:off x="2396456" y="4161621"/>
              <a:ext cx="259644" cy="150560"/>
            </a:xfrm>
            <a:prstGeom prst="triangl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13F4A46B-8927-27B0-F5B7-70976AFC70CC}"/>
                </a:ext>
              </a:extLst>
            </p:cNvPr>
            <p:cNvSpPr/>
            <p:nvPr/>
          </p:nvSpPr>
          <p:spPr>
            <a:xfrm rot="5400000">
              <a:off x="2503089" y="4020434"/>
              <a:ext cx="46376" cy="3005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E744E227-F1DD-B045-C902-3A76049AE9BD}"/>
              </a:ext>
            </a:extLst>
          </p:cNvPr>
          <p:cNvSpPr txBox="1"/>
          <p:nvPr/>
        </p:nvSpPr>
        <p:spPr>
          <a:xfrm>
            <a:off x="597436" y="4214484"/>
            <a:ext cx="15339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Examples of </a:t>
            </a:r>
            <a:b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disruptions: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8245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E361E-E701-8F11-51E8-4ACFD613D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C1A556-04AD-0CBA-0E32-1EA9405A6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437EBB-0209-54C1-951E-A0CCBA6702F0}"/>
              </a:ext>
            </a:extLst>
          </p:cNvPr>
          <p:cNvSpPr>
            <a:spLocks/>
          </p:cNvSpPr>
          <p:nvPr/>
        </p:nvSpPr>
        <p:spPr>
          <a:xfrm>
            <a:off x="502189" y="4718194"/>
            <a:ext cx="2689162" cy="14075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108000" rIns="72000" bIns="108000" rtlCol="0" anchor="t"/>
          <a:lstStyle/>
          <a:p>
            <a:pPr marL="0" marR="0" lvl="0" indent="0" algn="ctr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Clustering dimensions </a:t>
            </a:r>
          </a:p>
          <a:p>
            <a:pPr marL="0" marR="0" lvl="0" indent="0" algn="ctr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srgbClr val="000000"/>
                </a:solidFill>
                <a:latin typeface="+mj-lt"/>
              </a:rPr>
              <a:t>Text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7A6354D-267E-92A6-1428-16CBDC45E4C9}"/>
              </a:ext>
            </a:extLst>
          </p:cNvPr>
          <p:cNvGrpSpPr/>
          <p:nvPr/>
        </p:nvGrpSpPr>
        <p:grpSpPr>
          <a:xfrm>
            <a:off x="502189" y="1935954"/>
            <a:ext cx="11188648" cy="2690323"/>
            <a:chOff x="502189" y="1935954"/>
            <a:chExt cx="11188648" cy="2690323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EBCC21F-B7A1-518E-881C-5EBDF26069E7}"/>
                </a:ext>
              </a:extLst>
            </p:cNvPr>
            <p:cNvSpPr/>
            <p:nvPr/>
          </p:nvSpPr>
          <p:spPr>
            <a:xfrm>
              <a:off x="9001675" y="1935954"/>
              <a:ext cx="2689162" cy="2690323"/>
            </a:xfrm>
            <a:custGeom>
              <a:avLst/>
              <a:gdLst>
                <a:gd name="connsiteX0" fmla="*/ 2689162 w 2689162"/>
                <a:gd name="connsiteY0" fmla="*/ 0 h 2690323"/>
                <a:gd name="connsiteX1" fmla="*/ 2689162 w 2689162"/>
                <a:gd name="connsiteY1" fmla="*/ 2690323 h 2690323"/>
                <a:gd name="connsiteX2" fmla="*/ 0 w 2689162"/>
                <a:gd name="connsiteY2" fmla="*/ 2690323 h 2690323"/>
                <a:gd name="connsiteX3" fmla="*/ 0 w 2689162"/>
                <a:gd name="connsiteY3" fmla="*/ 898579 h 2690323"/>
                <a:gd name="connsiteX4" fmla="*/ 331167 w 2689162"/>
                <a:gd name="connsiteY4" fmla="*/ 814720 h 2690323"/>
                <a:gd name="connsiteX5" fmla="*/ 2223290 w 2689162"/>
                <a:gd name="connsiteY5" fmla="*/ 183663 h 2690323"/>
                <a:gd name="connsiteX6" fmla="*/ 2689162 w 2689162"/>
                <a:gd name="connsiteY6" fmla="*/ 0 h 269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89162" h="2690323">
                  <a:moveTo>
                    <a:pt x="2689162" y="0"/>
                  </a:moveTo>
                  <a:lnTo>
                    <a:pt x="2689162" y="2690323"/>
                  </a:lnTo>
                  <a:lnTo>
                    <a:pt x="0" y="2690323"/>
                  </a:lnTo>
                  <a:lnTo>
                    <a:pt x="0" y="898579"/>
                  </a:lnTo>
                  <a:lnTo>
                    <a:pt x="331167" y="814720"/>
                  </a:lnTo>
                  <a:cubicBezTo>
                    <a:pt x="1013240" y="635816"/>
                    <a:pt x="1626825" y="414981"/>
                    <a:pt x="2223290" y="183663"/>
                  </a:cubicBezTo>
                  <a:lnTo>
                    <a:pt x="268916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srgbClr val="004D8C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F9D6C200-1B17-7CA5-1417-2F3C9A365503}"/>
                </a:ext>
              </a:extLst>
            </p:cNvPr>
            <p:cNvSpPr/>
            <p:nvPr/>
          </p:nvSpPr>
          <p:spPr>
            <a:xfrm>
              <a:off x="6168513" y="2868714"/>
              <a:ext cx="2689162" cy="1757563"/>
            </a:xfrm>
            <a:custGeom>
              <a:avLst/>
              <a:gdLst>
                <a:gd name="connsiteX0" fmla="*/ 2689162 w 2689162"/>
                <a:gd name="connsiteY0" fmla="*/ 0 h 1757563"/>
                <a:gd name="connsiteX1" fmla="*/ 2689162 w 2689162"/>
                <a:gd name="connsiteY1" fmla="*/ 1757563 h 1757563"/>
                <a:gd name="connsiteX2" fmla="*/ 0 w 2689162"/>
                <a:gd name="connsiteY2" fmla="*/ 1757563 h 1757563"/>
                <a:gd name="connsiteX3" fmla="*/ 0 w 2689162"/>
                <a:gd name="connsiteY3" fmla="*/ 469299 h 1757563"/>
                <a:gd name="connsiteX4" fmla="*/ 192529 w 2689162"/>
                <a:gd name="connsiteY4" fmla="*/ 448491 h 1757563"/>
                <a:gd name="connsiteX5" fmla="*/ 2462378 w 2689162"/>
                <a:gd name="connsiteY5" fmla="*/ 53410 h 1757563"/>
                <a:gd name="connsiteX6" fmla="*/ 2689162 w 2689162"/>
                <a:gd name="connsiteY6" fmla="*/ 0 h 175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89162" h="1757563">
                  <a:moveTo>
                    <a:pt x="2689162" y="0"/>
                  </a:moveTo>
                  <a:lnTo>
                    <a:pt x="2689162" y="1757563"/>
                  </a:lnTo>
                  <a:lnTo>
                    <a:pt x="0" y="1757563"/>
                  </a:lnTo>
                  <a:lnTo>
                    <a:pt x="0" y="469299"/>
                  </a:lnTo>
                  <a:lnTo>
                    <a:pt x="192529" y="448491"/>
                  </a:lnTo>
                  <a:cubicBezTo>
                    <a:pt x="971508" y="354069"/>
                    <a:pt x="1742102" y="216785"/>
                    <a:pt x="2462378" y="53410"/>
                  </a:cubicBezTo>
                  <a:lnTo>
                    <a:pt x="268916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srgbClr val="004D8C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EACF1D3-F7F9-EB60-3D9A-2FF752EEAAEE}"/>
                </a:ext>
              </a:extLst>
            </p:cNvPr>
            <p:cNvSpPr/>
            <p:nvPr/>
          </p:nvSpPr>
          <p:spPr>
            <a:xfrm>
              <a:off x="3335351" y="3353575"/>
              <a:ext cx="2689162" cy="1272702"/>
            </a:xfrm>
            <a:custGeom>
              <a:avLst/>
              <a:gdLst>
                <a:gd name="connsiteX0" fmla="*/ 2689162 w 2689162"/>
                <a:gd name="connsiteY0" fmla="*/ 0 h 1272702"/>
                <a:gd name="connsiteX1" fmla="*/ 2689162 w 2689162"/>
                <a:gd name="connsiteY1" fmla="*/ 1272702 h 1272702"/>
                <a:gd name="connsiteX2" fmla="*/ 0 w 2689162"/>
                <a:gd name="connsiteY2" fmla="*/ 1272702 h 1272702"/>
                <a:gd name="connsiteX3" fmla="*/ 0 w 2689162"/>
                <a:gd name="connsiteY3" fmla="*/ 145127 h 1272702"/>
                <a:gd name="connsiteX4" fmla="*/ 148022 w 2689162"/>
                <a:gd name="connsiteY4" fmla="*/ 140486 h 1272702"/>
                <a:gd name="connsiteX5" fmla="*/ 2628106 w 2689162"/>
                <a:gd name="connsiteY5" fmla="*/ 6599 h 1272702"/>
                <a:gd name="connsiteX6" fmla="*/ 2689162 w 2689162"/>
                <a:gd name="connsiteY6" fmla="*/ 0 h 12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89162" h="1272702">
                  <a:moveTo>
                    <a:pt x="2689162" y="0"/>
                  </a:moveTo>
                  <a:lnTo>
                    <a:pt x="2689162" y="1272702"/>
                  </a:lnTo>
                  <a:lnTo>
                    <a:pt x="0" y="1272702"/>
                  </a:lnTo>
                  <a:lnTo>
                    <a:pt x="0" y="145127"/>
                  </a:lnTo>
                  <a:lnTo>
                    <a:pt x="148022" y="140486"/>
                  </a:lnTo>
                  <a:cubicBezTo>
                    <a:pt x="931621" y="115774"/>
                    <a:pt x="1818417" y="84424"/>
                    <a:pt x="2628106" y="6599"/>
                  </a:cubicBezTo>
                  <a:lnTo>
                    <a:pt x="268916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srgbClr val="004D8C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EDCEDCF-7295-10F8-ACA5-F7C1EBE1720D}"/>
                </a:ext>
              </a:extLst>
            </p:cNvPr>
            <p:cNvSpPr/>
            <p:nvPr/>
          </p:nvSpPr>
          <p:spPr>
            <a:xfrm>
              <a:off x="502189" y="3503216"/>
              <a:ext cx="2689162" cy="1123061"/>
            </a:xfrm>
            <a:custGeom>
              <a:avLst/>
              <a:gdLst>
                <a:gd name="connsiteX0" fmla="*/ 2689162 w 2689162"/>
                <a:gd name="connsiteY0" fmla="*/ 0 h 1123061"/>
                <a:gd name="connsiteX1" fmla="*/ 2689162 w 2689162"/>
                <a:gd name="connsiteY1" fmla="*/ 1123061 h 1123061"/>
                <a:gd name="connsiteX2" fmla="*/ 0 w 2689162"/>
                <a:gd name="connsiteY2" fmla="*/ 1123061 h 1123061"/>
                <a:gd name="connsiteX3" fmla="*/ 0 w 2689162"/>
                <a:gd name="connsiteY3" fmla="*/ 4469 h 1123061"/>
                <a:gd name="connsiteX4" fmla="*/ 545495 w 2689162"/>
                <a:gd name="connsiteY4" fmla="*/ 13897 h 1123061"/>
                <a:gd name="connsiteX5" fmla="*/ 2598819 w 2689162"/>
                <a:gd name="connsiteY5" fmla="*/ 2832 h 1123061"/>
                <a:gd name="connsiteX6" fmla="*/ 2689162 w 2689162"/>
                <a:gd name="connsiteY6" fmla="*/ 0 h 11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89162" h="1123061">
                  <a:moveTo>
                    <a:pt x="2689162" y="0"/>
                  </a:moveTo>
                  <a:lnTo>
                    <a:pt x="2689162" y="1123061"/>
                  </a:lnTo>
                  <a:lnTo>
                    <a:pt x="0" y="1123061"/>
                  </a:lnTo>
                  <a:lnTo>
                    <a:pt x="0" y="4469"/>
                  </a:lnTo>
                  <a:lnTo>
                    <a:pt x="545495" y="13897"/>
                  </a:lnTo>
                  <a:cubicBezTo>
                    <a:pt x="1190103" y="23487"/>
                    <a:pt x="1854627" y="26438"/>
                    <a:pt x="2598819" y="2832"/>
                  </a:cubicBezTo>
                  <a:lnTo>
                    <a:pt x="2689162" y="0"/>
                  </a:ln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srgbClr val="004D8C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ECF6AD7-2A2A-4472-FA5B-8100A3960F66}"/>
                </a:ext>
              </a:extLst>
            </p:cNvPr>
            <p:cNvSpPr>
              <a:spLocks/>
            </p:cNvSpPr>
            <p:nvPr/>
          </p:nvSpPr>
          <p:spPr>
            <a:xfrm>
              <a:off x="545290" y="3916262"/>
              <a:ext cx="2602961" cy="71001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Pilot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A2004CC-3232-4CEC-9F2C-715F6EAA4028}"/>
                </a:ext>
              </a:extLst>
            </p:cNvPr>
            <p:cNvSpPr>
              <a:spLocks/>
            </p:cNvSpPr>
            <p:nvPr/>
          </p:nvSpPr>
          <p:spPr>
            <a:xfrm>
              <a:off x="3378452" y="3916262"/>
              <a:ext cx="2602961" cy="71001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Wave 1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931E9E5-1932-72BB-B525-C5E580C3EA10}"/>
                </a:ext>
              </a:extLst>
            </p:cNvPr>
            <p:cNvSpPr>
              <a:spLocks/>
            </p:cNvSpPr>
            <p:nvPr/>
          </p:nvSpPr>
          <p:spPr>
            <a:xfrm>
              <a:off x="9044776" y="3916262"/>
              <a:ext cx="2602961" cy="71001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Wave n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E1D7CF1-BEA9-297C-63A8-56DADED3A165}"/>
                </a:ext>
              </a:extLst>
            </p:cNvPr>
            <p:cNvSpPr>
              <a:spLocks/>
            </p:cNvSpPr>
            <p:nvPr/>
          </p:nvSpPr>
          <p:spPr>
            <a:xfrm>
              <a:off x="6211614" y="3916262"/>
              <a:ext cx="2602961" cy="71001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Wave 2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D506558-49C8-CFE9-FFDE-0C2B0DF851AD}"/>
                </a:ext>
              </a:extLst>
            </p:cNvPr>
            <p:cNvSpPr/>
            <p:nvPr/>
          </p:nvSpPr>
          <p:spPr>
            <a:xfrm>
              <a:off x="1389570" y="2954099"/>
              <a:ext cx="914400" cy="9144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srgbClr val="004D8C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4D505C9-E46D-1E14-4B97-4229693B365E}"/>
                </a:ext>
              </a:extLst>
            </p:cNvPr>
            <p:cNvSpPr/>
            <p:nvPr/>
          </p:nvSpPr>
          <p:spPr>
            <a:xfrm>
              <a:off x="4222732" y="2804458"/>
              <a:ext cx="914400" cy="914400"/>
            </a:xfrm>
            <a:prstGeom prst="ellipse">
              <a:avLst/>
            </a:prstGeom>
            <a:solidFill>
              <a:schemeClr val="accent5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srgbClr val="004D8C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3FAF63E-D8DC-BB2A-A9E2-B304A22AB8FD}"/>
                </a:ext>
              </a:extLst>
            </p:cNvPr>
            <p:cNvSpPr/>
            <p:nvPr/>
          </p:nvSpPr>
          <p:spPr>
            <a:xfrm>
              <a:off x="7055894" y="2654817"/>
              <a:ext cx="914400" cy="914400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srgbClr val="004D8C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4FE12DF-F3B4-1AE3-C9E4-7E43206954B7}"/>
                </a:ext>
              </a:extLst>
            </p:cNvPr>
            <p:cNvSpPr/>
            <p:nvPr/>
          </p:nvSpPr>
          <p:spPr>
            <a:xfrm>
              <a:off x="9889056" y="1954314"/>
              <a:ext cx="914400" cy="914400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srgbClr val="004D8C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97AD3412-206C-E5E5-EDFE-2544FDE6C9BB}"/>
              </a:ext>
            </a:extLst>
          </p:cNvPr>
          <p:cNvSpPr>
            <a:spLocks/>
          </p:cNvSpPr>
          <p:nvPr/>
        </p:nvSpPr>
        <p:spPr>
          <a:xfrm>
            <a:off x="3335351" y="4718194"/>
            <a:ext cx="2689162" cy="14075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108000" rIns="72000" bIns="108000" rtlCol="0" anchor="t"/>
          <a:lstStyle/>
          <a:p>
            <a:pPr marL="0" marR="0" lvl="0" indent="0" algn="ctr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Clustering dimensions </a:t>
            </a:r>
          </a:p>
          <a:p>
            <a:pPr marL="0" marR="0" lvl="0" indent="0" algn="ctr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srgbClr val="000000"/>
                </a:solidFill>
                <a:latin typeface="+mj-lt"/>
              </a:rPr>
              <a:t>Text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ED57042-125A-5873-EB91-089939603D5B}"/>
              </a:ext>
            </a:extLst>
          </p:cNvPr>
          <p:cNvSpPr>
            <a:spLocks/>
          </p:cNvSpPr>
          <p:nvPr/>
        </p:nvSpPr>
        <p:spPr>
          <a:xfrm>
            <a:off x="6167487" y="4718194"/>
            <a:ext cx="2689162" cy="14075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108000" rIns="72000" bIns="108000" rtlCol="0" anchor="t"/>
          <a:lstStyle/>
          <a:p>
            <a:pPr marL="0" marR="0" lvl="0" indent="0" algn="ctr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Clustering dimensions </a:t>
            </a:r>
          </a:p>
          <a:p>
            <a:pPr marL="0" marR="0" lvl="0" indent="0" algn="ctr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srgbClr val="000000"/>
                </a:solidFill>
                <a:latin typeface="+mj-lt"/>
              </a:rPr>
              <a:t>Text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059AFA8-590B-3B8B-4943-4B43B7E9D7A7}"/>
              </a:ext>
            </a:extLst>
          </p:cNvPr>
          <p:cNvSpPr>
            <a:spLocks/>
          </p:cNvSpPr>
          <p:nvPr/>
        </p:nvSpPr>
        <p:spPr>
          <a:xfrm>
            <a:off x="9000649" y="4718194"/>
            <a:ext cx="2689162" cy="14075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108000" rIns="72000" bIns="108000" rtlCol="0" anchor="t"/>
          <a:lstStyle/>
          <a:p>
            <a:pPr marL="0" marR="0" lvl="0" indent="0" algn="ctr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Clustering dimensions </a:t>
            </a:r>
          </a:p>
          <a:p>
            <a:pPr marL="0" marR="0" lvl="0" indent="0" algn="ctr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srgbClr val="000000"/>
                </a:solidFill>
                <a:latin typeface="+mj-lt"/>
              </a:rPr>
              <a:t>Text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grpSp>
        <p:nvGrpSpPr>
          <p:cNvPr id="22" name="Group 140">
            <a:extLst>
              <a:ext uri="{FF2B5EF4-FFF2-40B4-BE49-F238E27FC236}">
                <a16:creationId xmlns:a16="http://schemas.microsoft.com/office/drawing/2014/main" id="{A81BB755-C657-4140-F284-BF228AE8F3A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630770" y="3195300"/>
            <a:ext cx="432000" cy="431998"/>
            <a:chOff x="1560" y="3157"/>
            <a:chExt cx="426" cy="426"/>
          </a:xfrm>
          <a:solidFill>
            <a:srgbClr val="FFFFFF"/>
          </a:solidFill>
        </p:grpSpPr>
        <p:sp>
          <p:nvSpPr>
            <p:cNvPr id="23" name="Freeform 141">
              <a:extLst>
                <a:ext uri="{FF2B5EF4-FFF2-40B4-BE49-F238E27FC236}">
                  <a16:creationId xmlns:a16="http://schemas.microsoft.com/office/drawing/2014/main" id="{064753C2-D38C-C8A2-EE46-7FC6B2ECF6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2" y="3211"/>
              <a:ext cx="142" cy="141"/>
            </a:xfrm>
            <a:custGeom>
              <a:avLst/>
              <a:gdLst>
                <a:gd name="T0" fmla="*/ 48 w 96"/>
                <a:gd name="T1" fmla="*/ 96 h 96"/>
                <a:gd name="T2" fmla="*/ 0 w 96"/>
                <a:gd name="T3" fmla="*/ 48 h 96"/>
                <a:gd name="T4" fmla="*/ 48 w 96"/>
                <a:gd name="T5" fmla="*/ 0 h 96"/>
                <a:gd name="T6" fmla="*/ 96 w 96"/>
                <a:gd name="T7" fmla="*/ 48 h 96"/>
                <a:gd name="T8" fmla="*/ 48 w 96"/>
                <a:gd name="T9" fmla="*/ 96 h 96"/>
                <a:gd name="T10" fmla="*/ 48 w 96"/>
                <a:gd name="T11" fmla="*/ 12 h 96"/>
                <a:gd name="T12" fmla="*/ 12 w 96"/>
                <a:gd name="T13" fmla="*/ 48 h 96"/>
                <a:gd name="T14" fmla="*/ 48 w 96"/>
                <a:gd name="T15" fmla="*/ 84 h 96"/>
                <a:gd name="T16" fmla="*/ 84 w 96"/>
                <a:gd name="T17" fmla="*/ 48 h 96"/>
                <a:gd name="T18" fmla="*/ 48 w 96"/>
                <a:gd name="T19" fmla="*/ 12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6">
                  <a:moveTo>
                    <a:pt x="48" y="96"/>
                  </a:moveTo>
                  <a:cubicBezTo>
                    <a:pt x="22" y="96"/>
                    <a:pt x="0" y="75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75" y="0"/>
                    <a:pt x="96" y="22"/>
                    <a:pt x="96" y="48"/>
                  </a:cubicBezTo>
                  <a:cubicBezTo>
                    <a:pt x="96" y="75"/>
                    <a:pt x="75" y="96"/>
                    <a:pt x="48" y="96"/>
                  </a:cubicBezTo>
                  <a:close/>
                  <a:moveTo>
                    <a:pt x="48" y="12"/>
                  </a:moveTo>
                  <a:cubicBezTo>
                    <a:pt x="28" y="12"/>
                    <a:pt x="12" y="29"/>
                    <a:pt x="12" y="48"/>
                  </a:cubicBezTo>
                  <a:cubicBezTo>
                    <a:pt x="12" y="68"/>
                    <a:pt x="28" y="84"/>
                    <a:pt x="48" y="84"/>
                  </a:cubicBezTo>
                  <a:cubicBezTo>
                    <a:pt x="68" y="84"/>
                    <a:pt x="84" y="68"/>
                    <a:pt x="84" y="48"/>
                  </a:cubicBezTo>
                  <a:cubicBezTo>
                    <a:pt x="84" y="29"/>
                    <a:pt x="68" y="12"/>
                    <a:pt x="4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24" name="Freeform 142">
              <a:extLst>
                <a:ext uri="{FF2B5EF4-FFF2-40B4-BE49-F238E27FC236}">
                  <a16:creationId xmlns:a16="http://schemas.microsoft.com/office/drawing/2014/main" id="{92C56609-FD53-3E47-69EA-E1C4DC2994B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43" y="3157"/>
              <a:ext cx="262" cy="392"/>
            </a:xfrm>
            <a:custGeom>
              <a:avLst/>
              <a:gdLst>
                <a:gd name="T0" fmla="*/ 88 w 177"/>
                <a:gd name="T1" fmla="*/ 265 h 265"/>
                <a:gd name="T2" fmla="*/ 88 w 177"/>
                <a:gd name="T3" fmla="*/ 265 h 265"/>
                <a:gd name="T4" fmla="*/ 83 w 177"/>
                <a:gd name="T5" fmla="*/ 262 h 265"/>
                <a:gd name="T6" fmla="*/ 0 w 177"/>
                <a:gd name="T7" fmla="*/ 89 h 265"/>
                <a:gd name="T8" fmla="*/ 88 w 177"/>
                <a:gd name="T9" fmla="*/ 0 h 265"/>
                <a:gd name="T10" fmla="*/ 177 w 177"/>
                <a:gd name="T11" fmla="*/ 89 h 265"/>
                <a:gd name="T12" fmla="*/ 93 w 177"/>
                <a:gd name="T13" fmla="*/ 262 h 265"/>
                <a:gd name="T14" fmla="*/ 88 w 177"/>
                <a:gd name="T15" fmla="*/ 265 h 265"/>
                <a:gd name="T16" fmla="*/ 88 w 177"/>
                <a:gd name="T17" fmla="*/ 12 h 265"/>
                <a:gd name="T18" fmla="*/ 12 w 177"/>
                <a:gd name="T19" fmla="*/ 89 h 265"/>
                <a:gd name="T20" fmla="*/ 88 w 177"/>
                <a:gd name="T21" fmla="*/ 248 h 265"/>
                <a:gd name="T22" fmla="*/ 165 w 177"/>
                <a:gd name="T23" fmla="*/ 89 h 265"/>
                <a:gd name="T24" fmla="*/ 88 w 177"/>
                <a:gd name="T25" fmla="*/ 12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7" h="265">
                  <a:moveTo>
                    <a:pt x="88" y="265"/>
                  </a:moveTo>
                  <a:cubicBezTo>
                    <a:pt x="88" y="265"/>
                    <a:pt x="88" y="265"/>
                    <a:pt x="88" y="265"/>
                  </a:cubicBezTo>
                  <a:cubicBezTo>
                    <a:pt x="86" y="265"/>
                    <a:pt x="84" y="264"/>
                    <a:pt x="83" y="262"/>
                  </a:cubicBezTo>
                  <a:cubicBezTo>
                    <a:pt x="80" y="257"/>
                    <a:pt x="0" y="135"/>
                    <a:pt x="0" y="89"/>
                  </a:cubicBezTo>
                  <a:cubicBezTo>
                    <a:pt x="0" y="40"/>
                    <a:pt x="40" y="0"/>
                    <a:pt x="88" y="0"/>
                  </a:cubicBezTo>
                  <a:cubicBezTo>
                    <a:pt x="137" y="0"/>
                    <a:pt x="177" y="40"/>
                    <a:pt x="177" y="89"/>
                  </a:cubicBezTo>
                  <a:cubicBezTo>
                    <a:pt x="177" y="135"/>
                    <a:pt x="97" y="257"/>
                    <a:pt x="93" y="262"/>
                  </a:cubicBezTo>
                  <a:cubicBezTo>
                    <a:pt x="92" y="264"/>
                    <a:pt x="90" y="265"/>
                    <a:pt x="88" y="265"/>
                  </a:cubicBezTo>
                  <a:close/>
                  <a:moveTo>
                    <a:pt x="88" y="12"/>
                  </a:moveTo>
                  <a:cubicBezTo>
                    <a:pt x="46" y="12"/>
                    <a:pt x="12" y="47"/>
                    <a:pt x="12" y="89"/>
                  </a:cubicBezTo>
                  <a:cubicBezTo>
                    <a:pt x="12" y="126"/>
                    <a:pt x="71" y="220"/>
                    <a:pt x="88" y="248"/>
                  </a:cubicBezTo>
                  <a:cubicBezTo>
                    <a:pt x="106" y="220"/>
                    <a:pt x="165" y="126"/>
                    <a:pt x="165" y="89"/>
                  </a:cubicBezTo>
                  <a:cubicBezTo>
                    <a:pt x="165" y="47"/>
                    <a:pt x="130" y="12"/>
                    <a:pt x="8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25" name="Freeform 143">
              <a:extLst>
                <a:ext uri="{FF2B5EF4-FFF2-40B4-BE49-F238E27FC236}">
                  <a16:creationId xmlns:a16="http://schemas.microsoft.com/office/drawing/2014/main" id="{8392771F-448B-B7DD-04A9-BE8F67CD54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60" y="3499"/>
              <a:ext cx="426" cy="84"/>
            </a:xfrm>
            <a:custGeom>
              <a:avLst/>
              <a:gdLst>
                <a:gd name="T0" fmla="*/ 144 w 288"/>
                <a:gd name="T1" fmla="*/ 57 h 57"/>
                <a:gd name="T2" fmla="*/ 0 w 288"/>
                <a:gd name="T3" fmla="*/ 27 h 57"/>
                <a:gd name="T4" fmla="*/ 83 w 288"/>
                <a:gd name="T5" fmla="*/ 0 h 57"/>
                <a:gd name="T6" fmla="*/ 90 w 288"/>
                <a:gd name="T7" fmla="*/ 5 h 57"/>
                <a:gd name="T8" fmla="*/ 84 w 288"/>
                <a:gd name="T9" fmla="*/ 12 h 57"/>
                <a:gd name="T10" fmla="*/ 13 w 288"/>
                <a:gd name="T11" fmla="*/ 27 h 57"/>
                <a:gd name="T12" fmla="*/ 144 w 288"/>
                <a:gd name="T13" fmla="*/ 45 h 57"/>
                <a:gd name="T14" fmla="*/ 276 w 288"/>
                <a:gd name="T15" fmla="*/ 27 h 57"/>
                <a:gd name="T16" fmla="*/ 204 w 288"/>
                <a:gd name="T17" fmla="*/ 12 h 57"/>
                <a:gd name="T18" fmla="*/ 198 w 288"/>
                <a:gd name="T19" fmla="*/ 5 h 57"/>
                <a:gd name="T20" fmla="*/ 205 w 288"/>
                <a:gd name="T21" fmla="*/ 0 h 57"/>
                <a:gd name="T22" fmla="*/ 288 w 288"/>
                <a:gd name="T23" fmla="*/ 27 h 57"/>
                <a:gd name="T24" fmla="*/ 144 w 288"/>
                <a:gd name="T25" fmla="*/ 57 h 57"/>
                <a:gd name="T26" fmla="*/ 276 w 288"/>
                <a:gd name="T27" fmla="*/ 28 h 57"/>
                <a:gd name="T28" fmla="*/ 276 w 288"/>
                <a:gd name="T29" fmla="*/ 2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8" h="57">
                  <a:moveTo>
                    <a:pt x="144" y="57"/>
                  </a:moveTo>
                  <a:cubicBezTo>
                    <a:pt x="130" y="57"/>
                    <a:pt x="0" y="57"/>
                    <a:pt x="0" y="27"/>
                  </a:cubicBezTo>
                  <a:cubicBezTo>
                    <a:pt x="0" y="14"/>
                    <a:pt x="28" y="5"/>
                    <a:pt x="83" y="0"/>
                  </a:cubicBezTo>
                  <a:cubicBezTo>
                    <a:pt x="87" y="0"/>
                    <a:pt x="89" y="2"/>
                    <a:pt x="90" y="5"/>
                  </a:cubicBezTo>
                  <a:cubicBezTo>
                    <a:pt x="90" y="9"/>
                    <a:pt x="88" y="12"/>
                    <a:pt x="84" y="12"/>
                  </a:cubicBezTo>
                  <a:cubicBezTo>
                    <a:pt x="33" y="16"/>
                    <a:pt x="16" y="24"/>
                    <a:pt x="13" y="27"/>
                  </a:cubicBezTo>
                  <a:cubicBezTo>
                    <a:pt x="18" y="34"/>
                    <a:pt x="65" y="45"/>
                    <a:pt x="144" y="45"/>
                  </a:cubicBezTo>
                  <a:cubicBezTo>
                    <a:pt x="223" y="45"/>
                    <a:pt x="270" y="34"/>
                    <a:pt x="276" y="27"/>
                  </a:cubicBezTo>
                  <a:cubicBezTo>
                    <a:pt x="273" y="24"/>
                    <a:pt x="255" y="16"/>
                    <a:pt x="204" y="12"/>
                  </a:cubicBezTo>
                  <a:cubicBezTo>
                    <a:pt x="200" y="12"/>
                    <a:pt x="198" y="9"/>
                    <a:pt x="198" y="5"/>
                  </a:cubicBezTo>
                  <a:cubicBezTo>
                    <a:pt x="199" y="2"/>
                    <a:pt x="201" y="0"/>
                    <a:pt x="205" y="0"/>
                  </a:cubicBezTo>
                  <a:cubicBezTo>
                    <a:pt x="260" y="5"/>
                    <a:pt x="288" y="14"/>
                    <a:pt x="288" y="27"/>
                  </a:cubicBezTo>
                  <a:cubicBezTo>
                    <a:pt x="288" y="57"/>
                    <a:pt x="159" y="57"/>
                    <a:pt x="144" y="57"/>
                  </a:cubicBezTo>
                  <a:close/>
                  <a:moveTo>
                    <a:pt x="276" y="28"/>
                  </a:moveTo>
                  <a:cubicBezTo>
                    <a:pt x="276" y="28"/>
                    <a:pt x="276" y="28"/>
                    <a:pt x="276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</p:grpSp>
      <p:grpSp>
        <p:nvGrpSpPr>
          <p:cNvPr id="26" name="Group 140">
            <a:extLst>
              <a:ext uri="{FF2B5EF4-FFF2-40B4-BE49-F238E27FC236}">
                <a16:creationId xmlns:a16="http://schemas.microsoft.com/office/drawing/2014/main" id="{5629E01F-7219-D44D-61A0-E09E2C27B2C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463932" y="3045659"/>
            <a:ext cx="432000" cy="431998"/>
            <a:chOff x="1560" y="3157"/>
            <a:chExt cx="426" cy="426"/>
          </a:xfrm>
          <a:solidFill>
            <a:srgbClr val="FFFFFF"/>
          </a:solidFill>
        </p:grpSpPr>
        <p:sp>
          <p:nvSpPr>
            <p:cNvPr id="27" name="Freeform 141">
              <a:extLst>
                <a:ext uri="{FF2B5EF4-FFF2-40B4-BE49-F238E27FC236}">
                  <a16:creationId xmlns:a16="http://schemas.microsoft.com/office/drawing/2014/main" id="{B95C6D64-AC18-1914-393C-A05B3C78DD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2" y="3211"/>
              <a:ext cx="142" cy="141"/>
            </a:xfrm>
            <a:custGeom>
              <a:avLst/>
              <a:gdLst>
                <a:gd name="T0" fmla="*/ 48 w 96"/>
                <a:gd name="T1" fmla="*/ 96 h 96"/>
                <a:gd name="T2" fmla="*/ 0 w 96"/>
                <a:gd name="T3" fmla="*/ 48 h 96"/>
                <a:gd name="T4" fmla="*/ 48 w 96"/>
                <a:gd name="T5" fmla="*/ 0 h 96"/>
                <a:gd name="T6" fmla="*/ 96 w 96"/>
                <a:gd name="T7" fmla="*/ 48 h 96"/>
                <a:gd name="T8" fmla="*/ 48 w 96"/>
                <a:gd name="T9" fmla="*/ 96 h 96"/>
                <a:gd name="T10" fmla="*/ 48 w 96"/>
                <a:gd name="T11" fmla="*/ 12 h 96"/>
                <a:gd name="T12" fmla="*/ 12 w 96"/>
                <a:gd name="T13" fmla="*/ 48 h 96"/>
                <a:gd name="T14" fmla="*/ 48 w 96"/>
                <a:gd name="T15" fmla="*/ 84 h 96"/>
                <a:gd name="T16" fmla="*/ 84 w 96"/>
                <a:gd name="T17" fmla="*/ 48 h 96"/>
                <a:gd name="T18" fmla="*/ 48 w 96"/>
                <a:gd name="T19" fmla="*/ 12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6">
                  <a:moveTo>
                    <a:pt x="48" y="96"/>
                  </a:moveTo>
                  <a:cubicBezTo>
                    <a:pt x="22" y="96"/>
                    <a:pt x="0" y="75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75" y="0"/>
                    <a:pt x="96" y="22"/>
                    <a:pt x="96" y="48"/>
                  </a:cubicBezTo>
                  <a:cubicBezTo>
                    <a:pt x="96" y="75"/>
                    <a:pt x="75" y="96"/>
                    <a:pt x="48" y="96"/>
                  </a:cubicBezTo>
                  <a:close/>
                  <a:moveTo>
                    <a:pt x="48" y="12"/>
                  </a:moveTo>
                  <a:cubicBezTo>
                    <a:pt x="28" y="12"/>
                    <a:pt x="12" y="29"/>
                    <a:pt x="12" y="48"/>
                  </a:cubicBezTo>
                  <a:cubicBezTo>
                    <a:pt x="12" y="68"/>
                    <a:pt x="28" y="84"/>
                    <a:pt x="48" y="84"/>
                  </a:cubicBezTo>
                  <a:cubicBezTo>
                    <a:pt x="68" y="84"/>
                    <a:pt x="84" y="68"/>
                    <a:pt x="84" y="48"/>
                  </a:cubicBezTo>
                  <a:cubicBezTo>
                    <a:pt x="84" y="29"/>
                    <a:pt x="68" y="12"/>
                    <a:pt x="4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28" name="Freeform 142">
              <a:extLst>
                <a:ext uri="{FF2B5EF4-FFF2-40B4-BE49-F238E27FC236}">
                  <a16:creationId xmlns:a16="http://schemas.microsoft.com/office/drawing/2014/main" id="{55C6512D-7761-CC1F-732C-D80A0B914E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43" y="3157"/>
              <a:ext cx="262" cy="392"/>
            </a:xfrm>
            <a:custGeom>
              <a:avLst/>
              <a:gdLst>
                <a:gd name="T0" fmla="*/ 88 w 177"/>
                <a:gd name="T1" fmla="*/ 265 h 265"/>
                <a:gd name="T2" fmla="*/ 88 w 177"/>
                <a:gd name="T3" fmla="*/ 265 h 265"/>
                <a:gd name="T4" fmla="*/ 83 w 177"/>
                <a:gd name="T5" fmla="*/ 262 h 265"/>
                <a:gd name="T6" fmla="*/ 0 w 177"/>
                <a:gd name="T7" fmla="*/ 89 h 265"/>
                <a:gd name="T8" fmla="*/ 88 w 177"/>
                <a:gd name="T9" fmla="*/ 0 h 265"/>
                <a:gd name="T10" fmla="*/ 177 w 177"/>
                <a:gd name="T11" fmla="*/ 89 h 265"/>
                <a:gd name="T12" fmla="*/ 93 w 177"/>
                <a:gd name="T13" fmla="*/ 262 h 265"/>
                <a:gd name="T14" fmla="*/ 88 w 177"/>
                <a:gd name="T15" fmla="*/ 265 h 265"/>
                <a:gd name="T16" fmla="*/ 88 w 177"/>
                <a:gd name="T17" fmla="*/ 12 h 265"/>
                <a:gd name="T18" fmla="*/ 12 w 177"/>
                <a:gd name="T19" fmla="*/ 89 h 265"/>
                <a:gd name="T20" fmla="*/ 88 w 177"/>
                <a:gd name="T21" fmla="*/ 248 h 265"/>
                <a:gd name="T22" fmla="*/ 165 w 177"/>
                <a:gd name="T23" fmla="*/ 89 h 265"/>
                <a:gd name="T24" fmla="*/ 88 w 177"/>
                <a:gd name="T25" fmla="*/ 12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7" h="265">
                  <a:moveTo>
                    <a:pt x="88" y="265"/>
                  </a:moveTo>
                  <a:cubicBezTo>
                    <a:pt x="88" y="265"/>
                    <a:pt x="88" y="265"/>
                    <a:pt x="88" y="265"/>
                  </a:cubicBezTo>
                  <a:cubicBezTo>
                    <a:pt x="86" y="265"/>
                    <a:pt x="84" y="264"/>
                    <a:pt x="83" y="262"/>
                  </a:cubicBezTo>
                  <a:cubicBezTo>
                    <a:pt x="80" y="257"/>
                    <a:pt x="0" y="135"/>
                    <a:pt x="0" y="89"/>
                  </a:cubicBezTo>
                  <a:cubicBezTo>
                    <a:pt x="0" y="40"/>
                    <a:pt x="40" y="0"/>
                    <a:pt x="88" y="0"/>
                  </a:cubicBezTo>
                  <a:cubicBezTo>
                    <a:pt x="137" y="0"/>
                    <a:pt x="177" y="40"/>
                    <a:pt x="177" y="89"/>
                  </a:cubicBezTo>
                  <a:cubicBezTo>
                    <a:pt x="177" y="135"/>
                    <a:pt x="97" y="257"/>
                    <a:pt x="93" y="262"/>
                  </a:cubicBezTo>
                  <a:cubicBezTo>
                    <a:pt x="92" y="264"/>
                    <a:pt x="90" y="265"/>
                    <a:pt x="88" y="265"/>
                  </a:cubicBezTo>
                  <a:close/>
                  <a:moveTo>
                    <a:pt x="88" y="12"/>
                  </a:moveTo>
                  <a:cubicBezTo>
                    <a:pt x="46" y="12"/>
                    <a:pt x="12" y="47"/>
                    <a:pt x="12" y="89"/>
                  </a:cubicBezTo>
                  <a:cubicBezTo>
                    <a:pt x="12" y="126"/>
                    <a:pt x="71" y="220"/>
                    <a:pt x="88" y="248"/>
                  </a:cubicBezTo>
                  <a:cubicBezTo>
                    <a:pt x="106" y="220"/>
                    <a:pt x="165" y="126"/>
                    <a:pt x="165" y="89"/>
                  </a:cubicBezTo>
                  <a:cubicBezTo>
                    <a:pt x="165" y="47"/>
                    <a:pt x="130" y="12"/>
                    <a:pt x="8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29" name="Freeform 143">
              <a:extLst>
                <a:ext uri="{FF2B5EF4-FFF2-40B4-BE49-F238E27FC236}">
                  <a16:creationId xmlns:a16="http://schemas.microsoft.com/office/drawing/2014/main" id="{9E75D595-0789-DE6E-5CE3-B45AFE1B37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60" y="3499"/>
              <a:ext cx="426" cy="84"/>
            </a:xfrm>
            <a:custGeom>
              <a:avLst/>
              <a:gdLst>
                <a:gd name="T0" fmla="*/ 144 w 288"/>
                <a:gd name="T1" fmla="*/ 57 h 57"/>
                <a:gd name="T2" fmla="*/ 0 w 288"/>
                <a:gd name="T3" fmla="*/ 27 h 57"/>
                <a:gd name="T4" fmla="*/ 83 w 288"/>
                <a:gd name="T5" fmla="*/ 0 h 57"/>
                <a:gd name="T6" fmla="*/ 90 w 288"/>
                <a:gd name="T7" fmla="*/ 5 h 57"/>
                <a:gd name="T8" fmla="*/ 84 w 288"/>
                <a:gd name="T9" fmla="*/ 12 h 57"/>
                <a:gd name="T10" fmla="*/ 13 w 288"/>
                <a:gd name="T11" fmla="*/ 27 h 57"/>
                <a:gd name="T12" fmla="*/ 144 w 288"/>
                <a:gd name="T13" fmla="*/ 45 h 57"/>
                <a:gd name="T14" fmla="*/ 276 w 288"/>
                <a:gd name="T15" fmla="*/ 27 h 57"/>
                <a:gd name="T16" fmla="*/ 204 w 288"/>
                <a:gd name="T17" fmla="*/ 12 h 57"/>
                <a:gd name="T18" fmla="*/ 198 w 288"/>
                <a:gd name="T19" fmla="*/ 5 h 57"/>
                <a:gd name="T20" fmla="*/ 205 w 288"/>
                <a:gd name="T21" fmla="*/ 0 h 57"/>
                <a:gd name="T22" fmla="*/ 288 w 288"/>
                <a:gd name="T23" fmla="*/ 27 h 57"/>
                <a:gd name="T24" fmla="*/ 144 w 288"/>
                <a:gd name="T25" fmla="*/ 57 h 57"/>
                <a:gd name="T26" fmla="*/ 276 w 288"/>
                <a:gd name="T27" fmla="*/ 28 h 57"/>
                <a:gd name="T28" fmla="*/ 276 w 288"/>
                <a:gd name="T29" fmla="*/ 2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8" h="57">
                  <a:moveTo>
                    <a:pt x="144" y="57"/>
                  </a:moveTo>
                  <a:cubicBezTo>
                    <a:pt x="130" y="57"/>
                    <a:pt x="0" y="57"/>
                    <a:pt x="0" y="27"/>
                  </a:cubicBezTo>
                  <a:cubicBezTo>
                    <a:pt x="0" y="14"/>
                    <a:pt x="28" y="5"/>
                    <a:pt x="83" y="0"/>
                  </a:cubicBezTo>
                  <a:cubicBezTo>
                    <a:pt x="87" y="0"/>
                    <a:pt x="89" y="2"/>
                    <a:pt x="90" y="5"/>
                  </a:cubicBezTo>
                  <a:cubicBezTo>
                    <a:pt x="90" y="9"/>
                    <a:pt x="88" y="12"/>
                    <a:pt x="84" y="12"/>
                  </a:cubicBezTo>
                  <a:cubicBezTo>
                    <a:pt x="33" y="16"/>
                    <a:pt x="16" y="24"/>
                    <a:pt x="13" y="27"/>
                  </a:cubicBezTo>
                  <a:cubicBezTo>
                    <a:pt x="18" y="34"/>
                    <a:pt x="65" y="45"/>
                    <a:pt x="144" y="45"/>
                  </a:cubicBezTo>
                  <a:cubicBezTo>
                    <a:pt x="223" y="45"/>
                    <a:pt x="270" y="34"/>
                    <a:pt x="276" y="27"/>
                  </a:cubicBezTo>
                  <a:cubicBezTo>
                    <a:pt x="273" y="24"/>
                    <a:pt x="255" y="16"/>
                    <a:pt x="204" y="12"/>
                  </a:cubicBezTo>
                  <a:cubicBezTo>
                    <a:pt x="200" y="12"/>
                    <a:pt x="198" y="9"/>
                    <a:pt x="198" y="5"/>
                  </a:cubicBezTo>
                  <a:cubicBezTo>
                    <a:pt x="199" y="2"/>
                    <a:pt x="201" y="0"/>
                    <a:pt x="205" y="0"/>
                  </a:cubicBezTo>
                  <a:cubicBezTo>
                    <a:pt x="260" y="5"/>
                    <a:pt x="288" y="14"/>
                    <a:pt x="288" y="27"/>
                  </a:cubicBezTo>
                  <a:cubicBezTo>
                    <a:pt x="288" y="57"/>
                    <a:pt x="159" y="57"/>
                    <a:pt x="144" y="57"/>
                  </a:cubicBezTo>
                  <a:close/>
                  <a:moveTo>
                    <a:pt x="276" y="28"/>
                  </a:moveTo>
                  <a:cubicBezTo>
                    <a:pt x="276" y="28"/>
                    <a:pt x="276" y="28"/>
                    <a:pt x="276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</p:grpSp>
      <p:grpSp>
        <p:nvGrpSpPr>
          <p:cNvPr id="30" name="Group 140">
            <a:extLst>
              <a:ext uri="{FF2B5EF4-FFF2-40B4-BE49-F238E27FC236}">
                <a16:creationId xmlns:a16="http://schemas.microsoft.com/office/drawing/2014/main" id="{FB936101-B981-FFEC-52BF-B37AC48C949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296068" y="2896018"/>
            <a:ext cx="432000" cy="431998"/>
            <a:chOff x="1560" y="3157"/>
            <a:chExt cx="426" cy="426"/>
          </a:xfrm>
          <a:solidFill>
            <a:srgbClr val="FFFFFF"/>
          </a:solidFill>
        </p:grpSpPr>
        <p:sp>
          <p:nvSpPr>
            <p:cNvPr id="31" name="Freeform 141">
              <a:extLst>
                <a:ext uri="{FF2B5EF4-FFF2-40B4-BE49-F238E27FC236}">
                  <a16:creationId xmlns:a16="http://schemas.microsoft.com/office/drawing/2014/main" id="{1A5CB7BA-C868-B553-49FE-485B1652D6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2" y="3211"/>
              <a:ext cx="142" cy="141"/>
            </a:xfrm>
            <a:custGeom>
              <a:avLst/>
              <a:gdLst>
                <a:gd name="T0" fmla="*/ 48 w 96"/>
                <a:gd name="T1" fmla="*/ 96 h 96"/>
                <a:gd name="T2" fmla="*/ 0 w 96"/>
                <a:gd name="T3" fmla="*/ 48 h 96"/>
                <a:gd name="T4" fmla="*/ 48 w 96"/>
                <a:gd name="T5" fmla="*/ 0 h 96"/>
                <a:gd name="T6" fmla="*/ 96 w 96"/>
                <a:gd name="T7" fmla="*/ 48 h 96"/>
                <a:gd name="T8" fmla="*/ 48 w 96"/>
                <a:gd name="T9" fmla="*/ 96 h 96"/>
                <a:gd name="T10" fmla="*/ 48 w 96"/>
                <a:gd name="T11" fmla="*/ 12 h 96"/>
                <a:gd name="T12" fmla="*/ 12 w 96"/>
                <a:gd name="T13" fmla="*/ 48 h 96"/>
                <a:gd name="T14" fmla="*/ 48 w 96"/>
                <a:gd name="T15" fmla="*/ 84 h 96"/>
                <a:gd name="T16" fmla="*/ 84 w 96"/>
                <a:gd name="T17" fmla="*/ 48 h 96"/>
                <a:gd name="T18" fmla="*/ 48 w 96"/>
                <a:gd name="T19" fmla="*/ 12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6">
                  <a:moveTo>
                    <a:pt x="48" y="96"/>
                  </a:moveTo>
                  <a:cubicBezTo>
                    <a:pt x="22" y="96"/>
                    <a:pt x="0" y="75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75" y="0"/>
                    <a:pt x="96" y="22"/>
                    <a:pt x="96" y="48"/>
                  </a:cubicBezTo>
                  <a:cubicBezTo>
                    <a:pt x="96" y="75"/>
                    <a:pt x="75" y="96"/>
                    <a:pt x="48" y="96"/>
                  </a:cubicBezTo>
                  <a:close/>
                  <a:moveTo>
                    <a:pt x="48" y="12"/>
                  </a:moveTo>
                  <a:cubicBezTo>
                    <a:pt x="28" y="12"/>
                    <a:pt x="12" y="29"/>
                    <a:pt x="12" y="48"/>
                  </a:cubicBezTo>
                  <a:cubicBezTo>
                    <a:pt x="12" y="68"/>
                    <a:pt x="28" y="84"/>
                    <a:pt x="48" y="84"/>
                  </a:cubicBezTo>
                  <a:cubicBezTo>
                    <a:pt x="68" y="84"/>
                    <a:pt x="84" y="68"/>
                    <a:pt x="84" y="48"/>
                  </a:cubicBezTo>
                  <a:cubicBezTo>
                    <a:pt x="84" y="29"/>
                    <a:pt x="68" y="12"/>
                    <a:pt x="4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32" name="Freeform 142">
              <a:extLst>
                <a:ext uri="{FF2B5EF4-FFF2-40B4-BE49-F238E27FC236}">
                  <a16:creationId xmlns:a16="http://schemas.microsoft.com/office/drawing/2014/main" id="{AAA6F9B9-3C49-A4CD-62A7-E6FE6107529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43" y="3157"/>
              <a:ext cx="262" cy="392"/>
            </a:xfrm>
            <a:custGeom>
              <a:avLst/>
              <a:gdLst>
                <a:gd name="T0" fmla="*/ 88 w 177"/>
                <a:gd name="T1" fmla="*/ 265 h 265"/>
                <a:gd name="T2" fmla="*/ 88 w 177"/>
                <a:gd name="T3" fmla="*/ 265 h 265"/>
                <a:gd name="T4" fmla="*/ 83 w 177"/>
                <a:gd name="T5" fmla="*/ 262 h 265"/>
                <a:gd name="T6" fmla="*/ 0 w 177"/>
                <a:gd name="T7" fmla="*/ 89 h 265"/>
                <a:gd name="T8" fmla="*/ 88 w 177"/>
                <a:gd name="T9" fmla="*/ 0 h 265"/>
                <a:gd name="T10" fmla="*/ 177 w 177"/>
                <a:gd name="T11" fmla="*/ 89 h 265"/>
                <a:gd name="T12" fmla="*/ 93 w 177"/>
                <a:gd name="T13" fmla="*/ 262 h 265"/>
                <a:gd name="T14" fmla="*/ 88 w 177"/>
                <a:gd name="T15" fmla="*/ 265 h 265"/>
                <a:gd name="T16" fmla="*/ 88 w 177"/>
                <a:gd name="T17" fmla="*/ 12 h 265"/>
                <a:gd name="T18" fmla="*/ 12 w 177"/>
                <a:gd name="T19" fmla="*/ 89 h 265"/>
                <a:gd name="T20" fmla="*/ 88 w 177"/>
                <a:gd name="T21" fmla="*/ 248 h 265"/>
                <a:gd name="T22" fmla="*/ 165 w 177"/>
                <a:gd name="T23" fmla="*/ 89 h 265"/>
                <a:gd name="T24" fmla="*/ 88 w 177"/>
                <a:gd name="T25" fmla="*/ 12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7" h="265">
                  <a:moveTo>
                    <a:pt x="88" y="265"/>
                  </a:moveTo>
                  <a:cubicBezTo>
                    <a:pt x="88" y="265"/>
                    <a:pt x="88" y="265"/>
                    <a:pt x="88" y="265"/>
                  </a:cubicBezTo>
                  <a:cubicBezTo>
                    <a:pt x="86" y="265"/>
                    <a:pt x="84" y="264"/>
                    <a:pt x="83" y="262"/>
                  </a:cubicBezTo>
                  <a:cubicBezTo>
                    <a:pt x="80" y="257"/>
                    <a:pt x="0" y="135"/>
                    <a:pt x="0" y="89"/>
                  </a:cubicBezTo>
                  <a:cubicBezTo>
                    <a:pt x="0" y="40"/>
                    <a:pt x="40" y="0"/>
                    <a:pt x="88" y="0"/>
                  </a:cubicBezTo>
                  <a:cubicBezTo>
                    <a:pt x="137" y="0"/>
                    <a:pt x="177" y="40"/>
                    <a:pt x="177" y="89"/>
                  </a:cubicBezTo>
                  <a:cubicBezTo>
                    <a:pt x="177" y="135"/>
                    <a:pt x="97" y="257"/>
                    <a:pt x="93" y="262"/>
                  </a:cubicBezTo>
                  <a:cubicBezTo>
                    <a:pt x="92" y="264"/>
                    <a:pt x="90" y="265"/>
                    <a:pt x="88" y="265"/>
                  </a:cubicBezTo>
                  <a:close/>
                  <a:moveTo>
                    <a:pt x="88" y="12"/>
                  </a:moveTo>
                  <a:cubicBezTo>
                    <a:pt x="46" y="12"/>
                    <a:pt x="12" y="47"/>
                    <a:pt x="12" y="89"/>
                  </a:cubicBezTo>
                  <a:cubicBezTo>
                    <a:pt x="12" y="126"/>
                    <a:pt x="71" y="220"/>
                    <a:pt x="88" y="248"/>
                  </a:cubicBezTo>
                  <a:cubicBezTo>
                    <a:pt x="106" y="220"/>
                    <a:pt x="165" y="126"/>
                    <a:pt x="165" y="89"/>
                  </a:cubicBezTo>
                  <a:cubicBezTo>
                    <a:pt x="165" y="47"/>
                    <a:pt x="130" y="12"/>
                    <a:pt x="8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33" name="Freeform 143">
              <a:extLst>
                <a:ext uri="{FF2B5EF4-FFF2-40B4-BE49-F238E27FC236}">
                  <a16:creationId xmlns:a16="http://schemas.microsoft.com/office/drawing/2014/main" id="{AE2B4F57-5297-8881-6CFD-CC70C6AC61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60" y="3499"/>
              <a:ext cx="426" cy="84"/>
            </a:xfrm>
            <a:custGeom>
              <a:avLst/>
              <a:gdLst>
                <a:gd name="T0" fmla="*/ 144 w 288"/>
                <a:gd name="T1" fmla="*/ 57 h 57"/>
                <a:gd name="T2" fmla="*/ 0 w 288"/>
                <a:gd name="T3" fmla="*/ 27 h 57"/>
                <a:gd name="T4" fmla="*/ 83 w 288"/>
                <a:gd name="T5" fmla="*/ 0 h 57"/>
                <a:gd name="T6" fmla="*/ 90 w 288"/>
                <a:gd name="T7" fmla="*/ 5 h 57"/>
                <a:gd name="T8" fmla="*/ 84 w 288"/>
                <a:gd name="T9" fmla="*/ 12 h 57"/>
                <a:gd name="T10" fmla="*/ 13 w 288"/>
                <a:gd name="T11" fmla="*/ 27 h 57"/>
                <a:gd name="T12" fmla="*/ 144 w 288"/>
                <a:gd name="T13" fmla="*/ 45 h 57"/>
                <a:gd name="T14" fmla="*/ 276 w 288"/>
                <a:gd name="T15" fmla="*/ 27 h 57"/>
                <a:gd name="T16" fmla="*/ 204 w 288"/>
                <a:gd name="T17" fmla="*/ 12 h 57"/>
                <a:gd name="T18" fmla="*/ 198 w 288"/>
                <a:gd name="T19" fmla="*/ 5 h 57"/>
                <a:gd name="T20" fmla="*/ 205 w 288"/>
                <a:gd name="T21" fmla="*/ 0 h 57"/>
                <a:gd name="T22" fmla="*/ 288 w 288"/>
                <a:gd name="T23" fmla="*/ 27 h 57"/>
                <a:gd name="T24" fmla="*/ 144 w 288"/>
                <a:gd name="T25" fmla="*/ 57 h 57"/>
                <a:gd name="T26" fmla="*/ 276 w 288"/>
                <a:gd name="T27" fmla="*/ 28 h 57"/>
                <a:gd name="T28" fmla="*/ 276 w 288"/>
                <a:gd name="T29" fmla="*/ 2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8" h="57">
                  <a:moveTo>
                    <a:pt x="144" y="57"/>
                  </a:moveTo>
                  <a:cubicBezTo>
                    <a:pt x="130" y="57"/>
                    <a:pt x="0" y="57"/>
                    <a:pt x="0" y="27"/>
                  </a:cubicBezTo>
                  <a:cubicBezTo>
                    <a:pt x="0" y="14"/>
                    <a:pt x="28" y="5"/>
                    <a:pt x="83" y="0"/>
                  </a:cubicBezTo>
                  <a:cubicBezTo>
                    <a:pt x="87" y="0"/>
                    <a:pt x="89" y="2"/>
                    <a:pt x="90" y="5"/>
                  </a:cubicBezTo>
                  <a:cubicBezTo>
                    <a:pt x="90" y="9"/>
                    <a:pt x="88" y="12"/>
                    <a:pt x="84" y="12"/>
                  </a:cubicBezTo>
                  <a:cubicBezTo>
                    <a:pt x="33" y="16"/>
                    <a:pt x="16" y="24"/>
                    <a:pt x="13" y="27"/>
                  </a:cubicBezTo>
                  <a:cubicBezTo>
                    <a:pt x="18" y="34"/>
                    <a:pt x="65" y="45"/>
                    <a:pt x="144" y="45"/>
                  </a:cubicBezTo>
                  <a:cubicBezTo>
                    <a:pt x="223" y="45"/>
                    <a:pt x="270" y="34"/>
                    <a:pt x="276" y="27"/>
                  </a:cubicBezTo>
                  <a:cubicBezTo>
                    <a:pt x="273" y="24"/>
                    <a:pt x="255" y="16"/>
                    <a:pt x="204" y="12"/>
                  </a:cubicBezTo>
                  <a:cubicBezTo>
                    <a:pt x="200" y="12"/>
                    <a:pt x="198" y="9"/>
                    <a:pt x="198" y="5"/>
                  </a:cubicBezTo>
                  <a:cubicBezTo>
                    <a:pt x="199" y="2"/>
                    <a:pt x="201" y="0"/>
                    <a:pt x="205" y="0"/>
                  </a:cubicBezTo>
                  <a:cubicBezTo>
                    <a:pt x="260" y="5"/>
                    <a:pt x="288" y="14"/>
                    <a:pt x="288" y="27"/>
                  </a:cubicBezTo>
                  <a:cubicBezTo>
                    <a:pt x="288" y="57"/>
                    <a:pt x="159" y="57"/>
                    <a:pt x="144" y="57"/>
                  </a:cubicBezTo>
                  <a:close/>
                  <a:moveTo>
                    <a:pt x="276" y="28"/>
                  </a:moveTo>
                  <a:cubicBezTo>
                    <a:pt x="276" y="28"/>
                    <a:pt x="276" y="28"/>
                    <a:pt x="276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</p:grpSp>
      <p:grpSp>
        <p:nvGrpSpPr>
          <p:cNvPr id="34" name="Group 140">
            <a:extLst>
              <a:ext uri="{FF2B5EF4-FFF2-40B4-BE49-F238E27FC236}">
                <a16:creationId xmlns:a16="http://schemas.microsoft.com/office/drawing/2014/main" id="{83367A33-146F-19D1-0389-310162BA34C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129230" y="2195515"/>
            <a:ext cx="432000" cy="431998"/>
            <a:chOff x="1560" y="3157"/>
            <a:chExt cx="426" cy="426"/>
          </a:xfrm>
          <a:solidFill>
            <a:srgbClr val="FFFFFF"/>
          </a:solidFill>
        </p:grpSpPr>
        <p:sp>
          <p:nvSpPr>
            <p:cNvPr id="35" name="Freeform 141">
              <a:extLst>
                <a:ext uri="{FF2B5EF4-FFF2-40B4-BE49-F238E27FC236}">
                  <a16:creationId xmlns:a16="http://schemas.microsoft.com/office/drawing/2014/main" id="{ECB093EA-CE67-F13D-00ED-3DB9E4F6A5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2" y="3211"/>
              <a:ext cx="142" cy="141"/>
            </a:xfrm>
            <a:custGeom>
              <a:avLst/>
              <a:gdLst>
                <a:gd name="T0" fmla="*/ 48 w 96"/>
                <a:gd name="T1" fmla="*/ 96 h 96"/>
                <a:gd name="T2" fmla="*/ 0 w 96"/>
                <a:gd name="T3" fmla="*/ 48 h 96"/>
                <a:gd name="T4" fmla="*/ 48 w 96"/>
                <a:gd name="T5" fmla="*/ 0 h 96"/>
                <a:gd name="T6" fmla="*/ 96 w 96"/>
                <a:gd name="T7" fmla="*/ 48 h 96"/>
                <a:gd name="T8" fmla="*/ 48 w 96"/>
                <a:gd name="T9" fmla="*/ 96 h 96"/>
                <a:gd name="T10" fmla="*/ 48 w 96"/>
                <a:gd name="T11" fmla="*/ 12 h 96"/>
                <a:gd name="T12" fmla="*/ 12 w 96"/>
                <a:gd name="T13" fmla="*/ 48 h 96"/>
                <a:gd name="T14" fmla="*/ 48 w 96"/>
                <a:gd name="T15" fmla="*/ 84 h 96"/>
                <a:gd name="T16" fmla="*/ 84 w 96"/>
                <a:gd name="T17" fmla="*/ 48 h 96"/>
                <a:gd name="T18" fmla="*/ 48 w 96"/>
                <a:gd name="T19" fmla="*/ 12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6">
                  <a:moveTo>
                    <a:pt x="48" y="96"/>
                  </a:moveTo>
                  <a:cubicBezTo>
                    <a:pt x="22" y="96"/>
                    <a:pt x="0" y="75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75" y="0"/>
                    <a:pt x="96" y="22"/>
                    <a:pt x="96" y="48"/>
                  </a:cubicBezTo>
                  <a:cubicBezTo>
                    <a:pt x="96" y="75"/>
                    <a:pt x="75" y="96"/>
                    <a:pt x="48" y="96"/>
                  </a:cubicBezTo>
                  <a:close/>
                  <a:moveTo>
                    <a:pt x="48" y="12"/>
                  </a:moveTo>
                  <a:cubicBezTo>
                    <a:pt x="28" y="12"/>
                    <a:pt x="12" y="29"/>
                    <a:pt x="12" y="48"/>
                  </a:cubicBezTo>
                  <a:cubicBezTo>
                    <a:pt x="12" y="68"/>
                    <a:pt x="28" y="84"/>
                    <a:pt x="48" y="84"/>
                  </a:cubicBezTo>
                  <a:cubicBezTo>
                    <a:pt x="68" y="84"/>
                    <a:pt x="84" y="68"/>
                    <a:pt x="84" y="48"/>
                  </a:cubicBezTo>
                  <a:cubicBezTo>
                    <a:pt x="84" y="29"/>
                    <a:pt x="68" y="12"/>
                    <a:pt x="4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36" name="Freeform 142">
              <a:extLst>
                <a:ext uri="{FF2B5EF4-FFF2-40B4-BE49-F238E27FC236}">
                  <a16:creationId xmlns:a16="http://schemas.microsoft.com/office/drawing/2014/main" id="{5621E090-C1AB-58F4-6F18-4F6E39021F8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43" y="3157"/>
              <a:ext cx="262" cy="392"/>
            </a:xfrm>
            <a:custGeom>
              <a:avLst/>
              <a:gdLst>
                <a:gd name="T0" fmla="*/ 88 w 177"/>
                <a:gd name="T1" fmla="*/ 265 h 265"/>
                <a:gd name="T2" fmla="*/ 88 w 177"/>
                <a:gd name="T3" fmla="*/ 265 h 265"/>
                <a:gd name="T4" fmla="*/ 83 w 177"/>
                <a:gd name="T5" fmla="*/ 262 h 265"/>
                <a:gd name="T6" fmla="*/ 0 w 177"/>
                <a:gd name="T7" fmla="*/ 89 h 265"/>
                <a:gd name="T8" fmla="*/ 88 w 177"/>
                <a:gd name="T9" fmla="*/ 0 h 265"/>
                <a:gd name="T10" fmla="*/ 177 w 177"/>
                <a:gd name="T11" fmla="*/ 89 h 265"/>
                <a:gd name="T12" fmla="*/ 93 w 177"/>
                <a:gd name="T13" fmla="*/ 262 h 265"/>
                <a:gd name="T14" fmla="*/ 88 w 177"/>
                <a:gd name="T15" fmla="*/ 265 h 265"/>
                <a:gd name="T16" fmla="*/ 88 w 177"/>
                <a:gd name="T17" fmla="*/ 12 h 265"/>
                <a:gd name="T18" fmla="*/ 12 w 177"/>
                <a:gd name="T19" fmla="*/ 89 h 265"/>
                <a:gd name="T20" fmla="*/ 88 w 177"/>
                <a:gd name="T21" fmla="*/ 248 h 265"/>
                <a:gd name="T22" fmla="*/ 165 w 177"/>
                <a:gd name="T23" fmla="*/ 89 h 265"/>
                <a:gd name="T24" fmla="*/ 88 w 177"/>
                <a:gd name="T25" fmla="*/ 12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7" h="265">
                  <a:moveTo>
                    <a:pt x="88" y="265"/>
                  </a:moveTo>
                  <a:cubicBezTo>
                    <a:pt x="88" y="265"/>
                    <a:pt x="88" y="265"/>
                    <a:pt x="88" y="265"/>
                  </a:cubicBezTo>
                  <a:cubicBezTo>
                    <a:pt x="86" y="265"/>
                    <a:pt x="84" y="264"/>
                    <a:pt x="83" y="262"/>
                  </a:cubicBezTo>
                  <a:cubicBezTo>
                    <a:pt x="80" y="257"/>
                    <a:pt x="0" y="135"/>
                    <a:pt x="0" y="89"/>
                  </a:cubicBezTo>
                  <a:cubicBezTo>
                    <a:pt x="0" y="40"/>
                    <a:pt x="40" y="0"/>
                    <a:pt x="88" y="0"/>
                  </a:cubicBezTo>
                  <a:cubicBezTo>
                    <a:pt x="137" y="0"/>
                    <a:pt x="177" y="40"/>
                    <a:pt x="177" y="89"/>
                  </a:cubicBezTo>
                  <a:cubicBezTo>
                    <a:pt x="177" y="135"/>
                    <a:pt x="97" y="257"/>
                    <a:pt x="93" y="262"/>
                  </a:cubicBezTo>
                  <a:cubicBezTo>
                    <a:pt x="92" y="264"/>
                    <a:pt x="90" y="265"/>
                    <a:pt x="88" y="265"/>
                  </a:cubicBezTo>
                  <a:close/>
                  <a:moveTo>
                    <a:pt x="88" y="12"/>
                  </a:moveTo>
                  <a:cubicBezTo>
                    <a:pt x="46" y="12"/>
                    <a:pt x="12" y="47"/>
                    <a:pt x="12" y="89"/>
                  </a:cubicBezTo>
                  <a:cubicBezTo>
                    <a:pt x="12" y="126"/>
                    <a:pt x="71" y="220"/>
                    <a:pt x="88" y="248"/>
                  </a:cubicBezTo>
                  <a:cubicBezTo>
                    <a:pt x="106" y="220"/>
                    <a:pt x="165" y="126"/>
                    <a:pt x="165" y="89"/>
                  </a:cubicBezTo>
                  <a:cubicBezTo>
                    <a:pt x="165" y="47"/>
                    <a:pt x="130" y="12"/>
                    <a:pt x="8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37" name="Freeform 143">
              <a:extLst>
                <a:ext uri="{FF2B5EF4-FFF2-40B4-BE49-F238E27FC236}">
                  <a16:creationId xmlns:a16="http://schemas.microsoft.com/office/drawing/2014/main" id="{5524DD3B-76EA-9D2F-6111-35592C5062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60" y="3499"/>
              <a:ext cx="426" cy="84"/>
            </a:xfrm>
            <a:custGeom>
              <a:avLst/>
              <a:gdLst>
                <a:gd name="T0" fmla="*/ 144 w 288"/>
                <a:gd name="T1" fmla="*/ 57 h 57"/>
                <a:gd name="T2" fmla="*/ 0 w 288"/>
                <a:gd name="T3" fmla="*/ 27 h 57"/>
                <a:gd name="T4" fmla="*/ 83 w 288"/>
                <a:gd name="T5" fmla="*/ 0 h 57"/>
                <a:gd name="T6" fmla="*/ 90 w 288"/>
                <a:gd name="T7" fmla="*/ 5 h 57"/>
                <a:gd name="T8" fmla="*/ 84 w 288"/>
                <a:gd name="T9" fmla="*/ 12 h 57"/>
                <a:gd name="T10" fmla="*/ 13 w 288"/>
                <a:gd name="T11" fmla="*/ 27 h 57"/>
                <a:gd name="T12" fmla="*/ 144 w 288"/>
                <a:gd name="T13" fmla="*/ 45 h 57"/>
                <a:gd name="T14" fmla="*/ 276 w 288"/>
                <a:gd name="T15" fmla="*/ 27 h 57"/>
                <a:gd name="T16" fmla="*/ 204 w 288"/>
                <a:gd name="T17" fmla="*/ 12 h 57"/>
                <a:gd name="T18" fmla="*/ 198 w 288"/>
                <a:gd name="T19" fmla="*/ 5 h 57"/>
                <a:gd name="T20" fmla="*/ 205 w 288"/>
                <a:gd name="T21" fmla="*/ 0 h 57"/>
                <a:gd name="T22" fmla="*/ 288 w 288"/>
                <a:gd name="T23" fmla="*/ 27 h 57"/>
                <a:gd name="T24" fmla="*/ 144 w 288"/>
                <a:gd name="T25" fmla="*/ 57 h 57"/>
                <a:gd name="T26" fmla="*/ 276 w 288"/>
                <a:gd name="T27" fmla="*/ 28 h 57"/>
                <a:gd name="T28" fmla="*/ 276 w 288"/>
                <a:gd name="T29" fmla="*/ 2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8" h="57">
                  <a:moveTo>
                    <a:pt x="144" y="57"/>
                  </a:moveTo>
                  <a:cubicBezTo>
                    <a:pt x="130" y="57"/>
                    <a:pt x="0" y="57"/>
                    <a:pt x="0" y="27"/>
                  </a:cubicBezTo>
                  <a:cubicBezTo>
                    <a:pt x="0" y="14"/>
                    <a:pt x="28" y="5"/>
                    <a:pt x="83" y="0"/>
                  </a:cubicBezTo>
                  <a:cubicBezTo>
                    <a:pt x="87" y="0"/>
                    <a:pt x="89" y="2"/>
                    <a:pt x="90" y="5"/>
                  </a:cubicBezTo>
                  <a:cubicBezTo>
                    <a:pt x="90" y="9"/>
                    <a:pt x="88" y="12"/>
                    <a:pt x="84" y="12"/>
                  </a:cubicBezTo>
                  <a:cubicBezTo>
                    <a:pt x="33" y="16"/>
                    <a:pt x="16" y="24"/>
                    <a:pt x="13" y="27"/>
                  </a:cubicBezTo>
                  <a:cubicBezTo>
                    <a:pt x="18" y="34"/>
                    <a:pt x="65" y="45"/>
                    <a:pt x="144" y="45"/>
                  </a:cubicBezTo>
                  <a:cubicBezTo>
                    <a:pt x="223" y="45"/>
                    <a:pt x="270" y="34"/>
                    <a:pt x="276" y="27"/>
                  </a:cubicBezTo>
                  <a:cubicBezTo>
                    <a:pt x="273" y="24"/>
                    <a:pt x="255" y="16"/>
                    <a:pt x="204" y="12"/>
                  </a:cubicBezTo>
                  <a:cubicBezTo>
                    <a:pt x="200" y="12"/>
                    <a:pt x="198" y="9"/>
                    <a:pt x="198" y="5"/>
                  </a:cubicBezTo>
                  <a:cubicBezTo>
                    <a:pt x="199" y="2"/>
                    <a:pt x="201" y="0"/>
                    <a:pt x="205" y="0"/>
                  </a:cubicBezTo>
                  <a:cubicBezTo>
                    <a:pt x="260" y="5"/>
                    <a:pt x="288" y="14"/>
                    <a:pt x="288" y="27"/>
                  </a:cubicBezTo>
                  <a:cubicBezTo>
                    <a:pt x="288" y="57"/>
                    <a:pt x="159" y="57"/>
                    <a:pt x="144" y="57"/>
                  </a:cubicBezTo>
                  <a:close/>
                  <a:moveTo>
                    <a:pt x="276" y="28"/>
                  </a:moveTo>
                  <a:cubicBezTo>
                    <a:pt x="276" y="28"/>
                    <a:pt x="276" y="28"/>
                    <a:pt x="276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29897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8">
            <a:extLst>
              <a:ext uri="{FF2B5EF4-FFF2-40B4-BE49-F238E27FC236}">
                <a16:creationId xmlns:a16="http://schemas.microsoft.com/office/drawing/2014/main" id="{0481F90E-4203-2D44-BCEE-6DE3576872AE}"/>
              </a:ext>
            </a:extLst>
          </p:cNvPr>
          <p:cNvSpPr txBox="1">
            <a:spLocks/>
          </p:cNvSpPr>
          <p:nvPr/>
        </p:nvSpPr>
        <p:spPr>
          <a:xfrm>
            <a:off x="412586" y="339365"/>
            <a:ext cx="10905239" cy="775451"/>
          </a:xfrm>
          <a:prstGeom prst="rect">
            <a:avLst/>
          </a:prstGeom>
        </p:spPr>
        <p:txBody>
          <a:bodyPr/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en-US" sz="2200" b="1"/>
              <a:t>Title – 2 lines text. Kanye, Adam Neumann, Elizabeth Holmes all walk into a Lower East Side bar and …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DD0DAD8-79BC-EC48-A0D3-E4FEEC90AD07}"/>
              </a:ext>
            </a:extLst>
          </p:cNvPr>
          <p:cNvGrpSpPr/>
          <p:nvPr/>
        </p:nvGrpSpPr>
        <p:grpSpPr>
          <a:xfrm>
            <a:off x="3258375" y="1088883"/>
            <a:ext cx="6285339" cy="5443100"/>
            <a:chOff x="586506" y="1142550"/>
            <a:chExt cx="6503988" cy="563245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4C69FA1-32DC-024D-938D-465DC715332F}"/>
                </a:ext>
              </a:extLst>
            </p:cNvPr>
            <p:cNvGrpSpPr/>
            <p:nvPr/>
          </p:nvGrpSpPr>
          <p:grpSpPr>
            <a:xfrm>
              <a:off x="586506" y="1142550"/>
              <a:ext cx="6503988" cy="5632450"/>
              <a:chOff x="4230688" y="842963"/>
              <a:chExt cx="6503988" cy="5632450"/>
            </a:xfrm>
          </p:grpSpPr>
          <p:sp>
            <p:nvSpPr>
              <p:cNvPr id="81" name="Freeform 7">
                <a:extLst>
                  <a:ext uri="{FF2B5EF4-FFF2-40B4-BE49-F238E27FC236}">
                    <a16:creationId xmlns:a16="http://schemas.microsoft.com/office/drawing/2014/main" id="{D1B2B3E2-012A-BD4A-96ED-6761691B04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5094288"/>
                <a:ext cx="2179638" cy="1287463"/>
              </a:xfrm>
              <a:custGeom>
                <a:avLst/>
                <a:gdLst>
                  <a:gd name="T0" fmla="*/ 1324 w 1373"/>
                  <a:gd name="T1" fmla="*/ 510 h 811"/>
                  <a:gd name="T2" fmla="*/ 1373 w 1373"/>
                  <a:gd name="T3" fmla="*/ 487 h 811"/>
                  <a:gd name="T4" fmla="*/ 1324 w 1373"/>
                  <a:gd name="T5" fmla="*/ 464 h 811"/>
                  <a:gd name="T6" fmla="*/ 1324 w 1373"/>
                  <a:gd name="T7" fmla="*/ 308 h 811"/>
                  <a:gd name="T8" fmla="*/ 657 w 1373"/>
                  <a:gd name="T9" fmla="*/ 0 h 811"/>
                  <a:gd name="T10" fmla="*/ 657 w 1373"/>
                  <a:gd name="T11" fmla="*/ 203 h 811"/>
                  <a:gd name="T12" fmla="*/ 0 w 1373"/>
                  <a:gd name="T13" fmla="*/ 504 h 811"/>
                  <a:gd name="T14" fmla="*/ 667 w 1373"/>
                  <a:gd name="T15" fmla="*/ 811 h 811"/>
                  <a:gd name="T16" fmla="*/ 1324 w 1373"/>
                  <a:gd name="T17" fmla="*/ 510 h 811"/>
                  <a:gd name="T18" fmla="*/ 1324 w 1373"/>
                  <a:gd name="T19" fmla="*/ 510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373" h="811">
                    <a:moveTo>
                      <a:pt x="1324" y="510"/>
                    </a:moveTo>
                    <a:lnTo>
                      <a:pt x="1373" y="487"/>
                    </a:lnTo>
                    <a:lnTo>
                      <a:pt x="1324" y="464"/>
                    </a:lnTo>
                    <a:lnTo>
                      <a:pt x="1324" y="308"/>
                    </a:lnTo>
                    <a:lnTo>
                      <a:pt x="657" y="0"/>
                    </a:lnTo>
                    <a:lnTo>
                      <a:pt x="657" y="203"/>
                    </a:lnTo>
                    <a:lnTo>
                      <a:pt x="0" y="504"/>
                    </a:lnTo>
                    <a:lnTo>
                      <a:pt x="667" y="811"/>
                    </a:lnTo>
                    <a:lnTo>
                      <a:pt x="1324" y="510"/>
                    </a:lnTo>
                    <a:lnTo>
                      <a:pt x="1324" y="51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82" name="Freeform 9">
                <a:extLst>
                  <a:ext uri="{FF2B5EF4-FFF2-40B4-BE49-F238E27FC236}">
                    <a16:creationId xmlns:a16="http://schemas.microsoft.com/office/drawing/2014/main" id="{D3EE30B0-EFA3-8E4D-AACA-C654166C3F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73675" y="5064125"/>
                <a:ext cx="1136650" cy="519113"/>
              </a:xfrm>
              <a:custGeom>
                <a:avLst/>
                <a:gdLst>
                  <a:gd name="T0" fmla="*/ 49 w 716"/>
                  <a:gd name="T1" fmla="*/ 0 h 327"/>
                  <a:gd name="T2" fmla="*/ 716 w 716"/>
                  <a:gd name="T3" fmla="*/ 304 h 327"/>
                  <a:gd name="T4" fmla="*/ 667 w 716"/>
                  <a:gd name="T5" fmla="*/ 327 h 327"/>
                  <a:gd name="T6" fmla="*/ 0 w 716"/>
                  <a:gd name="T7" fmla="*/ 19 h 327"/>
                  <a:gd name="T8" fmla="*/ 49 w 716"/>
                  <a:gd name="T9" fmla="*/ 0 h 3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6" h="327">
                    <a:moveTo>
                      <a:pt x="49" y="0"/>
                    </a:moveTo>
                    <a:lnTo>
                      <a:pt x="716" y="304"/>
                    </a:lnTo>
                    <a:lnTo>
                      <a:pt x="667" y="327"/>
                    </a:lnTo>
                    <a:lnTo>
                      <a:pt x="0" y="19"/>
                    </a:lnTo>
                    <a:lnTo>
                      <a:pt x="4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83" name="Freeform 11">
                <a:extLst>
                  <a:ext uri="{FF2B5EF4-FFF2-40B4-BE49-F238E27FC236}">
                    <a16:creationId xmlns:a16="http://schemas.microsoft.com/office/drawing/2014/main" id="{BDC68D65-E750-3D4D-99C2-948C4DD4D6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9550" y="5546725"/>
                <a:ext cx="1120775" cy="928688"/>
              </a:xfrm>
              <a:custGeom>
                <a:avLst/>
                <a:gdLst>
                  <a:gd name="T0" fmla="*/ 657 w 706"/>
                  <a:gd name="T1" fmla="*/ 23 h 585"/>
                  <a:gd name="T2" fmla="*/ 657 w 706"/>
                  <a:gd name="T3" fmla="*/ 225 h 585"/>
                  <a:gd name="T4" fmla="*/ 0 w 706"/>
                  <a:gd name="T5" fmla="*/ 526 h 585"/>
                  <a:gd name="T6" fmla="*/ 0 w 706"/>
                  <a:gd name="T7" fmla="*/ 585 h 585"/>
                  <a:gd name="T8" fmla="*/ 706 w 706"/>
                  <a:gd name="T9" fmla="*/ 258 h 585"/>
                  <a:gd name="T10" fmla="*/ 706 w 706"/>
                  <a:gd name="T11" fmla="*/ 202 h 585"/>
                  <a:gd name="T12" fmla="*/ 706 w 706"/>
                  <a:gd name="T13" fmla="*/ 0 h 585"/>
                  <a:gd name="T14" fmla="*/ 657 w 706"/>
                  <a:gd name="T15" fmla="*/ 23 h 5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06" h="585">
                    <a:moveTo>
                      <a:pt x="657" y="23"/>
                    </a:moveTo>
                    <a:lnTo>
                      <a:pt x="657" y="225"/>
                    </a:lnTo>
                    <a:lnTo>
                      <a:pt x="0" y="526"/>
                    </a:lnTo>
                    <a:lnTo>
                      <a:pt x="0" y="585"/>
                    </a:lnTo>
                    <a:lnTo>
                      <a:pt x="706" y="258"/>
                    </a:lnTo>
                    <a:lnTo>
                      <a:pt x="706" y="202"/>
                    </a:lnTo>
                    <a:lnTo>
                      <a:pt x="706" y="0"/>
                    </a:lnTo>
                    <a:lnTo>
                      <a:pt x="657" y="23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grpSp>
            <p:nvGrpSpPr>
              <p:cNvPr id="84" name="Group 83">
                <a:extLst>
                  <a:ext uri="{FF2B5EF4-FFF2-40B4-BE49-F238E27FC236}">
                    <a16:creationId xmlns:a16="http://schemas.microsoft.com/office/drawing/2014/main" id="{C3322955-8489-5346-9D6E-5D845D1D02A5}"/>
                  </a:ext>
                </a:extLst>
              </p:cNvPr>
              <p:cNvGrpSpPr/>
              <p:nvPr/>
            </p:nvGrpSpPr>
            <p:grpSpPr>
              <a:xfrm>
                <a:off x="4230688" y="5094288"/>
                <a:ext cx="2179638" cy="1381125"/>
                <a:chOff x="4230688" y="5094288"/>
                <a:chExt cx="2179638" cy="1381125"/>
              </a:xfrm>
            </p:grpSpPr>
            <p:sp>
              <p:nvSpPr>
                <p:cNvPr id="127" name="Freeform 5">
                  <a:extLst>
                    <a:ext uri="{FF2B5EF4-FFF2-40B4-BE49-F238E27FC236}">
                      <a16:creationId xmlns:a16="http://schemas.microsoft.com/office/drawing/2014/main" id="{446406C4-BE4E-9441-A272-240990BA79E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30688" y="5894388"/>
                  <a:ext cx="1058863" cy="581025"/>
                </a:xfrm>
                <a:custGeom>
                  <a:avLst/>
                  <a:gdLst>
                    <a:gd name="T0" fmla="*/ 0 w 667"/>
                    <a:gd name="T1" fmla="*/ 59 h 366"/>
                    <a:gd name="T2" fmla="*/ 667 w 667"/>
                    <a:gd name="T3" fmla="*/ 366 h 366"/>
                    <a:gd name="T4" fmla="*/ 667 w 667"/>
                    <a:gd name="T5" fmla="*/ 307 h 366"/>
                    <a:gd name="T6" fmla="*/ 0 w 667"/>
                    <a:gd name="T7" fmla="*/ 0 h 366"/>
                    <a:gd name="T8" fmla="*/ 0 w 667"/>
                    <a:gd name="T9" fmla="*/ 59 h 3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67" h="366">
                      <a:moveTo>
                        <a:pt x="0" y="59"/>
                      </a:moveTo>
                      <a:lnTo>
                        <a:pt x="667" y="366"/>
                      </a:lnTo>
                      <a:lnTo>
                        <a:pt x="667" y="307"/>
                      </a:lnTo>
                      <a:lnTo>
                        <a:pt x="0" y="0"/>
                      </a:lnTo>
                      <a:lnTo>
                        <a:pt x="0" y="59"/>
                      </a:lnTo>
                      <a:close/>
                    </a:path>
                  </a:pathLst>
                </a:cu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28" name="Freeform 6">
                  <a:extLst>
                    <a:ext uri="{FF2B5EF4-FFF2-40B4-BE49-F238E27FC236}">
                      <a16:creationId xmlns:a16="http://schemas.microsoft.com/office/drawing/2014/main" id="{51ABE54C-7534-7840-B7BA-051B3A6666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30688" y="5094288"/>
                  <a:ext cx="2179638" cy="1287463"/>
                </a:xfrm>
                <a:custGeom>
                  <a:avLst/>
                  <a:gdLst>
                    <a:gd name="T0" fmla="*/ 1324 w 1373"/>
                    <a:gd name="T1" fmla="*/ 510 h 811"/>
                    <a:gd name="T2" fmla="*/ 1373 w 1373"/>
                    <a:gd name="T3" fmla="*/ 487 h 811"/>
                    <a:gd name="T4" fmla="*/ 1324 w 1373"/>
                    <a:gd name="T5" fmla="*/ 464 h 811"/>
                    <a:gd name="T6" fmla="*/ 1324 w 1373"/>
                    <a:gd name="T7" fmla="*/ 308 h 811"/>
                    <a:gd name="T8" fmla="*/ 657 w 1373"/>
                    <a:gd name="T9" fmla="*/ 0 h 811"/>
                    <a:gd name="T10" fmla="*/ 657 w 1373"/>
                    <a:gd name="T11" fmla="*/ 203 h 811"/>
                    <a:gd name="T12" fmla="*/ 0 w 1373"/>
                    <a:gd name="T13" fmla="*/ 504 h 811"/>
                    <a:gd name="T14" fmla="*/ 667 w 1373"/>
                    <a:gd name="T15" fmla="*/ 811 h 811"/>
                    <a:gd name="T16" fmla="*/ 1324 w 1373"/>
                    <a:gd name="T17" fmla="*/ 510 h 811"/>
                    <a:gd name="T18" fmla="*/ 1324 w 1373"/>
                    <a:gd name="T19" fmla="*/ 510 h 8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373" h="811">
                      <a:moveTo>
                        <a:pt x="1324" y="510"/>
                      </a:moveTo>
                      <a:lnTo>
                        <a:pt x="1373" y="487"/>
                      </a:lnTo>
                      <a:lnTo>
                        <a:pt x="1324" y="464"/>
                      </a:lnTo>
                      <a:lnTo>
                        <a:pt x="1324" y="308"/>
                      </a:lnTo>
                      <a:lnTo>
                        <a:pt x="657" y="0"/>
                      </a:lnTo>
                      <a:lnTo>
                        <a:pt x="657" y="203"/>
                      </a:lnTo>
                      <a:lnTo>
                        <a:pt x="0" y="504"/>
                      </a:lnTo>
                      <a:lnTo>
                        <a:pt x="667" y="811"/>
                      </a:lnTo>
                      <a:lnTo>
                        <a:pt x="1324" y="510"/>
                      </a:lnTo>
                      <a:lnTo>
                        <a:pt x="1324" y="51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29" name="Freeform 10">
                  <a:extLst>
                    <a:ext uri="{FF2B5EF4-FFF2-40B4-BE49-F238E27FC236}">
                      <a16:creationId xmlns:a16="http://schemas.microsoft.com/office/drawing/2014/main" id="{2F0B2638-1418-2749-8AAF-7DD9ED26541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9550" y="5546725"/>
                  <a:ext cx="1120775" cy="928688"/>
                </a:xfrm>
                <a:custGeom>
                  <a:avLst/>
                  <a:gdLst>
                    <a:gd name="T0" fmla="*/ 657 w 706"/>
                    <a:gd name="T1" fmla="*/ 23 h 585"/>
                    <a:gd name="T2" fmla="*/ 657 w 706"/>
                    <a:gd name="T3" fmla="*/ 225 h 585"/>
                    <a:gd name="T4" fmla="*/ 0 w 706"/>
                    <a:gd name="T5" fmla="*/ 526 h 585"/>
                    <a:gd name="T6" fmla="*/ 0 w 706"/>
                    <a:gd name="T7" fmla="*/ 585 h 585"/>
                    <a:gd name="T8" fmla="*/ 706 w 706"/>
                    <a:gd name="T9" fmla="*/ 258 h 585"/>
                    <a:gd name="T10" fmla="*/ 706 w 706"/>
                    <a:gd name="T11" fmla="*/ 202 h 585"/>
                    <a:gd name="T12" fmla="*/ 706 w 706"/>
                    <a:gd name="T13" fmla="*/ 0 h 585"/>
                    <a:gd name="T14" fmla="*/ 657 w 706"/>
                    <a:gd name="T15" fmla="*/ 23 h 5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706" h="585">
                      <a:moveTo>
                        <a:pt x="657" y="23"/>
                      </a:moveTo>
                      <a:lnTo>
                        <a:pt x="657" y="225"/>
                      </a:lnTo>
                      <a:lnTo>
                        <a:pt x="0" y="526"/>
                      </a:lnTo>
                      <a:lnTo>
                        <a:pt x="0" y="585"/>
                      </a:lnTo>
                      <a:lnTo>
                        <a:pt x="706" y="258"/>
                      </a:lnTo>
                      <a:lnTo>
                        <a:pt x="706" y="202"/>
                      </a:lnTo>
                      <a:lnTo>
                        <a:pt x="706" y="0"/>
                      </a:lnTo>
                      <a:lnTo>
                        <a:pt x="657" y="23"/>
                      </a:lnTo>
                      <a:close/>
                    </a:path>
                  </a:pathLst>
                </a:cu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30" name="Freeform 12">
                  <a:extLst>
                    <a:ext uri="{FF2B5EF4-FFF2-40B4-BE49-F238E27FC236}">
                      <a16:creationId xmlns:a16="http://schemas.microsoft.com/office/drawing/2014/main" id="{353DEF90-7E71-D349-A805-3A9D508FE3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73675" y="5094288"/>
                  <a:ext cx="1058863" cy="809625"/>
                </a:xfrm>
                <a:custGeom>
                  <a:avLst/>
                  <a:gdLst>
                    <a:gd name="T0" fmla="*/ 0 w 667"/>
                    <a:gd name="T1" fmla="*/ 0 h 510"/>
                    <a:gd name="T2" fmla="*/ 0 w 667"/>
                    <a:gd name="T3" fmla="*/ 203 h 510"/>
                    <a:gd name="T4" fmla="*/ 667 w 667"/>
                    <a:gd name="T5" fmla="*/ 510 h 510"/>
                    <a:gd name="T6" fmla="*/ 667 w 667"/>
                    <a:gd name="T7" fmla="*/ 464 h 510"/>
                    <a:gd name="T8" fmla="*/ 667 w 667"/>
                    <a:gd name="T9" fmla="*/ 308 h 510"/>
                    <a:gd name="T10" fmla="*/ 0 w 667"/>
                    <a:gd name="T11" fmla="*/ 0 h 5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667" h="510">
                      <a:moveTo>
                        <a:pt x="0" y="0"/>
                      </a:moveTo>
                      <a:lnTo>
                        <a:pt x="0" y="203"/>
                      </a:lnTo>
                      <a:lnTo>
                        <a:pt x="667" y="510"/>
                      </a:lnTo>
                      <a:lnTo>
                        <a:pt x="667" y="464"/>
                      </a:lnTo>
                      <a:lnTo>
                        <a:pt x="667" y="30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85" name="Freeform 13">
                <a:extLst>
                  <a:ext uri="{FF2B5EF4-FFF2-40B4-BE49-F238E27FC236}">
                    <a16:creationId xmlns:a16="http://schemas.microsoft.com/office/drawing/2014/main" id="{1E562C62-7F24-DF4F-8A32-3BAA969C52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73675" y="5094288"/>
                <a:ext cx="1058863" cy="809625"/>
              </a:xfrm>
              <a:custGeom>
                <a:avLst/>
                <a:gdLst>
                  <a:gd name="T0" fmla="*/ 0 w 667"/>
                  <a:gd name="T1" fmla="*/ 0 h 510"/>
                  <a:gd name="T2" fmla="*/ 0 w 667"/>
                  <a:gd name="T3" fmla="*/ 203 h 510"/>
                  <a:gd name="T4" fmla="*/ 667 w 667"/>
                  <a:gd name="T5" fmla="*/ 510 h 510"/>
                  <a:gd name="T6" fmla="*/ 667 w 667"/>
                  <a:gd name="T7" fmla="*/ 464 h 510"/>
                  <a:gd name="T8" fmla="*/ 667 w 667"/>
                  <a:gd name="T9" fmla="*/ 308 h 510"/>
                  <a:gd name="T10" fmla="*/ 0 w 667"/>
                  <a:gd name="T11" fmla="*/ 0 h 5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67" h="510">
                    <a:moveTo>
                      <a:pt x="0" y="0"/>
                    </a:moveTo>
                    <a:lnTo>
                      <a:pt x="0" y="203"/>
                    </a:lnTo>
                    <a:lnTo>
                      <a:pt x="667" y="510"/>
                    </a:lnTo>
                    <a:lnTo>
                      <a:pt x="667" y="464"/>
                    </a:lnTo>
                    <a:lnTo>
                      <a:pt x="667" y="308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86" name="Freeform 14">
                <a:extLst>
                  <a:ext uri="{FF2B5EF4-FFF2-40B4-BE49-F238E27FC236}">
                    <a16:creationId xmlns:a16="http://schemas.microsoft.com/office/drawing/2014/main" id="{95B9AB20-06F2-B94A-976D-2B4E2812A8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32538" y="5583238"/>
                <a:ext cx="0" cy="320675"/>
              </a:xfrm>
              <a:custGeom>
                <a:avLst/>
                <a:gdLst>
                  <a:gd name="T0" fmla="*/ 0 h 202"/>
                  <a:gd name="T1" fmla="*/ 0 h 202"/>
                  <a:gd name="T2" fmla="*/ 156 h 202"/>
                  <a:gd name="T3" fmla="*/ 202 h 202"/>
                  <a:gd name="T4" fmla="*/ 0 h 20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202">
                    <a:moveTo>
                      <a:pt x="0" y="0"/>
                    </a:moveTo>
                    <a:lnTo>
                      <a:pt x="0" y="0"/>
                    </a:lnTo>
                    <a:lnTo>
                      <a:pt x="0" y="156"/>
                    </a:lnTo>
                    <a:lnTo>
                      <a:pt x="0" y="2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D1C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87" name="Freeform 15">
                <a:extLst>
                  <a:ext uri="{FF2B5EF4-FFF2-40B4-BE49-F238E27FC236}">
                    <a16:creationId xmlns:a16="http://schemas.microsoft.com/office/drawing/2014/main" id="{C9BF8340-74C8-924A-A4BA-20C1E46449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32538" y="5583238"/>
                <a:ext cx="0" cy="320675"/>
              </a:xfrm>
              <a:custGeom>
                <a:avLst/>
                <a:gdLst>
                  <a:gd name="T0" fmla="*/ 0 h 202"/>
                  <a:gd name="T1" fmla="*/ 0 h 202"/>
                  <a:gd name="T2" fmla="*/ 156 h 202"/>
                  <a:gd name="T3" fmla="*/ 202 h 202"/>
                  <a:gd name="T4" fmla="*/ 0 h 20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202">
                    <a:moveTo>
                      <a:pt x="0" y="0"/>
                    </a:moveTo>
                    <a:lnTo>
                      <a:pt x="0" y="0"/>
                    </a:lnTo>
                    <a:lnTo>
                      <a:pt x="0" y="156"/>
                    </a:lnTo>
                    <a:lnTo>
                      <a:pt x="0" y="202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88" name="Freeform 18">
                <a:extLst>
                  <a:ext uri="{FF2B5EF4-FFF2-40B4-BE49-F238E27FC236}">
                    <a16:creationId xmlns:a16="http://schemas.microsoft.com/office/drawing/2014/main" id="{5C9A6953-CEC1-3A4D-B0B3-6F6FB6236C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73675" y="4232275"/>
                <a:ext cx="2124075" cy="1262063"/>
              </a:xfrm>
              <a:custGeom>
                <a:avLst/>
                <a:gdLst>
                  <a:gd name="T0" fmla="*/ 1289 w 1338"/>
                  <a:gd name="T1" fmla="*/ 510 h 795"/>
                  <a:gd name="T2" fmla="*/ 1338 w 1338"/>
                  <a:gd name="T3" fmla="*/ 488 h 795"/>
                  <a:gd name="T4" fmla="*/ 1289 w 1338"/>
                  <a:gd name="T5" fmla="*/ 465 h 795"/>
                  <a:gd name="T6" fmla="*/ 1289 w 1338"/>
                  <a:gd name="T7" fmla="*/ 308 h 795"/>
                  <a:gd name="T8" fmla="*/ 622 w 1338"/>
                  <a:gd name="T9" fmla="*/ 0 h 795"/>
                  <a:gd name="T10" fmla="*/ 622 w 1338"/>
                  <a:gd name="T11" fmla="*/ 203 h 795"/>
                  <a:gd name="T12" fmla="*/ 0 w 1338"/>
                  <a:gd name="T13" fmla="*/ 488 h 795"/>
                  <a:gd name="T14" fmla="*/ 667 w 1338"/>
                  <a:gd name="T15" fmla="*/ 795 h 795"/>
                  <a:gd name="T16" fmla="*/ 1289 w 1338"/>
                  <a:gd name="T17" fmla="*/ 510 h 795"/>
                  <a:gd name="T18" fmla="*/ 1289 w 1338"/>
                  <a:gd name="T19" fmla="*/ 510 h 7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338" h="795">
                    <a:moveTo>
                      <a:pt x="1289" y="510"/>
                    </a:moveTo>
                    <a:lnTo>
                      <a:pt x="1338" y="488"/>
                    </a:lnTo>
                    <a:lnTo>
                      <a:pt x="1289" y="465"/>
                    </a:lnTo>
                    <a:lnTo>
                      <a:pt x="1289" y="308"/>
                    </a:lnTo>
                    <a:lnTo>
                      <a:pt x="622" y="0"/>
                    </a:lnTo>
                    <a:lnTo>
                      <a:pt x="622" y="203"/>
                    </a:lnTo>
                    <a:lnTo>
                      <a:pt x="0" y="488"/>
                    </a:lnTo>
                    <a:lnTo>
                      <a:pt x="667" y="795"/>
                    </a:lnTo>
                    <a:lnTo>
                      <a:pt x="1289" y="510"/>
                    </a:lnTo>
                    <a:lnTo>
                      <a:pt x="1289" y="51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89" name="Freeform 20">
                <a:extLst>
                  <a:ext uri="{FF2B5EF4-FFF2-40B4-BE49-F238E27FC236}">
                    <a16:creationId xmlns:a16="http://schemas.microsoft.com/office/drawing/2014/main" id="{314EE372-58D4-6447-917C-F644584C30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61100" y="4202113"/>
                <a:ext cx="1136650" cy="519113"/>
              </a:xfrm>
              <a:custGeom>
                <a:avLst/>
                <a:gdLst>
                  <a:gd name="T0" fmla="*/ 45 w 716"/>
                  <a:gd name="T1" fmla="*/ 0 h 327"/>
                  <a:gd name="T2" fmla="*/ 716 w 716"/>
                  <a:gd name="T3" fmla="*/ 307 h 327"/>
                  <a:gd name="T4" fmla="*/ 667 w 716"/>
                  <a:gd name="T5" fmla="*/ 327 h 327"/>
                  <a:gd name="T6" fmla="*/ 0 w 716"/>
                  <a:gd name="T7" fmla="*/ 19 h 327"/>
                  <a:gd name="T8" fmla="*/ 45 w 716"/>
                  <a:gd name="T9" fmla="*/ 0 h 3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6" h="327">
                    <a:moveTo>
                      <a:pt x="45" y="0"/>
                    </a:moveTo>
                    <a:lnTo>
                      <a:pt x="716" y="307"/>
                    </a:lnTo>
                    <a:lnTo>
                      <a:pt x="667" y="327"/>
                    </a:lnTo>
                    <a:lnTo>
                      <a:pt x="0" y="19"/>
                    </a:lnTo>
                    <a:lnTo>
                      <a:pt x="4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90" name="Freeform 22">
                <a:extLst>
                  <a:ext uri="{FF2B5EF4-FFF2-40B4-BE49-F238E27FC236}">
                    <a16:creationId xmlns:a16="http://schemas.microsoft.com/office/drawing/2014/main" id="{9DCE5CE4-FFED-D34F-AEC2-351C115DC2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32538" y="4689475"/>
                <a:ext cx="1065213" cy="893763"/>
              </a:xfrm>
              <a:custGeom>
                <a:avLst/>
                <a:gdLst>
                  <a:gd name="T0" fmla="*/ 622 w 671"/>
                  <a:gd name="T1" fmla="*/ 20 h 563"/>
                  <a:gd name="T2" fmla="*/ 622 w 671"/>
                  <a:gd name="T3" fmla="*/ 222 h 563"/>
                  <a:gd name="T4" fmla="*/ 0 w 671"/>
                  <a:gd name="T5" fmla="*/ 507 h 563"/>
                  <a:gd name="T6" fmla="*/ 0 w 671"/>
                  <a:gd name="T7" fmla="*/ 563 h 563"/>
                  <a:gd name="T8" fmla="*/ 671 w 671"/>
                  <a:gd name="T9" fmla="*/ 255 h 563"/>
                  <a:gd name="T10" fmla="*/ 671 w 671"/>
                  <a:gd name="T11" fmla="*/ 200 h 563"/>
                  <a:gd name="T12" fmla="*/ 671 w 671"/>
                  <a:gd name="T13" fmla="*/ 0 h 563"/>
                  <a:gd name="T14" fmla="*/ 622 w 671"/>
                  <a:gd name="T15" fmla="*/ 20 h 5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71" h="563">
                    <a:moveTo>
                      <a:pt x="622" y="20"/>
                    </a:moveTo>
                    <a:lnTo>
                      <a:pt x="622" y="222"/>
                    </a:lnTo>
                    <a:lnTo>
                      <a:pt x="0" y="507"/>
                    </a:lnTo>
                    <a:lnTo>
                      <a:pt x="0" y="563"/>
                    </a:lnTo>
                    <a:lnTo>
                      <a:pt x="671" y="255"/>
                    </a:lnTo>
                    <a:lnTo>
                      <a:pt x="671" y="200"/>
                    </a:lnTo>
                    <a:lnTo>
                      <a:pt x="671" y="0"/>
                    </a:lnTo>
                    <a:lnTo>
                      <a:pt x="622" y="2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id="{363765E0-6262-0E43-88CA-C68AB45599C1}"/>
                  </a:ext>
                </a:extLst>
              </p:cNvPr>
              <p:cNvGrpSpPr/>
              <p:nvPr/>
            </p:nvGrpSpPr>
            <p:grpSpPr>
              <a:xfrm>
                <a:off x="5273675" y="4232275"/>
                <a:ext cx="2124076" cy="1350963"/>
                <a:chOff x="5273675" y="4232275"/>
                <a:chExt cx="2124076" cy="1350963"/>
              </a:xfrm>
            </p:grpSpPr>
            <p:sp>
              <p:nvSpPr>
                <p:cNvPr id="123" name="Freeform 16">
                  <a:extLst>
                    <a:ext uri="{FF2B5EF4-FFF2-40B4-BE49-F238E27FC236}">
                      <a16:creationId xmlns:a16="http://schemas.microsoft.com/office/drawing/2014/main" id="{7F7A7B76-C1EC-4E4B-B30B-57F31E602E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73675" y="5006975"/>
                  <a:ext cx="1058863" cy="576263"/>
                </a:xfrm>
                <a:custGeom>
                  <a:avLst/>
                  <a:gdLst>
                    <a:gd name="T0" fmla="*/ 0 w 667"/>
                    <a:gd name="T1" fmla="*/ 55 h 363"/>
                    <a:gd name="T2" fmla="*/ 667 w 667"/>
                    <a:gd name="T3" fmla="*/ 363 h 363"/>
                    <a:gd name="T4" fmla="*/ 667 w 667"/>
                    <a:gd name="T5" fmla="*/ 307 h 363"/>
                    <a:gd name="T6" fmla="*/ 0 w 667"/>
                    <a:gd name="T7" fmla="*/ 0 h 363"/>
                    <a:gd name="T8" fmla="*/ 0 w 667"/>
                    <a:gd name="T9" fmla="*/ 55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67" h="363">
                      <a:moveTo>
                        <a:pt x="0" y="55"/>
                      </a:moveTo>
                      <a:lnTo>
                        <a:pt x="667" y="363"/>
                      </a:lnTo>
                      <a:lnTo>
                        <a:pt x="667" y="307"/>
                      </a:lnTo>
                      <a:lnTo>
                        <a:pt x="0" y="0"/>
                      </a:lnTo>
                      <a:lnTo>
                        <a:pt x="0" y="55"/>
                      </a:lnTo>
                      <a:close/>
                    </a:path>
                  </a:pathLst>
                </a:cu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24" name="Freeform 17">
                  <a:extLst>
                    <a:ext uri="{FF2B5EF4-FFF2-40B4-BE49-F238E27FC236}">
                      <a16:creationId xmlns:a16="http://schemas.microsoft.com/office/drawing/2014/main" id="{6B7DE10D-A608-C847-8E7E-7435734D58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73675" y="4232275"/>
                  <a:ext cx="2124075" cy="1262063"/>
                </a:xfrm>
                <a:custGeom>
                  <a:avLst/>
                  <a:gdLst>
                    <a:gd name="T0" fmla="*/ 1289 w 1338"/>
                    <a:gd name="T1" fmla="*/ 510 h 795"/>
                    <a:gd name="T2" fmla="*/ 1338 w 1338"/>
                    <a:gd name="T3" fmla="*/ 488 h 795"/>
                    <a:gd name="T4" fmla="*/ 1289 w 1338"/>
                    <a:gd name="T5" fmla="*/ 465 h 795"/>
                    <a:gd name="T6" fmla="*/ 1289 w 1338"/>
                    <a:gd name="T7" fmla="*/ 308 h 795"/>
                    <a:gd name="T8" fmla="*/ 622 w 1338"/>
                    <a:gd name="T9" fmla="*/ 0 h 795"/>
                    <a:gd name="T10" fmla="*/ 622 w 1338"/>
                    <a:gd name="T11" fmla="*/ 203 h 795"/>
                    <a:gd name="T12" fmla="*/ 0 w 1338"/>
                    <a:gd name="T13" fmla="*/ 488 h 795"/>
                    <a:gd name="T14" fmla="*/ 667 w 1338"/>
                    <a:gd name="T15" fmla="*/ 795 h 795"/>
                    <a:gd name="T16" fmla="*/ 1289 w 1338"/>
                    <a:gd name="T17" fmla="*/ 510 h 795"/>
                    <a:gd name="T18" fmla="*/ 1289 w 1338"/>
                    <a:gd name="T19" fmla="*/ 510 h 7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338" h="795">
                      <a:moveTo>
                        <a:pt x="1289" y="510"/>
                      </a:moveTo>
                      <a:lnTo>
                        <a:pt x="1338" y="488"/>
                      </a:lnTo>
                      <a:lnTo>
                        <a:pt x="1289" y="465"/>
                      </a:lnTo>
                      <a:lnTo>
                        <a:pt x="1289" y="308"/>
                      </a:lnTo>
                      <a:lnTo>
                        <a:pt x="622" y="0"/>
                      </a:lnTo>
                      <a:lnTo>
                        <a:pt x="622" y="203"/>
                      </a:lnTo>
                      <a:lnTo>
                        <a:pt x="0" y="488"/>
                      </a:lnTo>
                      <a:lnTo>
                        <a:pt x="667" y="795"/>
                      </a:lnTo>
                      <a:lnTo>
                        <a:pt x="1289" y="510"/>
                      </a:lnTo>
                      <a:lnTo>
                        <a:pt x="1289" y="51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25" name="Freeform 21">
                  <a:extLst>
                    <a:ext uri="{FF2B5EF4-FFF2-40B4-BE49-F238E27FC236}">
                      <a16:creationId xmlns:a16="http://schemas.microsoft.com/office/drawing/2014/main" id="{DA05CCF0-8E13-0C4A-8A69-B2E83D92B9C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32538" y="4689475"/>
                  <a:ext cx="1065213" cy="893763"/>
                </a:xfrm>
                <a:custGeom>
                  <a:avLst/>
                  <a:gdLst>
                    <a:gd name="T0" fmla="*/ 622 w 671"/>
                    <a:gd name="T1" fmla="*/ 20 h 563"/>
                    <a:gd name="T2" fmla="*/ 622 w 671"/>
                    <a:gd name="T3" fmla="*/ 222 h 563"/>
                    <a:gd name="T4" fmla="*/ 0 w 671"/>
                    <a:gd name="T5" fmla="*/ 507 h 563"/>
                    <a:gd name="T6" fmla="*/ 0 w 671"/>
                    <a:gd name="T7" fmla="*/ 563 h 563"/>
                    <a:gd name="T8" fmla="*/ 671 w 671"/>
                    <a:gd name="T9" fmla="*/ 255 h 563"/>
                    <a:gd name="T10" fmla="*/ 671 w 671"/>
                    <a:gd name="T11" fmla="*/ 200 h 563"/>
                    <a:gd name="T12" fmla="*/ 671 w 671"/>
                    <a:gd name="T13" fmla="*/ 0 h 563"/>
                    <a:gd name="T14" fmla="*/ 622 w 671"/>
                    <a:gd name="T15" fmla="*/ 20 h 5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71" h="563">
                      <a:moveTo>
                        <a:pt x="622" y="20"/>
                      </a:moveTo>
                      <a:lnTo>
                        <a:pt x="622" y="222"/>
                      </a:lnTo>
                      <a:lnTo>
                        <a:pt x="0" y="507"/>
                      </a:lnTo>
                      <a:lnTo>
                        <a:pt x="0" y="563"/>
                      </a:lnTo>
                      <a:lnTo>
                        <a:pt x="671" y="255"/>
                      </a:lnTo>
                      <a:lnTo>
                        <a:pt x="671" y="200"/>
                      </a:lnTo>
                      <a:lnTo>
                        <a:pt x="671" y="0"/>
                      </a:lnTo>
                      <a:lnTo>
                        <a:pt x="622" y="20"/>
                      </a:lnTo>
                      <a:close/>
                    </a:path>
                  </a:pathLst>
                </a:cu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26" name="Freeform 23">
                  <a:extLst>
                    <a:ext uri="{FF2B5EF4-FFF2-40B4-BE49-F238E27FC236}">
                      <a16:creationId xmlns:a16="http://schemas.microsoft.com/office/drawing/2014/main" id="{A4096434-B72F-1545-A35E-7FDEFF61083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61100" y="4232275"/>
                  <a:ext cx="1058863" cy="809625"/>
                </a:xfrm>
                <a:custGeom>
                  <a:avLst/>
                  <a:gdLst>
                    <a:gd name="T0" fmla="*/ 0 w 667"/>
                    <a:gd name="T1" fmla="*/ 0 h 510"/>
                    <a:gd name="T2" fmla="*/ 0 w 667"/>
                    <a:gd name="T3" fmla="*/ 203 h 510"/>
                    <a:gd name="T4" fmla="*/ 667 w 667"/>
                    <a:gd name="T5" fmla="*/ 510 h 510"/>
                    <a:gd name="T6" fmla="*/ 667 w 667"/>
                    <a:gd name="T7" fmla="*/ 465 h 510"/>
                    <a:gd name="T8" fmla="*/ 667 w 667"/>
                    <a:gd name="T9" fmla="*/ 308 h 510"/>
                    <a:gd name="T10" fmla="*/ 0 w 667"/>
                    <a:gd name="T11" fmla="*/ 0 h 5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667" h="510">
                      <a:moveTo>
                        <a:pt x="0" y="0"/>
                      </a:moveTo>
                      <a:lnTo>
                        <a:pt x="0" y="203"/>
                      </a:lnTo>
                      <a:lnTo>
                        <a:pt x="667" y="510"/>
                      </a:lnTo>
                      <a:lnTo>
                        <a:pt x="667" y="465"/>
                      </a:lnTo>
                      <a:lnTo>
                        <a:pt x="667" y="30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92" name="Freeform 24">
                <a:extLst>
                  <a:ext uri="{FF2B5EF4-FFF2-40B4-BE49-F238E27FC236}">
                    <a16:creationId xmlns:a16="http://schemas.microsoft.com/office/drawing/2014/main" id="{3094C422-A71A-4241-859A-C93A8DEFE5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61100" y="4232275"/>
                <a:ext cx="1058863" cy="809625"/>
              </a:xfrm>
              <a:custGeom>
                <a:avLst/>
                <a:gdLst>
                  <a:gd name="T0" fmla="*/ 0 w 667"/>
                  <a:gd name="T1" fmla="*/ 0 h 510"/>
                  <a:gd name="T2" fmla="*/ 0 w 667"/>
                  <a:gd name="T3" fmla="*/ 203 h 510"/>
                  <a:gd name="T4" fmla="*/ 667 w 667"/>
                  <a:gd name="T5" fmla="*/ 510 h 510"/>
                  <a:gd name="T6" fmla="*/ 667 w 667"/>
                  <a:gd name="T7" fmla="*/ 465 h 510"/>
                  <a:gd name="T8" fmla="*/ 667 w 667"/>
                  <a:gd name="T9" fmla="*/ 308 h 510"/>
                  <a:gd name="T10" fmla="*/ 0 w 667"/>
                  <a:gd name="T11" fmla="*/ 0 h 5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67" h="510">
                    <a:moveTo>
                      <a:pt x="0" y="0"/>
                    </a:moveTo>
                    <a:lnTo>
                      <a:pt x="0" y="203"/>
                    </a:lnTo>
                    <a:lnTo>
                      <a:pt x="667" y="510"/>
                    </a:lnTo>
                    <a:lnTo>
                      <a:pt x="667" y="465"/>
                    </a:lnTo>
                    <a:lnTo>
                      <a:pt x="667" y="308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93" name="Freeform 25">
                <a:extLst>
                  <a:ext uri="{FF2B5EF4-FFF2-40B4-BE49-F238E27FC236}">
                    <a16:creationId xmlns:a16="http://schemas.microsoft.com/office/drawing/2014/main" id="{E3FA3E2B-B50E-554A-A965-D471C7543A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19963" y="4721225"/>
                <a:ext cx="0" cy="320675"/>
              </a:xfrm>
              <a:custGeom>
                <a:avLst/>
                <a:gdLst>
                  <a:gd name="T0" fmla="*/ 0 h 202"/>
                  <a:gd name="T1" fmla="*/ 0 h 202"/>
                  <a:gd name="T2" fmla="*/ 157 h 202"/>
                  <a:gd name="T3" fmla="*/ 202 h 202"/>
                  <a:gd name="T4" fmla="*/ 0 h 20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202">
                    <a:moveTo>
                      <a:pt x="0" y="0"/>
                    </a:moveTo>
                    <a:lnTo>
                      <a:pt x="0" y="0"/>
                    </a:lnTo>
                    <a:lnTo>
                      <a:pt x="0" y="157"/>
                    </a:lnTo>
                    <a:lnTo>
                      <a:pt x="0" y="2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94" name="Freeform 26">
                <a:extLst>
                  <a:ext uri="{FF2B5EF4-FFF2-40B4-BE49-F238E27FC236}">
                    <a16:creationId xmlns:a16="http://schemas.microsoft.com/office/drawing/2014/main" id="{FA15B150-8F04-BF48-8C18-AA582BCA92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19963" y="4721225"/>
                <a:ext cx="0" cy="320675"/>
              </a:xfrm>
              <a:custGeom>
                <a:avLst/>
                <a:gdLst>
                  <a:gd name="T0" fmla="*/ 0 h 202"/>
                  <a:gd name="T1" fmla="*/ 0 h 202"/>
                  <a:gd name="T2" fmla="*/ 157 h 202"/>
                  <a:gd name="T3" fmla="*/ 202 h 202"/>
                  <a:gd name="T4" fmla="*/ 0 h 20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202">
                    <a:moveTo>
                      <a:pt x="0" y="0"/>
                    </a:moveTo>
                    <a:lnTo>
                      <a:pt x="0" y="0"/>
                    </a:lnTo>
                    <a:lnTo>
                      <a:pt x="0" y="157"/>
                    </a:lnTo>
                    <a:lnTo>
                      <a:pt x="0" y="202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95" name="Freeform 31">
                <a:extLst>
                  <a:ext uri="{FF2B5EF4-FFF2-40B4-BE49-F238E27FC236}">
                    <a16:creationId xmlns:a16="http://schemas.microsoft.com/office/drawing/2014/main" id="{F04EE217-6131-FF4A-81E4-34FF10CA52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46938" y="3340100"/>
                <a:ext cx="1136650" cy="519113"/>
              </a:xfrm>
              <a:custGeom>
                <a:avLst/>
                <a:gdLst>
                  <a:gd name="T0" fmla="*/ 46 w 716"/>
                  <a:gd name="T1" fmla="*/ 0 h 327"/>
                  <a:gd name="T2" fmla="*/ 716 w 716"/>
                  <a:gd name="T3" fmla="*/ 307 h 327"/>
                  <a:gd name="T4" fmla="*/ 667 w 716"/>
                  <a:gd name="T5" fmla="*/ 327 h 327"/>
                  <a:gd name="T6" fmla="*/ 0 w 716"/>
                  <a:gd name="T7" fmla="*/ 23 h 327"/>
                  <a:gd name="T8" fmla="*/ 46 w 716"/>
                  <a:gd name="T9" fmla="*/ 0 h 3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6" h="327">
                    <a:moveTo>
                      <a:pt x="46" y="0"/>
                    </a:moveTo>
                    <a:lnTo>
                      <a:pt x="716" y="307"/>
                    </a:lnTo>
                    <a:lnTo>
                      <a:pt x="667" y="327"/>
                    </a:lnTo>
                    <a:lnTo>
                      <a:pt x="0" y="23"/>
                    </a:lnTo>
                    <a:lnTo>
                      <a:pt x="4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96" name="Freeform 33">
                <a:extLst>
                  <a:ext uri="{FF2B5EF4-FFF2-40B4-BE49-F238E27FC236}">
                    <a16:creationId xmlns:a16="http://schemas.microsoft.com/office/drawing/2014/main" id="{51B15CC3-8E9B-1E42-835C-A47282C08A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19963" y="3827463"/>
                <a:ext cx="1063625" cy="893763"/>
              </a:xfrm>
              <a:custGeom>
                <a:avLst/>
                <a:gdLst>
                  <a:gd name="T0" fmla="*/ 621 w 670"/>
                  <a:gd name="T1" fmla="*/ 20 h 563"/>
                  <a:gd name="T2" fmla="*/ 621 w 670"/>
                  <a:gd name="T3" fmla="*/ 223 h 563"/>
                  <a:gd name="T4" fmla="*/ 0 w 670"/>
                  <a:gd name="T5" fmla="*/ 507 h 563"/>
                  <a:gd name="T6" fmla="*/ 0 w 670"/>
                  <a:gd name="T7" fmla="*/ 563 h 563"/>
                  <a:gd name="T8" fmla="*/ 670 w 670"/>
                  <a:gd name="T9" fmla="*/ 255 h 563"/>
                  <a:gd name="T10" fmla="*/ 670 w 670"/>
                  <a:gd name="T11" fmla="*/ 200 h 563"/>
                  <a:gd name="T12" fmla="*/ 670 w 670"/>
                  <a:gd name="T13" fmla="*/ 0 h 563"/>
                  <a:gd name="T14" fmla="*/ 621 w 670"/>
                  <a:gd name="T15" fmla="*/ 20 h 5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70" h="563">
                    <a:moveTo>
                      <a:pt x="621" y="20"/>
                    </a:moveTo>
                    <a:lnTo>
                      <a:pt x="621" y="223"/>
                    </a:lnTo>
                    <a:lnTo>
                      <a:pt x="0" y="507"/>
                    </a:lnTo>
                    <a:lnTo>
                      <a:pt x="0" y="563"/>
                    </a:lnTo>
                    <a:lnTo>
                      <a:pt x="670" y="255"/>
                    </a:lnTo>
                    <a:lnTo>
                      <a:pt x="670" y="200"/>
                    </a:lnTo>
                    <a:lnTo>
                      <a:pt x="670" y="0"/>
                    </a:lnTo>
                    <a:lnTo>
                      <a:pt x="621" y="2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1242D5AA-8199-3A40-A939-BC56172C4CD8}"/>
                  </a:ext>
                </a:extLst>
              </p:cNvPr>
              <p:cNvGrpSpPr/>
              <p:nvPr/>
            </p:nvGrpSpPr>
            <p:grpSpPr>
              <a:xfrm>
                <a:off x="6261100" y="3376613"/>
                <a:ext cx="2122488" cy="1344613"/>
                <a:chOff x="6261100" y="3376613"/>
                <a:chExt cx="2122488" cy="1344613"/>
              </a:xfrm>
            </p:grpSpPr>
            <p:sp>
              <p:nvSpPr>
                <p:cNvPr id="118" name="Freeform 27">
                  <a:extLst>
                    <a:ext uri="{FF2B5EF4-FFF2-40B4-BE49-F238E27FC236}">
                      <a16:creationId xmlns:a16="http://schemas.microsoft.com/office/drawing/2014/main" id="{7E446217-E381-0C4B-A8CA-AAF6CFE68E9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61100" y="4144963"/>
                  <a:ext cx="1058863" cy="576263"/>
                </a:xfrm>
                <a:custGeom>
                  <a:avLst/>
                  <a:gdLst>
                    <a:gd name="T0" fmla="*/ 0 w 667"/>
                    <a:gd name="T1" fmla="*/ 55 h 363"/>
                    <a:gd name="T2" fmla="*/ 667 w 667"/>
                    <a:gd name="T3" fmla="*/ 363 h 363"/>
                    <a:gd name="T4" fmla="*/ 667 w 667"/>
                    <a:gd name="T5" fmla="*/ 307 h 363"/>
                    <a:gd name="T6" fmla="*/ 0 w 667"/>
                    <a:gd name="T7" fmla="*/ 0 h 363"/>
                    <a:gd name="T8" fmla="*/ 0 w 667"/>
                    <a:gd name="T9" fmla="*/ 55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67" h="363">
                      <a:moveTo>
                        <a:pt x="0" y="55"/>
                      </a:moveTo>
                      <a:lnTo>
                        <a:pt x="667" y="363"/>
                      </a:lnTo>
                      <a:lnTo>
                        <a:pt x="667" y="307"/>
                      </a:lnTo>
                      <a:lnTo>
                        <a:pt x="0" y="0"/>
                      </a:lnTo>
                      <a:lnTo>
                        <a:pt x="0" y="55"/>
                      </a:lnTo>
                      <a:close/>
                    </a:path>
                  </a:pathLst>
                </a:custGeom>
                <a:solidFill>
                  <a:schemeClr val="accent3">
                    <a:lumMod val="5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19" name="Freeform 28">
                  <a:extLst>
                    <a:ext uri="{FF2B5EF4-FFF2-40B4-BE49-F238E27FC236}">
                      <a16:creationId xmlns:a16="http://schemas.microsoft.com/office/drawing/2014/main" id="{66CFA0D9-1A4C-8443-9516-F4CB16EBF2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61100" y="3376613"/>
                  <a:ext cx="2122488" cy="1255713"/>
                </a:xfrm>
                <a:custGeom>
                  <a:avLst/>
                  <a:gdLst>
                    <a:gd name="T0" fmla="*/ 1288 w 1337"/>
                    <a:gd name="T1" fmla="*/ 507 h 791"/>
                    <a:gd name="T2" fmla="*/ 1337 w 1337"/>
                    <a:gd name="T3" fmla="*/ 484 h 791"/>
                    <a:gd name="T4" fmla="*/ 1288 w 1337"/>
                    <a:gd name="T5" fmla="*/ 461 h 791"/>
                    <a:gd name="T6" fmla="*/ 1288 w 1337"/>
                    <a:gd name="T7" fmla="*/ 304 h 791"/>
                    <a:gd name="T8" fmla="*/ 621 w 1337"/>
                    <a:gd name="T9" fmla="*/ 0 h 791"/>
                    <a:gd name="T10" fmla="*/ 621 w 1337"/>
                    <a:gd name="T11" fmla="*/ 199 h 791"/>
                    <a:gd name="T12" fmla="*/ 0 w 1337"/>
                    <a:gd name="T13" fmla="*/ 484 h 791"/>
                    <a:gd name="T14" fmla="*/ 667 w 1337"/>
                    <a:gd name="T15" fmla="*/ 791 h 791"/>
                    <a:gd name="T16" fmla="*/ 1288 w 1337"/>
                    <a:gd name="T17" fmla="*/ 507 h 7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337" h="791">
                      <a:moveTo>
                        <a:pt x="1288" y="507"/>
                      </a:moveTo>
                      <a:lnTo>
                        <a:pt x="1337" y="484"/>
                      </a:lnTo>
                      <a:lnTo>
                        <a:pt x="1288" y="461"/>
                      </a:lnTo>
                      <a:lnTo>
                        <a:pt x="1288" y="304"/>
                      </a:lnTo>
                      <a:lnTo>
                        <a:pt x="621" y="0"/>
                      </a:lnTo>
                      <a:lnTo>
                        <a:pt x="621" y="199"/>
                      </a:lnTo>
                      <a:lnTo>
                        <a:pt x="0" y="484"/>
                      </a:lnTo>
                      <a:lnTo>
                        <a:pt x="667" y="791"/>
                      </a:lnTo>
                      <a:lnTo>
                        <a:pt x="1288" y="507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20" name="Freeform 29">
                  <a:extLst>
                    <a:ext uri="{FF2B5EF4-FFF2-40B4-BE49-F238E27FC236}">
                      <a16:creationId xmlns:a16="http://schemas.microsoft.com/office/drawing/2014/main" id="{BAA4F815-2233-C741-9822-B2C64D1976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61100" y="3376613"/>
                  <a:ext cx="2122488" cy="1255713"/>
                </a:xfrm>
                <a:custGeom>
                  <a:avLst/>
                  <a:gdLst>
                    <a:gd name="T0" fmla="*/ 1288 w 1337"/>
                    <a:gd name="T1" fmla="*/ 507 h 791"/>
                    <a:gd name="T2" fmla="*/ 1337 w 1337"/>
                    <a:gd name="T3" fmla="*/ 484 h 791"/>
                    <a:gd name="T4" fmla="*/ 1288 w 1337"/>
                    <a:gd name="T5" fmla="*/ 461 h 791"/>
                    <a:gd name="T6" fmla="*/ 1288 w 1337"/>
                    <a:gd name="T7" fmla="*/ 304 h 791"/>
                    <a:gd name="T8" fmla="*/ 621 w 1337"/>
                    <a:gd name="T9" fmla="*/ 0 h 791"/>
                    <a:gd name="T10" fmla="*/ 621 w 1337"/>
                    <a:gd name="T11" fmla="*/ 199 h 791"/>
                    <a:gd name="T12" fmla="*/ 0 w 1337"/>
                    <a:gd name="T13" fmla="*/ 484 h 791"/>
                    <a:gd name="T14" fmla="*/ 667 w 1337"/>
                    <a:gd name="T15" fmla="*/ 791 h 791"/>
                    <a:gd name="T16" fmla="*/ 1288 w 1337"/>
                    <a:gd name="T17" fmla="*/ 507 h 7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337" h="791">
                      <a:moveTo>
                        <a:pt x="1288" y="507"/>
                      </a:moveTo>
                      <a:lnTo>
                        <a:pt x="1337" y="484"/>
                      </a:lnTo>
                      <a:lnTo>
                        <a:pt x="1288" y="461"/>
                      </a:lnTo>
                      <a:lnTo>
                        <a:pt x="1288" y="304"/>
                      </a:lnTo>
                      <a:lnTo>
                        <a:pt x="621" y="0"/>
                      </a:lnTo>
                      <a:lnTo>
                        <a:pt x="621" y="199"/>
                      </a:lnTo>
                      <a:lnTo>
                        <a:pt x="0" y="484"/>
                      </a:lnTo>
                      <a:lnTo>
                        <a:pt x="667" y="791"/>
                      </a:lnTo>
                      <a:lnTo>
                        <a:pt x="1288" y="507"/>
                      </a:lnTo>
                    </a:path>
                  </a:pathLst>
                </a:cu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21" name="Freeform 32">
                  <a:extLst>
                    <a:ext uri="{FF2B5EF4-FFF2-40B4-BE49-F238E27FC236}">
                      <a16:creationId xmlns:a16="http://schemas.microsoft.com/office/drawing/2014/main" id="{02CE1B06-FD67-5045-A980-8ABF2A84573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319963" y="3827463"/>
                  <a:ext cx="1063625" cy="893763"/>
                </a:xfrm>
                <a:custGeom>
                  <a:avLst/>
                  <a:gdLst>
                    <a:gd name="T0" fmla="*/ 621 w 670"/>
                    <a:gd name="T1" fmla="*/ 20 h 563"/>
                    <a:gd name="T2" fmla="*/ 621 w 670"/>
                    <a:gd name="T3" fmla="*/ 223 h 563"/>
                    <a:gd name="T4" fmla="*/ 0 w 670"/>
                    <a:gd name="T5" fmla="*/ 507 h 563"/>
                    <a:gd name="T6" fmla="*/ 0 w 670"/>
                    <a:gd name="T7" fmla="*/ 563 h 563"/>
                    <a:gd name="T8" fmla="*/ 670 w 670"/>
                    <a:gd name="T9" fmla="*/ 255 h 563"/>
                    <a:gd name="T10" fmla="*/ 670 w 670"/>
                    <a:gd name="T11" fmla="*/ 200 h 563"/>
                    <a:gd name="T12" fmla="*/ 670 w 670"/>
                    <a:gd name="T13" fmla="*/ 0 h 563"/>
                    <a:gd name="T14" fmla="*/ 621 w 670"/>
                    <a:gd name="T15" fmla="*/ 20 h 5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70" h="563">
                      <a:moveTo>
                        <a:pt x="621" y="20"/>
                      </a:moveTo>
                      <a:lnTo>
                        <a:pt x="621" y="223"/>
                      </a:lnTo>
                      <a:lnTo>
                        <a:pt x="0" y="507"/>
                      </a:lnTo>
                      <a:lnTo>
                        <a:pt x="0" y="563"/>
                      </a:lnTo>
                      <a:lnTo>
                        <a:pt x="670" y="255"/>
                      </a:lnTo>
                      <a:lnTo>
                        <a:pt x="670" y="200"/>
                      </a:lnTo>
                      <a:lnTo>
                        <a:pt x="670" y="0"/>
                      </a:lnTo>
                      <a:lnTo>
                        <a:pt x="621" y="20"/>
                      </a:lnTo>
                      <a:close/>
                    </a:path>
                  </a:pathLst>
                </a:custGeom>
                <a:solidFill>
                  <a:schemeClr val="accent3">
                    <a:lumMod val="5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22" name="Freeform 34">
                  <a:extLst>
                    <a:ext uri="{FF2B5EF4-FFF2-40B4-BE49-F238E27FC236}">
                      <a16:creationId xmlns:a16="http://schemas.microsoft.com/office/drawing/2014/main" id="{E2421F4E-26C3-2E4A-9C39-3709BE47526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246938" y="3376613"/>
                  <a:ext cx="1058863" cy="804863"/>
                </a:xfrm>
                <a:custGeom>
                  <a:avLst/>
                  <a:gdLst>
                    <a:gd name="T0" fmla="*/ 0 w 667"/>
                    <a:gd name="T1" fmla="*/ 0 h 507"/>
                    <a:gd name="T2" fmla="*/ 0 w 667"/>
                    <a:gd name="T3" fmla="*/ 199 h 507"/>
                    <a:gd name="T4" fmla="*/ 667 w 667"/>
                    <a:gd name="T5" fmla="*/ 507 h 507"/>
                    <a:gd name="T6" fmla="*/ 667 w 667"/>
                    <a:gd name="T7" fmla="*/ 461 h 507"/>
                    <a:gd name="T8" fmla="*/ 667 w 667"/>
                    <a:gd name="T9" fmla="*/ 304 h 507"/>
                    <a:gd name="T10" fmla="*/ 0 w 667"/>
                    <a:gd name="T11" fmla="*/ 0 h 5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667" h="507">
                      <a:moveTo>
                        <a:pt x="0" y="0"/>
                      </a:moveTo>
                      <a:lnTo>
                        <a:pt x="0" y="199"/>
                      </a:lnTo>
                      <a:lnTo>
                        <a:pt x="667" y="507"/>
                      </a:lnTo>
                      <a:lnTo>
                        <a:pt x="667" y="461"/>
                      </a:lnTo>
                      <a:lnTo>
                        <a:pt x="667" y="30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98" name="Freeform 35">
                <a:extLst>
                  <a:ext uri="{FF2B5EF4-FFF2-40B4-BE49-F238E27FC236}">
                    <a16:creationId xmlns:a16="http://schemas.microsoft.com/office/drawing/2014/main" id="{16F501A1-0745-3E4D-9F32-ACE11706E6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46938" y="3376613"/>
                <a:ext cx="1058863" cy="804863"/>
              </a:xfrm>
              <a:custGeom>
                <a:avLst/>
                <a:gdLst>
                  <a:gd name="T0" fmla="*/ 0 w 667"/>
                  <a:gd name="T1" fmla="*/ 0 h 507"/>
                  <a:gd name="T2" fmla="*/ 0 w 667"/>
                  <a:gd name="T3" fmla="*/ 199 h 507"/>
                  <a:gd name="T4" fmla="*/ 667 w 667"/>
                  <a:gd name="T5" fmla="*/ 507 h 507"/>
                  <a:gd name="T6" fmla="*/ 667 w 667"/>
                  <a:gd name="T7" fmla="*/ 461 h 507"/>
                  <a:gd name="T8" fmla="*/ 667 w 667"/>
                  <a:gd name="T9" fmla="*/ 304 h 507"/>
                  <a:gd name="T10" fmla="*/ 0 w 667"/>
                  <a:gd name="T11" fmla="*/ 0 h 5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67" h="507">
                    <a:moveTo>
                      <a:pt x="0" y="0"/>
                    </a:moveTo>
                    <a:lnTo>
                      <a:pt x="0" y="199"/>
                    </a:lnTo>
                    <a:lnTo>
                      <a:pt x="667" y="507"/>
                    </a:lnTo>
                    <a:lnTo>
                      <a:pt x="667" y="461"/>
                    </a:lnTo>
                    <a:lnTo>
                      <a:pt x="667" y="304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99" name="Freeform 36">
                <a:extLst>
                  <a:ext uri="{FF2B5EF4-FFF2-40B4-BE49-F238E27FC236}">
                    <a16:creationId xmlns:a16="http://schemas.microsoft.com/office/drawing/2014/main" id="{05139998-2F22-134B-8F34-5C4373122A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05800" y="3859213"/>
                <a:ext cx="0" cy="322263"/>
              </a:xfrm>
              <a:custGeom>
                <a:avLst/>
                <a:gdLst>
                  <a:gd name="T0" fmla="*/ 0 h 203"/>
                  <a:gd name="T1" fmla="*/ 0 h 203"/>
                  <a:gd name="T2" fmla="*/ 157 h 203"/>
                  <a:gd name="T3" fmla="*/ 203 h 203"/>
                  <a:gd name="T4" fmla="*/ 0 h 203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203">
                    <a:moveTo>
                      <a:pt x="0" y="0"/>
                    </a:moveTo>
                    <a:lnTo>
                      <a:pt x="0" y="0"/>
                    </a:lnTo>
                    <a:lnTo>
                      <a:pt x="0" y="157"/>
                    </a:lnTo>
                    <a:lnTo>
                      <a:pt x="0" y="20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A65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00" name="Freeform 37">
                <a:extLst>
                  <a:ext uri="{FF2B5EF4-FFF2-40B4-BE49-F238E27FC236}">
                    <a16:creationId xmlns:a16="http://schemas.microsoft.com/office/drawing/2014/main" id="{67FD28F8-EB9B-FA4C-87AD-C950400388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05800" y="3859213"/>
                <a:ext cx="0" cy="322263"/>
              </a:xfrm>
              <a:custGeom>
                <a:avLst/>
                <a:gdLst>
                  <a:gd name="T0" fmla="*/ 0 h 203"/>
                  <a:gd name="T1" fmla="*/ 0 h 203"/>
                  <a:gd name="T2" fmla="*/ 157 h 203"/>
                  <a:gd name="T3" fmla="*/ 203 h 203"/>
                  <a:gd name="T4" fmla="*/ 0 h 203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203">
                    <a:moveTo>
                      <a:pt x="0" y="0"/>
                    </a:moveTo>
                    <a:lnTo>
                      <a:pt x="0" y="0"/>
                    </a:lnTo>
                    <a:lnTo>
                      <a:pt x="0" y="157"/>
                    </a:lnTo>
                    <a:lnTo>
                      <a:pt x="0" y="203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01" name="Freeform 40">
                <a:extLst>
                  <a:ext uri="{FF2B5EF4-FFF2-40B4-BE49-F238E27FC236}">
                    <a16:creationId xmlns:a16="http://schemas.microsoft.com/office/drawing/2014/main" id="{02FDAE55-B50B-394F-963D-795E083698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46938" y="2514600"/>
                <a:ext cx="2122488" cy="1255713"/>
              </a:xfrm>
              <a:custGeom>
                <a:avLst/>
                <a:gdLst>
                  <a:gd name="T0" fmla="*/ 1288 w 1337"/>
                  <a:gd name="T1" fmla="*/ 507 h 791"/>
                  <a:gd name="T2" fmla="*/ 1337 w 1337"/>
                  <a:gd name="T3" fmla="*/ 484 h 791"/>
                  <a:gd name="T4" fmla="*/ 1288 w 1337"/>
                  <a:gd name="T5" fmla="*/ 461 h 791"/>
                  <a:gd name="T6" fmla="*/ 1288 w 1337"/>
                  <a:gd name="T7" fmla="*/ 307 h 791"/>
                  <a:gd name="T8" fmla="*/ 618 w 1337"/>
                  <a:gd name="T9" fmla="*/ 0 h 791"/>
                  <a:gd name="T10" fmla="*/ 618 w 1337"/>
                  <a:gd name="T11" fmla="*/ 200 h 791"/>
                  <a:gd name="T12" fmla="*/ 0 w 1337"/>
                  <a:gd name="T13" fmla="*/ 484 h 791"/>
                  <a:gd name="T14" fmla="*/ 667 w 1337"/>
                  <a:gd name="T15" fmla="*/ 791 h 791"/>
                  <a:gd name="T16" fmla="*/ 1288 w 1337"/>
                  <a:gd name="T17" fmla="*/ 507 h 7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337" h="791">
                    <a:moveTo>
                      <a:pt x="1288" y="507"/>
                    </a:moveTo>
                    <a:lnTo>
                      <a:pt x="1337" y="484"/>
                    </a:lnTo>
                    <a:lnTo>
                      <a:pt x="1288" y="461"/>
                    </a:lnTo>
                    <a:lnTo>
                      <a:pt x="1288" y="307"/>
                    </a:lnTo>
                    <a:lnTo>
                      <a:pt x="618" y="0"/>
                    </a:lnTo>
                    <a:lnTo>
                      <a:pt x="618" y="200"/>
                    </a:lnTo>
                    <a:lnTo>
                      <a:pt x="0" y="484"/>
                    </a:lnTo>
                    <a:lnTo>
                      <a:pt x="667" y="791"/>
                    </a:lnTo>
                    <a:lnTo>
                      <a:pt x="1288" y="507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02" name="Freeform 42">
                <a:extLst>
                  <a:ext uri="{FF2B5EF4-FFF2-40B4-BE49-F238E27FC236}">
                    <a16:creationId xmlns:a16="http://schemas.microsoft.com/office/drawing/2014/main" id="{94CAAEE1-03E1-D240-8250-E595EEB50D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28013" y="2478088"/>
                <a:ext cx="1141413" cy="523875"/>
              </a:xfrm>
              <a:custGeom>
                <a:avLst/>
                <a:gdLst>
                  <a:gd name="T0" fmla="*/ 49 w 719"/>
                  <a:gd name="T1" fmla="*/ 0 h 330"/>
                  <a:gd name="T2" fmla="*/ 719 w 719"/>
                  <a:gd name="T3" fmla="*/ 308 h 330"/>
                  <a:gd name="T4" fmla="*/ 670 w 719"/>
                  <a:gd name="T5" fmla="*/ 330 h 330"/>
                  <a:gd name="T6" fmla="*/ 0 w 719"/>
                  <a:gd name="T7" fmla="*/ 23 h 330"/>
                  <a:gd name="T8" fmla="*/ 49 w 719"/>
                  <a:gd name="T9" fmla="*/ 0 h 3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9" h="330">
                    <a:moveTo>
                      <a:pt x="49" y="0"/>
                    </a:moveTo>
                    <a:lnTo>
                      <a:pt x="719" y="308"/>
                    </a:lnTo>
                    <a:lnTo>
                      <a:pt x="670" y="330"/>
                    </a:lnTo>
                    <a:lnTo>
                      <a:pt x="0" y="23"/>
                    </a:lnTo>
                    <a:lnTo>
                      <a:pt x="4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03" name="Freeform 44">
                <a:extLst>
                  <a:ext uri="{FF2B5EF4-FFF2-40B4-BE49-F238E27FC236}">
                    <a16:creationId xmlns:a16="http://schemas.microsoft.com/office/drawing/2014/main" id="{BE2E4C7C-7E8E-8848-BD5C-3C8852530F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05800" y="2967038"/>
                <a:ext cx="1063625" cy="892175"/>
              </a:xfrm>
              <a:custGeom>
                <a:avLst/>
                <a:gdLst>
                  <a:gd name="T0" fmla="*/ 621 w 670"/>
                  <a:gd name="T1" fmla="*/ 22 h 562"/>
                  <a:gd name="T2" fmla="*/ 621 w 670"/>
                  <a:gd name="T3" fmla="*/ 222 h 562"/>
                  <a:gd name="T4" fmla="*/ 0 w 670"/>
                  <a:gd name="T5" fmla="*/ 506 h 562"/>
                  <a:gd name="T6" fmla="*/ 0 w 670"/>
                  <a:gd name="T7" fmla="*/ 562 h 562"/>
                  <a:gd name="T8" fmla="*/ 670 w 670"/>
                  <a:gd name="T9" fmla="*/ 258 h 562"/>
                  <a:gd name="T10" fmla="*/ 670 w 670"/>
                  <a:gd name="T11" fmla="*/ 199 h 562"/>
                  <a:gd name="T12" fmla="*/ 670 w 670"/>
                  <a:gd name="T13" fmla="*/ 0 h 562"/>
                  <a:gd name="T14" fmla="*/ 621 w 670"/>
                  <a:gd name="T15" fmla="*/ 22 h 5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70" h="562">
                    <a:moveTo>
                      <a:pt x="621" y="22"/>
                    </a:moveTo>
                    <a:lnTo>
                      <a:pt x="621" y="222"/>
                    </a:lnTo>
                    <a:lnTo>
                      <a:pt x="0" y="506"/>
                    </a:lnTo>
                    <a:lnTo>
                      <a:pt x="0" y="562"/>
                    </a:lnTo>
                    <a:lnTo>
                      <a:pt x="670" y="258"/>
                    </a:lnTo>
                    <a:lnTo>
                      <a:pt x="670" y="199"/>
                    </a:lnTo>
                    <a:lnTo>
                      <a:pt x="670" y="0"/>
                    </a:lnTo>
                    <a:lnTo>
                      <a:pt x="621" y="22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grpSp>
            <p:nvGrpSpPr>
              <p:cNvPr id="104" name="Group 103">
                <a:extLst>
                  <a:ext uri="{FF2B5EF4-FFF2-40B4-BE49-F238E27FC236}">
                    <a16:creationId xmlns:a16="http://schemas.microsoft.com/office/drawing/2014/main" id="{C2B4931C-88EB-9240-94F7-9017188C8134}"/>
                  </a:ext>
                </a:extLst>
              </p:cNvPr>
              <p:cNvGrpSpPr/>
              <p:nvPr/>
            </p:nvGrpSpPr>
            <p:grpSpPr>
              <a:xfrm>
                <a:off x="7246938" y="2514600"/>
                <a:ext cx="2122488" cy="1344613"/>
                <a:chOff x="7246938" y="2514600"/>
                <a:chExt cx="2122488" cy="1344613"/>
              </a:xfrm>
            </p:grpSpPr>
            <p:sp>
              <p:nvSpPr>
                <p:cNvPr id="114" name="Freeform 38">
                  <a:extLst>
                    <a:ext uri="{FF2B5EF4-FFF2-40B4-BE49-F238E27FC236}">
                      <a16:creationId xmlns:a16="http://schemas.microsoft.com/office/drawing/2014/main" id="{8CAFCA2C-FF04-CD42-923E-DBA09E9A51A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246938" y="3282950"/>
                  <a:ext cx="1058863" cy="576263"/>
                </a:xfrm>
                <a:custGeom>
                  <a:avLst/>
                  <a:gdLst>
                    <a:gd name="T0" fmla="*/ 0 w 667"/>
                    <a:gd name="T1" fmla="*/ 59 h 363"/>
                    <a:gd name="T2" fmla="*/ 667 w 667"/>
                    <a:gd name="T3" fmla="*/ 363 h 363"/>
                    <a:gd name="T4" fmla="*/ 667 w 667"/>
                    <a:gd name="T5" fmla="*/ 307 h 363"/>
                    <a:gd name="T6" fmla="*/ 0 w 667"/>
                    <a:gd name="T7" fmla="*/ 0 h 363"/>
                    <a:gd name="T8" fmla="*/ 0 w 667"/>
                    <a:gd name="T9" fmla="*/ 59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67" h="363">
                      <a:moveTo>
                        <a:pt x="0" y="59"/>
                      </a:moveTo>
                      <a:lnTo>
                        <a:pt x="667" y="363"/>
                      </a:lnTo>
                      <a:lnTo>
                        <a:pt x="667" y="307"/>
                      </a:lnTo>
                      <a:lnTo>
                        <a:pt x="0" y="0"/>
                      </a:lnTo>
                      <a:lnTo>
                        <a:pt x="0" y="59"/>
                      </a:lnTo>
                      <a:close/>
                    </a:path>
                  </a:pathLst>
                </a:cu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15" name="Freeform 39">
                  <a:extLst>
                    <a:ext uri="{FF2B5EF4-FFF2-40B4-BE49-F238E27FC236}">
                      <a16:creationId xmlns:a16="http://schemas.microsoft.com/office/drawing/2014/main" id="{66ECFB05-4AEA-BB46-A7D5-E07AB7CDF7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246938" y="2514600"/>
                  <a:ext cx="2122488" cy="1255713"/>
                </a:xfrm>
                <a:custGeom>
                  <a:avLst/>
                  <a:gdLst>
                    <a:gd name="T0" fmla="*/ 1288 w 1337"/>
                    <a:gd name="T1" fmla="*/ 507 h 791"/>
                    <a:gd name="T2" fmla="*/ 1337 w 1337"/>
                    <a:gd name="T3" fmla="*/ 484 h 791"/>
                    <a:gd name="T4" fmla="*/ 1288 w 1337"/>
                    <a:gd name="T5" fmla="*/ 461 h 791"/>
                    <a:gd name="T6" fmla="*/ 1288 w 1337"/>
                    <a:gd name="T7" fmla="*/ 307 h 791"/>
                    <a:gd name="T8" fmla="*/ 618 w 1337"/>
                    <a:gd name="T9" fmla="*/ 0 h 791"/>
                    <a:gd name="T10" fmla="*/ 618 w 1337"/>
                    <a:gd name="T11" fmla="*/ 200 h 791"/>
                    <a:gd name="T12" fmla="*/ 0 w 1337"/>
                    <a:gd name="T13" fmla="*/ 484 h 791"/>
                    <a:gd name="T14" fmla="*/ 667 w 1337"/>
                    <a:gd name="T15" fmla="*/ 791 h 791"/>
                    <a:gd name="T16" fmla="*/ 1288 w 1337"/>
                    <a:gd name="T17" fmla="*/ 507 h 7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337" h="791">
                      <a:moveTo>
                        <a:pt x="1288" y="507"/>
                      </a:moveTo>
                      <a:lnTo>
                        <a:pt x="1337" y="484"/>
                      </a:lnTo>
                      <a:lnTo>
                        <a:pt x="1288" y="461"/>
                      </a:lnTo>
                      <a:lnTo>
                        <a:pt x="1288" y="307"/>
                      </a:lnTo>
                      <a:lnTo>
                        <a:pt x="618" y="0"/>
                      </a:lnTo>
                      <a:lnTo>
                        <a:pt x="618" y="200"/>
                      </a:lnTo>
                      <a:lnTo>
                        <a:pt x="0" y="484"/>
                      </a:lnTo>
                      <a:lnTo>
                        <a:pt x="667" y="791"/>
                      </a:lnTo>
                      <a:lnTo>
                        <a:pt x="1288" y="507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16" name="Freeform 43">
                  <a:extLst>
                    <a:ext uri="{FF2B5EF4-FFF2-40B4-BE49-F238E27FC236}">
                      <a16:creationId xmlns:a16="http://schemas.microsoft.com/office/drawing/2014/main" id="{BAF5B296-39BE-AF44-B00F-5F3090009FB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05800" y="2967038"/>
                  <a:ext cx="1063625" cy="892175"/>
                </a:xfrm>
                <a:custGeom>
                  <a:avLst/>
                  <a:gdLst>
                    <a:gd name="T0" fmla="*/ 621 w 670"/>
                    <a:gd name="T1" fmla="*/ 22 h 562"/>
                    <a:gd name="T2" fmla="*/ 621 w 670"/>
                    <a:gd name="T3" fmla="*/ 222 h 562"/>
                    <a:gd name="T4" fmla="*/ 0 w 670"/>
                    <a:gd name="T5" fmla="*/ 506 h 562"/>
                    <a:gd name="T6" fmla="*/ 0 w 670"/>
                    <a:gd name="T7" fmla="*/ 562 h 562"/>
                    <a:gd name="T8" fmla="*/ 670 w 670"/>
                    <a:gd name="T9" fmla="*/ 258 h 562"/>
                    <a:gd name="T10" fmla="*/ 670 w 670"/>
                    <a:gd name="T11" fmla="*/ 199 h 562"/>
                    <a:gd name="T12" fmla="*/ 670 w 670"/>
                    <a:gd name="T13" fmla="*/ 0 h 562"/>
                    <a:gd name="T14" fmla="*/ 621 w 670"/>
                    <a:gd name="T15" fmla="*/ 22 h 5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70" h="562">
                      <a:moveTo>
                        <a:pt x="621" y="22"/>
                      </a:moveTo>
                      <a:lnTo>
                        <a:pt x="621" y="222"/>
                      </a:lnTo>
                      <a:lnTo>
                        <a:pt x="0" y="506"/>
                      </a:lnTo>
                      <a:lnTo>
                        <a:pt x="0" y="562"/>
                      </a:lnTo>
                      <a:lnTo>
                        <a:pt x="670" y="258"/>
                      </a:lnTo>
                      <a:lnTo>
                        <a:pt x="670" y="199"/>
                      </a:lnTo>
                      <a:lnTo>
                        <a:pt x="670" y="0"/>
                      </a:lnTo>
                      <a:lnTo>
                        <a:pt x="621" y="22"/>
                      </a:lnTo>
                      <a:close/>
                    </a:path>
                  </a:pathLst>
                </a:cu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17" name="Freeform 45">
                  <a:extLst>
                    <a:ext uri="{FF2B5EF4-FFF2-40B4-BE49-F238E27FC236}">
                      <a16:creationId xmlns:a16="http://schemas.microsoft.com/office/drawing/2014/main" id="{2EDCD40B-2D02-7A4D-8B22-0C805B6149C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228013" y="2514600"/>
                  <a:ext cx="1063625" cy="804863"/>
                </a:xfrm>
                <a:custGeom>
                  <a:avLst/>
                  <a:gdLst>
                    <a:gd name="T0" fmla="*/ 0 w 670"/>
                    <a:gd name="T1" fmla="*/ 0 h 507"/>
                    <a:gd name="T2" fmla="*/ 0 w 670"/>
                    <a:gd name="T3" fmla="*/ 200 h 507"/>
                    <a:gd name="T4" fmla="*/ 670 w 670"/>
                    <a:gd name="T5" fmla="*/ 507 h 507"/>
                    <a:gd name="T6" fmla="*/ 670 w 670"/>
                    <a:gd name="T7" fmla="*/ 461 h 507"/>
                    <a:gd name="T8" fmla="*/ 670 w 670"/>
                    <a:gd name="T9" fmla="*/ 307 h 507"/>
                    <a:gd name="T10" fmla="*/ 0 w 670"/>
                    <a:gd name="T11" fmla="*/ 0 h 5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670" h="507">
                      <a:moveTo>
                        <a:pt x="0" y="0"/>
                      </a:moveTo>
                      <a:lnTo>
                        <a:pt x="0" y="200"/>
                      </a:lnTo>
                      <a:lnTo>
                        <a:pt x="670" y="507"/>
                      </a:lnTo>
                      <a:lnTo>
                        <a:pt x="670" y="461"/>
                      </a:lnTo>
                      <a:lnTo>
                        <a:pt x="670" y="30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5" name="Freeform 46">
                <a:extLst>
                  <a:ext uri="{FF2B5EF4-FFF2-40B4-BE49-F238E27FC236}">
                    <a16:creationId xmlns:a16="http://schemas.microsoft.com/office/drawing/2014/main" id="{8BB7580C-6A51-1A41-9CD8-786B5453F9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28013" y="2514600"/>
                <a:ext cx="1063625" cy="804863"/>
              </a:xfrm>
              <a:custGeom>
                <a:avLst/>
                <a:gdLst>
                  <a:gd name="T0" fmla="*/ 0 w 670"/>
                  <a:gd name="T1" fmla="*/ 0 h 507"/>
                  <a:gd name="T2" fmla="*/ 0 w 670"/>
                  <a:gd name="T3" fmla="*/ 200 h 507"/>
                  <a:gd name="T4" fmla="*/ 670 w 670"/>
                  <a:gd name="T5" fmla="*/ 507 h 507"/>
                  <a:gd name="T6" fmla="*/ 670 w 670"/>
                  <a:gd name="T7" fmla="*/ 461 h 507"/>
                  <a:gd name="T8" fmla="*/ 670 w 670"/>
                  <a:gd name="T9" fmla="*/ 307 h 507"/>
                  <a:gd name="T10" fmla="*/ 0 w 670"/>
                  <a:gd name="T11" fmla="*/ 0 h 5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70" h="507">
                    <a:moveTo>
                      <a:pt x="0" y="0"/>
                    </a:moveTo>
                    <a:lnTo>
                      <a:pt x="0" y="200"/>
                    </a:lnTo>
                    <a:lnTo>
                      <a:pt x="670" y="507"/>
                    </a:lnTo>
                    <a:lnTo>
                      <a:pt x="670" y="461"/>
                    </a:lnTo>
                    <a:lnTo>
                      <a:pt x="670" y="307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06" name="Freeform 47">
                <a:extLst>
                  <a:ext uri="{FF2B5EF4-FFF2-40B4-BE49-F238E27FC236}">
                    <a16:creationId xmlns:a16="http://schemas.microsoft.com/office/drawing/2014/main" id="{C5251718-E1A6-D143-878A-5B0717DA0A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91638" y="3001963"/>
                <a:ext cx="0" cy="317500"/>
              </a:xfrm>
              <a:custGeom>
                <a:avLst/>
                <a:gdLst>
                  <a:gd name="T0" fmla="*/ 0 h 200"/>
                  <a:gd name="T1" fmla="*/ 0 h 200"/>
                  <a:gd name="T2" fmla="*/ 154 h 200"/>
                  <a:gd name="T3" fmla="*/ 200 h 200"/>
                  <a:gd name="T4" fmla="*/ 0 h 200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200">
                    <a:moveTo>
                      <a:pt x="0" y="0"/>
                    </a:moveTo>
                    <a:lnTo>
                      <a:pt x="0" y="0"/>
                    </a:lnTo>
                    <a:lnTo>
                      <a:pt x="0" y="154"/>
                    </a:lnTo>
                    <a:lnTo>
                      <a:pt x="0" y="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C00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07" name="Freeform 48">
                <a:extLst>
                  <a:ext uri="{FF2B5EF4-FFF2-40B4-BE49-F238E27FC236}">
                    <a16:creationId xmlns:a16="http://schemas.microsoft.com/office/drawing/2014/main" id="{AC6B2BE9-647E-1249-ABDF-B48C4591EB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91638" y="3001963"/>
                <a:ext cx="0" cy="317500"/>
              </a:xfrm>
              <a:custGeom>
                <a:avLst/>
                <a:gdLst>
                  <a:gd name="T0" fmla="*/ 0 h 200"/>
                  <a:gd name="T1" fmla="*/ 0 h 200"/>
                  <a:gd name="T2" fmla="*/ 154 h 200"/>
                  <a:gd name="T3" fmla="*/ 200 h 200"/>
                  <a:gd name="T4" fmla="*/ 0 h 200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200">
                    <a:moveTo>
                      <a:pt x="0" y="0"/>
                    </a:moveTo>
                    <a:lnTo>
                      <a:pt x="0" y="0"/>
                    </a:lnTo>
                    <a:lnTo>
                      <a:pt x="0" y="154"/>
                    </a:lnTo>
                    <a:lnTo>
                      <a:pt x="0" y="20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grpSp>
            <p:nvGrpSpPr>
              <p:cNvPr id="108" name="Group 107">
                <a:extLst>
                  <a:ext uri="{FF2B5EF4-FFF2-40B4-BE49-F238E27FC236}">
                    <a16:creationId xmlns:a16="http://schemas.microsoft.com/office/drawing/2014/main" id="{453DFE8E-B233-3A4B-B0A9-E73449BDE821}"/>
                  </a:ext>
                </a:extLst>
              </p:cNvPr>
              <p:cNvGrpSpPr/>
              <p:nvPr/>
            </p:nvGrpSpPr>
            <p:grpSpPr>
              <a:xfrm>
                <a:off x="8228013" y="842963"/>
                <a:ext cx="2506663" cy="2159000"/>
                <a:chOff x="8228013" y="842963"/>
                <a:chExt cx="2506663" cy="2159000"/>
              </a:xfrm>
            </p:grpSpPr>
            <p:sp>
              <p:nvSpPr>
                <p:cNvPr id="109" name="Freeform 49">
                  <a:extLst>
                    <a:ext uri="{FF2B5EF4-FFF2-40B4-BE49-F238E27FC236}">
                      <a16:creationId xmlns:a16="http://schemas.microsoft.com/office/drawing/2014/main" id="{24F1AA4E-B889-0649-9017-ED5B3260071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228013" y="2420938"/>
                  <a:ext cx="1063625" cy="581025"/>
                </a:xfrm>
                <a:custGeom>
                  <a:avLst/>
                  <a:gdLst>
                    <a:gd name="T0" fmla="*/ 0 w 670"/>
                    <a:gd name="T1" fmla="*/ 59 h 366"/>
                    <a:gd name="T2" fmla="*/ 670 w 670"/>
                    <a:gd name="T3" fmla="*/ 366 h 366"/>
                    <a:gd name="T4" fmla="*/ 670 w 670"/>
                    <a:gd name="T5" fmla="*/ 308 h 366"/>
                    <a:gd name="T6" fmla="*/ 0 w 670"/>
                    <a:gd name="T7" fmla="*/ 0 h 366"/>
                    <a:gd name="T8" fmla="*/ 0 w 670"/>
                    <a:gd name="T9" fmla="*/ 59 h 3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0" h="366">
                      <a:moveTo>
                        <a:pt x="0" y="59"/>
                      </a:moveTo>
                      <a:lnTo>
                        <a:pt x="670" y="366"/>
                      </a:lnTo>
                      <a:lnTo>
                        <a:pt x="670" y="308"/>
                      </a:lnTo>
                      <a:lnTo>
                        <a:pt x="0" y="0"/>
                      </a:lnTo>
                      <a:lnTo>
                        <a:pt x="0" y="59"/>
                      </a:lnTo>
                      <a:close/>
                    </a:path>
                  </a:pathLst>
                </a:custGeom>
                <a:solidFill>
                  <a:schemeClr val="accent5">
                    <a:lumMod val="5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10" name="Freeform 50">
                  <a:extLst>
                    <a:ext uri="{FF2B5EF4-FFF2-40B4-BE49-F238E27FC236}">
                      <a16:creationId xmlns:a16="http://schemas.microsoft.com/office/drawing/2014/main" id="{A6404378-95B8-E549-997D-7AE860DECD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228013" y="874713"/>
                  <a:ext cx="2433638" cy="2035175"/>
                </a:xfrm>
                <a:custGeom>
                  <a:avLst/>
                  <a:gdLst>
                    <a:gd name="T0" fmla="*/ 958 w 1533"/>
                    <a:gd name="T1" fmla="*/ 0 h 1282"/>
                    <a:gd name="T2" fmla="*/ 438 w 1533"/>
                    <a:gd name="T3" fmla="*/ 235 h 1282"/>
                    <a:gd name="T4" fmla="*/ 621 w 1533"/>
                    <a:gd name="T5" fmla="*/ 327 h 1282"/>
                    <a:gd name="T6" fmla="*/ 621 w 1533"/>
                    <a:gd name="T7" fmla="*/ 690 h 1282"/>
                    <a:gd name="T8" fmla="*/ 0 w 1533"/>
                    <a:gd name="T9" fmla="*/ 974 h 1282"/>
                    <a:gd name="T10" fmla="*/ 670 w 1533"/>
                    <a:gd name="T11" fmla="*/ 1282 h 1282"/>
                    <a:gd name="T12" fmla="*/ 1291 w 1533"/>
                    <a:gd name="T13" fmla="*/ 997 h 1282"/>
                    <a:gd name="T14" fmla="*/ 1291 w 1533"/>
                    <a:gd name="T15" fmla="*/ 997 h 1282"/>
                    <a:gd name="T16" fmla="*/ 1291 w 1533"/>
                    <a:gd name="T17" fmla="*/ 955 h 1282"/>
                    <a:gd name="T18" fmla="*/ 1291 w 1533"/>
                    <a:gd name="T19" fmla="*/ 634 h 1282"/>
                    <a:gd name="T20" fmla="*/ 1337 w 1533"/>
                    <a:gd name="T21" fmla="*/ 657 h 1282"/>
                    <a:gd name="T22" fmla="*/ 1533 w 1533"/>
                    <a:gd name="T23" fmla="*/ 745 h 1282"/>
                    <a:gd name="T24" fmla="*/ 958 w 1533"/>
                    <a:gd name="T25" fmla="*/ 0 h 12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533" h="1282">
                      <a:moveTo>
                        <a:pt x="958" y="0"/>
                      </a:moveTo>
                      <a:lnTo>
                        <a:pt x="438" y="235"/>
                      </a:lnTo>
                      <a:lnTo>
                        <a:pt x="621" y="327"/>
                      </a:lnTo>
                      <a:lnTo>
                        <a:pt x="621" y="690"/>
                      </a:lnTo>
                      <a:lnTo>
                        <a:pt x="0" y="974"/>
                      </a:lnTo>
                      <a:lnTo>
                        <a:pt x="670" y="1282"/>
                      </a:lnTo>
                      <a:lnTo>
                        <a:pt x="1291" y="997"/>
                      </a:lnTo>
                      <a:lnTo>
                        <a:pt x="1291" y="997"/>
                      </a:lnTo>
                      <a:lnTo>
                        <a:pt x="1291" y="955"/>
                      </a:lnTo>
                      <a:lnTo>
                        <a:pt x="1291" y="634"/>
                      </a:lnTo>
                      <a:lnTo>
                        <a:pt x="1337" y="657"/>
                      </a:lnTo>
                      <a:lnTo>
                        <a:pt x="1533" y="745"/>
                      </a:lnTo>
                      <a:lnTo>
                        <a:pt x="958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11" name="Freeform 51">
                  <a:extLst>
                    <a:ext uri="{FF2B5EF4-FFF2-40B4-BE49-F238E27FC236}">
                      <a16:creationId xmlns:a16="http://schemas.microsoft.com/office/drawing/2014/main" id="{D2A8A4FC-B0F1-AC46-AA41-3BCF1398290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291638" y="1881188"/>
                  <a:ext cx="1058863" cy="1120775"/>
                </a:xfrm>
                <a:custGeom>
                  <a:avLst/>
                  <a:gdLst>
                    <a:gd name="T0" fmla="*/ 621 w 667"/>
                    <a:gd name="T1" fmla="*/ 0 h 706"/>
                    <a:gd name="T2" fmla="*/ 621 w 667"/>
                    <a:gd name="T3" fmla="*/ 321 h 706"/>
                    <a:gd name="T4" fmla="*/ 621 w 667"/>
                    <a:gd name="T5" fmla="*/ 363 h 706"/>
                    <a:gd name="T6" fmla="*/ 0 w 667"/>
                    <a:gd name="T7" fmla="*/ 648 h 706"/>
                    <a:gd name="T8" fmla="*/ 0 w 667"/>
                    <a:gd name="T9" fmla="*/ 706 h 706"/>
                    <a:gd name="T10" fmla="*/ 667 w 667"/>
                    <a:gd name="T11" fmla="*/ 399 h 706"/>
                    <a:gd name="T12" fmla="*/ 667 w 667"/>
                    <a:gd name="T13" fmla="*/ 340 h 706"/>
                    <a:gd name="T14" fmla="*/ 667 w 667"/>
                    <a:gd name="T15" fmla="*/ 23 h 706"/>
                    <a:gd name="T16" fmla="*/ 621 w 667"/>
                    <a:gd name="T17" fmla="*/ 0 h 7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67" h="706">
                      <a:moveTo>
                        <a:pt x="621" y="0"/>
                      </a:moveTo>
                      <a:lnTo>
                        <a:pt x="621" y="321"/>
                      </a:lnTo>
                      <a:lnTo>
                        <a:pt x="621" y="363"/>
                      </a:lnTo>
                      <a:lnTo>
                        <a:pt x="0" y="648"/>
                      </a:lnTo>
                      <a:lnTo>
                        <a:pt x="0" y="706"/>
                      </a:lnTo>
                      <a:lnTo>
                        <a:pt x="667" y="399"/>
                      </a:lnTo>
                      <a:lnTo>
                        <a:pt x="667" y="340"/>
                      </a:lnTo>
                      <a:lnTo>
                        <a:pt x="667" y="23"/>
                      </a:lnTo>
                      <a:lnTo>
                        <a:pt x="621" y="0"/>
                      </a:lnTo>
                      <a:close/>
                    </a:path>
                  </a:pathLst>
                </a:custGeom>
                <a:solidFill>
                  <a:schemeClr val="accent5">
                    <a:lumMod val="5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12" name="Freeform 52">
                  <a:extLst>
                    <a:ext uri="{FF2B5EF4-FFF2-40B4-BE49-F238E27FC236}">
                      <a16:creationId xmlns:a16="http://schemas.microsoft.com/office/drawing/2014/main" id="{B2728CA4-936A-9941-B501-94D0A1660F8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923338" y="874713"/>
                  <a:ext cx="1738313" cy="1582738"/>
                </a:xfrm>
                <a:custGeom>
                  <a:avLst/>
                  <a:gdLst>
                    <a:gd name="T0" fmla="*/ 853 w 1095"/>
                    <a:gd name="T1" fmla="*/ 997 h 997"/>
                    <a:gd name="T2" fmla="*/ 853 w 1095"/>
                    <a:gd name="T3" fmla="*/ 634 h 997"/>
                    <a:gd name="T4" fmla="*/ 1095 w 1095"/>
                    <a:gd name="T5" fmla="*/ 745 h 997"/>
                    <a:gd name="T6" fmla="*/ 520 w 1095"/>
                    <a:gd name="T7" fmla="*/ 0 h 997"/>
                    <a:gd name="T8" fmla="*/ 0 w 1095"/>
                    <a:gd name="T9" fmla="*/ 235 h 997"/>
                    <a:gd name="T10" fmla="*/ 183 w 1095"/>
                    <a:gd name="T11" fmla="*/ 327 h 997"/>
                    <a:gd name="T12" fmla="*/ 183 w 1095"/>
                    <a:gd name="T13" fmla="*/ 690 h 997"/>
                    <a:gd name="T14" fmla="*/ 853 w 1095"/>
                    <a:gd name="T15" fmla="*/ 997 h 99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095" h="997">
                      <a:moveTo>
                        <a:pt x="853" y="997"/>
                      </a:moveTo>
                      <a:lnTo>
                        <a:pt x="853" y="634"/>
                      </a:lnTo>
                      <a:lnTo>
                        <a:pt x="1095" y="745"/>
                      </a:lnTo>
                      <a:lnTo>
                        <a:pt x="520" y="0"/>
                      </a:lnTo>
                      <a:lnTo>
                        <a:pt x="0" y="235"/>
                      </a:lnTo>
                      <a:lnTo>
                        <a:pt x="183" y="327"/>
                      </a:lnTo>
                      <a:lnTo>
                        <a:pt x="183" y="690"/>
                      </a:lnTo>
                      <a:lnTo>
                        <a:pt x="853" y="997"/>
                      </a:lnTo>
                      <a:close/>
                    </a:path>
                  </a:pathLst>
                </a:cu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13" name="Freeform 53">
                  <a:extLst>
                    <a:ext uri="{FF2B5EF4-FFF2-40B4-BE49-F238E27FC236}">
                      <a16:creationId xmlns:a16="http://schemas.microsoft.com/office/drawing/2014/main" id="{EBB9C00D-3FDF-974E-A1C1-5CF026CD89A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748838" y="842963"/>
                  <a:ext cx="985838" cy="1214438"/>
                </a:xfrm>
                <a:custGeom>
                  <a:avLst/>
                  <a:gdLst>
                    <a:gd name="T0" fmla="*/ 621 w 621"/>
                    <a:gd name="T1" fmla="*/ 743 h 765"/>
                    <a:gd name="T2" fmla="*/ 575 w 621"/>
                    <a:gd name="T3" fmla="*/ 765 h 765"/>
                    <a:gd name="T4" fmla="*/ 0 w 621"/>
                    <a:gd name="T5" fmla="*/ 20 h 765"/>
                    <a:gd name="T6" fmla="*/ 49 w 621"/>
                    <a:gd name="T7" fmla="*/ 0 h 765"/>
                    <a:gd name="T8" fmla="*/ 621 w 621"/>
                    <a:gd name="T9" fmla="*/ 743 h 7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21" h="765">
                      <a:moveTo>
                        <a:pt x="621" y="743"/>
                      </a:moveTo>
                      <a:lnTo>
                        <a:pt x="575" y="765"/>
                      </a:lnTo>
                      <a:lnTo>
                        <a:pt x="0" y="20"/>
                      </a:lnTo>
                      <a:lnTo>
                        <a:pt x="49" y="0"/>
                      </a:lnTo>
                      <a:lnTo>
                        <a:pt x="621" y="743"/>
                      </a:lnTo>
                      <a:close/>
                    </a:path>
                  </a:pathLst>
                </a:custGeom>
                <a:solidFill>
                  <a:schemeClr val="accent5">
                    <a:lumMod val="5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E8979EC8-B0FA-B640-A2D3-652DB0584870}"/>
                </a:ext>
              </a:extLst>
            </p:cNvPr>
            <p:cNvGrpSpPr/>
            <p:nvPr/>
          </p:nvGrpSpPr>
          <p:grpSpPr>
            <a:xfrm>
              <a:off x="1250079" y="6037606"/>
              <a:ext cx="758825" cy="334962"/>
              <a:chOff x="7694613" y="5256213"/>
              <a:chExt cx="758825" cy="334962"/>
            </a:xfrm>
            <a:solidFill>
              <a:schemeClr val="bg1"/>
            </a:solidFill>
          </p:grpSpPr>
          <p:sp>
            <p:nvSpPr>
              <p:cNvPr id="79" name="Freeform 78">
                <a:extLst>
                  <a:ext uri="{FF2B5EF4-FFF2-40B4-BE49-F238E27FC236}">
                    <a16:creationId xmlns:a16="http://schemas.microsoft.com/office/drawing/2014/main" id="{ED70EE08-E7DB-324F-996C-A4D6D267C29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694613" y="5353050"/>
                <a:ext cx="563563" cy="238125"/>
              </a:xfrm>
              <a:custGeom>
                <a:avLst/>
                <a:gdLst>
                  <a:gd name="T0" fmla="*/ 95 w 150"/>
                  <a:gd name="T1" fmla="*/ 51 h 63"/>
                  <a:gd name="T2" fmla="*/ 84 w 150"/>
                  <a:gd name="T3" fmla="*/ 48 h 63"/>
                  <a:gd name="T4" fmla="*/ 38 w 150"/>
                  <a:gd name="T5" fmla="*/ 27 h 63"/>
                  <a:gd name="T6" fmla="*/ 36 w 150"/>
                  <a:gd name="T7" fmla="*/ 19 h 63"/>
                  <a:gd name="T8" fmla="*/ 47 w 150"/>
                  <a:gd name="T9" fmla="*/ 14 h 63"/>
                  <a:gd name="T10" fmla="*/ 55 w 150"/>
                  <a:gd name="T11" fmla="*/ 12 h 63"/>
                  <a:gd name="T12" fmla="*/ 65 w 150"/>
                  <a:gd name="T13" fmla="*/ 15 h 63"/>
                  <a:gd name="T14" fmla="*/ 111 w 150"/>
                  <a:gd name="T15" fmla="*/ 36 h 63"/>
                  <a:gd name="T16" fmla="*/ 114 w 150"/>
                  <a:gd name="T17" fmla="*/ 44 h 63"/>
                  <a:gd name="T18" fmla="*/ 103 w 150"/>
                  <a:gd name="T19" fmla="*/ 49 h 63"/>
                  <a:gd name="T20" fmla="*/ 95 w 150"/>
                  <a:gd name="T21" fmla="*/ 51 h 63"/>
                  <a:gd name="T22" fmla="*/ 49 w 150"/>
                  <a:gd name="T23" fmla="*/ 0 h 63"/>
                  <a:gd name="T24" fmla="*/ 27 w 150"/>
                  <a:gd name="T25" fmla="*/ 5 h 63"/>
                  <a:gd name="T26" fmla="*/ 16 w 150"/>
                  <a:gd name="T27" fmla="*/ 10 h 63"/>
                  <a:gd name="T28" fmla="*/ 22 w 150"/>
                  <a:gd name="T29" fmla="*/ 35 h 63"/>
                  <a:gd name="T30" fmla="*/ 69 w 150"/>
                  <a:gd name="T31" fmla="*/ 56 h 63"/>
                  <a:gd name="T32" fmla="*/ 100 w 150"/>
                  <a:gd name="T33" fmla="*/ 63 h 63"/>
                  <a:gd name="T34" fmla="*/ 123 w 150"/>
                  <a:gd name="T35" fmla="*/ 59 h 63"/>
                  <a:gd name="T36" fmla="*/ 134 w 150"/>
                  <a:gd name="T37" fmla="*/ 54 h 63"/>
                  <a:gd name="T38" fmla="*/ 127 w 150"/>
                  <a:gd name="T39" fmla="*/ 28 h 63"/>
                  <a:gd name="T40" fmla="*/ 81 w 150"/>
                  <a:gd name="T41" fmla="*/ 7 h 63"/>
                  <a:gd name="T42" fmla="*/ 49 w 150"/>
                  <a:gd name="T43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50" h="63">
                    <a:moveTo>
                      <a:pt x="95" y="51"/>
                    </a:moveTo>
                    <a:cubicBezTo>
                      <a:pt x="92" y="51"/>
                      <a:pt x="88" y="50"/>
                      <a:pt x="84" y="48"/>
                    </a:cubicBezTo>
                    <a:cubicBezTo>
                      <a:pt x="38" y="27"/>
                      <a:pt x="38" y="27"/>
                      <a:pt x="38" y="27"/>
                    </a:cubicBezTo>
                    <a:cubicBezTo>
                      <a:pt x="31" y="24"/>
                      <a:pt x="31" y="21"/>
                      <a:pt x="36" y="19"/>
                    </a:cubicBezTo>
                    <a:cubicBezTo>
                      <a:pt x="47" y="14"/>
                      <a:pt x="47" y="14"/>
                      <a:pt x="47" y="14"/>
                    </a:cubicBezTo>
                    <a:cubicBezTo>
                      <a:pt x="49" y="13"/>
                      <a:pt x="52" y="12"/>
                      <a:pt x="55" y="12"/>
                    </a:cubicBezTo>
                    <a:cubicBezTo>
                      <a:pt x="58" y="12"/>
                      <a:pt x="61" y="13"/>
                      <a:pt x="65" y="15"/>
                    </a:cubicBezTo>
                    <a:cubicBezTo>
                      <a:pt x="111" y="36"/>
                      <a:pt x="111" y="36"/>
                      <a:pt x="111" y="36"/>
                    </a:cubicBezTo>
                    <a:cubicBezTo>
                      <a:pt x="118" y="39"/>
                      <a:pt x="119" y="42"/>
                      <a:pt x="114" y="44"/>
                    </a:cubicBezTo>
                    <a:cubicBezTo>
                      <a:pt x="103" y="49"/>
                      <a:pt x="103" y="49"/>
                      <a:pt x="103" y="49"/>
                    </a:cubicBezTo>
                    <a:cubicBezTo>
                      <a:pt x="100" y="50"/>
                      <a:pt x="98" y="51"/>
                      <a:pt x="95" y="51"/>
                    </a:cubicBezTo>
                    <a:moveTo>
                      <a:pt x="49" y="0"/>
                    </a:moveTo>
                    <a:cubicBezTo>
                      <a:pt x="41" y="0"/>
                      <a:pt x="34" y="1"/>
                      <a:pt x="27" y="5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0" y="17"/>
                      <a:pt x="2" y="25"/>
                      <a:pt x="22" y="35"/>
                    </a:cubicBezTo>
                    <a:cubicBezTo>
                      <a:pt x="69" y="56"/>
                      <a:pt x="69" y="56"/>
                      <a:pt x="69" y="56"/>
                    </a:cubicBezTo>
                    <a:cubicBezTo>
                      <a:pt x="80" y="61"/>
                      <a:pt x="90" y="63"/>
                      <a:pt x="100" y="63"/>
                    </a:cubicBezTo>
                    <a:cubicBezTo>
                      <a:pt x="108" y="63"/>
                      <a:pt x="116" y="62"/>
                      <a:pt x="123" y="59"/>
                    </a:cubicBezTo>
                    <a:cubicBezTo>
                      <a:pt x="134" y="54"/>
                      <a:pt x="134" y="54"/>
                      <a:pt x="134" y="54"/>
                    </a:cubicBezTo>
                    <a:cubicBezTo>
                      <a:pt x="150" y="46"/>
                      <a:pt x="148" y="38"/>
                      <a:pt x="127" y="28"/>
                    </a:cubicBezTo>
                    <a:cubicBezTo>
                      <a:pt x="81" y="7"/>
                      <a:pt x="81" y="7"/>
                      <a:pt x="81" y="7"/>
                    </a:cubicBezTo>
                    <a:cubicBezTo>
                      <a:pt x="70" y="2"/>
                      <a:pt x="59" y="0"/>
                      <a:pt x="49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80" name="Freeform 79">
                <a:extLst>
                  <a:ext uri="{FF2B5EF4-FFF2-40B4-BE49-F238E27FC236}">
                    <a16:creationId xmlns:a16="http://schemas.microsoft.com/office/drawing/2014/main" id="{42264EB8-F94C-8C47-B20E-BCA0C58042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83538" y="5256213"/>
                <a:ext cx="469900" cy="195263"/>
              </a:xfrm>
              <a:custGeom>
                <a:avLst/>
                <a:gdLst>
                  <a:gd name="T0" fmla="*/ 21 w 125"/>
                  <a:gd name="T1" fmla="*/ 0 h 52"/>
                  <a:gd name="T2" fmla="*/ 13 w 125"/>
                  <a:gd name="T3" fmla="*/ 2 h 52"/>
                  <a:gd name="T4" fmla="*/ 5 w 125"/>
                  <a:gd name="T5" fmla="*/ 5 h 52"/>
                  <a:gd name="T6" fmla="*/ 7 w 125"/>
                  <a:gd name="T7" fmla="*/ 14 h 52"/>
                  <a:gd name="T8" fmla="*/ 17 w 125"/>
                  <a:gd name="T9" fmla="*/ 16 h 52"/>
                  <a:gd name="T10" fmla="*/ 25 w 125"/>
                  <a:gd name="T11" fmla="*/ 15 h 52"/>
                  <a:gd name="T12" fmla="*/ 101 w 125"/>
                  <a:gd name="T13" fmla="*/ 49 h 52"/>
                  <a:gd name="T14" fmla="*/ 112 w 125"/>
                  <a:gd name="T15" fmla="*/ 52 h 52"/>
                  <a:gd name="T16" fmla="*/ 120 w 125"/>
                  <a:gd name="T17" fmla="*/ 50 h 52"/>
                  <a:gd name="T18" fmla="*/ 118 w 125"/>
                  <a:gd name="T19" fmla="*/ 42 h 52"/>
                  <a:gd name="T20" fmla="*/ 31 w 125"/>
                  <a:gd name="T21" fmla="*/ 3 h 52"/>
                  <a:gd name="T22" fmla="*/ 21 w 125"/>
                  <a:gd name="T23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25" h="52">
                    <a:moveTo>
                      <a:pt x="21" y="0"/>
                    </a:moveTo>
                    <a:cubicBezTo>
                      <a:pt x="18" y="0"/>
                      <a:pt x="15" y="1"/>
                      <a:pt x="13" y="2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0" y="8"/>
                      <a:pt x="1" y="11"/>
                      <a:pt x="7" y="14"/>
                    </a:cubicBezTo>
                    <a:cubicBezTo>
                      <a:pt x="11" y="15"/>
                      <a:pt x="14" y="16"/>
                      <a:pt x="17" y="16"/>
                    </a:cubicBezTo>
                    <a:cubicBezTo>
                      <a:pt x="20" y="16"/>
                      <a:pt x="23" y="16"/>
                      <a:pt x="25" y="15"/>
                    </a:cubicBezTo>
                    <a:cubicBezTo>
                      <a:pt x="101" y="49"/>
                      <a:pt x="101" y="49"/>
                      <a:pt x="101" y="49"/>
                    </a:cubicBezTo>
                    <a:cubicBezTo>
                      <a:pt x="105" y="51"/>
                      <a:pt x="109" y="52"/>
                      <a:pt x="112" y="52"/>
                    </a:cubicBezTo>
                    <a:cubicBezTo>
                      <a:pt x="115" y="52"/>
                      <a:pt x="117" y="51"/>
                      <a:pt x="120" y="50"/>
                    </a:cubicBezTo>
                    <a:cubicBezTo>
                      <a:pt x="125" y="48"/>
                      <a:pt x="124" y="45"/>
                      <a:pt x="118" y="42"/>
                    </a:cubicBezTo>
                    <a:cubicBezTo>
                      <a:pt x="31" y="3"/>
                      <a:pt x="31" y="3"/>
                      <a:pt x="31" y="3"/>
                    </a:cubicBezTo>
                    <a:cubicBezTo>
                      <a:pt x="27" y="1"/>
                      <a:pt x="24" y="0"/>
                      <a:pt x="21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F0357AAA-E104-F44E-8966-3A81CF02A77A}"/>
                </a:ext>
              </a:extLst>
            </p:cNvPr>
            <p:cNvGrpSpPr/>
            <p:nvPr/>
          </p:nvGrpSpPr>
          <p:grpSpPr>
            <a:xfrm>
              <a:off x="2262111" y="5148080"/>
              <a:ext cx="842963" cy="357188"/>
              <a:chOff x="6723063" y="4406900"/>
              <a:chExt cx="842963" cy="357188"/>
            </a:xfrm>
            <a:solidFill>
              <a:schemeClr val="bg1"/>
            </a:solidFill>
          </p:grpSpPr>
          <p:sp>
            <p:nvSpPr>
              <p:cNvPr id="77" name="Freeform 76">
                <a:extLst>
                  <a:ext uri="{FF2B5EF4-FFF2-40B4-BE49-F238E27FC236}">
                    <a16:creationId xmlns:a16="http://schemas.microsoft.com/office/drawing/2014/main" id="{41CD1366-DEFE-0C4A-98E5-E87806CD343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723063" y="4527550"/>
                <a:ext cx="565150" cy="236538"/>
              </a:xfrm>
              <a:custGeom>
                <a:avLst/>
                <a:gdLst>
                  <a:gd name="T0" fmla="*/ 95 w 150"/>
                  <a:gd name="T1" fmla="*/ 51 h 63"/>
                  <a:gd name="T2" fmla="*/ 84 w 150"/>
                  <a:gd name="T3" fmla="*/ 48 h 63"/>
                  <a:gd name="T4" fmla="*/ 38 w 150"/>
                  <a:gd name="T5" fmla="*/ 27 h 63"/>
                  <a:gd name="T6" fmla="*/ 36 w 150"/>
                  <a:gd name="T7" fmla="*/ 19 h 63"/>
                  <a:gd name="T8" fmla="*/ 47 w 150"/>
                  <a:gd name="T9" fmla="*/ 14 h 63"/>
                  <a:gd name="T10" fmla="*/ 54 w 150"/>
                  <a:gd name="T11" fmla="*/ 12 h 63"/>
                  <a:gd name="T12" fmla="*/ 64 w 150"/>
                  <a:gd name="T13" fmla="*/ 14 h 63"/>
                  <a:gd name="T14" fmla="*/ 111 w 150"/>
                  <a:gd name="T15" fmla="*/ 36 h 63"/>
                  <a:gd name="T16" fmla="*/ 113 w 150"/>
                  <a:gd name="T17" fmla="*/ 44 h 63"/>
                  <a:gd name="T18" fmla="*/ 103 w 150"/>
                  <a:gd name="T19" fmla="*/ 49 h 63"/>
                  <a:gd name="T20" fmla="*/ 95 w 150"/>
                  <a:gd name="T21" fmla="*/ 51 h 63"/>
                  <a:gd name="T22" fmla="*/ 49 w 150"/>
                  <a:gd name="T23" fmla="*/ 0 h 63"/>
                  <a:gd name="T24" fmla="*/ 27 w 150"/>
                  <a:gd name="T25" fmla="*/ 5 h 63"/>
                  <a:gd name="T26" fmla="*/ 16 w 150"/>
                  <a:gd name="T27" fmla="*/ 9 h 63"/>
                  <a:gd name="T28" fmla="*/ 22 w 150"/>
                  <a:gd name="T29" fmla="*/ 34 h 63"/>
                  <a:gd name="T30" fmla="*/ 69 w 150"/>
                  <a:gd name="T31" fmla="*/ 56 h 63"/>
                  <a:gd name="T32" fmla="*/ 100 w 150"/>
                  <a:gd name="T33" fmla="*/ 63 h 63"/>
                  <a:gd name="T34" fmla="*/ 123 w 150"/>
                  <a:gd name="T35" fmla="*/ 58 h 63"/>
                  <a:gd name="T36" fmla="*/ 134 w 150"/>
                  <a:gd name="T37" fmla="*/ 53 h 63"/>
                  <a:gd name="T38" fmla="*/ 127 w 150"/>
                  <a:gd name="T39" fmla="*/ 28 h 63"/>
                  <a:gd name="T40" fmla="*/ 81 w 150"/>
                  <a:gd name="T41" fmla="*/ 7 h 63"/>
                  <a:gd name="T42" fmla="*/ 49 w 150"/>
                  <a:gd name="T43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50" h="63">
                    <a:moveTo>
                      <a:pt x="95" y="51"/>
                    </a:moveTo>
                    <a:cubicBezTo>
                      <a:pt x="92" y="51"/>
                      <a:pt x="88" y="50"/>
                      <a:pt x="84" y="48"/>
                    </a:cubicBezTo>
                    <a:cubicBezTo>
                      <a:pt x="38" y="27"/>
                      <a:pt x="38" y="27"/>
                      <a:pt x="38" y="27"/>
                    </a:cubicBezTo>
                    <a:cubicBezTo>
                      <a:pt x="31" y="24"/>
                      <a:pt x="31" y="21"/>
                      <a:pt x="36" y="19"/>
                    </a:cubicBezTo>
                    <a:cubicBezTo>
                      <a:pt x="47" y="14"/>
                      <a:pt x="47" y="14"/>
                      <a:pt x="47" y="14"/>
                    </a:cubicBezTo>
                    <a:cubicBezTo>
                      <a:pt x="49" y="13"/>
                      <a:pt x="52" y="12"/>
                      <a:pt x="54" y="12"/>
                    </a:cubicBezTo>
                    <a:cubicBezTo>
                      <a:pt x="58" y="12"/>
                      <a:pt x="61" y="13"/>
                      <a:pt x="64" y="14"/>
                    </a:cubicBezTo>
                    <a:cubicBezTo>
                      <a:pt x="111" y="36"/>
                      <a:pt x="111" y="36"/>
                      <a:pt x="111" y="36"/>
                    </a:cubicBezTo>
                    <a:cubicBezTo>
                      <a:pt x="118" y="39"/>
                      <a:pt x="119" y="42"/>
                      <a:pt x="113" y="44"/>
                    </a:cubicBezTo>
                    <a:cubicBezTo>
                      <a:pt x="103" y="49"/>
                      <a:pt x="103" y="49"/>
                      <a:pt x="103" y="49"/>
                    </a:cubicBezTo>
                    <a:cubicBezTo>
                      <a:pt x="100" y="50"/>
                      <a:pt x="98" y="51"/>
                      <a:pt x="95" y="51"/>
                    </a:cubicBezTo>
                    <a:moveTo>
                      <a:pt x="49" y="0"/>
                    </a:moveTo>
                    <a:cubicBezTo>
                      <a:pt x="41" y="0"/>
                      <a:pt x="34" y="1"/>
                      <a:pt x="27" y="5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0" y="17"/>
                      <a:pt x="2" y="25"/>
                      <a:pt x="22" y="34"/>
                    </a:cubicBezTo>
                    <a:cubicBezTo>
                      <a:pt x="69" y="56"/>
                      <a:pt x="69" y="56"/>
                      <a:pt x="69" y="56"/>
                    </a:cubicBezTo>
                    <a:cubicBezTo>
                      <a:pt x="80" y="61"/>
                      <a:pt x="90" y="63"/>
                      <a:pt x="100" y="63"/>
                    </a:cubicBezTo>
                    <a:cubicBezTo>
                      <a:pt x="108" y="63"/>
                      <a:pt x="115" y="62"/>
                      <a:pt x="123" y="58"/>
                    </a:cubicBezTo>
                    <a:cubicBezTo>
                      <a:pt x="134" y="53"/>
                      <a:pt x="134" y="53"/>
                      <a:pt x="134" y="53"/>
                    </a:cubicBezTo>
                    <a:cubicBezTo>
                      <a:pt x="150" y="46"/>
                      <a:pt x="147" y="38"/>
                      <a:pt x="127" y="28"/>
                    </a:cubicBezTo>
                    <a:cubicBezTo>
                      <a:pt x="81" y="7"/>
                      <a:pt x="81" y="7"/>
                      <a:pt x="81" y="7"/>
                    </a:cubicBezTo>
                    <a:cubicBezTo>
                      <a:pt x="70" y="2"/>
                      <a:pt x="59" y="0"/>
                      <a:pt x="49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78" name="Freeform 77">
                <a:extLst>
                  <a:ext uri="{FF2B5EF4-FFF2-40B4-BE49-F238E27FC236}">
                    <a16:creationId xmlns:a16="http://schemas.microsoft.com/office/drawing/2014/main" id="{9937686C-3F5C-1640-8066-E6CE1C9E60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1188" y="4406900"/>
                <a:ext cx="604838" cy="255588"/>
              </a:xfrm>
              <a:custGeom>
                <a:avLst/>
                <a:gdLst>
                  <a:gd name="T0" fmla="*/ 56 w 161"/>
                  <a:gd name="T1" fmla="*/ 0 h 68"/>
                  <a:gd name="T2" fmla="*/ 33 w 161"/>
                  <a:gd name="T3" fmla="*/ 5 h 68"/>
                  <a:gd name="T4" fmla="*/ 6 w 161"/>
                  <a:gd name="T5" fmla="*/ 18 h 68"/>
                  <a:gd name="T6" fmla="*/ 8 w 161"/>
                  <a:gd name="T7" fmla="*/ 26 h 68"/>
                  <a:gd name="T8" fmla="*/ 18 w 161"/>
                  <a:gd name="T9" fmla="*/ 28 h 68"/>
                  <a:gd name="T10" fmla="*/ 26 w 161"/>
                  <a:gd name="T11" fmla="*/ 27 h 68"/>
                  <a:gd name="T12" fmla="*/ 53 w 161"/>
                  <a:gd name="T13" fmla="*/ 14 h 68"/>
                  <a:gd name="T14" fmla="*/ 61 w 161"/>
                  <a:gd name="T15" fmla="*/ 13 h 68"/>
                  <a:gd name="T16" fmla="*/ 71 w 161"/>
                  <a:gd name="T17" fmla="*/ 15 h 68"/>
                  <a:gd name="T18" fmla="*/ 74 w 161"/>
                  <a:gd name="T19" fmla="*/ 17 h 68"/>
                  <a:gd name="T20" fmla="*/ 76 w 161"/>
                  <a:gd name="T21" fmla="*/ 25 h 68"/>
                  <a:gd name="T22" fmla="*/ 75 w 161"/>
                  <a:gd name="T23" fmla="*/ 56 h 68"/>
                  <a:gd name="T24" fmla="*/ 94 w 161"/>
                  <a:gd name="T25" fmla="*/ 65 h 68"/>
                  <a:gd name="T26" fmla="*/ 105 w 161"/>
                  <a:gd name="T27" fmla="*/ 68 h 68"/>
                  <a:gd name="T28" fmla="*/ 112 w 161"/>
                  <a:gd name="T29" fmla="*/ 66 h 68"/>
                  <a:gd name="T30" fmla="*/ 156 w 161"/>
                  <a:gd name="T31" fmla="*/ 46 h 68"/>
                  <a:gd name="T32" fmla="*/ 154 w 161"/>
                  <a:gd name="T33" fmla="*/ 38 h 68"/>
                  <a:gd name="T34" fmla="*/ 143 w 161"/>
                  <a:gd name="T35" fmla="*/ 36 h 68"/>
                  <a:gd name="T36" fmla="*/ 136 w 161"/>
                  <a:gd name="T37" fmla="*/ 37 h 68"/>
                  <a:gd name="T38" fmla="*/ 101 w 161"/>
                  <a:gd name="T39" fmla="*/ 53 h 68"/>
                  <a:gd name="T40" fmla="*/ 91 w 161"/>
                  <a:gd name="T41" fmla="*/ 49 h 68"/>
                  <a:gd name="T42" fmla="*/ 96 w 161"/>
                  <a:gd name="T43" fmla="*/ 34 h 68"/>
                  <a:gd name="T44" fmla="*/ 90 w 161"/>
                  <a:gd name="T45" fmla="*/ 9 h 68"/>
                  <a:gd name="T46" fmla="*/ 87 w 161"/>
                  <a:gd name="T47" fmla="*/ 8 h 68"/>
                  <a:gd name="T48" fmla="*/ 56 w 161"/>
                  <a:gd name="T49" fmla="*/ 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61" h="68">
                    <a:moveTo>
                      <a:pt x="56" y="0"/>
                    </a:moveTo>
                    <a:cubicBezTo>
                      <a:pt x="47" y="0"/>
                      <a:pt x="40" y="2"/>
                      <a:pt x="33" y="5"/>
                    </a:cubicBezTo>
                    <a:cubicBezTo>
                      <a:pt x="6" y="18"/>
                      <a:pt x="6" y="18"/>
                      <a:pt x="6" y="18"/>
                    </a:cubicBezTo>
                    <a:cubicBezTo>
                      <a:pt x="0" y="20"/>
                      <a:pt x="1" y="23"/>
                      <a:pt x="8" y="26"/>
                    </a:cubicBezTo>
                    <a:cubicBezTo>
                      <a:pt x="12" y="27"/>
                      <a:pt x="15" y="28"/>
                      <a:pt x="18" y="28"/>
                    </a:cubicBezTo>
                    <a:cubicBezTo>
                      <a:pt x="21" y="28"/>
                      <a:pt x="24" y="28"/>
                      <a:pt x="26" y="27"/>
                    </a:cubicBezTo>
                    <a:cubicBezTo>
                      <a:pt x="53" y="14"/>
                      <a:pt x="53" y="14"/>
                      <a:pt x="53" y="14"/>
                    </a:cubicBezTo>
                    <a:cubicBezTo>
                      <a:pt x="55" y="13"/>
                      <a:pt x="58" y="13"/>
                      <a:pt x="61" y="13"/>
                    </a:cubicBezTo>
                    <a:cubicBezTo>
                      <a:pt x="64" y="13"/>
                      <a:pt x="67" y="13"/>
                      <a:pt x="71" y="15"/>
                    </a:cubicBezTo>
                    <a:cubicBezTo>
                      <a:pt x="74" y="17"/>
                      <a:pt x="74" y="17"/>
                      <a:pt x="74" y="17"/>
                    </a:cubicBezTo>
                    <a:cubicBezTo>
                      <a:pt x="81" y="20"/>
                      <a:pt x="82" y="23"/>
                      <a:pt x="76" y="25"/>
                    </a:cubicBezTo>
                    <a:cubicBezTo>
                      <a:pt x="53" y="36"/>
                      <a:pt x="53" y="46"/>
                      <a:pt x="75" y="56"/>
                    </a:cubicBezTo>
                    <a:cubicBezTo>
                      <a:pt x="94" y="65"/>
                      <a:pt x="94" y="65"/>
                      <a:pt x="94" y="65"/>
                    </a:cubicBezTo>
                    <a:cubicBezTo>
                      <a:pt x="98" y="67"/>
                      <a:pt x="102" y="68"/>
                      <a:pt x="105" y="68"/>
                    </a:cubicBezTo>
                    <a:cubicBezTo>
                      <a:pt x="108" y="68"/>
                      <a:pt x="110" y="67"/>
                      <a:pt x="112" y="66"/>
                    </a:cubicBezTo>
                    <a:cubicBezTo>
                      <a:pt x="156" y="46"/>
                      <a:pt x="156" y="46"/>
                      <a:pt x="156" y="46"/>
                    </a:cubicBezTo>
                    <a:cubicBezTo>
                      <a:pt x="161" y="44"/>
                      <a:pt x="160" y="41"/>
                      <a:pt x="154" y="38"/>
                    </a:cubicBezTo>
                    <a:cubicBezTo>
                      <a:pt x="150" y="37"/>
                      <a:pt x="146" y="36"/>
                      <a:pt x="143" y="36"/>
                    </a:cubicBezTo>
                    <a:cubicBezTo>
                      <a:pt x="141" y="36"/>
                      <a:pt x="138" y="36"/>
                      <a:pt x="136" y="37"/>
                    </a:cubicBezTo>
                    <a:cubicBezTo>
                      <a:pt x="101" y="53"/>
                      <a:pt x="101" y="53"/>
                      <a:pt x="101" y="53"/>
                    </a:cubicBezTo>
                    <a:cubicBezTo>
                      <a:pt x="91" y="49"/>
                      <a:pt x="91" y="49"/>
                      <a:pt x="91" y="49"/>
                    </a:cubicBezTo>
                    <a:cubicBezTo>
                      <a:pt x="82" y="45"/>
                      <a:pt x="84" y="40"/>
                      <a:pt x="96" y="34"/>
                    </a:cubicBezTo>
                    <a:cubicBezTo>
                      <a:pt x="112" y="27"/>
                      <a:pt x="110" y="18"/>
                      <a:pt x="90" y="9"/>
                    </a:cubicBezTo>
                    <a:cubicBezTo>
                      <a:pt x="87" y="8"/>
                      <a:pt x="87" y="8"/>
                      <a:pt x="87" y="8"/>
                    </a:cubicBezTo>
                    <a:cubicBezTo>
                      <a:pt x="76" y="3"/>
                      <a:pt x="65" y="0"/>
                      <a:pt x="56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A8B01DEA-CF89-4141-B248-9352870F536F}"/>
                </a:ext>
              </a:extLst>
            </p:cNvPr>
            <p:cNvGrpSpPr/>
            <p:nvPr/>
          </p:nvGrpSpPr>
          <p:grpSpPr>
            <a:xfrm>
              <a:off x="3263823" y="4269925"/>
              <a:ext cx="823913" cy="371475"/>
              <a:chOff x="5524500" y="3771900"/>
              <a:chExt cx="823913" cy="371475"/>
            </a:xfrm>
            <a:solidFill>
              <a:schemeClr val="bg1"/>
            </a:solidFill>
          </p:grpSpPr>
          <p:sp>
            <p:nvSpPr>
              <p:cNvPr id="75" name="Freeform 74">
                <a:extLst>
                  <a:ext uri="{FF2B5EF4-FFF2-40B4-BE49-F238E27FC236}">
                    <a16:creationId xmlns:a16="http://schemas.microsoft.com/office/drawing/2014/main" id="{036130D3-696B-2C4F-BDB5-C94BA11CB9A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524500" y="3902075"/>
                <a:ext cx="563563" cy="241300"/>
              </a:xfrm>
              <a:custGeom>
                <a:avLst/>
                <a:gdLst>
                  <a:gd name="T0" fmla="*/ 96 w 150"/>
                  <a:gd name="T1" fmla="*/ 51 h 64"/>
                  <a:gd name="T2" fmla="*/ 85 w 150"/>
                  <a:gd name="T3" fmla="*/ 49 h 64"/>
                  <a:gd name="T4" fmla="*/ 38 w 150"/>
                  <a:gd name="T5" fmla="*/ 27 h 64"/>
                  <a:gd name="T6" fmla="*/ 36 w 150"/>
                  <a:gd name="T7" fmla="*/ 19 h 64"/>
                  <a:gd name="T8" fmla="*/ 47 w 150"/>
                  <a:gd name="T9" fmla="*/ 14 h 64"/>
                  <a:gd name="T10" fmla="*/ 55 w 150"/>
                  <a:gd name="T11" fmla="*/ 13 h 64"/>
                  <a:gd name="T12" fmla="*/ 65 w 150"/>
                  <a:gd name="T13" fmla="*/ 15 h 64"/>
                  <a:gd name="T14" fmla="*/ 112 w 150"/>
                  <a:gd name="T15" fmla="*/ 36 h 64"/>
                  <a:gd name="T16" fmla="*/ 114 w 150"/>
                  <a:gd name="T17" fmla="*/ 45 h 64"/>
                  <a:gd name="T18" fmla="*/ 103 w 150"/>
                  <a:gd name="T19" fmla="*/ 50 h 64"/>
                  <a:gd name="T20" fmla="*/ 96 w 150"/>
                  <a:gd name="T21" fmla="*/ 51 h 64"/>
                  <a:gd name="T22" fmla="*/ 50 w 150"/>
                  <a:gd name="T23" fmla="*/ 0 h 64"/>
                  <a:gd name="T24" fmla="*/ 27 w 150"/>
                  <a:gd name="T25" fmla="*/ 5 h 64"/>
                  <a:gd name="T26" fmla="*/ 16 w 150"/>
                  <a:gd name="T27" fmla="*/ 10 h 64"/>
                  <a:gd name="T28" fmla="*/ 22 w 150"/>
                  <a:gd name="T29" fmla="*/ 35 h 64"/>
                  <a:gd name="T30" fmla="*/ 69 w 150"/>
                  <a:gd name="T31" fmla="*/ 56 h 64"/>
                  <a:gd name="T32" fmla="*/ 101 w 150"/>
                  <a:gd name="T33" fmla="*/ 64 h 64"/>
                  <a:gd name="T34" fmla="*/ 123 w 150"/>
                  <a:gd name="T35" fmla="*/ 59 h 64"/>
                  <a:gd name="T36" fmla="*/ 134 w 150"/>
                  <a:gd name="T37" fmla="*/ 54 h 64"/>
                  <a:gd name="T38" fmla="*/ 128 w 150"/>
                  <a:gd name="T39" fmla="*/ 29 h 64"/>
                  <a:gd name="T40" fmla="*/ 81 w 150"/>
                  <a:gd name="T41" fmla="*/ 8 h 64"/>
                  <a:gd name="T42" fmla="*/ 50 w 150"/>
                  <a:gd name="T43" fmla="*/ 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50" h="64">
                    <a:moveTo>
                      <a:pt x="96" y="51"/>
                    </a:moveTo>
                    <a:cubicBezTo>
                      <a:pt x="92" y="51"/>
                      <a:pt x="89" y="50"/>
                      <a:pt x="85" y="49"/>
                    </a:cubicBezTo>
                    <a:cubicBezTo>
                      <a:pt x="38" y="27"/>
                      <a:pt x="38" y="27"/>
                      <a:pt x="38" y="27"/>
                    </a:cubicBezTo>
                    <a:cubicBezTo>
                      <a:pt x="32" y="24"/>
                      <a:pt x="31" y="22"/>
                      <a:pt x="36" y="19"/>
                    </a:cubicBezTo>
                    <a:cubicBezTo>
                      <a:pt x="47" y="14"/>
                      <a:pt x="47" y="14"/>
                      <a:pt x="47" y="14"/>
                    </a:cubicBezTo>
                    <a:cubicBezTo>
                      <a:pt x="50" y="13"/>
                      <a:pt x="52" y="13"/>
                      <a:pt x="55" y="13"/>
                    </a:cubicBezTo>
                    <a:cubicBezTo>
                      <a:pt x="58" y="13"/>
                      <a:pt x="62" y="13"/>
                      <a:pt x="65" y="15"/>
                    </a:cubicBezTo>
                    <a:cubicBezTo>
                      <a:pt x="112" y="36"/>
                      <a:pt x="112" y="36"/>
                      <a:pt x="112" y="36"/>
                    </a:cubicBezTo>
                    <a:cubicBezTo>
                      <a:pt x="119" y="39"/>
                      <a:pt x="119" y="42"/>
                      <a:pt x="114" y="45"/>
                    </a:cubicBezTo>
                    <a:cubicBezTo>
                      <a:pt x="103" y="50"/>
                      <a:pt x="103" y="50"/>
                      <a:pt x="103" y="50"/>
                    </a:cubicBezTo>
                    <a:cubicBezTo>
                      <a:pt x="101" y="51"/>
                      <a:pt x="98" y="51"/>
                      <a:pt x="96" y="51"/>
                    </a:cubicBezTo>
                    <a:moveTo>
                      <a:pt x="50" y="0"/>
                    </a:moveTo>
                    <a:cubicBezTo>
                      <a:pt x="42" y="0"/>
                      <a:pt x="34" y="2"/>
                      <a:pt x="27" y="5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0" y="17"/>
                      <a:pt x="2" y="26"/>
                      <a:pt x="22" y="35"/>
                    </a:cubicBezTo>
                    <a:cubicBezTo>
                      <a:pt x="69" y="56"/>
                      <a:pt x="69" y="56"/>
                      <a:pt x="69" y="56"/>
                    </a:cubicBezTo>
                    <a:cubicBezTo>
                      <a:pt x="80" y="61"/>
                      <a:pt x="91" y="64"/>
                      <a:pt x="101" y="64"/>
                    </a:cubicBezTo>
                    <a:cubicBezTo>
                      <a:pt x="109" y="64"/>
                      <a:pt x="116" y="62"/>
                      <a:pt x="123" y="59"/>
                    </a:cubicBezTo>
                    <a:cubicBezTo>
                      <a:pt x="134" y="54"/>
                      <a:pt x="134" y="54"/>
                      <a:pt x="134" y="54"/>
                    </a:cubicBezTo>
                    <a:cubicBezTo>
                      <a:pt x="150" y="46"/>
                      <a:pt x="148" y="38"/>
                      <a:pt x="128" y="29"/>
                    </a:cubicBezTo>
                    <a:cubicBezTo>
                      <a:pt x="81" y="8"/>
                      <a:pt x="81" y="8"/>
                      <a:pt x="81" y="8"/>
                    </a:cubicBezTo>
                    <a:cubicBezTo>
                      <a:pt x="70" y="3"/>
                      <a:pt x="60" y="0"/>
                      <a:pt x="50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76" name="Freeform 75">
                <a:extLst>
                  <a:ext uri="{FF2B5EF4-FFF2-40B4-BE49-F238E27FC236}">
                    <a16:creationId xmlns:a16="http://schemas.microsoft.com/office/drawing/2014/main" id="{0BED43D7-1F95-C144-8D5C-32AA6252C7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64213" y="3771900"/>
                <a:ext cx="584200" cy="266700"/>
              </a:xfrm>
              <a:custGeom>
                <a:avLst/>
                <a:gdLst>
                  <a:gd name="T0" fmla="*/ 56 w 155"/>
                  <a:gd name="T1" fmla="*/ 0 h 71"/>
                  <a:gd name="T2" fmla="*/ 49 w 155"/>
                  <a:gd name="T3" fmla="*/ 1 h 71"/>
                  <a:gd name="T4" fmla="*/ 6 w 155"/>
                  <a:gd name="T5" fmla="*/ 21 h 71"/>
                  <a:gd name="T6" fmla="*/ 8 w 155"/>
                  <a:gd name="T7" fmla="*/ 29 h 71"/>
                  <a:gd name="T8" fmla="*/ 18 w 155"/>
                  <a:gd name="T9" fmla="*/ 32 h 71"/>
                  <a:gd name="T10" fmla="*/ 26 w 155"/>
                  <a:gd name="T11" fmla="*/ 30 h 71"/>
                  <a:gd name="T12" fmla="*/ 60 w 155"/>
                  <a:gd name="T13" fmla="*/ 14 h 71"/>
                  <a:gd name="T14" fmla="*/ 80 w 155"/>
                  <a:gd name="T15" fmla="*/ 23 h 71"/>
                  <a:gd name="T16" fmla="*/ 56 w 155"/>
                  <a:gd name="T17" fmla="*/ 34 h 71"/>
                  <a:gd name="T18" fmla="*/ 58 w 155"/>
                  <a:gd name="T19" fmla="*/ 43 h 71"/>
                  <a:gd name="T20" fmla="*/ 68 w 155"/>
                  <a:gd name="T21" fmla="*/ 45 h 71"/>
                  <a:gd name="T22" fmla="*/ 76 w 155"/>
                  <a:gd name="T23" fmla="*/ 43 h 71"/>
                  <a:gd name="T24" fmla="*/ 100 w 155"/>
                  <a:gd name="T25" fmla="*/ 32 h 71"/>
                  <a:gd name="T26" fmla="*/ 117 w 155"/>
                  <a:gd name="T27" fmla="*/ 40 h 71"/>
                  <a:gd name="T28" fmla="*/ 119 w 155"/>
                  <a:gd name="T29" fmla="*/ 48 h 71"/>
                  <a:gd name="T30" fmla="*/ 92 w 155"/>
                  <a:gd name="T31" fmla="*/ 61 h 71"/>
                  <a:gd name="T32" fmla="*/ 94 w 155"/>
                  <a:gd name="T33" fmla="*/ 69 h 71"/>
                  <a:gd name="T34" fmla="*/ 105 w 155"/>
                  <a:gd name="T35" fmla="*/ 71 h 71"/>
                  <a:gd name="T36" fmla="*/ 112 w 155"/>
                  <a:gd name="T37" fmla="*/ 70 h 71"/>
                  <a:gd name="T38" fmla="*/ 139 w 155"/>
                  <a:gd name="T39" fmla="*/ 57 h 71"/>
                  <a:gd name="T40" fmla="*/ 133 w 155"/>
                  <a:gd name="T41" fmla="*/ 32 h 71"/>
                  <a:gd name="T42" fmla="*/ 116 w 155"/>
                  <a:gd name="T43" fmla="*/ 25 h 71"/>
                  <a:gd name="T44" fmla="*/ 106 w 155"/>
                  <a:gd name="T45" fmla="*/ 22 h 71"/>
                  <a:gd name="T46" fmla="*/ 98 w 155"/>
                  <a:gd name="T47" fmla="*/ 24 h 71"/>
                  <a:gd name="T48" fmla="*/ 96 w 155"/>
                  <a:gd name="T49" fmla="*/ 16 h 71"/>
                  <a:gd name="T50" fmla="*/ 67 w 155"/>
                  <a:gd name="T51" fmla="*/ 2 h 71"/>
                  <a:gd name="T52" fmla="*/ 56 w 155"/>
                  <a:gd name="T53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55" h="71">
                    <a:moveTo>
                      <a:pt x="56" y="0"/>
                    </a:moveTo>
                    <a:cubicBezTo>
                      <a:pt x="54" y="0"/>
                      <a:pt x="51" y="0"/>
                      <a:pt x="49" y="1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0" y="23"/>
                      <a:pt x="1" y="26"/>
                      <a:pt x="8" y="29"/>
                    </a:cubicBezTo>
                    <a:cubicBezTo>
                      <a:pt x="11" y="31"/>
                      <a:pt x="15" y="32"/>
                      <a:pt x="18" y="32"/>
                    </a:cubicBezTo>
                    <a:cubicBezTo>
                      <a:pt x="21" y="32"/>
                      <a:pt x="23" y="31"/>
                      <a:pt x="26" y="30"/>
                    </a:cubicBezTo>
                    <a:cubicBezTo>
                      <a:pt x="60" y="14"/>
                      <a:pt x="60" y="14"/>
                      <a:pt x="60" y="14"/>
                    </a:cubicBezTo>
                    <a:cubicBezTo>
                      <a:pt x="80" y="23"/>
                      <a:pt x="80" y="23"/>
                      <a:pt x="80" y="23"/>
                    </a:cubicBezTo>
                    <a:cubicBezTo>
                      <a:pt x="56" y="34"/>
                      <a:pt x="56" y="34"/>
                      <a:pt x="56" y="34"/>
                    </a:cubicBezTo>
                    <a:cubicBezTo>
                      <a:pt x="51" y="37"/>
                      <a:pt x="51" y="40"/>
                      <a:pt x="58" y="43"/>
                    </a:cubicBezTo>
                    <a:cubicBezTo>
                      <a:pt x="62" y="44"/>
                      <a:pt x="65" y="45"/>
                      <a:pt x="68" y="45"/>
                    </a:cubicBezTo>
                    <a:cubicBezTo>
                      <a:pt x="71" y="45"/>
                      <a:pt x="74" y="45"/>
                      <a:pt x="76" y="43"/>
                    </a:cubicBezTo>
                    <a:cubicBezTo>
                      <a:pt x="100" y="32"/>
                      <a:pt x="100" y="32"/>
                      <a:pt x="100" y="32"/>
                    </a:cubicBezTo>
                    <a:cubicBezTo>
                      <a:pt x="117" y="40"/>
                      <a:pt x="117" y="40"/>
                      <a:pt x="117" y="40"/>
                    </a:cubicBezTo>
                    <a:cubicBezTo>
                      <a:pt x="124" y="43"/>
                      <a:pt x="124" y="46"/>
                      <a:pt x="119" y="48"/>
                    </a:cubicBezTo>
                    <a:cubicBezTo>
                      <a:pt x="92" y="61"/>
                      <a:pt x="92" y="61"/>
                      <a:pt x="92" y="61"/>
                    </a:cubicBezTo>
                    <a:cubicBezTo>
                      <a:pt x="87" y="63"/>
                      <a:pt x="88" y="66"/>
                      <a:pt x="94" y="69"/>
                    </a:cubicBezTo>
                    <a:cubicBezTo>
                      <a:pt x="98" y="71"/>
                      <a:pt x="101" y="71"/>
                      <a:pt x="105" y="71"/>
                    </a:cubicBezTo>
                    <a:cubicBezTo>
                      <a:pt x="107" y="71"/>
                      <a:pt x="110" y="71"/>
                      <a:pt x="112" y="70"/>
                    </a:cubicBezTo>
                    <a:cubicBezTo>
                      <a:pt x="139" y="57"/>
                      <a:pt x="139" y="57"/>
                      <a:pt x="139" y="57"/>
                    </a:cubicBezTo>
                    <a:cubicBezTo>
                      <a:pt x="155" y="50"/>
                      <a:pt x="153" y="42"/>
                      <a:pt x="133" y="32"/>
                    </a:cubicBezTo>
                    <a:cubicBezTo>
                      <a:pt x="116" y="25"/>
                      <a:pt x="116" y="25"/>
                      <a:pt x="116" y="25"/>
                    </a:cubicBezTo>
                    <a:cubicBezTo>
                      <a:pt x="113" y="23"/>
                      <a:pt x="109" y="22"/>
                      <a:pt x="106" y="22"/>
                    </a:cubicBezTo>
                    <a:cubicBezTo>
                      <a:pt x="103" y="22"/>
                      <a:pt x="101" y="23"/>
                      <a:pt x="98" y="24"/>
                    </a:cubicBezTo>
                    <a:cubicBezTo>
                      <a:pt x="103" y="22"/>
                      <a:pt x="103" y="19"/>
                      <a:pt x="96" y="16"/>
                    </a:cubicBezTo>
                    <a:cubicBezTo>
                      <a:pt x="67" y="2"/>
                      <a:pt x="67" y="2"/>
                      <a:pt x="67" y="2"/>
                    </a:cubicBezTo>
                    <a:cubicBezTo>
                      <a:pt x="63" y="1"/>
                      <a:pt x="60" y="0"/>
                      <a:pt x="56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C997E9C8-9E0D-4148-93CA-C30F986C5AB2}"/>
                </a:ext>
              </a:extLst>
            </p:cNvPr>
            <p:cNvGrpSpPr/>
            <p:nvPr/>
          </p:nvGrpSpPr>
          <p:grpSpPr>
            <a:xfrm>
              <a:off x="4236962" y="3418836"/>
              <a:ext cx="841375" cy="371475"/>
              <a:chOff x="4268788" y="3151188"/>
              <a:chExt cx="841375" cy="371475"/>
            </a:xfrm>
            <a:solidFill>
              <a:schemeClr val="bg1"/>
            </a:solidFill>
          </p:grpSpPr>
          <p:sp>
            <p:nvSpPr>
              <p:cNvPr id="73" name="Freeform 72">
                <a:extLst>
                  <a:ext uri="{FF2B5EF4-FFF2-40B4-BE49-F238E27FC236}">
                    <a16:creationId xmlns:a16="http://schemas.microsoft.com/office/drawing/2014/main" id="{23290685-CB6F-FE4D-A0BC-654ACABCD44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68788" y="3282950"/>
                <a:ext cx="563563" cy="239713"/>
              </a:xfrm>
              <a:custGeom>
                <a:avLst/>
                <a:gdLst>
                  <a:gd name="T0" fmla="*/ 96 w 150"/>
                  <a:gd name="T1" fmla="*/ 51 h 64"/>
                  <a:gd name="T2" fmla="*/ 85 w 150"/>
                  <a:gd name="T3" fmla="*/ 49 h 64"/>
                  <a:gd name="T4" fmla="*/ 38 w 150"/>
                  <a:gd name="T5" fmla="*/ 27 h 64"/>
                  <a:gd name="T6" fmla="*/ 36 w 150"/>
                  <a:gd name="T7" fmla="*/ 19 h 64"/>
                  <a:gd name="T8" fmla="*/ 47 w 150"/>
                  <a:gd name="T9" fmla="*/ 14 h 64"/>
                  <a:gd name="T10" fmla="*/ 55 w 150"/>
                  <a:gd name="T11" fmla="*/ 13 h 64"/>
                  <a:gd name="T12" fmla="*/ 65 w 150"/>
                  <a:gd name="T13" fmla="*/ 15 h 64"/>
                  <a:gd name="T14" fmla="*/ 112 w 150"/>
                  <a:gd name="T15" fmla="*/ 36 h 64"/>
                  <a:gd name="T16" fmla="*/ 114 w 150"/>
                  <a:gd name="T17" fmla="*/ 45 h 64"/>
                  <a:gd name="T18" fmla="*/ 103 w 150"/>
                  <a:gd name="T19" fmla="*/ 50 h 64"/>
                  <a:gd name="T20" fmla="*/ 96 w 150"/>
                  <a:gd name="T21" fmla="*/ 51 h 64"/>
                  <a:gd name="T22" fmla="*/ 50 w 150"/>
                  <a:gd name="T23" fmla="*/ 0 h 64"/>
                  <a:gd name="T24" fmla="*/ 27 w 150"/>
                  <a:gd name="T25" fmla="*/ 5 h 64"/>
                  <a:gd name="T26" fmla="*/ 16 w 150"/>
                  <a:gd name="T27" fmla="*/ 10 h 64"/>
                  <a:gd name="T28" fmla="*/ 22 w 150"/>
                  <a:gd name="T29" fmla="*/ 35 h 64"/>
                  <a:gd name="T30" fmla="*/ 69 w 150"/>
                  <a:gd name="T31" fmla="*/ 56 h 64"/>
                  <a:gd name="T32" fmla="*/ 100 w 150"/>
                  <a:gd name="T33" fmla="*/ 64 h 64"/>
                  <a:gd name="T34" fmla="*/ 123 w 150"/>
                  <a:gd name="T35" fmla="*/ 59 h 64"/>
                  <a:gd name="T36" fmla="*/ 134 w 150"/>
                  <a:gd name="T37" fmla="*/ 54 h 64"/>
                  <a:gd name="T38" fmla="*/ 127 w 150"/>
                  <a:gd name="T39" fmla="*/ 29 h 64"/>
                  <a:gd name="T40" fmla="*/ 81 w 150"/>
                  <a:gd name="T41" fmla="*/ 8 h 64"/>
                  <a:gd name="T42" fmla="*/ 50 w 150"/>
                  <a:gd name="T43" fmla="*/ 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50" h="64">
                    <a:moveTo>
                      <a:pt x="96" y="51"/>
                    </a:moveTo>
                    <a:cubicBezTo>
                      <a:pt x="92" y="51"/>
                      <a:pt x="89" y="50"/>
                      <a:pt x="85" y="49"/>
                    </a:cubicBezTo>
                    <a:cubicBezTo>
                      <a:pt x="38" y="27"/>
                      <a:pt x="38" y="27"/>
                      <a:pt x="38" y="27"/>
                    </a:cubicBezTo>
                    <a:cubicBezTo>
                      <a:pt x="31" y="24"/>
                      <a:pt x="31" y="22"/>
                      <a:pt x="36" y="19"/>
                    </a:cubicBezTo>
                    <a:cubicBezTo>
                      <a:pt x="47" y="14"/>
                      <a:pt x="47" y="14"/>
                      <a:pt x="47" y="14"/>
                    </a:cubicBezTo>
                    <a:cubicBezTo>
                      <a:pt x="49" y="13"/>
                      <a:pt x="52" y="13"/>
                      <a:pt x="55" y="13"/>
                    </a:cubicBezTo>
                    <a:cubicBezTo>
                      <a:pt x="58" y="13"/>
                      <a:pt x="61" y="13"/>
                      <a:pt x="65" y="15"/>
                    </a:cubicBezTo>
                    <a:cubicBezTo>
                      <a:pt x="112" y="36"/>
                      <a:pt x="112" y="36"/>
                      <a:pt x="112" y="36"/>
                    </a:cubicBezTo>
                    <a:cubicBezTo>
                      <a:pt x="118" y="39"/>
                      <a:pt x="119" y="42"/>
                      <a:pt x="114" y="45"/>
                    </a:cubicBezTo>
                    <a:cubicBezTo>
                      <a:pt x="103" y="50"/>
                      <a:pt x="103" y="50"/>
                      <a:pt x="103" y="50"/>
                    </a:cubicBezTo>
                    <a:cubicBezTo>
                      <a:pt x="101" y="51"/>
                      <a:pt x="98" y="51"/>
                      <a:pt x="96" y="51"/>
                    </a:cubicBezTo>
                    <a:moveTo>
                      <a:pt x="50" y="0"/>
                    </a:moveTo>
                    <a:cubicBezTo>
                      <a:pt x="42" y="0"/>
                      <a:pt x="34" y="2"/>
                      <a:pt x="27" y="5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0" y="17"/>
                      <a:pt x="2" y="26"/>
                      <a:pt x="22" y="35"/>
                    </a:cubicBezTo>
                    <a:cubicBezTo>
                      <a:pt x="69" y="56"/>
                      <a:pt x="69" y="56"/>
                      <a:pt x="69" y="56"/>
                    </a:cubicBezTo>
                    <a:cubicBezTo>
                      <a:pt x="80" y="61"/>
                      <a:pt x="90" y="64"/>
                      <a:pt x="100" y="64"/>
                    </a:cubicBezTo>
                    <a:cubicBezTo>
                      <a:pt x="108" y="64"/>
                      <a:pt x="116" y="62"/>
                      <a:pt x="123" y="59"/>
                    </a:cubicBezTo>
                    <a:cubicBezTo>
                      <a:pt x="134" y="54"/>
                      <a:pt x="134" y="54"/>
                      <a:pt x="134" y="54"/>
                    </a:cubicBezTo>
                    <a:cubicBezTo>
                      <a:pt x="150" y="46"/>
                      <a:pt x="148" y="38"/>
                      <a:pt x="127" y="29"/>
                    </a:cubicBezTo>
                    <a:cubicBezTo>
                      <a:pt x="81" y="8"/>
                      <a:pt x="81" y="8"/>
                      <a:pt x="81" y="8"/>
                    </a:cubicBezTo>
                    <a:cubicBezTo>
                      <a:pt x="70" y="3"/>
                      <a:pt x="60" y="0"/>
                      <a:pt x="50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74" name="Freeform 73">
                <a:extLst>
                  <a:ext uri="{FF2B5EF4-FFF2-40B4-BE49-F238E27FC236}">
                    <a16:creationId xmlns:a16="http://schemas.microsoft.com/office/drawing/2014/main" id="{8972B3E7-01D5-5242-A86C-5F275E7242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8500" y="3151188"/>
                <a:ext cx="601663" cy="206375"/>
              </a:xfrm>
              <a:custGeom>
                <a:avLst/>
                <a:gdLst>
                  <a:gd name="T0" fmla="*/ 56 w 160"/>
                  <a:gd name="T1" fmla="*/ 0 h 55"/>
                  <a:gd name="T2" fmla="*/ 48 w 160"/>
                  <a:gd name="T3" fmla="*/ 1 h 55"/>
                  <a:gd name="T4" fmla="*/ 50 w 160"/>
                  <a:gd name="T5" fmla="*/ 10 h 55"/>
                  <a:gd name="T6" fmla="*/ 100 w 160"/>
                  <a:gd name="T7" fmla="*/ 32 h 55"/>
                  <a:gd name="T8" fmla="*/ 81 w 160"/>
                  <a:gd name="T9" fmla="*/ 41 h 55"/>
                  <a:gd name="T10" fmla="*/ 73 w 160"/>
                  <a:gd name="T11" fmla="*/ 43 h 55"/>
                  <a:gd name="T12" fmla="*/ 63 w 160"/>
                  <a:gd name="T13" fmla="*/ 40 h 55"/>
                  <a:gd name="T14" fmla="*/ 23 w 160"/>
                  <a:gd name="T15" fmla="*/ 22 h 55"/>
                  <a:gd name="T16" fmla="*/ 13 w 160"/>
                  <a:gd name="T17" fmla="*/ 19 h 55"/>
                  <a:gd name="T18" fmla="*/ 5 w 160"/>
                  <a:gd name="T19" fmla="*/ 21 h 55"/>
                  <a:gd name="T20" fmla="*/ 7 w 160"/>
                  <a:gd name="T21" fmla="*/ 29 h 55"/>
                  <a:gd name="T22" fmla="*/ 46 w 160"/>
                  <a:gd name="T23" fmla="*/ 47 h 55"/>
                  <a:gd name="T24" fmla="*/ 78 w 160"/>
                  <a:gd name="T25" fmla="*/ 55 h 55"/>
                  <a:gd name="T26" fmla="*/ 101 w 160"/>
                  <a:gd name="T27" fmla="*/ 50 h 55"/>
                  <a:gd name="T28" fmla="*/ 120 w 160"/>
                  <a:gd name="T29" fmla="*/ 41 h 55"/>
                  <a:gd name="T30" fmla="*/ 137 w 160"/>
                  <a:gd name="T31" fmla="*/ 49 h 55"/>
                  <a:gd name="T32" fmla="*/ 147 w 160"/>
                  <a:gd name="T33" fmla="*/ 52 h 55"/>
                  <a:gd name="T34" fmla="*/ 155 w 160"/>
                  <a:gd name="T35" fmla="*/ 50 h 55"/>
                  <a:gd name="T36" fmla="*/ 153 w 160"/>
                  <a:gd name="T37" fmla="*/ 42 h 55"/>
                  <a:gd name="T38" fmla="*/ 66 w 160"/>
                  <a:gd name="T39" fmla="*/ 2 h 55"/>
                  <a:gd name="T40" fmla="*/ 56 w 160"/>
                  <a:gd name="T41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60" h="55">
                    <a:moveTo>
                      <a:pt x="56" y="0"/>
                    </a:moveTo>
                    <a:cubicBezTo>
                      <a:pt x="53" y="0"/>
                      <a:pt x="51" y="0"/>
                      <a:pt x="48" y="1"/>
                    </a:cubicBezTo>
                    <a:cubicBezTo>
                      <a:pt x="43" y="4"/>
                      <a:pt x="43" y="6"/>
                      <a:pt x="50" y="10"/>
                    </a:cubicBezTo>
                    <a:cubicBezTo>
                      <a:pt x="100" y="32"/>
                      <a:pt x="100" y="32"/>
                      <a:pt x="100" y="32"/>
                    </a:cubicBezTo>
                    <a:cubicBezTo>
                      <a:pt x="81" y="41"/>
                      <a:pt x="81" y="41"/>
                      <a:pt x="81" y="41"/>
                    </a:cubicBezTo>
                    <a:cubicBezTo>
                      <a:pt x="79" y="42"/>
                      <a:pt x="76" y="43"/>
                      <a:pt x="73" y="43"/>
                    </a:cubicBezTo>
                    <a:cubicBezTo>
                      <a:pt x="70" y="43"/>
                      <a:pt x="67" y="42"/>
                      <a:pt x="63" y="40"/>
                    </a:cubicBezTo>
                    <a:cubicBezTo>
                      <a:pt x="23" y="22"/>
                      <a:pt x="23" y="22"/>
                      <a:pt x="23" y="22"/>
                    </a:cubicBezTo>
                    <a:cubicBezTo>
                      <a:pt x="20" y="20"/>
                      <a:pt x="16" y="19"/>
                      <a:pt x="13" y="19"/>
                    </a:cubicBezTo>
                    <a:cubicBezTo>
                      <a:pt x="10" y="19"/>
                      <a:pt x="7" y="20"/>
                      <a:pt x="5" y="21"/>
                    </a:cubicBezTo>
                    <a:cubicBezTo>
                      <a:pt x="0" y="23"/>
                      <a:pt x="0" y="26"/>
                      <a:pt x="7" y="29"/>
                    </a:cubicBezTo>
                    <a:cubicBezTo>
                      <a:pt x="46" y="47"/>
                      <a:pt x="46" y="47"/>
                      <a:pt x="46" y="47"/>
                    </a:cubicBezTo>
                    <a:cubicBezTo>
                      <a:pt x="58" y="52"/>
                      <a:pt x="68" y="55"/>
                      <a:pt x="78" y="55"/>
                    </a:cubicBezTo>
                    <a:cubicBezTo>
                      <a:pt x="86" y="55"/>
                      <a:pt x="94" y="53"/>
                      <a:pt x="101" y="50"/>
                    </a:cubicBezTo>
                    <a:cubicBezTo>
                      <a:pt x="120" y="41"/>
                      <a:pt x="120" y="41"/>
                      <a:pt x="120" y="41"/>
                    </a:cubicBezTo>
                    <a:cubicBezTo>
                      <a:pt x="137" y="49"/>
                      <a:pt x="137" y="49"/>
                      <a:pt x="137" y="49"/>
                    </a:cubicBezTo>
                    <a:cubicBezTo>
                      <a:pt x="140" y="51"/>
                      <a:pt x="144" y="52"/>
                      <a:pt x="147" y="52"/>
                    </a:cubicBezTo>
                    <a:cubicBezTo>
                      <a:pt x="150" y="52"/>
                      <a:pt x="153" y="51"/>
                      <a:pt x="155" y="50"/>
                    </a:cubicBezTo>
                    <a:cubicBezTo>
                      <a:pt x="160" y="47"/>
                      <a:pt x="160" y="45"/>
                      <a:pt x="153" y="42"/>
                    </a:cubicBezTo>
                    <a:cubicBezTo>
                      <a:pt x="66" y="2"/>
                      <a:pt x="66" y="2"/>
                      <a:pt x="66" y="2"/>
                    </a:cubicBezTo>
                    <a:cubicBezTo>
                      <a:pt x="63" y="0"/>
                      <a:pt x="59" y="0"/>
                      <a:pt x="56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BDAE5624-17DC-1243-87C5-9614827B7ED6}"/>
                </a:ext>
              </a:extLst>
            </p:cNvPr>
            <p:cNvGrpSpPr/>
            <p:nvPr/>
          </p:nvGrpSpPr>
          <p:grpSpPr>
            <a:xfrm>
              <a:off x="5234706" y="2506212"/>
              <a:ext cx="801688" cy="365126"/>
              <a:chOff x="3730625" y="1266825"/>
              <a:chExt cx="801688" cy="365126"/>
            </a:xfrm>
            <a:solidFill>
              <a:schemeClr val="bg1"/>
            </a:solidFill>
          </p:grpSpPr>
          <p:sp>
            <p:nvSpPr>
              <p:cNvPr id="71" name="Freeform 70">
                <a:extLst>
                  <a:ext uri="{FF2B5EF4-FFF2-40B4-BE49-F238E27FC236}">
                    <a16:creationId xmlns:a16="http://schemas.microsoft.com/office/drawing/2014/main" id="{04EDCE96-85A4-D841-AF02-F19D259D8CE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30625" y="1395413"/>
                <a:ext cx="563563" cy="236538"/>
              </a:xfrm>
              <a:custGeom>
                <a:avLst/>
                <a:gdLst>
                  <a:gd name="T0" fmla="*/ 96 w 150"/>
                  <a:gd name="T1" fmla="*/ 51 h 63"/>
                  <a:gd name="T2" fmla="*/ 85 w 150"/>
                  <a:gd name="T3" fmla="*/ 48 h 63"/>
                  <a:gd name="T4" fmla="*/ 38 w 150"/>
                  <a:gd name="T5" fmla="*/ 27 h 63"/>
                  <a:gd name="T6" fmla="*/ 36 w 150"/>
                  <a:gd name="T7" fmla="*/ 19 h 63"/>
                  <a:gd name="T8" fmla="*/ 47 w 150"/>
                  <a:gd name="T9" fmla="*/ 14 h 63"/>
                  <a:gd name="T10" fmla="*/ 55 w 150"/>
                  <a:gd name="T11" fmla="*/ 12 h 63"/>
                  <a:gd name="T12" fmla="*/ 65 w 150"/>
                  <a:gd name="T13" fmla="*/ 14 h 63"/>
                  <a:gd name="T14" fmla="*/ 112 w 150"/>
                  <a:gd name="T15" fmla="*/ 36 h 63"/>
                  <a:gd name="T16" fmla="*/ 114 w 150"/>
                  <a:gd name="T17" fmla="*/ 44 h 63"/>
                  <a:gd name="T18" fmla="*/ 103 w 150"/>
                  <a:gd name="T19" fmla="*/ 49 h 63"/>
                  <a:gd name="T20" fmla="*/ 96 w 150"/>
                  <a:gd name="T21" fmla="*/ 51 h 63"/>
                  <a:gd name="T22" fmla="*/ 50 w 150"/>
                  <a:gd name="T23" fmla="*/ 0 h 63"/>
                  <a:gd name="T24" fmla="*/ 27 w 150"/>
                  <a:gd name="T25" fmla="*/ 4 h 63"/>
                  <a:gd name="T26" fmla="*/ 16 w 150"/>
                  <a:gd name="T27" fmla="*/ 9 h 63"/>
                  <a:gd name="T28" fmla="*/ 22 w 150"/>
                  <a:gd name="T29" fmla="*/ 34 h 63"/>
                  <a:gd name="T30" fmla="*/ 69 w 150"/>
                  <a:gd name="T31" fmla="*/ 56 h 63"/>
                  <a:gd name="T32" fmla="*/ 101 w 150"/>
                  <a:gd name="T33" fmla="*/ 63 h 63"/>
                  <a:gd name="T34" fmla="*/ 123 w 150"/>
                  <a:gd name="T35" fmla="*/ 58 h 63"/>
                  <a:gd name="T36" fmla="*/ 134 w 150"/>
                  <a:gd name="T37" fmla="*/ 53 h 63"/>
                  <a:gd name="T38" fmla="*/ 128 w 150"/>
                  <a:gd name="T39" fmla="*/ 28 h 63"/>
                  <a:gd name="T40" fmla="*/ 81 w 150"/>
                  <a:gd name="T41" fmla="*/ 7 h 63"/>
                  <a:gd name="T42" fmla="*/ 50 w 150"/>
                  <a:gd name="T43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50" h="63">
                    <a:moveTo>
                      <a:pt x="96" y="51"/>
                    </a:moveTo>
                    <a:cubicBezTo>
                      <a:pt x="92" y="51"/>
                      <a:pt x="89" y="50"/>
                      <a:pt x="85" y="48"/>
                    </a:cubicBezTo>
                    <a:cubicBezTo>
                      <a:pt x="38" y="27"/>
                      <a:pt x="38" y="27"/>
                      <a:pt x="38" y="27"/>
                    </a:cubicBezTo>
                    <a:cubicBezTo>
                      <a:pt x="32" y="24"/>
                      <a:pt x="31" y="21"/>
                      <a:pt x="36" y="19"/>
                    </a:cubicBezTo>
                    <a:cubicBezTo>
                      <a:pt x="47" y="14"/>
                      <a:pt x="47" y="14"/>
                      <a:pt x="47" y="14"/>
                    </a:cubicBezTo>
                    <a:cubicBezTo>
                      <a:pt x="50" y="13"/>
                      <a:pt x="52" y="12"/>
                      <a:pt x="55" y="12"/>
                    </a:cubicBezTo>
                    <a:cubicBezTo>
                      <a:pt x="58" y="12"/>
                      <a:pt x="62" y="13"/>
                      <a:pt x="65" y="14"/>
                    </a:cubicBezTo>
                    <a:cubicBezTo>
                      <a:pt x="112" y="36"/>
                      <a:pt x="112" y="36"/>
                      <a:pt x="112" y="36"/>
                    </a:cubicBezTo>
                    <a:cubicBezTo>
                      <a:pt x="119" y="39"/>
                      <a:pt x="119" y="42"/>
                      <a:pt x="114" y="44"/>
                    </a:cubicBezTo>
                    <a:cubicBezTo>
                      <a:pt x="103" y="49"/>
                      <a:pt x="103" y="49"/>
                      <a:pt x="103" y="49"/>
                    </a:cubicBezTo>
                    <a:cubicBezTo>
                      <a:pt x="101" y="50"/>
                      <a:pt x="98" y="51"/>
                      <a:pt x="96" y="51"/>
                    </a:cubicBezTo>
                    <a:moveTo>
                      <a:pt x="50" y="0"/>
                    </a:moveTo>
                    <a:cubicBezTo>
                      <a:pt x="42" y="0"/>
                      <a:pt x="34" y="1"/>
                      <a:pt x="27" y="4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0" y="17"/>
                      <a:pt x="2" y="25"/>
                      <a:pt x="22" y="34"/>
                    </a:cubicBezTo>
                    <a:cubicBezTo>
                      <a:pt x="69" y="56"/>
                      <a:pt x="69" y="56"/>
                      <a:pt x="69" y="56"/>
                    </a:cubicBezTo>
                    <a:cubicBezTo>
                      <a:pt x="80" y="61"/>
                      <a:pt x="91" y="63"/>
                      <a:pt x="101" y="63"/>
                    </a:cubicBezTo>
                    <a:cubicBezTo>
                      <a:pt x="108" y="63"/>
                      <a:pt x="116" y="62"/>
                      <a:pt x="123" y="58"/>
                    </a:cubicBezTo>
                    <a:cubicBezTo>
                      <a:pt x="134" y="53"/>
                      <a:pt x="134" y="53"/>
                      <a:pt x="134" y="53"/>
                    </a:cubicBezTo>
                    <a:cubicBezTo>
                      <a:pt x="150" y="46"/>
                      <a:pt x="148" y="37"/>
                      <a:pt x="128" y="28"/>
                    </a:cubicBezTo>
                    <a:cubicBezTo>
                      <a:pt x="81" y="7"/>
                      <a:pt x="81" y="7"/>
                      <a:pt x="81" y="7"/>
                    </a:cubicBezTo>
                    <a:cubicBezTo>
                      <a:pt x="70" y="2"/>
                      <a:pt x="60" y="0"/>
                      <a:pt x="50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72" name="Freeform 71">
                <a:extLst>
                  <a:ext uri="{FF2B5EF4-FFF2-40B4-BE49-F238E27FC236}">
                    <a16:creationId xmlns:a16="http://schemas.microsoft.com/office/drawing/2014/main" id="{A9C080BD-73BD-4F4C-B4E2-A0B69D7BB1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1925" y="1266825"/>
                <a:ext cx="560388" cy="263525"/>
              </a:xfrm>
              <a:custGeom>
                <a:avLst/>
                <a:gdLst>
                  <a:gd name="T0" fmla="*/ 50 w 149"/>
                  <a:gd name="T1" fmla="*/ 0 h 70"/>
                  <a:gd name="T2" fmla="*/ 43 w 149"/>
                  <a:gd name="T3" fmla="*/ 2 h 70"/>
                  <a:gd name="T4" fmla="*/ 6 w 149"/>
                  <a:gd name="T5" fmla="*/ 19 h 70"/>
                  <a:gd name="T6" fmla="*/ 7 w 149"/>
                  <a:gd name="T7" fmla="*/ 28 h 70"/>
                  <a:gd name="T8" fmla="*/ 48 w 149"/>
                  <a:gd name="T9" fmla="*/ 46 h 70"/>
                  <a:gd name="T10" fmla="*/ 58 w 149"/>
                  <a:gd name="T11" fmla="*/ 48 h 70"/>
                  <a:gd name="T12" fmla="*/ 65 w 149"/>
                  <a:gd name="T13" fmla="*/ 47 h 70"/>
                  <a:gd name="T14" fmla="*/ 87 w 149"/>
                  <a:gd name="T15" fmla="*/ 37 h 70"/>
                  <a:gd name="T16" fmla="*/ 93 w 149"/>
                  <a:gd name="T17" fmla="*/ 35 h 70"/>
                  <a:gd name="T18" fmla="*/ 108 w 149"/>
                  <a:gd name="T19" fmla="*/ 39 h 70"/>
                  <a:gd name="T20" fmla="*/ 114 w 149"/>
                  <a:gd name="T21" fmla="*/ 49 h 70"/>
                  <a:gd name="T22" fmla="*/ 92 w 149"/>
                  <a:gd name="T23" fmla="*/ 59 h 70"/>
                  <a:gd name="T24" fmla="*/ 95 w 149"/>
                  <a:gd name="T25" fmla="*/ 68 h 70"/>
                  <a:gd name="T26" fmla="*/ 104 w 149"/>
                  <a:gd name="T27" fmla="*/ 70 h 70"/>
                  <a:gd name="T28" fmla="*/ 112 w 149"/>
                  <a:gd name="T29" fmla="*/ 68 h 70"/>
                  <a:gd name="T30" fmla="*/ 133 w 149"/>
                  <a:gd name="T31" fmla="*/ 58 h 70"/>
                  <a:gd name="T32" fmla="*/ 124 w 149"/>
                  <a:gd name="T33" fmla="*/ 32 h 70"/>
                  <a:gd name="T34" fmla="*/ 88 w 149"/>
                  <a:gd name="T35" fmla="*/ 23 h 70"/>
                  <a:gd name="T36" fmla="*/ 67 w 149"/>
                  <a:gd name="T37" fmla="*/ 28 h 70"/>
                  <a:gd name="T38" fmla="*/ 53 w 149"/>
                  <a:gd name="T39" fmla="*/ 34 h 70"/>
                  <a:gd name="T40" fmla="*/ 33 w 149"/>
                  <a:gd name="T41" fmla="*/ 25 h 70"/>
                  <a:gd name="T42" fmla="*/ 63 w 149"/>
                  <a:gd name="T43" fmla="*/ 11 h 70"/>
                  <a:gd name="T44" fmla="*/ 61 w 149"/>
                  <a:gd name="T45" fmla="*/ 3 h 70"/>
                  <a:gd name="T46" fmla="*/ 50 w 149"/>
                  <a:gd name="T47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49" h="70">
                    <a:moveTo>
                      <a:pt x="50" y="0"/>
                    </a:moveTo>
                    <a:cubicBezTo>
                      <a:pt x="48" y="0"/>
                      <a:pt x="45" y="1"/>
                      <a:pt x="43" y="2"/>
                    </a:cubicBezTo>
                    <a:cubicBezTo>
                      <a:pt x="6" y="19"/>
                      <a:pt x="6" y="19"/>
                      <a:pt x="6" y="19"/>
                    </a:cubicBezTo>
                    <a:cubicBezTo>
                      <a:pt x="0" y="22"/>
                      <a:pt x="1" y="25"/>
                      <a:pt x="7" y="28"/>
                    </a:cubicBezTo>
                    <a:cubicBezTo>
                      <a:pt x="48" y="46"/>
                      <a:pt x="48" y="46"/>
                      <a:pt x="48" y="46"/>
                    </a:cubicBezTo>
                    <a:cubicBezTo>
                      <a:pt x="51" y="48"/>
                      <a:pt x="54" y="48"/>
                      <a:pt x="58" y="48"/>
                    </a:cubicBezTo>
                    <a:cubicBezTo>
                      <a:pt x="60" y="48"/>
                      <a:pt x="63" y="48"/>
                      <a:pt x="65" y="47"/>
                    </a:cubicBezTo>
                    <a:cubicBezTo>
                      <a:pt x="87" y="37"/>
                      <a:pt x="87" y="37"/>
                      <a:pt x="87" y="37"/>
                    </a:cubicBezTo>
                    <a:cubicBezTo>
                      <a:pt x="89" y="36"/>
                      <a:pt x="91" y="35"/>
                      <a:pt x="93" y="35"/>
                    </a:cubicBezTo>
                    <a:cubicBezTo>
                      <a:pt x="98" y="35"/>
                      <a:pt x="103" y="37"/>
                      <a:pt x="108" y="39"/>
                    </a:cubicBezTo>
                    <a:cubicBezTo>
                      <a:pt x="117" y="43"/>
                      <a:pt x="119" y="47"/>
                      <a:pt x="114" y="49"/>
                    </a:cubicBezTo>
                    <a:cubicBezTo>
                      <a:pt x="92" y="59"/>
                      <a:pt x="92" y="59"/>
                      <a:pt x="92" y="59"/>
                    </a:cubicBezTo>
                    <a:cubicBezTo>
                      <a:pt x="87" y="62"/>
                      <a:pt x="88" y="64"/>
                      <a:pt x="95" y="68"/>
                    </a:cubicBezTo>
                    <a:cubicBezTo>
                      <a:pt x="98" y="69"/>
                      <a:pt x="101" y="70"/>
                      <a:pt x="104" y="70"/>
                    </a:cubicBezTo>
                    <a:cubicBezTo>
                      <a:pt x="107" y="70"/>
                      <a:pt x="109" y="69"/>
                      <a:pt x="112" y="68"/>
                    </a:cubicBezTo>
                    <a:cubicBezTo>
                      <a:pt x="133" y="58"/>
                      <a:pt x="133" y="58"/>
                      <a:pt x="133" y="58"/>
                    </a:cubicBezTo>
                    <a:cubicBezTo>
                      <a:pt x="149" y="51"/>
                      <a:pt x="146" y="42"/>
                      <a:pt x="124" y="32"/>
                    </a:cubicBezTo>
                    <a:cubicBezTo>
                      <a:pt x="111" y="26"/>
                      <a:pt x="99" y="23"/>
                      <a:pt x="88" y="23"/>
                    </a:cubicBezTo>
                    <a:cubicBezTo>
                      <a:pt x="81" y="23"/>
                      <a:pt x="73" y="25"/>
                      <a:pt x="67" y="28"/>
                    </a:cubicBezTo>
                    <a:cubicBezTo>
                      <a:pt x="53" y="34"/>
                      <a:pt x="53" y="34"/>
                      <a:pt x="53" y="34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63" y="11"/>
                      <a:pt x="63" y="11"/>
                      <a:pt x="63" y="11"/>
                    </a:cubicBezTo>
                    <a:cubicBezTo>
                      <a:pt x="68" y="9"/>
                      <a:pt x="67" y="6"/>
                      <a:pt x="61" y="3"/>
                    </a:cubicBezTo>
                    <a:cubicBezTo>
                      <a:pt x="57" y="1"/>
                      <a:pt x="54" y="0"/>
                      <a:pt x="50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</p:grp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2B5C7F1A-603D-3146-B53E-A54F0C764A43}"/>
              </a:ext>
            </a:extLst>
          </p:cNvPr>
          <p:cNvCxnSpPr/>
          <p:nvPr/>
        </p:nvCxnSpPr>
        <p:spPr>
          <a:xfrm>
            <a:off x="3639607" y="4982676"/>
            <a:ext cx="0" cy="829314"/>
          </a:xfrm>
          <a:prstGeom prst="line">
            <a:avLst/>
          </a:prstGeom>
          <a:ln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8402E935-A651-6F4F-8F2F-72D26EF90253}"/>
              </a:ext>
            </a:extLst>
          </p:cNvPr>
          <p:cNvGrpSpPr/>
          <p:nvPr/>
        </p:nvGrpSpPr>
        <p:grpSpPr>
          <a:xfrm>
            <a:off x="666427" y="4731238"/>
            <a:ext cx="2336900" cy="475813"/>
            <a:chOff x="2593242" y="5760806"/>
            <a:chExt cx="2336900" cy="475813"/>
          </a:xfrm>
        </p:grpSpPr>
        <p:sp>
          <p:nvSpPr>
            <p:cNvPr id="133" name="Rounded Rectangle 132">
              <a:extLst>
                <a:ext uri="{FF2B5EF4-FFF2-40B4-BE49-F238E27FC236}">
                  <a16:creationId xmlns:a16="http://schemas.microsoft.com/office/drawing/2014/main" id="{DF5B862B-3743-054C-8806-EACF029EAC44}"/>
                </a:ext>
              </a:extLst>
            </p:cNvPr>
            <p:cNvSpPr/>
            <p:nvPr/>
          </p:nvSpPr>
          <p:spPr>
            <a:xfrm>
              <a:off x="4454329" y="5760806"/>
              <a:ext cx="475813" cy="475813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Roboto condensed"/>
                </a:rPr>
                <a:t>1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C732236C-3CAD-B94E-BFB1-09BF043083B1}"/>
                </a:ext>
              </a:extLst>
            </p:cNvPr>
            <p:cNvSpPr txBox="1"/>
            <p:nvPr/>
          </p:nvSpPr>
          <p:spPr>
            <a:xfrm>
              <a:off x="2593242" y="5871758"/>
              <a:ext cx="1795070" cy="3416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Arial" panose="020B0604020202020204"/>
                  <a:ea typeface="굴림" panose="020B0600000101010101" pitchFamily="34" charset="-127"/>
                  <a:cs typeface="Arial"/>
                </a:rPr>
                <a:t>Your Keyword</a:t>
              </a:r>
              <a:endPara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ea typeface="굴림" panose="020B0600000101010101" pitchFamily="34" charset="-127"/>
                <a:cs typeface="Arial"/>
              </a:endParaRPr>
            </a:p>
          </p:txBody>
        </p:sp>
      </p:grp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881EC0BF-99A6-0545-BD8D-4C6D8FFE465C}"/>
              </a:ext>
            </a:extLst>
          </p:cNvPr>
          <p:cNvCxnSpPr>
            <a:cxnSpLocks/>
          </p:cNvCxnSpPr>
          <p:nvPr/>
        </p:nvCxnSpPr>
        <p:spPr>
          <a:xfrm flipH="1" flipV="1">
            <a:off x="3003327" y="4969145"/>
            <a:ext cx="633139" cy="4929"/>
          </a:xfrm>
          <a:prstGeom prst="line">
            <a:avLst/>
          </a:prstGeom>
          <a:ln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11379D98-103F-D542-81BA-48FE1F584D7B}"/>
              </a:ext>
            </a:extLst>
          </p:cNvPr>
          <p:cNvSpPr txBox="1"/>
          <p:nvPr/>
        </p:nvSpPr>
        <p:spPr>
          <a:xfrm>
            <a:off x="775285" y="5196858"/>
            <a:ext cx="2497663" cy="889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Lorem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Ipsum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 is simply dummy text of the printing and typesetting industry.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Lorem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Ipsum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has been the industry's standard dummy</a:t>
            </a:r>
            <a:endParaRPr kumimoji="0" lang="id-ID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0DF3F4AF-1EE0-654B-8F83-C4A43549C29D}"/>
              </a:ext>
            </a:extLst>
          </p:cNvPr>
          <p:cNvCxnSpPr/>
          <p:nvPr/>
        </p:nvCxnSpPr>
        <p:spPr>
          <a:xfrm>
            <a:off x="4630025" y="3442615"/>
            <a:ext cx="0" cy="1501643"/>
          </a:xfrm>
          <a:prstGeom prst="line">
            <a:avLst/>
          </a:prstGeom>
          <a:ln>
            <a:solidFill>
              <a:schemeClr val="accent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E51A1B41-86BA-AA46-9570-7EF674873D20}"/>
              </a:ext>
            </a:extLst>
          </p:cNvPr>
          <p:cNvGrpSpPr/>
          <p:nvPr/>
        </p:nvGrpSpPr>
        <p:grpSpPr>
          <a:xfrm>
            <a:off x="1659987" y="3193278"/>
            <a:ext cx="2336900" cy="475813"/>
            <a:chOff x="2593242" y="5760806"/>
            <a:chExt cx="2336900" cy="475813"/>
          </a:xfrm>
        </p:grpSpPr>
        <p:sp>
          <p:nvSpPr>
            <p:cNvPr id="139" name="Rounded Rectangle 138">
              <a:extLst>
                <a:ext uri="{FF2B5EF4-FFF2-40B4-BE49-F238E27FC236}">
                  <a16:creationId xmlns:a16="http://schemas.microsoft.com/office/drawing/2014/main" id="{C5D1B9BC-5189-834B-9FE5-095A2969C792}"/>
                </a:ext>
              </a:extLst>
            </p:cNvPr>
            <p:cNvSpPr/>
            <p:nvPr/>
          </p:nvSpPr>
          <p:spPr>
            <a:xfrm>
              <a:off x="4454329" y="5760806"/>
              <a:ext cx="475813" cy="475813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Roboto condensed"/>
                </a:rPr>
                <a:t>2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6B884299-C19A-9940-9BCF-8CBBD4A4B375}"/>
                </a:ext>
              </a:extLst>
            </p:cNvPr>
            <p:cNvSpPr txBox="1"/>
            <p:nvPr/>
          </p:nvSpPr>
          <p:spPr>
            <a:xfrm>
              <a:off x="2593242" y="5871758"/>
              <a:ext cx="1795070" cy="3416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1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Arial" panose="020B0604020202020204"/>
                  <a:ea typeface="굴림" panose="020B0600000101010101" pitchFamily="34" charset="-127"/>
                  <a:cs typeface="Arial"/>
                </a:rPr>
                <a:t>Your Keyword</a:t>
              </a:r>
              <a:endPara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/>
                <a:ea typeface="굴림" panose="020B0600000101010101" pitchFamily="34" charset="-127"/>
                <a:cs typeface="Arial"/>
              </a:endParaRPr>
            </a:p>
          </p:txBody>
        </p:sp>
      </p:grp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0B131D99-AC3B-3545-AB1D-8551A2B31B74}"/>
              </a:ext>
            </a:extLst>
          </p:cNvPr>
          <p:cNvCxnSpPr>
            <a:cxnSpLocks/>
          </p:cNvCxnSpPr>
          <p:nvPr/>
        </p:nvCxnSpPr>
        <p:spPr>
          <a:xfrm flipH="1">
            <a:off x="3996887" y="3431185"/>
            <a:ext cx="633138" cy="0"/>
          </a:xfrm>
          <a:prstGeom prst="line">
            <a:avLst/>
          </a:prstGeom>
          <a:ln>
            <a:solidFill>
              <a:schemeClr val="accent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TextBox 141">
            <a:extLst>
              <a:ext uri="{FF2B5EF4-FFF2-40B4-BE49-F238E27FC236}">
                <a16:creationId xmlns:a16="http://schemas.microsoft.com/office/drawing/2014/main" id="{3EC97F08-4F3A-9546-9B5A-5C111654BD78}"/>
              </a:ext>
            </a:extLst>
          </p:cNvPr>
          <p:cNvSpPr txBox="1"/>
          <p:nvPr/>
        </p:nvSpPr>
        <p:spPr>
          <a:xfrm>
            <a:off x="1768845" y="3643400"/>
            <a:ext cx="2497663" cy="889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Lorem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Ipsum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 is simply dummy text of the printing and typesetting industry.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Lorem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Ipsum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has been the industry's standard dummy</a:t>
            </a:r>
            <a:endParaRPr kumimoji="0" lang="id-ID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C3E9C1AE-94E9-874D-B78C-7E3E1ECEC996}"/>
              </a:ext>
            </a:extLst>
          </p:cNvPr>
          <p:cNvCxnSpPr/>
          <p:nvPr/>
        </p:nvCxnSpPr>
        <p:spPr>
          <a:xfrm>
            <a:off x="5836274" y="1923408"/>
            <a:ext cx="0" cy="2049643"/>
          </a:xfrm>
          <a:prstGeom prst="line">
            <a:avLst/>
          </a:prstGeom>
          <a:ln>
            <a:solidFill>
              <a:schemeClr val="accent3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DB3B4134-4972-D542-8A18-268632E2129D}"/>
              </a:ext>
            </a:extLst>
          </p:cNvPr>
          <p:cNvGrpSpPr/>
          <p:nvPr/>
        </p:nvGrpSpPr>
        <p:grpSpPr>
          <a:xfrm>
            <a:off x="2866236" y="1685502"/>
            <a:ext cx="2336900" cy="475813"/>
            <a:chOff x="2593242" y="5760806"/>
            <a:chExt cx="2336900" cy="475813"/>
          </a:xfrm>
        </p:grpSpPr>
        <p:sp>
          <p:nvSpPr>
            <p:cNvPr id="145" name="Rounded Rectangle 144">
              <a:extLst>
                <a:ext uri="{FF2B5EF4-FFF2-40B4-BE49-F238E27FC236}">
                  <a16:creationId xmlns:a16="http://schemas.microsoft.com/office/drawing/2014/main" id="{A0A8DBDF-8461-3C46-8AB1-7845C3BB7957}"/>
                </a:ext>
              </a:extLst>
            </p:cNvPr>
            <p:cNvSpPr/>
            <p:nvPr/>
          </p:nvSpPr>
          <p:spPr>
            <a:xfrm>
              <a:off x="4454329" y="5760806"/>
              <a:ext cx="475813" cy="475813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Roboto condensed"/>
                </a:rPr>
                <a:t>3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3D8B552B-DA6E-1E4F-AD00-89CA034A5B41}"/>
                </a:ext>
              </a:extLst>
            </p:cNvPr>
            <p:cNvSpPr txBox="1"/>
            <p:nvPr/>
          </p:nvSpPr>
          <p:spPr>
            <a:xfrm>
              <a:off x="2593242" y="5871758"/>
              <a:ext cx="1795070" cy="3416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1" i="0" u="none" strike="noStrike" kern="1200" cap="none" spc="0" normalizeH="0" baseline="0" noProof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Arial" panose="020B0604020202020204"/>
                  <a:ea typeface="굴림" panose="020B0600000101010101" pitchFamily="34" charset="-127"/>
                  <a:cs typeface="Arial"/>
                </a:rPr>
                <a:t>Your Keyword</a:t>
              </a:r>
              <a:endPara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rial" panose="020B0604020202020204"/>
                <a:ea typeface="굴림" panose="020B0600000101010101" pitchFamily="34" charset="-127"/>
                <a:cs typeface="Arial"/>
              </a:endParaRPr>
            </a:p>
          </p:txBody>
        </p:sp>
      </p:grp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E042C61C-FFC2-C041-A212-2A86A627D7D9}"/>
              </a:ext>
            </a:extLst>
          </p:cNvPr>
          <p:cNvCxnSpPr>
            <a:cxnSpLocks/>
          </p:cNvCxnSpPr>
          <p:nvPr/>
        </p:nvCxnSpPr>
        <p:spPr>
          <a:xfrm flipH="1">
            <a:off x="5203136" y="1923409"/>
            <a:ext cx="642522" cy="0"/>
          </a:xfrm>
          <a:prstGeom prst="line">
            <a:avLst/>
          </a:prstGeom>
          <a:ln>
            <a:solidFill>
              <a:schemeClr val="accent3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3241CCC6-8B7B-3945-B6ED-897C4E1737A4}"/>
              </a:ext>
            </a:extLst>
          </p:cNvPr>
          <p:cNvSpPr txBox="1"/>
          <p:nvPr/>
        </p:nvSpPr>
        <p:spPr>
          <a:xfrm>
            <a:off x="2975094" y="2135624"/>
            <a:ext cx="2497663" cy="889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Lorem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Ipsum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 is simply dummy text of the printing and typesetting industry.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Lorem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Ipsum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has been the industry's standard dummy</a:t>
            </a:r>
            <a:endParaRPr kumimoji="0" lang="id-ID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FD8E895A-969C-3249-87F2-3814926F64A5}"/>
              </a:ext>
            </a:extLst>
          </p:cNvPr>
          <p:cNvCxnSpPr/>
          <p:nvPr/>
        </p:nvCxnSpPr>
        <p:spPr>
          <a:xfrm flipV="1">
            <a:off x="7525215" y="3887249"/>
            <a:ext cx="0" cy="1430228"/>
          </a:xfrm>
          <a:prstGeom prst="line">
            <a:avLst/>
          </a:prstGeom>
          <a:ln>
            <a:solidFill>
              <a:schemeClr val="accent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CC468480-9EE7-4443-B2A1-87747AD1CB2F}"/>
              </a:ext>
            </a:extLst>
          </p:cNvPr>
          <p:cNvCxnSpPr/>
          <p:nvPr/>
        </p:nvCxnSpPr>
        <p:spPr>
          <a:xfrm>
            <a:off x="7525215" y="5320079"/>
            <a:ext cx="147624" cy="0"/>
          </a:xfrm>
          <a:prstGeom prst="line">
            <a:avLst/>
          </a:prstGeom>
          <a:ln>
            <a:solidFill>
              <a:schemeClr val="accent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B44A04B7-92D0-2645-AACF-E430C6811460}"/>
              </a:ext>
            </a:extLst>
          </p:cNvPr>
          <p:cNvGrpSpPr/>
          <p:nvPr/>
        </p:nvGrpSpPr>
        <p:grpSpPr>
          <a:xfrm>
            <a:off x="7756827" y="5053420"/>
            <a:ext cx="2143224" cy="475813"/>
            <a:chOff x="2702098" y="5747197"/>
            <a:chExt cx="2143224" cy="475813"/>
          </a:xfrm>
        </p:grpSpPr>
        <p:sp>
          <p:nvSpPr>
            <p:cNvPr id="152" name="Rounded Rectangle 151">
              <a:extLst>
                <a:ext uri="{FF2B5EF4-FFF2-40B4-BE49-F238E27FC236}">
                  <a16:creationId xmlns:a16="http://schemas.microsoft.com/office/drawing/2014/main" id="{3034482F-ABBB-3046-919F-A896DBA87025}"/>
                </a:ext>
              </a:extLst>
            </p:cNvPr>
            <p:cNvSpPr/>
            <p:nvPr/>
          </p:nvSpPr>
          <p:spPr>
            <a:xfrm>
              <a:off x="2702098" y="5747197"/>
              <a:ext cx="475813" cy="475813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Roboto condensed"/>
                </a:rPr>
                <a:t>4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60F39AB7-6AD7-2345-B620-5F338149E59B}"/>
                </a:ext>
              </a:extLst>
            </p:cNvPr>
            <p:cNvSpPr txBox="1"/>
            <p:nvPr/>
          </p:nvSpPr>
          <p:spPr>
            <a:xfrm>
              <a:off x="3050252" y="5840438"/>
              <a:ext cx="1795070" cy="3416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1" i="0" u="none" strike="noStrike" kern="1200" cap="none" spc="0" normalizeH="0" baseline="0" noProof="0">
                  <a:ln>
                    <a:noFill/>
                  </a:ln>
                  <a:solidFill>
                    <a:schemeClr val="accent4"/>
                  </a:solidFill>
                  <a:effectLst/>
                  <a:uLnTx/>
                  <a:uFillTx/>
                  <a:latin typeface="Arial" panose="020B0604020202020204"/>
                  <a:ea typeface="굴림" panose="020B0600000101010101" pitchFamily="34" charset="-127"/>
                  <a:cs typeface="Arial"/>
                </a:rPr>
                <a:t>Your Keyword</a:t>
              </a:r>
              <a:endPara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panose="020B0604020202020204"/>
                <a:ea typeface="굴림" panose="020B0600000101010101" pitchFamily="34" charset="-127"/>
                <a:cs typeface="Arial"/>
              </a:endParaRPr>
            </a:p>
          </p:txBody>
        </p:sp>
      </p:grpSp>
      <p:sp>
        <p:nvSpPr>
          <p:cNvPr id="154" name="TextBox 153">
            <a:extLst>
              <a:ext uri="{FF2B5EF4-FFF2-40B4-BE49-F238E27FC236}">
                <a16:creationId xmlns:a16="http://schemas.microsoft.com/office/drawing/2014/main" id="{75F82D8C-61C4-2245-B00C-F237E1FF5138}"/>
              </a:ext>
            </a:extLst>
          </p:cNvPr>
          <p:cNvSpPr txBox="1"/>
          <p:nvPr/>
        </p:nvSpPr>
        <p:spPr>
          <a:xfrm>
            <a:off x="7756829" y="5517151"/>
            <a:ext cx="3432947" cy="701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Lorem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Ipsum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 is simply dummy text of the printing and typesetting industry.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Lorem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Ipsum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has been the industry's standard dummy</a:t>
            </a:r>
            <a:endParaRPr kumimoji="0" lang="id-ID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780E2EA7-7A33-6E4A-B3A5-C2D66B6888AD}"/>
              </a:ext>
            </a:extLst>
          </p:cNvPr>
          <p:cNvCxnSpPr/>
          <p:nvPr/>
        </p:nvCxnSpPr>
        <p:spPr>
          <a:xfrm flipV="1">
            <a:off x="8581474" y="2953977"/>
            <a:ext cx="0" cy="933272"/>
          </a:xfrm>
          <a:prstGeom prst="line">
            <a:avLst/>
          </a:prstGeom>
          <a:ln>
            <a:solidFill>
              <a:schemeClr val="accent5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A4AD8043-1B86-AA4A-80BD-BA243D3CBB13}"/>
              </a:ext>
            </a:extLst>
          </p:cNvPr>
          <p:cNvCxnSpPr/>
          <p:nvPr/>
        </p:nvCxnSpPr>
        <p:spPr>
          <a:xfrm>
            <a:off x="8581474" y="3900312"/>
            <a:ext cx="147624" cy="0"/>
          </a:xfrm>
          <a:prstGeom prst="line">
            <a:avLst/>
          </a:prstGeom>
          <a:ln>
            <a:solidFill>
              <a:schemeClr val="accent5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A3213E7F-B051-6C43-805F-CF285272F8FA}"/>
              </a:ext>
            </a:extLst>
          </p:cNvPr>
          <p:cNvGrpSpPr/>
          <p:nvPr/>
        </p:nvGrpSpPr>
        <p:grpSpPr>
          <a:xfrm>
            <a:off x="8857855" y="3663179"/>
            <a:ext cx="2143224" cy="475813"/>
            <a:chOff x="2702098" y="5747197"/>
            <a:chExt cx="2143224" cy="475813"/>
          </a:xfrm>
        </p:grpSpPr>
        <p:sp>
          <p:nvSpPr>
            <p:cNvPr id="158" name="Rounded Rectangle 157">
              <a:extLst>
                <a:ext uri="{FF2B5EF4-FFF2-40B4-BE49-F238E27FC236}">
                  <a16:creationId xmlns:a16="http://schemas.microsoft.com/office/drawing/2014/main" id="{85066239-FCDA-4B43-A0F3-01170D2ED61C}"/>
                </a:ext>
              </a:extLst>
            </p:cNvPr>
            <p:cNvSpPr/>
            <p:nvPr/>
          </p:nvSpPr>
          <p:spPr>
            <a:xfrm>
              <a:off x="2702098" y="5747197"/>
              <a:ext cx="475813" cy="475813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Roboto condensed"/>
                </a:rPr>
                <a:t>5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5851AE1F-7792-E946-BEDE-B9B36C282C3F}"/>
                </a:ext>
              </a:extLst>
            </p:cNvPr>
            <p:cNvSpPr txBox="1"/>
            <p:nvPr/>
          </p:nvSpPr>
          <p:spPr>
            <a:xfrm>
              <a:off x="3050252" y="5840438"/>
              <a:ext cx="1795070" cy="3416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1" i="0" u="none" strike="noStrike" kern="1200" cap="none" spc="0" normalizeH="0" baseline="0" noProof="0">
                  <a:ln>
                    <a:noFill/>
                  </a:ln>
                  <a:solidFill>
                    <a:schemeClr val="accent5"/>
                  </a:solidFill>
                  <a:effectLst/>
                  <a:uLnTx/>
                  <a:uFillTx/>
                  <a:latin typeface="Arial" panose="020B0604020202020204"/>
                  <a:ea typeface="굴림" panose="020B0600000101010101" pitchFamily="34" charset="-127"/>
                  <a:cs typeface="Arial"/>
                </a:rPr>
                <a:t>Your Keyword</a:t>
              </a:r>
              <a:endPara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20204"/>
                <a:ea typeface="굴림" panose="020B0600000101010101" pitchFamily="34" charset="-127"/>
                <a:cs typeface="Arial"/>
              </a:endParaRPr>
            </a:p>
          </p:txBody>
        </p:sp>
      </p:grpSp>
      <p:sp>
        <p:nvSpPr>
          <p:cNvPr id="160" name="TextBox 159">
            <a:extLst>
              <a:ext uri="{FF2B5EF4-FFF2-40B4-BE49-F238E27FC236}">
                <a16:creationId xmlns:a16="http://schemas.microsoft.com/office/drawing/2014/main" id="{C465A31B-767B-854B-ABF5-C9615BE2E239}"/>
              </a:ext>
            </a:extLst>
          </p:cNvPr>
          <p:cNvSpPr txBox="1"/>
          <p:nvPr/>
        </p:nvSpPr>
        <p:spPr>
          <a:xfrm>
            <a:off x="8857857" y="4126910"/>
            <a:ext cx="2719377" cy="90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Lorem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Ipsum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 is simply dummy text of the printing and typesetting industry.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Lorem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Ipsum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has been the industry's standard dummy</a:t>
            </a:r>
            <a:endParaRPr kumimoji="0" lang="id-ID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63094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32687&quot;&gt;&lt;version val=&quot;38642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.WNeMwRPaNOv4PeDFU5Q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.WNeMwRPaNOv4PeDFU5Q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XdkIixRi6Hs.rBsPur2w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XdkIixRi6Hs.rBsPur2w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4Ps3taQqK3C0NeBEvQLA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4Ps3taQqK3C0NeBEvQLA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G5iHMTSC2mGhtG.mpRUA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.WNeMwRPaNOv4PeDFU5Q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.WNeMwRPaNOv4PeDFU5Q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XdkIixRi6Hs.rBsPur2w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XdkIixRi6Hs.rBsPur2w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4Ps3taQqK3C0NeBEvQLA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4Ps3taQqK3C0NeBEvQLA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lideworks">
  <a:themeElements>
    <a:clrScheme name="Slideworks 2025 (updated)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1C2C"/>
      </a:accent1>
      <a:accent2>
        <a:srgbClr val="22A3DF"/>
      </a:accent2>
      <a:accent3>
        <a:srgbClr val="2222F6"/>
      </a:accent3>
      <a:accent4>
        <a:srgbClr val="1877A2"/>
      </a:accent4>
      <a:accent5>
        <a:srgbClr val="A2D5EC"/>
      </a:accent5>
      <a:accent6>
        <a:srgbClr val="F8BC3B"/>
      </a:accent6>
      <a:hlink>
        <a:srgbClr val="3478AB"/>
      </a:hlink>
      <a:folHlink>
        <a:srgbClr val="8B78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2" id="{1FA589A1-0B2A-4F44-97D9-C242F3010324}" vid="{DFEAFBB2-D4D4-764F-80C1-244A30EA48A6}"/>
    </a:ext>
  </a:extLst>
</a:theme>
</file>

<file path=ppt/theme/theme2.xml><?xml version="1.0" encoding="utf-8"?>
<a:theme xmlns:a="http://schemas.openxmlformats.org/drawingml/2006/main" name="4_Office Theme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enture - 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Acc_CoreTemplate_Graphik_100820" id="{49DBA5FE-D7D0-7E4B-91FA-5CF7CE14D163}" vid="{DBC2176E-0E90-094E-B41E-2DF55F50486E}"/>
    </a:ext>
  </a:extLst>
</a:theme>
</file>

<file path=ppt/theme/theme3.xml><?xml version="1.0" encoding="utf-8"?>
<a:theme xmlns:a="http://schemas.openxmlformats.org/drawingml/2006/main" name="1_Accenture 2020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enture - 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Presentation1" id="{2FBF4F2E-F087-4272-92B7-EBFC9338E4E0}" vid="{7D8D2FDC-5BB6-426F-B842-14018C48757E}"/>
    </a:ext>
  </a:extLst>
</a:theme>
</file>

<file path=ppt/theme/theme4.xml><?xml version="1.0" encoding="utf-8"?>
<a:theme xmlns:a="http://schemas.openxmlformats.org/drawingml/2006/main" name="1_Slideworks">
  <a:themeElements>
    <a:clrScheme name="Slideworks 2025 (updated)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1C2C"/>
      </a:accent1>
      <a:accent2>
        <a:srgbClr val="22A3DF"/>
      </a:accent2>
      <a:accent3>
        <a:srgbClr val="2222F6"/>
      </a:accent3>
      <a:accent4>
        <a:srgbClr val="1877A2"/>
      </a:accent4>
      <a:accent5>
        <a:srgbClr val="A2D5EC"/>
      </a:accent5>
      <a:accent6>
        <a:srgbClr val="F8BC3B"/>
      </a:accent6>
      <a:hlink>
        <a:srgbClr val="3478AB"/>
      </a:hlink>
      <a:folHlink>
        <a:srgbClr val="8B78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2" id="{1FA589A1-0B2A-4F44-97D9-C242F3010324}" vid="{DFEAFBB2-D4D4-764F-80C1-244A30EA48A6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2852</TotalTime>
  <Words>670</Words>
  <Application>Microsoft Office PowerPoint</Application>
  <PresentationFormat>Widescreen</PresentationFormat>
  <Paragraphs>128</Paragraphs>
  <Slides>7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14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26" baseType="lpstr">
      <vt:lpstr>Arial</vt:lpstr>
      <vt:lpstr>Arial Black</vt:lpstr>
      <vt:lpstr>Calibri</vt:lpstr>
      <vt:lpstr>Georgia</vt:lpstr>
      <vt:lpstr>Graphik</vt:lpstr>
      <vt:lpstr>Graphik Light</vt:lpstr>
      <vt:lpstr>Graphik Medium</vt:lpstr>
      <vt:lpstr>Graphik Regular</vt:lpstr>
      <vt:lpstr>Graphik Semibold</vt:lpstr>
      <vt:lpstr>GT Sectra Fine</vt:lpstr>
      <vt:lpstr>GT Sectra Fine Rg</vt:lpstr>
      <vt:lpstr>Segoe UI</vt:lpstr>
      <vt:lpstr>System Font</vt:lpstr>
      <vt:lpstr>Wingdings</vt:lpstr>
      <vt:lpstr>Slideworks</vt:lpstr>
      <vt:lpstr>4_Office Theme</vt:lpstr>
      <vt:lpstr>1_Accenture 2020</vt:lpstr>
      <vt:lpstr>1_Slideworks</vt:lpstr>
      <vt:lpstr>think-cell Slide</vt:lpstr>
      <vt:lpstr>Process / Journey </vt:lpstr>
      <vt:lpstr>[Three state process slide / Insert action title]</vt:lpstr>
      <vt:lpstr>[Circular process overview / Insert action title]</vt:lpstr>
      <vt:lpstr>Process</vt:lpstr>
      <vt:lpstr>These trends are causing disruption across the [sanitized] value chain</vt:lpstr>
      <vt:lpstr>Process </vt:lpstr>
      <vt:lpstr>PowerPoint Presentation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Slideworks Business Case Template</dc:title>
  <dc:subject>Business case</dc:subject>
  <dc:creator>Slideworks</dc:creator>
  <cp:keywords>project management, business development, consulting</cp:keywords>
  <dc:description>Copyright of Slideworks.io. Any unauthorized distribution prohibited. See our full terms and conditions at https://slideworks.io/terms</dc:description>
  <cp:lastModifiedBy>Peralta, Mario</cp:lastModifiedBy>
  <cp:revision>362</cp:revision>
  <dcterms:created xsi:type="dcterms:W3CDTF">2025-08-18T13:32:02Z</dcterms:created>
  <dcterms:modified xsi:type="dcterms:W3CDTF">2026-04-20T22:56:39Z</dcterms:modified>
  <cp:category>Management consulting, presentation design, business</cp:category>
</cp:coreProperties>
</file>