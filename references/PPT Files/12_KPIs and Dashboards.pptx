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2.xml" ContentType="application/vnd.openxmlformats-officedocument.theme+xml"/>
  <Override PartName="/ppt/tags/tag330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33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  <p:sldMasterId id="2147484392" r:id="rId2"/>
  </p:sldMasterIdLst>
  <p:notesMasterIdLst>
    <p:notesMasterId r:id="rId6"/>
  </p:notesMasterIdLst>
  <p:handoutMasterIdLst>
    <p:handoutMasterId r:id="rId7"/>
  </p:handoutMasterIdLst>
  <p:sldIdLst>
    <p:sldId id="2147471492" r:id="rId3"/>
    <p:sldId id="347" r:id="rId4"/>
    <p:sldId id="483" r:id="rId5"/>
  </p:sldIdLst>
  <p:sldSz cx="12192000" cy="6858000"/>
  <p:notesSz cx="6858000" cy="9144000"/>
  <p:custDataLst>
    <p:tags r:id="rId8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83"/>
    <p:restoredTop sz="93574"/>
  </p:normalViewPr>
  <p:slideViewPr>
    <p:cSldViewPr snapToGrid="0" showGuides="1">
      <p:cViewPr varScale="1">
        <p:scale>
          <a:sx n="92" d="100"/>
          <a:sy n="92" d="100"/>
        </p:scale>
        <p:origin x="618" y="30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Szenario 1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cat>
            <c:numRef>
              <c:f>Sheet1!$A$2:$A$7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-10</c:v>
                </c:pt>
                <c:pt idx="1">
                  <c:v>-5</c:v>
                </c:pt>
                <c:pt idx="2">
                  <c:v>5</c:v>
                </c:pt>
                <c:pt idx="3">
                  <c:v>15</c:v>
                </c:pt>
                <c:pt idx="4">
                  <c:v>18</c:v>
                </c:pt>
                <c:pt idx="5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83-4D37-ADDB-374FDEC396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5062336"/>
        <c:axId val="1925067136"/>
      </c:areaChart>
      <c:catAx>
        <c:axId val="1925062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5067136"/>
        <c:crosses val="autoZero"/>
        <c:auto val="1"/>
        <c:lblAlgn val="ctr"/>
        <c:lblOffset val="100"/>
        <c:noMultiLvlLbl val="0"/>
      </c:catAx>
      <c:valAx>
        <c:axId val="1925067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50623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04/20/2026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04/20/2026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5" Type="http://schemas.openxmlformats.org/officeDocument/2006/relationships/tags" Target="../tags/tag154.xml"/><Relationship Id="rId10" Type="http://schemas.openxmlformats.org/officeDocument/2006/relationships/tags" Target="../tags/tag149.xml"/><Relationship Id="rId19" Type="http://schemas.openxmlformats.org/officeDocument/2006/relationships/tags" Target="../tags/tag158.xml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tags" Target="../tags/tag153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0.xml"/><Relationship Id="rId9" Type="http://schemas.openxmlformats.org/officeDocument/2006/relationships/tags" Target="../tags/tag19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10" Type="http://schemas.openxmlformats.org/officeDocument/2006/relationships/tags" Target="../tags/tag219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2" Type="http://schemas.openxmlformats.org/officeDocument/2006/relationships/tags" Target="../tags/tag228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tags" Target="../tags/tag25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10" Type="http://schemas.openxmlformats.org/officeDocument/2006/relationships/tags" Target="../tags/tag251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10" Type="http://schemas.openxmlformats.org/officeDocument/2006/relationships/tags" Target="../tags/tag268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13" Type="http://schemas.openxmlformats.org/officeDocument/2006/relationships/tags" Target="../tags/tag289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12" Type="http://schemas.openxmlformats.org/officeDocument/2006/relationships/tags" Target="../tags/tag288.xml"/><Relationship Id="rId17" Type="http://schemas.openxmlformats.org/officeDocument/2006/relationships/tags" Target="../tags/tag293.xml"/><Relationship Id="rId2" Type="http://schemas.openxmlformats.org/officeDocument/2006/relationships/tags" Target="../tags/tag278.xml"/><Relationship Id="rId16" Type="http://schemas.openxmlformats.org/officeDocument/2006/relationships/tags" Target="../tags/tag292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5" Type="http://schemas.openxmlformats.org/officeDocument/2006/relationships/tags" Target="../tags/tag281.xml"/><Relationship Id="rId15" Type="http://schemas.openxmlformats.org/officeDocument/2006/relationships/tags" Target="../tags/tag291.xml"/><Relationship Id="rId10" Type="http://schemas.openxmlformats.org/officeDocument/2006/relationships/tags" Target="../tags/tag286.xml"/><Relationship Id="rId4" Type="http://schemas.openxmlformats.org/officeDocument/2006/relationships/tags" Target="../tags/tag280.xml"/><Relationship Id="rId9" Type="http://schemas.openxmlformats.org/officeDocument/2006/relationships/tags" Target="../tags/tag285.xml"/><Relationship Id="rId14" Type="http://schemas.openxmlformats.org/officeDocument/2006/relationships/tags" Target="../tags/tag29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13" Type="http://schemas.openxmlformats.org/officeDocument/2006/relationships/tags" Target="../tags/tag306.xml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12" Type="http://schemas.openxmlformats.org/officeDocument/2006/relationships/tags" Target="../tags/tag305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11" Type="http://schemas.openxmlformats.org/officeDocument/2006/relationships/tags" Target="../tags/tag304.xml"/><Relationship Id="rId5" Type="http://schemas.openxmlformats.org/officeDocument/2006/relationships/tags" Target="../tags/tag298.xml"/><Relationship Id="rId10" Type="http://schemas.openxmlformats.org/officeDocument/2006/relationships/tags" Target="../tags/tag303.xml"/><Relationship Id="rId4" Type="http://schemas.openxmlformats.org/officeDocument/2006/relationships/tags" Target="../tags/tag297.xml"/><Relationship Id="rId9" Type="http://schemas.openxmlformats.org/officeDocument/2006/relationships/tags" Target="../tags/tag302.xml"/><Relationship Id="rId1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10" Type="http://schemas.openxmlformats.org/officeDocument/2006/relationships/tags" Target="../tags/tag322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holding a microphone&#10;&#10;Description automatically generated with medium confidence">
            <a:extLst>
              <a:ext uri="{FF2B5EF4-FFF2-40B4-BE49-F238E27FC236}">
                <a16:creationId xmlns:a16="http://schemas.microsoft.com/office/drawing/2014/main" id="{CF267FB5-4FD2-F74D-B9FB-1B0FF2C786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6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EE1578-6C5A-8143-1ED7-E512D0BE1C98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9897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looking, wearing, posing&#10;&#10;Description automatically generated">
            <a:extLst>
              <a:ext uri="{FF2B5EF4-FFF2-40B4-BE49-F238E27FC236}">
                <a16:creationId xmlns:a16="http://schemas.microsoft.com/office/drawing/2014/main" id="{D93AB678-4AD4-E74A-A92D-AA6AE8587C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207721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6706273-499D-C646-BF8D-F3C8C88350A9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tx1">
                  <a:alpha val="30000"/>
                </a:schemeClr>
              </a:gs>
              <a:gs pos="3300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527A7F-CB14-286F-A622-E334CD37B403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392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|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922A79-808B-8D68-A25E-212712A938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1875" b="21798"/>
          <a:stretch/>
        </p:blipFill>
        <p:spPr>
          <a:xfrm>
            <a:off x="0" y="0"/>
            <a:ext cx="12192000" cy="68673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312046-917F-1F62-A0ED-0FB980502074}"/>
              </a:ext>
            </a:extLst>
          </p:cNvPr>
          <p:cNvSpPr/>
          <p:nvPr userDrawn="1"/>
        </p:nvSpPr>
        <p:spPr>
          <a:xfrm>
            <a:off x="0" y="0"/>
            <a:ext cx="12192000" cy="6867335"/>
          </a:xfrm>
          <a:prstGeom prst="rect">
            <a:avLst/>
          </a:prstGeom>
          <a:gradFill flip="none" rotWithShape="1">
            <a:gsLst>
              <a:gs pos="35000">
                <a:schemeClr val="accent3">
                  <a:alpha val="68000"/>
                  <a:lumMod val="47000"/>
                </a:schemeClr>
              </a:gs>
              <a:gs pos="79000">
                <a:schemeClr val="accent3">
                  <a:lumMod val="24000"/>
                  <a:alpha val="71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3561B-F219-E545-3E4D-D25A012F63B0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4550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erson, male&#10;&#10;Description automatically generated">
            <a:extLst>
              <a:ext uri="{FF2B5EF4-FFF2-40B4-BE49-F238E27FC236}">
                <a16:creationId xmlns:a16="http://schemas.microsoft.com/office/drawing/2014/main" id="{13CBC0EB-0BC6-F842-B099-663EE3FC2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" y="0"/>
            <a:ext cx="12192001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16D440A-E0E9-CB41-B7B1-00FEDE56B02D}"/>
              </a:ext>
            </a:extLst>
          </p:cNvPr>
          <p:cNvSpPr/>
          <p:nvPr userDrawn="1"/>
        </p:nvSpPr>
        <p:spPr>
          <a:xfrm>
            <a:off x="-4" y="0"/>
            <a:ext cx="12192003" cy="6858000"/>
          </a:xfrm>
          <a:prstGeom prst="rect">
            <a:avLst/>
          </a:prstGeom>
          <a:gradFill>
            <a:gsLst>
              <a:gs pos="100000">
                <a:schemeClr val="tx1">
                  <a:lumMod val="45000"/>
                  <a:alpha val="20000"/>
                </a:schemeClr>
              </a:gs>
              <a:gs pos="15000">
                <a:schemeClr val="bg1">
                  <a:lumMod val="17859"/>
                  <a:alpha val="34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185AD8-51F9-EDAC-F597-7DE69BA8BE19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484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ool ball&#10;&#10;Description automatically generated">
            <a:extLst>
              <a:ext uri="{FF2B5EF4-FFF2-40B4-BE49-F238E27FC236}">
                <a16:creationId xmlns:a16="http://schemas.microsoft.com/office/drawing/2014/main" id="{F82A3BE7-326F-4630-B03C-58D42C3755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"/>
            <a:ext cx="12191223" cy="68673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778" y="0"/>
            <a:ext cx="12192000" cy="686733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3AD0F-C313-0A6D-A254-F2BE51686884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9295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|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sehr hoher, schneebedeckter Berg mit einem Himmelshintergrund">
            <a:extLst>
              <a:ext uri="{FF2B5EF4-FFF2-40B4-BE49-F238E27FC236}">
                <a16:creationId xmlns:a16="http://schemas.microsoft.com/office/drawing/2014/main" id="{11402B72-65A0-0E51-201E-684CF0FEA8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56" t="1068" r="-1" b="19417"/>
          <a:stretch/>
        </p:blipFill>
        <p:spPr bwMode="auto">
          <a:xfrm>
            <a:off x="2" y="0"/>
            <a:ext cx="1219199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3AD0F-C313-0A6D-A254-F2BE51686884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778" y="0"/>
            <a:ext cx="12192000" cy="686733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221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person's face&#10;&#10;Description automatically generated">
            <a:extLst>
              <a:ext uri="{FF2B5EF4-FFF2-40B4-BE49-F238E27FC236}">
                <a16:creationId xmlns:a16="http://schemas.microsoft.com/office/drawing/2014/main" id="{0E608888-9A8B-D849-BD96-02ADDA257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819712" y="0"/>
            <a:ext cx="740373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4D03DBC-2506-064A-8162-F54C9AF96D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8000">
                <a:schemeClr val="tx1">
                  <a:alpha val="0"/>
                </a:schemeClr>
              </a:gs>
              <a:gs pos="45000">
                <a:schemeClr val="tx1">
                  <a:alpha val="99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5385A75-6C7A-3349-9526-077235AAEF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D9660141-0EA2-CA47-B889-5B22F54F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886BFB-6914-0849-9071-3E7EF5D563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CEC6B31-07DA-E24E-AB02-4804DD8CB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EE840A-1182-1D83-15E7-53893562B261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2753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unset over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B14FC67E-89D6-4E07-8F8A-4D80CCD3F1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20772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3FE061-4B75-7D4B-B1F8-EBA0F949C9E8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rgbClr val="008EFF">
                  <a:lumMod val="46195"/>
                  <a:alpha val="60000"/>
                </a:srgbClr>
              </a:gs>
              <a:gs pos="53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919F5C-229E-4C77-BDF4-EAD8A13CF890}"/>
              </a:ext>
            </a:extLst>
          </p:cNvPr>
          <p:cNvSpPr/>
          <p:nvPr userDrawn="1"/>
        </p:nvSpPr>
        <p:spPr>
          <a:xfrm>
            <a:off x="7861" y="-16676"/>
            <a:ext cx="12207720" cy="6858000"/>
          </a:xfrm>
          <a:prstGeom prst="rect">
            <a:avLst/>
          </a:prstGeom>
          <a:gradFill>
            <a:gsLst>
              <a:gs pos="54000">
                <a:schemeClr val="tx1">
                  <a:alpha val="20873"/>
                  <a:lumMod val="94000"/>
                </a:schemeClr>
              </a:gs>
              <a:gs pos="0">
                <a:schemeClr val="bg1">
                  <a:lumMod val="0"/>
                  <a:alpha val="69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F2FD447-5EF1-ED42-96CF-E58AFD1D27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91995B8-8B98-C749-AC77-6BC9679B4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1CD3A7-6D06-3D45-B00C-35F47C6F2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28848D7-9D2F-8A44-A7C2-39E32673D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10960443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5CD73C-606A-875D-0624-49C4C8319798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75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at, wall, indoor&#10;&#10;Description automatically generated">
            <a:extLst>
              <a:ext uri="{FF2B5EF4-FFF2-40B4-BE49-F238E27FC236}">
                <a16:creationId xmlns:a16="http://schemas.microsoft.com/office/drawing/2014/main" id="{16F84C7C-2CB8-456C-83AE-A3F9F0BFD6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699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1B90A9-5AA7-2444-97CF-551E3490359D}"/>
              </a:ext>
            </a:extLst>
          </p:cNvPr>
          <p:cNvSpPr/>
          <p:nvPr userDrawn="1"/>
        </p:nvSpPr>
        <p:spPr>
          <a:xfrm>
            <a:off x="-1" y="0"/>
            <a:ext cx="12207722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C00FA2E-4E05-4F59-9DD3-4067B8A74B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B0E25A4F-DB76-42F1-AB64-8C49B5A535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B9939B-E3CD-4A75-9B1C-E1B56CB2F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2EAF1A-069C-3F4C-834C-9B077A62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pic>
        <p:nvPicPr>
          <p:cNvPr id="10" name="Picture 9" descr="A picture containing text, tableware, clipart, dishware&#10;&#10;Description automatically generated">
            <a:extLst>
              <a:ext uri="{FF2B5EF4-FFF2-40B4-BE49-F238E27FC236}">
                <a16:creationId xmlns:a16="http://schemas.microsoft.com/office/drawing/2014/main" id="{188DC479-9264-324C-8690-D0FF168B8F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5305" y="6008713"/>
            <a:ext cx="3207094" cy="275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6C87C1-E017-89F2-D479-580279663B69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9803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4" descr="A picture containing text, person, indoor&#10;&#10;Description automatically generated">
            <a:extLst>
              <a:ext uri="{FF2B5EF4-FFF2-40B4-BE49-F238E27FC236}">
                <a16:creationId xmlns:a16="http://schemas.microsoft.com/office/drawing/2014/main" id="{60DE002C-1B23-43E1-96A5-7FCE0D4BA8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915AECF-8258-4764-8518-7FE9BB0B9F6B}"/>
              </a:ext>
            </a:extLst>
          </p:cNvPr>
          <p:cNvSpPr/>
          <p:nvPr userDrawn="1"/>
        </p:nvSpPr>
        <p:spPr>
          <a:xfrm>
            <a:off x="-1" y="-16676"/>
            <a:ext cx="12192000" cy="6874676"/>
          </a:xfrm>
          <a:prstGeom prst="rect">
            <a:avLst/>
          </a:prstGeom>
          <a:gradFill>
            <a:gsLst>
              <a:gs pos="54000">
                <a:schemeClr val="tx1">
                  <a:alpha val="20873"/>
                  <a:lumMod val="94000"/>
                </a:schemeClr>
              </a:gs>
              <a:gs pos="0">
                <a:schemeClr val="bg1">
                  <a:lumMod val="0"/>
                  <a:alpha val="69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72B11314-6545-2C43-B575-51E4084401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71B5EE1-B456-8540-87E6-1E7E9A34C0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8E2D6D-92FF-164F-812F-1401066C43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38C0B5F-3738-9B46-8C3E-19F68C22B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F1A21F-2003-6DEA-BD64-BE17AC416FA3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5505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 descr="A person looking at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9376E1AB-E0BF-47DC-82C5-F63615876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D5F828D-6C56-2545-9BE5-1809273CC22C}"/>
              </a:ext>
            </a:extLst>
          </p:cNvPr>
          <p:cNvSpPr/>
          <p:nvPr userDrawn="1"/>
        </p:nvSpPr>
        <p:spPr>
          <a:xfrm>
            <a:off x="4787" y="0"/>
            <a:ext cx="12192000" cy="6858000"/>
          </a:xfrm>
          <a:prstGeom prst="rect">
            <a:avLst/>
          </a:prstGeom>
          <a:gradFill flip="none" rotWithShape="1">
            <a:gsLst>
              <a:gs pos="43000">
                <a:schemeClr val="tx1">
                  <a:alpha val="0"/>
                </a:schemeClr>
              </a:gs>
              <a:gs pos="100000">
                <a:schemeClr val="tx1">
                  <a:alpha val="58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7F2FD447-5EF1-ED42-96CF-E58AFD1D27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42" y="5257799"/>
            <a:ext cx="10941358" cy="6715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 i="0" cap="none" baseline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</a:lstStyle>
          <a:p>
            <a:pPr lvl="0"/>
            <a:r>
              <a:rPr lang="en-US"/>
              <a:t>Insert sub-title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91995B8-8B98-C749-AC77-6BC9679B4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042" y="6008713"/>
            <a:ext cx="10941358" cy="492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Graphik Regular" panose="020B0503030202060203" pitchFamily="34" charset="77"/>
              </a:defRPr>
            </a:lvl1pPr>
          </a:lstStyle>
          <a:p>
            <a:pPr lvl="0"/>
            <a:r>
              <a:rPr lang="en-US"/>
              <a:t>Insert date or additional details 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1CD3A7-6D06-3D45-B00C-35F47C6F2C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1956" y="703769"/>
            <a:ext cx="1267765" cy="33444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7747E5A-EB4A-DD42-AECD-0591E32BE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956" y="1614497"/>
            <a:ext cx="5020855" cy="2900359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800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460323-D690-BF09-3B2E-DC744B0C0AC0}"/>
              </a:ext>
            </a:extLst>
          </p:cNvPr>
          <p:cNvSpPr txBox="1"/>
          <p:nvPr userDrawn="1"/>
        </p:nvSpPr>
        <p:spPr>
          <a:xfrm>
            <a:off x="8936737" y="381000"/>
            <a:ext cx="2874263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de-DE" sz="1600" noProof="0">
                <a:solidFill>
                  <a:schemeClr val="bg1"/>
                </a:solidFill>
              </a:rPr>
              <a:t>Accenture </a:t>
            </a:r>
            <a:r>
              <a:rPr lang="de-DE" sz="1600" b="1" noProof="0">
                <a:solidFill>
                  <a:schemeClr val="bg1"/>
                </a:solidFill>
              </a:rPr>
              <a:t>Business </a:t>
            </a:r>
            <a:r>
              <a:rPr lang="de-DE" sz="1600" b="1" noProof="0" err="1">
                <a:solidFill>
                  <a:schemeClr val="bg1"/>
                </a:solidFill>
              </a:rPr>
              <a:t>Agility</a:t>
            </a:r>
            <a:endParaRPr lang="de-DE" sz="16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3708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4791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E96B644F-A9C2-401B-8562-DC3B10FB5CF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E1C4528C-35CA-41C7-B25C-A600CD41B68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33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926898" y="381000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D858ADC7-4C7C-4404-9E70-D87FF1DC656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13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2DBCDDF3-9F8E-44B5-9E3F-2223C14CC4C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19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13" name="Logo_WH" descr="Accenture logo in white">
            <a:extLst>
              <a:ext uri="{FF2B5EF4-FFF2-40B4-BE49-F238E27FC236}">
                <a16:creationId xmlns:a16="http://schemas.microsoft.com/office/drawing/2014/main" id="{6E8422F7-B85B-4755-B6A1-FFEA87624FF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0" y="381000"/>
            <a:ext cx="1883664" cy="496247"/>
            <a:chOff x="1561" y="187"/>
            <a:chExt cx="4536" cy="1195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4597228-D9AB-44B8-B1CD-B17ABE7714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5BFA133-9FE4-4FB4-968A-A369A9EF6A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77A704DC-31A8-4495-8AF1-E7E89DF738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64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26898" y="381000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black">
            <a:extLst>
              <a:ext uri="{FF2B5EF4-FFF2-40B4-BE49-F238E27FC236}">
                <a16:creationId xmlns:a16="http://schemas.microsoft.com/office/drawing/2014/main" id="{C6585ED9-32B3-49DC-BF0B-CD6F5EFC293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35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12" name="Logo_BL" descr="Accenture logo in black and purple">
            <a:extLst>
              <a:ext uri="{FF2B5EF4-FFF2-40B4-BE49-F238E27FC236}">
                <a16:creationId xmlns:a16="http://schemas.microsoft.com/office/drawing/2014/main" id="{9F19D48A-46F6-4BAE-97F3-DFACD8E22B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2636" y="382725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848F740B-2A73-4970-A31A-4A0E685E6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4A90C93-9B70-4203-9499-12D2A090A8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Acc_Tech_Logo_WH" descr="Accenture Technology wordmark in black">
            <a:extLst>
              <a:ext uri="{FF2B5EF4-FFF2-40B4-BE49-F238E27FC236}">
                <a16:creationId xmlns:a16="http://schemas.microsoft.com/office/drawing/2014/main" id="{E96F42A4-2317-4355-8825-25B7BD82F6B1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02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1073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0" name="Acc_Tech_Logo_WH" descr="Accenture Technology wordmark in black">
            <a:extLst>
              <a:ext uri="{FF2B5EF4-FFF2-40B4-BE49-F238E27FC236}">
                <a16:creationId xmlns:a16="http://schemas.microsoft.com/office/drawing/2014/main" id="{054458DC-FCF6-48B1-82BA-13CDEA023B1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52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</a:t>
            </a:r>
            <a:r>
              <a:rPr lang="en-GB" err="1"/>
              <a:t>Sectra</a:t>
            </a:r>
            <a:r>
              <a:rPr lang="en-GB"/>
              <a:t>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7566C-53C2-495B-AB09-FB963677FBC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27EE6-F7FE-45B9-AE64-447923B752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F831CF1-4D94-409F-82CE-22B21A5E6E2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65087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138DC-2E91-497C-AA8C-AB2731576A7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29E12-82E6-4A7B-A4EA-B7EBB886FDA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CB18A7F-13E9-4220-9450-D65CC24C3D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140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  <a:endParaRPr lang="en-US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1E867-226F-488A-A8C5-1FA9BFED95E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8F0E0-252D-49C1-B228-814B72EC1B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56EA0650-802C-4FDD-B5A4-6C182345E0D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88881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E6FA45-B87D-4010-B3A6-50390CDC203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1C212-8B21-4C54-AA4C-AE65DBACFD84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477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59C898-565C-3242-FA11-F381C9FB7D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1875" b="21798"/>
          <a:stretch/>
        </p:blipFill>
        <p:spPr>
          <a:xfrm>
            <a:off x="0" y="0"/>
            <a:ext cx="12192000" cy="68673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143E4C-DBC5-A30E-857B-CFBBF6DB2EB1}"/>
              </a:ext>
            </a:extLst>
          </p:cNvPr>
          <p:cNvSpPr/>
          <p:nvPr userDrawn="1"/>
        </p:nvSpPr>
        <p:spPr>
          <a:xfrm>
            <a:off x="0" y="0"/>
            <a:ext cx="12192000" cy="6867335"/>
          </a:xfrm>
          <a:prstGeom prst="rect">
            <a:avLst/>
          </a:prstGeom>
          <a:gradFill flip="none" rotWithShape="1">
            <a:gsLst>
              <a:gs pos="35000">
                <a:schemeClr val="accent3">
                  <a:alpha val="68000"/>
                  <a:lumMod val="47000"/>
                </a:schemeClr>
              </a:gs>
              <a:gs pos="79000">
                <a:schemeClr val="accent3">
                  <a:lumMod val="24000"/>
                  <a:alpha val="71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2304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E6FA45-B87D-4010-B3A6-50390CDC2036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1C212-8B21-4C54-AA4C-AE65DBACFD84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42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14A41-AE1D-4ED0-AEF0-A7196671391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BA0FB-750F-41F2-A36F-F10D6317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660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5A837B-28FB-46DA-A9E1-BBD52F8F500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814393-A477-4161-9DFD-00CCDF9D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78C572D-D458-4A76-90DF-0E44EED2893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48059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6ABE35-6A9F-4EFF-A45E-6FBDF564DF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FCF4C-BF6B-4DD2-AD05-1E27B9CAC8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93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8E481-807E-4A42-B3B9-E7CC3CAB46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FD7E5F-AF3A-4FA5-9F37-A1A07B14A8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30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055B0-6CCC-412F-B2AB-95EE559FA9C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45E2E-B58E-47DE-99A6-C28BFE3B8D6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89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357AF-6031-4E46-92DB-3BF352FFDD4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D135-77B2-4CBD-8873-E996A6018B4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46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EA4AE36-551D-47A6-9ED4-90DAB2CE5EC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6CA7D-7F0B-41E6-8974-77DD6EFDE09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87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5FE2F-EA43-4D55-AD7B-6D2BE5328771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C2A080-C529-4EE2-8C9B-66DE4979711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7A206-6C55-484E-AF32-1E74F136687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F61A-F918-432B-B0D2-A3DA25E887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34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12A893A-4FC2-4BA5-BD11-65DA030F847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5E893-1B46-478C-82DE-373CE5E96C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Alt) 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6FB760-AEF8-46F8-B73E-B0A537402A7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14156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B9165B01-6544-4059-9AE2-42F4426A038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50358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2E96CC-0F77-4F5D-A96C-5243BDB51C0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86560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D003B29-C8CB-4629-BF53-F5AEBE6FAE2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2762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9BB6C55-F8C8-4B99-843F-9A6047B7A3E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0570872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5B4D7-8923-4103-941B-9DB281917809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E1F10-2744-46D6-9860-2213E0F322D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74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93E9F-9185-457C-AF55-43D1692644E3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6B548-1FC6-4BEE-85E0-F39502BAE5C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99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2849C-95A8-476C-B86E-8FADE9EDEF8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2844-40EF-4283-B20C-E51DF85DE8DF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13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 21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B37BA-76DF-41D7-97E2-6799C05FB045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2263A-F6D1-4212-95F4-A97D0AE0FD8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E1440906-C2CB-48C3-B0F0-9372D82C370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13695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0599F3-5A4D-4FBE-AAE6-3CADF5732E7D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636D8-D9C8-4061-966A-40D5A7E0D3DE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493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807CD7-8FE5-4E51-8390-2E27D2E32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E1239-0A43-4E5F-BE3C-558FCA5484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D723E3B-CD32-4134-A639-8045735CC6D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846778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white">
            <a:extLst>
              <a:ext uri="{FF2B5EF4-FFF2-40B4-BE49-F238E27FC236}">
                <a16:creationId xmlns:a16="http://schemas.microsoft.com/office/drawing/2014/main" id="{8C4A6146-1E4E-44A0-BBBB-ACDCAA9D7F2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D8E7D-513C-4E47-9B34-D9704218DC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20E87-44DC-45B8-BBEC-944BF191394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ED8EF41-C8D4-472A-94FA-1EECD819C456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05441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C080C0-D198-40BF-822E-6333F0D85D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3DB136-9367-4F71-BB12-00E767B8BD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0516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FF0C6-094C-4FEF-9DE0-E0F01A8659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87ABC-802F-4347-9119-8F1A3E59CC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7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F365B-6E6B-42D0-A788-DC291B18D38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FC246-178A-4E59-B0DB-2113C4E2C28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69732029-D892-4E9C-B651-A09B118D54F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/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68656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4A8D3-6058-41A2-8F04-78E76A485F4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9078F-A59C-436D-84D4-8FAB180FE56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8477001B-4C2C-4282-B6EE-0D4B7017E47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/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61183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6AE46-0FE8-4DAD-A388-14C49AA3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CF10E-CDE8-468B-A64E-68FFDBFED8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35ECF0F6-A697-4552-8206-D23F12C34FA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11960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EB2E7-0785-45A4-8430-CC38AACA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8A0C7-A599-44BD-BEAF-471E292866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6B77894-8DA1-4830-AE7C-61E323D7C3B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5517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DB6FD-908B-48B9-BD48-646C8677A0A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E2F3-EB7C-4364-AD0E-3830F234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72DFBB2-51AA-4D40-BFE2-0053D472B9F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04277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458B6-3034-43C2-AB7C-A09935ED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4913F-768B-49A5-BA02-72CED2D468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25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B439C2-A664-4428-9625-B6371A5FC0D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EF03CC-8DC0-420F-B0FE-3B42860532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78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5882D-D1BF-4DE0-8753-4109C2A3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59FDF-87FF-4486-9033-65EA82B69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2601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DA04B2-BD1D-D9C4-0561-40622A65F8FE}"/>
              </a:ext>
            </a:extLst>
          </p:cNvPr>
          <p:cNvSpPr/>
          <p:nvPr userDrawn="1"/>
        </p:nvSpPr>
        <p:spPr>
          <a:xfrm>
            <a:off x="6096000" y="0"/>
            <a:ext cx="609600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here in GT Sectra Fine </a:t>
            </a:r>
            <a:r>
              <a:rPr lang="en-US" err="1"/>
              <a:t>Rg</a:t>
            </a:r>
            <a:r>
              <a:rPr lang="en-US"/>
              <a:t> 24pt,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807CD7-8FE5-4E51-8390-2E27D2E32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E1239-0A43-4E5F-BE3C-558FCA5484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D723E3B-CD32-4134-A639-8045735CC6D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272749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C13C12-7FF7-4420-BB4A-B9EE4A84C9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Footnote">
            <a:extLst>
              <a:ext uri="{FF2B5EF4-FFF2-40B4-BE49-F238E27FC236}">
                <a16:creationId xmlns:a16="http://schemas.microsoft.com/office/drawing/2014/main" id="{23F57C04-AB71-4EE8-9954-90D3E79865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58786" y="6080178"/>
            <a:ext cx="9265981" cy="148680"/>
          </a:xfrm>
        </p:spPr>
        <p:txBody>
          <a:bodyPr anchor="ctr">
            <a:no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000"/>
            </a:lvl1pPr>
            <a:lvl2pPr marL="176213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GB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4164584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79">
          <p15:clr>
            <a:srgbClr val="E1F4F8"/>
          </p15:clr>
        </p15:guide>
        <p15:guide id="3" pos="7401">
          <p15:clr>
            <a:srgbClr val="E1F4F8"/>
          </p15:clr>
        </p15:guide>
        <p15:guide id="4" orient="horz" pos="824">
          <p15:clr>
            <a:srgbClr val="E1F4F8"/>
          </p15:clr>
        </p15:guide>
        <p15:guide id="5" orient="horz" pos="3830">
          <p15:clr>
            <a:srgbClr val="E1F4F8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6.xml"/><Relationship Id="rId47" Type="http://schemas.openxmlformats.org/officeDocument/2006/relationships/tags" Target="../tags/tag21.xml"/><Relationship Id="rId63" Type="http://schemas.openxmlformats.org/officeDocument/2006/relationships/tags" Target="../tags/tag37.xml"/><Relationship Id="rId68" Type="http://schemas.openxmlformats.org/officeDocument/2006/relationships/tags" Target="../tags/tag42.xml"/><Relationship Id="rId7" Type="http://schemas.openxmlformats.org/officeDocument/2006/relationships/slideLayout" Target="../slideLayouts/slideLayout7.xml"/><Relationship Id="rId71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3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6.xml"/><Relationship Id="rId37" Type="http://schemas.openxmlformats.org/officeDocument/2006/relationships/tags" Target="../tags/tag11.xml"/><Relationship Id="rId40" Type="http://schemas.openxmlformats.org/officeDocument/2006/relationships/tags" Target="../tags/tag14.xml"/><Relationship Id="rId45" Type="http://schemas.openxmlformats.org/officeDocument/2006/relationships/tags" Target="../tags/tag19.xml"/><Relationship Id="rId53" Type="http://schemas.openxmlformats.org/officeDocument/2006/relationships/tags" Target="../tags/tag27.xml"/><Relationship Id="rId58" Type="http://schemas.openxmlformats.org/officeDocument/2006/relationships/tags" Target="../tags/tag32.xml"/><Relationship Id="rId66" Type="http://schemas.openxmlformats.org/officeDocument/2006/relationships/tags" Target="../tags/tag40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tags" Target="../tags/tag4.xml"/><Relationship Id="rId35" Type="http://schemas.openxmlformats.org/officeDocument/2006/relationships/tags" Target="../tags/tag9.xml"/><Relationship Id="rId43" Type="http://schemas.openxmlformats.org/officeDocument/2006/relationships/tags" Target="../tags/tag17.xml"/><Relationship Id="rId48" Type="http://schemas.openxmlformats.org/officeDocument/2006/relationships/tags" Target="../tags/tag22.xml"/><Relationship Id="rId56" Type="http://schemas.openxmlformats.org/officeDocument/2006/relationships/tags" Target="../tags/tag30.xml"/><Relationship Id="rId64" Type="http://schemas.openxmlformats.org/officeDocument/2006/relationships/tags" Target="../tags/tag38.xml"/><Relationship Id="rId69" Type="http://schemas.openxmlformats.org/officeDocument/2006/relationships/tags" Target="../tags/tag43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7.xml"/><Relationship Id="rId38" Type="http://schemas.openxmlformats.org/officeDocument/2006/relationships/tags" Target="../tags/tag12.xml"/><Relationship Id="rId46" Type="http://schemas.openxmlformats.org/officeDocument/2006/relationships/tags" Target="../tags/tag20.xml"/><Relationship Id="rId59" Type="http://schemas.openxmlformats.org/officeDocument/2006/relationships/tags" Target="../tags/tag33.xml"/><Relationship Id="rId67" Type="http://schemas.openxmlformats.org/officeDocument/2006/relationships/tags" Target="../tags/tag41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5.xml"/><Relationship Id="rId54" Type="http://schemas.openxmlformats.org/officeDocument/2006/relationships/tags" Target="../tags/tag28.xml"/><Relationship Id="rId62" Type="http://schemas.openxmlformats.org/officeDocument/2006/relationships/tags" Target="../tags/tag36.xml"/><Relationship Id="rId7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36" Type="http://schemas.openxmlformats.org/officeDocument/2006/relationships/tags" Target="../tags/tag10.xml"/><Relationship Id="rId49" Type="http://schemas.openxmlformats.org/officeDocument/2006/relationships/tags" Target="../tags/tag23.xml"/><Relationship Id="rId57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5.xml"/><Relationship Id="rId44" Type="http://schemas.openxmlformats.org/officeDocument/2006/relationships/tags" Target="../tags/tag18.xml"/><Relationship Id="rId52" Type="http://schemas.openxmlformats.org/officeDocument/2006/relationships/tags" Target="../tags/tag26.xml"/><Relationship Id="rId60" Type="http://schemas.openxmlformats.org/officeDocument/2006/relationships/tags" Target="../tags/tag34.xml"/><Relationship Id="rId65" Type="http://schemas.openxmlformats.org/officeDocument/2006/relationships/tags" Target="../tags/tag3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3.xml"/><Relationship Id="rId34" Type="http://schemas.openxmlformats.org/officeDocument/2006/relationships/tags" Target="../tags/tag8.xml"/><Relationship Id="rId50" Type="http://schemas.openxmlformats.org/officeDocument/2006/relationships/tags" Target="../tags/tag24.xml"/><Relationship Id="rId55" Type="http://schemas.openxmlformats.org/officeDocument/2006/relationships/tags" Target="../tags/tag2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9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42" Type="http://schemas.openxmlformats.org/officeDocument/2006/relationships/slideLayout" Target="../slideLayouts/slideLayout68.xml"/><Relationship Id="rId47" Type="http://schemas.openxmlformats.org/officeDocument/2006/relationships/slideLayout" Target="../slideLayouts/slideLayout73.xml"/><Relationship Id="rId50" Type="http://schemas.openxmlformats.org/officeDocument/2006/relationships/slideLayout" Target="../slideLayouts/slideLayout76.xml"/><Relationship Id="rId55" Type="http://schemas.openxmlformats.org/officeDocument/2006/relationships/tags" Target="../tags/tag330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63.xml"/><Relationship Id="rId40" Type="http://schemas.openxmlformats.org/officeDocument/2006/relationships/slideLayout" Target="../slideLayouts/slideLayout66.xml"/><Relationship Id="rId45" Type="http://schemas.openxmlformats.org/officeDocument/2006/relationships/slideLayout" Target="../slideLayouts/slideLayout71.xml"/><Relationship Id="rId53" Type="http://schemas.openxmlformats.org/officeDocument/2006/relationships/slideLayout" Target="../slideLayouts/slideLayout79.xml"/><Relationship Id="rId5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43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74.xml"/><Relationship Id="rId56" Type="http://schemas.openxmlformats.org/officeDocument/2006/relationships/oleObject" Target="../embeddings/oleObject2.bin"/><Relationship Id="rId8" Type="http://schemas.openxmlformats.org/officeDocument/2006/relationships/slideLayout" Target="../slideLayouts/slideLayout34.xml"/><Relationship Id="rId51" Type="http://schemas.openxmlformats.org/officeDocument/2006/relationships/slideLayout" Target="../slideLayouts/slideLayout77.xml"/><Relationship Id="rId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64.xml"/><Relationship Id="rId46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46.xml"/><Relationship Id="rId41" Type="http://schemas.openxmlformats.org/officeDocument/2006/relationships/slideLayout" Target="../slideLayouts/slideLayout67.xml"/><Relationship Id="rId54" Type="http://schemas.openxmlformats.org/officeDocument/2006/relationships/theme" Target="../theme/theme2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62.xml"/><Relationship Id="rId49" Type="http://schemas.openxmlformats.org/officeDocument/2006/relationships/slideLayout" Target="../slideLayouts/slideLayout75.xml"/><Relationship Id="rId57" Type="http://schemas.openxmlformats.org/officeDocument/2006/relationships/image" Target="../media/image1.emf"/><Relationship Id="rId10" Type="http://schemas.openxmlformats.org/officeDocument/2006/relationships/slideLayout" Target="../slideLayouts/slideLayout36.xml"/><Relationship Id="rId31" Type="http://schemas.openxmlformats.org/officeDocument/2006/relationships/slideLayout" Target="../slideLayouts/slideLayout57.xml"/><Relationship Id="rId44" Type="http://schemas.openxmlformats.org/officeDocument/2006/relationships/slideLayout" Target="../slideLayouts/slideLayout70.xml"/><Relationship Id="rId52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7FC086D-550C-0391-52E6-60372882047E}"/>
              </a:ext>
            </a:extLst>
          </p:cNvPr>
          <p:cNvGraphicFramePr>
            <a:graphicFrameLocks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4203103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47" imgH="348" progId="TCLayout.ActiveDocument.1">
                  <p:embed/>
                </p:oleObj>
              </mc:Choice>
              <mc:Fallback>
                <p:oleObj name="think-cell Slide" r:id="rId70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42" r:id="rId2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BAB2890-B119-0B38-7D05-02B657A698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5"/>
            </p:custDataLst>
            <p:extLst>
              <p:ext uri="{D42A27DB-BD31-4B8C-83A1-F6EECF244321}">
                <p14:modId xmlns:p14="http://schemas.microsoft.com/office/powerpoint/2010/main" val="17299945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6" imgW="347" imgH="348" progId="TCLayout.ActiveDocument.1">
                  <p:embed/>
                </p:oleObj>
              </mc:Choice>
              <mc:Fallback>
                <p:oleObj name="think-cell Slide" r:id="rId56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5AB957F-03D6-48C8-8F91-1AE64BEA36C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9071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3" r:id="rId1"/>
    <p:sldLayoutId id="2147484394" r:id="rId2"/>
    <p:sldLayoutId id="2147484395" r:id="rId3"/>
    <p:sldLayoutId id="2147484396" r:id="rId4"/>
    <p:sldLayoutId id="2147484397" r:id="rId5"/>
    <p:sldLayoutId id="2147484398" r:id="rId6"/>
    <p:sldLayoutId id="2147484399" r:id="rId7"/>
    <p:sldLayoutId id="2147484400" r:id="rId8"/>
    <p:sldLayoutId id="2147484401" r:id="rId9"/>
    <p:sldLayoutId id="2147484402" r:id="rId10"/>
    <p:sldLayoutId id="2147484403" r:id="rId11"/>
    <p:sldLayoutId id="2147484404" r:id="rId12"/>
    <p:sldLayoutId id="2147484405" r:id="rId13"/>
    <p:sldLayoutId id="2147484406" r:id="rId14"/>
    <p:sldLayoutId id="2147484407" r:id="rId15"/>
    <p:sldLayoutId id="2147484408" r:id="rId16"/>
    <p:sldLayoutId id="2147484409" r:id="rId17"/>
    <p:sldLayoutId id="2147484410" r:id="rId18"/>
    <p:sldLayoutId id="2147484411" r:id="rId19"/>
    <p:sldLayoutId id="2147484412" r:id="rId20"/>
    <p:sldLayoutId id="2147484413" r:id="rId21"/>
    <p:sldLayoutId id="2147484414" r:id="rId22"/>
    <p:sldLayoutId id="2147484415" r:id="rId23"/>
    <p:sldLayoutId id="2147484416" r:id="rId24"/>
    <p:sldLayoutId id="2147484417" r:id="rId25"/>
    <p:sldLayoutId id="2147484418" r:id="rId26"/>
    <p:sldLayoutId id="2147484419" r:id="rId27"/>
    <p:sldLayoutId id="2147484420" r:id="rId28"/>
    <p:sldLayoutId id="2147484421" r:id="rId29"/>
    <p:sldLayoutId id="2147484422" r:id="rId30"/>
    <p:sldLayoutId id="2147484423" r:id="rId31"/>
    <p:sldLayoutId id="2147484424" r:id="rId32"/>
    <p:sldLayoutId id="2147484425" r:id="rId33"/>
    <p:sldLayoutId id="2147484426" r:id="rId34"/>
    <p:sldLayoutId id="2147484427" r:id="rId35"/>
    <p:sldLayoutId id="2147484428" r:id="rId36"/>
    <p:sldLayoutId id="2147484429" r:id="rId37"/>
    <p:sldLayoutId id="2147484430" r:id="rId38"/>
    <p:sldLayoutId id="2147484431" r:id="rId39"/>
    <p:sldLayoutId id="2147484432" r:id="rId40"/>
    <p:sldLayoutId id="2147484433" r:id="rId41"/>
    <p:sldLayoutId id="2147484434" r:id="rId42"/>
    <p:sldLayoutId id="2147484435" r:id="rId43"/>
    <p:sldLayoutId id="2147484436" r:id="rId44"/>
    <p:sldLayoutId id="2147484437" r:id="rId45"/>
    <p:sldLayoutId id="2147484438" r:id="rId46"/>
    <p:sldLayoutId id="2147484439" r:id="rId47"/>
    <p:sldLayoutId id="2147484440" r:id="rId48"/>
    <p:sldLayoutId id="2147484441" r:id="rId49"/>
    <p:sldLayoutId id="2147484442" r:id="rId50"/>
    <p:sldLayoutId id="2147484443" r:id="rId51"/>
    <p:sldLayoutId id="2147484444" r:id="rId52"/>
    <p:sldLayoutId id="2147484446" r:id="rId53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1.xml"/><Relationship Id="rId4" Type="http://schemas.openxmlformats.org/officeDocument/2006/relationships/image" Target="../media/image2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448.xml"/><Relationship Id="rId299" Type="http://schemas.openxmlformats.org/officeDocument/2006/relationships/tags" Target="../tags/tag630.xml"/><Relationship Id="rId21" Type="http://schemas.openxmlformats.org/officeDocument/2006/relationships/tags" Target="../tags/tag352.xml"/><Relationship Id="rId63" Type="http://schemas.openxmlformats.org/officeDocument/2006/relationships/tags" Target="../tags/tag394.xml"/><Relationship Id="rId159" Type="http://schemas.openxmlformats.org/officeDocument/2006/relationships/tags" Target="../tags/tag490.xml"/><Relationship Id="rId170" Type="http://schemas.openxmlformats.org/officeDocument/2006/relationships/tags" Target="../tags/tag501.xml"/><Relationship Id="rId226" Type="http://schemas.openxmlformats.org/officeDocument/2006/relationships/tags" Target="../tags/tag557.xml"/><Relationship Id="rId268" Type="http://schemas.openxmlformats.org/officeDocument/2006/relationships/tags" Target="../tags/tag599.xml"/><Relationship Id="rId32" Type="http://schemas.openxmlformats.org/officeDocument/2006/relationships/tags" Target="../tags/tag363.xml"/><Relationship Id="rId74" Type="http://schemas.openxmlformats.org/officeDocument/2006/relationships/tags" Target="../tags/tag405.xml"/><Relationship Id="rId128" Type="http://schemas.openxmlformats.org/officeDocument/2006/relationships/tags" Target="../tags/tag459.xml"/><Relationship Id="rId5" Type="http://schemas.openxmlformats.org/officeDocument/2006/relationships/tags" Target="../tags/tag336.xml"/><Relationship Id="rId181" Type="http://schemas.openxmlformats.org/officeDocument/2006/relationships/tags" Target="../tags/tag512.xml"/><Relationship Id="rId237" Type="http://schemas.openxmlformats.org/officeDocument/2006/relationships/tags" Target="../tags/tag568.xml"/><Relationship Id="rId279" Type="http://schemas.openxmlformats.org/officeDocument/2006/relationships/tags" Target="../tags/tag610.xml"/><Relationship Id="rId43" Type="http://schemas.openxmlformats.org/officeDocument/2006/relationships/tags" Target="../tags/tag374.xml"/><Relationship Id="rId139" Type="http://schemas.openxmlformats.org/officeDocument/2006/relationships/tags" Target="../tags/tag470.xml"/><Relationship Id="rId290" Type="http://schemas.openxmlformats.org/officeDocument/2006/relationships/tags" Target="../tags/tag621.xml"/><Relationship Id="rId304" Type="http://schemas.openxmlformats.org/officeDocument/2006/relationships/tags" Target="../tags/tag635.xml"/><Relationship Id="rId85" Type="http://schemas.openxmlformats.org/officeDocument/2006/relationships/tags" Target="../tags/tag416.xml"/><Relationship Id="rId150" Type="http://schemas.openxmlformats.org/officeDocument/2006/relationships/tags" Target="../tags/tag481.xml"/><Relationship Id="rId192" Type="http://schemas.openxmlformats.org/officeDocument/2006/relationships/tags" Target="../tags/tag523.xml"/><Relationship Id="rId206" Type="http://schemas.openxmlformats.org/officeDocument/2006/relationships/tags" Target="../tags/tag537.xml"/><Relationship Id="rId248" Type="http://schemas.openxmlformats.org/officeDocument/2006/relationships/tags" Target="../tags/tag579.xml"/><Relationship Id="rId12" Type="http://schemas.openxmlformats.org/officeDocument/2006/relationships/tags" Target="../tags/tag343.xml"/><Relationship Id="rId108" Type="http://schemas.openxmlformats.org/officeDocument/2006/relationships/tags" Target="../tags/tag439.xml"/><Relationship Id="rId54" Type="http://schemas.openxmlformats.org/officeDocument/2006/relationships/tags" Target="../tags/tag385.xml"/><Relationship Id="rId96" Type="http://schemas.openxmlformats.org/officeDocument/2006/relationships/tags" Target="../tags/tag427.xml"/><Relationship Id="rId161" Type="http://schemas.openxmlformats.org/officeDocument/2006/relationships/tags" Target="../tags/tag492.xml"/><Relationship Id="rId217" Type="http://schemas.openxmlformats.org/officeDocument/2006/relationships/tags" Target="../tags/tag548.xml"/><Relationship Id="rId259" Type="http://schemas.openxmlformats.org/officeDocument/2006/relationships/tags" Target="../tags/tag590.xml"/><Relationship Id="rId23" Type="http://schemas.openxmlformats.org/officeDocument/2006/relationships/tags" Target="../tags/tag354.xml"/><Relationship Id="rId119" Type="http://schemas.openxmlformats.org/officeDocument/2006/relationships/tags" Target="../tags/tag450.xml"/><Relationship Id="rId270" Type="http://schemas.openxmlformats.org/officeDocument/2006/relationships/tags" Target="../tags/tag601.xml"/><Relationship Id="rId65" Type="http://schemas.openxmlformats.org/officeDocument/2006/relationships/tags" Target="../tags/tag396.xml"/><Relationship Id="rId130" Type="http://schemas.openxmlformats.org/officeDocument/2006/relationships/tags" Target="../tags/tag461.xml"/><Relationship Id="rId172" Type="http://schemas.openxmlformats.org/officeDocument/2006/relationships/tags" Target="../tags/tag503.xml"/><Relationship Id="rId193" Type="http://schemas.openxmlformats.org/officeDocument/2006/relationships/tags" Target="../tags/tag524.xml"/><Relationship Id="rId207" Type="http://schemas.openxmlformats.org/officeDocument/2006/relationships/tags" Target="../tags/tag538.xml"/><Relationship Id="rId228" Type="http://schemas.openxmlformats.org/officeDocument/2006/relationships/tags" Target="../tags/tag559.xml"/><Relationship Id="rId249" Type="http://schemas.openxmlformats.org/officeDocument/2006/relationships/tags" Target="../tags/tag580.xml"/><Relationship Id="rId13" Type="http://schemas.openxmlformats.org/officeDocument/2006/relationships/tags" Target="../tags/tag344.xml"/><Relationship Id="rId109" Type="http://schemas.openxmlformats.org/officeDocument/2006/relationships/tags" Target="../tags/tag440.xml"/><Relationship Id="rId260" Type="http://schemas.openxmlformats.org/officeDocument/2006/relationships/tags" Target="../tags/tag591.xml"/><Relationship Id="rId281" Type="http://schemas.openxmlformats.org/officeDocument/2006/relationships/tags" Target="../tags/tag612.xml"/><Relationship Id="rId34" Type="http://schemas.openxmlformats.org/officeDocument/2006/relationships/tags" Target="../tags/tag365.xml"/><Relationship Id="rId55" Type="http://schemas.openxmlformats.org/officeDocument/2006/relationships/tags" Target="../tags/tag386.xml"/><Relationship Id="rId76" Type="http://schemas.openxmlformats.org/officeDocument/2006/relationships/tags" Target="../tags/tag407.xml"/><Relationship Id="rId97" Type="http://schemas.openxmlformats.org/officeDocument/2006/relationships/tags" Target="../tags/tag428.xml"/><Relationship Id="rId120" Type="http://schemas.openxmlformats.org/officeDocument/2006/relationships/tags" Target="../tags/tag451.xml"/><Relationship Id="rId141" Type="http://schemas.openxmlformats.org/officeDocument/2006/relationships/tags" Target="../tags/tag472.xml"/><Relationship Id="rId7" Type="http://schemas.openxmlformats.org/officeDocument/2006/relationships/tags" Target="../tags/tag338.xml"/><Relationship Id="rId162" Type="http://schemas.openxmlformats.org/officeDocument/2006/relationships/tags" Target="../tags/tag493.xml"/><Relationship Id="rId183" Type="http://schemas.openxmlformats.org/officeDocument/2006/relationships/tags" Target="../tags/tag514.xml"/><Relationship Id="rId218" Type="http://schemas.openxmlformats.org/officeDocument/2006/relationships/tags" Target="../tags/tag549.xml"/><Relationship Id="rId239" Type="http://schemas.openxmlformats.org/officeDocument/2006/relationships/tags" Target="../tags/tag570.xml"/><Relationship Id="rId250" Type="http://schemas.openxmlformats.org/officeDocument/2006/relationships/tags" Target="../tags/tag581.xml"/><Relationship Id="rId271" Type="http://schemas.openxmlformats.org/officeDocument/2006/relationships/tags" Target="../tags/tag602.xml"/><Relationship Id="rId292" Type="http://schemas.openxmlformats.org/officeDocument/2006/relationships/tags" Target="../tags/tag623.xml"/><Relationship Id="rId306" Type="http://schemas.openxmlformats.org/officeDocument/2006/relationships/tags" Target="../tags/tag637.xml"/><Relationship Id="rId24" Type="http://schemas.openxmlformats.org/officeDocument/2006/relationships/tags" Target="../tags/tag355.xml"/><Relationship Id="rId45" Type="http://schemas.openxmlformats.org/officeDocument/2006/relationships/tags" Target="../tags/tag376.xml"/><Relationship Id="rId66" Type="http://schemas.openxmlformats.org/officeDocument/2006/relationships/tags" Target="../tags/tag397.xml"/><Relationship Id="rId87" Type="http://schemas.openxmlformats.org/officeDocument/2006/relationships/tags" Target="../tags/tag418.xml"/><Relationship Id="rId110" Type="http://schemas.openxmlformats.org/officeDocument/2006/relationships/tags" Target="../tags/tag441.xml"/><Relationship Id="rId131" Type="http://schemas.openxmlformats.org/officeDocument/2006/relationships/tags" Target="../tags/tag462.xml"/><Relationship Id="rId152" Type="http://schemas.openxmlformats.org/officeDocument/2006/relationships/tags" Target="../tags/tag483.xml"/><Relationship Id="rId173" Type="http://schemas.openxmlformats.org/officeDocument/2006/relationships/tags" Target="../tags/tag504.xml"/><Relationship Id="rId194" Type="http://schemas.openxmlformats.org/officeDocument/2006/relationships/tags" Target="../tags/tag525.xml"/><Relationship Id="rId208" Type="http://schemas.openxmlformats.org/officeDocument/2006/relationships/tags" Target="../tags/tag539.xml"/><Relationship Id="rId229" Type="http://schemas.openxmlformats.org/officeDocument/2006/relationships/tags" Target="../tags/tag560.xml"/><Relationship Id="rId240" Type="http://schemas.openxmlformats.org/officeDocument/2006/relationships/tags" Target="../tags/tag571.xml"/><Relationship Id="rId261" Type="http://schemas.openxmlformats.org/officeDocument/2006/relationships/tags" Target="../tags/tag592.xml"/><Relationship Id="rId14" Type="http://schemas.openxmlformats.org/officeDocument/2006/relationships/tags" Target="../tags/tag345.xml"/><Relationship Id="rId35" Type="http://schemas.openxmlformats.org/officeDocument/2006/relationships/tags" Target="../tags/tag366.xml"/><Relationship Id="rId56" Type="http://schemas.openxmlformats.org/officeDocument/2006/relationships/tags" Target="../tags/tag387.xml"/><Relationship Id="rId77" Type="http://schemas.openxmlformats.org/officeDocument/2006/relationships/tags" Target="../tags/tag408.xml"/><Relationship Id="rId100" Type="http://schemas.openxmlformats.org/officeDocument/2006/relationships/tags" Target="../tags/tag431.xml"/><Relationship Id="rId282" Type="http://schemas.openxmlformats.org/officeDocument/2006/relationships/tags" Target="../tags/tag613.xml"/><Relationship Id="rId8" Type="http://schemas.openxmlformats.org/officeDocument/2006/relationships/tags" Target="../tags/tag339.xml"/><Relationship Id="rId98" Type="http://schemas.openxmlformats.org/officeDocument/2006/relationships/tags" Target="../tags/tag429.xml"/><Relationship Id="rId121" Type="http://schemas.openxmlformats.org/officeDocument/2006/relationships/tags" Target="../tags/tag452.xml"/><Relationship Id="rId142" Type="http://schemas.openxmlformats.org/officeDocument/2006/relationships/tags" Target="../tags/tag473.xml"/><Relationship Id="rId163" Type="http://schemas.openxmlformats.org/officeDocument/2006/relationships/tags" Target="../tags/tag494.xml"/><Relationship Id="rId184" Type="http://schemas.openxmlformats.org/officeDocument/2006/relationships/tags" Target="../tags/tag515.xml"/><Relationship Id="rId219" Type="http://schemas.openxmlformats.org/officeDocument/2006/relationships/tags" Target="../tags/tag550.xml"/><Relationship Id="rId230" Type="http://schemas.openxmlformats.org/officeDocument/2006/relationships/tags" Target="../tags/tag561.xml"/><Relationship Id="rId251" Type="http://schemas.openxmlformats.org/officeDocument/2006/relationships/tags" Target="../tags/tag582.xml"/><Relationship Id="rId25" Type="http://schemas.openxmlformats.org/officeDocument/2006/relationships/tags" Target="../tags/tag356.xml"/><Relationship Id="rId46" Type="http://schemas.openxmlformats.org/officeDocument/2006/relationships/tags" Target="../tags/tag377.xml"/><Relationship Id="rId67" Type="http://schemas.openxmlformats.org/officeDocument/2006/relationships/tags" Target="../tags/tag398.xml"/><Relationship Id="rId272" Type="http://schemas.openxmlformats.org/officeDocument/2006/relationships/tags" Target="../tags/tag603.xml"/><Relationship Id="rId293" Type="http://schemas.openxmlformats.org/officeDocument/2006/relationships/tags" Target="../tags/tag624.xml"/><Relationship Id="rId307" Type="http://schemas.openxmlformats.org/officeDocument/2006/relationships/tags" Target="../tags/tag638.xml"/><Relationship Id="rId88" Type="http://schemas.openxmlformats.org/officeDocument/2006/relationships/tags" Target="../tags/tag419.xml"/><Relationship Id="rId111" Type="http://schemas.openxmlformats.org/officeDocument/2006/relationships/tags" Target="../tags/tag442.xml"/><Relationship Id="rId132" Type="http://schemas.openxmlformats.org/officeDocument/2006/relationships/tags" Target="../tags/tag463.xml"/><Relationship Id="rId153" Type="http://schemas.openxmlformats.org/officeDocument/2006/relationships/tags" Target="../tags/tag484.xml"/><Relationship Id="rId174" Type="http://schemas.openxmlformats.org/officeDocument/2006/relationships/tags" Target="../tags/tag505.xml"/><Relationship Id="rId195" Type="http://schemas.openxmlformats.org/officeDocument/2006/relationships/tags" Target="../tags/tag526.xml"/><Relationship Id="rId209" Type="http://schemas.openxmlformats.org/officeDocument/2006/relationships/tags" Target="../tags/tag540.xml"/><Relationship Id="rId220" Type="http://schemas.openxmlformats.org/officeDocument/2006/relationships/tags" Target="../tags/tag551.xml"/><Relationship Id="rId241" Type="http://schemas.openxmlformats.org/officeDocument/2006/relationships/tags" Target="../tags/tag572.xml"/><Relationship Id="rId15" Type="http://schemas.openxmlformats.org/officeDocument/2006/relationships/tags" Target="../tags/tag346.xml"/><Relationship Id="rId36" Type="http://schemas.openxmlformats.org/officeDocument/2006/relationships/tags" Target="../tags/tag367.xml"/><Relationship Id="rId57" Type="http://schemas.openxmlformats.org/officeDocument/2006/relationships/tags" Target="../tags/tag388.xml"/><Relationship Id="rId262" Type="http://schemas.openxmlformats.org/officeDocument/2006/relationships/tags" Target="../tags/tag593.xml"/><Relationship Id="rId283" Type="http://schemas.openxmlformats.org/officeDocument/2006/relationships/tags" Target="../tags/tag614.xml"/><Relationship Id="rId78" Type="http://schemas.openxmlformats.org/officeDocument/2006/relationships/tags" Target="../tags/tag409.xml"/><Relationship Id="rId99" Type="http://schemas.openxmlformats.org/officeDocument/2006/relationships/tags" Target="../tags/tag430.xml"/><Relationship Id="rId101" Type="http://schemas.openxmlformats.org/officeDocument/2006/relationships/tags" Target="../tags/tag432.xml"/><Relationship Id="rId122" Type="http://schemas.openxmlformats.org/officeDocument/2006/relationships/tags" Target="../tags/tag453.xml"/><Relationship Id="rId143" Type="http://schemas.openxmlformats.org/officeDocument/2006/relationships/tags" Target="../tags/tag474.xml"/><Relationship Id="rId164" Type="http://schemas.openxmlformats.org/officeDocument/2006/relationships/tags" Target="../tags/tag495.xml"/><Relationship Id="rId185" Type="http://schemas.openxmlformats.org/officeDocument/2006/relationships/tags" Target="../tags/tag516.xml"/><Relationship Id="rId9" Type="http://schemas.openxmlformats.org/officeDocument/2006/relationships/tags" Target="../tags/tag340.xml"/><Relationship Id="rId210" Type="http://schemas.openxmlformats.org/officeDocument/2006/relationships/tags" Target="../tags/tag541.xml"/><Relationship Id="rId26" Type="http://schemas.openxmlformats.org/officeDocument/2006/relationships/tags" Target="../tags/tag357.xml"/><Relationship Id="rId231" Type="http://schemas.openxmlformats.org/officeDocument/2006/relationships/tags" Target="../tags/tag562.xml"/><Relationship Id="rId252" Type="http://schemas.openxmlformats.org/officeDocument/2006/relationships/tags" Target="../tags/tag583.xml"/><Relationship Id="rId273" Type="http://schemas.openxmlformats.org/officeDocument/2006/relationships/tags" Target="../tags/tag604.xml"/><Relationship Id="rId294" Type="http://schemas.openxmlformats.org/officeDocument/2006/relationships/tags" Target="../tags/tag625.xml"/><Relationship Id="rId308" Type="http://schemas.openxmlformats.org/officeDocument/2006/relationships/tags" Target="../tags/tag639.xml"/><Relationship Id="rId47" Type="http://schemas.openxmlformats.org/officeDocument/2006/relationships/tags" Target="../tags/tag378.xml"/><Relationship Id="rId68" Type="http://schemas.openxmlformats.org/officeDocument/2006/relationships/tags" Target="../tags/tag399.xml"/><Relationship Id="rId89" Type="http://schemas.openxmlformats.org/officeDocument/2006/relationships/tags" Target="../tags/tag420.xml"/><Relationship Id="rId112" Type="http://schemas.openxmlformats.org/officeDocument/2006/relationships/tags" Target="../tags/tag443.xml"/><Relationship Id="rId133" Type="http://schemas.openxmlformats.org/officeDocument/2006/relationships/tags" Target="../tags/tag464.xml"/><Relationship Id="rId154" Type="http://schemas.openxmlformats.org/officeDocument/2006/relationships/tags" Target="../tags/tag485.xml"/><Relationship Id="rId175" Type="http://schemas.openxmlformats.org/officeDocument/2006/relationships/tags" Target="../tags/tag506.xml"/><Relationship Id="rId196" Type="http://schemas.openxmlformats.org/officeDocument/2006/relationships/tags" Target="../tags/tag527.xml"/><Relationship Id="rId200" Type="http://schemas.openxmlformats.org/officeDocument/2006/relationships/tags" Target="../tags/tag531.xml"/><Relationship Id="rId16" Type="http://schemas.openxmlformats.org/officeDocument/2006/relationships/tags" Target="../tags/tag347.xml"/><Relationship Id="rId221" Type="http://schemas.openxmlformats.org/officeDocument/2006/relationships/tags" Target="../tags/tag552.xml"/><Relationship Id="rId242" Type="http://schemas.openxmlformats.org/officeDocument/2006/relationships/tags" Target="../tags/tag573.xml"/><Relationship Id="rId263" Type="http://schemas.openxmlformats.org/officeDocument/2006/relationships/tags" Target="../tags/tag594.xml"/><Relationship Id="rId284" Type="http://schemas.openxmlformats.org/officeDocument/2006/relationships/tags" Target="../tags/tag615.xml"/><Relationship Id="rId37" Type="http://schemas.openxmlformats.org/officeDocument/2006/relationships/tags" Target="../tags/tag368.xml"/><Relationship Id="rId58" Type="http://schemas.openxmlformats.org/officeDocument/2006/relationships/tags" Target="../tags/tag389.xml"/><Relationship Id="rId79" Type="http://schemas.openxmlformats.org/officeDocument/2006/relationships/tags" Target="../tags/tag410.xml"/><Relationship Id="rId102" Type="http://schemas.openxmlformats.org/officeDocument/2006/relationships/tags" Target="../tags/tag433.xml"/><Relationship Id="rId123" Type="http://schemas.openxmlformats.org/officeDocument/2006/relationships/tags" Target="../tags/tag454.xml"/><Relationship Id="rId144" Type="http://schemas.openxmlformats.org/officeDocument/2006/relationships/tags" Target="../tags/tag475.xml"/><Relationship Id="rId90" Type="http://schemas.openxmlformats.org/officeDocument/2006/relationships/tags" Target="../tags/tag421.xml"/><Relationship Id="rId165" Type="http://schemas.openxmlformats.org/officeDocument/2006/relationships/tags" Target="../tags/tag496.xml"/><Relationship Id="rId186" Type="http://schemas.openxmlformats.org/officeDocument/2006/relationships/tags" Target="../tags/tag517.xml"/><Relationship Id="rId211" Type="http://schemas.openxmlformats.org/officeDocument/2006/relationships/tags" Target="../tags/tag542.xml"/><Relationship Id="rId232" Type="http://schemas.openxmlformats.org/officeDocument/2006/relationships/tags" Target="../tags/tag563.xml"/><Relationship Id="rId253" Type="http://schemas.openxmlformats.org/officeDocument/2006/relationships/tags" Target="../tags/tag584.xml"/><Relationship Id="rId274" Type="http://schemas.openxmlformats.org/officeDocument/2006/relationships/tags" Target="../tags/tag605.xml"/><Relationship Id="rId295" Type="http://schemas.openxmlformats.org/officeDocument/2006/relationships/tags" Target="../tags/tag626.xml"/><Relationship Id="rId309" Type="http://schemas.openxmlformats.org/officeDocument/2006/relationships/tags" Target="../tags/tag640.xml"/><Relationship Id="rId27" Type="http://schemas.openxmlformats.org/officeDocument/2006/relationships/tags" Target="../tags/tag358.xml"/><Relationship Id="rId48" Type="http://schemas.openxmlformats.org/officeDocument/2006/relationships/tags" Target="../tags/tag379.xml"/><Relationship Id="rId69" Type="http://schemas.openxmlformats.org/officeDocument/2006/relationships/tags" Target="../tags/tag400.xml"/><Relationship Id="rId113" Type="http://schemas.openxmlformats.org/officeDocument/2006/relationships/tags" Target="../tags/tag444.xml"/><Relationship Id="rId134" Type="http://schemas.openxmlformats.org/officeDocument/2006/relationships/tags" Target="../tags/tag465.xml"/><Relationship Id="rId80" Type="http://schemas.openxmlformats.org/officeDocument/2006/relationships/tags" Target="../tags/tag411.xml"/><Relationship Id="rId155" Type="http://schemas.openxmlformats.org/officeDocument/2006/relationships/tags" Target="../tags/tag486.xml"/><Relationship Id="rId176" Type="http://schemas.openxmlformats.org/officeDocument/2006/relationships/tags" Target="../tags/tag507.xml"/><Relationship Id="rId197" Type="http://schemas.openxmlformats.org/officeDocument/2006/relationships/tags" Target="../tags/tag528.xml"/><Relationship Id="rId201" Type="http://schemas.openxmlformats.org/officeDocument/2006/relationships/tags" Target="../tags/tag532.xml"/><Relationship Id="rId222" Type="http://schemas.openxmlformats.org/officeDocument/2006/relationships/tags" Target="../tags/tag553.xml"/><Relationship Id="rId243" Type="http://schemas.openxmlformats.org/officeDocument/2006/relationships/tags" Target="../tags/tag574.xml"/><Relationship Id="rId264" Type="http://schemas.openxmlformats.org/officeDocument/2006/relationships/tags" Target="../tags/tag595.xml"/><Relationship Id="rId285" Type="http://schemas.openxmlformats.org/officeDocument/2006/relationships/tags" Target="../tags/tag616.xml"/><Relationship Id="rId17" Type="http://schemas.openxmlformats.org/officeDocument/2006/relationships/tags" Target="../tags/tag348.xml"/><Relationship Id="rId38" Type="http://schemas.openxmlformats.org/officeDocument/2006/relationships/tags" Target="../tags/tag369.xml"/><Relationship Id="rId59" Type="http://schemas.openxmlformats.org/officeDocument/2006/relationships/tags" Target="../tags/tag390.xml"/><Relationship Id="rId103" Type="http://schemas.openxmlformats.org/officeDocument/2006/relationships/tags" Target="../tags/tag434.xml"/><Relationship Id="rId124" Type="http://schemas.openxmlformats.org/officeDocument/2006/relationships/tags" Target="../tags/tag455.xml"/><Relationship Id="rId310" Type="http://schemas.openxmlformats.org/officeDocument/2006/relationships/tags" Target="../tags/tag641.xml"/><Relationship Id="rId70" Type="http://schemas.openxmlformats.org/officeDocument/2006/relationships/tags" Target="../tags/tag401.xml"/><Relationship Id="rId91" Type="http://schemas.openxmlformats.org/officeDocument/2006/relationships/tags" Target="../tags/tag422.xml"/><Relationship Id="rId145" Type="http://schemas.openxmlformats.org/officeDocument/2006/relationships/tags" Target="../tags/tag476.xml"/><Relationship Id="rId166" Type="http://schemas.openxmlformats.org/officeDocument/2006/relationships/tags" Target="../tags/tag497.xml"/><Relationship Id="rId187" Type="http://schemas.openxmlformats.org/officeDocument/2006/relationships/tags" Target="../tags/tag518.xml"/><Relationship Id="rId1" Type="http://schemas.openxmlformats.org/officeDocument/2006/relationships/tags" Target="../tags/tag332.xml"/><Relationship Id="rId212" Type="http://schemas.openxmlformats.org/officeDocument/2006/relationships/tags" Target="../tags/tag543.xml"/><Relationship Id="rId233" Type="http://schemas.openxmlformats.org/officeDocument/2006/relationships/tags" Target="../tags/tag564.xml"/><Relationship Id="rId254" Type="http://schemas.openxmlformats.org/officeDocument/2006/relationships/tags" Target="../tags/tag585.xml"/><Relationship Id="rId28" Type="http://schemas.openxmlformats.org/officeDocument/2006/relationships/tags" Target="../tags/tag359.xml"/><Relationship Id="rId49" Type="http://schemas.openxmlformats.org/officeDocument/2006/relationships/tags" Target="../tags/tag380.xml"/><Relationship Id="rId114" Type="http://schemas.openxmlformats.org/officeDocument/2006/relationships/tags" Target="../tags/tag445.xml"/><Relationship Id="rId275" Type="http://schemas.openxmlformats.org/officeDocument/2006/relationships/tags" Target="../tags/tag606.xml"/><Relationship Id="rId296" Type="http://schemas.openxmlformats.org/officeDocument/2006/relationships/tags" Target="../tags/tag627.xml"/><Relationship Id="rId300" Type="http://schemas.openxmlformats.org/officeDocument/2006/relationships/tags" Target="../tags/tag631.xml"/><Relationship Id="rId60" Type="http://schemas.openxmlformats.org/officeDocument/2006/relationships/tags" Target="../tags/tag391.xml"/><Relationship Id="rId81" Type="http://schemas.openxmlformats.org/officeDocument/2006/relationships/tags" Target="../tags/tag412.xml"/><Relationship Id="rId135" Type="http://schemas.openxmlformats.org/officeDocument/2006/relationships/tags" Target="../tags/tag466.xml"/><Relationship Id="rId156" Type="http://schemas.openxmlformats.org/officeDocument/2006/relationships/tags" Target="../tags/tag487.xml"/><Relationship Id="rId177" Type="http://schemas.openxmlformats.org/officeDocument/2006/relationships/tags" Target="../tags/tag508.xml"/><Relationship Id="rId198" Type="http://schemas.openxmlformats.org/officeDocument/2006/relationships/tags" Target="../tags/tag529.xml"/><Relationship Id="rId202" Type="http://schemas.openxmlformats.org/officeDocument/2006/relationships/tags" Target="../tags/tag533.xml"/><Relationship Id="rId223" Type="http://schemas.openxmlformats.org/officeDocument/2006/relationships/tags" Target="../tags/tag554.xml"/><Relationship Id="rId244" Type="http://schemas.openxmlformats.org/officeDocument/2006/relationships/tags" Target="../tags/tag575.xml"/><Relationship Id="rId18" Type="http://schemas.openxmlformats.org/officeDocument/2006/relationships/tags" Target="../tags/tag349.xml"/><Relationship Id="rId39" Type="http://schemas.openxmlformats.org/officeDocument/2006/relationships/tags" Target="../tags/tag370.xml"/><Relationship Id="rId265" Type="http://schemas.openxmlformats.org/officeDocument/2006/relationships/tags" Target="../tags/tag596.xml"/><Relationship Id="rId286" Type="http://schemas.openxmlformats.org/officeDocument/2006/relationships/tags" Target="../tags/tag617.xml"/><Relationship Id="rId50" Type="http://schemas.openxmlformats.org/officeDocument/2006/relationships/tags" Target="../tags/tag381.xml"/><Relationship Id="rId104" Type="http://schemas.openxmlformats.org/officeDocument/2006/relationships/tags" Target="../tags/tag435.xml"/><Relationship Id="rId125" Type="http://schemas.openxmlformats.org/officeDocument/2006/relationships/tags" Target="../tags/tag456.xml"/><Relationship Id="rId146" Type="http://schemas.openxmlformats.org/officeDocument/2006/relationships/tags" Target="../tags/tag477.xml"/><Relationship Id="rId167" Type="http://schemas.openxmlformats.org/officeDocument/2006/relationships/tags" Target="../tags/tag498.xml"/><Relationship Id="rId188" Type="http://schemas.openxmlformats.org/officeDocument/2006/relationships/tags" Target="../tags/tag519.xml"/><Relationship Id="rId311" Type="http://schemas.openxmlformats.org/officeDocument/2006/relationships/slideLayout" Target="../slideLayouts/slideLayout79.xml"/><Relationship Id="rId71" Type="http://schemas.openxmlformats.org/officeDocument/2006/relationships/tags" Target="../tags/tag402.xml"/><Relationship Id="rId92" Type="http://schemas.openxmlformats.org/officeDocument/2006/relationships/tags" Target="../tags/tag423.xml"/><Relationship Id="rId213" Type="http://schemas.openxmlformats.org/officeDocument/2006/relationships/tags" Target="../tags/tag544.xml"/><Relationship Id="rId234" Type="http://schemas.openxmlformats.org/officeDocument/2006/relationships/tags" Target="../tags/tag565.xml"/><Relationship Id="rId2" Type="http://schemas.openxmlformats.org/officeDocument/2006/relationships/tags" Target="../tags/tag333.xml"/><Relationship Id="rId29" Type="http://schemas.openxmlformats.org/officeDocument/2006/relationships/tags" Target="../tags/tag360.xml"/><Relationship Id="rId255" Type="http://schemas.openxmlformats.org/officeDocument/2006/relationships/tags" Target="../tags/tag586.xml"/><Relationship Id="rId276" Type="http://schemas.openxmlformats.org/officeDocument/2006/relationships/tags" Target="../tags/tag607.xml"/><Relationship Id="rId297" Type="http://schemas.openxmlformats.org/officeDocument/2006/relationships/tags" Target="../tags/tag628.xml"/><Relationship Id="rId40" Type="http://schemas.openxmlformats.org/officeDocument/2006/relationships/tags" Target="../tags/tag371.xml"/><Relationship Id="rId115" Type="http://schemas.openxmlformats.org/officeDocument/2006/relationships/tags" Target="../tags/tag446.xml"/><Relationship Id="rId136" Type="http://schemas.openxmlformats.org/officeDocument/2006/relationships/tags" Target="../tags/tag467.xml"/><Relationship Id="rId157" Type="http://schemas.openxmlformats.org/officeDocument/2006/relationships/tags" Target="../tags/tag488.xml"/><Relationship Id="rId178" Type="http://schemas.openxmlformats.org/officeDocument/2006/relationships/tags" Target="../tags/tag509.xml"/><Relationship Id="rId301" Type="http://schemas.openxmlformats.org/officeDocument/2006/relationships/tags" Target="../tags/tag632.xml"/><Relationship Id="rId61" Type="http://schemas.openxmlformats.org/officeDocument/2006/relationships/tags" Target="../tags/tag392.xml"/><Relationship Id="rId82" Type="http://schemas.openxmlformats.org/officeDocument/2006/relationships/tags" Target="../tags/tag413.xml"/><Relationship Id="rId199" Type="http://schemas.openxmlformats.org/officeDocument/2006/relationships/tags" Target="../tags/tag530.xml"/><Relationship Id="rId203" Type="http://schemas.openxmlformats.org/officeDocument/2006/relationships/tags" Target="../tags/tag534.xml"/><Relationship Id="rId19" Type="http://schemas.openxmlformats.org/officeDocument/2006/relationships/tags" Target="../tags/tag350.xml"/><Relationship Id="rId224" Type="http://schemas.openxmlformats.org/officeDocument/2006/relationships/tags" Target="../tags/tag555.xml"/><Relationship Id="rId245" Type="http://schemas.openxmlformats.org/officeDocument/2006/relationships/tags" Target="../tags/tag576.xml"/><Relationship Id="rId266" Type="http://schemas.openxmlformats.org/officeDocument/2006/relationships/tags" Target="../tags/tag597.xml"/><Relationship Id="rId287" Type="http://schemas.openxmlformats.org/officeDocument/2006/relationships/tags" Target="../tags/tag618.xml"/><Relationship Id="rId30" Type="http://schemas.openxmlformats.org/officeDocument/2006/relationships/tags" Target="../tags/tag361.xml"/><Relationship Id="rId105" Type="http://schemas.openxmlformats.org/officeDocument/2006/relationships/tags" Target="../tags/tag436.xml"/><Relationship Id="rId126" Type="http://schemas.openxmlformats.org/officeDocument/2006/relationships/tags" Target="../tags/tag457.xml"/><Relationship Id="rId147" Type="http://schemas.openxmlformats.org/officeDocument/2006/relationships/tags" Target="../tags/tag478.xml"/><Relationship Id="rId168" Type="http://schemas.openxmlformats.org/officeDocument/2006/relationships/tags" Target="../tags/tag499.xml"/><Relationship Id="rId312" Type="http://schemas.openxmlformats.org/officeDocument/2006/relationships/oleObject" Target="../embeddings/oleObject4.bin"/><Relationship Id="rId51" Type="http://schemas.openxmlformats.org/officeDocument/2006/relationships/tags" Target="../tags/tag382.xml"/><Relationship Id="rId72" Type="http://schemas.openxmlformats.org/officeDocument/2006/relationships/tags" Target="../tags/tag403.xml"/><Relationship Id="rId93" Type="http://schemas.openxmlformats.org/officeDocument/2006/relationships/tags" Target="../tags/tag424.xml"/><Relationship Id="rId189" Type="http://schemas.openxmlformats.org/officeDocument/2006/relationships/tags" Target="../tags/tag520.xml"/><Relationship Id="rId3" Type="http://schemas.openxmlformats.org/officeDocument/2006/relationships/tags" Target="../tags/tag334.xml"/><Relationship Id="rId214" Type="http://schemas.openxmlformats.org/officeDocument/2006/relationships/tags" Target="../tags/tag545.xml"/><Relationship Id="rId235" Type="http://schemas.openxmlformats.org/officeDocument/2006/relationships/tags" Target="../tags/tag566.xml"/><Relationship Id="rId256" Type="http://schemas.openxmlformats.org/officeDocument/2006/relationships/tags" Target="../tags/tag587.xml"/><Relationship Id="rId277" Type="http://schemas.openxmlformats.org/officeDocument/2006/relationships/tags" Target="../tags/tag608.xml"/><Relationship Id="rId298" Type="http://schemas.openxmlformats.org/officeDocument/2006/relationships/tags" Target="../tags/tag629.xml"/><Relationship Id="rId116" Type="http://schemas.openxmlformats.org/officeDocument/2006/relationships/tags" Target="../tags/tag447.xml"/><Relationship Id="rId137" Type="http://schemas.openxmlformats.org/officeDocument/2006/relationships/tags" Target="../tags/tag468.xml"/><Relationship Id="rId158" Type="http://schemas.openxmlformats.org/officeDocument/2006/relationships/tags" Target="../tags/tag489.xml"/><Relationship Id="rId302" Type="http://schemas.openxmlformats.org/officeDocument/2006/relationships/tags" Target="../tags/tag633.xml"/><Relationship Id="rId20" Type="http://schemas.openxmlformats.org/officeDocument/2006/relationships/tags" Target="../tags/tag351.xml"/><Relationship Id="rId41" Type="http://schemas.openxmlformats.org/officeDocument/2006/relationships/tags" Target="../tags/tag372.xml"/><Relationship Id="rId62" Type="http://schemas.openxmlformats.org/officeDocument/2006/relationships/tags" Target="../tags/tag393.xml"/><Relationship Id="rId83" Type="http://schemas.openxmlformats.org/officeDocument/2006/relationships/tags" Target="../tags/tag414.xml"/><Relationship Id="rId179" Type="http://schemas.openxmlformats.org/officeDocument/2006/relationships/tags" Target="../tags/tag510.xml"/><Relationship Id="rId190" Type="http://schemas.openxmlformats.org/officeDocument/2006/relationships/tags" Target="../tags/tag521.xml"/><Relationship Id="rId204" Type="http://schemas.openxmlformats.org/officeDocument/2006/relationships/tags" Target="../tags/tag535.xml"/><Relationship Id="rId225" Type="http://schemas.openxmlformats.org/officeDocument/2006/relationships/tags" Target="../tags/tag556.xml"/><Relationship Id="rId246" Type="http://schemas.openxmlformats.org/officeDocument/2006/relationships/tags" Target="../tags/tag577.xml"/><Relationship Id="rId267" Type="http://schemas.openxmlformats.org/officeDocument/2006/relationships/tags" Target="../tags/tag598.xml"/><Relationship Id="rId288" Type="http://schemas.openxmlformats.org/officeDocument/2006/relationships/tags" Target="../tags/tag619.xml"/><Relationship Id="rId106" Type="http://schemas.openxmlformats.org/officeDocument/2006/relationships/tags" Target="../tags/tag437.xml"/><Relationship Id="rId127" Type="http://schemas.openxmlformats.org/officeDocument/2006/relationships/tags" Target="../tags/tag458.xml"/><Relationship Id="rId313" Type="http://schemas.openxmlformats.org/officeDocument/2006/relationships/image" Target="../media/image25.emf"/><Relationship Id="rId10" Type="http://schemas.openxmlformats.org/officeDocument/2006/relationships/tags" Target="../tags/tag341.xml"/><Relationship Id="rId31" Type="http://schemas.openxmlformats.org/officeDocument/2006/relationships/tags" Target="../tags/tag362.xml"/><Relationship Id="rId52" Type="http://schemas.openxmlformats.org/officeDocument/2006/relationships/tags" Target="../tags/tag383.xml"/><Relationship Id="rId73" Type="http://schemas.openxmlformats.org/officeDocument/2006/relationships/tags" Target="../tags/tag404.xml"/><Relationship Id="rId94" Type="http://schemas.openxmlformats.org/officeDocument/2006/relationships/tags" Target="../tags/tag425.xml"/><Relationship Id="rId148" Type="http://schemas.openxmlformats.org/officeDocument/2006/relationships/tags" Target="../tags/tag479.xml"/><Relationship Id="rId169" Type="http://schemas.openxmlformats.org/officeDocument/2006/relationships/tags" Target="../tags/tag500.xml"/><Relationship Id="rId4" Type="http://schemas.openxmlformats.org/officeDocument/2006/relationships/tags" Target="../tags/tag335.xml"/><Relationship Id="rId180" Type="http://schemas.openxmlformats.org/officeDocument/2006/relationships/tags" Target="../tags/tag511.xml"/><Relationship Id="rId215" Type="http://schemas.openxmlformats.org/officeDocument/2006/relationships/tags" Target="../tags/tag546.xml"/><Relationship Id="rId236" Type="http://schemas.openxmlformats.org/officeDocument/2006/relationships/tags" Target="../tags/tag567.xml"/><Relationship Id="rId257" Type="http://schemas.openxmlformats.org/officeDocument/2006/relationships/tags" Target="../tags/tag588.xml"/><Relationship Id="rId278" Type="http://schemas.openxmlformats.org/officeDocument/2006/relationships/tags" Target="../tags/tag609.xml"/><Relationship Id="rId303" Type="http://schemas.openxmlformats.org/officeDocument/2006/relationships/tags" Target="../tags/tag634.xml"/><Relationship Id="rId42" Type="http://schemas.openxmlformats.org/officeDocument/2006/relationships/tags" Target="../tags/tag373.xml"/><Relationship Id="rId84" Type="http://schemas.openxmlformats.org/officeDocument/2006/relationships/tags" Target="../tags/tag415.xml"/><Relationship Id="rId138" Type="http://schemas.openxmlformats.org/officeDocument/2006/relationships/tags" Target="../tags/tag469.xml"/><Relationship Id="rId191" Type="http://schemas.openxmlformats.org/officeDocument/2006/relationships/tags" Target="../tags/tag522.xml"/><Relationship Id="rId205" Type="http://schemas.openxmlformats.org/officeDocument/2006/relationships/tags" Target="../tags/tag536.xml"/><Relationship Id="rId247" Type="http://schemas.openxmlformats.org/officeDocument/2006/relationships/tags" Target="../tags/tag578.xml"/><Relationship Id="rId107" Type="http://schemas.openxmlformats.org/officeDocument/2006/relationships/tags" Target="../tags/tag438.xml"/><Relationship Id="rId289" Type="http://schemas.openxmlformats.org/officeDocument/2006/relationships/tags" Target="../tags/tag620.xml"/><Relationship Id="rId11" Type="http://schemas.openxmlformats.org/officeDocument/2006/relationships/tags" Target="../tags/tag342.xml"/><Relationship Id="rId53" Type="http://schemas.openxmlformats.org/officeDocument/2006/relationships/tags" Target="../tags/tag384.xml"/><Relationship Id="rId149" Type="http://schemas.openxmlformats.org/officeDocument/2006/relationships/tags" Target="../tags/tag480.xml"/><Relationship Id="rId95" Type="http://schemas.openxmlformats.org/officeDocument/2006/relationships/tags" Target="../tags/tag426.xml"/><Relationship Id="rId160" Type="http://schemas.openxmlformats.org/officeDocument/2006/relationships/tags" Target="../tags/tag491.xml"/><Relationship Id="rId216" Type="http://schemas.openxmlformats.org/officeDocument/2006/relationships/tags" Target="../tags/tag547.xml"/><Relationship Id="rId258" Type="http://schemas.openxmlformats.org/officeDocument/2006/relationships/tags" Target="../tags/tag589.xml"/><Relationship Id="rId22" Type="http://schemas.openxmlformats.org/officeDocument/2006/relationships/tags" Target="../tags/tag353.xml"/><Relationship Id="rId64" Type="http://schemas.openxmlformats.org/officeDocument/2006/relationships/tags" Target="../tags/tag395.xml"/><Relationship Id="rId118" Type="http://schemas.openxmlformats.org/officeDocument/2006/relationships/tags" Target="../tags/tag449.xml"/><Relationship Id="rId171" Type="http://schemas.openxmlformats.org/officeDocument/2006/relationships/tags" Target="../tags/tag502.xml"/><Relationship Id="rId227" Type="http://schemas.openxmlformats.org/officeDocument/2006/relationships/tags" Target="../tags/tag558.xml"/><Relationship Id="rId269" Type="http://schemas.openxmlformats.org/officeDocument/2006/relationships/tags" Target="../tags/tag600.xml"/><Relationship Id="rId33" Type="http://schemas.openxmlformats.org/officeDocument/2006/relationships/tags" Target="../tags/tag364.xml"/><Relationship Id="rId129" Type="http://schemas.openxmlformats.org/officeDocument/2006/relationships/tags" Target="../tags/tag460.xml"/><Relationship Id="rId280" Type="http://schemas.openxmlformats.org/officeDocument/2006/relationships/tags" Target="../tags/tag611.xml"/><Relationship Id="rId75" Type="http://schemas.openxmlformats.org/officeDocument/2006/relationships/tags" Target="../tags/tag406.xml"/><Relationship Id="rId140" Type="http://schemas.openxmlformats.org/officeDocument/2006/relationships/tags" Target="../tags/tag471.xml"/><Relationship Id="rId182" Type="http://schemas.openxmlformats.org/officeDocument/2006/relationships/tags" Target="../tags/tag513.xml"/><Relationship Id="rId6" Type="http://schemas.openxmlformats.org/officeDocument/2006/relationships/tags" Target="../tags/tag337.xml"/><Relationship Id="rId238" Type="http://schemas.openxmlformats.org/officeDocument/2006/relationships/tags" Target="../tags/tag569.xml"/><Relationship Id="rId291" Type="http://schemas.openxmlformats.org/officeDocument/2006/relationships/tags" Target="../tags/tag622.xml"/><Relationship Id="rId305" Type="http://schemas.openxmlformats.org/officeDocument/2006/relationships/tags" Target="../tags/tag636.xml"/><Relationship Id="rId44" Type="http://schemas.openxmlformats.org/officeDocument/2006/relationships/tags" Target="../tags/tag375.xml"/><Relationship Id="rId86" Type="http://schemas.openxmlformats.org/officeDocument/2006/relationships/tags" Target="../tags/tag417.xml"/><Relationship Id="rId151" Type="http://schemas.openxmlformats.org/officeDocument/2006/relationships/tags" Target="../tags/tag4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351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 rIns="0"/>
          <a:lstStyle/>
          <a:p>
            <a:r>
              <a:rPr lang="en-US" sz="4800" dirty="0"/>
              <a:t>KPI Tiles and Dashboards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tx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695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B1D6C-1637-B60C-6DA0-4EA45720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Chart / Dashboard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83D89-B3CF-19D3-A657-99E52374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2" name="Rounded Rectangle 97">
            <a:extLst>
              <a:ext uri="{FF2B5EF4-FFF2-40B4-BE49-F238E27FC236}">
                <a16:creationId xmlns:a16="http://schemas.microsoft.com/office/drawing/2014/main" id="{FA2633B9-64D2-1358-E06B-A519BDFD1B53}"/>
              </a:ext>
            </a:extLst>
          </p:cNvPr>
          <p:cNvSpPr/>
          <p:nvPr/>
        </p:nvSpPr>
        <p:spPr>
          <a:xfrm>
            <a:off x="381001" y="1479304"/>
            <a:ext cx="2946369" cy="227466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359262" sx="102000" sy="102000" algn="ctr" rotWithShape="0">
              <a:prstClr val="black">
                <a:alpha val="15000"/>
              </a:prstClr>
            </a:outerShdw>
          </a:effectLst>
        </p:spPr>
        <p:txBody>
          <a:bodyPr tIns="91440" bIns="9144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Lorem ipsum </a:t>
            </a:r>
            <a:r>
              <a: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dolor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sit </a:t>
            </a:r>
            <a:r>
              <a: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amet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, </a:t>
            </a:r>
            <a:r>
              <a: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consectetuer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adipiscing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elit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 Aenean </a:t>
            </a:r>
            <a:r>
              <a: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commodo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ligula </a:t>
            </a:r>
            <a:r>
              <a: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eget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GB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dolor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. </a:t>
            </a: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B23D73-6DC4-BA88-4DDC-F0ED6D7ACE10}"/>
              </a:ext>
            </a:extLst>
          </p:cNvPr>
          <p:cNvSpPr txBox="1"/>
          <p:nvPr/>
        </p:nvSpPr>
        <p:spPr>
          <a:xfrm>
            <a:off x="381004" y="3941919"/>
            <a:ext cx="1365813" cy="24622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rgbClr val="1B2227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Key KPIs</a:t>
            </a:r>
            <a:endParaRPr kumimoji="0" lang="en-GB" sz="1000" b="1" i="0" u="none" strike="noStrike" kern="0" cap="none" spc="0" normalizeH="0" baseline="0" noProof="0">
              <a:ln>
                <a:noFill/>
              </a:ln>
              <a:solidFill>
                <a:srgbClr val="1B2227"/>
              </a:solidFill>
              <a:effectLst/>
              <a:uLnTx/>
              <a:uFillTx/>
              <a:latin typeface="Graphik"/>
              <a:ea typeface="Open Sans Light" panose="020B0806030504020204" pitchFamily="34" charset="0"/>
              <a:cs typeface="Open Sans Light" panose="020B0806030504020204" pitchFamily="34" charset="0"/>
            </a:endParaRPr>
          </a:p>
        </p:txBody>
      </p:sp>
      <p:sp>
        <p:nvSpPr>
          <p:cNvPr id="25" name="Rounded Rectangle 104">
            <a:extLst>
              <a:ext uri="{FF2B5EF4-FFF2-40B4-BE49-F238E27FC236}">
                <a16:creationId xmlns:a16="http://schemas.microsoft.com/office/drawing/2014/main" id="{75FF19CF-25D8-2C1B-11B2-D486147328CF}"/>
              </a:ext>
            </a:extLst>
          </p:cNvPr>
          <p:cNvSpPr/>
          <p:nvPr/>
        </p:nvSpPr>
        <p:spPr>
          <a:xfrm>
            <a:off x="381000" y="4214474"/>
            <a:ext cx="1436216" cy="72323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59262" sx="102000" sy="102000" algn="ctr" rotWithShape="0">
              <a:prstClr val="black">
                <a:alpha val="15000"/>
              </a:prstClr>
            </a:outerShdw>
          </a:effectLst>
        </p:spPr>
        <p:txBody>
          <a:bodyPr tIns="9144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1B2227"/>
                </a:solidFill>
                <a:effectLst/>
                <a:uLnTx/>
                <a:uFillTx/>
                <a:latin typeface="Graphik"/>
                <a:ea typeface="+mn-ea"/>
                <a:cs typeface="+mn-cs"/>
                <a:sym typeface="Arial"/>
              </a:rPr>
              <a:t>KPI</a:t>
            </a:r>
            <a:endParaRPr kumimoji="0" lang="en-US" sz="1000" b="0" i="0" u="none" strike="noStrike" kern="0" cap="none" spc="0" normalizeH="0" baseline="30000" noProof="0">
              <a:ln>
                <a:noFill/>
              </a:ln>
              <a:solidFill>
                <a:srgbClr val="1B2227"/>
              </a:solidFill>
              <a:effectLst/>
              <a:uLnTx/>
              <a:uFillTx/>
              <a:latin typeface="Graphik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B2227"/>
                </a:solidFill>
                <a:effectLst/>
                <a:uLnTx/>
                <a:uFillTx/>
                <a:latin typeface="Graphik"/>
                <a:ea typeface="+mn-ea"/>
                <a:cs typeface="+mn-cs"/>
                <a:sym typeface="Arial"/>
              </a:rPr>
              <a:t>00</a:t>
            </a:r>
          </a:p>
        </p:txBody>
      </p:sp>
      <p:graphicFrame>
        <p:nvGraphicFramePr>
          <p:cNvPr id="79" name="Chart 78">
            <a:extLst>
              <a:ext uri="{FF2B5EF4-FFF2-40B4-BE49-F238E27FC236}">
                <a16:creationId xmlns:a16="http://schemas.microsoft.com/office/drawing/2014/main" id="{F4E1FA91-F095-2D38-59CE-1543C3CDDCA6}"/>
              </a:ext>
            </a:extLst>
          </p:cNvPr>
          <p:cNvGraphicFramePr/>
          <p:nvPr/>
        </p:nvGraphicFramePr>
        <p:xfrm>
          <a:off x="3683001" y="1371601"/>
          <a:ext cx="8128000" cy="4537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9A026CBF-AF9F-0D54-BB19-46B4379BAB16}"/>
              </a:ext>
            </a:extLst>
          </p:cNvPr>
          <p:cNvSpPr/>
          <p:nvPr/>
        </p:nvSpPr>
        <p:spPr>
          <a:xfrm>
            <a:off x="4130211" y="2907587"/>
            <a:ext cx="7335749" cy="2373074"/>
          </a:xfrm>
          <a:custGeom>
            <a:avLst/>
            <a:gdLst>
              <a:gd name="connsiteX0" fmla="*/ 0 w 7335749"/>
              <a:gd name="connsiteY0" fmla="*/ 2280862 h 2280862"/>
              <a:gd name="connsiteX1" fmla="*/ 791110 w 7335749"/>
              <a:gd name="connsiteY1" fmla="*/ 2044557 h 2280862"/>
              <a:gd name="connsiteX2" fmla="*/ 1510301 w 7335749"/>
              <a:gd name="connsiteY2" fmla="*/ 1808251 h 2280862"/>
              <a:gd name="connsiteX3" fmla="*/ 2506895 w 7335749"/>
              <a:gd name="connsiteY3" fmla="*/ 1171253 h 2280862"/>
              <a:gd name="connsiteX4" fmla="*/ 3955551 w 7335749"/>
              <a:gd name="connsiteY4" fmla="*/ 616449 h 2280862"/>
              <a:gd name="connsiteX5" fmla="*/ 5126805 w 7335749"/>
              <a:gd name="connsiteY5" fmla="*/ 359595 h 2280862"/>
              <a:gd name="connsiteX6" fmla="*/ 6359704 w 7335749"/>
              <a:gd name="connsiteY6" fmla="*/ 71919 h 2280862"/>
              <a:gd name="connsiteX7" fmla="*/ 7335749 w 7335749"/>
              <a:gd name="connsiteY7" fmla="*/ 0 h 228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35749" h="2280862">
                <a:moveTo>
                  <a:pt x="0" y="2280862"/>
                </a:moveTo>
                <a:lnTo>
                  <a:pt x="791110" y="2044557"/>
                </a:lnTo>
                <a:cubicBezTo>
                  <a:pt x="1042827" y="1965789"/>
                  <a:pt x="1224337" y="1953802"/>
                  <a:pt x="1510301" y="1808251"/>
                </a:cubicBezTo>
                <a:cubicBezTo>
                  <a:pt x="1796265" y="1662700"/>
                  <a:pt x="2099353" y="1369887"/>
                  <a:pt x="2506895" y="1171253"/>
                </a:cubicBezTo>
                <a:cubicBezTo>
                  <a:pt x="2914437" y="972619"/>
                  <a:pt x="3518899" y="751725"/>
                  <a:pt x="3955551" y="616449"/>
                </a:cubicBezTo>
                <a:cubicBezTo>
                  <a:pt x="4392203" y="481173"/>
                  <a:pt x="5126805" y="359595"/>
                  <a:pt x="5126805" y="359595"/>
                </a:cubicBezTo>
                <a:cubicBezTo>
                  <a:pt x="5527497" y="268840"/>
                  <a:pt x="5991547" y="131851"/>
                  <a:pt x="6359704" y="71919"/>
                </a:cubicBezTo>
                <a:cubicBezTo>
                  <a:pt x="6727861" y="11987"/>
                  <a:pt x="7031805" y="5993"/>
                  <a:pt x="7335749" y="0"/>
                </a:cubicBezTo>
              </a:path>
            </a:pathLst>
          </a:cu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Rounded Rectangle 104">
            <a:extLst>
              <a:ext uri="{FF2B5EF4-FFF2-40B4-BE49-F238E27FC236}">
                <a16:creationId xmlns:a16="http://schemas.microsoft.com/office/drawing/2014/main" id="{FEB7CE94-DB94-1C4A-8178-347ADAA651A5}"/>
              </a:ext>
            </a:extLst>
          </p:cNvPr>
          <p:cNvSpPr/>
          <p:nvPr/>
        </p:nvSpPr>
        <p:spPr>
          <a:xfrm>
            <a:off x="1891154" y="4214474"/>
            <a:ext cx="1436216" cy="72323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59262" sx="102000" sy="102000" algn="ctr" rotWithShape="0">
              <a:prstClr val="black">
                <a:alpha val="15000"/>
              </a:prstClr>
            </a:outerShdw>
          </a:effectLst>
        </p:spPr>
        <p:txBody>
          <a:bodyPr tIns="9144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1B2227"/>
                </a:solidFill>
                <a:effectLst/>
                <a:uLnTx/>
                <a:uFillTx/>
                <a:latin typeface="Graphik"/>
                <a:ea typeface="+mn-ea"/>
                <a:cs typeface="+mn-cs"/>
                <a:sym typeface="Arial"/>
              </a:rPr>
              <a:t>KPI</a:t>
            </a:r>
            <a:endParaRPr kumimoji="0" lang="en-US" sz="1000" b="0" i="0" u="none" strike="noStrike" kern="0" cap="none" spc="0" normalizeH="0" baseline="30000" noProof="0">
              <a:ln>
                <a:noFill/>
              </a:ln>
              <a:solidFill>
                <a:srgbClr val="1B2227"/>
              </a:solidFill>
              <a:effectLst/>
              <a:uLnTx/>
              <a:uFillTx/>
              <a:latin typeface="Graphik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B2227"/>
                </a:solidFill>
                <a:effectLst/>
                <a:uLnTx/>
                <a:uFillTx/>
                <a:latin typeface="Graphik"/>
                <a:ea typeface="+mn-ea"/>
                <a:cs typeface="+mn-cs"/>
                <a:sym typeface="Arial"/>
              </a:rPr>
              <a:t>00</a:t>
            </a:r>
          </a:p>
        </p:txBody>
      </p:sp>
      <p:sp>
        <p:nvSpPr>
          <p:cNvPr id="6" name="Rounded Rectangle 104">
            <a:extLst>
              <a:ext uri="{FF2B5EF4-FFF2-40B4-BE49-F238E27FC236}">
                <a16:creationId xmlns:a16="http://schemas.microsoft.com/office/drawing/2014/main" id="{7CB7B0F1-E03C-E118-9EB8-9B1CA50B6B62}"/>
              </a:ext>
            </a:extLst>
          </p:cNvPr>
          <p:cNvSpPr/>
          <p:nvPr/>
        </p:nvSpPr>
        <p:spPr>
          <a:xfrm>
            <a:off x="381000" y="5027380"/>
            <a:ext cx="1436216" cy="72323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59262" sx="102000" sy="102000" algn="ctr" rotWithShape="0">
              <a:prstClr val="black">
                <a:alpha val="15000"/>
              </a:prstClr>
            </a:outerShdw>
          </a:effectLst>
        </p:spPr>
        <p:txBody>
          <a:bodyPr tIns="9144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1B2227"/>
                </a:solidFill>
                <a:effectLst/>
                <a:uLnTx/>
                <a:uFillTx/>
                <a:latin typeface="Graphik"/>
                <a:ea typeface="+mn-ea"/>
                <a:cs typeface="+mn-cs"/>
                <a:sym typeface="Arial"/>
              </a:rPr>
              <a:t>KPI</a:t>
            </a:r>
            <a:endParaRPr kumimoji="0" lang="en-US" sz="1000" b="0" i="0" u="none" strike="noStrike" kern="0" cap="none" spc="0" normalizeH="0" baseline="30000" noProof="0">
              <a:ln>
                <a:noFill/>
              </a:ln>
              <a:solidFill>
                <a:srgbClr val="1B2227"/>
              </a:solidFill>
              <a:effectLst/>
              <a:uLnTx/>
              <a:uFillTx/>
              <a:latin typeface="Graphik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B2227"/>
                </a:solidFill>
                <a:effectLst/>
                <a:uLnTx/>
                <a:uFillTx/>
                <a:latin typeface="Graphik"/>
                <a:ea typeface="+mn-ea"/>
                <a:cs typeface="+mn-cs"/>
                <a:sym typeface="Arial"/>
              </a:rPr>
              <a:t>00</a:t>
            </a:r>
          </a:p>
        </p:txBody>
      </p:sp>
      <p:sp>
        <p:nvSpPr>
          <p:cNvPr id="7" name="Rounded Rectangle 104">
            <a:extLst>
              <a:ext uri="{FF2B5EF4-FFF2-40B4-BE49-F238E27FC236}">
                <a16:creationId xmlns:a16="http://schemas.microsoft.com/office/drawing/2014/main" id="{C5B88045-16A1-5618-2D4D-880949199916}"/>
              </a:ext>
            </a:extLst>
          </p:cNvPr>
          <p:cNvSpPr/>
          <p:nvPr/>
        </p:nvSpPr>
        <p:spPr>
          <a:xfrm>
            <a:off x="1891154" y="5027380"/>
            <a:ext cx="1436216" cy="72323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59262" sx="102000" sy="102000" algn="ctr" rotWithShape="0">
              <a:prstClr val="black">
                <a:alpha val="15000"/>
              </a:prstClr>
            </a:outerShdw>
          </a:effectLst>
        </p:spPr>
        <p:txBody>
          <a:bodyPr tIns="9144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1B2227"/>
                </a:solidFill>
                <a:effectLst/>
                <a:uLnTx/>
                <a:uFillTx/>
                <a:latin typeface="Graphik"/>
                <a:ea typeface="+mn-ea"/>
                <a:cs typeface="+mn-cs"/>
                <a:sym typeface="Arial"/>
              </a:rPr>
              <a:t>KPI</a:t>
            </a:r>
            <a:endParaRPr kumimoji="0" lang="en-US" sz="1000" b="0" i="0" u="none" strike="noStrike" kern="0" cap="none" spc="0" normalizeH="0" baseline="30000" noProof="0">
              <a:ln>
                <a:noFill/>
              </a:ln>
              <a:solidFill>
                <a:srgbClr val="1B2227"/>
              </a:solidFill>
              <a:effectLst/>
              <a:uLnTx/>
              <a:uFillTx/>
              <a:latin typeface="Graphik"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B2227"/>
                </a:solidFill>
                <a:effectLst/>
                <a:uLnTx/>
                <a:uFillTx/>
                <a:latin typeface="Graphik"/>
                <a:ea typeface="+mn-ea"/>
                <a:cs typeface="+mn-cs"/>
                <a:sym typeface="Arial"/>
              </a:rPr>
              <a:t>00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1321B65-489D-9D6E-0AD5-9691837B12DB}"/>
              </a:ext>
            </a:extLst>
          </p:cNvPr>
          <p:cNvGrpSpPr/>
          <p:nvPr/>
        </p:nvGrpSpPr>
        <p:grpSpPr>
          <a:xfrm>
            <a:off x="781339" y="2486068"/>
            <a:ext cx="2145693" cy="1183046"/>
            <a:chOff x="794031" y="2486068"/>
            <a:chExt cx="2145693" cy="1183046"/>
          </a:xfrm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3322BF6-6282-828F-DCB8-CBBFA00D5A31}"/>
                </a:ext>
              </a:extLst>
            </p:cNvPr>
            <p:cNvSpPr/>
            <p:nvPr/>
          </p:nvSpPr>
          <p:spPr>
            <a:xfrm rot="18889306">
              <a:off x="1265040" y="2521635"/>
              <a:ext cx="675862" cy="604728"/>
            </a:xfrm>
            <a:custGeom>
              <a:avLst/>
              <a:gdLst>
                <a:gd name="connsiteX0" fmla="*/ 675862 w 675862"/>
                <a:gd name="connsiteY0" fmla="*/ 281330 h 604728"/>
                <a:gd name="connsiteX1" fmla="*/ 350446 w 675862"/>
                <a:gd name="connsiteY1" fmla="*/ 604728 h 604728"/>
                <a:gd name="connsiteX2" fmla="*/ 281928 w 675862"/>
                <a:gd name="connsiteY2" fmla="*/ 548403 h 604728"/>
                <a:gd name="connsiteX3" fmla="*/ 84123 w 675862"/>
                <a:gd name="connsiteY3" fmla="*/ 467048 h 604728"/>
                <a:gd name="connsiteX4" fmla="*/ 0 w 675862"/>
                <a:gd name="connsiteY4" fmla="*/ 458721 h 604728"/>
                <a:gd name="connsiteX5" fmla="*/ 0 w 675862"/>
                <a:gd name="connsiteY5" fmla="*/ 0 h 604728"/>
                <a:gd name="connsiteX6" fmla="*/ 76975 w 675862"/>
                <a:gd name="connsiteY6" fmla="*/ 3915 h 604728"/>
                <a:gd name="connsiteX7" fmla="*/ 616382 w 675862"/>
                <a:gd name="connsiteY7" fmla="*/ 227230 h 604728"/>
                <a:gd name="connsiteX8" fmla="*/ 675862 w 675862"/>
                <a:gd name="connsiteY8" fmla="*/ 281330 h 60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5862" h="604728">
                  <a:moveTo>
                    <a:pt x="675862" y="281330"/>
                  </a:moveTo>
                  <a:lnTo>
                    <a:pt x="350446" y="604728"/>
                  </a:lnTo>
                  <a:lnTo>
                    <a:pt x="281928" y="548403"/>
                  </a:lnTo>
                  <a:cubicBezTo>
                    <a:pt x="220912" y="507843"/>
                    <a:pt x="153584" y="480720"/>
                    <a:pt x="84123" y="467048"/>
                  </a:cubicBezTo>
                  <a:lnTo>
                    <a:pt x="0" y="458721"/>
                  </a:lnTo>
                  <a:lnTo>
                    <a:pt x="0" y="0"/>
                  </a:lnTo>
                  <a:lnTo>
                    <a:pt x="76975" y="3915"/>
                  </a:lnTo>
                  <a:cubicBezTo>
                    <a:pt x="269860" y="22985"/>
                    <a:pt x="458269" y="97450"/>
                    <a:pt x="616382" y="227230"/>
                  </a:cubicBezTo>
                  <a:lnTo>
                    <a:pt x="675862" y="28133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91805A6-569A-F2FF-B86B-8EB445A0FD5A}"/>
                </a:ext>
              </a:extLst>
            </p:cNvPr>
            <p:cNvSpPr/>
            <p:nvPr/>
          </p:nvSpPr>
          <p:spPr>
            <a:xfrm rot="18889306">
              <a:off x="1793984" y="2486635"/>
              <a:ext cx="602532" cy="677550"/>
            </a:xfrm>
            <a:custGeom>
              <a:avLst/>
              <a:gdLst>
                <a:gd name="connsiteX0" fmla="*/ 325416 w 602532"/>
                <a:gd name="connsiteY0" fmla="*/ 0 h 677550"/>
                <a:gd name="connsiteX1" fmla="*/ 379144 w 602532"/>
                <a:gd name="connsiteY1" fmla="*/ 59815 h 677550"/>
                <a:gd name="connsiteX2" fmla="*/ 599099 w 602532"/>
                <a:gd name="connsiteY2" fmla="*/ 600601 h 677550"/>
                <a:gd name="connsiteX3" fmla="*/ 602532 w 602532"/>
                <a:gd name="connsiteY3" fmla="*/ 677550 h 677550"/>
                <a:gd name="connsiteX4" fmla="*/ 143822 w 602532"/>
                <a:gd name="connsiteY4" fmla="*/ 674719 h 677550"/>
                <a:gd name="connsiteX5" fmla="*/ 136021 w 602532"/>
                <a:gd name="connsiteY5" fmla="*/ 590573 h 677550"/>
                <a:gd name="connsiteX6" fmla="*/ 55898 w 602532"/>
                <a:gd name="connsiteY6" fmla="*/ 392266 h 677550"/>
                <a:gd name="connsiteX7" fmla="*/ 0 w 602532"/>
                <a:gd name="connsiteY7" fmla="*/ 323398 h 677550"/>
                <a:gd name="connsiteX8" fmla="*/ 325416 w 602532"/>
                <a:gd name="connsiteY8" fmla="*/ 0 h 67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2532" h="677550">
                  <a:moveTo>
                    <a:pt x="325416" y="0"/>
                  </a:moveTo>
                  <a:lnTo>
                    <a:pt x="379144" y="59815"/>
                  </a:lnTo>
                  <a:cubicBezTo>
                    <a:pt x="507937" y="218733"/>
                    <a:pt x="581229" y="407601"/>
                    <a:pt x="599099" y="600601"/>
                  </a:cubicBezTo>
                  <a:lnTo>
                    <a:pt x="602532" y="677550"/>
                  </a:lnTo>
                  <a:lnTo>
                    <a:pt x="143822" y="674719"/>
                  </a:lnTo>
                  <a:lnTo>
                    <a:pt x="136021" y="590573"/>
                  </a:lnTo>
                  <a:cubicBezTo>
                    <a:pt x="122780" y="521029"/>
                    <a:pt x="96077" y="453533"/>
                    <a:pt x="55898" y="392266"/>
                  </a:cubicBezTo>
                  <a:lnTo>
                    <a:pt x="0" y="323398"/>
                  </a:lnTo>
                  <a:lnTo>
                    <a:pt x="3254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B6C3F911-E774-B213-445B-22132E208874}"/>
                </a:ext>
              </a:extLst>
            </p:cNvPr>
            <p:cNvSpPr/>
            <p:nvPr/>
          </p:nvSpPr>
          <p:spPr>
            <a:xfrm rot="18889306">
              <a:off x="2301283" y="2996197"/>
              <a:ext cx="604409" cy="672472"/>
            </a:xfrm>
            <a:custGeom>
              <a:avLst/>
              <a:gdLst>
                <a:gd name="connsiteX0" fmla="*/ 604409 w 604409"/>
                <a:gd name="connsiteY0" fmla="*/ 2831 h 672472"/>
                <a:gd name="connsiteX1" fmla="*/ 600811 w 604409"/>
                <a:gd name="connsiteY1" fmla="*/ 73585 h 672472"/>
                <a:gd name="connsiteX2" fmla="*/ 377496 w 604409"/>
                <a:gd name="connsiteY2" fmla="*/ 612991 h 672472"/>
                <a:gd name="connsiteX3" fmla="*/ 323396 w 604409"/>
                <a:gd name="connsiteY3" fmla="*/ 672472 h 672472"/>
                <a:gd name="connsiteX4" fmla="*/ 0 w 604409"/>
                <a:gd name="connsiteY4" fmla="*/ 347057 h 672472"/>
                <a:gd name="connsiteX5" fmla="*/ 56324 w 604409"/>
                <a:gd name="connsiteY5" fmla="*/ 278539 h 672472"/>
                <a:gd name="connsiteX6" fmla="*/ 137680 w 604409"/>
                <a:gd name="connsiteY6" fmla="*/ 80734 h 672472"/>
                <a:gd name="connsiteX7" fmla="*/ 145671 w 604409"/>
                <a:gd name="connsiteY7" fmla="*/ 0 h 672472"/>
                <a:gd name="connsiteX8" fmla="*/ 604409 w 604409"/>
                <a:gd name="connsiteY8" fmla="*/ 2831 h 67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4409" h="672472">
                  <a:moveTo>
                    <a:pt x="604409" y="2831"/>
                  </a:moveTo>
                  <a:lnTo>
                    <a:pt x="600811" y="73585"/>
                  </a:lnTo>
                  <a:cubicBezTo>
                    <a:pt x="581741" y="266470"/>
                    <a:pt x="507276" y="454879"/>
                    <a:pt x="377496" y="612991"/>
                  </a:cubicBezTo>
                  <a:lnTo>
                    <a:pt x="323396" y="672472"/>
                  </a:lnTo>
                  <a:lnTo>
                    <a:pt x="0" y="347057"/>
                  </a:lnTo>
                  <a:lnTo>
                    <a:pt x="56324" y="278539"/>
                  </a:lnTo>
                  <a:cubicBezTo>
                    <a:pt x="96884" y="217523"/>
                    <a:pt x="124007" y="150195"/>
                    <a:pt x="137680" y="80734"/>
                  </a:cubicBezTo>
                  <a:lnTo>
                    <a:pt x="145671" y="0"/>
                  </a:lnTo>
                  <a:lnTo>
                    <a:pt x="604409" y="283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9948426-11B4-C098-0312-7FDEAAACF099}"/>
                </a:ext>
              </a:extLst>
            </p:cNvPr>
            <p:cNvSpPr/>
            <p:nvPr/>
          </p:nvSpPr>
          <p:spPr>
            <a:xfrm rot="18889306">
              <a:off x="759495" y="3032322"/>
              <a:ext cx="671328" cy="602256"/>
            </a:xfrm>
            <a:custGeom>
              <a:avLst/>
              <a:gdLst>
                <a:gd name="connsiteX0" fmla="*/ 671328 w 671328"/>
                <a:gd name="connsiteY0" fmla="*/ 0 h 602256"/>
                <a:gd name="connsiteX1" fmla="*/ 671328 w 671328"/>
                <a:gd name="connsiteY1" fmla="*/ 458749 h 602256"/>
                <a:gd name="connsiteX2" fmla="*/ 590572 w 671328"/>
                <a:gd name="connsiteY2" fmla="*/ 466235 h 602256"/>
                <a:gd name="connsiteX3" fmla="*/ 392265 w 671328"/>
                <a:gd name="connsiteY3" fmla="*/ 546358 h 602256"/>
                <a:gd name="connsiteX4" fmla="*/ 323398 w 671328"/>
                <a:gd name="connsiteY4" fmla="*/ 602256 h 602256"/>
                <a:gd name="connsiteX5" fmla="*/ 0 w 671328"/>
                <a:gd name="connsiteY5" fmla="*/ 276840 h 602256"/>
                <a:gd name="connsiteX6" fmla="*/ 59816 w 671328"/>
                <a:gd name="connsiteY6" fmla="*/ 223111 h 602256"/>
                <a:gd name="connsiteX7" fmla="*/ 600602 w 671328"/>
                <a:gd name="connsiteY7" fmla="*/ 3156 h 602256"/>
                <a:gd name="connsiteX8" fmla="*/ 671328 w 671328"/>
                <a:gd name="connsiteY8" fmla="*/ 0 h 60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1328" h="602256">
                  <a:moveTo>
                    <a:pt x="671328" y="0"/>
                  </a:moveTo>
                  <a:lnTo>
                    <a:pt x="671328" y="458749"/>
                  </a:lnTo>
                  <a:lnTo>
                    <a:pt x="590572" y="466235"/>
                  </a:lnTo>
                  <a:cubicBezTo>
                    <a:pt x="521028" y="479476"/>
                    <a:pt x="453533" y="506179"/>
                    <a:pt x="392265" y="546358"/>
                  </a:cubicBezTo>
                  <a:lnTo>
                    <a:pt x="323398" y="602256"/>
                  </a:lnTo>
                  <a:lnTo>
                    <a:pt x="0" y="276840"/>
                  </a:lnTo>
                  <a:lnTo>
                    <a:pt x="59816" y="223111"/>
                  </a:lnTo>
                  <a:cubicBezTo>
                    <a:pt x="218733" y="94317"/>
                    <a:pt x="407602" y="21026"/>
                    <a:pt x="600602" y="3156"/>
                  </a:cubicBezTo>
                  <a:lnTo>
                    <a:pt x="671328" y="0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291B53A-C831-B67A-83CE-DA525AC4FEEE}"/>
              </a:ext>
            </a:extLst>
          </p:cNvPr>
          <p:cNvGrpSpPr/>
          <p:nvPr/>
        </p:nvGrpSpPr>
        <p:grpSpPr>
          <a:xfrm>
            <a:off x="1759269" y="3067021"/>
            <a:ext cx="161260" cy="573434"/>
            <a:chOff x="1773555" y="3067021"/>
            <a:chExt cx="161260" cy="573434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11780CAA-FA09-14C0-B366-65B7D408BD70}"/>
                </a:ext>
              </a:extLst>
            </p:cNvPr>
            <p:cNvSpPr/>
            <p:nvPr/>
          </p:nvSpPr>
          <p:spPr>
            <a:xfrm>
              <a:off x="1773555" y="3479195"/>
              <a:ext cx="161260" cy="1612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928A5296-562D-51D7-45F9-F44EA670D8DE}"/>
                </a:ext>
              </a:extLst>
            </p:cNvPr>
            <p:cNvSpPr/>
            <p:nvPr/>
          </p:nvSpPr>
          <p:spPr>
            <a:xfrm>
              <a:off x="1814180" y="3067021"/>
              <a:ext cx="80010" cy="420694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550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>
            <a:extLst>
              <a:ext uri="{FF2B5EF4-FFF2-40B4-BE49-F238E27FC236}">
                <a16:creationId xmlns:a16="http://schemas.microsoft.com/office/drawing/2014/main" id="{158E61A9-5D45-40A6-9504-340008C44E7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2" imgW="338" imgH="338" progId="TCLayout.ActiveDocument.1">
                  <p:embed/>
                </p:oleObj>
              </mc:Choice>
              <mc:Fallback>
                <p:oleObj name="think-cell Slide" r:id="rId312" imgW="338" imgH="338" progId="TCLayout.ActiveDocument.1">
                  <p:embed/>
                  <p:pic>
                    <p:nvPicPr>
                      <p:cNvPr id="21" name="Object 20" hidden="1">
                        <a:extLst>
                          <a:ext uri="{FF2B5EF4-FFF2-40B4-BE49-F238E27FC236}">
                            <a16:creationId xmlns:a16="http://schemas.microsoft.com/office/drawing/2014/main" id="{158E61A9-5D45-40A6-9504-340008C44E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3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 hidden="1">
            <a:extLst>
              <a:ext uri="{FF2B5EF4-FFF2-40B4-BE49-F238E27FC236}">
                <a16:creationId xmlns:a16="http://schemas.microsoft.com/office/drawing/2014/main" id="{326C8330-7FA8-466C-A83C-5671EB4B7D6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121917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467" dirty="0" err="1">
              <a:solidFill>
                <a:prstClr val="white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EEC112-93B9-4FA3-A4D4-387B538518FA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74934" y="979201"/>
          <a:ext cx="11158282" cy="51250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900445">
                  <a:extLst>
                    <a:ext uri="{9D8B030D-6E8A-4147-A177-3AD203B41FA5}">
                      <a16:colId xmlns:a16="http://schemas.microsoft.com/office/drawing/2014/main" val="427489837"/>
                    </a:ext>
                  </a:extLst>
                </a:gridCol>
                <a:gridCol w="3047761">
                  <a:extLst>
                    <a:ext uri="{9D8B030D-6E8A-4147-A177-3AD203B41FA5}">
                      <a16:colId xmlns:a16="http://schemas.microsoft.com/office/drawing/2014/main" val="645791534"/>
                    </a:ext>
                  </a:extLst>
                </a:gridCol>
                <a:gridCol w="680645">
                  <a:extLst>
                    <a:ext uri="{9D8B030D-6E8A-4147-A177-3AD203B41FA5}">
                      <a16:colId xmlns:a16="http://schemas.microsoft.com/office/drawing/2014/main" val="1646560199"/>
                    </a:ext>
                  </a:extLst>
                </a:gridCol>
                <a:gridCol w="1085512">
                  <a:extLst>
                    <a:ext uri="{9D8B030D-6E8A-4147-A177-3AD203B41FA5}">
                      <a16:colId xmlns:a16="http://schemas.microsoft.com/office/drawing/2014/main" val="3275168771"/>
                    </a:ext>
                  </a:extLst>
                </a:gridCol>
                <a:gridCol w="1085512">
                  <a:extLst>
                    <a:ext uri="{9D8B030D-6E8A-4147-A177-3AD203B41FA5}">
                      <a16:colId xmlns:a16="http://schemas.microsoft.com/office/drawing/2014/main" val="2519989776"/>
                    </a:ext>
                  </a:extLst>
                </a:gridCol>
                <a:gridCol w="1085512">
                  <a:extLst>
                    <a:ext uri="{9D8B030D-6E8A-4147-A177-3AD203B41FA5}">
                      <a16:colId xmlns:a16="http://schemas.microsoft.com/office/drawing/2014/main" val="623576610"/>
                    </a:ext>
                  </a:extLst>
                </a:gridCol>
                <a:gridCol w="651848">
                  <a:extLst>
                    <a:ext uri="{9D8B030D-6E8A-4147-A177-3AD203B41FA5}">
                      <a16:colId xmlns:a16="http://schemas.microsoft.com/office/drawing/2014/main" val="1555262527"/>
                    </a:ext>
                  </a:extLst>
                </a:gridCol>
                <a:gridCol w="2621047">
                  <a:extLst>
                    <a:ext uri="{9D8B030D-6E8A-4147-A177-3AD203B41FA5}">
                      <a16:colId xmlns:a16="http://schemas.microsoft.com/office/drawing/2014/main" val="3559715162"/>
                    </a:ext>
                  </a:extLst>
                </a:gridCol>
              </a:tblGrid>
              <a:tr h="302067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</a:pPr>
                      <a:r>
                        <a:rPr lang="en-GB" sz="1000" noProof="0" dirty="0">
                          <a:solidFill>
                            <a:schemeClr val="accent1"/>
                          </a:solidFill>
                          <a:latin typeface="+mn-lt"/>
                        </a:rPr>
                        <a:t>Strategy pillar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solidFill>
                            <a:schemeClr val="accent1"/>
                          </a:solidFill>
                          <a:latin typeface="+mn-lt"/>
                        </a:rPr>
                        <a:t>KPI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solidFill>
                            <a:schemeClr val="accent1"/>
                          </a:solidFill>
                          <a:latin typeface="+mn-lt"/>
                        </a:rPr>
                        <a:t>Actual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</a:pPr>
                      <a:r>
                        <a:rPr lang="en-GB" sz="1000" noProof="0" dirty="0">
                          <a:solidFill>
                            <a:schemeClr val="accent1"/>
                          </a:solidFill>
                          <a:latin typeface="+mn-lt"/>
                        </a:rPr>
                        <a:t>Target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solidFill>
                            <a:schemeClr val="accent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solidFill>
                            <a:schemeClr val="accent1"/>
                          </a:solidFill>
                          <a:latin typeface="+mn-lt"/>
                        </a:rPr>
                        <a:t>Trend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solidFill>
                            <a:schemeClr val="accent1"/>
                          </a:solidFill>
                          <a:latin typeface="+mn-lt"/>
                        </a:rPr>
                        <a:t>Comments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850056"/>
                  </a:ext>
                </a:extLst>
              </a:tr>
              <a:tr h="40156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48000" marR="0" marT="0" marB="0" vert="vert270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 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Short description</a:t>
                      </a:r>
                      <a:endParaRPr kumimoji="0" lang="en-GB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0" marR="0" marT="24000" marB="24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X.X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7313" indent="-87313" algn="l">
                        <a:buFont typeface="Arial" panose="020B0604020202020204" pitchFamily="34" charset="0"/>
                        <a:buChar char="•"/>
                      </a:pPr>
                      <a:endParaRPr lang="en-GB" sz="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48000" marR="48000" marT="48000" marB="4800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972903"/>
                  </a:ext>
                </a:extLst>
              </a:tr>
              <a:tr h="401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KPI 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Short description</a:t>
                      </a:r>
                      <a:endParaRPr kumimoji="0" lang="en-GB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0" marR="0" marT="24000" marB="24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X.X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noProof="0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504636"/>
                  </a:ext>
                </a:extLst>
              </a:tr>
              <a:tr h="40156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48000" marR="0" marT="0" marB="0" vert="vert270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KPI 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Short description</a:t>
                      </a:r>
                      <a:endParaRPr kumimoji="0" lang="en-GB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0" marR="0" marT="24000" marB="24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X.X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88900" lvl="1" indent="-82550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defRPr/>
                      </a:pPr>
                      <a:endParaRPr lang="en-GB" sz="6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48000" marR="48000" marT="48000" marB="4800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734569"/>
                  </a:ext>
                </a:extLst>
              </a:tr>
              <a:tr h="401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KPI 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Short description</a:t>
                      </a:r>
                      <a:endParaRPr kumimoji="0" lang="en-GB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0" marR="0" marT="24000" marB="24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X.X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noProof="0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83476"/>
                  </a:ext>
                </a:extLst>
              </a:tr>
              <a:tr h="401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KPI 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Short description</a:t>
                      </a:r>
                      <a:endParaRPr kumimoji="0" lang="en-GB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0" marR="0" marT="24000" marB="24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X.X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noProof="0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794497"/>
                  </a:ext>
                </a:extLst>
              </a:tr>
              <a:tr h="401561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48000" marR="0" marT="0" marB="0" vert="vert270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KPI 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Short description</a:t>
                      </a:r>
                      <a:endParaRPr kumimoji="0" lang="en-GB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0" marR="0" marT="24000" marB="24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X.X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GB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678341"/>
                  </a:ext>
                </a:extLst>
              </a:tr>
              <a:tr h="401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189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378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566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754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5943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132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320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509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KPI 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Short description</a:t>
                      </a:r>
                      <a:endParaRPr kumimoji="0" lang="en-GB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189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378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566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754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5943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132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320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509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0" marR="0" marT="24000" marB="24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189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378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566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754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5943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132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320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509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X.X</a:t>
                      </a:r>
                      <a:endParaRPr kumimoji="0" lang="en-GB" sz="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noProof="0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95207"/>
                  </a:ext>
                </a:extLst>
              </a:tr>
              <a:tr h="40583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189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378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566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754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5943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132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320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509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KPI 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Short description</a:t>
                      </a:r>
                      <a:endParaRPr kumimoji="0" lang="en-GB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189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378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566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754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5943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132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320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509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0" marR="0" marT="24000" marB="24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189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378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566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754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5943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132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320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509" algn="l" defTabSz="914378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X.X</a:t>
                      </a:r>
                      <a:endParaRPr kumimoji="0" lang="en-GB" sz="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noProof="0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258044"/>
                  </a:ext>
                </a:extLst>
              </a:tr>
              <a:tr h="401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KPI 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Short description</a:t>
                      </a:r>
                      <a:endParaRPr kumimoji="0" lang="en-GB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0" marR="0" marT="24000" marB="24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X.X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noProof="0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90338"/>
                  </a:ext>
                </a:extLst>
              </a:tr>
              <a:tr h="401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KPI 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Short description</a:t>
                      </a:r>
                      <a:endParaRPr kumimoji="0" lang="en-GB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0" marR="0" marT="24000" marB="24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X.X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noProof="0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780056"/>
                  </a:ext>
                </a:extLst>
              </a:tr>
              <a:tr h="40156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 marL="48000" marR="0" marT="0" marB="0" vert="vert270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KPI 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Short description</a:t>
                      </a:r>
                      <a:endParaRPr kumimoji="0" lang="en-GB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0" marR="0" marT="24000" marB="24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X.X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defTabSz="685800">
                        <a:spcAft>
                          <a:spcPts val="150"/>
                        </a:spcAft>
                        <a:buFont typeface="Arial" panose="020B0604020202020204" pitchFamily="34" charset="0"/>
                        <a:buNone/>
                        <a:defRPr/>
                      </a:pPr>
                      <a:endParaRPr lang="en-GB" sz="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48000" marR="48000" marT="48000" marB="4800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646148"/>
                  </a:ext>
                </a:extLst>
              </a:tr>
              <a:tr h="401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KPI 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Short description</a:t>
                      </a:r>
                      <a:endParaRPr kumimoji="0" lang="en-GB" sz="11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0" marR="0" marT="24000" marB="240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X.X</a:t>
                      </a:r>
                      <a:endParaRPr kumimoji="0" lang="en-GB" sz="1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&lt;X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noProof="0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mpd="sng">
                      <a:noFill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71978"/>
                  </a:ext>
                </a:extLst>
              </a:tr>
            </a:tbl>
          </a:graphicData>
        </a:graphic>
      </p:graphicFrame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CD7B133-4A22-41D8-A2CD-30C2EC9A1C18}"/>
              </a:ext>
            </a:extLst>
          </p:cNvPr>
          <p:cNvCxnSpPr/>
          <p:nvPr/>
        </p:nvCxnSpPr>
        <p:spPr>
          <a:xfrm flipV="1">
            <a:off x="575469" y="5294732"/>
            <a:ext cx="11040000" cy="24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1E4D1AC-6F33-470C-A9B6-FCDBB7EF71FA}"/>
              </a:ext>
            </a:extLst>
          </p:cNvPr>
          <p:cNvCxnSpPr/>
          <p:nvPr/>
        </p:nvCxnSpPr>
        <p:spPr>
          <a:xfrm flipV="1">
            <a:off x="575469" y="2086995"/>
            <a:ext cx="11040000" cy="24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5CC1C6-79B2-4EF2-BFDF-E81BA56D5BC5}"/>
              </a:ext>
            </a:extLst>
          </p:cNvPr>
          <p:cNvCxnSpPr/>
          <p:nvPr/>
        </p:nvCxnSpPr>
        <p:spPr>
          <a:xfrm flipV="1">
            <a:off x="575469" y="3275182"/>
            <a:ext cx="11040000" cy="24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58EBFA06-455A-4B94-A39A-6576AF150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77501"/>
            <a:ext cx="11306175" cy="775597"/>
          </a:xfrm>
        </p:spPr>
        <p:txBody>
          <a:bodyPr vert="horz" rIns="0">
            <a:normAutofit/>
          </a:bodyPr>
          <a:lstStyle/>
          <a:p>
            <a:r>
              <a:rPr lang="en-GB" dirty="0"/>
              <a:t>Strategy KPI Dashboard</a:t>
            </a:r>
          </a:p>
        </p:txBody>
      </p:sp>
      <p:sp>
        <p:nvSpPr>
          <p:cNvPr id="433" name="Text Placeholder 432">
            <a:extLst>
              <a:ext uri="{FF2B5EF4-FFF2-40B4-BE49-F238E27FC236}">
                <a16:creationId xmlns:a16="http://schemas.microsoft.com/office/drawing/2014/main" id="{F8E1D5B5-7E93-FA21-1C76-F979C762DB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8786" y="6307939"/>
            <a:ext cx="9265981" cy="148680"/>
          </a:xfrm>
        </p:spPr>
        <p:txBody>
          <a:bodyPr/>
          <a:lstStyle/>
          <a:p>
            <a:r>
              <a:rPr lang="en-GB" sz="1000" dirty="0">
                <a:solidFill>
                  <a:schemeClr val="dk1">
                    <a:lumMod val="100000"/>
                  </a:schemeClr>
                </a:solidFill>
              </a:rPr>
              <a:t> Indicates development compared to last weeks performance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EA175FF-C8DE-CC61-0816-E683A41B334C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10605" y="1525562"/>
            <a:ext cx="328660" cy="328660"/>
            <a:chOff x="1258808" y="2975680"/>
            <a:chExt cx="328660" cy="3286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632545-78B5-4C56-B6BE-EB65F53052A6}"/>
                </a:ext>
              </a:extLst>
            </p:cNvPr>
            <p:cNvSpPr txBox="1">
              <a:spLocks noChangeAspect="1"/>
            </p:cNvSpPr>
            <p:nvPr>
              <p:custDataLst>
                <p:tags r:id="rId286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</a:t>
              </a:r>
            </a:p>
          </p:txBody>
        </p:sp>
        <p:sp>
          <p:nvSpPr>
            <p:cNvPr id="8" name="TextBox 7" hidden="1">
              <a:extLst>
                <a:ext uri="{FF2B5EF4-FFF2-40B4-BE49-F238E27FC236}">
                  <a16:creationId xmlns:a16="http://schemas.microsoft.com/office/drawing/2014/main" id="{E51A2464-0D62-7014-BE8B-2A9CBC87D33E}"/>
                </a:ext>
              </a:extLst>
            </p:cNvPr>
            <p:cNvSpPr txBox="1">
              <a:spLocks noChangeAspect="1"/>
            </p:cNvSpPr>
            <p:nvPr>
              <p:custDataLst>
                <p:tags r:id="rId287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</a:t>
              </a:r>
            </a:p>
          </p:txBody>
        </p:sp>
        <p:sp>
          <p:nvSpPr>
            <p:cNvPr id="9" name="TextBox 8" hidden="1">
              <a:extLst>
                <a:ext uri="{FF2B5EF4-FFF2-40B4-BE49-F238E27FC236}">
                  <a16:creationId xmlns:a16="http://schemas.microsoft.com/office/drawing/2014/main" id="{F536D391-27A6-9C08-6732-53273F272172}"/>
                </a:ext>
              </a:extLst>
            </p:cNvPr>
            <p:cNvSpPr txBox="1">
              <a:spLocks noChangeAspect="1"/>
            </p:cNvSpPr>
            <p:nvPr>
              <p:custDataLst>
                <p:tags r:id="rId288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3</a:t>
              </a:r>
            </a:p>
          </p:txBody>
        </p:sp>
        <p:sp>
          <p:nvSpPr>
            <p:cNvPr id="10" name="TextBox 9" hidden="1">
              <a:extLst>
                <a:ext uri="{FF2B5EF4-FFF2-40B4-BE49-F238E27FC236}">
                  <a16:creationId xmlns:a16="http://schemas.microsoft.com/office/drawing/2014/main" id="{F12FE8F3-1CFF-5AD9-B117-DB45956AA537}"/>
                </a:ext>
              </a:extLst>
            </p:cNvPr>
            <p:cNvSpPr txBox="1">
              <a:spLocks noChangeAspect="1"/>
            </p:cNvSpPr>
            <p:nvPr>
              <p:custDataLst>
                <p:tags r:id="rId289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4</a:t>
              </a:r>
            </a:p>
          </p:txBody>
        </p:sp>
        <p:sp>
          <p:nvSpPr>
            <p:cNvPr id="11" name="TextBox 10" hidden="1">
              <a:extLst>
                <a:ext uri="{FF2B5EF4-FFF2-40B4-BE49-F238E27FC236}">
                  <a16:creationId xmlns:a16="http://schemas.microsoft.com/office/drawing/2014/main" id="{4DAACA79-ADA0-5246-538E-DDD762FC52A0}"/>
                </a:ext>
              </a:extLst>
            </p:cNvPr>
            <p:cNvSpPr txBox="1">
              <a:spLocks noChangeAspect="1"/>
            </p:cNvSpPr>
            <p:nvPr>
              <p:custDataLst>
                <p:tags r:id="rId290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5</a:t>
              </a:r>
            </a:p>
          </p:txBody>
        </p:sp>
        <p:sp>
          <p:nvSpPr>
            <p:cNvPr id="12" name="TextBox 11" hidden="1">
              <a:extLst>
                <a:ext uri="{FF2B5EF4-FFF2-40B4-BE49-F238E27FC236}">
                  <a16:creationId xmlns:a16="http://schemas.microsoft.com/office/drawing/2014/main" id="{04B3D2A8-7036-C6D8-4039-516073681A6B}"/>
                </a:ext>
              </a:extLst>
            </p:cNvPr>
            <p:cNvSpPr txBox="1">
              <a:spLocks noChangeAspect="1"/>
            </p:cNvSpPr>
            <p:nvPr>
              <p:custDataLst>
                <p:tags r:id="rId291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6</a:t>
              </a:r>
            </a:p>
          </p:txBody>
        </p:sp>
        <p:sp>
          <p:nvSpPr>
            <p:cNvPr id="13" name="TextBox 12" hidden="1">
              <a:extLst>
                <a:ext uri="{FF2B5EF4-FFF2-40B4-BE49-F238E27FC236}">
                  <a16:creationId xmlns:a16="http://schemas.microsoft.com/office/drawing/2014/main" id="{249A14A0-1F94-0D47-876F-8D1CCA0D7BB9}"/>
                </a:ext>
              </a:extLst>
            </p:cNvPr>
            <p:cNvSpPr txBox="1">
              <a:spLocks noChangeAspect="1"/>
            </p:cNvSpPr>
            <p:nvPr>
              <p:custDataLst>
                <p:tags r:id="rId292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7</a:t>
              </a:r>
            </a:p>
          </p:txBody>
        </p:sp>
        <p:sp>
          <p:nvSpPr>
            <p:cNvPr id="15" name="TextBox 14" hidden="1">
              <a:extLst>
                <a:ext uri="{FF2B5EF4-FFF2-40B4-BE49-F238E27FC236}">
                  <a16:creationId xmlns:a16="http://schemas.microsoft.com/office/drawing/2014/main" id="{1F52239C-67C3-F822-F854-2DA8020B10EC}"/>
                </a:ext>
              </a:extLst>
            </p:cNvPr>
            <p:cNvSpPr txBox="1">
              <a:spLocks noChangeAspect="1"/>
            </p:cNvSpPr>
            <p:nvPr>
              <p:custDataLst>
                <p:tags r:id="rId293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8</a:t>
              </a:r>
            </a:p>
          </p:txBody>
        </p:sp>
        <p:sp>
          <p:nvSpPr>
            <p:cNvPr id="16" name="TextBox 15" hidden="1">
              <a:extLst>
                <a:ext uri="{FF2B5EF4-FFF2-40B4-BE49-F238E27FC236}">
                  <a16:creationId xmlns:a16="http://schemas.microsoft.com/office/drawing/2014/main" id="{944E42B8-2544-93EC-2C2F-F2771B082F71}"/>
                </a:ext>
              </a:extLst>
            </p:cNvPr>
            <p:cNvSpPr txBox="1">
              <a:spLocks noChangeAspect="1"/>
            </p:cNvSpPr>
            <p:nvPr>
              <p:custDataLst>
                <p:tags r:id="rId294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9</a:t>
              </a:r>
            </a:p>
          </p:txBody>
        </p:sp>
        <p:sp>
          <p:nvSpPr>
            <p:cNvPr id="17" name="TextBox 16" hidden="1">
              <a:extLst>
                <a:ext uri="{FF2B5EF4-FFF2-40B4-BE49-F238E27FC236}">
                  <a16:creationId xmlns:a16="http://schemas.microsoft.com/office/drawing/2014/main" id="{75DD8577-BD65-2899-C93D-A4DD313431B0}"/>
                </a:ext>
              </a:extLst>
            </p:cNvPr>
            <p:cNvSpPr txBox="1">
              <a:spLocks noChangeAspect="1"/>
            </p:cNvSpPr>
            <p:nvPr>
              <p:custDataLst>
                <p:tags r:id="rId295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10</a:t>
              </a:r>
            </a:p>
          </p:txBody>
        </p:sp>
        <p:sp>
          <p:nvSpPr>
            <p:cNvPr id="18" name="TextBox 17" hidden="1">
              <a:extLst>
                <a:ext uri="{FF2B5EF4-FFF2-40B4-BE49-F238E27FC236}">
                  <a16:creationId xmlns:a16="http://schemas.microsoft.com/office/drawing/2014/main" id="{5716BAAC-6DBE-1B10-C2F2-C1BAE9AE6CB9}"/>
                </a:ext>
              </a:extLst>
            </p:cNvPr>
            <p:cNvSpPr txBox="1">
              <a:spLocks noChangeAspect="1"/>
            </p:cNvSpPr>
            <p:nvPr>
              <p:custDataLst>
                <p:tags r:id="rId296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11</a:t>
              </a:r>
            </a:p>
          </p:txBody>
        </p:sp>
        <p:sp>
          <p:nvSpPr>
            <p:cNvPr id="19" name="TextBox 18" hidden="1">
              <a:extLst>
                <a:ext uri="{FF2B5EF4-FFF2-40B4-BE49-F238E27FC236}">
                  <a16:creationId xmlns:a16="http://schemas.microsoft.com/office/drawing/2014/main" id="{84FDA554-89BD-EF4A-27DE-D254532B24B8}"/>
                </a:ext>
              </a:extLst>
            </p:cNvPr>
            <p:cNvSpPr txBox="1">
              <a:spLocks noChangeAspect="1"/>
            </p:cNvSpPr>
            <p:nvPr>
              <p:custDataLst>
                <p:tags r:id="rId297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12</a:t>
              </a:r>
            </a:p>
          </p:txBody>
        </p:sp>
        <p:sp>
          <p:nvSpPr>
            <p:cNvPr id="20" name="TextBox 19" hidden="1">
              <a:extLst>
                <a:ext uri="{FF2B5EF4-FFF2-40B4-BE49-F238E27FC236}">
                  <a16:creationId xmlns:a16="http://schemas.microsoft.com/office/drawing/2014/main" id="{73A46C2C-5D44-8D68-B215-1E30046A59C7}"/>
                </a:ext>
              </a:extLst>
            </p:cNvPr>
            <p:cNvSpPr txBox="1">
              <a:spLocks noChangeAspect="1"/>
            </p:cNvSpPr>
            <p:nvPr>
              <p:custDataLst>
                <p:tags r:id="rId298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13</a:t>
              </a:r>
            </a:p>
          </p:txBody>
        </p:sp>
        <p:sp>
          <p:nvSpPr>
            <p:cNvPr id="23" name="TextBox 22" hidden="1">
              <a:extLst>
                <a:ext uri="{FF2B5EF4-FFF2-40B4-BE49-F238E27FC236}">
                  <a16:creationId xmlns:a16="http://schemas.microsoft.com/office/drawing/2014/main" id="{9CCD1B2B-6082-9E64-A09F-753B86A41008}"/>
                </a:ext>
              </a:extLst>
            </p:cNvPr>
            <p:cNvSpPr txBox="1">
              <a:spLocks noChangeAspect="1"/>
            </p:cNvSpPr>
            <p:nvPr>
              <p:custDataLst>
                <p:tags r:id="rId299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14</a:t>
              </a:r>
            </a:p>
          </p:txBody>
        </p:sp>
        <p:sp>
          <p:nvSpPr>
            <p:cNvPr id="24" name="TextBox 23" hidden="1">
              <a:extLst>
                <a:ext uri="{FF2B5EF4-FFF2-40B4-BE49-F238E27FC236}">
                  <a16:creationId xmlns:a16="http://schemas.microsoft.com/office/drawing/2014/main" id="{35014702-A00D-8D48-2035-89B28C439B56}"/>
                </a:ext>
              </a:extLst>
            </p:cNvPr>
            <p:cNvSpPr txBox="1">
              <a:spLocks noChangeAspect="1"/>
            </p:cNvSpPr>
            <p:nvPr>
              <p:custDataLst>
                <p:tags r:id="rId300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15</a:t>
              </a:r>
            </a:p>
          </p:txBody>
        </p:sp>
        <p:sp>
          <p:nvSpPr>
            <p:cNvPr id="25" name="TextBox 24" hidden="1">
              <a:extLst>
                <a:ext uri="{FF2B5EF4-FFF2-40B4-BE49-F238E27FC236}">
                  <a16:creationId xmlns:a16="http://schemas.microsoft.com/office/drawing/2014/main" id="{024058C3-4AA6-7A43-CE0F-BA287BEEFB7E}"/>
                </a:ext>
              </a:extLst>
            </p:cNvPr>
            <p:cNvSpPr txBox="1">
              <a:spLocks noChangeAspect="1"/>
            </p:cNvSpPr>
            <p:nvPr>
              <p:custDataLst>
                <p:tags r:id="rId301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16</a:t>
              </a:r>
            </a:p>
          </p:txBody>
        </p:sp>
        <p:sp>
          <p:nvSpPr>
            <p:cNvPr id="26" name="TextBox 25" hidden="1">
              <a:extLst>
                <a:ext uri="{FF2B5EF4-FFF2-40B4-BE49-F238E27FC236}">
                  <a16:creationId xmlns:a16="http://schemas.microsoft.com/office/drawing/2014/main" id="{A6C1BB1C-C0CF-B624-94BA-D4B0087DF3FA}"/>
                </a:ext>
              </a:extLst>
            </p:cNvPr>
            <p:cNvSpPr txBox="1">
              <a:spLocks noChangeAspect="1"/>
            </p:cNvSpPr>
            <p:nvPr>
              <p:custDataLst>
                <p:tags r:id="rId302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17</a:t>
              </a:r>
            </a:p>
          </p:txBody>
        </p:sp>
        <p:sp>
          <p:nvSpPr>
            <p:cNvPr id="27" name="TextBox 26" hidden="1">
              <a:extLst>
                <a:ext uri="{FF2B5EF4-FFF2-40B4-BE49-F238E27FC236}">
                  <a16:creationId xmlns:a16="http://schemas.microsoft.com/office/drawing/2014/main" id="{7D11FAEF-2A28-CCEB-A234-8EA7B1046F94}"/>
                </a:ext>
              </a:extLst>
            </p:cNvPr>
            <p:cNvSpPr txBox="1">
              <a:spLocks noChangeAspect="1"/>
            </p:cNvSpPr>
            <p:nvPr>
              <p:custDataLst>
                <p:tags r:id="rId303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18</a:t>
              </a:r>
            </a:p>
          </p:txBody>
        </p:sp>
        <p:sp>
          <p:nvSpPr>
            <p:cNvPr id="28" name="TextBox 27" hidden="1">
              <a:extLst>
                <a:ext uri="{FF2B5EF4-FFF2-40B4-BE49-F238E27FC236}">
                  <a16:creationId xmlns:a16="http://schemas.microsoft.com/office/drawing/2014/main" id="{A83BB89B-0C31-3E89-5518-EEC0BB6CF8F8}"/>
                </a:ext>
              </a:extLst>
            </p:cNvPr>
            <p:cNvSpPr txBox="1">
              <a:spLocks noChangeAspect="1"/>
            </p:cNvSpPr>
            <p:nvPr>
              <p:custDataLst>
                <p:tags r:id="rId304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19</a:t>
              </a:r>
            </a:p>
          </p:txBody>
        </p:sp>
        <p:sp>
          <p:nvSpPr>
            <p:cNvPr id="29" name="TextBox 28" hidden="1">
              <a:extLst>
                <a:ext uri="{FF2B5EF4-FFF2-40B4-BE49-F238E27FC236}">
                  <a16:creationId xmlns:a16="http://schemas.microsoft.com/office/drawing/2014/main" id="{07A24394-72DC-6581-EB17-9D9833AA9937}"/>
                </a:ext>
              </a:extLst>
            </p:cNvPr>
            <p:cNvSpPr txBox="1">
              <a:spLocks noChangeAspect="1"/>
            </p:cNvSpPr>
            <p:nvPr>
              <p:custDataLst>
                <p:tags r:id="rId305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20</a:t>
              </a:r>
            </a:p>
          </p:txBody>
        </p:sp>
        <p:sp>
          <p:nvSpPr>
            <p:cNvPr id="36" name="TextBox 35" hidden="1">
              <a:extLst>
                <a:ext uri="{FF2B5EF4-FFF2-40B4-BE49-F238E27FC236}">
                  <a16:creationId xmlns:a16="http://schemas.microsoft.com/office/drawing/2014/main" id="{5469B22C-1726-95EE-527E-E1A1CA3F5B74}"/>
                </a:ext>
              </a:extLst>
            </p:cNvPr>
            <p:cNvSpPr txBox="1">
              <a:spLocks noChangeAspect="1"/>
            </p:cNvSpPr>
            <p:nvPr>
              <p:custDataLst>
                <p:tags r:id="rId306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21</a:t>
              </a:r>
            </a:p>
          </p:txBody>
        </p:sp>
        <p:sp>
          <p:nvSpPr>
            <p:cNvPr id="37" name="TextBox 36" hidden="1">
              <a:extLst>
                <a:ext uri="{FF2B5EF4-FFF2-40B4-BE49-F238E27FC236}">
                  <a16:creationId xmlns:a16="http://schemas.microsoft.com/office/drawing/2014/main" id="{36DB2EE8-98A2-0DDD-1B75-9325AE09DA73}"/>
                </a:ext>
              </a:extLst>
            </p:cNvPr>
            <p:cNvSpPr txBox="1">
              <a:spLocks noChangeAspect="1"/>
            </p:cNvSpPr>
            <p:nvPr>
              <p:custDataLst>
                <p:tags r:id="rId307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22</a:t>
              </a:r>
            </a:p>
          </p:txBody>
        </p:sp>
        <p:sp>
          <p:nvSpPr>
            <p:cNvPr id="38" name="TextBox 37" hidden="1">
              <a:extLst>
                <a:ext uri="{FF2B5EF4-FFF2-40B4-BE49-F238E27FC236}">
                  <a16:creationId xmlns:a16="http://schemas.microsoft.com/office/drawing/2014/main" id="{FEBB4A56-03BF-A6E6-EBB2-0C9C40CB5A6B}"/>
                </a:ext>
              </a:extLst>
            </p:cNvPr>
            <p:cNvSpPr txBox="1">
              <a:spLocks noChangeAspect="1"/>
            </p:cNvSpPr>
            <p:nvPr>
              <p:custDataLst>
                <p:tags r:id="rId308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23</a:t>
              </a:r>
            </a:p>
          </p:txBody>
        </p:sp>
        <p:sp>
          <p:nvSpPr>
            <p:cNvPr id="39" name="TextBox 38" hidden="1">
              <a:extLst>
                <a:ext uri="{FF2B5EF4-FFF2-40B4-BE49-F238E27FC236}">
                  <a16:creationId xmlns:a16="http://schemas.microsoft.com/office/drawing/2014/main" id="{B359F4F6-0EFC-FBFC-F3AF-586CE34252FF}"/>
                </a:ext>
              </a:extLst>
            </p:cNvPr>
            <p:cNvSpPr txBox="1">
              <a:spLocks noChangeAspect="1"/>
            </p:cNvSpPr>
            <p:nvPr>
              <p:custDataLst>
                <p:tags r:id="rId309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24</a:t>
              </a:r>
            </a:p>
          </p:txBody>
        </p:sp>
        <p:sp>
          <p:nvSpPr>
            <p:cNvPr id="40" name="TextBox 39" hidden="1">
              <a:extLst>
                <a:ext uri="{FF2B5EF4-FFF2-40B4-BE49-F238E27FC236}">
                  <a16:creationId xmlns:a16="http://schemas.microsoft.com/office/drawing/2014/main" id="{E51B35DB-616C-6263-F502-44153CE406FF}"/>
                </a:ext>
              </a:extLst>
            </p:cNvPr>
            <p:cNvSpPr txBox="1">
              <a:spLocks noChangeAspect="1"/>
            </p:cNvSpPr>
            <p:nvPr>
              <p:custDataLst>
                <p:tags r:id="rId310"/>
              </p:custDataLst>
            </p:nvPr>
          </p:nvSpPr>
          <p:spPr bwMode="gray">
            <a:xfrm>
              <a:off x="1258808" y="297568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25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CBAE971-C52A-168F-C040-53FDDB4838D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10605" y="2592320"/>
            <a:ext cx="328660" cy="328660"/>
            <a:chOff x="410604" y="2592320"/>
            <a:chExt cx="328660" cy="328660"/>
          </a:xfrm>
        </p:grpSpPr>
        <p:sp>
          <p:nvSpPr>
            <p:cNvPr id="43" name="TextBox 42" hidden="1">
              <a:extLst>
                <a:ext uri="{FF2B5EF4-FFF2-40B4-BE49-F238E27FC236}">
                  <a16:creationId xmlns:a16="http://schemas.microsoft.com/office/drawing/2014/main" id="{A80F3730-7B06-64EF-E88F-44045D2DA2D7}"/>
                </a:ext>
              </a:extLst>
            </p:cNvPr>
            <p:cNvSpPr txBox="1">
              <a:spLocks noChangeAspect="1"/>
            </p:cNvSpPr>
            <p:nvPr>
              <p:custDataLst>
                <p:tags r:id="rId261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DA10BB5-AC5C-B769-1FBA-79B817F4D1B3}"/>
                </a:ext>
              </a:extLst>
            </p:cNvPr>
            <p:cNvSpPr txBox="1">
              <a:spLocks noChangeAspect="1"/>
            </p:cNvSpPr>
            <p:nvPr>
              <p:custDataLst>
                <p:tags r:id="rId262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</a:t>
              </a:r>
            </a:p>
          </p:txBody>
        </p:sp>
        <p:sp>
          <p:nvSpPr>
            <p:cNvPr id="45" name="TextBox 44" hidden="1">
              <a:extLst>
                <a:ext uri="{FF2B5EF4-FFF2-40B4-BE49-F238E27FC236}">
                  <a16:creationId xmlns:a16="http://schemas.microsoft.com/office/drawing/2014/main" id="{4360236C-4038-FC1D-1D9C-65E62F829C3D}"/>
                </a:ext>
              </a:extLst>
            </p:cNvPr>
            <p:cNvSpPr txBox="1">
              <a:spLocks noChangeAspect="1"/>
            </p:cNvSpPr>
            <p:nvPr>
              <p:custDataLst>
                <p:tags r:id="rId263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3</a:t>
              </a:r>
            </a:p>
          </p:txBody>
        </p:sp>
        <p:sp>
          <p:nvSpPr>
            <p:cNvPr id="46" name="TextBox 45" hidden="1">
              <a:extLst>
                <a:ext uri="{FF2B5EF4-FFF2-40B4-BE49-F238E27FC236}">
                  <a16:creationId xmlns:a16="http://schemas.microsoft.com/office/drawing/2014/main" id="{EE4224A0-2465-0540-3AAC-A12244E17FB6}"/>
                </a:ext>
              </a:extLst>
            </p:cNvPr>
            <p:cNvSpPr txBox="1">
              <a:spLocks noChangeAspect="1"/>
            </p:cNvSpPr>
            <p:nvPr>
              <p:custDataLst>
                <p:tags r:id="rId264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4</a:t>
              </a:r>
            </a:p>
          </p:txBody>
        </p:sp>
        <p:sp>
          <p:nvSpPr>
            <p:cNvPr id="47" name="TextBox 46" hidden="1">
              <a:extLst>
                <a:ext uri="{FF2B5EF4-FFF2-40B4-BE49-F238E27FC236}">
                  <a16:creationId xmlns:a16="http://schemas.microsoft.com/office/drawing/2014/main" id="{02780890-2931-620E-E3B2-6DCBAD72B3FC}"/>
                </a:ext>
              </a:extLst>
            </p:cNvPr>
            <p:cNvSpPr txBox="1">
              <a:spLocks noChangeAspect="1"/>
            </p:cNvSpPr>
            <p:nvPr>
              <p:custDataLst>
                <p:tags r:id="rId265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5</a:t>
              </a:r>
            </a:p>
          </p:txBody>
        </p:sp>
        <p:sp>
          <p:nvSpPr>
            <p:cNvPr id="48" name="TextBox 47" hidden="1">
              <a:extLst>
                <a:ext uri="{FF2B5EF4-FFF2-40B4-BE49-F238E27FC236}">
                  <a16:creationId xmlns:a16="http://schemas.microsoft.com/office/drawing/2014/main" id="{688B9722-D8A4-2652-26C6-C465ED67C131}"/>
                </a:ext>
              </a:extLst>
            </p:cNvPr>
            <p:cNvSpPr txBox="1">
              <a:spLocks noChangeAspect="1"/>
            </p:cNvSpPr>
            <p:nvPr>
              <p:custDataLst>
                <p:tags r:id="rId266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6</a:t>
              </a:r>
            </a:p>
          </p:txBody>
        </p:sp>
        <p:sp>
          <p:nvSpPr>
            <p:cNvPr id="49" name="TextBox 48" hidden="1">
              <a:extLst>
                <a:ext uri="{FF2B5EF4-FFF2-40B4-BE49-F238E27FC236}">
                  <a16:creationId xmlns:a16="http://schemas.microsoft.com/office/drawing/2014/main" id="{F3355621-4E2B-9CD7-3999-728C4B1B4E56}"/>
                </a:ext>
              </a:extLst>
            </p:cNvPr>
            <p:cNvSpPr txBox="1">
              <a:spLocks noChangeAspect="1"/>
            </p:cNvSpPr>
            <p:nvPr>
              <p:custDataLst>
                <p:tags r:id="rId267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7</a:t>
              </a:r>
            </a:p>
          </p:txBody>
        </p:sp>
        <p:sp>
          <p:nvSpPr>
            <p:cNvPr id="50" name="TextBox 49" hidden="1">
              <a:extLst>
                <a:ext uri="{FF2B5EF4-FFF2-40B4-BE49-F238E27FC236}">
                  <a16:creationId xmlns:a16="http://schemas.microsoft.com/office/drawing/2014/main" id="{29657874-3E35-1D71-193B-8210ED40D88B}"/>
                </a:ext>
              </a:extLst>
            </p:cNvPr>
            <p:cNvSpPr txBox="1">
              <a:spLocks noChangeAspect="1"/>
            </p:cNvSpPr>
            <p:nvPr>
              <p:custDataLst>
                <p:tags r:id="rId268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8</a:t>
              </a:r>
            </a:p>
          </p:txBody>
        </p:sp>
        <p:sp>
          <p:nvSpPr>
            <p:cNvPr id="51" name="TextBox 50" hidden="1">
              <a:extLst>
                <a:ext uri="{FF2B5EF4-FFF2-40B4-BE49-F238E27FC236}">
                  <a16:creationId xmlns:a16="http://schemas.microsoft.com/office/drawing/2014/main" id="{79E83A35-8380-7265-F137-FFD38BCBBFEB}"/>
                </a:ext>
              </a:extLst>
            </p:cNvPr>
            <p:cNvSpPr txBox="1">
              <a:spLocks noChangeAspect="1"/>
            </p:cNvSpPr>
            <p:nvPr>
              <p:custDataLst>
                <p:tags r:id="rId269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9</a:t>
              </a:r>
            </a:p>
          </p:txBody>
        </p:sp>
        <p:sp>
          <p:nvSpPr>
            <p:cNvPr id="52" name="TextBox 51" hidden="1">
              <a:extLst>
                <a:ext uri="{FF2B5EF4-FFF2-40B4-BE49-F238E27FC236}">
                  <a16:creationId xmlns:a16="http://schemas.microsoft.com/office/drawing/2014/main" id="{5D78F8E1-BF3C-CD1F-2F64-906C84B8E96C}"/>
                </a:ext>
              </a:extLst>
            </p:cNvPr>
            <p:cNvSpPr txBox="1">
              <a:spLocks noChangeAspect="1"/>
            </p:cNvSpPr>
            <p:nvPr>
              <p:custDataLst>
                <p:tags r:id="rId270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10</a:t>
              </a:r>
            </a:p>
          </p:txBody>
        </p:sp>
        <p:sp>
          <p:nvSpPr>
            <p:cNvPr id="53" name="TextBox 52" hidden="1">
              <a:extLst>
                <a:ext uri="{FF2B5EF4-FFF2-40B4-BE49-F238E27FC236}">
                  <a16:creationId xmlns:a16="http://schemas.microsoft.com/office/drawing/2014/main" id="{CAF15DFD-69D1-1A68-173B-FA27AD2D4EB6}"/>
                </a:ext>
              </a:extLst>
            </p:cNvPr>
            <p:cNvSpPr txBox="1">
              <a:spLocks noChangeAspect="1"/>
            </p:cNvSpPr>
            <p:nvPr>
              <p:custDataLst>
                <p:tags r:id="rId271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11</a:t>
              </a:r>
            </a:p>
          </p:txBody>
        </p:sp>
        <p:sp>
          <p:nvSpPr>
            <p:cNvPr id="54" name="TextBox 53" hidden="1">
              <a:extLst>
                <a:ext uri="{FF2B5EF4-FFF2-40B4-BE49-F238E27FC236}">
                  <a16:creationId xmlns:a16="http://schemas.microsoft.com/office/drawing/2014/main" id="{0C2D0CEA-CD0C-E9AF-CBB8-323AF7821BD5}"/>
                </a:ext>
              </a:extLst>
            </p:cNvPr>
            <p:cNvSpPr txBox="1">
              <a:spLocks noChangeAspect="1"/>
            </p:cNvSpPr>
            <p:nvPr>
              <p:custDataLst>
                <p:tags r:id="rId272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12</a:t>
              </a:r>
            </a:p>
          </p:txBody>
        </p:sp>
        <p:sp>
          <p:nvSpPr>
            <p:cNvPr id="55" name="TextBox 54" hidden="1">
              <a:extLst>
                <a:ext uri="{FF2B5EF4-FFF2-40B4-BE49-F238E27FC236}">
                  <a16:creationId xmlns:a16="http://schemas.microsoft.com/office/drawing/2014/main" id="{68E57403-F3D2-58B6-BDA9-C0E681C2E4E1}"/>
                </a:ext>
              </a:extLst>
            </p:cNvPr>
            <p:cNvSpPr txBox="1">
              <a:spLocks noChangeAspect="1"/>
            </p:cNvSpPr>
            <p:nvPr>
              <p:custDataLst>
                <p:tags r:id="rId273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13</a:t>
              </a:r>
            </a:p>
          </p:txBody>
        </p:sp>
        <p:sp>
          <p:nvSpPr>
            <p:cNvPr id="56" name="TextBox 55" hidden="1">
              <a:extLst>
                <a:ext uri="{FF2B5EF4-FFF2-40B4-BE49-F238E27FC236}">
                  <a16:creationId xmlns:a16="http://schemas.microsoft.com/office/drawing/2014/main" id="{F18ACB60-A20E-91F4-9368-CB9D032C0C04}"/>
                </a:ext>
              </a:extLst>
            </p:cNvPr>
            <p:cNvSpPr txBox="1">
              <a:spLocks noChangeAspect="1"/>
            </p:cNvSpPr>
            <p:nvPr>
              <p:custDataLst>
                <p:tags r:id="rId274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14</a:t>
              </a:r>
            </a:p>
          </p:txBody>
        </p:sp>
        <p:sp>
          <p:nvSpPr>
            <p:cNvPr id="57" name="TextBox 56" hidden="1">
              <a:extLst>
                <a:ext uri="{FF2B5EF4-FFF2-40B4-BE49-F238E27FC236}">
                  <a16:creationId xmlns:a16="http://schemas.microsoft.com/office/drawing/2014/main" id="{6887701C-B51E-A814-84CD-5DCF8839AC33}"/>
                </a:ext>
              </a:extLst>
            </p:cNvPr>
            <p:cNvSpPr txBox="1">
              <a:spLocks noChangeAspect="1"/>
            </p:cNvSpPr>
            <p:nvPr>
              <p:custDataLst>
                <p:tags r:id="rId275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15</a:t>
              </a:r>
            </a:p>
          </p:txBody>
        </p:sp>
        <p:sp>
          <p:nvSpPr>
            <p:cNvPr id="58" name="TextBox 57" hidden="1">
              <a:extLst>
                <a:ext uri="{FF2B5EF4-FFF2-40B4-BE49-F238E27FC236}">
                  <a16:creationId xmlns:a16="http://schemas.microsoft.com/office/drawing/2014/main" id="{CA0F359E-67B7-5F1A-360A-1DC70827148F}"/>
                </a:ext>
              </a:extLst>
            </p:cNvPr>
            <p:cNvSpPr txBox="1">
              <a:spLocks noChangeAspect="1"/>
            </p:cNvSpPr>
            <p:nvPr>
              <p:custDataLst>
                <p:tags r:id="rId276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16</a:t>
              </a:r>
            </a:p>
          </p:txBody>
        </p:sp>
        <p:sp>
          <p:nvSpPr>
            <p:cNvPr id="59" name="TextBox 58" hidden="1">
              <a:extLst>
                <a:ext uri="{FF2B5EF4-FFF2-40B4-BE49-F238E27FC236}">
                  <a16:creationId xmlns:a16="http://schemas.microsoft.com/office/drawing/2014/main" id="{D0CF4375-CA2D-2FA6-E632-741349B6013B}"/>
                </a:ext>
              </a:extLst>
            </p:cNvPr>
            <p:cNvSpPr txBox="1">
              <a:spLocks noChangeAspect="1"/>
            </p:cNvSpPr>
            <p:nvPr>
              <p:custDataLst>
                <p:tags r:id="rId277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17</a:t>
              </a:r>
            </a:p>
          </p:txBody>
        </p:sp>
        <p:sp>
          <p:nvSpPr>
            <p:cNvPr id="60" name="TextBox 59" hidden="1">
              <a:extLst>
                <a:ext uri="{FF2B5EF4-FFF2-40B4-BE49-F238E27FC236}">
                  <a16:creationId xmlns:a16="http://schemas.microsoft.com/office/drawing/2014/main" id="{CB751649-8E49-5ED8-54D0-C901B7B45DE9}"/>
                </a:ext>
              </a:extLst>
            </p:cNvPr>
            <p:cNvSpPr txBox="1">
              <a:spLocks noChangeAspect="1"/>
            </p:cNvSpPr>
            <p:nvPr>
              <p:custDataLst>
                <p:tags r:id="rId278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18</a:t>
              </a:r>
            </a:p>
          </p:txBody>
        </p:sp>
        <p:sp>
          <p:nvSpPr>
            <p:cNvPr id="61" name="TextBox 60" hidden="1">
              <a:extLst>
                <a:ext uri="{FF2B5EF4-FFF2-40B4-BE49-F238E27FC236}">
                  <a16:creationId xmlns:a16="http://schemas.microsoft.com/office/drawing/2014/main" id="{04DEBDFB-DD3D-A1A4-5E87-2D0B9CBD9DDF}"/>
                </a:ext>
              </a:extLst>
            </p:cNvPr>
            <p:cNvSpPr txBox="1">
              <a:spLocks noChangeAspect="1"/>
            </p:cNvSpPr>
            <p:nvPr>
              <p:custDataLst>
                <p:tags r:id="rId279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19</a:t>
              </a:r>
            </a:p>
          </p:txBody>
        </p:sp>
        <p:sp>
          <p:nvSpPr>
            <p:cNvPr id="62" name="TextBox 61" hidden="1">
              <a:extLst>
                <a:ext uri="{FF2B5EF4-FFF2-40B4-BE49-F238E27FC236}">
                  <a16:creationId xmlns:a16="http://schemas.microsoft.com/office/drawing/2014/main" id="{3A89192C-E139-58A5-D430-F501D1891E14}"/>
                </a:ext>
              </a:extLst>
            </p:cNvPr>
            <p:cNvSpPr txBox="1">
              <a:spLocks noChangeAspect="1"/>
            </p:cNvSpPr>
            <p:nvPr>
              <p:custDataLst>
                <p:tags r:id="rId280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20</a:t>
              </a:r>
            </a:p>
          </p:txBody>
        </p:sp>
        <p:sp>
          <p:nvSpPr>
            <p:cNvPr id="63" name="TextBox 62" hidden="1">
              <a:extLst>
                <a:ext uri="{FF2B5EF4-FFF2-40B4-BE49-F238E27FC236}">
                  <a16:creationId xmlns:a16="http://schemas.microsoft.com/office/drawing/2014/main" id="{33422CBE-33FA-A7A3-51C2-F267283E75BA}"/>
                </a:ext>
              </a:extLst>
            </p:cNvPr>
            <p:cNvSpPr txBox="1">
              <a:spLocks noChangeAspect="1"/>
            </p:cNvSpPr>
            <p:nvPr>
              <p:custDataLst>
                <p:tags r:id="rId281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21</a:t>
              </a:r>
            </a:p>
          </p:txBody>
        </p:sp>
        <p:sp>
          <p:nvSpPr>
            <p:cNvPr id="64" name="TextBox 63" hidden="1">
              <a:extLst>
                <a:ext uri="{FF2B5EF4-FFF2-40B4-BE49-F238E27FC236}">
                  <a16:creationId xmlns:a16="http://schemas.microsoft.com/office/drawing/2014/main" id="{899DE20E-9127-5973-3D49-3DAE0062326F}"/>
                </a:ext>
              </a:extLst>
            </p:cNvPr>
            <p:cNvSpPr txBox="1">
              <a:spLocks noChangeAspect="1"/>
            </p:cNvSpPr>
            <p:nvPr>
              <p:custDataLst>
                <p:tags r:id="rId282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22</a:t>
              </a:r>
            </a:p>
          </p:txBody>
        </p:sp>
        <p:sp>
          <p:nvSpPr>
            <p:cNvPr id="65" name="TextBox 64" hidden="1">
              <a:extLst>
                <a:ext uri="{FF2B5EF4-FFF2-40B4-BE49-F238E27FC236}">
                  <a16:creationId xmlns:a16="http://schemas.microsoft.com/office/drawing/2014/main" id="{9533B347-B115-C56E-6B07-D88809DED07B}"/>
                </a:ext>
              </a:extLst>
            </p:cNvPr>
            <p:cNvSpPr txBox="1">
              <a:spLocks noChangeAspect="1"/>
            </p:cNvSpPr>
            <p:nvPr>
              <p:custDataLst>
                <p:tags r:id="rId283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23</a:t>
              </a:r>
            </a:p>
          </p:txBody>
        </p:sp>
        <p:sp>
          <p:nvSpPr>
            <p:cNvPr id="66" name="TextBox 65" hidden="1">
              <a:extLst>
                <a:ext uri="{FF2B5EF4-FFF2-40B4-BE49-F238E27FC236}">
                  <a16:creationId xmlns:a16="http://schemas.microsoft.com/office/drawing/2014/main" id="{79018F5B-89D8-662B-66CE-5C1BC5415327}"/>
                </a:ext>
              </a:extLst>
            </p:cNvPr>
            <p:cNvSpPr txBox="1">
              <a:spLocks noChangeAspect="1"/>
            </p:cNvSpPr>
            <p:nvPr>
              <p:custDataLst>
                <p:tags r:id="rId284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24</a:t>
              </a:r>
            </a:p>
          </p:txBody>
        </p:sp>
        <p:sp>
          <p:nvSpPr>
            <p:cNvPr id="67" name="TextBox 66" hidden="1">
              <a:extLst>
                <a:ext uri="{FF2B5EF4-FFF2-40B4-BE49-F238E27FC236}">
                  <a16:creationId xmlns:a16="http://schemas.microsoft.com/office/drawing/2014/main" id="{B950AA1E-21F5-3334-F632-0F6EFE834C33}"/>
                </a:ext>
              </a:extLst>
            </p:cNvPr>
            <p:cNvSpPr txBox="1">
              <a:spLocks noChangeAspect="1"/>
            </p:cNvSpPr>
            <p:nvPr>
              <p:custDataLst>
                <p:tags r:id="rId285"/>
              </p:custDataLst>
            </p:nvPr>
          </p:nvSpPr>
          <p:spPr bwMode="gray">
            <a:xfrm>
              <a:off x="410604" y="259232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25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4051B63-9D8C-D840-4B8E-74E31F899CCF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10605" y="4331181"/>
            <a:ext cx="328660" cy="328660"/>
            <a:chOff x="410604" y="4331181"/>
            <a:chExt cx="328660" cy="328660"/>
          </a:xfrm>
        </p:grpSpPr>
        <p:sp>
          <p:nvSpPr>
            <p:cNvPr id="71" name="TextBox 70" hidden="1">
              <a:extLst>
                <a:ext uri="{FF2B5EF4-FFF2-40B4-BE49-F238E27FC236}">
                  <a16:creationId xmlns:a16="http://schemas.microsoft.com/office/drawing/2014/main" id="{AFA55E91-5F6D-D3A0-8DB4-E25083656E6F}"/>
                </a:ext>
              </a:extLst>
            </p:cNvPr>
            <p:cNvSpPr txBox="1">
              <a:spLocks noChangeAspect="1"/>
            </p:cNvSpPr>
            <p:nvPr>
              <p:custDataLst>
                <p:tags r:id="rId236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</a:t>
              </a:r>
            </a:p>
          </p:txBody>
        </p:sp>
        <p:sp>
          <p:nvSpPr>
            <p:cNvPr id="72" name="TextBox 71" hidden="1">
              <a:extLst>
                <a:ext uri="{FF2B5EF4-FFF2-40B4-BE49-F238E27FC236}">
                  <a16:creationId xmlns:a16="http://schemas.microsoft.com/office/drawing/2014/main" id="{EABC994A-CAED-23D8-E4FC-488D21A001D2}"/>
                </a:ext>
              </a:extLst>
            </p:cNvPr>
            <p:cNvSpPr txBox="1">
              <a:spLocks noChangeAspect="1"/>
            </p:cNvSpPr>
            <p:nvPr>
              <p:custDataLst>
                <p:tags r:id="rId237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30F7FFA-9735-77C6-BFA9-F63A5AAEAE4D}"/>
                </a:ext>
              </a:extLst>
            </p:cNvPr>
            <p:cNvSpPr txBox="1">
              <a:spLocks noChangeAspect="1"/>
            </p:cNvSpPr>
            <p:nvPr>
              <p:custDataLst>
                <p:tags r:id="rId238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3</a:t>
              </a:r>
            </a:p>
          </p:txBody>
        </p:sp>
        <p:sp>
          <p:nvSpPr>
            <p:cNvPr id="74" name="TextBox 73" hidden="1">
              <a:extLst>
                <a:ext uri="{FF2B5EF4-FFF2-40B4-BE49-F238E27FC236}">
                  <a16:creationId xmlns:a16="http://schemas.microsoft.com/office/drawing/2014/main" id="{2514C565-F723-7995-6E0D-168F6BAEC254}"/>
                </a:ext>
              </a:extLst>
            </p:cNvPr>
            <p:cNvSpPr txBox="1">
              <a:spLocks noChangeAspect="1"/>
            </p:cNvSpPr>
            <p:nvPr>
              <p:custDataLst>
                <p:tags r:id="rId239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4</a:t>
              </a:r>
            </a:p>
          </p:txBody>
        </p:sp>
        <p:sp>
          <p:nvSpPr>
            <p:cNvPr id="75" name="TextBox 74" hidden="1">
              <a:extLst>
                <a:ext uri="{FF2B5EF4-FFF2-40B4-BE49-F238E27FC236}">
                  <a16:creationId xmlns:a16="http://schemas.microsoft.com/office/drawing/2014/main" id="{A636B3F9-4E26-8A12-7F4E-F22B6093E3E8}"/>
                </a:ext>
              </a:extLst>
            </p:cNvPr>
            <p:cNvSpPr txBox="1">
              <a:spLocks noChangeAspect="1"/>
            </p:cNvSpPr>
            <p:nvPr>
              <p:custDataLst>
                <p:tags r:id="rId240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5</a:t>
              </a:r>
            </a:p>
          </p:txBody>
        </p:sp>
        <p:sp>
          <p:nvSpPr>
            <p:cNvPr id="76" name="TextBox 75" hidden="1">
              <a:extLst>
                <a:ext uri="{FF2B5EF4-FFF2-40B4-BE49-F238E27FC236}">
                  <a16:creationId xmlns:a16="http://schemas.microsoft.com/office/drawing/2014/main" id="{AFC4A509-09CF-C22F-657E-746DE666BC5F}"/>
                </a:ext>
              </a:extLst>
            </p:cNvPr>
            <p:cNvSpPr txBox="1">
              <a:spLocks noChangeAspect="1"/>
            </p:cNvSpPr>
            <p:nvPr>
              <p:custDataLst>
                <p:tags r:id="rId241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6</a:t>
              </a:r>
            </a:p>
          </p:txBody>
        </p:sp>
        <p:sp>
          <p:nvSpPr>
            <p:cNvPr id="77" name="TextBox 76" hidden="1">
              <a:extLst>
                <a:ext uri="{FF2B5EF4-FFF2-40B4-BE49-F238E27FC236}">
                  <a16:creationId xmlns:a16="http://schemas.microsoft.com/office/drawing/2014/main" id="{8EB4593B-905B-EC11-B76E-EDC348B8BF77}"/>
                </a:ext>
              </a:extLst>
            </p:cNvPr>
            <p:cNvSpPr txBox="1">
              <a:spLocks noChangeAspect="1"/>
            </p:cNvSpPr>
            <p:nvPr>
              <p:custDataLst>
                <p:tags r:id="rId242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7</a:t>
              </a:r>
            </a:p>
          </p:txBody>
        </p:sp>
        <p:sp>
          <p:nvSpPr>
            <p:cNvPr id="78" name="TextBox 77" hidden="1">
              <a:extLst>
                <a:ext uri="{FF2B5EF4-FFF2-40B4-BE49-F238E27FC236}">
                  <a16:creationId xmlns:a16="http://schemas.microsoft.com/office/drawing/2014/main" id="{D7439E52-35FC-494B-CD6F-470C13F2B116}"/>
                </a:ext>
              </a:extLst>
            </p:cNvPr>
            <p:cNvSpPr txBox="1">
              <a:spLocks noChangeAspect="1"/>
            </p:cNvSpPr>
            <p:nvPr>
              <p:custDataLst>
                <p:tags r:id="rId243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8</a:t>
              </a:r>
            </a:p>
          </p:txBody>
        </p:sp>
        <p:sp>
          <p:nvSpPr>
            <p:cNvPr id="79" name="TextBox 78" hidden="1">
              <a:extLst>
                <a:ext uri="{FF2B5EF4-FFF2-40B4-BE49-F238E27FC236}">
                  <a16:creationId xmlns:a16="http://schemas.microsoft.com/office/drawing/2014/main" id="{E2245CF1-F2AC-FB09-BFB5-9CC35378AE78}"/>
                </a:ext>
              </a:extLst>
            </p:cNvPr>
            <p:cNvSpPr txBox="1">
              <a:spLocks noChangeAspect="1"/>
            </p:cNvSpPr>
            <p:nvPr>
              <p:custDataLst>
                <p:tags r:id="rId244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9</a:t>
              </a:r>
            </a:p>
          </p:txBody>
        </p:sp>
        <p:sp>
          <p:nvSpPr>
            <p:cNvPr id="80" name="TextBox 79" hidden="1">
              <a:extLst>
                <a:ext uri="{FF2B5EF4-FFF2-40B4-BE49-F238E27FC236}">
                  <a16:creationId xmlns:a16="http://schemas.microsoft.com/office/drawing/2014/main" id="{98E4A2F0-8A06-44B4-2158-0895296A5A6D}"/>
                </a:ext>
              </a:extLst>
            </p:cNvPr>
            <p:cNvSpPr txBox="1">
              <a:spLocks noChangeAspect="1"/>
            </p:cNvSpPr>
            <p:nvPr>
              <p:custDataLst>
                <p:tags r:id="rId245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10</a:t>
              </a:r>
            </a:p>
          </p:txBody>
        </p:sp>
        <p:sp>
          <p:nvSpPr>
            <p:cNvPr id="81" name="TextBox 80" hidden="1">
              <a:extLst>
                <a:ext uri="{FF2B5EF4-FFF2-40B4-BE49-F238E27FC236}">
                  <a16:creationId xmlns:a16="http://schemas.microsoft.com/office/drawing/2014/main" id="{09355B30-46CF-B593-BB73-3BE9FA218AF5}"/>
                </a:ext>
              </a:extLst>
            </p:cNvPr>
            <p:cNvSpPr txBox="1">
              <a:spLocks noChangeAspect="1"/>
            </p:cNvSpPr>
            <p:nvPr>
              <p:custDataLst>
                <p:tags r:id="rId246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11</a:t>
              </a:r>
            </a:p>
          </p:txBody>
        </p:sp>
        <p:sp>
          <p:nvSpPr>
            <p:cNvPr id="82" name="TextBox 81" hidden="1">
              <a:extLst>
                <a:ext uri="{FF2B5EF4-FFF2-40B4-BE49-F238E27FC236}">
                  <a16:creationId xmlns:a16="http://schemas.microsoft.com/office/drawing/2014/main" id="{E26B2DEF-B0C7-CBD8-8F3C-68BCA5ACC9E5}"/>
                </a:ext>
              </a:extLst>
            </p:cNvPr>
            <p:cNvSpPr txBox="1">
              <a:spLocks noChangeAspect="1"/>
            </p:cNvSpPr>
            <p:nvPr>
              <p:custDataLst>
                <p:tags r:id="rId247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12</a:t>
              </a:r>
            </a:p>
          </p:txBody>
        </p:sp>
        <p:sp>
          <p:nvSpPr>
            <p:cNvPr id="83" name="TextBox 82" hidden="1">
              <a:extLst>
                <a:ext uri="{FF2B5EF4-FFF2-40B4-BE49-F238E27FC236}">
                  <a16:creationId xmlns:a16="http://schemas.microsoft.com/office/drawing/2014/main" id="{70A53312-39F2-F7F7-29FB-F36C46D263AF}"/>
                </a:ext>
              </a:extLst>
            </p:cNvPr>
            <p:cNvSpPr txBox="1">
              <a:spLocks noChangeAspect="1"/>
            </p:cNvSpPr>
            <p:nvPr>
              <p:custDataLst>
                <p:tags r:id="rId248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13</a:t>
              </a:r>
            </a:p>
          </p:txBody>
        </p:sp>
        <p:sp>
          <p:nvSpPr>
            <p:cNvPr id="84" name="TextBox 83" hidden="1">
              <a:extLst>
                <a:ext uri="{FF2B5EF4-FFF2-40B4-BE49-F238E27FC236}">
                  <a16:creationId xmlns:a16="http://schemas.microsoft.com/office/drawing/2014/main" id="{BAB36C3F-3190-C99B-E843-87381B94DBD4}"/>
                </a:ext>
              </a:extLst>
            </p:cNvPr>
            <p:cNvSpPr txBox="1">
              <a:spLocks noChangeAspect="1"/>
            </p:cNvSpPr>
            <p:nvPr>
              <p:custDataLst>
                <p:tags r:id="rId249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14</a:t>
              </a:r>
            </a:p>
          </p:txBody>
        </p:sp>
        <p:sp>
          <p:nvSpPr>
            <p:cNvPr id="85" name="TextBox 84" hidden="1">
              <a:extLst>
                <a:ext uri="{FF2B5EF4-FFF2-40B4-BE49-F238E27FC236}">
                  <a16:creationId xmlns:a16="http://schemas.microsoft.com/office/drawing/2014/main" id="{8243D530-B8C4-9CBA-AC1C-7A24F967D4D5}"/>
                </a:ext>
              </a:extLst>
            </p:cNvPr>
            <p:cNvSpPr txBox="1">
              <a:spLocks noChangeAspect="1"/>
            </p:cNvSpPr>
            <p:nvPr>
              <p:custDataLst>
                <p:tags r:id="rId250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15</a:t>
              </a:r>
            </a:p>
          </p:txBody>
        </p:sp>
        <p:sp>
          <p:nvSpPr>
            <p:cNvPr id="86" name="TextBox 85" hidden="1">
              <a:extLst>
                <a:ext uri="{FF2B5EF4-FFF2-40B4-BE49-F238E27FC236}">
                  <a16:creationId xmlns:a16="http://schemas.microsoft.com/office/drawing/2014/main" id="{B9DB7F96-FA4A-F38B-1BDA-588D9FCEDCE5}"/>
                </a:ext>
              </a:extLst>
            </p:cNvPr>
            <p:cNvSpPr txBox="1">
              <a:spLocks noChangeAspect="1"/>
            </p:cNvSpPr>
            <p:nvPr>
              <p:custDataLst>
                <p:tags r:id="rId251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16</a:t>
              </a:r>
            </a:p>
          </p:txBody>
        </p:sp>
        <p:sp>
          <p:nvSpPr>
            <p:cNvPr id="87" name="TextBox 86" hidden="1">
              <a:extLst>
                <a:ext uri="{FF2B5EF4-FFF2-40B4-BE49-F238E27FC236}">
                  <a16:creationId xmlns:a16="http://schemas.microsoft.com/office/drawing/2014/main" id="{B44CB2FB-AE05-4EDC-EDAD-4123A046BC95}"/>
                </a:ext>
              </a:extLst>
            </p:cNvPr>
            <p:cNvSpPr txBox="1">
              <a:spLocks noChangeAspect="1"/>
            </p:cNvSpPr>
            <p:nvPr>
              <p:custDataLst>
                <p:tags r:id="rId252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17</a:t>
              </a:r>
            </a:p>
          </p:txBody>
        </p:sp>
        <p:sp>
          <p:nvSpPr>
            <p:cNvPr id="88" name="TextBox 87" hidden="1">
              <a:extLst>
                <a:ext uri="{FF2B5EF4-FFF2-40B4-BE49-F238E27FC236}">
                  <a16:creationId xmlns:a16="http://schemas.microsoft.com/office/drawing/2014/main" id="{16800B8A-6AC9-EFB6-314C-6592BF97E078}"/>
                </a:ext>
              </a:extLst>
            </p:cNvPr>
            <p:cNvSpPr txBox="1">
              <a:spLocks noChangeAspect="1"/>
            </p:cNvSpPr>
            <p:nvPr>
              <p:custDataLst>
                <p:tags r:id="rId253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18</a:t>
              </a:r>
            </a:p>
          </p:txBody>
        </p:sp>
        <p:sp>
          <p:nvSpPr>
            <p:cNvPr id="89" name="TextBox 88" hidden="1">
              <a:extLst>
                <a:ext uri="{FF2B5EF4-FFF2-40B4-BE49-F238E27FC236}">
                  <a16:creationId xmlns:a16="http://schemas.microsoft.com/office/drawing/2014/main" id="{DE8527AA-B3DA-4B53-F1B2-B02F0E9F088B}"/>
                </a:ext>
              </a:extLst>
            </p:cNvPr>
            <p:cNvSpPr txBox="1">
              <a:spLocks noChangeAspect="1"/>
            </p:cNvSpPr>
            <p:nvPr>
              <p:custDataLst>
                <p:tags r:id="rId254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19</a:t>
              </a:r>
            </a:p>
          </p:txBody>
        </p:sp>
        <p:sp>
          <p:nvSpPr>
            <p:cNvPr id="90" name="TextBox 89" hidden="1">
              <a:extLst>
                <a:ext uri="{FF2B5EF4-FFF2-40B4-BE49-F238E27FC236}">
                  <a16:creationId xmlns:a16="http://schemas.microsoft.com/office/drawing/2014/main" id="{A278AA04-9D04-B7C0-E76F-A2F75081A0AE}"/>
                </a:ext>
              </a:extLst>
            </p:cNvPr>
            <p:cNvSpPr txBox="1">
              <a:spLocks noChangeAspect="1"/>
            </p:cNvSpPr>
            <p:nvPr>
              <p:custDataLst>
                <p:tags r:id="rId255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20</a:t>
              </a:r>
            </a:p>
          </p:txBody>
        </p:sp>
        <p:sp>
          <p:nvSpPr>
            <p:cNvPr id="91" name="TextBox 90" hidden="1">
              <a:extLst>
                <a:ext uri="{FF2B5EF4-FFF2-40B4-BE49-F238E27FC236}">
                  <a16:creationId xmlns:a16="http://schemas.microsoft.com/office/drawing/2014/main" id="{AE340B12-131D-CE60-D3FC-232CCF7F3F0C}"/>
                </a:ext>
              </a:extLst>
            </p:cNvPr>
            <p:cNvSpPr txBox="1">
              <a:spLocks noChangeAspect="1"/>
            </p:cNvSpPr>
            <p:nvPr>
              <p:custDataLst>
                <p:tags r:id="rId256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21</a:t>
              </a:r>
            </a:p>
          </p:txBody>
        </p:sp>
        <p:sp>
          <p:nvSpPr>
            <p:cNvPr id="92" name="TextBox 91" hidden="1">
              <a:extLst>
                <a:ext uri="{FF2B5EF4-FFF2-40B4-BE49-F238E27FC236}">
                  <a16:creationId xmlns:a16="http://schemas.microsoft.com/office/drawing/2014/main" id="{C8FCCA86-1845-A921-6AEC-C15278F75F24}"/>
                </a:ext>
              </a:extLst>
            </p:cNvPr>
            <p:cNvSpPr txBox="1">
              <a:spLocks noChangeAspect="1"/>
            </p:cNvSpPr>
            <p:nvPr>
              <p:custDataLst>
                <p:tags r:id="rId257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22</a:t>
              </a:r>
            </a:p>
          </p:txBody>
        </p:sp>
        <p:sp>
          <p:nvSpPr>
            <p:cNvPr id="93" name="TextBox 92" hidden="1">
              <a:extLst>
                <a:ext uri="{FF2B5EF4-FFF2-40B4-BE49-F238E27FC236}">
                  <a16:creationId xmlns:a16="http://schemas.microsoft.com/office/drawing/2014/main" id="{BEFA7B80-8172-48F5-AC5F-B2AE4C84CB87}"/>
                </a:ext>
              </a:extLst>
            </p:cNvPr>
            <p:cNvSpPr txBox="1">
              <a:spLocks noChangeAspect="1"/>
            </p:cNvSpPr>
            <p:nvPr>
              <p:custDataLst>
                <p:tags r:id="rId258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23</a:t>
              </a:r>
            </a:p>
          </p:txBody>
        </p:sp>
        <p:sp>
          <p:nvSpPr>
            <p:cNvPr id="94" name="TextBox 93" hidden="1">
              <a:extLst>
                <a:ext uri="{FF2B5EF4-FFF2-40B4-BE49-F238E27FC236}">
                  <a16:creationId xmlns:a16="http://schemas.microsoft.com/office/drawing/2014/main" id="{4AB32E05-35E5-9109-948F-5D732FCCB550}"/>
                </a:ext>
              </a:extLst>
            </p:cNvPr>
            <p:cNvSpPr txBox="1">
              <a:spLocks noChangeAspect="1"/>
            </p:cNvSpPr>
            <p:nvPr>
              <p:custDataLst>
                <p:tags r:id="rId259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24</a:t>
              </a:r>
            </a:p>
          </p:txBody>
        </p:sp>
        <p:sp>
          <p:nvSpPr>
            <p:cNvPr id="95" name="TextBox 94" hidden="1">
              <a:extLst>
                <a:ext uri="{FF2B5EF4-FFF2-40B4-BE49-F238E27FC236}">
                  <a16:creationId xmlns:a16="http://schemas.microsoft.com/office/drawing/2014/main" id="{3614D753-0030-4100-ED4D-8F5C68E44DFE}"/>
                </a:ext>
              </a:extLst>
            </p:cNvPr>
            <p:cNvSpPr txBox="1">
              <a:spLocks noChangeAspect="1"/>
            </p:cNvSpPr>
            <p:nvPr>
              <p:custDataLst>
                <p:tags r:id="rId260"/>
              </p:custDataLst>
            </p:nvPr>
          </p:nvSpPr>
          <p:spPr bwMode="gray">
            <a:xfrm>
              <a:off x="410604" y="4331181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25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284D12F-CED9-10DD-8F82-AC9D11D99964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410605" y="5536624"/>
            <a:ext cx="328660" cy="328660"/>
            <a:chOff x="410604" y="5939940"/>
            <a:chExt cx="328660" cy="328660"/>
          </a:xfrm>
        </p:grpSpPr>
        <p:sp>
          <p:nvSpPr>
            <p:cNvPr id="98" name="TextBox 97" hidden="1">
              <a:extLst>
                <a:ext uri="{FF2B5EF4-FFF2-40B4-BE49-F238E27FC236}">
                  <a16:creationId xmlns:a16="http://schemas.microsoft.com/office/drawing/2014/main" id="{FF9C9EAE-E9B5-5A71-9652-AEE569379E4C}"/>
                </a:ext>
              </a:extLst>
            </p:cNvPr>
            <p:cNvSpPr txBox="1">
              <a:spLocks noChangeAspect="1"/>
            </p:cNvSpPr>
            <p:nvPr>
              <p:custDataLst>
                <p:tags r:id="rId211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</a:t>
              </a:r>
            </a:p>
          </p:txBody>
        </p:sp>
        <p:sp>
          <p:nvSpPr>
            <p:cNvPr id="99" name="TextBox 98" hidden="1">
              <a:extLst>
                <a:ext uri="{FF2B5EF4-FFF2-40B4-BE49-F238E27FC236}">
                  <a16:creationId xmlns:a16="http://schemas.microsoft.com/office/drawing/2014/main" id="{DC14E698-1247-B10E-ADC0-5049DE29016F}"/>
                </a:ext>
              </a:extLst>
            </p:cNvPr>
            <p:cNvSpPr txBox="1">
              <a:spLocks noChangeAspect="1"/>
            </p:cNvSpPr>
            <p:nvPr>
              <p:custDataLst>
                <p:tags r:id="rId212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</a:t>
              </a:r>
            </a:p>
          </p:txBody>
        </p:sp>
        <p:sp>
          <p:nvSpPr>
            <p:cNvPr id="100" name="TextBox 99" hidden="1">
              <a:extLst>
                <a:ext uri="{FF2B5EF4-FFF2-40B4-BE49-F238E27FC236}">
                  <a16:creationId xmlns:a16="http://schemas.microsoft.com/office/drawing/2014/main" id="{4847A558-4954-641A-D063-C12DEF2C0E92}"/>
                </a:ext>
              </a:extLst>
            </p:cNvPr>
            <p:cNvSpPr txBox="1">
              <a:spLocks noChangeAspect="1"/>
            </p:cNvSpPr>
            <p:nvPr>
              <p:custDataLst>
                <p:tags r:id="rId213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3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7C90B9F-5979-D846-A91E-0E0B7ADD3A75}"/>
                </a:ext>
              </a:extLst>
            </p:cNvPr>
            <p:cNvSpPr txBox="1">
              <a:spLocks noChangeAspect="1"/>
            </p:cNvSpPr>
            <p:nvPr>
              <p:custDataLst>
                <p:tags r:id="rId214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4</a:t>
              </a:r>
            </a:p>
          </p:txBody>
        </p:sp>
        <p:sp>
          <p:nvSpPr>
            <p:cNvPr id="102" name="TextBox 101" hidden="1">
              <a:extLst>
                <a:ext uri="{FF2B5EF4-FFF2-40B4-BE49-F238E27FC236}">
                  <a16:creationId xmlns:a16="http://schemas.microsoft.com/office/drawing/2014/main" id="{05C8A8E6-127E-FFB2-F10D-CD85954FB5F0}"/>
                </a:ext>
              </a:extLst>
            </p:cNvPr>
            <p:cNvSpPr txBox="1">
              <a:spLocks noChangeAspect="1"/>
            </p:cNvSpPr>
            <p:nvPr>
              <p:custDataLst>
                <p:tags r:id="rId215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5</a:t>
              </a:r>
            </a:p>
          </p:txBody>
        </p:sp>
        <p:sp>
          <p:nvSpPr>
            <p:cNvPr id="103" name="TextBox 102" hidden="1">
              <a:extLst>
                <a:ext uri="{FF2B5EF4-FFF2-40B4-BE49-F238E27FC236}">
                  <a16:creationId xmlns:a16="http://schemas.microsoft.com/office/drawing/2014/main" id="{77457AD8-3E64-4D70-A357-D30996B248CD}"/>
                </a:ext>
              </a:extLst>
            </p:cNvPr>
            <p:cNvSpPr txBox="1">
              <a:spLocks noChangeAspect="1"/>
            </p:cNvSpPr>
            <p:nvPr>
              <p:custDataLst>
                <p:tags r:id="rId216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6</a:t>
              </a:r>
            </a:p>
          </p:txBody>
        </p:sp>
        <p:sp>
          <p:nvSpPr>
            <p:cNvPr id="104" name="TextBox 103" hidden="1">
              <a:extLst>
                <a:ext uri="{FF2B5EF4-FFF2-40B4-BE49-F238E27FC236}">
                  <a16:creationId xmlns:a16="http://schemas.microsoft.com/office/drawing/2014/main" id="{F9BDFF9E-08C5-03D4-3E00-0E49D3248901}"/>
                </a:ext>
              </a:extLst>
            </p:cNvPr>
            <p:cNvSpPr txBox="1">
              <a:spLocks noChangeAspect="1"/>
            </p:cNvSpPr>
            <p:nvPr>
              <p:custDataLst>
                <p:tags r:id="rId217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7</a:t>
              </a:r>
            </a:p>
          </p:txBody>
        </p:sp>
        <p:sp>
          <p:nvSpPr>
            <p:cNvPr id="105" name="TextBox 104" hidden="1">
              <a:extLst>
                <a:ext uri="{FF2B5EF4-FFF2-40B4-BE49-F238E27FC236}">
                  <a16:creationId xmlns:a16="http://schemas.microsoft.com/office/drawing/2014/main" id="{AAD0687E-0A58-541D-F7CC-8FCD70CB0105}"/>
                </a:ext>
              </a:extLst>
            </p:cNvPr>
            <p:cNvSpPr txBox="1">
              <a:spLocks noChangeAspect="1"/>
            </p:cNvSpPr>
            <p:nvPr>
              <p:custDataLst>
                <p:tags r:id="rId218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8</a:t>
              </a:r>
            </a:p>
          </p:txBody>
        </p:sp>
        <p:sp>
          <p:nvSpPr>
            <p:cNvPr id="106" name="TextBox 105" hidden="1">
              <a:extLst>
                <a:ext uri="{FF2B5EF4-FFF2-40B4-BE49-F238E27FC236}">
                  <a16:creationId xmlns:a16="http://schemas.microsoft.com/office/drawing/2014/main" id="{7CDD2923-9AD6-2D06-79D0-67B07DB7290D}"/>
                </a:ext>
              </a:extLst>
            </p:cNvPr>
            <p:cNvSpPr txBox="1">
              <a:spLocks noChangeAspect="1"/>
            </p:cNvSpPr>
            <p:nvPr>
              <p:custDataLst>
                <p:tags r:id="rId219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9</a:t>
              </a:r>
            </a:p>
          </p:txBody>
        </p:sp>
        <p:sp>
          <p:nvSpPr>
            <p:cNvPr id="107" name="TextBox 106" hidden="1">
              <a:extLst>
                <a:ext uri="{FF2B5EF4-FFF2-40B4-BE49-F238E27FC236}">
                  <a16:creationId xmlns:a16="http://schemas.microsoft.com/office/drawing/2014/main" id="{07F95E26-A24C-5C95-91E6-4CD32738EAE9}"/>
                </a:ext>
              </a:extLst>
            </p:cNvPr>
            <p:cNvSpPr txBox="1">
              <a:spLocks noChangeAspect="1"/>
            </p:cNvSpPr>
            <p:nvPr>
              <p:custDataLst>
                <p:tags r:id="rId220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10</a:t>
              </a:r>
            </a:p>
          </p:txBody>
        </p:sp>
        <p:sp>
          <p:nvSpPr>
            <p:cNvPr id="108" name="TextBox 107" hidden="1">
              <a:extLst>
                <a:ext uri="{FF2B5EF4-FFF2-40B4-BE49-F238E27FC236}">
                  <a16:creationId xmlns:a16="http://schemas.microsoft.com/office/drawing/2014/main" id="{BE9660E3-B5E3-5D34-2787-538ACD34B5EC}"/>
                </a:ext>
              </a:extLst>
            </p:cNvPr>
            <p:cNvSpPr txBox="1">
              <a:spLocks noChangeAspect="1"/>
            </p:cNvSpPr>
            <p:nvPr>
              <p:custDataLst>
                <p:tags r:id="rId221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11</a:t>
              </a:r>
            </a:p>
          </p:txBody>
        </p:sp>
        <p:sp>
          <p:nvSpPr>
            <p:cNvPr id="109" name="TextBox 108" hidden="1">
              <a:extLst>
                <a:ext uri="{FF2B5EF4-FFF2-40B4-BE49-F238E27FC236}">
                  <a16:creationId xmlns:a16="http://schemas.microsoft.com/office/drawing/2014/main" id="{E88E22A7-B2D8-F826-FD21-30D6CE0AAD75}"/>
                </a:ext>
              </a:extLst>
            </p:cNvPr>
            <p:cNvSpPr txBox="1">
              <a:spLocks noChangeAspect="1"/>
            </p:cNvSpPr>
            <p:nvPr>
              <p:custDataLst>
                <p:tags r:id="rId222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12</a:t>
              </a:r>
            </a:p>
          </p:txBody>
        </p:sp>
        <p:sp>
          <p:nvSpPr>
            <p:cNvPr id="110" name="TextBox 109" hidden="1">
              <a:extLst>
                <a:ext uri="{FF2B5EF4-FFF2-40B4-BE49-F238E27FC236}">
                  <a16:creationId xmlns:a16="http://schemas.microsoft.com/office/drawing/2014/main" id="{5F3B1A88-988F-BA53-5A76-DF2A06104227}"/>
                </a:ext>
              </a:extLst>
            </p:cNvPr>
            <p:cNvSpPr txBox="1">
              <a:spLocks noChangeAspect="1"/>
            </p:cNvSpPr>
            <p:nvPr>
              <p:custDataLst>
                <p:tags r:id="rId223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13</a:t>
              </a:r>
            </a:p>
          </p:txBody>
        </p:sp>
        <p:sp>
          <p:nvSpPr>
            <p:cNvPr id="111" name="TextBox 110" hidden="1">
              <a:extLst>
                <a:ext uri="{FF2B5EF4-FFF2-40B4-BE49-F238E27FC236}">
                  <a16:creationId xmlns:a16="http://schemas.microsoft.com/office/drawing/2014/main" id="{37C53A78-1B46-735A-A6ED-C597E3BDA185}"/>
                </a:ext>
              </a:extLst>
            </p:cNvPr>
            <p:cNvSpPr txBox="1">
              <a:spLocks noChangeAspect="1"/>
            </p:cNvSpPr>
            <p:nvPr>
              <p:custDataLst>
                <p:tags r:id="rId224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14</a:t>
              </a:r>
            </a:p>
          </p:txBody>
        </p:sp>
        <p:sp>
          <p:nvSpPr>
            <p:cNvPr id="112" name="TextBox 111" hidden="1">
              <a:extLst>
                <a:ext uri="{FF2B5EF4-FFF2-40B4-BE49-F238E27FC236}">
                  <a16:creationId xmlns:a16="http://schemas.microsoft.com/office/drawing/2014/main" id="{1B8E5247-0A24-11C7-16F1-9E5A5CA0FDE3}"/>
                </a:ext>
              </a:extLst>
            </p:cNvPr>
            <p:cNvSpPr txBox="1">
              <a:spLocks noChangeAspect="1"/>
            </p:cNvSpPr>
            <p:nvPr>
              <p:custDataLst>
                <p:tags r:id="rId225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15</a:t>
              </a:r>
            </a:p>
          </p:txBody>
        </p:sp>
        <p:sp>
          <p:nvSpPr>
            <p:cNvPr id="113" name="TextBox 112" hidden="1">
              <a:extLst>
                <a:ext uri="{FF2B5EF4-FFF2-40B4-BE49-F238E27FC236}">
                  <a16:creationId xmlns:a16="http://schemas.microsoft.com/office/drawing/2014/main" id="{8BB780B9-9F13-4267-CFB8-48EE931AA459}"/>
                </a:ext>
              </a:extLst>
            </p:cNvPr>
            <p:cNvSpPr txBox="1">
              <a:spLocks noChangeAspect="1"/>
            </p:cNvSpPr>
            <p:nvPr>
              <p:custDataLst>
                <p:tags r:id="rId226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16</a:t>
              </a:r>
            </a:p>
          </p:txBody>
        </p:sp>
        <p:sp>
          <p:nvSpPr>
            <p:cNvPr id="114" name="TextBox 113" hidden="1">
              <a:extLst>
                <a:ext uri="{FF2B5EF4-FFF2-40B4-BE49-F238E27FC236}">
                  <a16:creationId xmlns:a16="http://schemas.microsoft.com/office/drawing/2014/main" id="{A2CFEC16-9770-11CF-C5C8-A52ABA13E7D2}"/>
                </a:ext>
              </a:extLst>
            </p:cNvPr>
            <p:cNvSpPr txBox="1">
              <a:spLocks noChangeAspect="1"/>
            </p:cNvSpPr>
            <p:nvPr>
              <p:custDataLst>
                <p:tags r:id="rId227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17</a:t>
              </a:r>
            </a:p>
          </p:txBody>
        </p:sp>
        <p:sp>
          <p:nvSpPr>
            <p:cNvPr id="115" name="TextBox 114" hidden="1">
              <a:extLst>
                <a:ext uri="{FF2B5EF4-FFF2-40B4-BE49-F238E27FC236}">
                  <a16:creationId xmlns:a16="http://schemas.microsoft.com/office/drawing/2014/main" id="{199BC17B-7EA6-07AB-5C55-6D2B81304B5A}"/>
                </a:ext>
              </a:extLst>
            </p:cNvPr>
            <p:cNvSpPr txBox="1">
              <a:spLocks noChangeAspect="1"/>
            </p:cNvSpPr>
            <p:nvPr>
              <p:custDataLst>
                <p:tags r:id="rId228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18</a:t>
              </a:r>
            </a:p>
          </p:txBody>
        </p:sp>
        <p:sp>
          <p:nvSpPr>
            <p:cNvPr id="116" name="TextBox 115" hidden="1">
              <a:extLst>
                <a:ext uri="{FF2B5EF4-FFF2-40B4-BE49-F238E27FC236}">
                  <a16:creationId xmlns:a16="http://schemas.microsoft.com/office/drawing/2014/main" id="{0564AF94-E60E-3FE5-E60B-7F2F93EDC1F1}"/>
                </a:ext>
              </a:extLst>
            </p:cNvPr>
            <p:cNvSpPr txBox="1">
              <a:spLocks noChangeAspect="1"/>
            </p:cNvSpPr>
            <p:nvPr>
              <p:custDataLst>
                <p:tags r:id="rId229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19</a:t>
              </a:r>
            </a:p>
          </p:txBody>
        </p:sp>
        <p:sp>
          <p:nvSpPr>
            <p:cNvPr id="117" name="TextBox 116" hidden="1">
              <a:extLst>
                <a:ext uri="{FF2B5EF4-FFF2-40B4-BE49-F238E27FC236}">
                  <a16:creationId xmlns:a16="http://schemas.microsoft.com/office/drawing/2014/main" id="{2460F1C3-D3E0-CDA1-0633-1539ECB418FE}"/>
                </a:ext>
              </a:extLst>
            </p:cNvPr>
            <p:cNvSpPr txBox="1">
              <a:spLocks noChangeAspect="1"/>
            </p:cNvSpPr>
            <p:nvPr>
              <p:custDataLst>
                <p:tags r:id="rId230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20</a:t>
              </a:r>
            </a:p>
          </p:txBody>
        </p:sp>
        <p:sp>
          <p:nvSpPr>
            <p:cNvPr id="118" name="TextBox 117" hidden="1">
              <a:extLst>
                <a:ext uri="{FF2B5EF4-FFF2-40B4-BE49-F238E27FC236}">
                  <a16:creationId xmlns:a16="http://schemas.microsoft.com/office/drawing/2014/main" id="{97996D83-86B3-ED40-9CBA-169732BDCA3C}"/>
                </a:ext>
              </a:extLst>
            </p:cNvPr>
            <p:cNvSpPr txBox="1">
              <a:spLocks noChangeAspect="1"/>
            </p:cNvSpPr>
            <p:nvPr>
              <p:custDataLst>
                <p:tags r:id="rId231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21</a:t>
              </a:r>
            </a:p>
          </p:txBody>
        </p:sp>
        <p:sp>
          <p:nvSpPr>
            <p:cNvPr id="119" name="TextBox 118" hidden="1">
              <a:extLst>
                <a:ext uri="{FF2B5EF4-FFF2-40B4-BE49-F238E27FC236}">
                  <a16:creationId xmlns:a16="http://schemas.microsoft.com/office/drawing/2014/main" id="{EB00172B-C908-0E7D-6E3D-7379362763B7}"/>
                </a:ext>
              </a:extLst>
            </p:cNvPr>
            <p:cNvSpPr txBox="1">
              <a:spLocks noChangeAspect="1"/>
            </p:cNvSpPr>
            <p:nvPr>
              <p:custDataLst>
                <p:tags r:id="rId232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22</a:t>
              </a:r>
            </a:p>
          </p:txBody>
        </p:sp>
        <p:sp>
          <p:nvSpPr>
            <p:cNvPr id="120" name="TextBox 119" hidden="1">
              <a:extLst>
                <a:ext uri="{FF2B5EF4-FFF2-40B4-BE49-F238E27FC236}">
                  <a16:creationId xmlns:a16="http://schemas.microsoft.com/office/drawing/2014/main" id="{C955DD5C-25B8-B6DA-99D2-F9849738324B}"/>
                </a:ext>
              </a:extLst>
            </p:cNvPr>
            <p:cNvSpPr txBox="1">
              <a:spLocks noChangeAspect="1"/>
            </p:cNvSpPr>
            <p:nvPr>
              <p:custDataLst>
                <p:tags r:id="rId233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23</a:t>
              </a:r>
            </a:p>
          </p:txBody>
        </p:sp>
        <p:sp>
          <p:nvSpPr>
            <p:cNvPr id="121" name="TextBox 120" hidden="1">
              <a:extLst>
                <a:ext uri="{FF2B5EF4-FFF2-40B4-BE49-F238E27FC236}">
                  <a16:creationId xmlns:a16="http://schemas.microsoft.com/office/drawing/2014/main" id="{08C9A47C-B746-F00A-0654-B1F4BF226862}"/>
                </a:ext>
              </a:extLst>
            </p:cNvPr>
            <p:cNvSpPr txBox="1">
              <a:spLocks noChangeAspect="1"/>
            </p:cNvSpPr>
            <p:nvPr>
              <p:custDataLst>
                <p:tags r:id="rId234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24</a:t>
              </a:r>
            </a:p>
          </p:txBody>
        </p:sp>
        <p:sp>
          <p:nvSpPr>
            <p:cNvPr id="122" name="TextBox 121" hidden="1">
              <a:extLst>
                <a:ext uri="{FF2B5EF4-FFF2-40B4-BE49-F238E27FC236}">
                  <a16:creationId xmlns:a16="http://schemas.microsoft.com/office/drawing/2014/main" id="{C674C9AD-3888-3EED-19EA-8C6A4B4C90CB}"/>
                </a:ext>
              </a:extLst>
            </p:cNvPr>
            <p:cNvSpPr txBox="1">
              <a:spLocks noChangeAspect="1"/>
            </p:cNvSpPr>
            <p:nvPr>
              <p:custDataLst>
                <p:tags r:id="rId235"/>
              </p:custDataLst>
            </p:nvPr>
          </p:nvSpPr>
          <p:spPr bwMode="gray">
            <a:xfrm>
              <a:off x="410604" y="5939940"/>
              <a:ext cx="328660" cy="328660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spcBef>
                  <a:spcPts val="456"/>
                </a:spcBef>
              </a:pPr>
              <a:r>
                <a:rPr lang="en-GB" sz="1100" b="1" dirty="0">
                  <a:solidFill>
                    <a:schemeClr val="lt1">
                      <a:lumMod val="100000"/>
                    </a:schemeClr>
                  </a:solidFill>
                  <a:cs typeface="Pan Display TT" panose="020B0504020101010102" pitchFamily="34" charset="0"/>
                  <a:sym typeface="Pan Display TT" panose="020B0504020101010102" pitchFamily="34" charset="0"/>
                </a:rPr>
                <a:t>25</a:t>
              </a: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01CE1ABA-7BD7-844E-B8BF-FA0CA3DA429B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8635655" y="1344162"/>
            <a:ext cx="240000" cy="240000"/>
            <a:chOff x="8569661" y="6199459"/>
            <a:chExt cx="240000" cy="240000"/>
          </a:xfrm>
        </p:grpSpPr>
        <p:sp>
          <p:nvSpPr>
            <p:cNvPr id="205" name="Down Arrow 164">
              <a:extLst>
                <a:ext uri="{FF2B5EF4-FFF2-40B4-BE49-F238E27FC236}">
                  <a16:creationId xmlns:a16="http://schemas.microsoft.com/office/drawing/2014/main" id="{BD76F10F-4823-D31C-08E9-FDE839F01007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06" name="Down Arrow 164" hidden="1">
              <a:extLst>
                <a:ext uri="{FF2B5EF4-FFF2-40B4-BE49-F238E27FC236}">
                  <a16:creationId xmlns:a16="http://schemas.microsoft.com/office/drawing/2014/main" id="{6985D4E6-56D2-CD3C-AC32-E3AFFF9917FC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 rot="162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07" name="Down Arrow 164" hidden="1">
              <a:extLst>
                <a:ext uri="{FF2B5EF4-FFF2-40B4-BE49-F238E27FC236}">
                  <a16:creationId xmlns:a16="http://schemas.microsoft.com/office/drawing/2014/main" id="{5D88049F-3885-F706-80EB-7004525AC695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 rot="108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F1F9728A-D712-0A91-BA04-3F8AD1CB064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8635655" y="1747524"/>
            <a:ext cx="240000" cy="240000"/>
            <a:chOff x="8575366" y="1747524"/>
            <a:chExt cx="240000" cy="240000"/>
          </a:xfrm>
        </p:grpSpPr>
        <p:sp>
          <p:nvSpPr>
            <p:cNvPr id="219" name="Down Arrow 164" hidden="1">
              <a:extLst>
                <a:ext uri="{FF2B5EF4-FFF2-40B4-BE49-F238E27FC236}">
                  <a16:creationId xmlns:a16="http://schemas.microsoft.com/office/drawing/2014/main" id="{3C833D1D-9FF7-0CEE-EDBE-0443D4A11665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8599366" y="1747524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20" name="Down Arrow 164">
              <a:extLst>
                <a:ext uri="{FF2B5EF4-FFF2-40B4-BE49-F238E27FC236}">
                  <a16:creationId xmlns:a16="http://schemas.microsoft.com/office/drawing/2014/main" id="{59D2F5D6-A0CE-A1E3-70DF-B8921358238E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 rot="16200000">
              <a:off x="8599366" y="1747524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21" name="Down Arrow 164" hidden="1">
              <a:extLst>
                <a:ext uri="{FF2B5EF4-FFF2-40B4-BE49-F238E27FC236}">
                  <a16:creationId xmlns:a16="http://schemas.microsoft.com/office/drawing/2014/main" id="{B22B2FC4-DD97-A0A2-ECDF-38B54F181A4A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 rot="10800000">
              <a:off x="8599366" y="1747524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CCCBCC3C-7EA2-B965-C55D-0671BFB28CDD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8635655" y="2150890"/>
            <a:ext cx="240000" cy="240000"/>
            <a:chOff x="8569661" y="6199459"/>
            <a:chExt cx="240000" cy="240000"/>
          </a:xfrm>
        </p:grpSpPr>
        <p:sp>
          <p:nvSpPr>
            <p:cNvPr id="223" name="Down Arrow 164">
              <a:extLst>
                <a:ext uri="{FF2B5EF4-FFF2-40B4-BE49-F238E27FC236}">
                  <a16:creationId xmlns:a16="http://schemas.microsoft.com/office/drawing/2014/main" id="{74A1FADF-312B-0738-AF9C-28D89E089A0C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24" name="Down Arrow 164" hidden="1">
              <a:extLst>
                <a:ext uri="{FF2B5EF4-FFF2-40B4-BE49-F238E27FC236}">
                  <a16:creationId xmlns:a16="http://schemas.microsoft.com/office/drawing/2014/main" id="{EC2C3F4A-B709-057A-7F34-674468B6BB19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 rot="162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25" name="Down Arrow 164" hidden="1">
              <a:extLst>
                <a:ext uri="{FF2B5EF4-FFF2-40B4-BE49-F238E27FC236}">
                  <a16:creationId xmlns:a16="http://schemas.microsoft.com/office/drawing/2014/main" id="{81364BCB-95F9-5D33-1500-D6F8036E146A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 rot="108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6A049E55-97C5-1E7F-441D-2F41ED0C6C38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8635655" y="2554256"/>
            <a:ext cx="240000" cy="240000"/>
            <a:chOff x="8575366" y="2554256"/>
            <a:chExt cx="240000" cy="240000"/>
          </a:xfrm>
        </p:grpSpPr>
        <p:sp>
          <p:nvSpPr>
            <p:cNvPr id="227" name="Down Arrow 164" hidden="1">
              <a:extLst>
                <a:ext uri="{FF2B5EF4-FFF2-40B4-BE49-F238E27FC236}">
                  <a16:creationId xmlns:a16="http://schemas.microsoft.com/office/drawing/2014/main" id="{63C56EF1-55F8-B308-2E8E-DD33E97C83E9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8599366" y="2554256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28" name="Down Arrow 164" hidden="1">
              <a:extLst>
                <a:ext uri="{FF2B5EF4-FFF2-40B4-BE49-F238E27FC236}">
                  <a16:creationId xmlns:a16="http://schemas.microsoft.com/office/drawing/2014/main" id="{950C9B1D-04FB-721F-02C6-158348954089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 rot="16200000">
              <a:off x="8599366" y="2554256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29" name="Down Arrow 164">
              <a:extLst>
                <a:ext uri="{FF2B5EF4-FFF2-40B4-BE49-F238E27FC236}">
                  <a16:creationId xmlns:a16="http://schemas.microsoft.com/office/drawing/2014/main" id="{EE46BD49-7097-2979-054A-15FE71059B35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 rot="10800000">
              <a:off x="8599366" y="2554256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1D7313A0-76CE-3D39-A31B-41C1BF4FE485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8635655" y="2957622"/>
            <a:ext cx="240000" cy="240000"/>
            <a:chOff x="8569661" y="6199459"/>
            <a:chExt cx="240000" cy="240000"/>
          </a:xfrm>
        </p:grpSpPr>
        <p:sp>
          <p:nvSpPr>
            <p:cNvPr id="231" name="Down Arrow 164">
              <a:extLst>
                <a:ext uri="{FF2B5EF4-FFF2-40B4-BE49-F238E27FC236}">
                  <a16:creationId xmlns:a16="http://schemas.microsoft.com/office/drawing/2014/main" id="{60DC4493-67BA-ED31-7DD4-78708D99EA09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32" name="Down Arrow 164" hidden="1">
              <a:extLst>
                <a:ext uri="{FF2B5EF4-FFF2-40B4-BE49-F238E27FC236}">
                  <a16:creationId xmlns:a16="http://schemas.microsoft.com/office/drawing/2014/main" id="{EDE502AB-A352-553E-CB0E-2C3250FF4865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 rot="162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33" name="Down Arrow 164" hidden="1">
              <a:extLst>
                <a:ext uri="{FF2B5EF4-FFF2-40B4-BE49-F238E27FC236}">
                  <a16:creationId xmlns:a16="http://schemas.microsoft.com/office/drawing/2014/main" id="{B2AA9033-0D1E-4FB1-F3F7-27AF29C04CDE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 rot="108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4439ADEE-213A-857B-9138-BBD9F126585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8635655" y="3360988"/>
            <a:ext cx="240000" cy="240000"/>
            <a:chOff x="8575366" y="3360988"/>
            <a:chExt cx="240000" cy="240000"/>
          </a:xfrm>
        </p:grpSpPr>
        <p:sp>
          <p:nvSpPr>
            <p:cNvPr id="235" name="Down Arrow 164" hidden="1">
              <a:extLst>
                <a:ext uri="{FF2B5EF4-FFF2-40B4-BE49-F238E27FC236}">
                  <a16:creationId xmlns:a16="http://schemas.microsoft.com/office/drawing/2014/main" id="{A13B8C3D-489A-2823-A8B3-136C6047ABF7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8599366" y="3360988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36" name="Down Arrow 164">
              <a:extLst>
                <a:ext uri="{FF2B5EF4-FFF2-40B4-BE49-F238E27FC236}">
                  <a16:creationId xmlns:a16="http://schemas.microsoft.com/office/drawing/2014/main" id="{4DD3E24E-560F-DD73-8C6D-A33B0E008AF4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 rot="16200000">
              <a:off x="8599366" y="3360988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37" name="Down Arrow 164" hidden="1">
              <a:extLst>
                <a:ext uri="{FF2B5EF4-FFF2-40B4-BE49-F238E27FC236}">
                  <a16:creationId xmlns:a16="http://schemas.microsoft.com/office/drawing/2014/main" id="{99E5A887-D1BB-7660-E3A1-CA7A998C318B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 rot="10800000">
              <a:off x="8599366" y="3360988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6DAC659B-83B5-7DF3-D336-C514C74F576F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8635655" y="3764354"/>
            <a:ext cx="240000" cy="240000"/>
            <a:chOff x="8569661" y="6199459"/>
            <a:chExt cx="240000" cy="240000"/>
          </a:xfrm>
        </p:grpSpPr>
        <p:sp>
          <p:nvSpPr>
            <p:cNvPr id="239" name="Down Arrow 164">
              <a:extLst>
                <a:ext uri="{FF2B5EF4-FFF2-40B4-BE49-F238E27FC236}">
                  <a16:creationId xmlns:a16="http://schemas.microsoft.com/office/drawing/2014/main" id="{3268903D-E607-E0BF-F908-A16045B4FF3B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40" name="Down Arrow 164" hidden="1">
              <a:extLst>
                <a:ext uri="{FF2B5EF4-FFF2-40B4-BE49-F238E27FC236}">
                  <a16:creationId xmlns:a16="http://schemas.microsoft.com/office/drawing/2014/main" id="{BA6008FA-1CED-7735-5879-E04570D66DDE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 rot="162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41" name="Down Arrow 164" hidden="1">
              <a:extLst>
                <a:ext uri="{FF2B5EF4-FFF2-40B4-BE49-F238E27FC236}">
                  <a16:creationId xmlns:a16="http://schemas.microsoft.com/office/drawing/2014/main" id="{3F43ECF7-D593-0EA0-D099-4646EF4B3F94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 rot="108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C57D2962-ACED-315F-5229-F46735F035A2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8635655" y="4167720"/>
            <a:ext cx="240000" cy="240000"/>
            <a:chOff x="8569661" y="6199459"/>
            <a:chExt cx="240000" cy="240000"/>
          </a:xfrm>
        </p:grpSpPr>
        <p:sp>
          <p:nvSpPr>
            <p:cNvPr id="243" name="Down Arrow 164">
              <a:extLst>
                <a:ext uri="{FF2B5EF4-FFF2-40B4-BE49-F238E27FC236}">
                  <a16:creationId xmlns:a16="http://schemas.microsoft.com/office/drawing/2014/main" id="{1A603F09-C815-0FCB-8A8F-193104837C8F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44" name="Down Arrow 164" hidden="1">
              <a:extLst>
                <a:ext uri="{FF2B5EF4-FFF2-40B4-BE49-F238E27FC236}">
                  <a16:creationId xmlns:a16="http://schemas.microsoft.com/office/drawing/2014/main" id="{5A83FECA-F5F8-C422-81B9-0BF563AA8C1F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 rot="162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45" name="Down Arrow 164" hidden="1">
              <a:extLst>
                <a:ext uri="{FF2B5EF4-FFF2-40B4-BE49-F238E27FC236}">
                  <a16:creationId xmlns:a16="http://schemas.microsoft.com/office/drawing/2014/main" id="{FFE3D26D-47BC-0428-B2E3-EF6D5ADEBB38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 rot="108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2286DC90-7D23-ED9D-ED18-3150D2DADB53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8635655" y="4571086"/>
            <a:ext cx="240000" cy="240000"/>
            <a:chOff x="8569661" y="6199459"/>
            <a:chExt cx="240000" cy="240000"/>
          </a:xfrm>
        </p:grpSpPr>
        <p:sp>
          <p:nvSpPr>
            <p:cNvPr id="247" name="Down Arrow 164">
              <a:extLst>
                <a:ext uri="{FF2B5EF4-FFF2-40B4-BE49-F238E27FC236}">
                  <a16:creationId xmlns:a16="http://schemas.microsoft.com/office/drawing/2014/main" id="{A46C4DA3-FFE2-84B1-B9BF-5D6B3374098D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48" name="Down Arrow 164" hidden="1">
              <a:extLst>
                <a:ext uri="{FF2B5EF4-FFF2-40B4-BE49-F238E27FC236}">
                  <a16:creationId xmlns:a16="http://schemas.microsoft.com/office/drawing/2014/main" id="{577A59D7-DBF2-A70B-CF44-2E6587E13AC3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 rot="162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49" name="Down Arrow 164" hidden="1">
              <a:extLst>
                <a:ext uri="{FF2B5EF4-FFF2-40B4-BE49-F238E27FC236}">
                  <a16:creationId xmlns:a16="http://schemas.microsoft.com/office/drawing/2014/main" id="{57DF3851-EABE-371F-4F5F-CABC03E2FE91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 rot="108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C2BC1725-08B1-3402-0834-4E95BC3B6D7D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8635655" y="4974452"/>
            <a:ext cx="240000" cy="240000"/>
            <a:chOff x="8569661" y="6199459"/>
            <a:chExt cx="240000" cy="240000"/>
          </a:xfrm>
        </p:grpSpPr>
        <p:sp>
          <p:nvSpPr>
            <p:cNvPr id="251" name="Down Arrow 164">
              <a:extLst>
                <a:ext uri="{FF2B5EF4-FFF2-40B4-BE49-F238E27FC236}">
                  <a16:creationId xmlns:a16="http://schemas.microsoft.com/office/drawing/2014/main" id="{5272A649-F7AB-17F8-E457-0CFEA18DFA83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52" name="Down Arrow 164" hidden="1">
              <a:extLst>
                <a:ext uri="{FF2B5EF4-FFF2-40B4-BE49-F238E27FC236}">
                  <a16:creationId xmlns:a16="http://schemas.microsoft.com/office/drawing/2014/main" id="{921A5D6D-1FE4-7712-C753-3A39F31A8B14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 rot="162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53" name="Down Arrow 164" hidden="1">
              <a:extLst>
                <a:ext uri="{FF2B5EF4-FFF2-40B4-BE49-F238E27FC236}">
                  <a16:creationId xmlns:a16="http://schemas.microsoft.com/office/drawing/2014/main" id="{6D6CD89D-FA8A-A9D3-CB1D-6195E20E5C7C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 rot="108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BDA51AEE-CEEF-5FE9-63A0-CC760186A13D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8635655" y="5377818"/>
            <a:ext cx="240000" cy="240000"/>
            <a:chOff x="8569661" y="6199459"/>
            <a:chExt cx="240000" cy="240000"/>
          </a:xfrm>
        </p:grpSpPr>
        <p:sp>
          <p:nvSpPr>
            <p:cNvPr id="255" name="Down Arrow 164">
              <a:extLst>
                <a:ext uri="{FF2B5EF4-FFF2-40B4-BE49-F238E27FC236}">
                  <a16:creationId xmlns:a16="http://schemas.microsoft.com/office/drawing/2014/main" id="{DDE33C01-22C2-2255-47EB-167C79A5A2C3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56" name="Down Arrow 164" hidden="1">
              <a:extLst>
                <a:ext uri="{FF2B5EF4-FFF2-40B4-BE49-F238E27FC236}">
                  <a16:creationId xmlns:a16="http://schemas.microsoft.com/office/drawing/2014/main" id="{5B912438-1BA9-8A85-1BEE-85B266CADBF4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 rot="162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57" name="Down Arrow 164" hidden="1">
              <a:extLst>
                <a:ext uri="{FF2B5EF4-FFF2-40B4-BE49-F238E27FC236}">
                  <a16:creationId xmlns:a16="http://schemas.microsoft.com/office/drawing/2014/main" id="{C872BD4D-F3AA-1811-AEE9-BCD74AAD9152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 rot="108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BD690310-70F3-6674-C0F1-674F2A2D0A06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8635655" y="5781184"/>
            <a:ext cx="240000" cy="240000"/>
            <a:chOff x="8569661" y="6199459"/>
            <a:chExt cx="240000" cy="240000"/>
          </a:xfrm>
        </p:grpSpPr>
        <p:sp>
          <p:nvSpPr>
            <p:cNvPr id="259" name="Down Arrow 164">
              <a:extLst>
                <a:ext uri="{FF2B5EF4-FFF2-40B4-BE49-F238E27FC236}">
                  <a16:creationId xmlns:a16="http://schemas.microsoft.com/office/drawing/2014/main" id="{57F68ECE-A029-9994-0875-A03CA1D93D94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60" name="Down Arrow 164" hidden="1">
              <a:extLst>
                <a:ext uri="{FF2B5EF4-FFF2-40B4-BE49-F238E27FC236}">
                  <a16:creationId xmlns:a16="http://schemas.microsoft.com/office/drawing/2014/main" id="{45013B05-A9E8-0538-66FD-8B80E59FC3F6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 rot="162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  <p:sp>
          <p:nvSpPr>
            <p:cNvPr id="261" name="Down Arrow 164" hidden="1">
              <a:extLst>
                <a:ext uri="{FF2B5EF4-FFF2-40B4-BE49-F238E27FC236}">
                  <a16:creationId xmlns:a16="http://schemas.microsoft.com/office/drawing/2014/main" id="{EF158AD0-148E-D5BA-49AD-2B165C052AF7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 rot="10800000">
              <a:off x="8593661" y="6199459"/>
              <a:ext cx="192000" cy="240000"/>
            </a:xfrm>
            <a:prstGeom prst="downArrow">
              <a:avLst>
                <a:gd name="adj1" fmla="val 23542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lnSpc>
                  <a:spcPct val="93000"/>
                </a:lnSpc>
                <a:defRPr/>
              </a:pPr>
              <a:endParaRPr lang="en-GB" sz="2400" dirty="0" err="1">
                <a:solidFill>
                  <a:srgbClr val="433645"/>
                </a:solidFill>
              </a:endParaRPr>
            </a:p>
          </p:txBody>
        </p:sp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B3551E9E-86D7-E309-CE28-363E9A9B31D4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7575681" y="1393422"/>
            <a:ext cx="667873" cy="182506"/>
            <a:chOff x="7515392" y="1393422"/>
            <a:chExt cx="667873" cy="182506"/>
          </a:xfrm>
        </p:grpSpPr>
        <p:grpSp>
          <p:nvGrpSpPr>
            <p:cNvPr id="266" name="Group 265" hidden="1">
              <a:extLst>
                <a:ext uri="{FF2B5EF4-FFF2-40B4-BE49-F238E27FC236}">
                  <a16:creationId xmlns:a16="http://schemas.microsoft.com/office/drawing/2014/main" id="{2BB1CD92-2887-5272-D18E-A36F89E1F3BF}"/>
                </a:ext>
              </a:extLst>
            </p:cNvPr>
            <p:cNvGrpSpPr/>
            <p:nvPr>
              <p:custDataLst>
                <p:tags r:id="rId163"/>
              </p:custDataLst>
            </p:nvPr>
          </p:nvGrpSpPr>
          <p:grpSpPr>
            <a:xfrm rot="10800000">
              <a:off x="7515392" y="1393422"/>
              <a:ext cx="667873" cy="182506"/>
              <a:chOff x="914846" y="1165450"/>
              <a:chExt cx="689671" cy="188462"/>
            </a:xfrm>
          </p:grpSpPr>
          <p:sp>
            <p:nvSpPr>
              <p:cNvPr id="278" name="red" hidden="1">
                <a:extLst>
                  <a:ext uri="{FF2B5EF4-FFF2-40B4-BE49-F238E27FC236}">
                    <a16:creationId xmlns:a16="http://schemas.microsoft.com/office/drawing/2014/main" id="{44A1B7B9-E86D-DFC5-C9DC-A5335A7ED1BD}"/>
                  </a:ext>
                </a:extLst>
              </p:cNvPr>
              <p:cNvSpPr>
                <a:spLocks/>
              </p:cNvSpPr>
              <p:nvPr>
                <p:custDataLst>
                  <p:tags r:id="rId172"/>
                </p:custDataLst>
              </p:nvPr>
            </p:nvSpPr>
            <p:spPr>
              <a:xfrm rot="5400000">
                <a:off x="1416058" y="1165450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79" name="amber" hidden="1">
                <a:extLst>
                  <a:ext uri="{FF2B5EF4-FFF2-40B4-BE49-F238E27FC236}">
                    <a16:creationId xmlns:a16="http://schemas.microsoft.com/office/drawing/2014/main" id="{9850AA5B-EF75-17C6-5552-2B8D4C63A0CA}"/>
                  </a:ext>
                </a:extLst>
              </p:cNvPr>
              <p:cNvSpPr>
                <a:spLocks/>
              </p:cNvSpPr>
              <p:nvPr>
                <p:custDataLst>
                  <p:tags r:id="rId173"/>
                </p:custDataLst>
              </p:nvPr>
            </p:nvSpPr>
            <p:spPr>
              <a:xfrm rot="5400000">
                <a:off x="1165452" y="1165451"/>
                <a:ext cx="188459" cy="188459"/>
              </a:xfrm>
              <a:prstGeom prst="ellipse">
                <a:avLst/>
              </a:prstGeom>
              <a:solidFill>
                <a:srgbClr val="FFC000"/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80" name="green" hidden="1">
                <a:extLst>
                  <a:ext uri="{FF2B5EF4-FFF2-40B4-BE49-F238E27FC236}">
                    <a16:creationId xmlns:a16="http://schemas.microsoft.com/office/drawing/2014/main" id="{3089C147-0101-4A10-0C25-A98A37035ECB}"/>
                  </a:ext>
                </a:extLst>
              </p:cNvPr>
              <p:cNvSpPr>
                <a:spLocks/>
              </p:cNvSpPr>
              <p:nvPr>
                <p:custDataLst>
                  <p:tags r:id="rId174"/>
                </p:custDataLst>
              </p:nvPr>
            </p:nvSpPr>
            <p:spPr>
              <a:xfrm rot="5400000">
                <a:off x="914846" y="1165453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0C4095D9-1FBA-3568-1C56-CAB2FE0DBFDC}"/>
                </a:ext>
              </a:extLst>
            </p:cNvPr>
            <p:cNvGrpSpPr/>
            <p:nvPr>
              <p:custDataLst>
                <p:tags r:id="rId164"/>
              </p:custDataLst>
            </p:nvPr>
          </p:nvGrpSpPr>
          <p:grpSpPr>
            <a:xfrm rot="10800000">
              <a:off x="7515392" y="1393422"/>
              <a:ext cx="667873" cy="182506"/>
              <a:chOff x="914846" y="1165451"/>
              <a:chExt cx="689671" cy="188462"/>
            </a:xfrm>
          </p:grpSpPr>
          <p:sp>
            <p:nvSpPr>
              <p:cNvPr id="274" name="red">
                <a:extLst>
                  <a:ext uri="{FF2B5EF4-FFF2-40B4-BE49-F238E27FC236}">
                    <a16:creationId xmlns:a16="http://schemas.microsoft.com/office/drawing/2014/main" id="{58C49674-D3A0-92E7-5AC8-8A62F30359CA}"/>
                  </a:ext>
                </a:extLst>
              </p:cNvPr>
              <p:cNvSpPr>
                <a:spLocks/>
              </p:cNvSpPr>
              <p:nvPr>
                <p:custDataLst>
                  <p:tags r:id="rId169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75" name="amber">
                <a:extLst>
                  <a:ext uri="{FF2B5EF4-FFF2-40B4-BE49-F238E27FC236}">
                    <a16:creationId xmlns:a16="http://schemas.microsoft.com/office/drawing/2014/main" id="{33F9E495-708A-32A3-C457-8839CE6AE784}"/>
                  </a:ext>
                </a:extLst>
              </p:cNvPr>
              <p:cNvSpPr>
                <a:spLocks/>
              </p:cNvSpPr>
              <p:nvPr>
                <p:custDataLst>
                  <p:tags r:id="rId170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76" name="green">
                <a:extLst>
                  <a:ext uri="{FF2B5EF4-FFF2-40B4-BE49-F238E27FC236}">
                    <a16:creationId xmlns:a16="http://schemas.microsoft.com/office/drawing/2014/main" id="{0DE2BCEC-CE15-7091-749F-CE3248A1876D}"/>
                  </a:ext>
                </a:extLst>
              </p:cNvPr>
              <p:cNvSpPr>
                <a:spLocks/>
              </p:cNvSpPr>
              <p:nvPr>
                <p:custDataLst>
                  <p:tags r:id="rId171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rgbClr val="00B050"/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68" name="Group 267" hidden="1">
              <a:extLst>
                <a:ext uri="{FF2B5EF4-FFF2-40B4-BE49-F238E27FC236}">
                  <a16:creationId xmlns:a16="http://schemas.microsoft.com/office/drawing/2014/main" id="{2D9ABB0D-B0DD-D93B-DA8B-3D7DDA22406B}"/>
                </a:ext>
              </a:extLst>
            </p:cNvPr>
            <p:cNvGrpSpPr/>
            <p:nvPr>
              <p:custDataLst>
                <p:tags r:id="rId165"/>
              </p:custDataLst>
            </p:nvPr>
          </p:nvGrpSpPr>
          <p:grpSpPr>
            <a:xfrm rot="10800000">
              <a:off x="7515392" y="1393422"/>
              <a:ext cx="667873" cy="182506"/>
              <a:chOff x="914846" y="1165451"/>
              <a:chExt cx="689671" cy="188462"/>
            </a:xfrm>
          </p:grpSpPr>
          <p:sp>
            <p:nvSpPr>
              <p:cNvPr id="270" name="red" hidden="1">
                <a:extLst>
                  <a:ext uri="{FF2B5EF4-FFF2-40B4-BE49-F238E27FC236}">
                    <a16:creationId xmlns:a16="http://schemas.microsoft.com/office/drawing/2014/main" id="{0E1C86F6-262B-9CF3-6526-55EDFF30731D}"/>
                  </a:ext>
                </a:extLst>
              </p:cNvPr>
              <p:cNvSpPr>
                <a:spLocks/>
              </p:cNvSpPr>
              <p:nvPr>
                <p:custDataLst>
                  <p:tags r:id="rId166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rgbClr val="C00000"/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71" name="amber" hidden="1">
                <a:extLst>
                  <a:ext uri="{FF2B5EF4-FFF2-40B4-BE49-F238E27FC236}">
                    <a16:creationId xmlns:a16="http://schemas.microsoft.com/office/drawing/2014/main" id="{6F607290-17EC-895A-20A6-C4EDEDA90EE1}"/>
                  </a:ext>
                </a:extLst>
              </p:cNvPr>
              <p:cNvSpPr>
                <a:spLocks/>
              </p:cNvSpPr>
              <p:nvPr>
                <p:custDataLst>
                  <p:tags r:id="rId167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72" name="green" hidden="1">
                <a:extLst>
                  <a:ext uri="{FF2B5EF4-FFF2-40B4-BE49-F238E27FC236}">
                    <a16:creationId xmlns:a16="http://schemas.microsoft.com/office/drawing/2014/main" id="{CCF794D3-C5ED-70B3-0BC0-9CB9EA81FB33}"/>
                  </a:ext>
                </a:extLst>
              </p:cNvPr>
              <p:cNvSpPr>
                <a:spLocks/>
              </p:cNvSpPr>
              <p:nvPr>
                <p:custDataLst>
                  <p:tags r:id="rId168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C13BC688-F366-5D1C-2AB5-99558734F695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7575681" y="1795939"/>
            <a:ext cx="667873" cy="182506"/>
            <a:chOff x="7515392" y="1795939"/>
            <a:chExt cx="667873" cy="182506"/>
          </a:xfrm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D1BA1555-4220-7731-6149-608B556043CB}"/>
                </a:ext>
              </a:extLst>
            </p:cNvPr>
            <p:cNvGrpSpPr/>
            <p:nvPr>
              <p:custDataLst>
                <p:tags r:id="rId151"/>
              </p:custDataLst>
            </p:nvPr>
          </p:nvGrpSpPr>
          <p:grpSpPr>
            <a:xfrm rot="10800000">
              <a:off x="7515392" y="1795939"/>
              <a:ext cx="667873" cy="182506"/>
              <a:chOff x="914846" y="1165450"/>
              <a:chExt cx="689671" cy="188462"/>
            </a:xfrm>
          </p:grpSpPr>
          <p:sp>
            <p:nvSpPr>
              <p:cNvPr id="292" name="red">
                <a:extLst>
                  <a:ext uri="{FF2B5EF4-FFF2-40B4-BE49-F238E27FC236}">
                    <a16:creationId xmlns:a16="http://schemas.microsoft.com/office/drawing/2014/main" id="{C3BAB444-A5B2-5628-D2CC-5CE2FA3E6A14}"/>
                  </a:ext>
                </a:extLst>
              </p:cNvPr>
              <p:cNvSpPr>
                <a:spLocks/>
              </p:cNvSpPr>
              <p:nvPr>
                <p:custDataLst>
                  <p:tags r:id="rId160"/>
                </p:custDataLst>
              </p:nvPr>
            </p:nvSpPr>
            <p:spPr>
              <a:xfrm rot="5400000">
                <a:off x="1416058" y="1165450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3" name="amber">
                <a:extLst>
                  <a:ext uri="{FF2B5EF4-FFF2-40B4-BE49-F238E27FC236}">
                    <a16:creationId xmlns:a16="http://schemas.microsoft.com/office/drawing/2014/main" id="{015C9EFE-2BCD-8CA6-08E3-406ED857DB28}"/>
                  </a:ext>
                </a:extLst>
              </p:cNvPr>
              <p:cNvSpPr>
                <a:spLocks/>
              </p:cNvSpPr>
              <p:nvPr>
                <p:custDataLst>
                  <p:tags r:id="rId161"/>
                </p:custDataLst>
              </p:nvPr>
            </p:nvSpPr>
            <p:spPr>
              <a:xfrm rot="5400000">
                <a:off x="1165452" y="1165451"/>
                <a:ext cx="188459" cy="188459"/>
              </a:xfrm>
              <a:prstGeom prst="ellipse">
                <a:avLst/>
              </a:prstGeom>
              <a:solidFill>
                <a:srgbClr val="FFC000"/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4" name="green">
                <a:extLst>
                  <a:ext uri="{FF2B5EF4-FFF2-40B4-BE49-F238E27FC236}">
                    <a16:creationId xmlns:a16="http://schemas.microsoft.com/office/drawing/2014/main" id="{9D72005C-A9A6-B3EF-7E64-92DE1D43304C}"/>
                  </a:ext>
                </a:extLst>
              </p:cNvPr>
              <p:cNvSpPr>
                <a:spLocks/>
              </p:cNvSpPr>
              <p:nvPr>
                <p:custDataLst>
                  <p:tags r:id="rId162"/>
                </p:custDataLst>
              </p:nvPr>
            </p:nvSpPr>
            <p:spPr>
              <a:xfrm rot="5400000">
                <a:off x="914846" y="1165453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84" name="Group 283" hidden="1">
              <a:extLst>
                <a:ext uri="{FF2B5EF4-FFF2-40B4-BE49-F238E27FC236}">
                  <a16:creationId xmlns:a16="http://schemas.microsoft.com/office/drawing/2014/main" id="{A9600204-2846-E7A6-103E-B2B685A70789}"/>
                </a:ext>
              </a:extLst>
            </p:cNvPr>
            <p:cNvGrpSpPr/>
            <p:nvPr>
              <p:custDataLst>
                <p:tags r:id="rId152"/>
              </p:custDataLst>
            </p:nvPr>
          </p:nvGrpSpPr>
          <p:grpSpPr>
            <a:xfrm rot="10800000">
              <a:off x="7515392" y="1795939"/>
              <a:ext cx="667873" cy="182506"/>
              <a:chOff x="914846" y="1165451"/>
              <a:chExt cx="689671" cy="188462"/>
            </a:xfrm>
          </p:grpSpPr>
          <p:sp>
            <p:nvSpPr>
              <p:cNvPr id="289" name="red" hidden="1">
                <a:extLst>
                  <a:ext uri="{FF2B5EF4-FFF2-40B4-BE49-F238E27FC236}">
                    <a16:creationId xmlns:a16="http://schemas.microsoft.com/office/drawing/2014/main" id="{A42598F1-9487-C691-1958-CF1624BA3FDD}"/>
                  </a:ext>
                </a:extLst>
              </p:cNvPr>
              <p:cNvSpPr>
                <a:spLocks/>
              </p:cNvSpPr>
              <p:nvPr>
                <p:custDataLst>
                  <p:tags r:id="rId157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0" name="amber" hidden="1">
                <a:extLst>
                  <a:ext uri="{FF2B5EF4-FFF2-40B4-BE49-F238E27FC236}">
                    <a16:creationId xmlns:a16="http://schemas.microsoft.com/office/drawing/2014/main" id="{2BEA3FCB-1CB3-1CBB-1EB4-7F2BCD4B7BF7}"/>
                  </a:ext>
                </a:extLst>
              </p:cNvPr>
              <p:cNvSpPr>
                <a:spLocks/>
              </p:cNvSpPr>
              <p:nvPr>
                <p:custDataLst>
                  <p:tags r:id="rId158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1" name="green" hidden="1">
                <a:extLst>
                  <a:ext uri="{FF2B5EF4-FFF2-40B4-BE49-F238E27FC236}">
                    <a16:creationId xmlns:a16="http://schemas.microsoft.com/office/drawing/2014/main" id="{FFB4DBF4-AD60-B548-5ABE-63C46B24C297}"/>
                  </a:ext>
                </a:extLst>
              </p:cNvPr>
              <p:cNvSpPr>
                <a:spLocks/>
              </p:cNvSpPr>
              <p:nvPr>
                <p:custDataLst>
                  <p:tags r:id="rId159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rgbClr val="00B050"/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85" name="Group 284" hidden="1">
              <a:extLst>
                <a:ext uri="{FF2B5EF4-FFF2-40B4-BE49-F238E27FC236}">
                  <a16:creationId xmlns:a16="http://schemas.microsoft.com/office/drawing/2014/main" id="{2AA395D6-46EB-0F0F-14C3-45FE8CACB03D}"/>
                </a:ext>
              </a:extLst>
            </p:cNvPr>
            <p:cNvGrpSpPr/>
            <p:nvPr>
              <p:custDataLst>
                <p:tags r:id="rId153"/>
              </p:custDataLst>
            </p:nvPr>
          </p:nvGrpSpPr>
          <p:grpSpPr>
            <a:xfrm rot="10800000">
              <a:off x="7515392" y="1795939"/>
              <a:ext cx="667873" cy="182506"/>
              <a:chOff x="914846" y="1165451"/>
              <a:chExt cx="689671" cy="188462"/>
            </a:xfrm>
          </p:grpSpPr>
          <p:sp>
            <p:nvSpPr>
              <p:cNvPr id="286" name="red" hidden="1">
                <a:extLst>
                  <a:ext uri="{FF2B5EF4-FFF2-40B4-BE49-F238E27FC236}">
                    <a16:creationId xmlns:a16="http://schemas.microsoft.com/office/drawing/2014/main" id="{B354DE73-A87B-6A4A-E37F-5E9B1AFAC6F8}"/>
                  </a:ext>
                </a:extLst>
              </p:cNvPr>
              <p:cNvSpPr>
                <a:spLocks/>
              </p:cNvSpPr>
              <p:nvPr>
                <p:custDataLst>
                  <p:tags r:id="rId154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rgbClr val="C00000"/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87" name="amber" hidden="1">
                <a:extLst>
                  <a:ext uri="{FF2B5EF4-FFF2-40B4-BE49-F238E27FC236}">
                    <a16:creationId xmlns:a16="http://schemas.microsoft.com/office/drawing/2014/main" id="{98C37A6C-89B3-9987-7CDC-32C607357223}"/>
                  </a:ext>
                </a:extLst>
              </p:cNvPr>
              <p:cNvSpPr>
                <a:spLocks/>
              </p:cNvSpPr>
              <p:nvPr>
                <p:custDataLst>
                  <p:tags r:id="rId155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88" name="green" hidden="1">
                <a:extLst>
                  <a:ext uri="{FF2B5EF4-FFF2-40B4-BE49-F238E27FC236}">
                    <a16:creationId xmlns:a16="http://schemas.microsoft.com/office/drawing/2014/main" id="{6070770D-67A8-66FC-EF12-4FB59BCA491A}"/>
                  </a:ext>
                </a:extLst>
              </p:cNvPr>
              <p:cNvSpPr>
                <a:spLocks/>
              </p:cNvSpPr>
              <p:nvPr>
                <p:custDataLst>
                  <p:tags r:id="rId156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50BEDB5F-610C-5E1D-14B8-6CBAC84941C7}"/>
              </a:ext>
            </a:extLst>
          </p:cNvPr>
          <p:cNvGrpSpPr/>
          <p:nvPr>
            <p:custDataLst>
              <p:tags r:id="rId21"/>
            </p:custDataLst>
          </p:nvPr>
        </p:nvGrpSpPr>
        <p:grpSpPr>
          <a:xfrm>
            <a:off x="7575681" y="2198454"/>
            <a:ext cx="667873" cy="182506"/>
            <a:chOff x="9282834" y="541240"/>
            <a:chExt cx="443307" cy="121140"/>
          </a:xfrm>
        </p:grpSpPr>
        <p:grpSp>
          <p:nvGrpSpPr>
            <p:cNvPr id="296" name="Group 295" hidden="1">
              <a:extLst>
                <a:ext uri="{FF2B5EF4-FFF2-40B4-BE49-F238E27FC236}">
                  <a16:creationId xmlns:a16="http://schemas.microsoft.com/office/drawing/2014/main" id="{EFC454B8-AD78-D5AC-AAA5-152CFE27F20B}"/>
                </a:ext>
              </a:extLst>
            </p:cNvPr>
            <p:cNvGrpSpPr/>
            <p:nvPr>
              <p:custDataLst>
                <p:tags r:id="rId139"/>
              </p:custDataLst>
            </p:nvPr>
          </p:nvGrpSpPr>
          <p:grpSpPr>
            <a:xfrm rot="10800000">
              <a:off x="9282834" y="541240"/>
              <a:ext cx="443307" cy="121140"/>
              <a:chOff x="914846" y="1165450"/>
              <a:chExt cx="689671" cy="188462"/>
            </a:xfrm>
          </p:grpSpPr>
          <p:sp>
            <p:nvSpPr>
              <p:cNvPr id="305" name="red" hidden="1">
                <a:extLst>
                  <a:ext uri="{FF2B5EF4-FFF2-40B4-BE49-F238E27FC236}">
                    <a16:creationId xmlns:a16="http://schemas.microsoft.com/office/drawing/2014/main" id="{BA64173E-F37D-2C33-87E1-FC819070A8C7}"/>
                  </a:ext>
                </a:extLst>
              </p:cNvPr>
              <p:cNvSpPr>
                <a:spLocks/>
              </p:cNvSpPr>
              <p:nvPr>
                <p:custDataLst>
                  <p:tags r:id="rId148"/>
                </p:custDataLst>
              </p:nvPr>
            </p:nvSpPr>
            <p:spPr>
              <a:xfrm rot="5400000">
                <a:off x="1416058" y="1165450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6" name="amber" hidden="1">
                <a:extLst>
                  <a:ext uri="{FF2B5EF4-FFF2-40B4-BE49-F238E27FC236}">
                    <a16:creationId xmlns:a16="http://schemas.microsoft.com/office/drawing/2014/main" id="{1842FF00-0922-EC6F-F4A3-722DFBFC81A3}"/>
                  </a:ext>
                </a:extLst>
              </p:cNvPr>
              <p:cNvSpPr>
                <a:spLocks/>
              </p:cNvSpPr>
              <p:nvPr>
                <p:custDataLst>
                  <p:tags r:id="rId149"/>
                </p:custDataLst>
              </p:nvPr>
            </p:nvSpPr>
            <p:spPr>
              <a:xfrm rot="5400000">
                <a:off x="1165452" y="1165451"/>
                <a:ext cx="188459" cy="188459"/>
              </a:xfrm>
              <a:prstGeom prst="ellipse">
                <a:avLst/>
              </a:prstGeom>
              <a:solidFill>
                <a:srgbClr val="FFC000"/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7" name="green" hidden="1">
                <a:extLst>
                  <a:ext uri="{FF2B5EF4-FFF2-40B4-BE49-F238E27FC236}">
                    <a16:creationId xmlns:a16="http://schemas.microsoft.com/office/drawing/2014/main" id="{4595D1BE-B1A4-EACB-D7A5-4CE69B768F41}"/>
                  </a:ext>
                </a:extLst>
              </p:cNvPr>
              <p:cNvSpPr>
                <a:spLocks/>
              </p:cNvSpPr>
              <p:nvPr>
                <p:custDataLst>
                  <p:tags r:id="rId150"/>
                </p:custDataLst>
              </p:nvPr>
            </p:nvSpPr>
            <p:spPr>
              <a:xfrm rot="5400000">
                <a:off x="914846" y="1165453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97" name="Group 296" hidden="1">
              <a:extLst>
                <a:ext uri="{FF2B5EF4-FFF2-40B4-BE49-F238E27FC236}">
                  <a16:creationId xmlns:a16="http://schemas.microsoft.com/office/drawing/2014/main" id="{6DFEB353-FB57-ECE8-9E23-5C96E334A293}"/>
                </a:ext>
              </a:extLst>
            </p:cNvPr>
            <p:cNvGrpSpPr/>
            <p:nvPr>
              <p:custDataLst>
                <p:tags r:id="rId140"/>
              </p:custDataLst>
            </p:nvPr>
          </p:nvGrpSpPr>
          <p:grpSpPr>
            <a:xfrm rot="10800000">
              <a:off x="9282834" y="541240"/>
              <a:ext cx="443307" cy="121140"/>
              <a:chOff x="914846" y="1165451"/>
              <a:chExt cx="689671" cy="188462"/>
            </a:xfrm>
          </p:grpSpPr>
          <p:sp>
            <p:nvSpPr>
              <p:cNvPr id="302" name="red" hidden="1">
                <a:extLst>
                  <a:ext uri="{FF2B5EF4-FFF2-40B4-BE49-F238E27FC236}">
                    <a16:creationId xmlns:a16="http://schemas.microsoft.com/office/drawing/2014/main" id="{95D394EE-26DA-CE91-E2B5-5BA6C458FAA8}"/>
                  </a:ext>
                </a:extLst>
              </p:cNvPr>
              <p:cNvSpPr>
                <a:spLocks/>
              </p:cNvSpPr>
              <p:nvPr>
                <p:custDataLst>
                  <p:tags r:id="rId145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3" name="amber" hidden="1">
                <a:extLst>
                  <a:ext uri="{FF2B5EF4-FFF2-40B4-BE49-F238E27FC236}">
                    <a16:creationId xmlns:a16="http://schemas.microsoft.com/office/drawing/2014/main" id="{724F6A02-D49D-9383-7256-B037CAEE4232}"/>
                  </a:ext>
                </a:extLst>
              </p:cNvPr>
              <p:cNvSpPr>
                <a:spLocks/>
              </p:cNvSpPr>
              <p:nvPr>
                <p:custDataLst>
                  <p:tags r:id="rId146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4" name="green" hidden="1">
                <a:extLst>
                  <a:ext uri="{FF2B5EF4-FFF2-40B4-BE49-F238E27FC236}">
                    <a16:creationId xmlns:a16="http://schemas.microsoft.com/office/drawing/2014/main" id="{0B3C838D-1BF2-426A-618F-2B731B10D33D}"/>
                  </a:ext>
                </a:extLst>
              </p:cNvPr>
              <p:cNvSpPr>
                <a:spLocks/>
              </p:cNvSpPr>
              <p:nvPr>
                <p:custDataLst>
                  <p:tags r:id="rId147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rgbClr val="00B050"/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FA4A7226-22FE-4298-E923-32BB74204338}"/>
                </a:ext>
              </a:extLst>
            </p:cNvPr>
            <p:cNvGrpSpPr/>
            <p:nvPr>
              <p:custDataLst>
                <p:tags r:id="rId141"/>
              </p:custDataLst>
            </p:nvPr>
          </p:nvGrpSpPr>
          <p:grpSpPr>
            <a:xfrm rot="10800000">
              <a:off x="9282834" y="541240"/>
              <a:ext cx="443307" cy="121140"/>
              <a:chOff x="914846" y="1165451"/>
              <a:chExt cx="689671" cy="188462"/>
            </a:xfrm>
          </p:grpSpPr>
          <p:sp>
            <p:nvSpPr>
              <p:cNvPr id="299" name="red">
                <a:extLst>
                  <a:ext uri="{FF2B5EF4-FFF2-40B4-BE49-F238E27FC236}">
                    <a16:creationId xmlns:a16="http://schemas.microsoft.com/office/drawing/2014/main" id="{6CC1C580-E426-0BA1-4EA6-106B1BB086EE}"/>
                  </a:ext>
                </a:extLst>
              </p:cNvPr>
              <p:cNvSpPr>
                <a:spLocks/>
              </p:cNvSpPr>
              <p:nvPr>
                <p:custDataLst>
                  <p:tags r:id="rId142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rgbClr val="C00000"/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0" name="amber">
                <a:extLst>
                  <a:ext uri="{FF2B5EF4-FFF2-40B4-BE49-F238E27FC236}">
                    <a16:creationId xmlns:a16="http://schemas.microsoft.com/office/drawing/2014/main" id="{A49200CE-5F18-A66C-584C-0A9FC73CAA45}"/>
                  </a:ext>
                </a:extLst>
              </p:cNvPr>
              <p:cNvSpPr>
                <a:spLocks/>
              </p:cNvSpPr>
              <p:nvPr>
                <p:custDataLst>
                  <p:tags r:id="rId143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1" name="green">
                <a:extLst>
                  <a:ext uri="{FF2B5EF4-FFF2-40B4-BE49-F238E27FC236}">
                    <a16:creationId xmlns:a16="http://schemas.microsoft.com/office/drawing/2014/main" id="{2DEF5E31-F80B-34E1-84C3-303446F595FE}"/>
                  </a:ext>
                </a:extLst>
              </p:cNvPr>
              <p:cNvSpPr>
                <a:spLocks/>
              </p:cNvSpPr>
              <p:nvPr>
                <p:custDataLst>
                  <p:tags r:id="rId144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FB1B0CA1-AC1E-A230-F677-D18AEC712D77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7575681" y="2600969"/>
            <a:ext cx="667873" cy="182506"/>
            <a:chOff x="7515392" y="2600969"/>
            <a:chExt cx="667873" cy="182506"/>
          </a:xfrm>
        </p:grpSpPr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D71F4406-BEC5-D5BA-79DC-8842BE5F3ED4}"/>
                </a:ext>
              </a:extLst>
            </p:cNvPr>
            <p:cNvGrpSpPr/>
            <p:nvPr>
              <p:custDataLst>
                <p:tags r:id="rId127"/>
              </p:custDataLst>
            </p:nvPr>
          </p:nvGrpSpPr>
          <p:grpSpPr>
            <a:xfrm rot="10800000">
              <a:off x="7515392" y="2600969"/>
              <a:ext cx="667873" cy="182506"/>
              <a:chOff x="914846" y="1165450"/>
              <a:chExt cx="689671" cy="188462"/>
            </a:xfrm>
          </p:grpSpPr>
          <p:sp>
            <p:nvSpPr>
              <p:cNvPr id="318" name="red">
                <a:extLst>
                  <a:ext uri="{FF2B5EF4-FFF2-40B4-BE49-F238E27FC236}">
                    <a16:creationId xmlns:a16="http://schemas.microsoft.com/office/drawing/2014/main" id="{A372AED9-571C-6C5F-8623-27A3AA077F31}"/>
                  </a:ext>
                </a:extLst>
              </p:cNvPr>
              <p:cNvSpPr>
                <a:spLocks/>
              </p:cNvSpPr>
              <p:nvPr>
                <p:custDataLst>
                  <p:tags r:id="rId136"/>
                </p:custDataLst>
              </p:nvPr>
            </p:nvSpPr>
            <p:spPr>
              <a:xfrm rot="5400000">
                <a:off x="1416058" y="1165450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9" name="amber">
                <a:extLst>
                  <a:ext uri="{FF2B5EF4-FFF2-40B4-BE49-F238E27FC236}">
                    <a16:creationId xmlns:a16="http://schemas.microsoft.com/office/drawing/2014/main" id="{D89236A7-BE6F-702B-4E96-567B812E594F}"/>
                  </a:ext>
                </a:extLst>
              </p:cNvPr>
              <p:cNvSpPr>
                <a:spLocks/>
              </p:cNvSpPr>
              <p:nvPr>
                <p:custDataLst>
                  <p:tags r:id="rId137"/>
                </p:custDataLst>
              </p:nvPr>
            </p:nvSpPr>
            <p:spPr>
              <a:xfrm rot="5400000">
                <a:off x="1165452" y="1165451"/>
                <a:ext cx="188459" cy="188459"/>
              </a:xfrm>
              <a:prstGeom prst="ellipse">
                <a:avLst/>
              </a:prstGeom>
              <a:solidFill>
                <a:srgbClr val="FFC000"/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0" name="green">
                <a:extLst>
                  <a:ext uri="{FF2B5EF4-FFF2-40B4-BE49-F238E27FC236}">
                    <a16:creationId xmlns:a16="http://schemas.microsoft.com/office/drawing/2014/main" id="{4484E237-84FE-B0B5-DF61-B6D41EE78E78}"/>
                  </a:ext>
                </a:extLst>
              </p:cNvPr>
              <p:cNvSpPr>
                <a:spLocks/>
              </p:cNvSpPr>
              <p:nvPr>
                <p:custDataLst>
                  <p:tags r:id="rId138"/>
                </p:custDataLst>
              </p:nvPr>
            </p:nvSpPr>
            <p:spPr>
              <a:xfrm rot="5400000">
                <a:off x="914846" y="1165453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10" name="Group 309" hidden="1">
              <a:extLst>
                <a:ext uri="{FF2B5EF4-FFF2-40B4-BE49-F238E27FC236}">
                  <a16:creationId xmlns:a16="http://schemas.microsoft.com/office/drawing/2014/main" id="{9DC762CB-E61A-6AC9-C139-55897B479974}"/>
                </a:ext>
              </a:extLst>
            </p:cNvPr>
            <p:cNvGrpSpPr/>
            <p:nvPr>
              <p:custDataLst>
                <p:tags r:id="rId128"/>
              </p:custDataLst>
            </p:nvPr>
          </p:nvGrpSpPr>
          <p:grpSpPr>
            <a:xfrm rot="10800000">
              <a:off x="7515392" y="2600969"/>
              <a:ext cx="667873" cy="182506"/>
              <a:chOff x="914846" y="1165451"/>
              <a:chExt cx="689671" cy="188462"/>
            </a:xfrm>
          </p:grpSpPr>
          <p:sp>
            <p:nvSpPr>
              <p:cNvPr id="315" name="red" hidden="1">
                <a:extLst>
                  <a:ext uri="{FF2B5EF4-FFF2-40B4-BE49-F238E27FC236}">
                    <a16:creationId xmlns:a16="http://schemas.microsoft.com/office/drawing/2014/main" id="{7F8C9E7B-6F10-9845-C9B6-9720E900BC90}"/>
                  </a:ext>
                </a:extLst>
              </p:cNvPr>
              <p:cNvSpPr>
                <a:spLocks/>
              </p:cNvSpPr>
              <p:nvPr>
                <p:custDataLst>
                  <p:tags r:id="rId133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6" name="amber" hidden="1">
                <a:extLst>
                  <a:ext uri="{FF2B5EF4-FFF2-40B4-BE49-F238E27FC236}">
                    <a16:creationId xmlns:a16="http://schemas.microsoft.com/office/drawing/2014/main" id="{7E1016AA-AC74-B456-4517-F69F982E2DDD}"/>
                  </a:ext>
                </a:extLst>
              </p:cNvPr>
              <p:cNvSpPr>
                <a:spLocks/>
              </p:cNvSpPr>
              <p:nvPr>
                <p:custDataLst>
                  <p:tags r:id="rId134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7" name="green" hidden="1">
                <a:extLst>
                  <a:ext uri="{FF2B5EF4-FFF2-40B4-BE49-F238E27FC236}">
                    <a16:creationId xmlns:a16="http://schemas.microsoft.com/office/drawing/2014/main" id="{659DD7D5-D2B7-7C38-8B4C-DF833840D045}"/>
                  </a:ext>
                </a:extLst>
              </p:cNvPr>
              <p:cNvSpPr>
                <a:spLocks/>
              </p:cNvSpPr>
              <p:nvPr>
                <p:custDataLst>
                  <p:tags r:id="rId135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rgbClr val="00B050"/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11" name="Group 310" hidden="1">
              <a:extLst>
                <a:ext uri="{FF2B5EF4-FFF2-40B4-BE49-F238E27FC236}">
                  <a16:creationId xmlns:a16="http://schemas.microsoft.com/office/drawing/2014/main" id="{D8B31923-1818-A8BC-79D5-6CE977F14E25}"/>
                </a:ext>
              </a:extLst>
            </p:cNvPr>
            <p:cNvGrpSpPr/>
            <p:nvPr>
              <p:custDataLst>
                <p:tags r:id="rId129"/>
              </p:custDataLst>
            </p:nvPr>
          </p:nvGrpSpPr>
          <p:grpSpPr>
            <a:xfrm rot="10800000">
              <a:off x="7515392" y="2600969"/>
              <a:ext cx="667873" cy="182506"/>
              <a:chOff x="914846" y="1165451"/>
              <a:chExt cx="689671" cy="188462"/>
            </a:xfrm>
          </p:grpSpPr>
          <p:sp>
            <p:nvSpPr>
              <p:cNvPr id="312" name="red" hidden="1">
                <a:extLst>
                  <a:ext uri="{FF2B5EF4-FFF2-40B4-BE49-F238E27FC236}">
                    <a16:creationId xmlns:a16="http://schemas.microsoft.com/office/drawing/2014/main" id="{4313D9D9-F80E-4435-EB56-BFD5B3D30157}"/>
                  </a:ext>
                </a:extLst>
              </p:cNvPr>
              <p:cNvSpPr>
                <a:spLocks/>
              </p:cNvSpPr>
              <p:nvPr>
                <p:custDataLst>
                  <p:tags r:id="rId130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rgbClr val="C00000"/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3" name="amber" hidden="1">
                <a:extLst>
                  <a:ext uri="{FF2B5EF4-FFF2-40B4-BE49-F238E27FC236}">
                    <a16:creationId xmlns:a16="http://schemas.microsoft.com/office/drawing/2014/main" id="{F17762F8-E24E-3480-CA9A-C2C483F2D1C1}"/>
                  </a:ext>
                </a:extLst>
              </p:cNvPr>
              <p:cNvSpPr>
                <a:spLocks/>
              </p:cNvSpPr>
              <p:nvPr>
                <p:custDataLst>
                  <p:tags r:id="rId131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14" name="green" hidden="1">
                <a:extLst>
                  <a:ext uri="{FF2B5EF4-FFF2-40B4-BE49-F238E27FC236}">
                    <a16:creationId xmlns:a16="http://schemas.microsoft.com/office/drawing/2014/main" id="{3C1DB9AA-460B-DB79-EFE6-3931E38EDEE9}"/>
                  </a:ext>
                </a:extLst>
              </p:cNvPr>
              <p:cNvSpPr>
                <a:spLocks/>
              </p:cNvSpPr>
              <p:nvPr>
                <p:custDataLst>
                  <p:tags r:id="rId132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6A707C0-696C-4A46-5A8E-72634D5263EA}"/>
              </a:ext>
            </a:extLst>
          </p:cNvPr>
          <p:cNvGrpSpPr/>
          <p:nvPr>
            <p:custDataLst>
              <p:tags r:id="rId23"/>
            </p:custDataLst>
          </p:nvPr>
        </p:nvGrpSpPr>
        <p:grpSpPr>
          <a:xfrm>
            <a:off x="7575681" y="3003484"/>
            <a:ext cx="667873" cy="182506"/>
            <a:chOff x="9282834" y="541240"/>
            <a:chExt cx="443307" cy="121140"/>
          </a:xfrm>
        </p:grpSpPr>
        <p:grpSp>
          <p:nvGrpSpPr>
            <p:cNvPr id="322" name="Group 321" hidden="1">
              <a:extLst>
                <a:ext uri="{FF2B5EF4-FFF2-40B4-BE49-F238E27FC236}">
                  <a16:creationId xmlns:a16="http://schemas.microsoft.com/office/drawing/2014/main" id="{A5F071A4-42EC-2B81-CFCC-7C47C30B739B}"/>
                </a:ext>
              </a:extLst>
            </p:cNvPr>
            <p:cNvGrpSpPr/>
            <p:nvPr>
              <p:custDataLst>
                <p:tags r:id="rId115"/>
              </p:custDataLst>
            </p:nvPr>
          </p:nvGrpSpPr>
          <p:grpSpPr>
            <a:xfrm rot="10800000">
              <a:off x="9282834" y="541240"/>
              <a:ext cx="443307" cy="121140"/>
              <a:chOff x="914846" y="1165450"/>
              <a:chExt cx="689671" cy="188462"/>
            </a:xfrm>
          </p:grpSpPr>
          <p:sp>
            <p:nvSpPr>
              <p:cNvPr id="331" name="red" hidden="1">
                <a:extLst>
                  <a:ext uri="{FF2B5EF4-FFF2-40B4-BE49-F238E27FC236}">
                    <a16:creationId xmlns:a16="http://schemas.microsoft.com/office/drawing/2014/main" id="{F1DA0165-B75F-DD64-9C35-88081FA1A94C}"/>
                  </a:ext>
                </a:extLst>
              </p:cNvPr>
              <p:cNvSpPr>
                <a:spLocks/>
              </p:cNvSpPr>
              <p:nvPr>
                <p:custDataLst>
                  <p:tags r:id="rId124"/>
                </p:custDataLst>
              </p:nvPr>
            </p:nvSpPr>
            <p:spPr>
              <a:xfrm rot="5400000">
                <a:off x="1416058" y="1165450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amber" hidden="1">
                <a:extLst>
                  <a:ext uri="{FF2B5EF4-FFF2-40B4-BE49-F238E27FC236}">
                    <a16:creationId xmlns:a16="http://schemas.microsoft.com/office/drawing/2014/main" id="{6E62E89E-3210-F0E8-7953-E51A242E5527}"/>
                  </a:ext>
                </a:extLst>
              </p:cNvPr>
              <p:cNvSpPr>
                <a:spLocks/>
              </p:cNvSpPr>
              <p:nvPr>
                <p:custDataLst>
                  <p:tags r:id="rId125"/>
                </p:custDataLst>
              </p:nvPr>
            </p:nvSpPr>
            <p:spPr>
              <a:xfrm rot="5400000">
                <a:off x="1165452" y="1165451"/>
                <a:ext cx="188459" cy="188459"/>
              </a:xfrm>
              <a:prstGeom prst="ellipse">
                <a:avLst/>
              </a:prstGeom>
              <a:solidFill>
                <a:srgbClr val="FFC000"/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3" name="green" hidden="1">
                <a:extLst>
                  <a:ext uri="{FF2B5EF4-FFF2-40B4-BE49-F238E27FC236}">
                    <a16:creationId xmlns:a16="http://schemas.microsoft.com/office/drawing/2014/main" id="{C68D2540-376A-D1D7-E3B5-9CAE35928A2A}"/>
                  </a:ext>
                </a:extLst>
              </p:cNvPr>
              <p:cNvSpPr>
                <a:spLocks/>
              </p:cNvSpPr>
              <p:nvPr>
                <p:custDataLst>
                  <p:tags r:id="rId126"/>
                </p:custDataLst>
              </p:nvPr>
            </p:nvSpPr>
            <p:spPr>
              <a:xfrm rot="5400000">
                <a:off x="914846" y="1165453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23" name="Group 322" hidden="1">
              <a:extLst>
                <a:ext uri="{FF2B5EF4-FFF2-40B4-BE49-F238E27FC236}">
                  <a16:creationId xmlns:a16="http://schemas.microsoft.com/office/drawing/2014/main" id="{3241F303-10B5-CC90-C1FB-798C46AE4A5C}"/>
                </a:ext>
              </a:extLst>
            </p:cNvPr>
            <p:cNvGrpSpPr/>
            <p:nvPr>
              <p:custDataLst>
                <p:tags r:id="rId116"/>
              </p:custDataLst>
            </p:nvPr>
          </p:nvGrpSpPr>
          <p:grpSpPr>
            <a:xfrm rot="10800000">
              <a:off x="9282834" y="541240"/>
              <a:ext cx="443307" cy="121140"/>
              <a:chOff x="914846" y="1165451"/>
              <a:chExt cx="689671" cy="188462"/>
            </a:xfrm>
          </p:grpSpPr>
          <p:sp>
            <p:nvSpPr>
              <p:cNvPr id="328" name="red" hidden="1">
                <a:extLst>
                  <a:ext uri="{FF2B5EF4-FFF2-40B4-BE49-F238E27FC236}">
                    <a16:creationId xmlns:a16="http://schemas.microsoft.com/office/drawing/2014/main" id="{40C2EB43-B60B-8390-72C9-5540E45CA5C2}"/>
                  </a:ext>
                </a:extLst>
              </p:cNvPr>
              <p:cNvSpPr>
                <a:spLocks/>
              </p:cNvSpPr>
              <p:nvPr>
                <p:custDataLst>
                  <p:tags r:id="rId121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amber" hidden="1">
                <a:extLst>
                  <a:ext uri="{FF2B5EF4-FFF2-40B4-BE49-F238E27FC236}">
                    <a16:creationId xmlns:a16="http://schemas.microsoft.com/office/drawing/2014/main" id="{579D587D-F52D-DF9E-9A3D-D39423E8CD70}"/>
                  </a:ext>
                </a:extLst>
              </p:cNvPr>
              <p:cNvSpPr>
                <a:spLocks/>
              </p:cNvSpPr>
              <p:nvPr>
                <p:custDataLst>
                  <p:tags r:id="rId122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green" hidden="1">
                <a:extLst>
                  <a:ext uri="{FF2B5EF4-FFF2-40B4-BE49-F238E27FC236}">
                    <a16:creationId xmlns:a16="http://schemas.microsoft.com/office/drawing/2014/main" id="{F235B22E-4D0E-00E4-0900-74238CE33291}"/>
                  </a:ext>
                </a:extLst>
              </p:cNvPr>
              <p:cNvSpPr>
                <a:spLocks/>
              </p:cNvSpPr>
              <p:nvPr>
                <p:custDataLst>
                  <p:tags r:id="rId123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rgbClr val="00B050"/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02F253BA-14AC-447A-CD0B-690B27572551}"/>
                </a:ext>
              </a:extLst>
            </p:cNvPr>
            <p:cNvGrpSpPr/>
            <p:nvPr>
              <p:custDataLst>
                <p:tags r:id="rId117"/>
              </p:custDataLst>
            </p:nvPr>
          </p:nvGrpSpPr>
          <p:grpSpPr>
            <a:xfrm rot="10800000">
              <a:off x="9282834" y="541240"/>
              <a:ext cx="443307" cy="121140"/>
              <a:chOff x="914846" y="1165451"/>
              <a:chExt cx="689671" cy="188462"/>
            </a:xfrm>
          </p:grpSpPr>
          <p:sp>
            <p:nvSpPr>
              <p:cNvPr id="325" name="red">
                <a:extLst>
                  <a:ext uri="{FF2B5EF4-FFF2-40B4-BE49-F238E27FC236}">
                    <a16:creationId xmlns:a16="http://schemas.microsoft.com/office/drawing/2014/main" id="{23BE9EB7-3DE0-7081-6662-D859D5D0C551}"/>
                  </a:ext>
                </a:extLst>
              </p:cNvPr>
              <p:cNvSpPr>
                <a:spLocks/>
              </p:cNvSpPr>
              <p:nvPr>
                <p:custDataLst>
                  <p:tags r:id="rId118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rgbClr val="C00000"/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amber">
                <a:extLst>
                  <a:ext uri="{FF2B5EF4-FFF2-40B4-BE49-F238E27FC236}">
                    <a16:creationId xmlns:a16="http://schemas.microsoft.com/office/drawing/2014/main" id="{97FBAB53-0259-B402-9A19-09EB232283CC}"/>
                  </a:ext>
                </a:extLst>
              </p:cNvPr>
              <p:cNvSpPr>
                <a:spLocks/>
              </p:cNvSpPr>
              <p:nvPr>
                <p:custDataLst>
                  <p:tags r:id="rId119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green">
                <a:extLst>
                  <a:ext uri="{FF2B5EF4-FFF2-40B4-BE49-F238E27FC236}">
                    <a16:creationId xmlns:a16="http://schemas.microsoft.com/office/drawing/2014/main" id="{50DF8F74-C72A-B021-B7D3-42878D42C99A}"/>
                  </a:ext>
                </a:extLst>
              </p:cNvPr>
              <p:cNvSpPr>
                <a:spLocks/>
              </p:cNvSpPr>
              <p:nvPr>
                <p:custDataLst>
                  <p:tags r:id="rId120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500501C4-F33C-8852-5376-7F6A03388471}"/>
              </a:ext>
            </a:extLst>
          </p:cNvPr>
          <p:cNvGrpSpPr/>
          <p:nvPr>
            <p:custDataLst>
              <p:tags r:id="rId24"/>
            </p:custDataLst>
          </p:nvPr>
        </p:nvGrpSpPr>
        <p:grpSpPr>
          <a:xfrm>
            <a:off x="7575681" y="3405999"/>
            <a:ext cx="667873" cy="182506"/>
            <a:chOff x="9282834" y="541240"/>
            <a:chExt cx="443307" cy="121140"/>
          </a:xfrm>
        </p:grpSpPr>
        <p:grpSp>
          <p:nvGrpSpPr>
            <p:cNvPr id="335" name="Group 334" hidden="1">
              <a:extLst>
                <a:ext uri="{FF2B5EF4-FFF2-40B4-BE49-F238E27FC236}">
                  <a16:creationId xmlns:a16="http://schemas.microsoft.com/office/drawing/2014/main" id="{6A151295-C062-329C-7879-CC92D2DCE6A8}"/>
                </a:ext>
              </a:extLst>
            </p:cNvPr>
            <p:cNvGrpSpPr/>
            <p:nvPr>
              <p:custDataLst>
                <p:tags r:id="rId103"/>
              </p:custDataLst>
            </p:nvPr>
          </p:nvGrpSpPr>
          <p:grpSpPr>
            <a:xfrm rot="10800000">
              <a:off x="9282834" y="541240"/>
              <a:ext cx="443307" cy="121140"/>
              <a:chOff x="914846" y="1165450"/>
              <a:chExt cx="689671" cy="188462"/>
            </a:xfrm>
          </p:grpSpPr>
          <p:sp>
            <p:nvSpPr>
              <p:cNvPr id="344" name="red" hidden="1">
                <a:extLst>
                  <a:ext uri="{FF2B5EF4-FFF2-40B4-BE49-F238E27FC236}">
                    <a16:creationId xmlns:a16="http://schemas.microsoft.com/office/drawing/2014/main" id="{6A375EF7-824A-6AED-D15C-6B809910F8B5}"/>
                  </a:ext>
                </a:extLst>
              </p:cNvPr>
              <p:cNvSpPr>
                <a:spLocks/>
              </p:cNvSpPr>
              <p:nvPr>
                <p:custDataLst>
                  <p:tags r:id="rId112"/>
                </p:custDataLst>
              </p:nvPr>
            </p:nvSpPr>
            <p:spPr>
              <a:xfrm rot="5400000">
                <a:off x="1416058" y="1165450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5" name="amber" hidden="1">
                <a:extLst>
                  <a:ext uri="{FF2B5EF4-FFF2-40B4-BE49-F238E27FC236}">
                    <a16:creationId xmlns:a16="http://schemas.microsoft.com/office/drawing/2014/main" id="{28DACFD1-0A7A-6047-9E8D-985A9FE6D49A}"/>
                  </a:ext>
                </a:extLst>
              </p:cNvPr>
              <p:cNvSpPr>
                <a:spLocks/>
              </p:cNvSpPr>
              <p:nvPr>
                <p:custDataLst>
                  <p:tags r:id="rId113"/>
                </p:custDataLst>
              </p:nvPr>
            </p:nvSpPr>
            <p:spPr>
              <a:xfrm rot="5400000">
                <a:off x="1165452" y="1165451"/>
                <a:ext cx="188459" cy="188459"/>
              </a:xfrm>
              <a:prstGeom prst="ellipse">
                <a:avLst/>
              </a:prstGeom>
              <a:solidFill>
                <a:srgbClr val="FFC000"/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6" name="green" hidden="1">
                <a:extLst>
                  <a:ext uri="{FF2B5EF4-FFF2-40B4-BE49-F238E27FC236}">
                    <a16:creationId xmlns:a16="http://schemas.microsoft.com/office/drawing/2014/main" id="{443EEC0E-B37E-B577-41EA-2EE7173D389C}"/>
                  </a:ext>
                </a:extLst>
              </p:cNvPr>
              <p:cNvSpPr>
                <a:spLocks/>
              </p:cNvSpPr>
              <p:nvPr>
                <p:custDataLst>
                  <p:tags r:id="rId114"/>
                </p:custDataLst>
              </p:nvPr>
            </p:nvSpPr>
            <p:spPr>
              <a:xfrm rot="5400000">
                <a:off x="914846" y="1165453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36" name="Group 335" hidden="1">
              <a:extLst>
                <a:ext uri="{FF2B5EF4-FFF2-40B4-BE49-F238E27FC236}">
                  <a16:creationId xmlns:a16="http://schemas.microsoft.com/office/drawing/2014/main" id="{39464685-A24E-240C-9997-3FDFD1B39528}"/>
                </a:ext>
              </a:extLst>
            </p:cNvPr>
            <p:cNvGrpSpPr/>
            <p:nvPr>
              <p:custDataLst>
                <p:tags r:id="rId104"/>
              </p:custDataLst>
            </p:nvPr>
          </p:nvGrpSpPr>
          <p:grpSpPr>
            <a:xfrm rot="10800000">
              <a:off x="9282834" y="541240"/>
              <a:ext cx="443307" cy="121140"/>
              <a:chOff x="914846" y="1165451"/>
              <a:chExt cx="689671" cy="188462"/>
            </a:xfrm>
          </p:grpSpPr>
          <p:sp>
            <p:nvSpPr>
              <p:cNvPr id="341" name="red" hidden="1">
                <a:extLst>
                  <a:ext uri="{FF2B5EF4-FFF2-40B4-BE49-F238E27FC236}">
                    <a16:creationId xmlns:a16="http://schemas.microsoft.com/office/drawing/2014/main" id="{D1C03017-6FB2-3AEE-E28D-C8C4321223BC}"/>
                  </a:ext>
                </a:extLst>
              </p:cNvPr>
              <p:cNvSpPr>
                <a:spLocks/>
              </p:cNvSpPr>
              <p:nvPr>
                <p:custDataLst>
                  <p:tags r:id="rId109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2" name="amber" hidden="1">
                <a:extLst>
                  <a:ext uri="{FF2B5EF4-FFF2-40B4-BE49-F238E27FC236}">
                    <a16:creationId xmlns:a16="http://schemas.microsoft.com/office/drawing/2014/main" id="{CFB1D8E6-5749-56E6-1FBC-163D51305B64}"/>
                  </a:ext>
                </a:extLst>
              </p:cNvPr>
              <p:cNvSpPr>
                <a:spLocks/>
              </p:cNvSpPr>
              <p:nvPr>
                <p:custDataLst>
                  <p:tags r:id="rId110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3" name="green" hidden="1">
                <a:extLst>
                  <a:ext uri="{FF2B5EF4-FFF2-40B4-BE49-F238E27FC236}">
                    <a16:creationId xmlns:a16="http://schemas.microsoft.com/office/drawing/2014/main" id="{77CCCB5A-4FA1-90C1-5753-FC3DC631039D}"/>
                  </a:ext>
                </a:extLst>
              </p:cNvPr>
              <p:cNvSpPr>
                <a:spLocks/>
              </p:cNvSpPr>
              <p:nvPr>
                <p:custDataLst>
                  <p:tags r:id="rId111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rgbClr val="00B050"/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37" name="Group 336">
              <a:extLst>
                <a:ext uri="{FF2B5EF4-FFF2-40B4-BE49-F238E27FC236}">
                  <a16:creationId xmlns:a16="http://schemas.microsoft.com/office/drawing/2014/main" id="{305CFF5E-AE02-2230-7547-45B9BDCB33A5}"/>
                </a:ext>
              </a:extLst>
            </p:cNvPr>
            <p:cNvGrpSpPr/>
            <p:nvPr>
              <p:custDataLst>
                <p:tags r:id="rId105"/>
              </p:custDataLst>
            </p:nvPr>
          </p:nvGrpSpPr>
          <p:grpSpPr>
            <a:xfrm rot="10800000">
              <a:off x="9282834" y="541240"/>
              <a:ext cx="443307" cy="121140"/>
              <a:chOff x="914846" y="1165451"/>
              <a:chExt cx="689671" cy="188462"/>
            </a:xfrm>
          </p:grpSpPr>
          <p:sp>
            <p:nvSpPr>
              <p:cNvPr id="338" name="red">
                <a:extLst>
                  <a:ext uri="{FF2B5EF4-FFF2-40B4-BE49-F238E27FC236}">
                    <a16:creationId xmlns:a16="http://schemas.microsoft.com/office/drawing/2014/main" id="{A276C733-A772-03E5-0C64-F31FDE3290A7}"/>
                  </a:ext>
                </a:extLst>
              </p:cNvPr>
              <p:cNvSpPr>
                <a:spLocks/>
              </p:cNvSpPr>
              <p:nvPr>
                <p:custDataLst>
                  <p:tags r:id="rId106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rgbClr val="C00000"/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9" name="amber">
                <a:extLst>
                  <a:ext uri="{FF2B5EF4-FFF2-40B4-BE49-F238E27FC236}">
                    <a16:creationId xmlns:a16="http://schemas.microsoft.com/office/drawing/2014/main" id="{B490FC63-70A3-828E-B60F-645CA66444F2}"/>
                  </a:ext>
                </a:extLst>
              </p:cNvPr>
              <p:cNvSpPr>
                <a:spLocks/>
              </p:cNvSpPr>
              <p:nvPr>
                <p:custDataLst>
                  <p:tags r:id="rId107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40" name="green">
                <a:extLst>
                  <a:ext uri="{FF2B5EF4-FFF2-40B4-BE49-F238E27FC236}">
                    <a16:creationId xmlns:a16="http://schemas.microsoft.com/office/drawing/2014/main" id="{18F871D0-4795-D32A-9818-24AAEB6A1F91}"/>
                  </a:ext>
                </a:extLst>
              </p:cNvPr>
              <p:cNvSpPr>
                <a:spLocks/>
              </p:cNvSpPr>
              <p:nvPr>
                <p:custDataLst>
                  <p:tags r:id="rId108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D44AE073-C313-7E36-04BC-BFBD7FF7AB9D}"/>
              </a:ext>
            </a:extLst>
          </p:cNvPr>
          <p:cNvGrpSpPr/>
          <p:nvPr>
            <p:custDataLst>
              <p:tags r:id="rId25"/>
            </p:custDataLst>
          </p:nvPr>
        </p:nvGrpSpPr>
        <p:grpSpPr>
          <a:xfrm>
            <a:off x="7575681" y="3808515"/>
            <a:ext cx="667873" cy="182506"/>
            <a:chOff x="7515392" y="3808515"/>
            <a:chExt cx="667873" cy="182506"/>
          </a:xfrm>
        </p:grpSpPr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D97D38E5-D3CA-1FBB-5D6A-393C0654EFAB}"/>
                </a:ext>
              </a:extLst>
            </p:cNvPr>
            <p:cNvGrpSpPr/>
            <p:nvPr>
              <p:custDataLst>
                <p:tags r:id="rId91"/>
              </p:custDataLst>
            </p:nvPr>
          </p:nvGrpSpPr>
          <p:grpSpPr>
            <a:xfrm rot="10800000">
              <a:off x="7515392" y="3808515"/>
              <a:ext cx="667873" cy="182506"/>
              <a:chOff x="914846" y="1165450"/>
              <a:chExt cx="689671" cy="188462"/>
            </a:xfrm>
          </p:grpSpPr>
          <p:sp>
            <p:nvSpPr>
              <p:cNvPr id="357" name="red">
                <a:extLst>
                  <a:ext uri="{FF2B5EF4-FFF2-40B4-BE49-F238E27FC236}">
                    <a16:creationId xmlns:a16="http://schemas.microsoft.com/office/drawing/2014/main" id="{1E9B0FC7-3CCC-9768-6C6C-C244596E6E5F}"/>
                  </a:ext>
                </a:extLst>
              </p:cNvPr>
              <p:cNvSpPr>
                <a:spLocks/>
              </p:cNvSpPr>
              <p:nvPr>
                <p:custDataLst>
                  <p:tags r:id="rId100"/>
                </p:custDataLst>
              </p:nvPr>
            </p:nvSpPr>
            <p:spPr>
              <a:xfrm rot="5400000">
                <a:off x="1416058" y="1165450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amber">
                <a:extLst>
                  <a:ext uri="{FF2B5EF4-FFF2-40B4-BE49-F238E27FC236}">
                    <a16:creationId xmlns:a16="http://schemas.microsoft.com/office/drawing/2014/main" id="{869F0292-D166-C5B9-7DDC-1555D9755D16}"/>
                  </a:ext>
                </a:extLst>
              </p:cNvPr>
              <p:cNvSpPr>
                <a:spLocks/>
              </p:cNvSpPr>
              <p:nvPr>
                <p:custDataLst>
                  <p:tags r:id="rId101"/>
                </p:custDataLst>
              </p:nvPr>
            </p:nvSpPr>
            <p:spPr>
              <a:xfrm rot="5400000">
                <a:off x="1165452" y="1165451"/>
                <a:ext cx="188459" cy="188459"/>
              </a:xfrm>
              <a:prstGeom prst="ellipse">
                <a:avLst/>
              </a:prstGeom>
              <a:solidFill>
                <a:srgbClr val="FFC000"/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green">
                <a:extLst>
                  <a:ext uri="{FF2B5EF4-FFF2-40B4-BE49-F238E27FC236}">
                    <a16:creationId xmlns:a16="http://schemas.microsoft.com/office/drawing/2014/main" id="{41CA1730-1171-439C-10DD-AB34880E4471}"/>
                  </a:ext>
                </a:extLst>
              </p:cNvPr>
              <p:cNvSpPr>
                <a:spLocks/>
              </p:cNvSpPr>
              <p:nvPr>
                <p:custDataLst>
                  <p:tags r:id="rId102"/>
                </p:custDataLst>
              </p:nvPr>
            </p:nvSpPr>
            <p:spPr>
              <a:xfrm rot="5400000">
                <a:off x="914846" y="1165453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49" name="Group 348" hidden="1">
              <a:extLst>
                <a:ext uri="{FF2B5EF4-FFF2-40B4-BE49-F238E27FC236}">
                  <a16:creationId xmlns:a16="http://schemas.microsoft.com/office/drawing/2014/main" id="{C68EB40A-F9FB-4010-E2BE-B4EE4DD99340}"/>
                </a:ext>
              </a:extLst>
            </p:cNvPr>
            <p:cNvGrpSpPr/>
            <p:nvPr>
              <p:custDataLst>
                <p:tags r:id="rId92"/>
              </p:custDataLst>
            </p:nvPr>
          </p:nvGrpSpPr>
          <p:grpSpPr>
            <a:xfrm rot="10800000">
              <a:off x="7515392" y="3808515"/>
              <a:ext cx="667873" cy="182506"/>
              <a:chOff x="914846" y="1165451"/>
              <a:chExt cx="689671" cy="188462"/>
            </a:xfrm>
          </p:grpSpPr>
          <p:sp>
            <p:nvSpPr>
              <p:cNvPr id="354" name="red" hidden="1">
                <a:extLst>
                  <a:ext uri="{FF2B5EF4-FFF2-40B4-BE49-F238E27FC236}">
                    <a16:creationId xmlns:a16="http://schemas.microsoft.com/office/drawing/2014/main" id="{47B71A9A-C095-5B93-A895-CB06CEF1A2A5}"/>
                  </a:ext>
                </a:extLst>
              </p:cNvPr>
              <p:cNvSpPr>
                <a:spLocks/>
              </p:cNvSpPr>
              <p:nvPr>
                <p:custDataLst>
                  <p:tags r:id="rId97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amber" hidden="1">
                <a:extLst>
                  <a:ext uri="{FF2B5EF4-FFF2-40B4-BE49-F238E27FC236}">
                    <a16:creationId xmlns:a16="http://schemas.microsoft.com/office/drawing/2014/main" id="{B9A44E03-6337-ECD8-B43B-C31501DE9BBF}"/>
                  </a:ext>
                </a:extLst>
              </p:cNvPr>
              <p:cNvSpPr>
                <a:spLocks/>
              </p:cNvSpPr>
              <p:nvPr>
                <p:custDataLst>
                  <p:tags r:id="rId98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green" hidden="1">
                <a:extLst>
                  <a:ext uri="{FF2B5EF4-FFF2-40B4-BE49-F238E27FC236}">
                    <a16:creationId xmlns:a16="http://schemas.microsoft.com/office/drawing/2014/main" id="{466DF5FE-22CE-3347-736E-258B758B9939}"/>
                  </a:ext>
                </a:extLst>
              </p:cNvPr>
              <p:cNvSpPr>
                <a:spLocks/>
              </p:cNvSpPr>
              <p:nvPr>
                <p:custDataLst>
                  <p:tags r:id="rId99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rgbClr val="00B050"/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50" name="Group 349" hidden="1">
              <a:extLst>
                <a:ext uri="{FF2B5EF4-FFF2-40B4-BE49-F238E27FC236}">
                  <a16:creationId xmlns:a16="http://schemas.microsoft.com/office/drawing/2014/main" id="{2404ECC5-45EF-3C28-5CE2-DB28BBD90ED6}"/>
                </a:ext>
              </a:extLst>
            </p:cNvPr>
            <p:cNvGrpSpPr/>
            <p:nvPr>
              <p:custDataLst>
                <p:tags r:id="rId93"/>
              </p:custDataLst>
            </p:nvPr>
          </p:nvGrpSpPr>
          <p:grpSpPr>
            <a:xfrm rot="10800000">
              <a:off x="7515392" y="3808515"/>
              <a:ext cx="667873" cy="182506"/>
              <a:chOff x="914846" y="1165451"/>
              <a:chExt cx="689671" cy="188462"/>
            </a:xfrm>
          </p:grpSpPr>
          <p:sp>
            <p:nvSpPr>
              <p:cNvPr id="351" name="red" hidden="1">
                <a:extLst>
                  <a:ext uri="{FF2B5EF4-FFF2-40B4-BE49-F238E27FC236}">
                    <a16:creationId xmlns:a16="http://schemas.microsoft.com/office/drawing/2014/main" id="{AB2DF789-E0DA-4154-5F83-179163564AB8}"/>
                  </a:ext>
                </a:extLst>
              </p:cNvPr>
              <p:cNvSpPr>
                <a:spLocks/>
              </p:cNvSpPr>
              <p:nvPr>
                <p:custDataLst>
                  <p:tags r:id="rId94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rgbClr val="C00000"/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amber" hidden="1">
                <a:extLst>
                  <a:ext uri="{FF2B5EF4-FFF2-40B4-BE49-F238E27FC236}">
                    <a16:creationId xmlns:a16="http://schemas.microsoft.com/office/drawing/2014/main" id="{C813946B-1281-4065-B3AF-C56912282688}"/>
                  </a:ext>
                </a:extLst>
              </p:cNvPr>
              <p:cNvSpPr>
                <a:spLocks/>
              </p:cNvSpPr>
              <p:nvPr>
                <p:custDataLst>
                  <p:tags r:id="rId95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green" hidden="1">
                <a:extLst>
                  <a:ext uri="{FF2B5EF4-FFF2-40B4-BE49-F238E27FC236}">
                    <a16:creationId xmlns:a16="http://schemas.microsoft.com/office/drawing/2014/main" id="{CADCD261-5EFB-01E9-5624-E97685EA029E}"/>
                  </a:ext>
                </a:extLst>
              </p:cNvPr>
              <p:cNvSpPr>
                <a:spLocks/>
              </p:cNvSpPr>
              <p:nvPr>
                <p:custDataLst>
                  <p:tags r:id="rId96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C8B12F3F-380A-B272-780B-496475F0BF4D}"/>
              </a:ext>
            </a:extLst>
          </p:cNvPr>
          <p:cNvGrpSpPr/>
          <p:nvPr>
            <p:custDataLst>
              <p:tags r:id="rId26"/>
            </p:custDataLst>
          </p:nvPr>
        </p:nvGrpSpPr>
        <p:grpSpPr>
          <a:xfrm>
            <a:off x="7575681" y="4211030"/>
            <a:ext cx="667873" cy="182506"/>
            <a:chOff x="9282834" y="541240"/>
            <a:chExt cx="443307" cy="121140"/>
          </a:xfrm>
        </p:grpSpPr>
        <p:grpSp>
          <p:nvGrpSpPr>
            <p:cNvPr id="361" name="Group 360" hidden="1">
              <a:extLst>
                <a:ext uri="{FF2B5EF4-FFF2-40B4-BE49-F238E27FC236}">
                  <a16:creationId xmlns:a16="http://schemas.microsoft.com/office/drawing/2014/main" id="{6DC3B5F6-5C09-B3F1-D13A-AD645D5150BD}"/>
                </a:ext>
              </a:extLst>
            </p:cNvPr>
            <p:cNvGrpSpPr/>
            <p:nvPr>
              <p:custDataLst>
                <p:tags r:id="rId79"/>
              </p:custDataLst>
            </p:nvPr>
          </p:nvGrpSpPr>
          <p:grpSpPr>
            <a:xfrm rot="10800000">
              <a:off x="9282834" y="541240"/>
              <a:ext cx="443307" cy="121140"/>
              <a:chOff x="914846" y="1165450"/>
              <a:chExt cx="689671" cy="188462"/>
            </a:xfrm>
          </p:grpSpPr>
          <p:sp>
            <p:nvSpPr>
              <p:cNvPr id="370" name="red" hidden="1">
                <a:extLst>
                  <a:ext uri="{FF2B5EF4-FFF2-40B4-BE49-F238E27FC236}">
                    <a16:creationId xmlns:a16="http://schemas.microsoft.com/office/drawing/2014/main" id="{F78C96B1-4B6B-27CE-0BE7-06E536A84429}"/>
                  </a:ext>
                </a:extLst>
              </p:cNvPr>
              <p:cNvSpPr>
                <a:spLocks/>
              </p:cNvSpPr>
              <p:nvPr>
                <p:custDataLst>
                  <p:tags r:id="rId88"/>
                </p:custDataLst>
              </p:nvPr>
            </p:nvSpPr>
            <p:spPr>
              <a:xfrm rot="5400000">
                <a:off x="1416058" y="1165450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1" name="amber" hidden="1">
                <a:extLst>
                  <a:ext uri="{FF2B5EF4-FFF2-40B4-BE49-F238E27FC236}">
                    <a16:creationId xmlns:a16="http://schemas.microsoft.com/office/drawing/2014/main" id="{F6CFFF7A-F73E-0A8C-AC8A-51C1FAB693EA}"/>
                  </a:ext>
                </a:extLst>
              </p:cNvPr>
              <p:cNvSpPr>
                <a:spLocks/>
              </p:cNvSpPr>
              <p:nvPr>
                <p:custDataLst>
                  <p:tags r:id="rId89"/>
                </p:custDataLst>
              </p:nvPr>
            </p:nvSpPr>
            <p:spPr>
              <a:xfrm rot="5400000">
                <a:off x="1165452" y="1165451"/>
                <a:ext cx="188459" cy="188459"/>
              </a:xfrm>
              <a:prstGeom prst="ellipse">
                <a:avLst/>
              </a:prstGeom>
              <a:solidFill>
                <a:srgbClr val="FFC000"/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2" name="green" hidden="1">
                <a:extLst>
                  <a:ext uri="{FF2B5EF4-FFF2-40B4-BE49-F238E27FC236}">
                    <a16:creationId xmlns:a16="http://schemas.microsoft.com/office/drawing/2014/main" id="{4020926F-0AD7-65B5-D9E0-423924306EF7}"/>
                  </a:ext>
                </a:extLst>
              </p:cNvPr>
              <p:cNvSpPr>
                <a:spLocks/>
              </p:cNvSpPr>
              <p:nvPr>
                <p:custDataLst>
                  <p:tags r:id="rId90"/>
                </p:custDataLst>
              </p:nvPr>
            </p:nvSpPr>
            <p:spPr>
              <a:xfrm rot="5400000">
                <a:off x="914846" y="1165453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62" name="Group 361" hidden="1">
              <a:extLst>
                <a:ext uri="{FF2B5EF4-FFF2-40B4-BE49-F238E27FC236}">
                  <a16:creationId xmlns:a16="http://schemas.microsoft.com/office/drawing/2014/main" id="{1C07728C-ED7E-16D2-1ABC-FBCCA864455B}"/>
                </a:ext>
              </a:extLst>
            </p:cNvPr>
            <p:cNvGrpSpPr/>
            <p:nvPr>
              <p:custDataLst>
                <p:tags r:id="rId80"/>
              </p:custDataLst>
            </p:nvPr>
          </p:nvGrpSpPr>
          <p:grpSpPr>
            <a:xfrm rot="10800000">
              <a:off x="9282834" y="541240"/>
              <a:ext cx="443307" cy="121140"/>
              <a:chOff x="914846" y="1165451"/>
              <a:chExt cx="689671" cy="188462"/>
            </a:xfrm>
          </p:grpSpPr>
          <p:sp>
            <p:nvSpPr>
              <p:cNvPr id="367" name="red" hidden="1">
                <a:extLst>
                  <a:ext uri="{FF2B5EF4-FFF2-40B4-BE49-F238E27FC236}">
                    <a16:creationId xmlns:a16="http://schemas.microsoft.com/office/drawing/2014/main" id="{33C44B56-7A5A-5DC0-D4C1-3324FA3F790F}"/>
                  </a:ext>
                </a:extLst>
              </p:cNvPr>
              <p:cNvSpPr>
                <a:spLocks/>
              </p:cNvSpPr>
              <p:nvPr>
                <p:custDataLst>
                  <p:tags r:id="rId85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8" name="amber" hidden="1">
                <a:extLst>
                  <a:ext uri="{FF2B5EF4-FFF2-40B4-BE49-F238E27FC236}">
                    <a16:creationId xmlns:a16="http://schemas.microsoft.com/office/drawing/2014/main" id="{6886A30B-1CA9-7315-707E-62CB7B4261DB}"/>
                  </a:ext>
                </a:extLst>
              </p:cNvPr>
              <p:cNvSpPr>
                <a:spLocks/>
              </p:cNvSpPr>
              <p:nvPr>
                <p:custDataLst>
                  <p:tags r:id="rId86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9" name="green" hidden="1">
                <a:extLst>
                  <a:ext uri="{FF2B5EF4-FFF2-40B4-BE49-F238E27FC236}">
                    <a16:creationId xmlns:a16="http://schemas.microsoft.com/office/drawing/2014/main" id="{481B5EF9-AD03-7418-18C5-3A66166B216B}"/>
                  </a:ext>
                </a:extLst>
              </p:cNvPr>
              <p:cNvSpPr>
                <a:spLocks/>
              </p:cNvSpPr>
              <p:nvPr>
                <p:custDataLst>
                  <p:tags r:id="rId87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rgbClr val="00B050"/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63" name="Group 362">
              <a:extLst>
                <a:ext uri="{FF2B5EF4-FFF2-40B4-BE49-F238E27FC236}">
                  <a16:creationId xmlns:a16="http://schemas.microsoft.com/office/drawing/2014/main" id="{4807625C-085A-C6C3-61E8-259725654EBD}"/>
                </a:ext>
              </a:extLst>
            </p:cNvPr>
            <p:cNvGrpSpPr/>
            <p:nvPr>
              <p:custDataLst>
                <p:tags r:id="rId81"/>
              </p:custDataLst>
            </p:nvPr>
          </p:nvGrpSpPr>
          <p:grpSpPr>
            <a:xfrm rot="10800000">
              <a:off x="9282834" y="541240"/>
              <a:ext cx="443307" cy="121140"/>
              <a:chOff x="914846" y="1165451"/>
              <a:chExt cx="689671" cy="188462"/>
            </a:xfrm>
          </p:grpSpPr>
          <p:sp>
            <p:nvSpPr>
              <p:cNvPr id="364" name="red">
                <a:extLst>
                  <a:ext uri="{FF2B5EF4-FFF2-40B4-BE49-F238E27FC236}">
                    <a16:creationId xmlns:a16="http://schemas.microsoft.com/office/drawing/2014/main" id="{946B11BE-B43F-9A27-F178-A52D14632205}"/>
                  </a:ext>
                </a:extLst>
              </p:cNvPr>
              <p:cNvSpPr>
                <a:spLocks/>
              </p:cNvSpPr>
              <p:nvPr>
                <p:custDataLst>
                  <p:tags r:id="rId82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rgbClr val="C00000"/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5" name="amber">
                <a:extLst>
                  <a:ext uri="{FF2B5EF4-FFF2-40B4-BE49-F238E27FC236}">
                    <a16:creationId xmlns:a16="http://schemas.microsoft.com/office/drawing/2014/main" id="{31E14EE6-701D-A37C-412F-81E7ADEB48F2}"/>
                  </a:ext>
                </a:extLst>
              </p:cNvPr>
              <p:cNvSpPr>
                <a:spLocks/>
              </p:cNvSpPr>
              <p:nvPr>
                <p:custDataLst>
                  <p:tags r:id="rId83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66" name="green">
                <a:extLst>
                  <a:ext uri="{FF2B5EF4-FFF2-40B4-BE49-F238E27FC236}">
                    <a16:creationId xmlns:a16="http://schemas.microsoft.com/office/drawing/2014/main" id="{FD89DF04-5106-F2C8-D06E-FB2F262365C3}"/>
                  </a:ext>
                </a:extLst>
              </p:cNvPr>
              <p:cNvSpPr>
                <a:spLocks/>
              </p:cNvSpPr>
              <p:nvPr>
                <p:custDataLst>
                  <p:tags r:id="rId84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71310641-32F9-3C26-4FC1-BAE0CA3D54B5}"/>
              </a:ext>
            </a:extLst>
          </p:cNvPr>
          <p:cNvGrpSpPr/>
          <p:nvPr>
            <p:custDataLst>
              <p:tags r:id="rId27"/>
            </p:custDataLst>
          </p:nvPr>
        </p:nvGrpSpPr>
        <p:grpSpPr>
          <a:xfrm>
            <a:off x="7575681" y="4613545"/>
            <a:ext cx="667873" cy="182506"/>
            <a:chOff x="9282834" y="541240"/>
            <a:chExt cx="443307" cy="121140"/>
          </a:xfrm>
        </p:grpSpPr>
        <p:grpSp>
          <p:nvGrpSpPr>
            <p:cNvPr id="374" name="Group 373" hidden="1">
              <a:extLst>
                <a:ext uri="{FF2B5EF4-FFF2-40B4-BE49-F238E27FC236}">
                  <a16:creationId xmlns:a16="http://schemas.microsoft.com/office/drawing/2014/main" id="{1F769196-FDD1-B168-C8DB-AB3F025FD9E9}"/>
                </a:ext>
              </a:extLst>
            </p:cNvPr>
            <p:cNvGrpSpPr/>
            <p:nvPr>
              <p:custDataLst>
                <p:tags r:id="rId67"/>
              </p:custDataLst>
            </p:nvPr>
          </p:nvGrpSpPr>
          <p:grpSpPr>
            <a:xfrm rot="10800000">
              <a:off x="9282834" y="541240"/>
              <a:ext cx="443307" cy="121140"/>
              <a:chOff x="914846" y="1165450"/>
              <a:chExt cx="689671" cy="188462"/>
            </a:xfrm>
          </p:grpSpPr>
          <p:sp>
            <p:nvSpPr>
              <p:cNvPr id="383" name="red" hidden="1">
                <a:extLst>
                  <a:ext uri="{FF2B5EF4-FFF2-40B4-BE49-F238E27FC236}">
                    <a16:creationId xmlns:a16="http://schemas.microsoft.com/office/drawing/2014/main" id="{52EB6917-329B-553B-6C57-7E91765D4944}"/>
                  </a:ext>
                </a:extLst>
              </p:cNvPr>
              <p:cNvSpPr>
                <a:spLocks/>
              </p:cNvSpPr>
              <p:nvPr>
                <p:custDataLst>
                  <p:tags r:id="rId76"/>
                </p:custDataLst>
              </p:nvPr>
            </p:nvSpPr>
            <p:spPr>
              <a:xfrm rot="5400000">
                <a:off x="1416058" y="1165450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4" name="amber" hidden="1">
                <a:extLst>
                  <a:ext uri="{FF2B5EF4-FFF2-40B4-BE49-F238E27FC236}">
                    <a16:creationId xmlns:a16="http://schemas.microsoft.com/office/drawing/2014/main" id="{4B8E0AE7-F38E-5AE5-ECAB-5DA4DF2ADC2C}"/>
                  </a:ext>
                </a:extLst>
              </p:cNvPr>
              <p:cNvSpPr>
                <a:spLocks/>
              </p:cNvSpPr>
              <p:nvPr>
                <p:custDataLst>
                  <p:tags r:id="rId77"/>
                </p:custDataLst>
              </p:nvPr>
            </p:nvSpPr>
            <p:spPr>
              <a:xfrm rot="5400000">
                <a:off x="1165452" y="1165451"/>
                <a:ext cx="188459" cy="188459"/>
              </a:xfrm>
              <a:prstGeom prst="ellipse">
                <a:avLst/>
              </a:prstGeom>
              <a:solidFill>
                <a:srgbClr val="FFC000"/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5" name="green" hidden="1">
                <a:extLst>
                  <a:ext uri="{FF2B5EF4-FFF2-40B4-BE49-F238E27FC236}">
                    <a16:creationId xmlns:a16="http://schemas.microsoft.com/office/drawing/2014/main" id="{57341BDB-C530-6EE1-615B-D6E255AFF842}"/>
                  </a:ext>
                </a:extLst>
              </p:cNvPr>
              <p:cNvSpPr>
                <a:spLocks/>
              </p:cNvSpPr>
              <p:nvPr>
                <p:custDataLst>
                  <p:tags r:id="rId78"/>
                </p:custDataLst>
              </p:nvPr>
            </p:nvSpPr>
            <p:spPr>
              <a:xfrm rot="5400000">
                <a:off x="914846" y="1165453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75" name="Group 374" hidden="1">
              <a:extLst>
                <a:ext uri="{FF2B5EF4-FFF2-40B4-BE49-F238E27FC236}">
                  <a16:creationId xmlns:a16="http://schemas.microsoft.com/office/drawing/2014/main" id="{F3F04027-7661-776E-E4EE-FE02C77CED1B}"/>
                </a:ext>
              </a:extLst>
            </p:cNvPr>
            <p:cNvGrpSpPr/>
            <p:nvPr>
              <p:custDataLst>
                <p:tags r:id="rId68"/>
              </p:custDataLst>
            </p:nvPr>
          </p:nvGrpSpPr>
          <p:grpSpPr>
            <a:xfrm rot="10800000">
              <a:off x="9282834" y="541240"/>
              <a:ext cx="443307" cy="121140"/>
              <a:chOff x="914846" y="1165451"/>
              <a:chExt cx="689671" cy="188462"/>
            </a:xfrm>
          </p:grpSpPr>
          <p:sp>
            <p:nvSpPr>
              <p:cNvPr id="380" name="red" hidden="1">
                <a:extLst>
                  <a:ext uri="{FF2B5EF4-FFF2-40B4-BE49-F238E27FC236}">
                    <a16:creationId xmlns:a16="http://schemas.microsoft.com/office/drawing/2014/main" id="{2918E962-7798-AEC6-578D-9694D6BB6B9F}"/>
                  </a:ext>
                </a:extLst>
              </p:cNvPr>
              <p:cNvSpPr>
                <a:spLocks/>
              </p:cNvSpPr>
              <p:nvPr>
                <p:custDataLst>
                  <p:tags r:id="rId73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1" name="amber" hidden="1">
                <a:extLst>
                  <a:ext uri="{FF2B5EF4-FFF2-40B4-BE49-F238E27FC236}">
                    <a16:creationId xmlns:a16="http://schemas.microsoft.com/office/drawing/2014/main" id="{6F104B78-67F3-D96C-E0FD-8AE1655D107C}"/>
                  </a:ext>
                </a:extLst>
              </p:cNvPr>
              <p:cNvSpPr>
                <a:spLocks/>
              </p:cNvSpPr>
              <p:nvPr>
                <p:custDataLst>
                  <p:tags r:id="rId74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82" name="green" hidden="1">
                <a:extLst>
                  <a:ext uri="{FF2B5EF4-FFF2-40B4-BE49-F238E27FC236}">
                    <a16:creationId xmlns:a16="http://schemas.microsoft.com/office/drawing/2014/main" id="{09209685-9920-A754-2BCA-19A0974C7C4C}"/>
                  </a:ext>
                </a:extLst>
              </p:cNvPr>
              <p:cNvSpPr>
                <a:spLocks/>
              </p:cNvSpPr>
              <p:nvPr>
                <p:custDataLst>
                  <p:tags r:id="rId75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rgbClr val="00B050"/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76" name="Group 375">
              <a:extLst>
                <a:ext uri="{FF2B5EF4-FFF2-40B4-BE49-F238E27FC236}">
                  <a16:creationId xmlns:a16="http://schemas.microsoft.com/office/drawing/2014/main" id="{80A94F38-07EE-A96A-3B52-2021C283C9E1}"/>
                </a:ext>
              </a:extLst>
            </p:cNvPr>
            <p:cNvGrpSpPr/>
            <p:nvPr>
              <p:custDataLst>
                <p:tags r:id="rId69"/>
              </p:custDataLst>
            </p:nvPr>
          </p:nvGrpSpPr>
          <p:grpSpPr>
            <a:xfrm rot="10800000">
              <a:off x="9282834" y="541240"/>
              <a:ext cx="443307" cy="121140"/>
              <a:chOff x="914846" y="1165451"/>
              <a:chExt cx="689671" cy="188462"/>
            </a:xfrm>
          </p:grpSpPr>
          <p:sp>
            <p:nvSpPr>
              <p:cNvPr id="377" name="red">
                <a:extLst>
                  <a:ext uri="{FF2B5EF4-FFF2-40B4-BE49-F238E27FC236}">
                    <a16:creationId xmlns:a16="http://schemas.microsoft.com/office/drawing/2014/main" id="{9C448AEF-C1CC-B1B9-A5C2-F96187BEC468}"/>
                  </a:ext>
                </a:extLst>
              </p:cNvPr>
              <p:cNvSpPr>
                <a:spLocks/>
              </p:cNvSpPr>
              <p:nvPr>
                <p:custDataLst>
                  <p:tags r:id="rId70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rgbClr val="C00000"/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8" name="amber">
                <a:extLst>
                  <a:ext uri="{FF2B5EF4-FFF2-40B4-BE49-F238E27FC236}">
                    <a16:creationId xmlns:a16="http://schemas.microsoft.com/office/drawing/2014/main" id="{37559883-74AF-4A08-F6CB-AE36AD519AE9}"/>
                  </a:ext>
                </a:extLst>
              </p:cNvPr>
              <p:cNvSpPr>
                <a:spLocks/>
              </p:cNvSpPr>
              <p:nvPr>
                <p:custDataLst>
                  <p:tags r:id="rId71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79" name="green">
                <a:extLst>
                  <a:ext uri="{FF2B5EF4-FFF2-40B4-BE49-F238E27FC236}">
                    <a16:creationId xmlns:a16="http://schemas.microsoft.com/office/drawing/2014/main" id="{D25D03E8-4481-D5B5-26F7-9E6B0C648E1C}"/>
                  </a:ext>
                </a:extLst>
              </p:cNvPr>
              <p:cNvSpPr>
                <a:spLocks/>
              </p:cNvSpPr>
              <p:nvPr>
                <p:custDataLst>
                  <p:tags r:id="rId72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C1864E36-8F18-25F0-F46D-C3A33250A450}"/>
              </a:ext>
            </a:extLst>
          </p:cNvPr>
          <p:cNvGrpSpPr/>
          <p:nvPr>
            <p:custDataLst>
              <p:tags r:id="rId28"/>
            </p:custDataLst>
          </p:nvPr>
        </p:nvGrpSpPr>
        <p:grpSpPr>
          <a:xfrm>
            <a:off x="7575681" y="5016060"/>
            <a:ext cx="667873" cy="182506"/>
            <a:chOff x="7515392" y="5016060"/>
            <a:chExt cx="667873" cy="182506"/>
          </a:xfrm>
        </p:grpSpPr>
        <p:grpSp>
          <p:nvGrpSpPr>
            <p:cNvPr id="387" name="Group 386" hidden="1">
              <a:extLst>
                <a:ext uri="{FF2B5EF4-FFF2-40B4-BE49-F238E27FC236}">
                  <a16:creationId xmlns:a16="http://schemas.microsoft.com/office/drawing/2014/main" id="{30B5A441-A562-E85F-72E3-D39E9D60EF18}"/>
                </a:ext>
              </a:extLst>
            </p:cNvPr>
            <p:cNvGrpSpPr/>
            <p:nvPr>
              <p:custDataLst>
                <p:tags r:id="rId55"/>
              </p:custDataLst>
            </p:nvPr>
          </p:nvGrpSpPr>
          <p:grpSpPr>
            <a:xfrm rot="10800000">
              <a:off x="7515392" y="5016060"/>
              <a:ext cx="667873" cy="182506"/>
              <a:chOff x="914846" y="1165450"/>
              <a:chExt cx="689671" cy="188462"/>
            </a:xfrm>
          </p:grpSpPr>
          <p:sp>
            <p:nvSpPr>
              <p:cNvPr id="396" name="red" hidden="1">
                <a:extLst>
                  <a:ext uri="{FF2B5EF4-FFF2-40B4-BE49-F238E27FC236}">
                    <a16:creationId xmlns:a16="http://schemas.microsoft.com/office/drawing/2014/main" id="{E59368D2-E0F8-A3AD-EBF8-6D1468FC5D51}"/>
                  </a:ext>
                </a:extLst>
              </p:cNvPr>
              <p:cNvSpPr>
                <a:spLocks/>
              </p:cNvSpPr>
              <p:nvPr>
                <p:custDataLst>
                  <p:tags r:id="rId64"/>
                </p:custDataLst>
              </p:nvPr>
            </p:nvSpPr>
            <p:spPr>
              <a:xfrm rot="5400000">
                <a:off x="1416058" y="1165450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7" name="amber" hidden="1">
                <a:extLst>
                  <a:ext uri="{FF2B5EF4-FFF2-40B4-BE49-F238E27FC236}">
                    <a16:creationId xmlns:a16="http://schemas.microsoft.com/office/drawing/2014/main" id="{EF43EF48-1B31-9BE8-BABC-74075A63C7A6}"/>
                  </a:ext>
                </a:extLst>
              </p:cNvPr>
              <p:cNvSpPr>
                <a:spLocks/>
              </p:cNvSpPr>
              <p:nvPr>
                <p:custDataLst>
                  <p:tags r:id="rId65"/>
                </p:custDataLst>
              </p:nvPr>
            </p:nvSpPr>
            <p:spPr>
              <a:xfrm rot="5400000">
                <a:off x="1165452" y="1165451"/>
                <a:ext cx="188459" cy="188459"/>
              </a:xfrm>
              <a:prstGeom prst="ellipse">
                <a:avLst/>
              </a:prstGeom>
              <a:solidFill>
                <a:srgbClr val="FFC000"/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8" name="green" hidden="1">
                <a:extLst>
                  <a:ext uri="{FF2B5EF4-FFF2-40B4-BE49-F238E27FC236}">
                    <a16:creationId xmlns:a16="http://schemas.microsoft.com/office/drawing/2014/main" id="{BD0FCF7C-9AB5-A8A3-18F5-F8C6194A3BA8}"/>
                  </a:ext>
                </a:extLst>
              </p:cNvPr>
              <p:cNvSpPr>
                <a:spLocks/>
              </p:cNvSpPr>
              <p:nvPr>
                <p:custDataLst>
                  <p:tags r:id="rId66"/>
                </p:custDataLst>
              </p:nvPr>
            </p:nvSpPr>
            <p:spPr>
              <a:xfrm rot="5400000">
                <a:off x="914846" y="1165453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88" name="Group 387">
              <a:extLst>
                <a:ext uri="{FF2B5EF4-FFF2-40B4-BE49-F238E27FC236}">
                  <a16:creationId xmlns:a16="http://schemas.microsoft.com/office/drawing/2014/main" id="{64D867AE-55EF-D08C-3FBB-45CBBBD4C47C}"/>
                </a:ext>
              </a:extLst>
            </p:cNvPr>
            <p:cNvGrpSpPr/>
            <p:nvPr>
              <p:custDataLst>
                <p:tags r:id="rId56"/>
              </p:custDataLst>
            </p:nvPr>
          </p:nvGrpSpPr>
          <p:grpSpPr>
            <a:xfrm rot="10800000">
              <a:off x="7515392" y="5016060"/>
              <a:ext cx="667873" cy="182506"/>
              <a:chOff x="914846" y="1165451"/>
              <a:chExt cx="689671" cy="188462"/>
            </a:xfrm>
          </p:grpSpPr>
          <p:sp>
            <p:nvSpPr>
              <p:cNvPr id="393" name="red">
                <a:extLst>
                  <a:ext uri="{FF2B5EF4-FFF2-40B4-BE49-F238E27FC236}">
                    <a16:creationId xmlns:a16="http://schemas.microsoft.com/office/drawing/2014/main" id="{D1067BC5-BA74-25EC-BEA1-4B8809B2BB39}"/>
                  </a:ext>
                </a:extLst>
              </p:cNvPr>
              <p:cNvSpPr>
                <a:spLocks/>
              </p:cNvSpPr>
              <p:nvPr>
                <p:custDataLst>
                  <p:tags r:id="rId61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4" name="amber">
                <a:extLst>
                  <a:ext uri="{FF2B5EF4-FFF2-40B4-BE49-F238E27FC236}">
                    <a16:creationId xmlns:a16="http://schemas.microsoft.com/office/drawing/2014/main" id="{AE9FCA57-2BC6-0F45-2710-2389074E6223}"/>
                  </a:ext>
                </a:extLst>
              </p:cNvPr>
              <p:cNvSpPr>
                <a:spLocks/>
              </p:cNvSpPr>
              <p:nvPr>
                <p:custDataLst>
                  <p:tags r:id="rId62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5" name="green">
                <a:extLst>
                  <a:ext uri="{FF2B5EF4-FFF2-40B4-BE49-F238E27FC236}">
                    <a16:creationId xmlns:a16="http://schemas.microsoft.com/office/drawing/2014/main" id="{843DBCB8-429C-8D1E-58A6-3ADBC5AF12DA}"/>
                  </a:ext>
                </a:extLst>
              </p:cNvPr>
              <p:cNvSpPr>
                <a:spLocks/>
              </p:cNvSpPr>
              <p:nvPr>
                <p:custDataLst>
                  <p:tags r:id="rId63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rgbClr val="00B050"/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389" name="Group 388" hidden="1">
              <a:extLst>
                <a:ext uri="{FF2B5EF4-FFF2-40B4-BE49-F238E27FC236}">
                  <a16:creationId xmlns:a16="http://schemas.microsoft.com/office/drawing/2014/main" id="{CA47B16F-E191-6A18-049E-614387F0483D}"/>
                </a:ext>
              </a:extLst>
            </p:cNvPr>
            <p:cNvGrpSpPr/>
            <p:nvPr>
              <p:custDataLst>
                <p:tags r:id="rId57"/>
              </p:custDataLst>
            </p:nvPr>
          </p:nvGrpSpPr>
          <p:grpSpPr>
            <a:xfrm rot="10800000">
              <a:off x="7515392" y="5016060"/>
              <a:ext cx="667873" cy="182506"/>
              <a:chOff x="914846" y="1165451"/>
              <a:chExt cx="689671" cy="188462"/>
            </a:xfrm>
          </p:grpSpPr>
          <p:sp>
            <p:nvSpPr>
              <p:cNvPr id="390" name="red" hidden="1">
                <a:extLst>
                  <a:ext uri="{FF2B5EF4-FFF2-40B4-BE49-F238E27FC236}">
                    <a16:creationId xmlns:a16="http://schemas.microsoft.com/office/drawing/2014/main" id="{4CBA22B5-7F5F-8C70-4ACD-F829C8437DA3}"/>
                  </a:ext>
                </a:extLst>
              </p:cNvPr>
              <p:cNvSpPr>
                <a:spLocks/>
              </p:cNvSpPr>
              <p:nvPr>
                <p:custDataLst>
                  <p:tags r:id="rId58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rgbClr val="C00000"/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1" name="amber" hidden="1">
                <a:extLst>
                  <a:ext uri="{FF2B5EF4-FFF2-40B4-BE49-F238E27FC236}">
                    <a16:creationId xmlns:a16="http://schemas.microsoft.com/office/drawing/2014/main" id="{1A98C047-C9D3-09A2-C6A8-62F835F26902}"/>
                  </a:ext>
                </a:extLst>
              </p:cNvPr>
              <p:cNvSpPr>
                <a:spLocks/>
              </p:cNvSpPr>
              <p:nvPr>
                <p:custDataLst>
                  <p:tags r:id="rId59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92" name="green" hidden="1">
                <a:extLst>
                  <a:ext uri="{FF2B5EF4-FFF2-40B4-BE49-F238E27FC236}">
                    <a16:creationId xmlns:a16="http://schemas.microsoft.com/office/drawing/2014/main" id="{3DF75B9C-2AB3-D702-D24D-21315B2FB29F}"/>
                  </a:ext>
                </a:extLst>
              </p:cNvPr>
              <p:cNvSpPr>
                <a:spLocks/>
              </p:cNvSpPr>
              <p:nvPr>
                <p:custDataLst>
                  <p:tags r:id="rId60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565B4883-D9EB-B251-1F20-B2F3233590D7}"/>
              </a:ext>
            </a:extLst>
          </p:cNvPr>
          <p:cNvGrpSpPr/>
          <p:nvPr>
            <p:custDataLst>
              <p:tags r:id="rId29"/>
            </p:custDataLst>
          </p:nvPr>
        </p:nvGrpSpPr>
        <p:grpSpPr>
          <a:xfrm>
            <a:off x="7575681" y="5418576"/>
            <a:ext cx="667873" cy="182506"/>
            <a:chOff x="9282834" y="541240"/>
            <a:chExt cx="443307" cy="121140"/>
          </a:xfrm>
        </p:grpSpPr>
        <p:grpSp>
          <p:nvGrpSpPr>
            <p:cNvPr id="400" name="Group 399" hidden="1">
              <a:extLst>
                <a:ext uri="{FF2B5EF4-FFF2-40B4-BE49-F238E27FC236}">
                  <a16:creationId xmlns:a16="http://schemas.microsoft.com/office/drawing/2014/main" id="{F2BC1180-A8D7-502E-6FCE-B8A39B9EE28F}"/>
                </a:ext>
              </a:extLst>
            </p:cNvPr>
            <p:cNvGrpSpPr/>
            <p:nvPr>
              <p:custDataLst>
                <p:tags r:id="rId43"/>
              </p:custDataLst>
            </p:nvPr>
          </p:nvGrpSpPr>
          <p:grpSpPr>
            <a:xfrm rot="10800000">
              <a:off x="9282834" y="541240"/>
              <a:ext cx="443307" cy="121140"/>
              <a:chOff x="914846" y="1165450"/>
              <a:chExt cx="689671" cy="188462"/>
            </a:xfrm>
          </p:grpSpPr>
          <p:sp>
            <p:nvSpPr>
              <p:cNvPr id="409" name="red" hidden="1">
                <a:extLst>
                  <a:ext uri="{FF2B5EF4-FFF2-40B4-BE49-F238E27FC236}">
                    <a16:creationId xmlns:a16="http://schemas.microsoft.com/office/drawing/2014/main" id="{03AE304E-15DA-9A02-5988-31D4FDB67791}"/>
                  </a:ext>
                </a:extLst>
              </p:cNvPr>
              <p:cNvSpPr>
                <a:spLocks/>
              </p:cNvSpPr>
              <p:nvPr>
                <p:custDataLst>
                  <p:tags r:id="rId52"/>
                </p:custDataLst>
              </p:nvPr>
            </p:nvSpPr>
            <p:spPr>
              <a:xfrm rot="5400000">
                <a:off x="1416058" y="1165450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0" name="amber" hidden="1">
                <a:extLst>
                  <a:ext uri="{FF2B5EF4-FFF2-40B4-BE49-F238E27FC236}">
                    <a16:creationId xmlns:a16="http://schemas.microsoft.com/office/drawing/2014/main" id="{3838C5AF-D604-AB0B-66ED-A2D1C5FC9DAF}"/>
                  </a:ext>
                </a:extLst>
              </p:cNvPr>
              <p:cNvSpPr>
                <a:spLocks/>
              </p:cNvSpPr>
              <p:nvPr>
                <p:custDataLst>
                  <p:tags r:id="rId53"/>
                </p:custDataLst>
              </p:nvPr>
            </p:nvSpPr>
            <p:spPr>
              <a:xfrm rot="5400000">
                <a:off x="1165452" y="1165451"/>
                <a:ext cx="188459" cy="188459"/>
              </a:xfrm>
              <a:prstGeom prst="ellipse">
                <a:avLst/>
              </a:prstGeom>
              <a:solidFill>
                <a:srgbClr val="FFC000"/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1" name="green" hidden="1">
                <a:extLst>
                  <a:ext uri="{FF2B5EF4-FFF2-40B4-BE49-F238E27FC236}">
                    <a16:creationId xmlns:a16="http://schemas.microsoft.com/office/drawing/2014/main" id="{7030355B-39E9-6DDB-E2FA-6906F3D5F9D5}"/>
                  </a:ext>
                </a:extLst>
              </p:cNvPr>
              <p:cNvSpPr>
                <a:spLocks/>
              </p:cNvSpPr>
              <p:nvPr>
                <p:custDataLst>
                  <p:tags r:id="rId54"/>
                </p:custDataLst>
              </p:nvPr>
            </p:nvSpPr>
            <p:spPr>
              <a:xfrm rot="5400000">
                <a:off x="914846" y="1165453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01" name="Group 400" hidden="1">
              <a:extLst>
                <a:ext uri="{FF2B5EF4-FFF2-40B4-BE49-F238E27FC236}">
                  <a16:creationId xmlns:a16="http://schemas.microsoft.com/office/drawing/2014/main" id="{84C70F58-DEE3-8851-B278-10E982AC3B22}"/>
                </a:ext>
              </a:extLst>
            </p:cNvPr>
            <p:cNvGrpSpPr/>
            <p:nvPr>
              <p:custDataLst>
                <p:tags r:id="rId44"/>
              </p:custDataLst>
            </p:nvPr>
          </p:nvGrpSpPr>
          <p:grpSpPr>
            <a:xfrm rot="10800000">
              <a:off x="9282834" y="541240"/>
              <a:ext cx="443307" cy="121140"/>
              <a:chOff x="914846" y="1165451"/>
              <a:chExt cx="689671" cy="188462"/>
            </a:xfrm>
          </p:grpSpPr>
          <p:sp>
            <p:nvSpPr>
              <p:cNvPr id="406" name="red" hidden="1">
                <a:extLst>
                  <a:ext uri="{FF2B5EF4-FFF2-40B4-BE49-F238E27FC236}">
                    <a16:creationId xmlns:a16="http://schemas.microsoft.com/office/drawing/2014/main" id="{54A47A03-33BB-BD78-F087-D7AE73F27F86}"/>
                  </a:ext>
                </a:extLst>
              </p:cNvPr>
              <p:cNvSpPr>
                <a:spLocks/>
              </p:cNvSpPr>
              <p:nvPr>
                <p:custDataLst>
                  <p:tags r:id="rId49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7" name="amber" hidden="1">
                <a:extLst>
                  <a:ext uri="{FF2B5EF4-FFF2-40B4-BE49-F238E27FC236}">
                    <a16:creationId xmlns:a16="http://schemas.microsoft.com/office/drawing/2014/main" id="{0EF65343-4EC9-448A-29DE-D6ABDB3D9696}"/>
                  </a:ext>
                </a:extLst>
              </p:cNvPr>
              <p:cNvSpPr>
                <a:spLocks/>
              </p:cNvSpPr>
              <p:nvPr>
                <p:custDataLst>
                  <p:tags r:id="rId50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8" name="green" hidden="1">
                <a:extLst>
                  <a:ext uri="{FF2B5EF4-FFF2-40B4-BE49-F238E27FC236}">
                    <a16:creationId xmlns:a16="http://schemas.microsoft.com/office/drawing/2014/main" id="{685EA94E-124A-C64A-0960-B9EEA68511D9}"/>
                  </a:ext>
                </a:extLst>
              </p:cNvPr>
              <p:cNvSpPr>
                <a:spLocks/>
              </p:cNvSpPr>
              <p:nvPr>
                <p:custDataLst>
                  <p:tags r:id="rId51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rgbClr val="00B050"/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02" name="Group 401">
              <a:extLst>
                <a:ext uri="{FF2B5EF4-FFF2-40B4-BE49-F238E27FC236}">
                  <a16:creationId xmlns:a16="http://schemas.microsoft.com/office/drawing/2014/main" id="{11F9E615-9B5B-85C8-04E2-70902756991C}"/>
                </a:ext>
              </a:extLst>
            </p:cNvPr>
            <p:cNvGrpSpPr/>
            <p:nvPr>
              <p:custDataLst>
                <p:tags r:id="rId45"/>
              </p:custDataLst>
            </p:nvPr>
          </p:nvGrpSpPr>
          <p:grpSpPr>
            <a:xfrm rot="10800000">
              <a:off x="9282834" y="541240"/>
              <a:ext cx="443307" cy="121140"/>
              <a:chOff x="914846" y="1165451"/>
              <a:chExt cx="689671" cy="188462"/>
            </a:xfrm>
          </p:grpSpPr>
          <p:sp>
            <p:nvSpPr>
              <p:cNvPr id="403" name="red">
                <a:extLst>
                  <a:ext uri="{FF2B5EF4-FFF2-40B4-BE49-F238E27FC236}">
                    <a16:creationId xmlns:a16="http://schemas.microsoft.com/office/drawing/2014/main" id="{F0BFB6DD-7B01-06DF-56A5-2284D93110A7}"/>
                  </a:ext>
                </a:extLst>
              </p:cNvPr>
              <p:cNvSpPr>
                <a:spLocks/>
              </p:cNvSpPr>
              <p:nvPr>
                <p:custDataLst>
                  <p:tags r:id="rId46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rgbClr val="C00000"/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4" name="amber">
                <a:extLst>
                  <a:ext uri="{FF2B5EF4-FFF2-40B4-BE49-F238E27FC236}">
                    <a16:creationId xmlns:a16="http://schemas.microsoft.com/office/drawing/2014/main" id="{4E3806BA-B8D3-CAD9-E5A4-2E5DD5F2710F}"/>
                  </a:ext>
                </a:extLst>
              </p:cNvPr>
              <p:cNvSpPr>
                <a:spLocks/>
              </p:cNvSpPr>
              <p:nvPr>
                <p:custDataLst>
                  <p:tags r:id="rId47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05" name="green">
                <a:extLst>
                  <a:ext uri="{FF2B5EF4-FFF2-40B4-BE49-F238E27FC236}">
                    <a16:creationId xmlns:a16="http://schemas.microsoft.com/office/drawing/2014/main" id="{9952BCC0-1925-CBFF-4CC3-F1794A9364E4}"/>
                  </a:ext>
                </a:extLst>
              </p:cNvPr>
              <p:cNvSpPr>
                <a:spLocks/>
              </p:cNvSpPr>
              <p:nvPr>
                <p:custDataLst>
                  <p:tags r:id="rId48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3634D411-FA0F-5474-365C-7051C63657E7}"/>
              </a:ext>
            </a:extLst>
          </p:cNvPr>
          <p:cNvGrpSpPr/>
          <p:nvPr>
            <p:custDataLst>
              <p:tags r:id="rId30"/>
            </p:custDataLst>
          </p:nvPr>
        </p:nvGrpSpPr>
        <p:grpSpPr>
          <a:xfrm>
            <a:off x="7575681" y="5795905"/>
            <a:ext cx="667873" cy="182506"/>
            <a:chOff x="7515392" y="5795905"/>
            <a:chExt cx="667873" cy="182506"/>
          </a:xfrm>
        </p:grpSpPr>
        <p:grpSp>
          <p:nvGrpSpPr>
            <p:cNvPr id="413" name="Group 412" hidden="1">
              <a:extLst>
                <a:ext uri="{FF2B5EF4-FFF2-40B4-BE49-F238E27FC236}">
                  <a16:creationId xmlns:a16="http://schemas.microsoft.com/office/drawing/2014/main" id="{2F21894B-AA34-684F-9BF7-C909B1E70A73}"/>
                </a:ext>
              </a:extLst>
            </p:cNvPr>
            <p:cNvGrpSpPr/>
            <p:nvPr>
              <p:custDataLst>
                <p:tags r:id="rId31"/>
              </p:custDataLst>
            </p:nvPr>
          </p:nvGrpSpPr>
          <p:grpSpPr>
            <a:xfrm rot="10800000">
              <a:off x="7515392" y="5795905"/>
              <a:ext cx="667873" cy="182506"/>
              <a:chOff x="914846" y="1165450"/>
              <a:chExt cx="689671" cy="188462"/>
            </a:xfrm>
          </p:grpSpPr>
          <p:sp>
            <p:nvSpPr>
              <p:cNvPr id="422" name="red" hidden="1">
                <a:extLst>
                  <a:ext uri="{FF2B5EF4-FFF2-40B4-BE49-F238E27FC236}">
                    <a16:creationId xmlns:a16="http://schemas.microsoft.com/office/drawing/2014/main" id="{A4CE4125-377B-D426-FC01-9B37818ACFD9}"/>
                  </a:ext>
                </a:extLst>
              </p:cNvPr>
              <p:cNvSpPr>
                <a:spLocks/>
              </p:cNvSpPr>
              <p:nvPr>
                <p:custDataLst>
                  <p:tags r:id="rId40"/>
                </p:custDataLst>
              </p:nvPr>
            </p:nvSpPr>
            <p:spPr>
              <a:xfrm rot="5400000">
                <a:off x="1416058" y="1165450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3" name="amber" hidden="1">
                <a:extLst>
                  <a:ext uri="{FF2B5EF4-FFF2-40B4-BE49-F238E27FC236}">
                    <a16:creationId xmlns:a16="http://schemas.microsoft.com/office/drawing/2014/main" id="{22A1E161-F469-1D55-B9ED-52D3B0F883DB}"/>
                  </a:ext>
                </a:extLst>
              </p:cNvPr>
              <p:cNvSpPr>
                <a:spLocks/>
              </p:cNvSpPr>
              <p:nvPr>
                <p:custDataLst>
                  <p:tags r:id="rId41"/>
                </p:custDataLst>
              </p:nvPr>
            </p:nvSpPr>
            <p:spPr>
              <a:xfrm rot="5400000">
                <a:off x="1165452" y="1165451"/>
                <a:ext cx="188459" cy="188459"/>
              </a:xfrm>
              <a:prstGeom prst="ellipse">
                <a:avLst/>
              </a:prstGeom>
              <a:solidFill>
                <a:srgbClr val="FFC000"/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4" name="green" hidden="1">
                <a:extLst>
                  <a:ext uri="{FF2B5EF4-FFF2-40B4-BE49-F238E27FC236}">
                    <a16:creationId xmlns:a16="http://schemas.microsoft.com/office/drawing/2014/main" id="{11C615AD-F331-150E-2389-439959D76038}"/>
                  </a:ext>
                </a:extLst>
              </p:cNvPr>
              <p:cNvSpPr>
                <a:spLocks/>
              </p:cNvSpPr>
              <p:nvPr>
                <p:custDataLst>
                  <p:tags r:id="rId42"/>
                </p:custDataLst>
              </p:nvPr>
            </p:nvSpPr>
            <p:spPr>
              <a:xfrm rot="5400000">
                <a:off x="914846" y="1165453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9F99BCED-4581-DC16-67AE-7F3A28D7206E}"/>
                </a:ext>
              </a:extLst>
            </p:cNvPr>
            <p:cNvGrpSpPr/>
            <p:nvPr>
              <p:custDataLst>
                <p:tags r:id="rId32"/>
              </p:custDataLst>
            </p:nvPr>
          </p:nvGrpSpPr>
          <p:grpSpPr>
            <a:xfrm rot="10800000">
              <a:off x="7515392" y="5795905"/>
              <a:ext cx="667873" cy="182506"/>
              <a:chOff x="914846" y="1165451"/>
              <a:chExt cx="689671" cy="188462"/>
            </a:xfrm>
          </p:grpSpPr>
          <p:sp>
            <p:nvSpPr>
              <p:cNvPr id="419" name="red">
                <a:extLst>
                  <a:ext uri="{FF2B5EF4-FFF2-40B4-BE49-F238E27FC236}">
                    <a16:creationId xmlns:a16="http://schemas.microsoft.com/office/drawing/2014/main" id="{38EB42FC-245F-F6BE-94D7-3D0575B7F319}"/>
                  </a:ext>
                </a:extLst>
              </p:cNvPr>
              <p:cNvSpPr>
                <a:spLocks/>
              </p:cNvSpPr>
              <p:nvPr>
                <p:custDataLst>
                  <p:tags r:id="rId37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0" name="amber">
                <a:extLst>
                  <a:ext uri="{FF2B5EF4-FFF2-40B4-BE49-F238E27FC236}">
                    <a16:creationId xmlns:a16="http://schemas.microsoft.com/office/drawing/2014/main" id="{BEF53CE7-962D-E0AC-CF6E-C6D35D627AB4}"/>
                  </a:ext>
                </a:extLst>
              </p:cNvPr>
              <p:cNvSpPr>
                <a:spLocks/>
              </p:cNvSpPr>
              <p:nvPr>
                <p:custDataLst>
                  <p:tags r:id="rId38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21" name="green">
                <a:extLst>
                  <a:ext uri="{FF2B5EF4-FFF2-40B4-BE49-F238E27FC236}">
                    <a16:creationId xmlns:a16="http://schemas.microsoft.com/office/drawing/2014/main" id="{76A8E233-3487-B93E-AAAC-31C86CAC1270}"/>
                  </a:ext>
                </a:extLst>
              </p:cNvPr>
              <p:cNvSpPr>
                <a:spLocks/>
              </p:cNvSpPr>
              <p:nvPr>
                <p:custDataLst>
                  <p:tags r:id="rId39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rgbClr val="00B050"/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15" name="Group 414" hidden="1">
              <a:extLst>
                <a:ext uri="{FF2B5EF4-FFF2-40B4-BE49-F238E27FC236}">
                  <a16:creationId xmlns:a16="http://schemas.microsoft.com/office/drawing/2014/main" id="{2C802EF8-7DC2-6FB2-7D7F-D0B90DE61EC8}"/>
                </a:ext>
              </a:extLst>
            </p:cNvPr>
            <p:cNvGrpSpPr/>
            <p:nvPr>
              <p:custDataLst>
                <p:tags r:id="rId33"/>
              </p:custDataLst>
            </p:nvPr>
          </p:nvGrpSpPr>
          <p:grpSpPr>
            <a:xfrm rot="10800000">
              <a:off x="7515392" y="5795905"/>
              <a:ext cx="667873" cy="182506"/>
              <a:chOff x="914846" y="1165451"/>
              <a:chExt cx="689671" cy="188462"/>
            </a:xfrm>
          </p:grpSpPr>
          <p:sp>
            <p:nvSpPr>
              <p:cNvPr id="416" name="red" hidden="1">
                <a:extLst>
                  <a:ext uri="{FF2B5EF4-FFF2-40B4-BE49-F238E27FC236}">
                    <a16:creationId xmlns:a16="http://schemas.microsoft.com/office/drawing/2014/main" id="{026391F2-C20C-8522-9810-8E6897F28A3F}"/>
                  </a:ext>
                </a:extLst>
              </p:cNvPr>
              <p:cNvSpPr>
                <a:spLocks/>
              </p:cNvSpPr>
              <p:nvPr>
                <p:custDataLst>
                  <p:tags r:id="rId34"/>
                </p:custDataLst>
              </p:nvPr>
            </p:nvSpPr>
            <p:spPr>
              <a:xfrm rot="5400000">
                <a:off x="1416058" y="1165451"/>
                <a:ext cx="188459" cy="188459"/>
              </a:xfrm>
              <a:prstGeom prst="ellipse">
                <a:avLst/>
              </a:prstGeom>
              <a:solidFill>
                <a:srgbClr val="C00000"/>
              </a:solidFill>
              <a:ln w="9525" cap="rnd" cmpd="sng" algn="ctr">
                <a:solidFill>
                  <a:srgbClr val="C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7" name="amber" hidden="1">
                <a:extLst>
                  <a:ext uri="{FF2B5EF4-FFF2-40B4-BE49-F238E27FC236}">
                    <a16:creationId xmlns:a16="http://schemas.microsoft.com/office/drawing/2014/main" id="{49872C05-4407-A378-95F5-FA6D159E3A5C}"/>
                  </a:ext>
                </a:extLst>
              </p:cNvPr>
              <p:cNvSpPr>
                <a:spLocks/>
              </p:cNvSpPr>
              <p:nvPr>
                <p:custDataLst>
                  <p:tags r:id="rId35"/>
                </p:custDataLst>
              </p:nvPr>
            </p:nvSpPr>
            <p:spPr>
              <a:xfrm rot="5400000">
                <a:off x="1165452" y="1165452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FFC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8" name="green" hidden="1">
                <a:extLst>
                  <a:ext uri="{FF2B5EF4-FFF2-40B4-BE49-F238E27FC236}">
                    <a16:creationId xmlns:a16="http://schemas.microsoft.com/office/drawing/2014/main" id="{F8B58B7D-4511-0FFB-2FD7-2EFCF5460ACF}"/>
                  </a:ext>
                </a:extLst>
              </p:cNvPr>
              <p:cNvSpPr>
                <a:spLocks/>
              </p:cNvSpPr>
              <p:nvPr>
                <p:custDataLst>
                  <p:tags r:id="rId36"/>
                </p:custDataLst>
              </p:nvPr>
            </p:nvSpPr>
            <p:spPr>
              <a:xfrm rot="5400000">
                <a:off x="914846" y="1165454"/>
                <a:ext cx="188459" cy="188459"/>
              </a:xfrm>
              <a:prstGeom prst="ellipse">
                <a:avLst/>
              </a:prstGeom>
              <a:solidFill>
                <a:schemeClr val="bg1">
                  <a:lumMod val="100000"/>
                </a:schemeClr>
              </a:solidFill>
              <a:ln w="9525" cap="rnd" cmpd="sng" algn="ctr">
                <a:solidFill>
                  <a:srgbClr val="00B050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13405" tIns="106702" rIns="213405" bIns="106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Aft>
                    <a:spcPts val="2334"/>
                  </a:spcAft>
                </a:pPr>
                <a:endParaRPr lang="en-GB" sz="2801" dirty="0">
                  <a:solidFill>
                    <a:srgbClr val="FFFFF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68338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4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iRPafGTruEtaPx1DFZIA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fb8b818-b68d-4482-aa28-827802fa2b08&quot; isFootnotesShape=&quot;false&quot;&gt;&lt;infographic currentState=&quot;0&quot; isInfographic=&quot;true&quot; state=&quot;0&quot; stateCount=&quot;25&quot; /&gt;&lt;/shapeSettings&gt;&lt;/smart&gt;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ba67e48-0407-4a13-9631-6a84ff4a22e9&quot; isFootnotesShape=&quot;false&quot;&gt;&lt;infographic currentState=&quot;1&quot; isInfographic=&quot;true&quot; state=&quot;0&quot; stateCount=&quot;25&quot; /&gt;&lt;/shapeSettings&gt;&lt;/smart&gt;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b1c61b8-faa1-43fa-b394-7ca42a7ebfa7&quot; isFootnotesShape=&quot;false&quot;&gt;&lt;infographic currentState=&quot;2&quot; isInfographic=&quot;true&quot; state=&quot;0&quot; stateCount=&quot;25&quot; /&gt;&lt;/shapeSettings&gt;&lt;/smart&gt;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034be54-f3e2-40c9-b730-00aea9e99534&quot; isFootnotesShape=&quot;false&quot;&gt;&lt;infographic currentState=&quot;3&quot; isInfographic=&quot;true&quot; state=&quot;0&quot; stateCount=&quot;25&quot; /&gt;&lt;/shapeSettings&gt;&lt;/smart&gt;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cf671ed9-39c8-4845-9162-9bb05598bbb8&quot; isFootnotesShape=&quot;false&quot;&gt;&lt;infographic currentState=&quot;0&quot; isInfographic=&quot;true&quot; state=&quot;0&quot; stateCount=&quot;3&quot; /&gt;&lt;/shapeSettings&gt;&lt;/smart&gt;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769749b-4c16-47aa-a308-f6470fcac14d&quot; isFootnotesShape=&quot;false&quot;&gt;&lt;infographic currentState=&quot;1&quot; isInfographic=&quot;true&quot; state=&quot;0&quot; stateCount=&quot;3&quot; /&gt;&lt;/shapeSettings&gt;&lt;/smart&gt;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cf671ed9-39c8-4845-9162-9bb05598bbb8&quot; isFootnotesShape=&quot;false&quot;&gt;&lt;infographic currentState=&quot;0&quot; isInfographic=&quot;true&quot; state=&quot;0&quot; stateCount=&quot;3&quot; /&gt;&lt;/shapeSettings&gt;&lt;/smart&gt;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cea8510-69db-4bd9-8dc2-288352a58826&quot; isFootnotesShape=&quot;false&quot;&gt;&lt;infographic currentState=&quot;2&quot; isInfographic=&quot;true&quot; state=&quot;0&quot; stateCount=&quot;3&quot; /&gt;&lt;/shapeSettings&gt;&lt;/smart&gt;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cf671ed9-39c8-4845-9162-9bb05598bbb8&quot; isFootnotesShape=&quot;false&quot;&gt;&lt;infographic currentState=&quot;0&quot; isInfographic=&quot;true&quot; state=&quot;0&quot; stateCount=&quot;3&quot; /&gt;&lt;/shapeSettings&gt;&lt;/smart&gt;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45f5f35-1156-4cb7-ac36-102652881b8b&quot; isFootnotesShape=&quot;false&quot;&gt;&lt;infographic currentState=&quot;1&quot; isInfographic=&quot;true&quot; state=&quot;0&quot; stateCount=&quot;3&quot; /&gt;&lt;/shapeSettings&gt;&lt;/smart&gt;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cf671ed9-39c8-4845-9162-9bb05598bbb8&quot; isFootnotesShape=&quot;false&quot;&gt;&lt;infographic currentState=&quot;0&quot; isInfographic=&quot;true&quot; state=&quot;0&quot; stateCount=&quot;3&quot; /&gt;&lt;/shapeSettings&gt;&lt;/smart&gt;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cf671ed9-39c8-4845-9162-9bb05598bbb8&quot; isFootnotesShape=&quot;false&quot;&gt;&lt;infographic currentState=&quot;0&quot; isInfographic=&quot;true&quot; state=&quot;0&quot; stateCount=&quot;3&quot; /&gt;&lt;/shapeSettings&gt;&lt;/smart&gt;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cf671ed9-39c8-4845-9162-9bb05598bbb8&quot; isFootnotesShape=&quot;false&quot;&gt;&lt;infographic currentState=&quot;0&quot; isInfographic=&quot;true&quot; state=&quot;0&quot; stateCount=&quot;3&quot; /&gt;&lt;/shapeSettings&gt;&lt;/smart&gt;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cf671ed9-39c8-4845-9162-9bb05598bbb8&quot; isFootnotesShape=&quot;false&quot;&gt;&lt;infographic currentState=&quot;0&quot; isInfographic=&quot;true&quot; state=&quot;0&quot; stateCount=&quot;3&quot; /&gt;&lt;/shapeSettings&gt;&lt;/smart&gt;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cf671ed9-39c8-4845-9162-9bb05598bbb8&quot; isFootnotesShape=&quot;false&quot;&gt;&lt;infographic currentState=&quot;0&quot; isInfographic=&quot;true&quot; state=&quot;0&quot; stateCount=&quot;3&quot; /&gt;&lt;/shapeSettings&gt;&lt;/smart&gt;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cf671ed9-39c8-4845-9162-9bb05598bbb8&quot; isFootnotesShape=&quot;false&quot;&gt;&lt;infographic currentState=&quot;0&quot; isInfographic=&quot;true&quot; state=&quot;0&quot; stateCount=&quot;3&quot; /&gt;&lt;/shapeSettings&gt;&lt;/smart&gt;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f6958cc-a2d1-428f-adbe-bc4e2c6f8b4f&quot; isFootnotesShape=&quot;false&quot;&gt;&lt;infographic currentState=&quot;2&quot; isInfographic=&quot;true&quot; state=&quot;0&quot; stateCount=&quot;3&quot; /&gt;&lt;/shapeSettings&gt;&lt;/smart&gt;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9360eeb-d375-4946-ad53-34d1b4a8f019&quot; isFootnotesShape=&quot;false&quot;&gt;&lt;infographic currentState=&quot;1&quot; isInfographic=&quot;true&quot; state=&quot;0&quot; stateCount=&quot;3&quot; /&gt;&lt;/shapeSettings&gt;&lt;/smart&gt;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4ef96c4-c07d-4828-9a51-13a5b78ac689&quot; isFootnotesShape=&quot;false&quot;&gt;&lt;infographic currentState=&quot;0&quot; isInfographic=&quot;true&quot; state=&quot;0&quot; stateCount=&quot;3&quot; /&gt;&lt;/shapeSettings&gt;&lt;/smart&gt;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0123728-6c7a-4630-8055-2a56d0685d2e&quot; isFootnotesShape=&quot;false&quot;&gt;&lt;infographic currentState=&quot;1&quot; isInfographic=&quot;true&quot; state=&quot;0&quot; stateCount=&quot;3&quot; /&gt;&lt;/shapeSettings&gt;&lt;/smart&gt;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4ef96c4-c07d-4828-9a51-13a5b78ac689&quot; isFootnotesShape=&quot;false&quot;&gt;&lt;infographic currentState=&quot;0&quot; isInfographic=&quot;true&quot; state=&quot;0&quot; stateCount=&quot;3&quot; /&gt;&lt;/shapeSettings&gt;&lt;/smart&gt;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4ef96c4-c07d-4828-9a51-13a5b78ac689&quot; isFootnotesShape=&quot;false&quot;&gt;&lt;infographic currentState=&quot;0&quot; isInfographic=&quot;true&quot; state=&quot;0&quot; stateCount=&quot;3&quot; /&gt;&lt;/shapeSettings&gt;&lt;/smart&gt;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59a7122-37c3-4199-a47a-2a4078028467&quot; isFootnotesShape=&quot;false&quot;&gt;&lt;infographic currentState=&quot;1&quot; isInfographic=&quot;true&quot; state=&quot;0&quot; stateCount=&quot;3&quot; /&gt;&lt;/shapeSettings&gt;&lt;/smart&gt;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4ef96c4-c07d-4828-9a51-13a5b78ac689&quot; isFootnotesShape=&quot;false&quot;&gt;&lt;infographic currentState=&quot;0&quot; isInfographic=&quot;true&quot; state=&quot;0&quot; stateCount=&quot;3&quot; /&gt;&lt;/shapeSettings&gt;&lt;/smart&gt;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4ef96c4-c07d-4828-9a51-13a5b78ac689&quot; isFootnotesShape=&quot;false&quot;&gt;&lt;infographic currentState=&quot;0&quot; isInfographic=&quot;true&quot; state=&quot;0&quot; stateCount=&quot;3&quot; /&gt;&lt;/shapeSettings&gt;&lt;/smart&gt;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5318718-504c-4f99-ba4a-3b425bcfcab3&quot; isFootnotesShape=&quot;false&quot;&gt;&lt;infographic currentState=&quot;2&quot; isInfographic=&quot;true&quot; state=&quot;0&quot; stateCount=&quot;3&quot; /&gt;&lt;/shapeSettings&gt;&lt;/smart&gt;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4ef96c4-c07d-4828-9a51-13a5b78ac689&quot; isFootnotesShape=&quot;false&quot;&gt;&lt;infographic currentState=&quot;0&quot; isInfographic=&quot;true&quot; state=&quot;0&quot; stateCount=&quot;3&quot; /&gt;&lt;/shapeSettings&gt;&lt;/smart&gt;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2cd8a095-2d52-4f6f-853a-0f4a1a9c4b60&quot; isFootnotesShape=&quot;false&quot;&gt;&lt;infographic currentState=&quot;2&quot; isInfographic=&quot;true&quot; state=&quot;0&quot; stateCount=&quot;3&quot; /&gt;&lt;/shapeSettings&gt;&lt;/smart&gt;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d0bf55d-bfde-4532-af19-306699c72d7d&quot; isFootnotesShape=&quot;false&quot;&gt;&lt;infographic currentState=&quot;0&quot; isInfographic=&quot;false&quot; state=&quot;1&quot; stateCount=&quot;0&quot; /&gt;&lt;/shapeSettings&gt;&lt;/smart&gt;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2f967ea-0502-4419-b030-13fdba7008d5&quot; isFootnotesShape=&quot;false&quot;&gt;&lt;infographic currentState=&quot;0&quot; isInfographic=&quot;false&quot; state=&quot;2&quot; stateCount=&quot;0&quot; /&gt;&lt;/shapeSettings&gt;&lt;/smart&gt;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45e2a6e-d226-41e9-b33d-727c0d68c277&quot; isFootnotesShape=&quot;false&quot;&gt;&lt;infographic currentState=&quot;0&quot; isInfographic=&quot;false&quot; state=&quot;0&quot; stateCount=&quot;0&quot; /&gt;&lt;/shapeSettings&gt;&lt;/smart&gt;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63d453-ac00-4277-8df5-e001668d4f77&quot; isFootnotesShape=&quot;false&quot;&gt;&lt;infographic currentState=&quot;0&quot; isInfographic=&quot;false&quot; state=&quot;0&quot; stateCount=&quot;0&quot; /&gt;&lt;/shapeSettings&gt;&lt;/smart&gt;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0928579-1be7-47a8-a2f7-eb32131183a2&quot; isFootnotesShape=&quot;false&quot;&gt;&lt;infographic currentState=&quot;0&quot; isInfographic=&quot;false&quot; state=&quot;0&quot; stateCount=&quot;0&quot; /&gt;&lt;/shapeSettings&gt;&lt;/smart&gt;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96173bd-0fd9-47a7-8d65-4079ea5adc5e&quot; isFootnotesShape=&quot;false&quot;&gt;&lt;infographic currentState=&quot;0&quot; isInfographic=&quot;false&quot; state=&quot;0&quot; stateCount=&quot;0&quot; /&gt;&lt;/shapeSettings&gt;&lt;/smart&gt;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a8f4e9d-e259-46f6-bc18-58e07b55872e&quot; isFootnotesShape=&quot;false&quot;&gt;&lt;infographic currentState=&quot;0&quot; isInfographic=&quot;false&quot; state=&quot;2&quot; stateCount=&quot;0&quot; /&gt;&lt;/shapeSettings&gt;&lt;/smart&gt;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3a14649-786e-42d9-8ef3-23d8d6a51ba5&quot; isFootnotesShape=&quot;false&quot;&gt;&lt;infographic currentState=&quot;0&quot; isInfographic=&quot;false&quot; state=&quot;2&quot; stateCount=&quot;0&quot; /&gt;&lt;/shapeSettings&gt;&lt;/smart&gt;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a8fd256-bb5b-48db-a866-ac7a0b0d6668&quot; isFootnotesShape=&quot;false&quot;&gt;&lt;infographic currentState=&quot;0&quot; isInfographic=&quot;false&quot; state=&quot;2&quot; stateCount=&quot;0&quot; /&gt;&lt;/shapeSettings&gt;&lt;/smart&gt;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b2f5205-57af-46a9-81fb-b1c613930e06&quot; isFootnotesShape=&quot;false&quot;&gt;&lt;infographic currentState=&quot;0&quot; isInfographic=&quot;false&quot; state=&quot;1&quot; stateCount=&quot;0&quot; /&gt;&lt;/shapeSettings&gt;&lt;/smart&gt;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fef3de0-b58c-458d-a876-7d3ede47ea60&quot; isFootnotesShape=&quot;false&quot;&gt;&lt;infographic currentState=&quot;0&quot; isInfographic=&quot;false&quot; state=&quot;1&quot; stateCount=&quot;0&quot; /&gt;&lt;/shapeSettings&gt;&lt;/smart&gt;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3cc70dc-dba9-4015-b9a2-e6289b49fdf4&quot; isFootnotesShape=&quot;false&quot;&gt;&lt;infographic currentState=&quot;0&quot; isInfographic=&quot;false&quot; state=&quot;1&quot; stateCount=&quot;0&quot; /&gt;&lt;/shapeSettings&gt;&lt;/smart&gt;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d0bf55d-bfde-4532-af19-306699c72d7d&quot; isFootnotesShape=&quot;false&quot;&gt;&lt;infographic currentState=&quot;0&quot; isInfographic=&quot;false&quot; state=&quot;1&quot; stateCount=&quot;0&quot; /&gt;&lt;/shapeSettings&gt;&lt;/smart&gt;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2f967ea-0502-4419-b030-13fdba7008d5&quot; isFootnotesShape=&quot;false&quot;&gt;&lt;infographic currentState=&quot;0&quot; isInfographic=&quot;false&quot; state=&quot;2&quot; stateCount=&quot;0&quot; /&gt;&lt;/shapeSettings&gt;&lt;/smart&gt;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45e2a6e-d226-41e9-b33d-727c0d68c277&quot; isFootnotesShape=&quot;false&quot;&gt;&lt;infographic currentState=&quot;0&quot; isInfographic=&quot;false&quot; state=&quot;0&quot; stateCount=&quot;0&quot; /&gt;&lt;/shapeSettings&gt;&lt;/smart&gt;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63d453-ac00-4277-8df5-e001668d4f77&quot; isFootnotesShape=&quot;false&quot;&gt;&lt;infographic currentState=&quot;0&quot; isInfographic=&quot;false&quot; state=&quot;0&quot; stateCount=&quot;0&quot; /&gt;&lt;/shapeSettings&gt;&lt;/smart&gt;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0928579-1be7-47a8-a2f7-eb32131183a2&quot; isFootnotesShape=&quot;false&quot;&gt;&lt;infographic currentState=&quot;0&quot; isInfographic=&quot;false&quot; state=&quot;0&quot; stateCount=&quot;0&quot; /&gt;&lt;/shapeSettings&gt;&lt;/smart&gt;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96173bd-0fd9-47a7-8d65-4079ea5adc5e&quot; isFootnotesShape=&quot;false&quot;&gt;&lt;infographic currentState=&quot;0&quot; isInfographic=&quot;false&quot; state=&quot;0&quot; stateCount=&quot;0&quot; /&gt;&lt;/shapeSettings&gt;&lt;/smart&gt;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a8f4e9d-e259-46f6-bc18-58e07b55872e&quot; isFootnotesShape=&quot;false&quot;&gt;&lt;infographic currentState=&quot;0&quot; isInfographic=&quot;false&quot; state=&quot;2&quot; stateCount=&quot;0&quot; /&gt;&lt;/shapeSettings&gt;&lt;/smart&gt;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3a14649-786e-42d9-8ef3-23d8d6a51ba5&quot; isFootnotesShape=&quot;false&quot;&gt;&lt;infographic currentState=&quot;0&quot; isInfographic=&quot;false&quot; state=&quot;2&quot; stateCount=&quot;0&quot; /&gt;&lt;/shapeSettings&gt;&lt;/smart&gt;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a8fd256-bb5b-48db-a866-ac7a0b0d6668&quot; isFootnotesShape=&quot;false&quot;&gt;&lt;infographic currentState=&quot;0&quot; isInfographic=&quot;false&quot; state=&quot;2&quot; stateCount=&quot;0&quot; /&gt;&lt;/shapeSettings&gt;&lt;/smart&gt;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b2f5205-57af-46a9-81fb-b1c613930e06&quot; isFootnotesShape=&quot;false&quot;&gt;&lt;infographic currentState=&quot;0&quot; isInfographic=&quot;false&quot; state=&quot;1&quot; stateCount=&quot;0&quot; /&gt;&lt;/shapeSettings&gt;&lt;/smart&gt;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fef3de0-b58c-458d-a876-7d3ede47ea60&quot; isFootnotesShape=&quot;false&quot;&gt;&lt;infographic currentState=&quot;0&quot; isInfographic=&quot;false&quot; state=&quot;1&quot; stateCount=&quot;0&quot; /&gt;&lt;/shapeSettings&gt;&lt;/smart&gt;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3cc70dc-dba9-4015-b9a2-e6289b49fdf4&quot; isFootnotesShape=&quot;false&quot;&gt;&lt;infographic currentState=&quot;0&quot; isInfographic=&quot;false&quot; state=&quot;1&quot; stateCount=&quot;0&quot; /&gt;&lt;/shapeSettings&gt;&lt;/smart&gt;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d0bf55d-bfde-4532-af19-306699c72d7d&quot; isFootnotesShape=&quot;false&quot;&gt;&lt;infographic currentState=&quot;0&quot; isInfographic=&quot;false&quot; state=&quot;1&quot; stateCount=&quot;0&quot; /&gt;&lt;/shapeSettings&gt;&lt;/smart&gt;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2f967ea-0502-4419-b030-13fdba7008d5&quot; isFootnotesShape=&quot;false&quot;&gt;&lt;infographic currentState=&quot;0&quot; isInfographic=&quot;false&quot; state=&quot;2&quot; stateCount=&quot;0&quot; /&gt;&lt;/shapeSettings&gt;&lt;/smart&gt;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45e2a6e-d226-41e9-b33d-727c0d68c277&quot; isFootnotesShape=&quot;false&quot;&gt;&lt;infographic currentState=&quot;0&quot; isInfographic=&quot;false&quot; state=&quot;0&quot; stateCount=&quot;0&quot; /&gt;&lt;/shapeSettings&gt;&lt;/smart&gt;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63d453-ac00-4277-8df5-e001668d4f77&quot; isFootnotesShape=&quot;false&quot;&gt;&lt;infographic currentState=&quot;0&quot; isInfographic=&quot;false&quot; state=&quot;0&quot; stateCount=&quot;0&quot; /&gt;&lt;/shapeSettings&gt;&lt;/smart&gt;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0928579-1be7-47a8-a2f7-eb32131183a2&quot; isFootnotesShape=&quot;false&quot;&gt;&lt;infographic currentState=&quot;0&quot; isInfographic=&quot;false&quot; state=&quot;0&quot; stateCount=&quot;0&quot; /&gt;&lt;/shapeSettings&gt;&lt;/smart&gt;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96173bd-0fd9-47a7-8d65-4079ea5adc5e&quot; isFootnotesShape=&quot;false&quot;&gt;&lt;infographic currentState=&quot;0&quot; isInfographic=&quot;false&quot; state=&quot;0&quot; stateCount=&quot;0&quot; /&gt;&lt;/shapeSettings&gt;&lt;/smart&gt;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a8f4e9d-e259-46f6-bc18-58e07b55872e&quot; isFootnotesShape=&quot;false&quot;&gt;&lt;infographic currentState=&quot;0&quot; isInfographic=&quot;false&quot; state=&quot;2&quot; stateCount=&quot;0&quot; /&gt;&lt;/shapeSettings&gt;&lt;/smart&gt;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3a14649-786e-42d9-8ef3-23d8d6a51ba5&quot; isFootnotesShape=&quot;false&quot;&gt;&lt;infographic currentState=&quot;0&quot; isInfographic=&quot;false&quot; state=&quot;2&quot; stateCount=&quot;0&quot; /&gt;&lt;/shapeSettings&gt;&lt;/smart&gt;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a8fd256-bb5b-48db-a866-ac7a0b0d6668&quot; isFootnotesShape=&quot;false&quot;&gt;&lt;infographic currentState=&quot;0&quot; isInfographic=&quot;false&quot; state=&quot;2&quot; stateCount=&quot;0&quot; /&gt;&lt;/shapeSettings&gt;&lt;/smart&gt;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b2f5205-57af-46a9-81fb-b1c613930e06&quot; isFootnotesShape=&quot;false&quot;&gt;&lt;infographic currentState=&quot;0&quot; isInfographic=&quot;false&quot; state=&quot;1&quot; stateCount=&quot;0&quot; /&gt;&lt;/shapeSettings&gt;&lt;/smart&gt;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fef3de0-b58c-458d-a876-7d3ede47ea60&quot; isFootnotesShape=&quot;false&quot;&gt;&lt;infographic currentState=&quot;0&quot; isInfographic=&quot;false&quot; state=&quot;1&quot; stateCount=&quot;0&quot; /&gt;&lt;/shapeSettings&gt;&lt;/smart&gt;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3cc70dc-dba9-4015-b9a2-e6289b49fdf4&quot; isFootnotesShape=&quot;false&quot;&gt;&lt;infographic currentState=&quot;0&quot; isInfographic=&quot;false&quot; state=&quot;1&quot; stateCount=&quot;0&quot; /&gt;&lt;/shapeSettings&gt;&lt;/smart&gt;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d0bf55d-bfde-4532-af19-306699c72d7d&quot; isFootnotesShape=&quot;false&quot;&gt;&lt;infographic currentState=&quot;0&quot; isInfographic=&quot;false&quot; state=&quot;1&quot; stateCount=&quot;0&quot; /&gt;&lt;/shapeSettings&gt;&lt;/smart&gt;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2f967ea-0502-4419-b030-13fdba7008d5&quot; isFootnotesShape=&quot;false&quot;&gt;&lt;infographic currentState=&quot;0&quot; isInfographic=&quot;false&quot; state=&quot;2&quot; stateCount=&quot;0&quot; /&gt;&lt;/shapeSettings&gt;&lt;/smart&gt;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45e2a6e-d226-41e9-b33d-727c0d68c277&quot; isFootnotesShape=&quot;false&quot;&gt;&lt;infographic currentState=&quot;0&quot; isInfographic=&quot;false&quot; state=&quot;0&quot; stateCount=&quot;0&quot; /&gt;&lt;/shapeSettings&gt;&lt;/smart&gt;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63d453-ac00-4277-8df5-e001668d4f77&quot; isFootnotesShape=&quot;false&quot;&gt;&lt;infographic currentState=&quot;0&quot; isInfographic=&quot;false&quot; state=&quot;0&quot; stateCount=&quot;0&quot; /&gt;&lt;/shapeSettings&gt;&lt;/smart&gt;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0928579-1be7-47a8-a2f7-eb32131183a2&quot; isFootnotesShape=&quot;false&quot;&gt;&lt;infographic currentState=&quot;0&quot; isInfographic=&quot;false&quot; state=&quot;0&quot; stateCount=&quot;0&quot; /&gt;&lt;/shapeSettings&gt;&lt;/smart&gt;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96173bd-0fd9-47a7-8d65-4079ea5adc5e&quot; isFootnotesShape=&quot;false&quot;&gt;&lt;infographic currentState=&quot;0&quot; isInfographic=&quot;false&quot; state=&quot;0&quot; stateCount=&quot;0&quot; /&gt;&lt;/shapeSettings&gt;&lt;/smart&gt;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a8f4e9d-e259-46f6-bc18-58e07b55872e&quot; isFootnotesShape=&quot;false&quot;&gt;&lt;infographic currentState=&quot;0&quot; isInfographic=&quot;false&quot; state=&quot;2&quot; stateCount=&quot;0&quot; /&gt;&lt;/shapeSettings&gt;&lt;/smart&gt;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3a14649-786e-42d9-8ef3-23d8d6a51ba5&quot; isFootnotesShape=&quot;false&quot;&gt;&lt;infographic currentState=&quot;0&quot; isInfographic=&quot;false&quot; state=&quot;2&quot; stateCount=&quot;0&quot; /&gt;&lt;/shapeSettings&gt;&lt;/smart&gt;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a8fd256-bb5b-48db-a866-ac7a0b0d6668&quot; isFootnotesShape=&quot;false&quot;&gt;&lt;infographic currentState=&quot;0&quot; isInfographic=&quot;false&quot; state=&quot;2&quot; stateCount=&quot;0&quot; /&gt;&lt;/shapeSettings&gt;&lt;/smart&gt;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b2f5205-57af-46a9-81fb-b1c613930e06&quot; isFootnotesShape=&quot;false&quot;&gt;&lt;infographic currentState=&quot;0&quot; isInfographic=&quot;false&quot; state=&quot;1&quot; stateCount=&quot;0&quot; /&gt;&lt;/shapeSettings&gt;&lt;/smart&gt;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fef3de0-b58c-458d-a876-7d3ede47ea60&quot; isFootnotesShape=&quot;false&quot;&gt;&lt;infographic currentState=&quot;0&quot; isInfographic=&quot;false&quot; state=&quot;1&quot; stateCount=&quot;0&quot; /&gt;&lt;/shapeSettings&gt;&lt;/smart&gt;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3cc70dc-dba9-4015-b9a2-e6289b49fdf4&quot; isFootnotesShape=&quot;false&quot;&gt;&lt;infographic currentState=&quot;0&quot; isInfographic=&quot;false&quot; state=&quot;1&quot; stateCount=&quot;0&quot; /&gt;&lt;/shapeSettings&gt;&lt;/smart&gt;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d0bf55d-bfde-4532-af19-306699c72d7d&quot; isFootnotesShape=&quot;false&quot;&gt;&lt;infographic currentState=&quot;0&quot; isInfographic=&quot;false&quot; state=&quot;1&quot; stateCount=&quot;0&quot; /&gt;&lt;/shapeSettings&gt;&lt;/smart&gt;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2f967ea-0502-4419-b030-13fdba7008d5&quot; isFootnotesShape=&quot;false&quot;&gt;&lt;infographic currentState=&quot;0&quot; isInfographic=&quot;false&quot; state=&quot;2&quot; stateCount=&quot;0&quot; /&gt;&lt;/shapeSettings&gt;&lt;/smart&gt;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45e2a6e-d226-41e9-b33d-727c0d68c277&quot; isFootnotesShape=&quot;false&quot;&gt;&lt;infographic currentState=&quot;0&quot; isInfographic=&quot;false&quot; state=&quot;0&quot; stateCount=&quot;0&quot; /&gt;&lt;/shapeSettings&gt;&lt;/smart&gt;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63d453-ac00-4277-8df5-e001668d4f77&quot; isFootnotesShape=&quot;false&quot;&gt;&lt;infographic currentState=&quot;0&quot; isInfographic=&quot;false&quot; state=&quot;0&quot; stateCount=&quot;0&quot; /&gt;&lt;/shapeSettings&gt;&lt;/smart&gt;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0928579-1be7-47a8-a2f7-eb32131183a2&quot; isFootnotesShape=&quot;false&quot;&gt;&lt;infographic currentState=&quot;0&quot; isInfographic=&quot;false&quot; state=&quot;0&quot; stateCount=&quot;0&quot; /&gt;&lt;/shapeSettings&gt;&lt;/smart&gt;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96173bd-0fd9-47a7-8d65-4079ea5adc5e&quot; isFootnotesShape=&quot;false&quot;&gt;&lt;infographic currentState=&quot;0&quot; isInfographic=&quot;false&quot; state=&quot;0&quot; stateCount=&quot;0&quot; /&gt;&lt;/shapeSettings&gt;&lt;/smart&gt;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a8f4e9d-e259-46f6-bc18-58e07b55872e&quot; isFootnotesShape=&quot;false&quot;&gt;&lt;infographic currentState=&quot;0&quot; isInfographic=&quot;false&quot; state=&quot;2&quot; stateCount=&quot;0&quot; /&gt;&lt;/shapeSettings&gt;&lt;/smart&gt;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3a14649-786e-42d9-8ef3-23d8d6a51ba5&quot; isFootnotesShape=&quot;false&quot;&gt;&lt;infographic currentState=&quot;0&quot; isInfographic=&quot;false&quot; state=&quot;2&quot; stateCount=&quot;0&quot; /&gt;&lt;/shapeSettings&gt;&lt;/smart&gt;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a8fd256-bb5b-48db-a866-ac7a0b0d6668&quot; isFootnotesShape=&quot;false&quot;&gt;&lt;infographic currentState=&quot;0&quot; isInfographic=&quot;false&quot; state=&quot;2&quot; stateCount=&quot;0&quot; /&gt;&lt;/shapeSettings&gt;&lt;/smart&gt;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b2f5205-57af-46a9-81fb-b1c613930e06&quot; isFootnotesShape=&quot;false&quot;&gt;&lt;infographic currentState=&quot;0&quot; isInfographic=&quot;false&quot; state=&quot;1&quot; stateCount=&quot;0&quot; /&gt;&lt;/shapeSettings&gt;&lt;/smart&gt;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fef3de0-b58c-458d-a876-7d3ede47ea60&quot; isFootnotesShape=&quot;false&quot;&gt;&lt;infographic currentState=&quot;0&quot; isInfographic=&quot;false&quot; state=&quot;1&quot; stateCount=&quot;0&quot; /&gt;&lt;/shapeSettings&gt;&lt;/smart&gt;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3cc70dc-dba9-4015-b9a2-e6289b49fdf4&quot; isFootnotesShape=&quot;false&quot;&gt;&lt;infographic currentState=&quot;0&quot; isInfographic=&quot;false&quot; state=&quot;1&quot; stateCount=&quot;0&quot; /&gt;&lt;/shapeSettings&gt;&lt;/smart&gt;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d0bf55d-bfde-4532-af19-306699c72d7d&quot; isFootnotesShape=&quot;false&quot;&gt;&lt;infographic currentState=&quot;0&quot; isInfographic=&quot;false&quot; state=&quot;1&quot; stateCount=&quot;0&quot; /&gt;&lt;/shapeSettings&gt;&lt;/smart&gt;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2f967ea-0502-4419-b030-13fdba7008d5&quot; isFootnotesShape=&quot;false&quot;&gt;&lt;infographic currentState=&quot;0&quot; isInfographic=&quot;false&quot; state=&quot;2&quot; stateCount=&quot;0&quot; /&gt;&lt;/shapeSettings&gt;&lt;/smart&gt;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45e2a6e-d226-41e9-b33d-727c0d68c277&quot; isFootnotesShape=&quot;false&quot;&gt;&lt;infographic currentState=&quot;0&quot; isInfographic=&quot;false&quot; state=&quot;0&quot; stateCount=&quot;0&quot; /&gt;&lt;/shapeSettings&gt;&lt;/smart&gt;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63d453-ac00-4277-8df5-e001668d4f77&quot; isFootnotesShape=&quot;false&quot;&gt;&lt;infographic currentState=&quot;0&quot; isInfographic=&quot;false&quot; state=&quot;0&quot; stateCount=&quot;0&quot; /&gt;&lt;/shapeSettings&gt;&lt;/smart&gt;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0928579-1be7-47a8-a2f7-eb32131183a2&quot; isFootnotesShape=&quot;false&quot;&gt;&lt;infographic currentState=&quot;0&quot; isInfographic=&quot;false&quot; state=&quot;0&quot; stateCount=&quot;0&quot; /&gt;&lt;/shapeSettings&gt;&lt;/smart&gt;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96173bd-0fd9-47a7-8d65-4079ea5adc5e&quot; isFootnotesShape=&quot;false&quot;&gt;&lt;infographic currentState=&quot;0&quot; isInfographic=&quot;false&quot; state=&quot;0&quot; stateCount=&quot;0&quot; /&gt;&lt;/shapeSettings&gt;&lt;/smart&gt;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a8f4e9d-e259-46f6-bc18-58e07b55872e&quot; isFootnotesShape=&quot;false&quot;&gt;&lt;infographic currentState=&quot;0&quot; isInfographic=&quot;false&quot; state=&quot;2&quot; stateCount=&quot;0&quot; /&gt;&lt;/shapeSettings&gt;&lt;/smart&gt;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3a14649-786e-42d9-8ef3-23d8d6a51ba5&quot; isFootnotesShape=&quot;false&quot;&gt;&lt;infographic currentState=&quot;0&quot; isInfographic=&quot;false&quot; state=&quot;2&quot; stateCount=&quot;0&quot; /&gt;&lt;/shapeSettings&gt;&lt;/smart&gt;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a8fd256-bb5b-48db-a866-ac7a0b0d6668&quot; isFootnotesShape=&quot;false&quot;&gt;&lt;infographic currentState=&quot;0&quot; isInfographic=&quot;false&quot; state=&quot;2&quot; stateCount=&quot;0&quot; /&gt;&lt;/shapeSettings&gt;&lt;/smart&gt;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b2f5205-57af-46a9-81fb-b1c613930e06&quot; isFootnotesShape=&quot;false&quot;&gt;&lt;infographic currentState=&quot;0&quot; isInfographic=&quot;false&quot; state=&quot;1&quot; stateCount=&quot;0&quot; /&gt;&lt;/shapeSettings&gt;&lt;/smart&gt;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fef3de0-b58c-458d-a876-7d3ede47ea60&quot; isFootnotesShape=&quot;false&quot;&gt;&lt;infographic currentState=&quot;0&quot; isInfographic=&quot;false&quot; state=&quot;1&quot; stateCount=&quot;0&quot; /&gt;&lt;/shapeSettings&gt;&lt;/smart&gt;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3cc70dc-dba9-4015-b9a2-e6289b49fdf4&quot; isFootnotesShape=&quot;false&quot;&gt;&lt;infographic currentState=&quot;0&quot; isInfographic=&quot;false&quot; state=&quot;1&quot; stateCount=&quot;0&quot; /&gt;&lt;/shapeSettings&gt;&lt;/smart&gt;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d0bf55d-bfde-4532-af19-306699c72d7d&quot; isFootnotesShape=&quot;false&quot;&gt;&lt;infographic currentState=&quot;0&quot; isInfographic=&quot;false&quot; state=&quot;1&quot; stateCount=&quot;0&quot; /&gt;&lt;/shapeSettings&gt;&lt;/smart&gt;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2f967ea-0502-4419-b030-13fdba7008d5&quot; isFootnotesShape=&quot;false&quot;&gt;&lt;infographic currentState=&quot;0&quot; isInfographic=&quot;false&quot; state=&quot;2&quot; stateCount=&quot;0&quot; /&gt;&lt;/shapeSettings&gt;&lt;/smart&gt;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45e2a6e-d226-41e9-b33d-727c0d68c277&quot; isFootnotesShape=&quot;false&quot;&gt;&lt;infographic currentState=&quot;0&quot; isInfographic=&quot;false&quot; state=&quot;0&quot; stateCount=&quot;0&quot; /&gt;&lt;/shapeSettings&gt;&lt;/smart&gt;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63d453-ac00-4277-8df5-e001668d4f77&quot; isFootnotesShape=&quot;false&quot;&gt;&lt;infographic currentState=&quot;0&quot; isInfographic=&quot;false&quot; state=&quot;0&quot; stateCount=&quot;0&quot; /&gt;&lt;/shapeSettings&gt;&lt;/smart&gt;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0928579-1be7-47a8-a2f7-eb32131183a2&quot; isFootnotesShape=&quot;false&quot;&gt;&lt;infographic currentState=&quot;0&quot; isInfographic=&quot;false&quot; state=&quot;0&quot; stateCount=&quot;0&quot; /&gt;&lt;/shapeSettings&gt;&lt;/smart&gt;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96173bd-0fd9-47a7-8d65-4079ea5adc5e&quot; isFootnotesShape=&quot;false&quot;&gt;&lt;infographic currentState=&quot;0&quot; isInfographic=&quot;false&quot; state=&quot;0&quot; stateCount=&quot;0&quot; /&gt;&lt;/shapeSettings&gt;&lt;/smart&gt;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a8f4e9d-e259-46f6-bc18-58e07b55872e&quot; isFootnotesShape=&quot;false&quot;&gt;&lt;infographic currentState=&quot;0&quot; isInfographic=&quot;false&quot; state=&quot;2&quot; stateCount=&quot;0&quot; /&gt;&lt;/shapeSettings&gt;&lt;/smart&gt;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3a14649-786e-42d9-8ef3-23d8d6a51ba5&quot; isFootnotesShape=&quot;false&quot;&gt;&lt;infographic currentState=&quot;0&quot; isInfographic=&quot;false&quot; state=&quot;2&quot; stateCount=&quot;0&quot; /&gt;&lt;/shapeSettings&gt;&lt;/smart&gt;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a8fd256-bb5b-48db-a866-ac7a0b0d6668&quot; isFootnotesShape=&quot;false&quot;&gt;&lt;infographic currentState=&quot;0&quot; isInfographic=&quot;false&quot; state=&quot;2&quot; stateCount=&quot;0&quot; /&gt;&lt;/shapeSettings&gt;&lt;/smart&gt;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b2f5205-57af-46a9-81fb-b1c613930e06&quot; isFootnotesShape=&quot;false&quot;&gt;&lt;infographic currentState=&quot;0&quot; isInfographic=&quot;false&quot; state=&quot;1&quot; stateCount=&quot;0&quot; /&gt;&lt;/shapeSettings&gt;&lt;/smart&gt;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fef3de0-b58c-458d-a876-7d3ede47ea60&quot; isFootnotesShape=&quot;false&quot;&gt;&lt;infographic currentState=&quot;0&quot; isInfographic=&quot;false&quot; state=&quot;1&quot; stateCount=&quot;0&quot; /&gt;&lt;/shapeSettings&gt;&lt;/smart&gt;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3cc70dc-dba9-4015-b9a2-e6289b49fdf4&quot; isFootnotesShape=&quot;false&quot;&gt;&lt;infographic currentState=&quot;0&quot; isInfographic=&quot;false&quot; state=&quot;1&quot; stateCount=&quot;0&quot; /&gt;&lt;/shapeSettings&gt;&lt;/smart&gt;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d0bf55d-bfde-4532-af19-306699c72d7d&quot; isFootnotesShape=&quot;false&quot;&gt;&lt;infographic currentState=&quot;0&quot; isInfographic=&quot;false&quot; state=&quot;1&quot; stateCount=&quot;0&quot; /&gt;&lt;/shapeSettings&gt;&lt;/smart&gt;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2f967ea-0502-4419-b030-13fdba7008d5&quot; isFootnotesShape=&quot;false&quot;&gt;&lt;infographic currentState=&quot;0&quot; isInfographic=&quot;false&quot; state=&quot;2&quot; stateCount=&quot;0&quot; /&gt;&lt;/shapeSettings&gt;&lt;/smart&gt;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45e2a6e-d226-41e9-b33d-727c0d68c277&quot; isFootnotesShape=&quot;false&quot;&gt;&lt;infographic currentState=&quot;0&quot; isInfographic=&quot;false&quot; state=&quot;0&quot; stateCount=&quot;0&quot; /&gt;&lt;/shapeSettings&gt;&lt;/smart&gt;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63d453-ac00-4277-8df5-e001668d4f77&quot; isFootnotesShape=&quot;false&quot;&gt;&lt;infographic currentState=&quot;0&quot; isInfographic=&quot;false&quot; state=&quot;0&quot; stateCount=&quot;0&quot; /&gt;&lt;/shapeSettings&gt;&lt;/smart&gt;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0928579-1be7-47a8-a2f7-eb32131183a2&quot; isFootnotesShape=&quot;false&quot;&gt;&lt;infographic currentState=&quot;0&quot; isInfographic=&quot;false&quot; state=&quot;0&quot; stateCount=&quot;0&quot; /&gt;&lt;/shapeSettings&gt;&lt;/smart&gt;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96173bd-0fd9-47a7-8d65-4079ea5adc5e&quot; isFootnotesShape=&quot;false&quot;&gt;&lt;infographic currentState=&quot;0&quot; isInfographic=&quot;false&quot; state=&quot;0&quot; stateCount=&quot;0&quot; /&gt;&lt;/shapeSettings&gt;&lt;/smart&gt;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a8f4e9d-e259-46f6-bc18-58e07b55872e&quot; isFootnotesShape=&quot;false&quot;&gt;&lt;infographic currentState=&quot;0&quot; isInfographic=&quot;false&quot; state=&quot;2&quot; stateCount=&quot;0&quot; /&gt;&lt;/shapeSettings&gt;&lt;/smart&gt;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3a14649-786e-42d9-8ef3-23d8d6a51ba5&quot; isFootnotesShape=&quot;false&quot;&gt;&lt;infographic currentState=&quot;0&quot; isInfographic=&quot;false&quot; state=&quot;2&quot; stateCount=&quot;0&quot; /&gt;&lt;/shapeSettings&gt;&lt;/smart&gt;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a8fd256-bb5b-48db-a866-ac7a0b0d6668&quot; isFootnotesShape=&quot;false&quot;&gt;&lt;infographic currentState=&quot;0&quot; isInfographic=&quot;false&quot; state=&quot;2&quot; stateCount=&quot;0&quot; /&gt;&lt;/shapeSettings&gt;&lt;/smart&gt;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b2f5205-57af-46a9-81fb-b1c613930e06&quot; isFootnotesShape=&quot;false&quot;&gt;&lt;infographic currentState=&quot;0&quot; isInfographic=&quot;false&quot; state=&quot;1&quot; stateCount=&quot;0&quot; /&gt;&lt;/shapeSettings&gt;&lt;/smart&gt;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fef3de0-b58c-458d-a876-7d3ede47ea60&quot; isFootnotesShape=&quot;false&quot;&gt;&lt;infographic currentState=&quot;0&quot; isInfographic=&quot;false&quot; state=&quot;1&quot; stateCount=&quot;0&quot; /&gt;&lt;/shapeSettings&gt;&lt;/smart&gt;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3cc70dc-dba9-4015-b9a2-e6289b49fdf4&quot; isFootnotesShape=&quot;false&quot;&gt;&lt;infographic currentState=&quot;0&quot; isInfographic=&quot;false&quot; state=&quot;1&quot; stateCount=&quot;0&quot; /&gt;&lt;/shapeSettings&gt;&lt;/smart&gt;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d0bf55d-bfde-4532-af19-306699c72d7d&quot; isFootnotesShape=&quot;false&quot;&gt;&lt;infographic currentState=&quot;0&quot; isInfographic=&quot;false&quot; state=&quot;1&quot; stateCount=&quot;0&quot; /&gt;&lt;/shapeSettings&gt;&lt;/smart&gt;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2f967ea-0502-4419-b030-13fdba7008d5&quot; isFootnotesShape=&quot;false&quot;&gt;&lt;infographic currentState=&quot;0&quot; isInfographic=&quot;false&quot; state=&quot;2&quot; stateCount=&quot;0&quot; /&gt;&lt;/shapeSettings&gt;&lt;/smart&gt;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45e2a6e-d226-41e9-b33d-727c0d68c277&quot; isFootnotesShape=&quot;false&quot;&gt;&lt;infographic currentState=&quot;0&quot; isInfographic=&quot;false&quot; state=&quot;0&quot; stateCount=&quot;0&quot; /&gt;&lt;/shapeSettings&gt;&lt;/smart&gt;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63d453-ac00-4277-8df5-e001668d4f77&quot; isFootnotesShape=&quot;false&quot;&gt;&lt;infographic currentState=&quot;0&quot; isInfographic=&quot;false&quot; state=&quot;0&quot; stateCount=&quot;0&quot; /&gt;&lt;/shapeSettings&gt;&lt;/smart&gt;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0928579-1be7-47a8-a2f7-eb32131183a2&quot; isFootnotesShape=&quot;false&quot;&gt;&lt;infographic currentState=&quot;0&quot; isInfographic=&quot;false&quot; state=&quot;0&quot; stateCount=&quot;0&quot; /&gt;&lt;/shapeSettings&gt;&lt;/smart&gt;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96173bd-0fd9-47a7-8d65-4079ea5adc5e&quot; isFootnotesShape=&quot;false&quot;&gt;&lt;infographic currentState=&quot;0&quot; isInfographic=&quot;false&quot; state=&quot;0&quot; stateCount=&quot;0&quot; /&gt;&lt;/shapeSettings&gt;&lt;/smart&gt;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a8f4e9d-e259-46f6-bc18-58e07b55872e&quot; isFootnotesShape=&quot;false&quot;&gt;&lt;infographic currentState=&quot;0&quot; isInfographic=&quot;false&quot; state=&quot;2&quot; stateCount=&quot;0&quot; /&gt;&lt;/shapeSettings&gt;&lt;/smart&gt;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3a14649-786e-42d9-8ef3-23d8d6a51ba5&quot; isFootnotesShape=&quot;false&quot;&gt;&lt;infographic currentState=&quot;0&quot; isInfographic=&quot;false&quot; state=&quot;2&quot; stateCount=&quot;0&quot; /&gt;&lt;/shapeSettings&gt;&lt;/smart&gt;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a8fd256-bb5b-48db-a866-ac7a0b0d6668&quot; isFootnotesShape=&quot;false&quot;&gt;&lt;infographic currentState=&quot;0&quot; isInfographic=&quot;false&quot; state=&quot;2&quot; stateCount=&quot;0&quot; /&gt;&lt;/shapeSettings&gt;&lt;/smart&gt;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b2f5205-57af-46a9-81fb-b1c613930e06&quot; isFootnotesShape=&quot;false&quot;&gt;&lt;infographic currentState=&quot;0&quot; isInfographic=&quot;false&quot; state=&quot;1&quot; stateCount=&quot;0&quot; /&gt;&lt;/shapeSettings&gt;&lt;/smart&gt;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fef3de0-b58c-458d-a876-7d3ede47ea60&quot; isFootnotesShape=&quot;false&quot;&gt;&lt;infographic currentState=&quot;0&quot; isInfographic=&quot;false&quot; state=&quot;1&quot; stateCount=&quot;0&quot; /&gt;&lt;/shapeSettings&gt;&lt;/smart&gt;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3cc70dc-dba9-4015-b9a2-e6289b49fdf4&quot; isFootnotesShape=&quot;false&quot;&gt;&lt;infographic currentState=&quot;0&quot; isInfographic=&quot;false&quot; state=&quot;1&quot; stateCount=&quot;0&quot; /&gt;&lt;/shapeSettings&gt;&lt;/smart&gt;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d0bf55d-bfde-4532-af19-306699c72d7d&quot; isFootnotesShape=&quot;false&quot;&gt;&lt;infographic currentState=&quot;0&quot; isInfographic=&quot;false&quot; state=&quot;1&quot; stateCount=&quot;0&quot; /&gt;&lt;/shapeSettings&gt;&lt;/smart&gt;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2f967ea-0502-4419-b030-13fdba7008d5&quot; isFootnotesShape=&quot;false&quot;&gt;&lt;infographic currentState=&quot;0&quot; isInfographic=&quot;false&quot; state=&quot;2&quot; stateCount=&quot;0&quot; /&gt;&lt;/shapeSettings&gt;&lt;/smart&gt;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45e2a6e-d226-41e9-b33d-727c0d68c277&quot; isFootnotesShape=&quot;false&quot;&gt;&lt;infographic currentState=&quot;0&quot; isInfographic=&quot;false&quot; state=&quot;0&quot; stateCount=&quot;0&quot; /&gt;&lt;/shapeSettings&gt;&lt;/smart&gt;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63d453-ac00-4277-8df5-e001668d4f77&quot; isFootnotesShape=&quot;false&quot;&gt;&lt;infographic currentState=&quot;0&quot; isInfographic=&quot;false&quot; state=&quot;0&quot; stateCount=&quot;0&quot; /&gt;&lt;/shapeSettings&gt;&lt;/smart&gt;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0928579-1be7-47a8-a2f7-eb32131183a2&quot; isFootnotesShape=&quot;false&quot;&gt;&lt;infographic currentState=&quot;0&quot; isInfographic=&quot;false&quot; state=&quot;0&quot; stateCount=&quot;0&quot; /&gt;&lt;/shapeSettings&gt;&lt;/smart&gt;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96173bd-0fd9-47a7-8d65-4079ea5adc5e&quot; isFootnotesShape=&quot;false&quot;&gt;&lt;infographic currentState=&quot;0&quot; isInfographic=&quot;false&quot; state=&quot;0&quot; stateCount=&quot;0&quot; /&gt;&lt;/shapeSettings&gt;&lt;/smart&gt;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a8f4e9d-e259-46f6-bc18-58e07b55872e&quot; isFootnotesShape=&quot;false&quot;&gt;&lt;infographic currentState=&quot;0&quot; isInfographic=&quot;false&quot; state=&quot;2&quot; stateCount=&quot;0&quot; /&gt;&lt;/shapeSettings&gt;&lt;/smart&gt;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3a14649-786e-42d9-8ef3-23d8d6a51ba5&quot; isFootnotesShape=&quot;false&quot;&gt;&lt;infographic currentState=&quot;0&quot; isInfographic=&quot;false&quot; state=&quot;2&quot; stateCount=&quot;0&quot; /&gt;&lt;/shapeSettings&gt;&lt;/smart&gt;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a8fd256-bb5b-48db-a866-ac7a0b0d6668&quot; isFootnotesShape=&quot;false&quot;&gt;&lt;infographic currentState=&quot;0&quot; isInfographic=&quot;false&quot; state=&quot;2&quot; stateCount=&quot;0&quot; /&gt;&lt;/shapeSettings&gt;&lt;/smart&gt;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b2f5205-57af-46a9-81fb-b1c613930e06&quot; isFootnotesShape=&quot;false&quot;&gt;&lt;infographic currentState=&quot;0&quot; isInfographic=&quot;false&quot; state=&quot;1&quot; stateCount=&quot;0&quot; /&gt;&lt;/shapeSettings&gt;&lt;/smart&gt;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fef3de0-b58c-458d-a876-7d3ede47ea60&quot; isFootnotesShape=&quot;false&quot;&gt;&lt;infographic currentState=&quot;0&quot; isInfographic=&quot;false&quot; state=&quot;1&quot; stateCount=&quot;0&quot; /&gt;&lt;/shapeSettings&gt;&lt;/smart&gt;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3cc70dc-dba9-4015-b9a2-e6289b49fdf4&quot; isFootnotesShape=&quot;false&quot;&gt;&lt;infographic currentState=&quot;0&quot; isInfographic=&quot;false&quot; state=&quot;1&quot; stateCount=&quot;0&quot; /&gt;&lt;/shapeSettings&gt;&lt;/smart&gt;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d0bf55d-bfde-4532-af19-306699c72d7d&quot; isFootnotesShape=&quot;false&quot;&gt;&lt;infographic currentState=&quot;0&quot; isInfographic=&quot;false&quot; state=&quot;1&quot; stateCount=&quot;0&quot; /&gt;&lt;/shapeSettings&gt;&lt;/smart&gt;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2f967ea-0502-4419-b030-13fdba7008d5&quot; isFootnotesShape=&quot;false&quot;&gt;&lt;infographic currentState=&quot;0&quot; isInfographic=&quot;false&quot; state=&quot;2&quot; stateCount=&quot;0&quot; /&gt;&lt;/shapeSettings&gt;&lt;/smart&gt;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45e2a6e-d226-41e9-b33d-727c0d68c277&quot; isFootnotesShape=&quot;false&quot;&gt;&lt;infographic currentState=&quot;0&quot; isInfographic=&quot;false&quot; state=&quot;0&quot; stateCount=&quot;0&quot; /&gt;&lt;/shapeSettings&gt;&lt;/smart&gt;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63d453-ac00-4277-8df5-e001668d4f77&quot; isFootnotesShape=&quot;false&quot;&gt;&lt;infographic currentState=&quot;0&quot; isInfographic=&quot;false&quot; state=&quot;0&quot; stateCount=&quot;0&quot; /&gt;&lt;/shapeSettings&gt;&lt;/smart&gt;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0928579-1be7-47a8-a2f7-eb32131183a2&quot; isFootnotesShape=&quot;false&quot;&gt;&lt;infographic currentState=&quot;0&quot; isInfographic=&quot;false&quot; state=&quot;0&quot; stateCount=&quot;0&quot; /&gt;&lt;/shapeSettings&gt;&lt;/smart&gt;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96173bd-0fd9-47a7-8d65-4079ea5adc5e&quot; isFootnotesShape=&quot;false&quot;&gt;&lt;infographic currentState=&quot;0&quot; isInfographic=&quot;false&quot; state=&quot;0&quot; stateCount=&quot;0&quot; /&gt;&lt;/shapeSettings&gt;&lt;/smart&gt;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a8f4e9d-e259-46f6-bc18-58e07b55872e&quot; isFootnotesShape=&quot;false&quot;&gt;&lt;infographic currentState=&quot;0&quot; isInfographic=&quot;false&quot; state=&quot;2&quot; stateCount=&quot;0&quot; /&gt;&lt;/shapeSettings&gt;&lt;/smart&gt;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3a14649-786e-42d9-8ef3-23d8d6a51ba5&quot; isFootnotesShape=&quot;false&quot;&gt;&lt;infographic currentState=&quot;0&quot; isInfographic=&quot;false&quot; state=&quot;2&quot; stateCount=&quot;0&quot; /&gt;&lt;/shapeSettings&gt;&lt;/smart&gt;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a8fd256-bb5b-48db-a866-ac7a0b0d6668&quot; isFootnotesShape=&quot;false&quot;&gt;&lt;infographic currentState=&quot;0&quot; isInfographic=&quot;false&quot; state=&quot;2&quot; stateCount=&quot;0&quot; /&gt;&lt;/shapeSettings&gt;&lt;/smart&gt;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b2f5205-57af-46a9-81fb-b1c613930e06&quot; isFootnotesShape=&quot;false&quot;&gt;&lt;infographic currentState=&quot;0&quot; isInfographic=&quot;false&quot; state=&quot;1&quot; stateCount=&quot;0&quot; /&gt;&lt;/shapeSettings&gt;&lt;/smart&gt;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fef3de0-b58c-458d-a876-7d3ede47ea60&quot; isFootnotesShape=&quot;false&quot;&gt;&lt;infographic currentState=&quot;0&quot; isInfographic=&quot;false&quot; state=&quot;1&quot; stateCount=&quot;0&quot; /&gt;&lt;/shapeSettings&gt;&lt;/smart&gt;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3cc70dc-dba9-4015-b9a2-e6289b49fdf4&quot; isFootnotesShape=&quot;false&quot;&gt;&lt;infographic currentState=&quot;0&quot; isInfographic=&quot;false&quot; state=&quot;1&quot; stateCount=&quot;0&quot; /&gt;&lt;/shapeSettings&gt;&lt;/smart&gt;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d0bf55d-bfde-4532-af19-306699c72d7d&quot; isFootnotesShape=&quot;false&quot;&gt;&lt;infographic currentState=&quot;0&quot; isInfographic=&quot;false&quot; state=&quot;1&quot; stateCount=&quot;0&quot; /&gt;&lt;/shapeSettings&gt;&lt;/smart&gt;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2f967ea-0502-4419-b030-13fdba7008d5&quot; isFootnotesShape=&quot;false&quot;&gt;&lt;infographic currentState=&quot;0&quot; isInfographic=&quot;false&quot; state=&quot;2&quot; stateCount=&quot;0&quot; /&gt;&lt;/shapeSettings&gt;&lt;/smart&gt;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45e2a6e-d226-41e9-b33d-727c0d68c277&quot; isFootnotesShape=&quot;false&quot;&gt;&lt;infographic currentState=&quot;0&quot; isInfographic=&quot;false&quot; state=&quot;0&quot; stateCount=&quot;0&quot; /&gt;&lt;/shapeSettings&gt;&lt;/smart&gt;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63d453-ac00-4277-8df5-e001668d4f77&quot; isFootnotesShape=&quot;false&quot;&gt;&lt;infographic currentState=&quot;0&quot; isInfographic=&quot;false&quot; state=&quot;0&quot; stateCount=&quot;0&quot; /&gt;&lt;/shapeSettings&gt;&lt;/smart&gt;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0928579-1be7-47a8-a2f7-eb32131183a2&quot; isFootnotesShape=&quot;false&quot;&gt;&lt;infographic currentState=&quot;0&quot; isInfographic=&quot;false&quot; state=&quot;0&quot; stateCount=&quot;0&quot; /&gt;&lt;/shapeSettings&gt;&lt;/smart&gt;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96173bd-0fd9-47a7-8d65-4079ea5adc5e&quot; isFootnotesShape=&quot;false&quot;&gt;&lt;infographic currentState=&quot;0&quot; isInfographic=&quot;false&quot; state=&quot;0&quot; stateCount=&quot;0&quot; /&gt;&lt;/shapeSettings&gt;&lt;/smart&gt;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a8f4e9d-e259-46f6-bc18-58e07b55872e&quot; isFootnotesShape=&quot;false&quot;&gt;&lt;infographic currentState=&quot;0&quot; isInfographic=&quot;false&quot; state=&quot;2&quot; stateCount=&quot;0&quot; /&gt;&lt;/shapeSettings&gt;&lt;/smart&gt;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3a14649-786e-42d9-8ef3-23d8d6a51ba5&quot; isFootnotesShape=&quot;false&quot;&gt;&lt;infographic currentState=&quot;0&quot; isInfographic=&quot;false&quot; state=&quot;2&quot; stateCount=&quot;0&quot; /&gt;&lt;/shapeSettings&gt;&lt;/smart&gt;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a8fd256-bb5b-48db-a866-ac7a0b0d6668&quot; isFootnotesShape=&quot;false&quot;&gt;&lt;infographic currentState=&quot;0&quot; isInfographic=&quot;false&quot; state=&quot;2&quot; stateCount=&quot;0&quot; /&gt;&lt;/shapeSettings&gt;&lt;/smart&gt;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b2f5205-57af-46a9-81fb-b1c613930e06&quot; isFootnotesShape=&quot;false&quot;&gt;&lt;infographic currentState=&quot;0&quot; isInfographic=&quot;false&quot; state=&quot;1&quot; stateCount=&quot;0&quot; /&gt;&lt;/shapeSettings&gt;&lt;/smart&gt;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fef3de0-b58c-458d-a876-7d3ede47ea60&quot; isFootnotesShape=&quot;false&quot;&gt;&lt;infographic currentState=&quot;0&quot; isInfographic=&quot;false&quot; state=&quot;1&quot; stateCount=&quot;0&quot; /&gt;&lt;/shapeSettings&gt;&lt;/smart&gt;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3cc70dc-dba9-4015-b9a2-e6289b49fdf4&quot; isFootnotesShape=&quot;false&quot;&gt;&lt;infographic currentState=&quot;0&quot; isInfographic=&quot;false&quot; state=&quot;1&quot; stateCount=&quot;0&quot; /&gt;&lt;/shapeSettings&gt;&lt;/smart&gt;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22d9a8ce-aec3-42ec-afe4-6b0a1d7e9a8c&quot; isFootnotesShape=&quot;false&quot;&gt;&lt;infographic currentState=&quot;0&quot; isInfographic=&quot;false&quot; state=&quot;0&quot; stateCount=&quot;0&quot; /&gt;&lt;/shapeSettings&gt;&lt;/smart&gt;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42440be-943a-41b7-869e-03a047713285&quot; isFootnotesShape=&quot;false&quot;&gt;&lt;infographic currentState=&quot;0&quot; isInfographic=&quot;false&quot; state=&quot;1&quot; stateCount=&quot;0&quot; /&gt;&lt;/shapeSettings&gt;&lt;/smart&gt;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a06f9de-0651-4d45-978e-245d1add40a8&quot; isFootnotesShape=&quot;false&quot;&gt;&lt;infographic currentState=&quot;0&quot; isInfographic=&quot;false&quot; state=&quot;2&quot; stateCount=&quot;0&quot; /&gt;&lt;/shapeSettings&gt;&lt;/smart&gt;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22d9a8ce-aec3-42ec-afe4-6b0a1d7e9a8c&quot; isFootnotesShape=&quot;false&quot;&gt;&lt;infographic currentState=&quot;0&quot; isInfographic=&quot;false&quot; state=&quot;0&quot; stateCount=&quot;0&quot; /&gt;&lt;/shapeSettings&gt;&lt;/smart&gt;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42440be-943a-41b7-869e-03a047713285&quot; isFootnotesShape=&quot;false&quot;&gt;&lt;infographic currentState=&quot;0&quot; isInfographic=&quot;false&quot; state=&quot;1&quot; stateCount=&quot;0&quot; /&gt;&lt;/shapeSettings&gt;&lt;/smart&gt;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a06f9de-0651-4d45-978e-245d1add40a8&quot; isFootnotesShape=&quot;false&quot;&gt;&lt;infographic currentState=&quot;0&quot; isInfographic=&quot;false&quot; state=&quot;2&quot; stateCount=&quot;0&quot; /&gt;&lt;/shapeSettings&gt;&lt;/smart&gt;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22d9a8ce-aec3-42ec-afe4-6b0a1d7e9a8c&quot; isFootnotesShape=&quot;false&quot;&gt;&lt;infographic currentState=&quot;0&quot; isInfographic=&quot;false&quot; state=&quot;0&quot; stateCount=&quot;0&quot; /&gt;&lt;/shapeSettings&gt;&lt;/smart&gt;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42440be-943a-41b7-869e-03a047713285&quot; isFootnotesShape=&quot;false&quot;&gt;&lt;infographic currentState=&quot;0&quot; isInfographic=&quot;false&quot; state=&quot;1&quot; stateCount=&quot;0&quot; /&gt;&lt;/shapeSettings&gt;&lt;/smart&gt;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a06f9de-0651-4d45-978e-245d1add40a8&quot; isFootnotesShape=&quot;false&quot;&gt;&lt;infographic currentState=&quot;0&quot; isInfographic=&quot;false&quot; state=&quot;2&quot; stateCount=&quot;0&quot; /&gt;&lt;/shapeSettings&gt;&lt;/smart&gt;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22d9a8ce-aec3-42ec-afe4-6b0a1d7e9a8c&quot; isFootnotesShape=&quot;false&quot;&gt;&lt;infographic currentState=&quot;0&quot; isInfographic=&quot;false&quot; state=&quot;0&quot; stateCount=&quot;0&quot; /&gt;&lt;/shapeSettings&gt;&lt;/smart&gt;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42440be-943a-41b7-869e-03a047713285&quot; isFootnotesShape=&quot;false&quot;&gt;&lt;infographic currentState=&quot;0&quot; isInfographic=&quot;false&quot; state=&quot;1&quot; stateCount=&quot;0&quot; /&gt;&lt;/shapeSettings&gt;&lt;/smart&gt;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a06f9de-0651-4d45-978e-245d1add40a8&quot; isFootnotesShape=&quot;false&quot;&gt;&lt;infographic currentState=&quot;0&quot; isInfographic=&quot;false&quot; state=&quot;2&quot; stateCount=&quot;0&quot; /&gt;&lt;/shapeSettings&gt;&lt;/smart&gt;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22d9a8ce-aec3-42ec-afe4-6b0a1d7e9a8c&quot; isFootnotesShape=&quot;false&quot;&gt;&lt;infographic currentState=&quot;0&quot; isInfographic=&quot;false&quot; state=&quot;0&quot; stateCount=&quot;0&quot; /&gt;&lt;/shapeSettings&gt;&lt;/smart&gt;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42440be-943a-41b7-869e-03a047713285&quot; isFootnotesShape=&quot;false&quot;&gt;&lt;infographic currentState=&quot;0&quot; isInfographic=&quot;false&quot; state=&quot;1&quot; stateCount=&quot;0&quot; /&gt;&lt;/shapeSettings&gt;&lt;/smart&gt;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a06f9de-0651-4d45-978e-245d1add40a8&quot; isFootnotesShape=&quot;false&quot;&gt;&lt;infographic currentState=&quot;0&quot; isInfographic=&quot;false&quot; state=&quot;2&quot; stateCount=&quot;0&quot; /&gt;&lt;/shapeSettings&gt;&lt;/smart&gt;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22d9a8ce-aec3-42ec-afe4-6b0a1d7e9a8c&quot; isFootnotesShape=&quot;false&quot;&gt;&lt;infographic currentState=&quot;0&quot; isInfographic=&quot;false&quot; state=&quot;0&quot; stateCount=&quot;0&quot; /&gt;&lt;/shapeSettings&gt;&lt;/smart&gt;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42440be-943a-41b7-869e-03a047713285&quot; isFootnotesShape=&quot;false&quot;&gt;&lt;infographic currentState=&quot;0&quot; isInfographic=&quot;false&quot; state=&quot;1&quot; stateCount=&quot;0&quot; /&gt;&lt;/shapeSettings&gt;&lt;/smart&gt;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a06f9de-0651-4d45-978e-245d1add40a8&quot; isFootnotesShape=&quot;false&quot;&gt;&lt;infographic currentState=&quot;0&quot; isInfographic=&quot;false&quot; state=&quot;2&quot; stateCount=&quot;0&quot; /&gt;&lt;/shapeSettings&gt;&lt;/smart&gt;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22d9a8ce-aec3-42ec-afe4-6b0a1d7e9a8c&quot; isFootnotesShape=&quot;false&quot;&gt;&lt;infographic currentState=&quot;0&quot; isInfographic=&quot;false&quot; state=&quot;0&quot; stateCount=&quot;0&quot; /&gt;&lt;/shapeSettings&gt;&lt;/smart&gt;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42440be-943a-41b7-869e-03a047713285&quot; isFootnotesShape=&quot;false&quot;&gt;&lt;infographic currentState=&quot;0&quot; isInfographic=&quot;false&quot; state=&quot;1&quot; stateCount=&quot;0&quot; /&gt;&lt;/shapeSettings&gt;&lt;/smart&gt;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a06f9de-0651-4d45-978e-245d1add40a8&quot; isFootnotesShape=&quot;false&quot;&gt;&lt;infographic currentState=&quot;0&quot; isInfographic=&quot;false&quot; state=&quot;2&quot; stateCount=&quot;0&quot; /&gt;&lt;/shapeSettings&gt;&lt;/smart&gt;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22d9a8ce-aec3-42ec-afe4-6b0a1d7e9a8c&quot; isFootnotesShape=&quot;false&quot;&gt;&lt;infographic currentState=&quot;0&quot; isInfographic=&quot;false&quot; state=&quot;0&quot; stateCount=&quot;0&quot; /&gt;&lt;/shapeSettings&gt;&lt;/smart&gt;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42440be-943a-41b7-869e-03a047713285&quot; isFootnotesShape=&quot;false&quot;&gt;&lt;infographic currentState=&quot;0&quot; isInfographic=&quot;false&quot; state=&quot;1&quot; stateCount=&quot;0&quot; /&gt;&lt;/shapeSettings&gt;&lt;/smart&gt;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a06f9de-0651-4d45-978e-245d1add40a8&quot; isFootnotesShape=&quot;false&quot;&gt;&lt;infographic currentState=&quot;0&quot; isInfographic=&quot;false&quot; state=&quot;2&quot; stateCount=&quot;0&quot; /&gt;&lt;/shapeSettings&gt;&lt;/smart&gt;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22d9a8ce-aec3-42ec-afe4-6b0a1d7e9a8c&quot; isFootnotesShape=&quot;false&quot;&gt;&lt;infographic currentState=&quot;0&quot; isInfographic=&quot;false&quot; state=&quot;0&quot; stateCount=&quot;0&quot; /&gt;&lt;/shapeSettings&gt;&lt;/smart&gt;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42440be-943a-41b7-869e-03a047713285&quot; isFootnotesShape=&quot;false&quot;&gt;&lt;infographic currentState=&quot;0&quot; isInfographic=&quot;false&quot; state=&quot;1&quot; stateCount=&quot;0&quot; /&gt;&lt;/shapeSettings&gt;&lt;/smart&gt;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a06f9de-0651-4d45-978e-245d1add40a8&quot; isFootnotesShape=&quot;false&quot;&gt;&lt;infographic currentState=&quot;0&quot; isInfographic=&quot;false&quot; state=&quot;2&quot; stateCount=&quot;0&quot; /&gt;&lt;/shapeSettings&gt;&lt;/smart&gt;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22d9a8ce-aec3-42ec-afe4-6b0a1d7e9a8c&quot; isFootnotesShape=&quot;false&quot;&gt;&lt;infographic currentState=&quot;0&quot; isInfographic=&quot;false&quot; state=&quot;0&quot; stateCount=&quot;0&quot; /&gt;&lt;/shapeSettings&gt;&lt;/smart&gt;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42440be-943a-41b7-869e-03a047713285&quot; isFootnotesShape=&quot;false&quot;&gt;&lt;infographic currentState=&quot;0&quot; isInfographic=&quot;false&quot; state=&quot;1&quot; stateCount=&quot;0&quot; /&gt;&lt;/shapeSettings&gt;&lt;/smart&gt;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a06f9de-0651-4d45-978e-245d1add40a8&quot; isFootnotesShape=&quot;false&quot;&gt;&lt;infographic currentState=&quot;0&quot; isInfographic=&quot;false&quot; state=&quot;2&quot; stateCount=&quot;0&quot; /&gt;&lt;/shapeSettings&gt;&lt;/smart&gt;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22d9a8ce-aec3-42ec-afe4-6b0a1d7e9a8c&quot; isFootnotesShape=&quot;false&quot;&gt;&lt;infographic currentState=&quot;0&quot; isInfographic=&quot;false&quot; state=&quot;0&quot; stateCount=&quot;0&quot; /&gt;&lt;/shapeSettings&gt;&lt;/smart&gt;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42440be-943a-41b7-869e-03a047713285&quot; isFootnotesShape=&quot;false&quot;&gt;&lt;infographic currentState=&quot;0&quot; isInfographic=&quot;false&quot; state=&quot;1&quot; stateCount=&quot;0&quot; /&gt;&lt;/shapeSettings&gt;&lt;/smart&gt;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a06f9de-0651-4d45-978e-245d1add40a8&quot; isFootnotesShape=&quot;false&quot;&gt;&lt;infographic currentState=&quot;0&quot; isInfographic=&quot;false&quot; state=&quot;2&quot; stateCount=&quot;0&quot; /&gt;&lt;/shapeSettings&gt;&lt;/smart&gt;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22d9a8ce-aec3-42ec-afe4-6b0a1d7e9a8c&quot; isFootnotesShape=&quot;false&quot;&gt;&lt;infographic currentState=&quot;0&quot; isInfographic=&quot;false&quot; state=&quot;0&quot; stateCount=&quot;0&quot; /&gt;&lt;/shapeSettings&gt;&lt;/smart&gt;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842440be-943a-41b7-869e-03a047713285&quot; isFootnotesShape=&quot;false&quot;&gt;&lt;infographic currentState=&quot;0&quot; isInfographic=&quot;false&quot; state=&quot;1&quot; stateCount=&quot;0&quot; /&gt;&lt;/shapeSettings&gt;&lt;/smart&gt;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a06f9de-0651-4d45-978e-245d1add40a8&quot; isFootnotesShape=&quot;false&quot;&gt;&lt;infographic currentState=&quot;0&quot; isInfographic=&quot;false&quot; state=&quot;2&quot; stateCount=&quot;0&quot; /&gt;&lt;/shapeSettings&gt;&lt;/smart&gt;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ee1dfd1-b56b-4068-b46e-77dd7e046668&quot; markerRow=&quot;-1&quot;&gt;&lt;infographic currentState=&quot;0&quot; isInfographic=&quot;false&quot; state=&quot;0&quot; stateCount=&quot;0&quot; /&gt;&lt;/shapeSettings&gt;&lt;/smart&gt;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fbcf680-6624-4101-b467-8f6d0d840d1c&quot; markerRow=&quot;-1&quot;&gt;&lt;infographic currentState=&quot;0&quot; isInfographic=&quot;false&quot; state=&quot;1&quot; stateCount=&quot;0&quot; /&gt;&lt;/shapeSettings&gt;&lt;/smart&gt;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1438af2-bb9b-4783-953d-3f8e7227dc16&quot; markerRow=&quot;-1&quot;&gt;&lt;infographic currentState=&quot;0&quot; isInfographic=&quot;false&quot; state=&quot;2&quot; stateCount=&quot;0&quot; /&gt;&lt;/shapeSettings&gt;&lt;/smart&gt;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0467a8e-df06-458c-a4a4-98dcd53f6fe3&quot; markerRow=&quot;-1&quot;&gt;&lt;infographic currentState=&quot;0&quot; isInfographic=&quot;false&quot; state=&quot;3&quot; stateCount=&quot;0&quot; /&gt;&lt;/shapeSettings&gt;&lt;/smart&gt;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04d277b-66c5-4235-b9a3-1ccb8a8dd60a&quot; markerRow=&quot;-1&quot;&gt;&lt;infographic currentState=&quot;0&quot; isInfographic=&quot;false&quot; state=&quot;4&quot; stateCount=&quot;0&quot; /&gt;&lt;/shapeSettings&gt;&lt;/smart&gt;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62dacb-60c2-48a3-8415-720735361344&quot; markerRow=&quot;-1&quot;&gt;&lt;infographic currentState=&quot;0&quot; isInfographic=&quot;false&quot; state=&quot;5&quot; stateCount=&quot;0&quot; /&gt;&lt;/shapeSettings&gt;&lt;/smart&gt;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9547cec-b4ed-4819-9656-cb8c5b0e1ae8&quot; markerRow=&quot;-1&quot;&gt;&lt;infographic currentState=&quot;0&quot; isInfographic=&quot;false&quot; state=&quot;6&quot; stateCount=&quot;0&quot; /&gt;&lt;/shapeSettings&gt;&lt;/smart&gt;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f8679a-674a-42ed-8905-efdb786f7db2&quot; markerRow=&quot;-1&quot;&gt;&lt;infographic currentState=&quot;0&quot; isInfographic=&quot;false&quot; state=&quot;7&quot; stateCount=&quot;0&quot; /&gt;&lt;/shapeSettings&gt;&lt;/smart&gt;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b77a3a7-1327-4944-92b8-c782ca739b26&quot; markerRow=&quot;-1&quot;&gt;&lt;infographic currentState=&quot;0&quot; isInfographic=&quot;false&quot; state=&quot;8&quot; stateCount=&quot;0&quot; /&gt;&lt;/shapeSettings&gt;&lt;/smart&gt;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9773ac1-2c97-4f5b-9dff-e2341cb55a32&quot; markerRow=&quot;-1&quot;&gt;&lt;infographic currentState=&quot;0&quot; isInfographic=&quot;false&quot; state=&quot;9&quot; stateCount=&quot;0&quot; /&gt;&lt;/shapeSettings&gt;&lt;/smart&gt;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cfbbb3-27ff-4351-8c6b-beb183b7c450&quot; markerRow=&quot;-1&quot;&gt;&lt;infographic currentState=&quot;0&quot; isInfographic=&quot;false&quot; state=&quot;10&quot; stateCount=&quot;0&quot; /&gt;&lt;/shapeSettings&gt;&lt;/smart&gt;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d03c470-8a78-4aac-abdc-62f3e589dd9e&quot; markerRow=&quot;-1&quot;&gt;&lt;infographic currentState=&quot;0&quot; isInfographic=&quot;false&quot; state=&quot;11&quot; stateCount=&quot;0&quot; /&gt;&lt;/shapeSettings&gt;&lt;/smart&gt;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14d33bf-145e-4ecc-9fab-d35322fddfc6&quot; markerRow=&quot;-1&quot;&gt;&lt;infographic currentState=&quot;0&quot; isInfographic=&quot;false&quot; state=&quot;12&quot; stateCount=&quot;0&quot; /&gt;&lt;/shapeSettings&gt;&lt;/smart&gt;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abb6ace-4f76-40d8-baa2-837cdb916d9c&quot; markerRow=&quot;-1&quot;&gt;&lt;infographic currentState=&quot;0&quot; isInfographic=&quot;false&quot; state=&quot;13&quot; stateCount=&quot;0&quot; /&gt;&lt;/shapeSettings&gt;&lt;/smart&gt;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5175089-5b88-42a0-89de-bec79d497539&quot; markerRow=&quot;-1&quot;&gt;&lt;infographic currentState=&quot;0&quot; isInfographic=&quot;false&quot; state=&quot;14&quot; stateCount=&quot;0&quot; /&gt;&lt;/shapeSettings&gt;&lt;/smart&gt;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ff28588-a2f5-4e98-95a3-494a81b3c89f&quot; markerRow=&quot;-1&quot;&gt;&lt;infographic currentState=&quot;0&quot; isInfographic=&quot;false&quot; state=&quot;15&quot; stateCount=&quot;0&quot; /&gt;&lt;/shapeSettings&gt;&lt;/smart&gt;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59f36bd-2377-4dee-a1b9-d2414f644626&quot; markerRow=&quot;-1&quot;&gt;&lt;infographic currentState=&quot;0&quot; isInfographic=&quot;false&quot; state=&quot;16&quot; stateCount=&quot;0&quot; /&gt;&lt;/shapeSettings&gt;&lt;/smart&gt;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f3f2b62-dec9-4078-bd32-cec33e6d19df&quot; markerRow=&quot;-1&quot;&gt;&lt;infographic currentState=&quot;0&quot; isInfographic=&quot;false&quot; state=&quot;17&quot; stateCount=&quot;0&quot; /&gt;&lt;/shapeSettings&gt;&lt;/smart&gt;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361d57d-9dba-4ec1-808f-f22d9874ae0e&quot; markerRow=&quot;-1&quot;&gt;&lt;infographic currentState=&quot;0&quot; isInfographic=&quot;false&quot; state=&quot;18&quot; stateCount=&quot;0&quot; /&gt;&lt;/shapeSettings&gt;&lt;/smart&gt;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7dc4ad2-d6e7-4bf9-ab20-0382cf52b3d7&quot; markerRow=&quot;-1&quot;&gt;&lt;infographic currentState=&quot;0&quot; isInfographic=&quot;false&quot; state=&quot;19&quot; stateCount=&quot;0&quot; /&gt;&lt;/shapeSettings&gt;&lt;/smart&gt;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665014b-1609-410a-b548-72b23c2146a3&quot; markerRow=&quot;-1&quot;&gt;&lt;infographic currentState=&quot;0&quot; isInfographic=&quot;false&quot; state=&quot;20&quot; stateCount=&quot;0&quot; /&gt;&lt;/shapeSettings&gt;&lt;/smart&gt;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de0f3eb-bb87-4648-9375-4974b7426765&quot; markerRow=&quot;-1&quot;&gt;&lt;infographic currentState=&quot;0&quot; isInfographic=&quot;false&quot; state=&quot;21&quot; stateCount=&quot;0&quot; /&gt;&lt;/shapeSettings&gt;&lt;/smart&gt;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a3d2f1d-9086-4738-bd9f-44688ed7c413&quot; markerRow=&quot;-1&quot;&gt;&lt;infographic currentState=&quot;0&quot; isInfographic=&quot;false&quot; state=&quot;22&quot; stateCount=&quot;0&quot; /&gt;&lt;/shapeSettings&gt;&lt;/smart&gt;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fd667f0-6f25-43d4-90c8-54e86f38c4b2&quot; markerRow=&quot;-1&quot;&gt;&lt;infographic currentState=&quot;0&quot; isInfographic=&quot;false&quot; state=&quot;23&quot; stateCount=&quot;0&quot; /&gt;&lt;/shapeSettings&gt;&lt;/smart&gt;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c8d3107-24c7-4160-a833-b823a5f08278&quot; markerRow=&quot;-1&quot;&gt;&lt;infographic currentState=&quot;0&quot; isInfographic=&quot;false&quot; state=&quot;24&quot; stateCount=&quot;0&quot; /&gt;&lt;/shapeSettings&gt;&lt;/smart&gt;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ee1dfd1-b56b-4068-b46e-77dd7e046668&quot; markerRow=&quot;-1&quot;&gt;&lt;infographic currentState=&quot;0&quot; isInfographic=&quot;false&quot; state=&quot;0&quot; stateCount=&quot;0&quot; /&gt;&lt;/shapeSettings&gt;&lt;/smart&gt;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fbcf680-6624-4101-b467-8f6d0d840d1c&quot; markerRow=&quot;-1&quot;&gt;&lt;infographic currentState=&quot;0&quot; isInfographic=&quot;false&quot; state=&quot;1&quot; stateCount=&quot;0&quot; /&gt;&lt;/shapeSettings&gt;&lt;/smart&gt;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1438af2-bb9b-4783-953d-3f8e7227dc16&quot; markerRow=&quot;-1&quot;&gt;&lt;infographic currentState=&quot;0&quot; isInfographic=&quot;false&quot; state=&quot;2&quot; stateCount=&quot;0&quot; /&gt;&lt;/shapeSettings&gt;&lt;/smart&gt;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0467a8e-df06-458c-a4a4-98dcd53f6fe3&quot; markerRow=&quot;-1&quot;&gt;&lt;infographic currentState=&quot;0&quot; isInfographic=&quot;false&quot; state=&quot;3&quot; stateCount=&quot;0&quot; /&gt;&lt;/shapeSettings&gt;&lt;/smart&gt;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04d277b-66c5-4235-b9a3-1ccb8a8dd60a&quot; markerRow=&quot;-1&quot;&gt;&lt;infographic currentState=&quot;0&quot; isInfographic=&quot;false&quot; state=&quot;4&quot; stateCount=&quot;0&quot; /&gt;&lt;/shapeSettings&gt;&lt;/smart&gt;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62dacb-60c2-48a3-8415-720735361344&quot; markerRow=&quot;-1&quot;&gt;&lt;infographic currentState=&quot;0&quot; isInfographic=&quot;false&quot; state=&quot;5&quot; stateCount=&quot;0&quot; /&gt;&lt;/shapeSettings&gt;&lt;/smart&gt;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9547cec-b4ed-4819-9656-cb8c5b0e1ae8&quot; markerRow=&quot;-1&quot;&gt;&lt;infographic currentState=&quot;0&quot; isInfographic=&quot;false&quot; state=&quot;6&quot; stateCount=&quot;0&quot; /&gt;&lt;/shapeSettings&gt;&lt;/smart&gt;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f8679a-674a-42ed-8905-efdb786f7db2&quot; markerRow=&quot;-1&quot;&gt;&lt;infographic currentState=&quot;0&quot; isInfographic=&quot;false&quot; state=&quot;7&quot; stateCount=&quot;0&quot; /&gt;&lt;/shapeSettings&gt;&lt;/smart&gt;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b77a3a7-1327-4944-92b8-c782ca739b26&quot; markerRow=&quot;-1&quot;&gt;&lt;infographic currentState=&quot;0&quot; isInfographic=&quot;false&quot; state=&quot;8&quot; stateCount=&quot;0&quot; /&gt;&lt;/shapeSettings&gt;&lt;/smart&gt;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9773ac1-2c97-4f5b-9dff-e2341cb55a32&quot; markerRow=&quot;-1&quot;&gt;&lt;infographic currentState=&quot;0&quot; isInfographic=&quot;false&quot; state=&quot;9&quot; stateCount=&quot;0&quot; /&gt;&lt;/shapeSettings&gt;&lt;/smart&gt;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cfbbb3-27ff-4351-8c6b-beb183b7c450&quot; markerRow=&quot;-1&quot;&gt;&lt;infographic currentState=&quot;0&quot; isInfographic=&quot;false&quot; state=&quot;10&quot; stateCount=&quot;0&quot; /&gt;&lt;/shapeSettings&gt;&lt;/smart&gt;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d03c470-8a78-4aac-abdc-62f3e589dd9e&quot; markerRow=&quot;-1&quot;&gt;&lt;infographic currentState=&quot;0&quot; isInfographic=&quot;false&quot; state=&quot;11&quot; stateCount=&quot;0&quot; /&gt;&lt;/shapeSettings&gt;&lt;/smart&gt;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14d33bf-145e-4ecc-9fab-d35322fddfc6&quot; markerRow=&quot;-1&quot;&gt;&lt;infographic currentState=&quot;0&quot; isInfographic=&quot;false&quot; state=&quot;12&quot; stateCount=&quot;0&quot; /&gt;&lt;/shapeSettings&gt;&lt;/smart&gt;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abb6ace-4f76-40d8-baa2-837cdb916d9c&quot; markerRow=&quot;-1&quot;&gt;&lt;infographic currentState=&quot;0&quot; isInfographic=&quot;false&quot; state=&quot;13&quot; stateCount=&quot;0&quot; /&gt;&lt;/shapeSettings&gt;&lt;/smart&gt;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5175089-5b88-42a0-89de-bec79d497539&quot; markerRow=&quot;-1&quot;&gt;&lt;infographic currentState=&quot;0&quot; isInfographic=&quot;false&quot; state=&quot;14&quot; stateCount=&quot;0&quot; /&gt;&lt;/shapeSettings&gt;&lt;/smart&gt;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ff28588-a2f5-4e98-95a3-494a81b3c89f&quot; markerRow=&quot;-1&quot;&gt;&lt;infographic currentState=&quot;0&quot; isInfographic=&quot;false&quot; state=&quot;15&quot; stateCount=&quot;0&quot; /&gt;&lt;/shapeSettings&gt;&lt;/smart&gt;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59f36bd-2377-4dee-a1b9-d2414f644626&quot; markerRow=&quot;-1&quot;&gt;&lt;infographic currentState=&quot;0&quot; isInfographic=&quot;false&quot; state=&quot;16&quot; stateCount=&quot;0&quot; /&gt;&lt;/shapeSettings&gt;&lt;/smart&gt;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f3f2b62-dec9-4078-bd32-cec33e6d19df&quot; markerRow=&quot;-1&quot;&gt;&lt;infographic currentState=&quot;0&quot; isInfographic=&quot;false&quot; state=&quot;17&quot; stateCount=&quot;0&quot; /&gt;&lt;/shapeSettings&gt;&lt;/smart&gt;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361d57d-9dba-4ec1-808f-f22d9874ae0e&quot; markerRow=&quot;-1&quot;&gt;&lt;infographic currentState=&quot;0&quot; isInfographic=&quot;false&quot; state=&quot;18&quot; stateCount=&quot;0&quot; /&gt;&lt;/shapeSettings&gt;&lt;/smart&gt;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7dc4ad2-d6e7-4bf9-ab20-0382cf52b3d7&quot; markerRow=&quot;-1&quot;&gt;&lt;infographic currentState=&quot;0&quot; isInfographic=&quot;false&quot; state=&quot;19&quot; stateCount=&quot;0&quot; /&gt;&lt;/shapeSettings&gt;&lt;/smart&gt;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665014b-1609-410a-b548-72b23c2146a3&quot; markerRow=&quot;-1&quot;&gt;&lt;infographic currentState=&quot;0&quot; isInfographic=&quot;false&quot; state=&quot;20&quot; stateCount=&quot;0&quot; /&gt;&lt;/shapeSettings&gt;&lt;/smart&gt;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de0f3eb-bb87-4648-9375-4974b7426765&quot; markerRow=&quot;-1&quot;&gt;&lt;infographic currentState=&quot;0&quot; isInfographic=&quot;false&quot; state=&quot;21&quot; stateCount=&quot;0&quot; /&gt;&lt;/shapeSettings&gt;&lt;/smart&gt;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a3d2f1d-9086-4738-bd9f-44688ed7c413&quot; markerRow=&quot;-1&quot;&gt;&lt;infographic currentState=&quot;0&quot; isInfographic=&quot;false&quot; state=&quot;22&quot; stateCount=&quot;0&quot; /&gt;&lt;/shapeSettings&gt;&lt;/smart&gt;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fd667f0-6f25-43d4-90c8-54e86f38c4b2&quot; markerRow=&quot;-1&quot;&gt;&lt;infographic currentState=&quot;0&quot; isInfographic=&quot;false&quot; state=&quot;23&quot; stateCount=&quot;0&quot; /&gt;&lt;/shapeSettings&gt;&lt;/smart&gt;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c8d3107-24c7-4160-a833-b823a5f08278&quot; markerRow=&quot;-1&quot;&gt;&lt;infographic currentState=&quot;0&quot; isInfographic=&quot;false&quot; state=&quot;24&quot; stateCount=&quot;0&quot; /&gt;&lt;/shapeSettings&gt;&lt;/smart&gt;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ee1dfd1-b56b-4068-b46e-77dd7e046668&quot; markerRow=&quot;-1&quot;&gt;&lt;infographic currentState=&quot;0&quot; isInfographic=&quot;false&quot; state=&quot;0&quot; stateCount=&quot;0&quot; /&gt;&lt;/shapeSettings&gt;&lt;/smart&gt;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fbcf680-6624-4101-b467-8f6d0d840d1c&quot; markerRow=&quot;-1&quot;&gt;&lt;infographic currentState=&quot;0&quot; isInfographic=&quot;false&quot; state=&quot;1&quot; stateCount=&quot;0&quot; /&gt;&lt;/shapeSettings&gt;&lt;/smart&gt;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1438af2-bb9b-4783-953d-3f8e7227dc16&quot; markerRow=&quot;-1&quot;&gt;&lt;infographic currentState=&quot;0&quot; isInfographic=&quot;false&quot; state=&quot;2&quot; stateCount=&quot;0&quot; /&gt;&lt;/shapeSettings&gt;&lt;/smart&gt;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0467a8e-df06-458c-a4a4-98dcd53f6fe3&quot; markerRow=&quot;-1&quot;&gt;&lt;infographic currentState=&quot;0&quot; isInfographic=&quot;false&quot; state=&quot;3&quot; stateCount=&quot;0&quot; /&gt;&lt;/shapeSettings&gt;&lt;/smart&gt;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04d277b-66c5-4235-b9a3-1ccb8a8dd60a&quot; markerRow=&quot;-1&quot;&gt;&lt;infographic currentState=&quot;0&quot; isInfographic=&quot;false&quot; state=&quot;4&quot; stateCount=&quot;0&quot; /&gt;&lt;/shapeSettings&gt;&lt;/smart&gt;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62dacb-60c2-48a3-8415-720735361344&quot; markerRow=&quot;-1&quot;&gt;&lt;infographic currentState=&quot;0&quot; isInfographic=&quot;false&quot; state=&quot;5&quot; stateCount=&quot;0&quot; /&gt;&lt;/shapeSettings&gt;&lt;/smart&gt;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9547cec-b4ed-4819-9656-cb8c5b0e1ae8&quot; markerRow=&quot;-1&quot;&gt;&lt;infographic currentState=&quot;0&quot; isInfographic=&quot;false&quot; state=&quot;6&quot; stateCount=&quot;0&quot; /&gt;&lt;/shapeSettings&gt;&lt;/smart&gt;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f8679a-674a-42ed-8905-efdb786f7db2&quot; markerRow=&quot;-1&quot;&gt;&lt;infographic currentState=&quot;0&quot; isInfographic=&quot;false&quot; state=&quot;7&quot; stateCount=&quot;0&quot; /&gt;&lt;/shapeSettings&gt;&lt;/smart&gt;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b77a3a7-1327-4944-92b8-c782ca739b26&quot; markerRow=&quot;-1&quot;&gt;&lt;infographic currentState=&quot;0&quot; isInfographic=&quot;false&quot; state=&quot;8&quot; stateCount=&quot;0&quot; /&gt;&lt;/shapeSettings&gt;&lt;/smart&gt;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9773ac1-2c97-4f5b-9dff-e2341cb55a32&quot; markerRow=&quot;-1&quot;&gt;&lt;infographic currentState=&quot;0&quot; isInfographic=&quot;false&quot; state=&quot;9&quot; stateCount=&quot;0&quot; /&gt;&lt;/shapeSettings&gt;&lt;/smart&gt;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cfbbb3-27ff-4351-8c6b-beb183b7c450&quot; markerRow=&quot;-1&quot;&gt;&lt;infographic currentState=&quot;0&quot; isInfographic=&quot;false&quot; state=&quot;10&quot; stateCount=&quot;0&quot; /&gt;&lt;/shapeSettings&gt;&lt;/smart&gt;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d03c470-8a78-4aac-abdc-62f3e589dd9e&quot; markerRow=&quot;-1&quot;&gt;&lt;infographic currentState=&quot;0&quot; isInfographic=&quot;false&quot; state=&quot;11&quot; stateCount=&quot;0&quot; /&gt;&lt;/shapeSettings&gt;&lt;/smart&gt;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14d33bf-145e-4ecc-9fab-d35322fddfc6&quot; markerRow=&quot;-1&quot;&gt;&lt;infographic currentState=&quot;0&quot; isInfographic=&quot;false&quot; state=&quot;12&quot; stateCount=&quot;0&quot; /&gt;&lt;/shapeSettings&gt;&lt;/smart&gt;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abb6ace-4f76-40d8-baa2-837cdb916d9c&quot; markerRow=&quot;-1&quot;&gt;&lt;infographic currentState=&quot;0&quot; isInfographic=&quot;false&quot; state=&quot;13&quot; stateCount=&quot;0&quot; /&gt;&lt;/shapeSettings&gt;&lt;/smart&gt;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5175089-5b88-42a0-89de-bec79d497539&quot; markerRow=&quot;-1&quot;&gt;&lt;infographic currentState=&quot;0&quot; isInfographic=&quot;false&quot; state=&quot;14&quot; stateCount=&quot;0&quot; /&gt;&lt;/shapeSettings&gt;&lt;/smart&gt;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ff28588-a2f5-4e98-95a3-494a81b3c89f&quot; markerRow=&quot;-1&quot;&gt;&lt;infographic currentState=&quot;0&quot; isInfographic=&quot;false&quot; state=&quot;15&quot; stateCount=&quot;0&quot; /&gt;&lt;/shapeSettings&gt;&lt;/smart&gt;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59f36bd-2377-4dee-a1b9-d2414f644626&quot; markerRow=&quot;-1&quot;&gt;&lt;infographic currentState=&quot;0&quot; isInfographic=&quot;false&quot; state=&quot;16&quot; stateCount=&quot;0&quot; /&gt;&lt;/shapeSettings&gt;&lt;/smart&gt;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f3f2b62-dec9-4078-bd32-cec33e6d19df&quot; markerRow=&quot;-1&quot;&gt;&lt;infographic currentState=&quot;0&quot; isInfographic=&quot;false&quot; state=&quot;17&quot; stateCount=&quot;0&quot; /&gt;&lt;/shapeSettings&gt;&lt;/smart&gt;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361d57d-9dba-4ec1-808f-f22d9874ae0e&quot; markerRow=&quot;-1&quot;&gt;&lt;infographic currentState=&quot;0&quot; isInfographic=&quot;false&quot; state=&quot;18&quot; stateCount=&quot;0&quot; /&gt;&lt;/shapeSettings&gt;&lt;/smart&gt;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7dc4ad2-d6e7-4bf9-ab20-0382cf52b3d7&quot; markerRow=&quot;-1&quot;&gt;&lt;infographic currentState=&quot;0&quot; isInfographic=&quot;false&quot; state=&quot;19&quot; stateCount=&quot;0&quot; /&gt;&lt;/shapeSettings&gt;&lt;/smart&gt;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665014b-1609-410a-b548-72b23c2146a3&quot; markerRow=&quot;-1&quot;&gt;&lt;infographic currentState=&quot;0&quot; isInfographic=&quot;false&quot; state=&quot;20&quot; stateCount=&quot;0&quot; /&gt;&lt;/shapeSettings&gt;&lt;/smart&gt;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de0f3eb-bb87-4648-9375-4974b7426765&quot; markerRow=&quot;-1&quot;&gt;&lt;infographic currentState=&quot;0&quot; isInfographic=&quot;false&quot; state=&quot;21&quot; stateCount=&quot;0&quot; /&gt;&lt;/shapeSettings&gt;&lt;/smart&gt;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a3d2f1d-9086-4738-bd9f-44688ed7c413&quot; markerRow=&quot;-1&quot;&gt;&lt;infographic currentState=&quot;0&quot; isInfographic=&quot;false&quot; state=&quot;22&quot; stateCount=&quot;0&quot; /&gt;&lt;/shapeSettings&gt;&lt;/smart&gt;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fd667f0-6f25-43d4-90c8-54e86f38c4b2&quot; markerRow=&quot;-1&quot;&gt;&lt;infographic currentState=&quot;0&quot; isInfographic=&quot;false&quot; state=&quot;23&quot; stateCount=&quot;0&quot; /&gt;&lt;/shapeSettings&gt;&lt;/smart&gt;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c8d3107-24c7-4160-a833-b823a5f08278&quot; markerRow=&quot;-1&quot;&gt;&lt;infographic currentState=&quot;0&quot; isInfographic=&quot;false&quot; state=&quot;24&quot; stateCount=&quot;0&quot; /&gt;&lt;/shapeSettings&gt;&lt;/smart&gt;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ee1dfd1-b56b-4068-b46e-77dd7e046668&quot; markerRow=&quot;-1&quot;&gt;&lt;infographic currentState=&quot;0&quot; isInfographic=&quot;false&quot; state=&quot;0&quot; stateCount=&quot;0&quot; /&gt;&lt;/shapeSettings&gt;&lt;/smart&gt;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fbcf680-6624-4101-b467-8f6d0d840d1c&quot; markerRow=&quot;-1&quot;&gt;&lt;infographic currentState=&quot;0&quot; isInfographic=&quot;false&quot; state=&quot;1&quot; stateCount=&quot;0&quot; /&gt;&lt;/shapeSettings&gt;&lt;/smart&gt;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1438af2-bb9b-4783-953d-3f8e7227dc16&quot; markerRow=&quot;-1&quot;&gt;&lt;infographic currentState=&quot;0&quot; isInfographic=&quot;false&quot; state=&quot;2&quot; stateCount=&quot;0&quot; /&gt;&lt;/shapeSettings&gt;&lt;/smart&gt;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0467a8e-df06-458c-a4a4-98dcd53f6fe3&quot; markerRow=&quot;-1&quot;&gt;&lt;infographic currentState=&quot;0&quot; isInfographic=&quot;false&quot; state=&quot;3&quot; stateCount=&quot;0&quot; /&gt;&lt;/shapeSettings&gt;&lt;/smart&gt;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04d277b-66c5-4235-b9a3-1ccb8a8dd60a&quot; markerRow=&quot;-1&quot;&gt;&lt;infographic currentState=&quot;0&quot; isInfographic=&quot;false&quot; state=&quot;4&quot; stateCount=&quot;0&quot; /&gt;&lt;/shapeSettings&gt;&lt;/smart&gt;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62dacb-60c2-48a3-8415-720735361344&quot; markerRow=&quot;-1&quot;&gt;&lt;infographic currentState=&quot;0&quot; isInfographic=&quot;false&quot; state=&quot;5&quot; stateCount=&quot;0&quot; /&gt;&lt;/shapeSettings&gt;&lt;/smart&gt;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9547cec-b4ed-4819-9656-cb8c5b0e1ae8&quot; markerRow=&quot;-1&quot;&gt;&lt;infographic currentState=&quot;0&quot; isInfographic=&quot;false&quot; state=&quot;6&quot; stateCount=&quot;0&quot; /&gt;&lt;/shapeSettings&gt;&lt;/smart&gt;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5f8679a-674a-42ed-8905-efdb786f7db2&quot; markerRow=&quot;-1&quot;&gt;&lt;infographic currentState=&quot;0&quot; isInfographic=&quot;false&quot; state=&quot;7&quot; stateCount=&quot;0&quot; /&gt;&lt;/shapeSettings&gt;&lt;/smart&gt;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6b77a3a7-1327-4944-92b8-c782ca739b26&quot; markerRow=&quot;-1&quot;&gt;&lt;infographic currentState=&quot;0&quot; isInfographic=&quot;false&quot; state=&quot;8&quot; stateCount=&quot;0&quot; /&gt;&lt;/shapeSettings&gt;&lt;/smart&gt;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9773ac1-2c97-4f5b-9dff-e2341cb55a32&quot; markerRow=&quot;-1&quot;&gt;&lt;infographic currentState=&quot;0&quot; isInfographic=&quot;false&quot; state=&quot;9&quot; stateCount=&quot;0&quot; /&gt;&lt;/shapeSettings&gt;&lt;/smart&gt;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abcfbbb3-27ff-4351-8c6b-beb183b7c450&quot; markerRow=&quot;-1&quot;&gt;&lt;infographic currentState=&quot;0&quot; isInfographic=&quot;false&quot; state=&quot;10&quot; stateCount=&quot;0&quot; /&gt;&lt;/shapeSettings&gt;&lt;/smart&gt;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1d03c470-8a78-4aac-abdc-62f3e589dd9e&quot; markerRow=&quot;-1&quot;&gt;&lt;infographic currentState=&quot;0&quot; isInfographic=&quot;false&quot; state=&quot;11&quot; stateCount=&quot;0&quot; /&gt;&lt;/shapeSettings&gt;&lt;/smart&gt;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14d33bf-145e-4ecc-9fab-d35322fddfc6&quot; markerRow=&quot;-1&quot;&gt;&lt;infographic currentState=&quot;0&quot; isInfographic=&quot;false&quot; state=&quot;12&quot; stateCount=&quot;0&quot; /&gt;&lt;/shapeSettings&gt;&lt;/smart&gt;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abb6ace-4f76-40d8-baa2-837cdb916d9c&quot; markerRow=&quot;-1&quot;&gt;&lt;infographic currentState=&quot;0&quot; isInfographic=&quot;false&quot; state=&quot;13&quot; stateCount=&quot;0&quot; /&gt;&lt;/shapeSettings&gt;&lt;/smart&gt;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75175089-5b88-42a0-89de-bec79d497539&quot; markerRow=&quot;-1&quot;&gt;&lt;infographic currentState=&quot;0&quot; isInfographic=&quot;false&quot; state=&quot;14&quot; stateCount=&quot;0&quot; /&gt;&lt;/shapeSettings&gt;&lt;/smart&gt;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fff28588-a2f5-4e98-95a3-494a81b3c89f&quot; markerRow=&quot;-1&quot;&gt;&lt;infographic currentState=&quot;0&quot; isInfographic=&quot;false&quot; state=&quot;15&quot; stateCount=&quot;0&quot; /&gt;&lt;/shapeSettings&gt;&lt;/smart&gt;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59f36bd-2377-4dee-a1b9-d2414f644626&quot; markerRow=&quot;-1&quot;&gt;&lt;infographic currentState=&quot;0&quot; isInfographic=&quot;false&quot; state=&quot;16&quot; stateCount=&quot;0&quot; /&gt;&lt;/shapeSettings&gt;&lt;/smart&gt;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3f3f2b62-dec9-4078-bd32-cec33e6d19df&quot; markerRow=&quot;-1&quot;&gt;&lt;infographic currentState=&quot;0&quot; isInfographic=&quot;false&quot; state=&quot;17&quot; stateCount=&quot;0&quot; /&gt;&lt;/shapeSettings&gt;&lt;/smart&gt;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361d57d-9dba-4ec1-808f-f22d9874ae0e&quot; markerRow=&quot;-1&quot;&gt;&lt;infographic currentState=&quot;0&quot; isInfographic=&quot;false&quot; state=&quot;18&quot; stateCount=&quot;0&quot; /&gt;&lt;/shapeSettings&gt;&lt;/smart&gt;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d7dc4ad2-d6e7-4bf9-ab20-0382cf52b3d7&quot; markerRow=&quot;-1&quot;&gt;&lt;infographic currentState=&quot;0&quot; isInfographic=&quot;false&quot; state=&quot;19&quot; stateCount=&quot;0&quot; /&gt;&lt;/shapeSettings&gt;&lt;/smart&gt;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b665014b-1609-410a-b548-72b23c2146a3&quot; markerRow=&quot;-1&quot;&gt;&lt;infographic currentState=&quot;0&quot; isInfographic=&quot;false&quot; state=&quot;20&quot; stateCount=&quot;0&quot; /&gt;&lt;/shapeSettings&gt;&lt;/smart&gt;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ede0f3eb-bb87-4648-9375-4974b7426765&quot; markerRow=&quot;-1&quot;&gt;&lt;infographic currentState=&quot;0&quot; isInfographic=&quot;false&quot; state=&quot;21&quot; stateCount=&quot;0&quot; /&gt;&lt;/shapeSettings&gt;&lt;/smart&gt;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4a3d2f1d-9086-4738-bd9f-44688ed7c413&quot; markerRow=&quot;-1&quot;&gt;&lt;infographic currentState=&quot;0&quot; isInfographic=&quot;false&quot; state=&quot;22&quot; stateCount=&quot;0&quot; /&gt;&lt;/shapeSettings&gt;&lt;/smart&gt;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5fd667f0-6f25-43d4-90c8-54e86f38c4b2&quot; markerRow=&quot;-1&quot;&gt;&lt;infographic currentState=&quot;0&quot; isInfographic=&quot;false&quot; state=&quot;23&quot; stateCount=&quot;0&quot; /&gt;&lt;/shapeSettings&gt;&lt;/smart&gt;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shapeSettings id=&quot;0c8d3107-24c7-4160-a833-b823a5f08278&quot; markerRow=&quot;-1&quot;&gt;&lt;infographic currentState=&quot;0&quot; isInfographic=&quot;false&quot; state=&quot;24&quot; stateCount=&quot;0&quot; /&gt;&lt;/shapeSettings&gt;&lt;/smart&gt;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1_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Presentation1" id="{2FBF4F2E-F087-4272-92B7-EBFC9338E4E0}" vid="{7D8D2FDC-5BB6-426F-B842-14018C48757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2874</TotalTime>
  <Words>279</Words>
  <Application>Microsoft Office PowerPoint</Application>
  <PresentationFormat>Widescreen</PresentationFormat>
  <Paragraphs>188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6" baseType="lpstr">
      <vt:lpstr>Arial</vt:lpstr>
      <vt:lpstr>Calibri</vt:lpstr>
      <vt:lpstr>Graphik</vt:lpstr>
      <vt:lpstr>Graphik Regular</vt:lpstr>
      <vt:lpstr>Graphik Semibold</vt:lpstr>
      <vt:lpstr>GT Sectra Fine Rg</vt:lpstr>
      <vt:lpstr>Pan Display TT</vt:lpstr>
      <vt:lpstr>Segoe UI</vt:lpstr>
      <vt:lpstr>System Font</vt:lpstr>
      <vt:lpstr>Wingdings</vt:lpstr>
      <vt:lpstr>Slideworks</vt:lpstr>
      <vt:lpstr>1_Accenture 2020</vt:lpstr>
      <vt:lpstr>think-cell Slide</vt:lpstr>
      <vt:lpstr>KPI Tiles and Dashboards</vt:lpstr>
      <vt:lpstr>Chart / Dashboard</vt:lpstr>
      <vt:lpstr>Strategy KPI Dashboard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</dc:description>
  <cp:lastModifiedBy>Peralta, Mario</cp:lastModifiedBy>
  <cp:revision>370</cp:revision>
  <dcterms:created xsi:type="dcterms:W3CDTF">2025-08-18T13:32:02Z</dcterms:created>
  <dcterms:modified xsi:type="dcterms:W3CDTF">2026-04-20T23:03:44Z</dcterms:modified>
  <cp:category>Management consulting, presentation design, business</cp:category>
</cp:coreProperties>
</file>