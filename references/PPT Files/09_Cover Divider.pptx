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3.xml" ContentType="application/vnd.openxmlformats-officedocument.theme+xml"/>
  <Override PartName="/ppt/tags/tag649.xml" ContentType="application/vnd.openxmlformats-officedocument.presentationml.tags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4.xml" ContentType="application/vnd.openxmlformats-officedocument.theme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notesSlides/notesSlide1.xml" ContentType="application/vnd.openxmlformats-officedocument.presentationml.notesSlide+xml"/>
  <Override PartName="/ppt/tags/tag100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296" r:id="rId2"/>
    <p:sldMasterId id="2147484328" r:id="rId3"/>
    <p:sldMasterId id="2147484392" r:id="rId4"/>
  </p:sldMasterIdLst>
  <p:notesMasterIdLst>
    <p:notesMasterId r:id="rId10"/>
  </p:notesMasterIdLst>
  <p:handoutMasterIdLst>
    <p:handoutMasterId r:id="rId11"/>
  </p:handoutMasterIdLst>
  <p:sldIdLst>
    <p:sldId id="2147471492" r:id="rId5"/>
    <p:sldId id="2147471516" r:id="rId6"/>
    <p:sldId id="2147375525" r:id="rId7"/>
    <p:sldId id="2147471530" r:id="rId8"/>
    <p:sldId id="298" r:id="rId9"/>
  </p:sldIdLst>
  <p:sldSz cx="12192000" cy="6858000"/>
  <p:notesSz cx="6858000" cy="9144000"/>
  <p:custDataLst>
    <p:tags r:id="rId12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83" d="100"/>
          <a:sy n="83" d="100"/>
        </p:scale>
        <p:origin x="60" y="26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099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39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" Type="http://schemas.openxmlformats.org/officeDocument/2006/relationships/tags" Target="../tags/tag37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76.xml"/><Relationship Id="rId4" Type="http://schemas.openxmlformats.org/officeDocument/2006/relationships/tags" Target="../tags/tag37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81.xml"/><Relationship Id="rId4" Type="http://schemas.openxmlformats.org/officeDocument/2006/relationships/tags" Target="../tags/tag380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3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10" Type="http://schemas.openxmlformats.org/officeDocument/2006/relationships/oleObject" Target="../embeddings/oleObject4.bin"/><Relationship Id="rId4" Type="http://schemas.openxmlformats.org/officeDocument/2006/relationships/tags" Target="../tags/tag385.xml"/><Relationship Id="rId9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5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403.xml"/><Relationship Id="rId13" Type="http://schemas.openxmlformats.org/officeDocument/2006/relationships/tags" Target="../tags/tag408.xml"/><Relationship Id="rId3" Type="http://schemas.openxmlformats.org/officeDocument/2006/relationships/tags" Target="../tags/tag398.xml"/><Relationship Id="rId7" Type="http://schemas.openxmlformats.org/officeDocument/2006/relationships/tags" Target="../tags/tag402.xml"/><Relationship Id="rId12" Type="http://schemas.openxmlformats.org/officeDocument/2006/relationships/tags" Target="../tags/tag407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97.xml"/><Relationship Id="rId16" Type="http://schemas.openxmlformats.org/officeDocument/2006/relationships/tags" Target="../tags/tag411.xml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1" Type="http://schemas.openxmlformats.org/officeDocument/2006/relationships/tags" Target="../tags/tag406.xml"/><Relationship Id="rId5" Type="http://schemas.openxmlformats.org/officeDocument/2006/relationships/tags" Target="../tags/tag400.xml"/><Relationship Id="rId15" Type="http://schemas.openxmlformats.org/officeDocument/2006/relationships/tags" Target="../tags/tag410.xml"/><Relationship Id="rId10" Type="http://schemas.openxmlformats.org/officeDocument/2006/relationships/tags" Target="../tags/tag405.xml"/><Relationship Id="rId4" Type="http://schemas.openxmlformats.org/officeDocument/2006/relationships/tags" Target="../tags/tag399.xml"/><Relationship Id="rId9" Type="http://schemas.openxmlformats.org/officeDocument/2006/relationships/tags" Target="../tags/tag404.xml"/><Relationship Id="rId14" Type="http://schemas.openxmlformats.org/officeDocument/2006/relationships/tags" Target="../tags/tag409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419.xml"/><Relationship Id="rId13" Type="http://schemas.openxmlformats.org/officeDocument/2006/relationships/tags" Target="../tags/tag424.xml"/><Relationship Id="rId3" Type="http://schemas.openxmlformats.org/officeDocument/2006/relationships/tags" Target="../tags/tag414.xml"/><Relationship Id="rId7" Type="http://schemas.openxmlformats.org/officeDocument/2006/relationships/tags" Target="../tags/tag418.xml"/><Relationship Id="rId12" Type="http://schemas.openxmlformats.org/officeDocument/2006/relationships/tags" Target="../tags/tag423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413.xml"/><Relationship Id="rId16" Type="http://schemas.openxmlformats.org/officeDocument/2006/relationships/tags" Target="../tags/tag427.xml"/><Relationship Id="rId1" Type="http://schemas.openxmlformats.org/officeDocument/2006/relationships/tags" Target="../tags/tag412.xml"/><Relationship Id="rId6" Type="http://schemas.openxmlformats.org/officeDocument/2006/relationships/tags" Target="../tags/tag417.xml"/><Relationship Id="rId11" Type="http://schemas.openxmlformats.org/officeDocument/2006/relationships/tags" Target="../tags/tag422.xml"/><Relationship Id="rId5" Type="http://schemas.openxmlformats.org/officeDocument/2006/relationships/tags" Target="../tags/tag416.xml"/><Relationship Id="rId15" Type="http://schemas.openxmlformats.org/officeDocument/2006/relationships/tags" Target="../tags/tag426.xml"/><Relationship Id="rId10" Type="http://schemas.openxmlformats.org/officeDocument/2006/relationships/tags" Target="../tags/tag421.xml"/><Relationship Id="rId4" Type="http://schemas.openxmlformats.org/officeDocument/2006/relationships/tags" Target="../tags/tag415.xml"/><Relationship Id="rId9" Type="http://schemas.openxmlformats.org/officeDocument/2006/relationships/tags" Target="../tags/tag420.xml"/><Relationship Id="rId14" Type="http://schemas.openxmlformats.org/officeDocument/2006/relationships/tags" Target="../tags/tag425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435.xml"/><Relationship Id="rId13" Type="http://schemas.openxmlformats.org/officeDocument/2006/relationships/tags" Target="../tags/tag440.xml"/><Relationship Id="rId18" Type="http://schemas.openxmlformats.org/officeDocument/2006/relationships/tags" Target="../tags/tag445.xml"/><Relationship Id="rId3" Type="http://schemas.openxmlformats.org/officeDocument/2006/relationships/tags" Target="../tags/tag430.xml"/><Relationship Id="rId7" Type="http://schemas.openxmlformats.org/officeDocument/2006/relationships/tags" Target="../tags/tag434.xml"/><Relationship Id="rId12" Type="http://schemas.openxmlformats.org/officeDocument/2006/relationships/tags" Target="../tags/tag439.xml"/><Relationship Id="rId17" Type="http://schemas.openxmlformats.org/officeDocument/2006/relationships/tags" Target="../tags/tag444.xml"/><Relationship Id="rId2" Type="http://schemas.openxmlformats.org/officeDocument/2006/relationships/tags" Target="../tags/tag429.xml"/><Relationship Id="rId16" Type="http://schemas.openxmlformats.org/officeDocument/2006/relationships/tags" Target="../tags/tag443.xml"/><Relationship Id="rId1" Type="http://schemas.openxmlformats.org/officeDocument/2006/relationships/tags" Target="../tags/tag428.xml"/><Relationship Id="rId6" Type="http://schemas.openxmlformats.org/officeDocument/2006/relationships/tags" Target="../tags/tag433.xml"/><Relationship Id="rId11" Type="http://schemas.openxmlformats.org/officeDocument/2006/relationships/tags" Target="../tags/tag438.xml"/><Relationship Id="rId5" Type="http://schemas.openxmlformats.org/officeDocument/2006/relationships/tags" Target="../tags/tag432.xml"/><Relationship Id="rId15" Type="http://schemas.openxmlformats.org/officeDocument/2006/relationships/tags" Target="../tags/tag442.xml"/><Relationship Id="rId10" Type="http://schemas.openxmlformats.org/officeDocument/2006/relationships/tags" Target="../tags/tag437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431.xml"/><Relationship Id="rId9" Type="http://schemas.openxmlformats.org/officeDocument/2006/relationships/tags" Target="../tags/tag436.xml"/><Relationship Id="rId14" Type="http://schemas.openxmlformats.org/officeDocument/2006/relationships/tags" Target="../tags/tag441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453.xml"/><Relationship Id="rId13" Type="http://schemas.openxmlformats.org/officeDocument/2006/relationships/tags" Target="../tags/tag458.xml"/><Relationship Id="rId18" Type="http://schemas.openxmlformats.org/officeDocument/2006/relationships/tags" Target="../tags/tag463.xml"/><Relationship Id="rId3" Type="http://schemas.openxmlformats.org/officeDocument/2006/relationships/tags" Target="../tags/tag448.xml"/><Relationship Id="rId7" Type="http://schemas.openxmlformats.org/officeDocument/2006/relationships/tags" Target="../tags/tag452.xml"/><Relationship Id="rId12" Type="http://schemas.openxmlformats.org/officeDocument/2006/relationships/tags" Target="../tags/tag457.xml"/><Relationship Id="rId17" Type="http://schemas.openxmlformats.org/officeDocument/2006/relationships/tags" Target="../tags/tag462.xml"/><Relationship Id="rId2" Type="http://schemas.openxmlformats.org/officeDocument/2006/relationships/tags" Target="../tags/tag447.xml"/><Relationship Id="rId16" Type="http://schemas.openxmlformats.org/officeDocument/2006/relationships/tags" Target="../tags/tag461.xml"/><Relationship Id="rId1" Type="http://schemas.openxmlformats.org/officeDocument/2006/relationships/tags" Target="../tags/tag446.xml"/><Relationship Id="rId6" Type="http://schemas.openxmlformats.org/officeDocument/2006/relationships/tags" Target="../tags/tag451.xml"/><Relationship Id="rId11" Type="http://schemas.openxmlformats.org/officeDocument/2006/relationships/tags" Target="../tags/tag456.xml"/><Relationship Id="rId5" Type="http://schemas.openxmlformats.org/officeDocument/2006/relationships/tags" Target="../tags/tag450.xml"/><Relationship Id="rId15" Type="http://schemas.openxmlformats.org/officeDocument/2006/relationships/tags" Target="../tags/tag460.xml"/><Relationship Id="rId10" Type="http://schemas.openxmlformats.org/officeDocument/2006/relationships/tags" Target="../tags/tag455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449.xml"/><Relationship Id="rId9" Type="http://schemas.openxmlformats.org/officeDocument/2006/relationships/tags" Target="../tags/tag454.xml"/><Relationship Id="rId14" Type="http://schemas.openxmlformats.org/officeDocument/2006/relationships/tags" Target="../tags/tag459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13" Type="http://schemas.openxmlformats.org/officeDocument/2006/relationships/tags" Target="../tags/tag476.xml"/><Relationship Id="rId18" Type="http://schemas.openxmlformats.org/officeDocument/2006/relationships/tags" Target="../tags/tag481.xm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12" Type="http://schemas.openxmlformats.org/officeDocument/2006/relationships/tags" Target="../tags/tag475.xml"/><Relationship Id="rId17" Type="http://schemas.openxmlformats.org/officeDocument/2006/relationships/tags" Target="../tags/tag480.xml"/><Relationship Id="rId2" Type="http://schemas.openxmlformats.org/officeDocument/2006/relationships/tags" Target="../tags/tag465.xml"/><Relationship Id="rId16" Type="http://schemas.openxmlformats.org/officeDocument/2006/relationships/tags" Target="../tags/tag479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5" Type="http://schemas.openxmlformats.org/officeDocument/2006/relationships/tags" Target="../tags/tag468.xml"/><Relationship Id="rId15" Type="http://schemas.openxmlformats.org/officeDocument/2006/relationships/tags" Target="../tags/tag478.xml"/><Relationship Id="rId10" Type="http://schemas.openxmlformats.org/officeDocument/2006/relationships/tags" Target="../tags/tag473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tags" Target="../tags/tag477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489.xml"/><Relationship Id="rId13" Type="http://schemas.openxmlformats.org/officeDocument/2006/relationships/tags" Target="../tags/tag494.xml"/><Relationship Id="rId3" Type="http://schemas.openxmlformats.org/officeDocument/2006/relationships/tags" Target="../tags/tag484.xml"/><Relationship Id="rId7" Type="http://schemas.openxmlformats.org/officeDocument/2006/relationships/tags" Target="../tags/tag488.xml"/><Relationship Id="rId12" Type="http://schemas.openxmlformats.org/officeDocument/2006/relationships/tags" Target="../tags/tag493.xml"/><Relationship Id="rId2" Type="http://schemas.openxmlformats.org/officeDocument/2006/relationships/tags" Target="../tags/tag483.xml"/><Relationship Id="rId1" Type="http://schemas.openxmlformats.org/officeDocument/2006/relationships/tags" Target="../tags/tag482.xml"/><Relationship Id="rId6" Type="http://schemas.openxmlformats.org/officeDocument/2006/relationships/tags" Target="../tags/tag487.xml"/><Relationship Id="rId11" Type="http://schemas.openxmlformats.org/officeDocument/2006/relationships/tags" Target="../tags/tag492.xml"/><Relationship Id="rId5" Type="http://schemas.openxmlformats.org/officeDocument/2006/relationships/tags" Target="../tags/tag486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491.xml"/><Relationship Id="rId4" Type="http://schemas.openxmlformats.org/officeDocument/2006/relationships/tags" Target="../tags/tag485.xml"/><Relationship Id="rId9" Type="http://schemas.openxmlformats.org/officeDocument/2006/relationships/tags" Target="../tags/tag490.xml"/><Relationship Id="rId14" Type="http://schemas.openxmlformats.org/officeDocument/2006/relationships/tags" Target="../tags/tag49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" Type="http://schemas.openxmlformats.org/officeDocument/2006/relationships/tags" Target="../tags/tag496.xml"/><Relationship Id="rId4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" Type="http://schemas.openxmlformats.org/officeDocument/2006/relationships/tags" Target="../tags/tag49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0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505.xml"/><Relationship Id="rId2" Type="http://schemas.openxmlformats.org/officeDocument/2006/relationships/tags" Target="../tags/tag504.xml"/><Relationship Id="rId1" Type="http://schemas.openxmlformats.org/officeDocument/2006/relationships/tags" Target="../tags/tag50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07.xml"/><Relationship Id="rId4" Type="http://schemas.openxmlformats.org/officeDocument/2006/relationships/tags" Target="../tags/tag50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51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09.xml"/><Relationship Id="rId1" Type="http://schemas.openxmlformats.org/officeDocument/2006/relationships/tags" Target="../tags/tag508.xml"/><Relationship Id="rId6" Type="http://schemas.openxmlformats.org/officeDocument/2006/relationships/tags" Target="../tags/tag513.xml"/><Relationship Id="rId5" Type="http://schemas.openxmlformats.org/officeDocument/2006/relationships/tags" Target="../tags/tag512.xml"/><Relationship Id="rId4" Type="http://schemas.openxmlformats.org/officeDocument/2006/relationships/tags" Target="../tags/tag511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521.xml"/><Relationship Id="rId3" Type="http://schemas.openxmlformats.org/officeDocument/2006/relationships/tags" Target="../tags/tag516.xml"/><Relationship Id="rId7" Type="http://schemas.openxmlformats.org/officeDocument/2006/relationships/tags" Target="../tags/tag520.xml"/><Relationship Id="rId2" Type="http://schemas.openxmlformats.org/officeDocument/2006/relationships/tags" Target="../tags/tag515.xml"/><Relationship Id="rId1" Type="http://schemas.openxmlformats.org/officeDocument/2006/relationships/tags" Target="../tags/tag514.xml"/><Relationship Id="rId6" Type="http://schemas.openxmlformats.org/officeDocument/2006/relationships/tags" Target="../tags/tag519.xml"/><Relationship Id="rId5" Type="http://schemas.openxmlformats.org/officeDocument/2006/relationships/tags" Target="../tags/tag51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17.xml"/><Relationship Id="rId9" Type="http://schemas.openxmlformats.org/officeDocument/2006/relationships/tags" Target="../tags/tag52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25.xml"/><Relationship Id="rId7" Type="http://schemas.openxmlformats.org/officeDocument/2006/relationships/tags" Target="../tags/tag529.xml"/><Relationship Id="rId2" Type="http://schemas.openxmlformats.org/officeDocument/2006/relationships/tags" Target="../tags/tag524.xml"/><Relationship Id="rId1" Type="http://schemas.openxmlformats.org/officeDocument/2006/relationships/tags" Target="../tags/tag523.xml"/><Relationship Id="rId6" Type="http://schemas.openxmlformats.org/officeDocument/2006/relationships/tags" Target="../tags/tag528.xml"/><Relationship Id="rId5" Type="http://schemas.openxmlformats.org/officeDocument/2006/relationships/tags" Target="../tags/tag527.xml"/><Relationship Id="rId4" Type="http://schemas.openxmlformats.org/officeDocument/2006/relationships/tags" Target="../tags/tag526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32.xml"/><Relationship Id="rId7" Type="http://schemas.openxmlformats.org/officeDocument/2006/relationships/tags" Target="../tags/tag536.xml"/><Relationship Id="rId2" Type="http://schemas.openxmlformats.org/officeDocument/2006/relationships/tags" Target="../tags/tag531.xml"/><Relationship Id="rId1" Type="http://schemas.openxmlformats.org/officeDocument/2006/relationships/tags" Target="../tags/tag530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544.xml"/><Relationship Id="rId13" Type="http://schemas.openxmlformats.org/officeDocument/2006/relationships/tags" Target="../tags/tag549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539.xml"/><Relationship Id="rId7" Type="http://schemas.openxmlformats.org/officeDocument/2006/relationships/tags" Target="../tags/tag543.xml"/><Relationship Id="rId12" Type="http://schemas.openxmlformats.org/officeDocument/2006/relationships/tags" Target="../tags/tag548.xml"/><Relationship Id="rId17" Type="http://schemas.openxmlformats.org/officeDocument/2006/relationships/tags" Target="../tags/tag553.xml"/><Relationship Id="rId2" Type="http://schemas.openxmlformats.org/officeDocument/2006/relationships/tags" Target="../tags/tag538.xml"/><Relationship Id="rId16" Type="http://schemas.openxmlformats.org/officeDocument/2006/relationships/tags" Target="../tags/tag552.xml"/><Relationship Id="rId1" Type="http://schemas.openxmlformats.org/officeDocument/2006/relationships/tags" Target="../tags/tag537.xml"/><Relationship Id="rId6" Type="http://schemas.openxmlformats.org/officeDocument/2006/relationships/tags" Target="../tags/tag542.xml"/><Relationship Id="rId11" Type="http://schemas.openxmlformats.org/officeDocument/2006/relationships/tags" Target="../tags/tag547.xml"/><Relationship Id="rId5" Type="http://schemas.openxmlformats.org/officeDocument/2006/relationships/tags" Target="../tags/tag541.xml"/><Relationship Id="rId15" Type="http://schemas.openxmlformats.org/officeDocument/2006/relationships/tags" Target="../tags/tag551.xml"/><Relationship Id="rId10" Type="http://schemas.openxmlformats.org/officeDocument/2006/relationships/tags" Target="../tags/tag546.xml"/><Relationship Id="rId4" Type="http://schemas.openxmlformats.org/officeDocument/2006/relationships/tags" Target="../tags/tag540.xml"/><Relationship Id="rId9" Type="http://schemas.openxmlformats.org/officeDocument/2006/relationships/tags" Target="../tags/tag545.xml"/><Relationship Id="rId14" Type="http://schemas.openxmlformats.org/officeDocument/2006/relationships/tags" Target="../tags/tag550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561.xml"/><Relationship Id="rId13" Type="http://schemas.openxmlformats.org/officeDocument/2006/relationships/tags" Target="../tags/tag566.xml"/><Relationship Id="rId3" Type="http://schemas.openxmlformats.org/officeDocument/2006/relationships/tags" Target="../tags/tag556.xml"/><Relationship Id="rId7" Type="http://schemas.openxmlformats.org/officeDocument/2006/relationships/tags" Target="../tags/tag560.xml"/><Relationship Id="rId12" Type="http://schemas.openxmlformats.org/officeDocument/2006/relationships/tags" Target="../tags/tag565.xml"/><Relationship Id="rId2" Type="http://schemas.openxmlformats.org/officeDocument/2006/relationships/tags" Target="../tags/tag555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554.xml"/><Relationship Id="rId6" Type="http://schemas.openxmlformats.org/officeDocument/2006/relationships/tags" Target="../tags/tag559.xml"/><Relationship Id="rId11" Type="http://schemas.openxmlformats.org/officeDocument/2006/relationships/tags" Target="../tags/tag564.xml"/><Relationship Id="rId5" Type="http://schemas.openxmlformats.org/officeDocument/2006/relationships/tags" Target="../tags/tag558.xml"/><Relationship Id="rId15" Type="http://schemas.openxmlformats.org/officeDocument/2006/relationships/tags" Target="../tags/tag568.xml"/><Relationship Id="rId10" Type="http://schemas.openxmlformats.org/officeDocument/2006/relationships/tags" Target="../tags/tag563.xml"/><Relationship Id="rId4" Type="http://schemas.openxmlformats.org/officeDocument/2006/relationships/tags" Target="../tags/tag557.xml"/><Relationship Id="rId9" Type="http://schemas.openxmlformats.org/officeDocument/2006/relationships/tags" Target="../tags/tag562.xml"/><Relationship Id="rId14" Type="http://schemas.openxmlformats.org/officeDocument/2006/relationships/tags" Target="../tags/tag567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576.xml"/><Relationship Id="rId13" Type="http://schemas.openxmlformats.org/officeDocument/2006/relationships/tags" Target="../tags/tag581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571.xml"/><Relationship Id="rId7" Type="http://schemas.openxmlformats.org/officeDocument/2006/relationships/tags" Target="../tags/tag575.xml"/><Relationship Id="rId12" Type="http://schemas.openxmlformats.org/officeDocument/2006/relationships/tags" Target="../tags/tag580.xml"/><Relationship Id="rId17" Type="http://schemas.openxmlformats.org/officeDocument/2006/relationships/tags" Target="../tags/tag585.xml"/><Relationship Id="rId2" Type="http://schemas.openxmlformats.org/officeDocument/2006/relationships/tags" Target="../tags/tag570.xml"/><Relationship Id="rId16" Type="http://schemas.openxmlformats.org/officeDocument/2006/relationships/tags" Target="../tags/tag584.xml"/><Relationship Id="rId1" Type="http://schemas.openxmlformats.org/officeDocument/2006/relationships/tags" Target="../tags/tag569.xml"/><Relationship Id="rId6" Type="http://schemas.openxmlformats.org/officeDocument/2006/relationships/tags" Target="../tags/tag574.xml"/><Relationship Id="rId11" Type="http://schemas.openxmlformats.org/officeDocument/2006/relationships/tags" Target="../tags/tag579.xml"/><Relationship Id="rId5" Type="http://schemas.openxmlformats.org/officeDocument/2006/relationships/tags" Target="../tags/tag573.xml"/><Relationship Id="rId15" Type="http://schemas.openxmlformats.org/officeDocument/2006/relationships/tags" Target="../tags/tag583.xml"/><Relationship Id="rId10" Type="http://schemas.openxmlformats.org/officeDocument/2006/relationships/tags" Target="../tags/tag578.xml"/><Relationship Id="rId4" Type="http://schemas.openxmlformats.org/officeDocument/2006/relationships/tags" Target="../tags/tag572.xml"/><Relationship Id="rId9" Type="http://schemas.openxmlformats.org/officeDocument/2006/relationships/tags" Target="../tags/tag577.xml"/><Relationship Id="rId14" Type="http://schemas.openxmlformats.org/officeDocument/2006/relationships/tags" Target="../tags/tag582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593.xml"/><Relationship Id="rId13" Type="http://schemas.openxmlformats.org/officeDocument/2006/relationships/tags" Target="../tags/tag598.xml"/><Relationship Id="rId18" Type="http://schemas.openxmlformats.org/officeDocument/2006/relationships/tags" Target="../tags/tag603.xml"/><Relationship Id="rId3" Type="http://schemas.openxmlformats.org/officeDocument/2006/relationships/tags" Target="../tags/tag588.xml"/><Relationship Id="rId7" Type="http://schemas.openxmlformats.org/officeDocument/2006/relationships/tags" Target="../tags/tag592.xml"/><Relationship Id="rId12" Type="http://schemas.openxmlformats.org/officeDocument/2006/relationships/tags" Target="../tags/tag597.xml"/><Relationship Id="rId17" Type="http://schemas.openxmlformats.org/officeDocument/2006/relationships/tags" Target="../tags/tag602.xml"/><Relationship Id="rId2" Type="http://schemas.openxmlformats.org/officeDocument/2006/relationships/tags" Target="../tags/tag587.xml"/><Relationship Id="rId16" Type="http://schemas.openxmlformats.org/officeDocument/2006/relationships/tags" Target="../tags/tag601.xml"/><Relationship Id="rId1" Type="http://schemas.openxmlformats.org/officeDocument/2006/relationships/tags" Target="../tags/tag586.xml"/><Relationship Id="rId6" Type="http://schemas.openxmlformats.org/officeDocument/2006/relationships/tags" Target="../tags/tag591.xml"/><Relationship Id="rId11" Type="http://schemas.openxmlformats.org/officeDocument/2006/relationships/tags" Target="../tags/tag596.xml"/><Relationship Id="rId5" Type="http://schemas.openxmlformats.org/officeDocument/2006/relationships/tags" Target="../tags/tag590.xml"/><Relationship Id="rId15" Type="http://schemas.openxmlformats.org/officeDocument/2006/relationships/tags" Target="../tags/tag600.xml"/><Relationship Id="rId10" Type="http://schemas.openxmlformats.org/officeDocument/2006/relationships/tags" Target="../tags/tag595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589.xml"/><Relationship Id="rId9" Type="http://schemas.openxmlformats.org/officeDocument/2006/relationships/tags" Target="../tags/tag594.xml"/><Relationship Id="rId14" Type="http://schemas.openxmlformats.org/officeDocument/2006/relationships/tags" Target="../tags/tag599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611.xml"/><Relationship Id="rId13" Type="http://schemas.openxmlformats.org/officeDocument/2006/relationships/tags" Target="../tags/tag616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606.xml"/><Relationship Id="rId7" Type="http://schemas.openxmlformats.org/officeDocument/2006/relationships/tags" Target="../tags/tag610.xml"/><Relationship Id="rId12" Type="http://schemas.openxmlformats.org/officeDocument/2006/relationships/tags" Target="../tags/tag615.xml"/><Relationship Id="rId17" Type="http://schemas.openxmlformats.org/officeDocument/2006/relationships/tags" Target="../tags/tag620.xml"/><Relationship Id="rId2" Type="http://schemas.openxmlformats.org/officeDocument/2006/relationships/tags" Target="../tags/tag605.xml"/><Relationship Id="rId16" Type="http://schemas.openxmlformats.org/officeDocument/2006/relationships/tags" Target="../tags/tag619.xml"/><Relationship Id="rId1" Type="http://schemas.openxmlformats.org/officeDocument/2006/relationships/tags" Target="../tags/tag604.xml"/><Relationship Id="rId6" Type="http://schemas.openxmlformats.org/officeDocument/2006/relationships/tags" Target="../tags/tag609.xml"/><Relationship Id="rId11" Type="http://schemas.openxmlformats.org/officeDocument/2006/relationships/tags" Target="../tags/tag614.xml"/><Relationship Id="rId5" Type="http://schemas.openxmlformats.org/officeDocument/2006/relationships/tags" Target="../tags/tag608.xml"/><Relationship Id="rId15" Type="http://schemas.openxmlformats.org/officeDocument/2006/relationships/tags" Target="../tags/tag618.xml"/><Relationship Id="rId10" Type="http://schemas.openxmlformats.org/officeDocument/2006/relationships/tags" Target="../tags/tag613.xml"/><Relationship Id="rId4" Type="http://schemas.openxmlformats.org/officeDocument/2006/relationships/tags" Target="../tags/tag607.xml"/><Relationship Id="rId9" Type="http://schemas.openxmlformats.org/officeDocument/2006/relationships/tags" Target="../tags/tag612.xml"/><Relationship Id="rId14" Type="http://schemas.openxmlformats.org/officeDocument/2006/relationships/tags" Target="../tags/tag617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628.xml"/><Relationship Id="rId13" Type="http://schemas.openxmlformats.org/officeDocument/2006/relationships/tags" Target="../tags/tag633.xml"/><Relationship Id="rId3" Type="http://schemas.openxmlformats.org/officeDocument/2006/relationships/tags" Target="../tags/tag623.xml"/><Relationship Id="rId7" Type="http://schemas.openxmlformats.org/officeDocument/2006/relationships/tags" Target="../tags/tag627.xml"/><Relationship Id="rId12" Type="http://schemas.openxmlformats.org/officeDocument/2006/relationships/tags" Target="../tags/tag632.xml"/><Relationship Id="rId2" Type="http://schemas.openxmlformats.org/officeDocument/2006/relationships/tags" Target="../tags/tag622.xml"/><Relationship Id="rId1" Type="http://schemas.openxmlformats.org/officeDocument/2006/relationships/tags" Target="../tags/tag621.xml"/><Relationship Id="rId6" Type="http://schemas.openxmlformats.org/officeDocument/2006/relationships/tags" Target="../tags/tag626.xml"/><Relationship Id="rId11" Type="http://schemas.openxmlformats.org/officeDocument/2006/relationships/tags" Target="../tags/tag631.xml"/><Relationship Id="rId5" Type="http://schemas.openxmlformats.org/officeDocument/2006/relationships/tags" Target="../tags/tag625.xml"/><Relationship Id="rId10" Type="http://schemas.openxmlformats.org/officeDocument/2006/relationships/tags" Target="../tags/tag630.xml"/><Relationship Id="rId4" Type="http://schemas.openxmlformats.org/officeDocument/2006/relationships/tags" Target="../tags/tag624.xml"/><Relationship Id="rId9" Type="http://schemas.openxmlformats.org/officeDocument/2006/relationships/tags" Target="../tags/tag629.xml"/><Relationship Id="rId14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636.xml"/><Relationship Id="rId7" Type="http://schemas.openxmlformats.org/officeDocument/2006/relationships/oleObject" Target="../embeddings/oleObject5.bin"/><Relationship Id="rId2" Type="http://schemas.openxmlformats.org/officeDocument/2006/relationships/tags" Target="../tags/tag635.xml"/><Relationship Id="rId1" Type="http://schemas.openxmlformats.org/officeDocument/2006/relationships/tags" Target="../tags/tag63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38.xml"/><Relationship Id="rId4" Type="http://schemas.openxmlformats.org/officeDocument/2006/relationships/tags" Target="../tags/tag637.xml"/><Relationship Id="rId9" Type="http://schemas.openxmlformats.org/officeDocument/2006/relationships/oleObject" Target="../embeddings/oleObject6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641.xml"/><Relationship Id="rId2" Type="http://schemas.openxmlformats.org/officeDocument/2006/relationships/tags" Target="../tags/tag640.xml"/><Relationship Id="rId1" Type="http://schemas.openxmlformats.org/officeDocument/2006/relationships/tags" Target="../tags/tag639.xml"/><Relationship Id="rId4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644.xml"/><Relationship Id="rId2" Type="http://schemas.openxmlformats.org/officeDocument/2006/relationships/tags" Target="../tags/tag643.xml"/><Relationship Id="rId1" Type="http://schemas.openxmlformats.org/officeDocument/2006/relationships/tags" Target="../tags/tag64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4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47.xml"/><Relationship Id="rId1" Type="http://schemas.openxmlformats.org/officeDocument/2006/relationships/tags" Target="../tags/tag64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4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2.pn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696.xml"/><Relationship Id="rId7" Type="http://schemas.openxmlformats.org/officeDocument/2006/relationships/tags" Target="../tags/tag700.xml"/><Relationship Id="rId2" Type="http://schemas.openxmlformats.org/officeDocument/2006/relationships/tags" Target="../tags/tag695.xml"/><Relationship Id="rId1" Type="http://schemas.openxmlformats.org/officeDocument/2006/relationships/tags" Target="../tags/tag694.xml"/><Relationship Id="rId6" Type="http://schemas.openxmlformats.org/officeDocument/2006/relationships/tags" Target="../tags/tag699.xml"/><Relationship Id="rId5" Type="http://schemas.openxmlformats.org/officeDocument/2006/relationships/tags" Target="../tags/tag698.xml"/><Relationship Id="rId4" Type="http://schemas.openxmlformats.org/officeDocument/2006/relationships/tags" Target="../tags/tag697.xml"/></Relationships>
</file>

<file path=ppt/slideLayouts/_rels/slideLayout121.xml.rels><?xml version="1.0" encoding="UTF-8" standalone="yes"?>
<Relationships xmlns="http://schemas.openxmlformats.org/package/2006/relationships"><Relationship Id="rId8" Type="http://schemas.openxmlformats.org/officeDocument/2006/relationships/tags" Target="../tags/tag708.xml"/><Relationship Id="rId3" Type="http://schemas.openxmlformats.org/officeDocument/2006/relationships/tags" Target="../tags/tag703.xml"/><Relationship Id="rId7" Type="http://schemas.openxmlformats.org/officeDocument/2006/relationships/tags" Target="../tags/tag707.xml"/><Relationship Id="rId2" Type="http://schemas.openxmlformats.org/officeDocument/2006/relationships/tags" Target="../tags/tag702.xml"/><Relationship Id="rId1" Type="http://schemas.openxmlformats.org/officeDocument/2006/relationships/tags" Target="../tags/tag701.xml"/><Relationship Id="rId6" Type="http://schemas.openxmlformats.org/officeDocument/2006/relationships/tags" Target="../tags/tag706.xml"/><Relationship Id="rId5" Type="http://schemas.openxmlformats.org/officeDocument/2006/relationships/tags" Target="../tags/tag705.xml"/><Relationship Id="rId4" Type="http://schemas.openxmlformats.org/officeDocument/2006/relationships/tags" Target="../tags/tag704.xml"/><Relationship Id="rId9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tags" Target="../tags/tag711.xml"/><Relationship Id="rId2" Type="http://schemas.openxmlformats.org/officeDocument/2006/relationships/tags" Target="../tags/tag710.xml"/><Relationship Id="rId1" Type="http://schemas.openxmlformats.org/officeDocument/2006/relationships/tags" Target="../tags/tag70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13.xml"/><Relationship Id="rId4" Type="http://schemas.openxmlformats.org/officeDocument/2006/relationships/tags" Target="../tags/tag71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tags" Target="../tags/tag716.xml"/><Relationship Id="rId2" Type="http://schemas.openxmlformats.org/officeDocument/2006/relationships/tags" Target="../tags/tag715.xml"/><Relationship Id="rId1" Type="http://schemas.openxmlformats.org/officeDocument/2006/relationships/tags" Target="../tags/tag71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18.xml"/><Relationship Id="rId4" Type="http://schemas.openxmlformats.org/officeDocument/2006/relationships/tags" Target="../tags/tag717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tags" Target="../tags/tag721.xml"/><Relationship Id="rId2" Type="http://schemas.openxmlformats.org/officeDocument/2006/relationships/tags" Target="../tags/tag720.xml"/><Relationship Id="rId1" Type="http://schemas.openxmlformats.org/officeDocument/2006/relationships/tags" Target="../tags/tag71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23.xml"/><Relationship Id="rId4" Type="http://schemas.openxmlformats.org/officeDocument/2006/relationships/tags" Target="../tags/tag722.xml"/></Relationships>
</file>

<file path=ppt/slideLayouts/_rels/slideLayout125.xml.rels><?xml version="1.0" encoding="UTF-8" standalone="yes"?>
<Relationships xmlns="http://schemas.openxmlformats.org/package/2006/relationships"><Relationship Id="rId8" Type="http://schemas.openxmlformats.org/officeDocument/2006/relationships/tags" Target="../tags/tag731.xml"/><Relationship Id="rId13" Type="http://schemas.openxmlformats.org/officeDocument/2006/relationships/tags" Target="../tags/tag736.xml"/><Relationship Id="rId18" Type="http://schemas.openxmlformats.org/officeDocument/2006/relationships/tags" Target="../tags/tag741.xml"/><Relationship Id="rId3" Type="http://schemas.openxmlformats.org/officeDocument/2006/relationships/tags" Target="../tags/tag726.xml"/><Relationship Id="rId7" Type="http://schemas.openxmlformats.org/officeDocument/2006/relationships/tags" Target="../tags/tag730.xml"/><Relationship Id="rId12" Type="http://schemas.openxmlformats.org/officeDocument/2006/relationships/tags" Target="../tags/tag735.xml"/><Relationship Id="rId17" Type="http://schemas.openxmlformats.org/officeDocument/2006/relationships/tags" Target="../tags/tag740.xml"/><Relationship Id="rId2" Type="http://schemas.openxmlformats.org/officeDocument/2006/relationships/tags" Target="../tags/tag725.xml"/><Relationship Id="rId16" Type="http://schemas.openxmlformats.org/officeDocument/2006/relationships/tags" Target="../tags/tag739.xml"/><Relationship Id="rId1" Type="http://schemas.openxmlformats.org/officeDocument/2006/relationships/tags" Target="../tags/tag724.xml"/><Relationship Id="rId6" Type="http://schemas.openxmlformats.org/officeDocument/2006/relationships/tags" Target="../tags/tag729.xml"/><Relationship Id="rId11" Type="http://schemas.openxmlformats.org/officeDocument/2006/relationships/tags" Target="../tags/tag734.xml"/><Relationship Id="rId5" Type="http://schemas.openxmlformats.org/officeDocument/2006/relationships/tags" Target="../tags/tag728.xml"/><Relationship Id="rId15" Type="http://schemas.openxmlformats.org/officeDocument/2006/relationships/tags" Target="../tags/tag738.xml"/><Relationship Id="rId10" Type="http://schemas.openxmlformats.org/officeDocument/2006/relationships/tags" Target="../tags/tag733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727.xml"/><Relationship Id="rId9" Type="http://schemas.openxmlformats.org/officeDocument/2006/relationships/tags" Target="../tags/tag732.xml"/><Relationship Id="rId14" Type="http://schemas.openxmlformats.org/officeDocument/2006/relationships/tags" Target="../tags/tag737.xml"/></Relationships>
</file>

<file path=ppt/slideLayouts/_rels/slideLayout126.xml.rels><?xml version="1.0" encoding="UTF-8" standalone="yes"?>
<Relationships xmlns="http://schemas.openxmlformats.org/package/2006/relationships"><Relationship Id="rId8" Type="http://schemas.openxmlformats.org/officeDocument/2006/relationships/tags" Target="../tags/tag749.xml"/><Relationship Id="rId13" Type="http://schemas.openxmlformats.org/officeDocument/2006/relationships/tags" Target="../tags/tag754.xml"/><Relationship Id="rId18" Type="http://schemas.openxmlformats.org/officeDocument/2006/relationships/tags" Target="../tags/tag759.xml"/><Relationship Id="rId3" Type="http://schemas.openxmlformats.org/officeDocument/2006/relationships/tags" Target="../tags/tag744.xml"/><Relationship Id="rId7" Type="http://schemas.openxmlformats.org/officeDocument/2006/relationships/tags" Target="../tags/tag748.xml"/><Relationship Id="rId12" Type="http://schemas.openxmlformats.org/officeDocument/2006/relationships/tags" Target="../tags/tag753.xml"/><Relationship Id="rId17" Type="http://schemas.openxmlformats.org/officeDocument/2006/relationships/tags" Target="../tags/tag758.xml"/><Relationship Id="rId2" Type="http://schemas.openxmlformats.org/officeDocument/2006/relationships/tags" Target="../tags/tag743.xml"/><Relationship Id="rId16" Type="http://schemas.openxmlformats.org/officeDocument/2006/relationships/tags" Target="../tags/tag757.xml"/><Relationship Id="rId1" Type="http://schemas.openxmlformats.org/officeDocument/2006/relationships/tags" Target="../tags/tag742.xml"/><Relationship Id="rId6" Type="http://schemas.openxmlformats.org/officeDocument/2006/relationships/tags" Target="../tags/tag747.xml"/><Relationship Id="rId11" Type="http://schemas.openxmlformats.org/officeDocument/2006/relationships/tags" Target="../tags/tag752.xml"/><Relationship Id="rId5" Type="http://schemas.openxmlformats.org/officeDocument/2006/relationships/tags" Target="../tags/tag746.xml"/><Relationship Id="rId15" Type="http://schemas.openxmlformats.org/officeDocument/2006/relationships/tags" Target="../tags/tag756.xml"/><Relationship Id="rId10" Type="http://schemas.openxmlformats.org/officeDocument/2006/relationships/tags" Target="../tags/tag751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745.xml"/><Relationship Id="rId9" Type="http://schemas.openxmlformats.org/officeDocument/2006/relationships/tags" Target="../tags/tag750.xml"/><Relationship Id="rId14" Type="http://schemas.openxmlformats.org/officeDocument/2006/relationships/tags" Target="../tags/tag755.xml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tags" Target="../tags/tag767.xml"/><Relationship Id="rId13" Type="http://schemas.openxmlformats.org/officeDocument/2006/relationships/tags" Target="../tags/tag772.xml"/><Relationship Id="rId18" Type="http://schemas.openxmlformats.org/officeDocument/2006/relationships/tags" Target="../tags/tag777.xml"/><Relationship Id="rId3" Type="http://schemas.openxmlformats.org/officeDocument/2006/relationships/tags" Target="../tags/tag762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766.xml"/><Relationship Id="rId12" Type="http://schemas.openxmlformats.org/officeDocument/2006/relationships/tags" Target="../tags/tag771.xml"/><Relationship Id="rId17" Type="http://schemas.openxmlformats.org/officeDocument/2006/relationships/tags" Target="../tags/tag776.xml"/><Relationship Id="rId2" Type="http://schemas.openxmlformats.org/officeDocument/2006/relationships/tags" Target="../tags/tag761.xml"/><Relationship Id="rId16" Type="http://schemas.openxmlformats.org/officeDocument/2006/relationships/tags" Target="../tags/tag775.xml"/><Relationship Id="rId20" Type="http://schemas.openxmlformats.org/officeDocument/2006/relationships/tags" Target="../tags/tag779.xml"/><Relationship Id="rId1" Type="http://schemas.openxmlformats.org/officeDocument/2006/relationships/tags" Target="../tags/tag760.xml"/><Relationship Id="rId6" Type="http://schemas.openxmlformats.org/officeDocument/2006/relationships/tags" Target="../tags/tag765.xml"/><Relationship Id="rId11" Type="http://schemas.openxmlformats.org/officeDocument/2006/relationships/tags" Target="../tags/tag770.xml"/><Relationship Id="rId5" Type="http://schemas.openxmlformats.org/officeDocument/2006/relationships/tags" Target="../tags/tag764.xml"/><Relationship Id="rId15" Type="http://schemas.openxmlformats.org/officeDocument/2006/relationships/tags" Target="../tags/tag774.xml"/><Relationship Id="rId10" Type="http://schemas.openxmlformats.org/officeDocument/2006/relationships/tags" Target="../tags/tag769.xml"/><Relationship Id="rId19" Type="http://schemas.openxmlformats.org/officeDocument/2006/relationships/tags" Target="../tags/tag778.xml"/><Relationship Id="rId4" Type="http://schemas.openxmlformats.org/officeDocument/2006/relationships/tags" Target="../tags/tag763.xml"/><Relationship Id="rId9" Type="http://schemas.openxmlformats.org/officeDocument/2006/relationships/tags" Target="../tags/tag768.xml"/><Relationship Id="rId14" Type="http://schemas.openxmlformats.org/officeDocument/2006/relationships/tags" Target="../tags/tag773.xml"/></Relationships>
</file>

<file path=ppt/slideLayouts/_rels/slideLayout128.xml.rels><?xml version="1.0" encoding="UTF-8" standalone="yes"?>
<Relationships xmlns="http://schemas.openxmlformats.org/package/2006/relationships"><Relationship Id="rId8" Type="http://schemas.openxmlformats.org/officeDocument/2006/relationships/tags" Target="../tags/tag787.xml"/><Relationship Id="rId13" Type="http://schemas.openxmlformats.org/officeDocument/2006/relationships/tags" Target="../tags/tag792.xml"/><Relationship Id="rId18" Type="http://schemas.openxmlformats.org/officeDocument/2006/relationships/tags" Target="../tags/tag797.xml"/><Relationship Id="rId3" Type="http://schemas.openxmlformats.org/officeDocument/2006/relationships/tags" Target="../tags/tag782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786.xml"/><Relationship Id="rId12" Type="http://schemas.openxmlformats.org/officeDocument/2006/relationships/tags" Target="../tags/tag791.xml"/><Relationship Id="rId17" Type="http://schemas.openxmlformats.org/officeDocument/2006/relationships/tags" Target="../tags/tag796.xml"/><Relationship Id="rId2" Type="http://schemas.openxmlformats.org/officeDocument/2006/relationships/tags" Target="../tags/tag781.xml"/><Relationship Id="rId16" Type="http://schemas.openxmlformats.org/officeDocument/2006/relationships/tags" Target="../tags/tag795.xml"/><Relationship Id="rId20" Type="http://schemas.openxmlformats.org/officeDocument/2006/relationships/tags" Target="../tags/tag799.xml"/><Relationship Id="rId1" Type="http://schemas.openxmlformats.org/officeDocument/2006/relationships/tags" Target="../tags/tag780.xml"/><Relationship Id="rId6" Type="http://schemas.openxmlformats.org/officeDocument/2006/relationships/tags" Target="../tags/tag785.xml"/><Relationship Id="rId11" Type="http://schemas.openxmlformats.org/officeDocument/2006/relationships/tags" Target="../tags/tag790.xml"/><Relationship Id="rId5" Type="http://schemas.openxmlformats.org/officeDocument/2006/relationships/tags" Target="../tags/tag784.xml"/><Relationship Id="rId15" Type="http://schemas.openxmlformats.org/officeDocument/2006/relationships/tags" Target="../tags/tag794.xml"/><Relationship Id="rId10" Type="http://schemas.openxmlformats.org/officeDocument/2006/relationships/tags" Target="../tags/tag789.xml"/><Relationship Id="rId19" Type="http://schemas.openxmlformats.org/officeDocument/2006/relationships/tags" Target="../tags/tag798.xml"/><Relationship Id="rId4" Type="http://schemas.openxmlformats.org/officeDocument/2006/relationships/tags" Target="../tags/tag783.xml"/><Relationship Id="rId9" Type="http://schemas.openxmlformats.org/officeDocument/2006/relationships/tags" Target="../tags/tag788.xml"/><Relationship Id="rId14" Type="http://schemas.openxmlformats.org/officeDocument/2006/relationships/tags" Target="../tags/tag793.xml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tags" Target="../tags/tag807.xml"/><Relationship Id="rId13" Type="http://schemas.openxmlformats.org/officeDocument/2006/relationships/tags" Target="../tags/tag812.xml"/><Relationship Id="rId18" Type="http://schemas.openxmlformats.org/officeDocument/2006/relationships/tags" Target="../tags/tag817.xml"/><Relationship Id="rId3" Type="http://schemas.openxmlformats.org/officeDocument/2006/relationships/tags" Target="../tags/tag802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806.xml"/><Relationship Id="rId12" Type="http://schemas.openxmlformats.org/officeDocument/2006/relationships/tags" Target="../tags/tag811.xml"/><Relationship Id="rId17" Type="http://schemas.openxmlformats.org/officeDocument/2006/relationships/tags" Target="../tags/tag816.xml"/><Relationship Id="rId2" Type="http://schemas.openxmlformats.org/officeDocument/2006/relationships/tags" Target="../tags/tag801.xml"/><Relationship Id="rId16" Type="http://schemas.openxmlformats.org/officeDocument/2006/relationships/tags" Target="../tags/tag815.xml"/><Relationship Id="rId20" Type="http://schemas.openxmlformats.org/officeDocument/2006/relationships/tags" Target="../tags/tag819.xml"/><Relationship Id="rId1" Type="http://schemas.openxmlformats.org/officeDocument/2006/relationships/tags" Target="../tags/tag800.xml"/><Relationship Id="rId6" Type="http://schemas.openxmlformats.org/officeDocument/2006/relationships/tags" Target="../tags/tag805.xml"/><Relationship Id="rId11" Type="http://schemas.openxmlformats.org/officeDocument/2006/relationships/tags" Target="../tags/tag810.xml"/><Relationship Id="rId5" Type="http://schemas.openxmlformats.org/officeDocument/2006/relationships/tags" Target="../tags/tag804.xml"/><Relationship Id="rId15" Type="http://schemas.openxmlformats.org/officeDocument/2006/relationships/tags" Target="../tags/tag814.xml"/><Relationship Id="rId10" Type="http://schemas.openxmlformats.org/officeDocument/2006/relationships/tags" Target="../tags/tag809.xml"/><Relationship Id="rId19" Type="http://schemas.openxmlformats.org/officeDocument/2006/relationships/tags" Target="../tags/tag818.xml"/><Relationship Id="rId4" Type="http://schemas.openxmlformats.org/officeDocument/2006/relationships/tags" Target="../tags/tag803.xml"/><Relationship Id="rId9" Type="http://schemas.openxmlformats.org/officeDocument/2006/relationships/tags" Target="../tags/tag808.xml"/><Relationship Id="rId14" Type="http://schemas.openxmlformats.org/officeDocument/2006/relationships/tags" Target="../tags/tag813.xml"/></Relationships>
</file>

<file path=ppt/slideLayouts/_rels/slideLayout130.xml.rels><?xml version="1.0" encoding="UTF-8" standalone="yes"?>
<Relationships xmlns="http://schemas.openxmlformats.org/package/2006/relationships"><Relationship Id="rId8" Type="http://schemas.openxmlformats.org/officeDocument/2006/relationships/tags" Target="../tags/tag827.xml"/><Relationship Id="rId13" Type="http://schemas.openxmlformats.org/officeDocument/2006/relationships/tags" Target="../tags/tag832.xml"/><Relationship Id="rId3" Type="http://schemas.openxmlformats.org/officeDocument/2006/relationships/tags" Target="../tags/tag822.xml"/><Relationship Id="rId7" Type="http://schemas.openxmlformats.org/officeDocument/2006/relationships/tags" Target="../tags/tag826.xml"/><Relationship Id="rId12" Type="http://schemas.openxmlformats.org/officeDocument/2006/relationships/tags" Target="../tags/tag831.xml"/><Relationship Id="rId17" Type="http://schemas.openxmlformats.org/officeDocument/2006/relationships/slideMaster" Target="../slideMasters/slideMaster4.xml"/><Relationship Id="rId2" Type="http://schemas.openxmlformats.org/officeDocument/2006/relationships/tags" Target="../tags/tag821.xml"/><Relationship Id="rId16" Type="http://schemas.openxmlformats.org/officeDocument/2006/relationships/tags" Target="../tags/tag835.xml"/><Relationship Id="rId1" Type="http://schemas.openxmlformats.org/officeDocument/2006/relationships/tags" Target="../tags/tag820.xml"/><Relationship Id="rId6" Type="http://schemas.openxmlformats.org/officeDocument/2006/relationships/tags" Target="../tags/tag825.xml"/><Relationship Id="rId11" Type="http://schemas.openxmlformats.org/officeDocument/2006/relationships/tags" Target="../tags/tag830.xml"/><Relationship Id="rId5" Type="http://schemas.openxmlformats.org/officeDocument/2006/relationships/tags" Target="../tags/tag824.xml"/><Relationship Id="rId15" Type="http://schemas.openxmlformats.org/officeDocument/2006/relationships/tags" Target="../tags/tag834.xml"/><Relationship Id="rId10" Type="http://schemas.openxmlformats.org/officeDocument/2006/relationships/tags" Target="../tags/tag829.xml"/><Relationship Id="rId4" Type="http://schemas.openxmlformats.org/officeDocument/2006/relationships/tags" Target="../tags/tag823.xml"/><Relationship Id="rId9" Type="http://schemas.openxmlformats.org/officeDocument/2006/relationships/tags" Target="../tags/tag828.xml"/><Relationship Id="rId14" Type="http://schemas.openxmlformats.org/officeDocument/2006/relationships/tags" Target="../tags/tag83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tags" Target="../tags/tag838.xml"/><Relationship Id="rId2" Type="http://schemas.openxmlformats.org/officeDocument/2006/relationships/tags" Target="../tags/tag837.xml"/><Relationship Id="rId1" Type="http://schemas.openxmlformats.org/officeDocument/2006/relationships/tags" Target="../tags/tag836.xml"/><Relationship Id="rId4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tags" Target="../tags/tag841.xml"/><Relationship Id="rId2" Type="http://schemas.openxmlformats.org/officeDocument/2006/relationships/tags" Target="../tags/tag840.xml"/><Relationship Id="rId1" Type="http://schemas.openxmlformats.org/officeDocument/2006/relationships/tags" Target="../tags/tag839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84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tags" Target="../tags/tag845.xml"/><Relationship Id="rId2" Type="http://schemas.openxmlformats.org/officeDocument/2006/relationships/tags" Target="../tags/tag844.xml"/><Relationship Id="rId1" Type="http://schemas.openxmlformats.org/officeDocument/2006/relationships/tags" Target="../tags/tag84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847.xml"/><Relationship Id="rId4" Type="http://schemas.openxmlformats.org/officeDocument/2006/relationships/tags" Target="../tags/tag846.xml"/></Relationships>
</file>

<file path=ppt/slideLayouts/_rels/slideLayout134.xml.rels><?xml version="1.0" encoding="UTF-8" standalone="yes"?>
<Relationships xmlns="http://schemas.openxmlformats.org/package/2006/relationships"><Relationship Id="rId8" Type="http://schemas.openxmlformats.org/officeDocument/2006/relationships/tags" Target="../tags/tag855.xml"/><Relationship Id="rId3" Type="http://schemas.openxmlformats.org/officeDocument/2006/relationships/tags" Target="../tags/tag850.xml"/><Relationship Id="rId7" Type="http://schemas.openxmlformats.org/officeDocument/2006/relationships/tags" Target="../tags/tag854.xml"/><Relationship Id="rId2" Type="http://schemas.openxmlformats.org/officeDocument/2006/relationships/tags" Target="../tags/tag849.xml"/><Relationship Id="rId1" Type="http://schemas.openxmlformats.org/officeDocument/2006/relationships/tags" Target="../tags/tag848.xml"/><Relationship Id="rId6" Type="http://schemas.openxmlformats.org/officeDocument/2006/relationships/tags" Target="../tags/tag853.xml"/><Relationship Id="rId5" Type="http://schemas.openxmlformats.org/officeDocument/2006/relationships/tags" Target="../tags/tag852.xml"/><Relationship Id="rId4" Type="http://schemas.openxmlformats.org/officeDocument/2006/relationships/tags" Target="../tags/tag851.xml"/><Relationship Id="rId9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tags" Target="../tags/tag863.xml"/><Relationship Id="rId3" Type="http://schemas.openxmlformats.org/officeDocument/2006/relationships/tags" Target="../tags/tag858.xml"/><Relationship Id="rId7" Type="http://schemas.openxmlformats.org/officeDocument/2006/relationships/tags" Target="../tags/tag862.xml"/><Relationship Id="rId2" Type="http://schemas.openxmlformats.org/officeDocument/2006/relationships/tags" Target="../tags/tag857.xml"/><Relationship Id="rId1" Type="http://schemas.openxmlformats.org/officeDocument/2006/relationships/tags" Target="../tags/tag856.xml"/><Relationship Id="rId6" Type="http://schemas.openxmlformats.org/officeDocument/2006/relationships/tags" Target="../tags/tag861.xml"/><Relationship Id="rId5" Type="http://schemas.openxmlformats.org/officeDocument/2006/relationships/tags" Target="../tags/tag860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859.xml"/><Relationship Id="rId9" Type="http://schemas.openxmlformats.org/officeDocument/2006/relationships/tags" Target="../tags/tag864.xml"/></Relationships>
</file>

<file path=ppt/slideLayouts/_rels/slideLayout13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867.xml"/><Relationship Id="rId7" Type="http://schemas.openxmlformats.org/officeDocument/2006/relationships/tags" Target="../tags/tag871.xml"/><Relationship Id="rId2" Type="http://schemas.openxmlformats.org/officeDocument/2006/relationships/tags" Target="../tags/tag866.xml"/><Relationship Id="rId1" Type="http://schemas.openxmlformats.org/officeDocument/2006/relationships/tags" Target="../tags/tag865.xml"/><Relationship Id="rId6" Type="http://schemas.openxmlformats.org/officeDocument/2006/relationships/tags" Target="../tags/tag870.xml"/><Relationship Id="rId5" Type="http://schemas.openxmlformats.org/officeDocument/2006/relationships/tags" Target="../tags/tag869.xml"/><Relationship Id="rId4" Type="http://schemas.openxmlformats.org/officeDocument/2006/relationships/tags" Target="../tags/tag868.xml"/></Relationships>
</file>

<file path=ppt/slideLayouts/_rels/slideLayout13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874.xml"/><Relationship Id="rId7" Type="http://schemas.openxmlformats.org/officeDocument/2006/relationships/tags" Target="../tags/tag878.xml"/><Relationship Id="rId2" Type="http://schemas.openxmlformats.org/officeDocument/2006/relationships/tags" Target="../tags/tag873.xml"/><Relationship Id="rId1" Type="http://schemas.openxmlformats.org/officeDocument/2006/relationships/tags" Target="../tags/tag872.xml"/><Relationship Id="rId6" Type="http://schemas.openxmlformats.org/officeDocument/2006/relationships/tags" Target="../tags/tag877.xml"/><Relationship Id="rId5" Type="http://schemas.openxmlformats.org/officeDocument/2006/relationships/tags" Target="../tags/tag876.xml"/><Relationship Id="rId4" Type="http://schemas.openxmlformats.org/officeDocument/2006/relationships/tags" Target="../tags/tag875.xml"/></Relationships>
</file>

<file path=ppt/slideLayouts/_rels/slideLayout138.xml.rels><?xml version="1.0" encoding="UTF-8" standalone="yes"?>
<Relationships xmlns="http://schemas.openxmlformats.org/package/2006/relationships"><Relationship Id="rId8" Type="http://schemas.openxmlformats.org/officeDocument/2006/relationships/tags" Target="../tags/tag886.xml"/><Relationship Id="rId13" Type="http://schemas.openxmlformats.org/officeDocument/2006/relationships/tags" Target="../tags/tag891.xml"/><Relationship Id="rId18" Type="http://schemas.openxmlformats.org/officeDocument/2006/relationships/tags" Target="../tags/tag896.xml"/><Relationship Id="rId3" Type="http://schemas.openxmlformats.org/officeDocument/2006/relationships/tags" Target="../tags/tag881.xml"/><Relationship Id="rId7" Type="http://schemas.openxmlformats.org/officeDocument/2006/relationships/tags" Target="../tags/tag885.xml"/><Relationship Id="rId12" Type="http://schemas.openxmlformats.org/officeDocument/2006/relationships/tags" Target="../tags/tag890.xml"/><Relationship Id="rId17" Type="http://schemas.openxmlformats.org/officeDocument/2006/relationships/tags" Target="../tags/tag895.xml"/><Relationship Id="rId2" Type="http://schemas.openxmlformats.org/officeDocument/2006/relationships/tags" Target="../tags/tag880.xml"/><Relationship Id="rId16" Type="http://schemas.openxmlformats.org/officeDocument/2006/relationships/tags" Target="../tags/tag894.xml"/><Relationship Id="rId20" Type="http://schemas.openxmlformats.org/officeDocument/2006/relationships/slideMaster" Target="../slideMasters/slideMaster4.xml"/><Relationship Id="rId1" Type="http://schemas.openxmlformats.org/officeDocument/2006/relationships/tags" Target="../tags/tag879.xml"/><Relationship Id="rId6" Type="http://schemas.openxmlformats.org/officeDocument/2006/relationships/tags" Target="../tags/tag884.xml"/><Relationship Id="rId11" Type="http://schemas.openxmlformats.org/officeDocument/2006/relationships/tags" Target="../tags/tag889.xml"/><Relationship Id="rId5" Type="http://schemas.openxmlformats.org/officeDocument/2006/relationships/tags" Target="../tags/tag883.xml"/><Relationship Id="rId15" Type="http://schemas.openxmlformats.org/officeDocument/2006/relationships/tags" Target="../tags/tag893.xml"/><Relationship Id="rId10" Type="http://schemas.openxmlformats.org/officeDocument/2006/relationships/tags" Target="../tags/tag888.xml"/><Relationship Id="rId19" Type="http://schemas.openxmlformats.org/officeDocument/2006/relationships/tags" Target="../tags/tag897.xml"/><Relationship Id="rId4" Type="http://schemas.openxmlformats.org/officeDocument/2006/relationships/tags" Target="../tags/tag882.xml"/><Relationship Id="rId9" Type="http://schemas.openxmlformats.org/officeDocument/2006/relationships/tags" Target="../tags/tag887.xml"/><Relationship Id="rId14" Type="http://schemas.openxmlformats.org/officeDocument/2006/relationships/tags" Target="../tags/tag892.xml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tags" Target="../tags/tag905.xml"/><Relationship Id="rId13" Type="http://schemas.openxmlformats.org/officeDocument/2006/relationships/tags" Target="../tags/tag910.xml"/><Relationship Id="rId18" Type="http://schemas.openxmlformats.org/officeDocument/2006/relationships/slideMaster" Target="../slideMasters/slideMaster4.xml"/><Relationship Id="rId3" Type="http://schemas.openxmlformats.org/officeDocument/2006/relationships/tags" Target="../tags/tag900.xml"/><Relationship Id="rId7" Type="http://schemas.openxmlformats.org/officeDocument/2006/relationships/tags" Target="../tags/tag904.xml"/><Relationship Id="rId12" Type="http://schemas.openxmlformats.org/officeDocument/2006/relationships/tags" Target="../tags/tag909.xml"/><Relationship Id="rId17" Type="http://schemas.openxmlformats.org/officeDocument/2006/relationships/tags" Target="../tags/tag914.xml"/><Relationship Id="rId2" Type="http://schemas.openxmlformats.org/officeDocument/2006/relationships/tags" Target="../tags/tag899.xml"/><Relationship Id="rId16" Type="http://schemas.openxmlformats.org/officeDocument/2006/relationships/tags" Target="../tags/tag913.xml"/><Relationship Id="rId1" Type="http://schemas.openxmlformats.org/officeDocument/2006/relationships/tags" Target="../tags/tag898.xml"/><Relationship Id="rId6" Type="http://schemas.openxmlformats.org/officeDocument/2006/relationships/tags" Target="../tags/tag903.xml"/><Relationship Id="rId11" Type="http://schemas.openxmlformats.org/officeDocument/2006/relationships/tags" Target="../tags/tag908.xml"/><Relationship Id="rId5" Type="http://schemas.openxmlformats.org/officeDocument/2006/relationships/tags" Target="../tags/tag902.xml"/><Relationship Id="rId15" Type="http://schemas.openxmlformats.org/officeDocument/2006/relationships/tags" Target="../tags/tag912.xml"/><Relationship Id="rId10" Type="http://schemas.openxmlformats.org/officeDocument/2006/relationships/tags" Target="../tags/tag907.xml"/><Relationship Id="rId4" Type="http://schemas.openxmlformats.org/officeDocument/2006/relationships/tags" Target="../tags/tag901.xml"/><Relationship Id="rId9" Type="http://schemas.openxmlformats.org/officeDocument/2006/relationships/tags" Target="../tags/tag906.xml"/><Relationship Id="rId14" Type="http://schemas.openxmlformats.org/officeDocument/2006/relationships/tags" Target="../tags/tag911.xml"/></Relationships>
</file>

<file path=ppt/slideLayouts/_rels/slideLayout140.xml.rels><?xml version="1.0" encoding="UTF-8" standalone="yes"?>
<Relationships xmlns="http://schemas.openxmlformats.org/package/2006/relationships"><Relationship Id="rId8" Type="http://schemas.openxmlformats.org/officeDocument/2006/relationships/tags" Target="../tags/tag922.xml"/><Relationship Id="rId13" Type="http://schemas.openxmlformats.org/officeDocument/2006/relationships/tags" Target="../tags/tag927.xml"/><Relationship Id="rId18" Type="http://schemas.openxmlformats.org/officeDocument/2006/relationships/tags" Target="../tags/tag932.xml"/><Relationship Id="rId3" Type="http://schemas.openxmlformats.org/officeDocument/2006/relationships/tags" Target="../tags/tag917.xml"/><Relationship Id="rId7" Type="http://schemas.openxmlformats.org/officeDocument/2006/relationships/tags" Target="../tags/tag921.xml"/><Relationship Id="rId12" Type="http://schemas.openxmlformats.org/officeDocument/2006/relationships/tags" Target="../tags/tag926.xml"/><Relationship Id="rId17" Type="http://schemas.openxmlformats.org/officeDocument/2006/relationships/tags" Target="../tags/tag931.xml"/><Relationship Id="rId2" Type="http://schemas.openxmlformats.org/officeDocument/2006/relationships/tags" Target="../tags/tag916.xml"/><Relationship Id="rId16" Type="http://schemas.openxmlformats.org/officeDocument/2006/relationships/tags" Target="../tags/tag930.xml"/><Relationship Id="rId20" Type="http://schemas.openxmlformats.org/officeDocument/2006/relationships/slideMaster" Target="../slideMasters/slideMaster4.xml"/><Relationship Id="rId1" Type="http://schemas.openxmlformats.org/officeDocument/2006/relationships/tags" Target="../tags/tag915.xml"/><Relationship Id="rId6" Type="http://schemas.openxmlformats.org/officeDocument/2006/relationships/tags" Target="../tags/tag920.xml"/><Relationship Id="rId11" Type="http://schemas.openxmlformats.org/officeDocument/2006/relationships/tags" Target="../tags/tag925.xml"/><Relationship Id="rId5" Type="http://schemas.openxmlformats.org/officeDocument/2006/relationships/tags" Target="../tags/tag919.xml"/><Relationship Id="rId15" Type="http://schemas.openxmlformats.org/officeDocument/2006/relationships/tags" Target="../tags/tag929.xml"/><Relationship Id="rId10" Type="http://schemas.openxmlformats.org/officeDocument/2006/relationships/tags" Target="../tags/tag924.xml"/><Relationship Id="rId19" Type="http://schemas.openxmlformats.org/officeDocument/2006/relationships/tags" Target="../tags/tag933.xml"/><Relationship Id="rId4" Type="http://schemas.openxmlformats.org/officeDocument/2006/relationships/tags" Target="../tags/tag918.xml"/><Relationship Id="rId9" Type="http://schemas.openxmlformats.org/officeDocument/2006/relationships/tags" Target="../tags/tag923.xml"/><Relationship Id="rId14" Type="http://schemas.openxmlformats.org/officeDocument/2006/relationships/tags" Target="../tags/tag928.xml"/></Relationships>
</file>

<file path=ppt/slideLayouts/_rels/slideLayout141.xml.rels><?xml version="1.0" encoding="UTF-8" standalone="yes"?>
<Relationships xmlns="http://schemas.openxmlformats.org/package/2006/relationships"><Relationship Id="rId8" Type="http://schemas.openxmlformats.org/officeDocument/2006/relationships/tags" Target="../tags/tag941.xml"/><Relationship Id="rId13" Type="http://schemas.openxmlformats.org/officeDocument/2006/relationships/tags" Target="../tags/tag946.xml"/><Relationship Id="rId18" Type="http://schemas.openxmlformats.org/officeDocument/2006/relationships/tags" Target="../tags/tag951.xml"/><Relationship Id="rId3" Type="http://schemas.openxmlformats.org/officeDocument/2006/relationships/tags" Target="../tags/tag936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940.xml"/><Relationship Id="rId12" Type="http://schemas.openxmlformats.org/officeDocument/2006/relationships/tags" Target="../tags/tag945.xml"/><Relationship Id="rId17" Type="http://schemas.openxmlformats.org/officeDocument/2006/relationships/tags" Target="../tags/tag950.xml"/><Relationship Id="rId2" Type="http://schemas.openxmlformats.org/officeDocument/2006/relationships/tags" Target="../tags/tag935.xml"/><Relationship Id="rId16" Type="http://schemas.openxmlformats.org/officeDocument/2006/relationships/tags" Target="../tags/tag949.xml"/><Relationship Id="rId20" Type="http://schemas.openxmlformats.org/officeDocument/2006/relationships/tags" Target="../tags/tag953.xml"/><Relationship Id="rId1" Type="http://schemas.openxmlformats.org/officeDocument/2006/relationships/tags" Target="../tags/tag934.xml"/><Relationship Id="rId6" Type="http://schemas.openxmlformats.org/officeDocument/2006/relationships/tags" Target="../tags/tag939.xml"/><Relationship Id="rId11" Type="http://schemas.openxmlformats.org/officeDocument/2006/relationships/tags" Target="../tags/tag944.xml"/><Relationship Id="rId5" Type="http://schemas.openxmlformats.org/officeDocument/2006/relationships/tags" Target="../tags/tag938.xml"/><Relationship Id="rId15" Type="http://schemas.openxmlformats.org/officeDocument/2006/relationships/tags" Target="../tags/tag948.xml"/><Relationship Id="rId10" Type="http://schemas.openxmlformats.org/officeDocument/2006/relationships/tags" Target="../tags/tag943.xml"/><Relationship Id="rId19" Type="http://schemas.openxmlformats.org/officeDocument/2006/relationships/tags" Target="../tags/tag952.xml"/><Relationship Id="rId4" Type="http://schemas.openxmlformats.org/officeDocument/2006/relationships/tags" Target="../tags/tag937.xml"/><Relationship Id="rId9" Type="http://schemas.openxmlformats.org/officeDocument/2006/relationships/tags" Target="../tags/tag942.xml"/><Relationship Id="rId14" Type="http://schemas.openxmlformats.org/officeDocument/2006/relationships/tags" Target="../tags/tag947.xml"/></Relationships>
</file>

<file path=ppt/slideLayouts/_rels/slideLayout142.xml.rels><?xml version="1.0" encoding="UTF-8" standalone="yes"?>
<Relationships xmlns="http://schemas.openxmlformats.org/package/2006/relationships"><Relationship Id="rId8" Type="http://schemas.openxmlformats.org/officeDocument/2006/relationships/tags" Target="../tags/tag961.xml"/><Relationship Id="rId13" Type="http://schemas.openxmlformats.org/officeDocument/2006/relationships/tags" Target="../tags/tag966.xml"/><Relationship Id="rId18" Type="http://schemas.openxmlformats.org/officeDocument/2006/relationships/tags" Target="../tags/tag971.xml"/><Relationship Id="rId3" Type="http://schemas.openxmlformats.org/officeDocument/2006/relationships/tags" Target="../tags/tag956.xml"/><Relationship Id="rId7" Type="http://schemas.openxmlformats.org/officeDocument/2006/relationships/tags" Target="../tags/tag960.xml"/><Relationship Id="rId12" Type="http://schemas.openxmlformats.org/officeDocument/2006/relationships/tags" Target="../tags/tag965.xml"/><Relationship Id="rId17" Type="http://schemas.openxmlformats.org/officeDocument/2006/relationships/tags" Target="../tags/tag970.xml"/><Relationship Id="rId2" Type="http://schemas.openxmlformats.org/officeDocument/2006/relationships/tags" Target="../tags/tag955.xml"/><Relationship Id="rId16" Type="http://schemas.openxmlformats.org/officeDocument/2006/relationships/tags" Target="../tags/tag969.xml"/><Relationship Id="rId20" Type="http://schemas.openxmlformats.org/officeDocument/2006/relationships/slideMaster" Target="../slideMasters/slideMaster4.xml"/><Relationship Id="rId1" Type="http://schemas.openxmlformats.org/officeDocument/2006/relationships/tags" Target="../tags/tag954.xml"/><Relationship Id="rId6" Type="http://schemas.openxmlformats.org/officeDocument/2006/relationships/tags" Target="../tags/tag959.xml"/><Relationship Id="rId11" Type="http://schemas.openxmlformats.org/officeDocument/2006/relationships/tags" Target="../tags/tag964.xml"/><Relationship Id="rId5" Type="http://schemas.openxmlformats.org/officeDocument/2006/relationships/tags" Target="../tags/tag958.xml"/><Relationship Id="rId15" Type="http://schemas.openxmlformats.org/officeDocument/2006/relationships/tags" Target="../tags/tag968.xml"/><Relationship Id="rId10" Type="http://schemas.openxmlformats.org/officeDocument/2006/relationships/tags" Target="../tags/tag963.xml"/><Relationship Id="rId19" Type="http://schemas.openxmlformats.org/officeDocument/2006/relationships/tags" Target="../tags/tag972.xml"/><Relationship Id="rId4" Type="http://schemas.openxmlformats.org/officeDocument/2006/relationships/tags" Target="../tags/tag957.xml"/><Relationship Id="rId9" Type="http://schemas.openxmlformats.org/officeDocument/2006/relationships/tags" Target="../tags/tag962.xml"/><Relationship Id="rId14" Type="http://schemas.openxmlformats.org/officeDocument/2006/relationships/tags" Target="../tags/tag967.xml"/></Relationships>
</file>

<file path=ppt/slideLayouts/_rels/slideLayout143.xml.rels><?xml version="1.0" encoding="UTF-8" standalone="yes"?>
<Relationships xmlns="http://schemas.openxmlformats.org/package/2006/relationships"><Relationship Id="rId8" Type="http://schemas.openxmlformats.org/officeDocument/2006/relationships/tags" Target="../tags/tag980.xml"/><Relationship Id="rId13" Type="http://schemas.openxmlformats.org/officeDocument/2006/relationships/tags" Target="../tags/tag985.xml"/><Relationship Id="rId3" Type="http://schemas.openxmlformats.org/officeDocument/2006/relationships/tags" Target="../tags/tag975.xml"/><Relationship Id="rId7" Type="http://schemas.openxmlformats.org/officeDocument/2006/relationships/tags" Target="../tags/tag979.xml"/><Relationship Id="rId12" Type="http://schemas.openxmlformats.org/officeDocument/2006/relationships/tags" Target="../tags/tag984.xml"/><Relationship Id="rId2" Type="http://schemas.openxmlformats.org/officeDocument/2006/relationships/tags" Target="../tags/tag974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973.xml"/><Relationship Id="rId6" Type="http://schemas.openxmlformats.org/officeDocument/2006/relationships/tags" Target="../tags/tag978.xml"/><Relationship Id="rId11" Type="http://schemas.openxmlformats.org/officeDocument/2006/relationships/tags" Target="../tags/tag983.xml"/><Relationship Id="rId5" Type="http://schemas.openxmlformats.org/officeDocument/2006/relationships/tags" Target="../tags/tag977.xml"/><Relationship Id="rId15" Type="http://schemas.openxmlformats.org/officeDocument/2006/relationships/tags" Target="../tags/tag987.xml"/><Relationship Id="rId10" Type="http://schemas.openxmlformats.org/officeDocument/2006/relationships/tags" Target="../tags/tag982.xml"/><Relationship Id="rId4" Type="http://schemas.openxmlformats.org/officeDocument/2006/relationships/tags" Target="../tags/tag976.xml"/><Relationship Id="rId9" Type="http://schemas.openxmlformats.org/officeDocument/2006/relationships/tags" Target="../tags/tag981.xml"/><Relationship Id="rId14" Type="http://schemas.openxmlformats.org/officeDocument/2006/relationships/tags" Target="../tags/tag986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tags" Target="../tags/tag990.xml"/><Relationship Id="rId2" Type="http://schemas.openxmlformats.org/officeDocument/2006/relationships/tags" Target="../tags/tag989.xml"/><Relationship Id="rId1" Type="http://schemas.openxmlformats.org/officeDocument/2006/relationships/tags" Target="../tags/tag988.xml"/><Relationship Id="rId4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tags" Target="../tags/tag993.xml"/><Relationship Id="rId2" Type="http://schemas.openxmlformats.org/officeDocument/2006/relationships/tags" Target="../tags/tag992.xml"/><Relationship Id="rId1" Type="http://schemas.openxmlformats.org/officeDocument/2006/relationships/tags" Target="../tags/tag991.xml"/><Relationship Id="rId4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95.xml"/><Relationship Id="rId1" Type="http://schemas.openxmlformats.org/officeDocument/2006/relationships/tags" Target="../tags/tag994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0.bin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tags" Target="../tags/tag998.xml"/><Relationship Id="rId2" Type="http://schemas.openxmlformats.org/officeDocument/2006/relationships/tags" Target="../tags/tag997.xml"/><Relationship Id="rId1" Type="http://schemas.openxmlformats.org/officeDocument/2006/relationships/tags" Target="../tags/tag996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999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0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228845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6897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792523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8753746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81916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645036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22349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2748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968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47522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630552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612155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21696464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67953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216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0636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2066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422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223688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655728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399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3821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419519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455171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667900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5468098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16048659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386581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6114690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9033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55212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2917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86227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972201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04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648192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/>
                </a:solidFill>
              </a:rPr>
            </a:br>
            <a:r>
              <a:rPr lang="en-GB" sz="800">
                <a:solidFill>
                  <a:schemeClr val="tx1"/>
                </a:solidFill>
              </a:rPr>
              <a:t>Accenture and its logo are registered trademarks of Accenture.</a:t>
            </a: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56230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>
          <a:xfrm>
            <a:off x="1149093" y="5970728"/>
            <a:ext cx="3102015" cy="2361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/>
                </a:solidFill>
              </a:rPr>
            </a:br>
            <a:r>
              <a:rPr lang="en-GB" sz="800">
                <a:solidFill>
                  <a:schemeClr val="tx2"/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3083000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8" name="Date Placeholder 10">
            <a:extLst>
              <a:ext uri="{FF2B5EF4-FFF2-40B4-BE49-F238E27FC236}">
                <a16:creationId xmlns:a16="http://schemas.microsoft.com/office/drawing/2014/main" id="{44B6DFC5-6A54-A441-B4A1-5FB1E57A2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04770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56253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6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40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338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51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9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5448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74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462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8" name="Date Placeholder 10">
            <a:extLst>
              <a:ext uri="{FF2B5EF4-FFF2-40B4-BE49-F238E27FC236}">
                <a16:creationId xmlns:a16="http://schemas.microsoft.com/office/drawing/2014/main" id="{E3730EFD-23A6-7A4C-8044-54C1542D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56359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782738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17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96666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96769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264745197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1250131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9061852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07468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57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6675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86836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3984894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5957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1673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ED3EA544-28C0-C842-B923-07BCAA8E1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39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77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27717515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349133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750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55739" y="2762278"/>
            <a:ext cx="11474082" cy="1333454"/>
          </a:xfrm>
        </p:spPr>
        <p:txBody>
          <a:bodyPr anchor="ctr">
            <a:spAutoFit/>
          </a:bodyPr>
          <a:lstStyle>
            <a:lvl1pPr algn="ctr">
              <a:lnSpc>
                <a:spcPct val="70000"/>
              </a:lnSpc>
              <a:spcBef>
                <a:spcPts val="0"/>
              </a:spcBef>
              <a:defRPr sz="5999" b="1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algn="ctr">
              <a:defRPr sz="4399" b="1">
                <a:latin typeface="Arial Black" panose="020B0A04020102020204" pitchFamily="34" charset="0"/>
              </a:defRPr>
            </a:lvl2pPr>
            <a:lvl3pPr algn="ctr">
              <a:defRPr sz="4399" b="1">
                <a:latin typeface="Arial Black" panose="020B0A04020102020204" pitchFamily="34" charset="0"/>
              </a:defRPr>
            </a:lvl3pPr>
            <a:lvl4pPr algn="ctr">
              <a:defRPr sz="4399" b="1">
                <a:latin typeface="Arial Black" panose="020B0A04020102020204" pitchFamily="34" charset="0"/>
              </a:defRPr>
            </a:lvl4pPr>
            <a:lvl5pPr algn="ctr">
              <a:defRPr sz="4399" b="1">
                <a:latin typeface="Arial Black" panose="020B0A04020102020204" pitchFamily="34" charset="0"/>
              </a:defRPr>
            </a:lvl5pPr>
          </a:lstStyle>
          <a:p>
            <a:r>
              <a:rPr lang="en-US"/>
              <a:t>INSERT MAIN TITLE 60PT MIN 36PT MAX 3 LINES</a:t>
            </a:r>
          </a:p>
        </p:txBody>
      </p:sp>
    </p:spTree>
    <p:extLst>
      <p:ext uri="{BB962C8B-B14F-4D97-AF65-F5344CB8AC3E}">
        <p14:creationId xmlns:p14="http://schemas.microsoft.com/office/powerpoint/2010/main" val="11084267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329117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973137"/>
            <a:ext cx="6426200" cy="969963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6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81D7988-71CF-428B-BB8C-370DA3034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913" y="2400464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052618-531B-4841-A43B-6710A5FB01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5086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F89B5AE-E188-4353-9738-00A6F4ADF3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913" y="3451045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ECA69700-84AA-4333-96E5-1B7E35ACB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5088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59530B2-E30E-446D-885E-7ADC021BD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13" y="4549387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4CB8CA3-C5FC-4CA5-979B-052A64B68E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5086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9E5A7F7-8F19-4595-95BD-C0DABF6A81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2400464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2899181F-B8CA-4B36-AF7C-D1354DF84B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60174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656F190-2BE8-4368-ADED-FC85D9A03C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5999" y="3451045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55D8271-4249-49A3-9E31-CA7401B121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0174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97D1950-FBE7-4AAE-A7F3-DE7C26FAB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4549387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543BA188-7B35-4438-90B1-F701495D62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0174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7E25AE54-DB22-44B2-A18F-3ECCFA3A1C7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2021 Accenture. All rights reserved. </a:t>
            </a:r>
            <a:br>
              <a:rPr lang="en-US"/>
            </a:br>
            <a:r>
              <a:rPr lang="en-US"/>
              <a:t>Accenture and its logo are registered trademarks of Accenture.</a:t>
            </a:r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9EB6A56-5461-4FFF-8573-F2A2015AD7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4744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81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5F9ED-4FE3-4544-9EEC-C232208DA26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4430025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0720830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2293853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4978234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0C3738-E9FA-DF4A-B61E-029226EE08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8230740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205229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080051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rgbClr val="E6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4713753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A5049898-6E70-6648-9315-D02A0EA6C1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bg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alpha val="75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94CC9F-28F8-B349-8571-012F21810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3893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lid_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84908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olid_Purple_Vid">
    <p:bg>
      <p:bgPr>
        <a:solidFill>
          <a:srgbClr val="5000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69396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07244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  <a:prstGeom prst="rect">
            <a:avLst/>
          </a:prstGeo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41569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905" y="1016000"/>
            <a:ext cx="10552188" cy="636337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9905" y="2006601"/>
            <a:ext cx="10552188" cy="4305299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E42FB6A-C74C-8E44-BE0A-B582A6473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3929EDB-AA6F-0A49-A81E-1DA6238E5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1649646-84E4-E14D-A511-479FDD5ED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80219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1BF87807-4AE3-E443-AB07-91F1DB139B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03361" cy="4054968"/>
          </a:xfrm>
          <a:custGeom>
            <a:avLst/>
            <a:gdLst>
              <a:gd name="connsiteX0" fmla="*/ 0 w 12203361"/>
              <a:gd name="connsiteY0" fmla="*/ 0 h 4054968"/>
              <a:gd name="connsiteX1" fmla="*/ 12203361 w 12203361"/>
              <a:gd name="connsiteY1" fmla="*/ 0 h 4054968"/>
              <a:gd name="connsiteX2" fmla="*/ 12203361 w 12203361"/>
              <a:gd name="connsiteY2" fmla="*/ 4054968 h 4054968"/>
              <a:gd name="connsiteX3" fmla="*/ 11938378 w 12203361"/>
              <a:gd name="connsiteY3" fmla="*/ 3914262 h 4054968"/>
              <a:gd name="connsiteX4" fmla="*/ 6096001 w 12203361"/>
              <a:gd name="connsiteY4" fmla="*/ 3024797 h 4054968"/>
              <a:gd name="connsiteX5" fmla="*/ 253624 w 12203361"/>
              <a:gd name="connsiteY5" fmla="*/ 3914262 h 4054968"/>
              <a:gd name="connsiteX6" fmla="*/ 0 w 12203361"/>
              <a:gd name="connsiteY6" fmla="*/ 4048937 h 405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3361" h="4054968">
                <a:moveTo>
                  <a:pt x="0" y="0"/>
                </a:moveTo>
                <a:lnTo>
                  <a:pt x="12203361" y="0"/>
                </a:lnTo>
                <a:lnTo>
                  <a:pt x="12203361" y="4054968"/>
                </a:lnTo>
                <a:lnTo>
                  <a:pt x="11938378" y="3914262"/>
                </a:lnTo>
                <a:cubicBezTo>
                  <a:pt x="10813235" y="3384457"/>
                  <a:pt x="8618817" y="3024797"/>
                  <a:pt x="6096001" y="3024797"/>
                </a:cubicBezTo>
                <a:cubicBezTo>
                  <a:pt x="3573185" y="3024797"/>
                  <a:pt x="1378767" y="3384457"/>
                  <a:pt x="253624" y="3914262"/>
                </a:cubicBezTo>
                <a:lnTo>
                  <a:pt x="0" y="404893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5" y="1036882"/>
            <a:ext cx="11429999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CFDA6100-2735-F642-9E80-175D1A03BA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CBD0FD-BBD6-5F48-BD56-DD8A5C38E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8036BAF-80BD-134A-B85B-1BA4338F6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15143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A91D88-CB20-B143-9217-B87E556DF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6673823" cy="6857999"/>
          </a:xfrm>
          <a:custGeom>
            <a:avLst/>
            <a:gdLst>
              <a:gd name="connsiteX0" fmla="*/ 6673823 w 6673823"/>
              <a:gd name="connsiteY0" fmla="*/ 0 h 6857999"/>
              <a:gd name="connsiteX1" fmla="*/ 0 w 6673823"/>
              <a:gd name="connsiteY1" fmla="*/ 0 h 6857999"/>
              <a:gd name="connsiteX2" fmla="*/ 164686 w 6673823"/>
              <a:gd name="connsiteY2" fmla="*/ 190119 h 6857999"/>
              <a:gd name="connsiteX3" fmla="*/ 2198522 w 6673823"/>
              <a:gd name="connsiteY3" fmla="*/ 5855550 h 6857999"/>
              <a:gd name="connsiteX4" fmla="*/ 2152539 w 6673823"/>
              <a:gd name="connsiteY4" fmla="*/ 6766200 h 6857999"/>
              <a:gd name="connsiteX5" fmla="*/ 2140874 w 6673823"/>
              <a:gd name="connsiteY5" fmla="*/ 6857999 h 6857999"/>
              <a:gd name="connsiteX6" fmla="*/ 6673823 w 6673823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73823" h="6857999">
                <a:moveTo>
                  <a:pt x="6673823" y="0"/>
                </a:moveTo>
                <a:lnTo>
                  <a:pt x="0" y="0"/>
                </a:lnTo>
                <a:lnTo>
                  <a:pt x="164686" y="190119"/>
                </a:lnTo>
                <a:cubicBezTo>
                  <a:pt x="1435266" y="1729706"/>
                  <a:pt x="2198522" y="3703494"/>
                  <a:pt x="2198522" y="5855550"/>
                </a:cubicBezTo>
                <a:cubicBezTo>
                  <a:pt x="2198522" y="6162987"/>
                  <a:pt x="2182946" y="6466785"/>
                  <a:pt x="2152539" y="6766200"/>
                </a:cubicBezTo>
                <a:lnTo>
                  <a:pt x="2140874" y="6857999"/>
                </a:lnTo>
                <a:lnTo>
                  <a:pt x="6673823" y="6857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DE9C69-55B5-4A4A-BDA2-AD7DF7844F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89A8D19-F078-D745-93AB-D53117D7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D3BEC8D-1DA5-7048-9169-6135F6E1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980763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 userDrawn="1"/>
        </p:nvSpPr>
        <p:spPr>
          <a:xfrm>
            <a:off x="7815367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32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3250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09B9D4-9C43-7B40-B9A9-C16688AF1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C0C15C70-5943-4A4B-98C1-4D7ECA728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FA74C56-F2CE-C54D-AAD5-76A371A76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2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/>
        </p:nvSpPr>
        <p:spPr>
          <a:xfrm>
            <a:off x="-1466845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248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38962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E6614A-86BA-F54D-9488-E1FCF4B39B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37CDE-C4B1-2D43-B4B8-64C7CF6AA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B0F4F984-6562-7F4D-93CC-B8F905FFA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4116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FAFD2572-434D-0E45-9D75-891BAF45C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6646773" cy="6858001"/>
          </a:xfrm>
          <a:custGeom>
            <a:avLst/>
            <a:gdLst>
              <a:gd name="connsiteX0" fmla="*/ 0 w 6646773"/>
              <a:gd name="connsiteY0" fmla="*/ 0 h 6858001"/>
              <a:gd name="connsiteX1" fmla="*/ 6338744 w 6646773"/>
              <a:gd name="connsiteY1" fmla="*/ 0 h 6858001"/>
              <a:gd name="connsiteX2" fmla="*/ 6257094 w 6646773"/>
              <a:gd name="connsiteY2" fmla="*/ 77845 h 6858001"/>
              <a:gd name="connsiteX3" fmla="*/ 4924531 w 6646773"/>
              <a:gd name="connsiteY3" fmla="*/ 3294937 h 6858001"/>
              <a:gd name="connsiteX4" fmla="*/ 6580183 w 6646773"/>
              <a:gd name="connsiteY4" fmla="*/ 6805672 h 6858001"/>
              <a:gd name="connsiteX5" fmla="*/ 6646773 w 6646773"/>
              <a:gd name="connsiteY5" fmla="*/ 6858001 h 6858001"/>
              <a:gd name="connsiteX6" fmla="*/ 0 w 6646773"/>
              <a:gd name="connsiteY6" fmla="*/ 6858001 h 6858001"/>
              <a:gd name="connsiteX7" fmla="*/ 0 w 6646773"/>
              <a:gd name="connsiteY7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6773" h="6858001">
                <a:moveTo>
                  <a:pt x="0" y="0"/>
                </a:moveTo>
                <a:lnTo>
                  <a:pt x="6338744" y="0"/>
                </a:lnTo>
                <a:lnTo>
                  <a:pt x="6257094" y="77845"/>
                </a:lnTo>
                <a:cubicBezTo>
                  <a:pt x="5433769" y="901171"/>
                  <a:pt x="4924531" y="2038585"/>
                  <a:pt x="4924531" y="3294937"/>
                </a:cubicBezTo>
                <a:cubicBezTo>
                  <a:pt x="4924531" y="4708334"/>
                  <a:pt x="5569035" y="5971199"/>
                  <a:pt x="6580183" y="6805672"/>
                </a:cubicBezTo>
                <a:lnTo>
                  <a:pt x="6646773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DD2E3-9505-7147-96B4-197B04BA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8AF3380-511E-884E-A7C6-50E4CE83B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57266D8-6A9E-0E47-8A1D-0622CE3FD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415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6B2601-2942-1546-A874-9544D4B94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D5A398F-92FD-444B-AAAB-912D9ACAA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B78C9F-865A-A44B-8B54-79F0E020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67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0F8F8-753A-F244-B3A2-AA2024AE9A2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800" kern="1200" dirty="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47B16F-E113-C248-BAD6-B79BBEC0EF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CR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81CC5D8-3129-4346-B748-8DB6ECB25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0CBF80-07F4-B54A-9D3E-4BA0D63A2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  <a:prstGeom prst="rect">
            <a:avLst/>
          </a:prstGeo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8EA3B9-4828-6442-8B2B-9ECE1175BA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28860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EAE8FF3-BC97-4DB9-EAFC-C926D7E88442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153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C6304BC6-E0D8-2B14-0602-01A32566F1E7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1210305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88478539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5574635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5448949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F42DBC8D-7E78-2589-6F78-974DBD0D6E47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3661740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E830410D-BD52-054A-F9C1-BCF6FBED59EC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1125172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D720CD-C1DE-D06E-C765-23D4AAE58616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45019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6E089-AC07-0E10-321B-C8389EA20604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26355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B55EB65-EDA4-492A-C74A-BD717ED40B01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4953003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6BC15D1-BF0E-18C6-0683-EEAB60921ECF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53430082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575117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121220871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015308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73057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5650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87287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802044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F42DBC8D-7E78-2589-6F78-974DBD0D6E47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51000738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E830410D-BD52-054A-F9C1-BCF6FBED59EC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924015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D720CD-C1DE-D06E-C765-23D4AAE58616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52017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6E089-AC07-0E10-321B-C8389EA20604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91727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B55EB65-EDA4-492A-C74A-BD717ED40B01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62571860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6BC15D1-BF0E-18C6-0683-EEAB60921ECF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1313329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87708268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7089703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 userDrawn="1">
  <p:cSld name="Section slide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E35B631-D5F9-6FCC-423A-6ACCA9A030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49189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E35B631-D5F9-6FCC-423A-6ACCA9A03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">
            <a:extLst>
              <a:ext uri="{FF2B5EF4-FFF2-40B4-BE49-F238E27FC236}">
                <a16:creationId xmlns:a16="http://schemas.microsoft.com/office/drawing/2014/main" id="{E0C33467-BBC3-53ED-D60D-E398671923C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78770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431026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647861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87751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00454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E5280-4125-2599-F023-1E09602E8807}"/>
              </a:ext>
            </a:extLst>
          </p:cNvPr>
          <p:cNvSpPr/>
          <p:nvPr userDrawn="1"/>
        </p:nvSpPr>
        <p:spPr>
          <a:xfrm>
            <a:off x="310551" y="987425"/>
            <a:ext cx="11542143" cy="56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p6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3200"/>
              <a:buFont typeface="Georg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174250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pis For Office" panose="020B05040101010101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F4293-FF95-4206-A031-DB95227F4FB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0800" y="4510168"/>
            <a:ext cx="7182359" cy="322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marL="5080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1" y="4092559"/>
            <a:ext cx="7182359" cy="405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marL="5080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1" y="3362115"/>
            <a:ext cx="8384795" cy="60939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Google Shape;13;p38">
            <a:extLst>
              <a:ext uri="{FF2B5EF4-FFF2-40B4-BE49-F238E27FC236}">
                <a16:creationId xmlns:a16="http://schemas.microsoft.com/office/drawing/2014/main" id="{11412684-54AD-C122-7135-5E5A39CFE0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40036" y="6425800"/>
            <a:ext cx="6610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Google Shape;15;p38">
            <a:extLst>
              <a:ext uri="{FF2B5EF4-FFF2-40B4-BE49-F238E27FC236}">
                <a16:creationId xmlns:a16="http://schemas.microsoft.com/office/drawing/2014/main" id="{54FC2F10-59E4-52FC-E4D4-4D109E77FF8A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27;p41">
            <a:extLst>
              <a:ext uri="{FF2B5EF4-FFF2-40B4-BE49-F238E27FC236}">
                <a16:creationId xmlns:a16="http://schemas.microsoft.com/office/drawing/2014/main" id="{FED17FA3-CF47-6F37-5582-8B61151D6C75}"/>
              </a:ext>
            </a:extLst>
          </p:cNvPr>
          <p:cNvSpPr txBox="1"/>
          <p:nvPr userDrawn="1"/>
        </p:nvSpPr>
        <p:spPr>
          <a:xfrm>
            <a:off x="7763905" y="6425800"/>
            <a:ext cx="34006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Company Name</a:t>
            </a:r>
            <a:endParaRPr sz="900" b="0" i="0" u="none" strike="noStrike" cap="non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725490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1_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570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47.xml"/><Relationship Id="rId42" Type="http://schemas.openxmlformats.org/officeDocument/2006/relationships/tags" Target="../tags/tag340.xml"/><Relationship Id="rId47" Type="http://schemas.openxmlformats.org/officeDocument/2006/relationships/tags" Target="../tags/tag345.xml"/><Relationship Id="rId63" Type="http://schemas.openxmlformats.org/officeDocument/2006/relationships/tags" Target="../tags/tag361.xml"/><Relationship Id="rId68" Type="http://schemas.openxmlformats.org/officeDocument/2006/relationships/tags" Target="../tags/tag366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tags" Target="../tags/tag330.xml"/><Relationship Id="rId37" Type="http://schemas.openxmlformats.org/officeDocument/2006/relationships/tags" Target="../tags/tag335.xml"/><Relationship Id="rId40" Type="http://schemas.openxmlformats.org/officeDocument/2006/relationships/tags" Target="../tags/tag338.xml"/><Relationship Id="rId45" Type="http://schemas.openxmlformats.org/officeDocument/2006/relationships/tags" Target="../tags/tag343.xml"/><Relationship Id="rId53" Type="http://schemas.openxmlformats.org/officeDocument/2006/relationships/tags" Target="../tags/tag351.xml"/><Relationship Id="rId58" Type="http://schemas.openxmlformats.org/officeDocument/2006/relationships/tags" Target="../tags/tag356.xml"/><Relationship Id="rId66" Type="http://schemas.openxmlformats.org/officeDocument/2006/relationships/tags" Target="../tags/tag364.xml"/><Relationship Id="rId74" Type="http://schemas.openxmlformats.org/officeDocument/2006/relationships/oleObject" Target="../embeddings/oleObject2.bin"/><Relationship Id="rId5" Type="http://schemas.openxmlformats.org/officeDocument/2006/relationships/slideLayout" Target="../slideLayouts/slideLayout31.xml"/><Relationship Id="rId61" Type="http://schemas.openxmlformats.org/officeDocument/2006/relationships/tags" Target="../tags/tag359.xml"/><Relationship Id="rId1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tags" Target="../tags/tag333.xml"/><Relationship Id="rId43" Type="http://schemas.openxmlformats.org/officeDocument/2006/relationships/tags" Target="../tags/tag341.xml"/><Relationship Id="rId48" Type="http://schemas.openxmlformats.org/officeDocument/2006/relationships/tags" Target="../tags/tag346.xml"/><Relationship Id="rId56" Type="http://schemas.openxmlformats.org/officeDocument/2006/relationships/tags" Target="../tags/tag354.xml"/><Relationship Id="rId64" Type="http://schemas.openxmlformats.org/officeDocument/2006/relationships/tags" Target="../tags/tag362.xml"/><Relationship Id="rId69" Type="http://schemas.openxmlformats.org/officeDocument/2006/relationships/tags" Target="../tags/tag367.xml"/><Relationship Id="rId8" Type="http://schemas.openxmlformats.org/officeDocument/2006/relationships/slideLayout" Target="../slideLayouts/slideLayout34.xml"/><Relationship Id="rId51" Type="http://schemas.openxmlformats.org/officeDocument/2006/relationships/tags" Target="../tags/tag349.xml"/><Relationship Id="rId72" Type="http://schemas.openxmlformats.org/officeDocument/2006/relationships/tags" Target="../tags/tag370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tags" Target="../tags/tag331.xml"/><Relationship Id="rId38" Type="http://schemas.openxmlformats.org/officeDocument/2006/relationships/tags" Target="../tags/tag336.xml"/><Relationship Id="rId46" Type="http://schemas.openxmlformats.org/officeDocument/2006/relationships/tags" Target="../tags/tag344.xml"/><Relationship Id="rId59" Type="http://schemas.openxmlformats.org/officeDocument/2006/relationships/tags" Target="../tags/tag357.xml"/><Relationship Id="rId67" Type="http://schemas.openxmlformats.org/officeDocument/2006/relationships/tags" Target="../tags/tag365.xml"/><Relationship Id="rId20" Type="http://schemas.openxmlformats.org/officeDocument/2006/relationships/slideLayout" Target="../slideLayouts/slideLayout46.xml"/><Relationship Id="rId41" Type="http://schemas.openxmlformats.org/officeDocument/2006/relationships/tags" Target="../tags/tag339.xml"/><Relationship Id="rId54" Type="http://schemas.openxmlformats.org/officeDocument/2006/relationships/tags" Target="../tags/tag352.xml"/><Relationship Id="rId62" Type="http://schemas.openxmlformats.org/officeDocument/2006/relationships/tags" Target="../tags/tag360.xml"/><Relationship Id="rId70" Type="http://schemas.openxmlformats.org/officeDocument/2006/relationships/tags" Target="../tags/tag368.xml"/><Relationship Id="rId75" Type="http://schemas.openxmlformats.org/officeDocument/2006/relationships/image" Target="../media/image1.emf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tags" Target="../tags/tag334.xml"/><Relationship Id="rId49" Type="http://schemas.openxmlformats.org/officeDocument/2006/relationships/tags" Target="../tags/tag347.xml"/><Relationship Id="rId57" Type="http://schemas.openxmlformats.org/officeDocument/2006/relationships/tags" Target="../tags/tag355.xml"/><Relationship Id="rId10" Type="http://schemas.openxmlformats.org/officeDocument/2006/relationships/slideLayout" Target="../slideLayouts/slideLayout36.xml"/><Relationship Id="rId31" Type="http://schemas.openxmlformats.org/officeDocument/2006/relationships/theme" Target="../theme/theme2.xml"/><Relationship Id="rId44" Type="http://schemas.openxmlformats.org/officeDocument/2006/relationships/tags" Target="../tags/tag342.xml"/><Relationship Id="rId52" Type="http://schemas.openxmlformats.org/officeDocument/2006/relationships/tags" Target="../tags/tag350.xml"/><Relationship Id="rId60" Type="http://schemas.openxmlformats.org/officeDocument/2006/relationships/tags" Target="../tags/tag358.xml"/><Relationship Id="rId65" Type="http://schemas.openxmlformats.org/officeDocument/2006/relationships/tags" Target="../tags/tag363.xml"/><Relationship Id="rId73" Type="http://schemas.openxmlformats.org/officeDocument/2006/relationships/tags" Target="../tags/tag371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9" Type="http://schemas.openxmlformats.org/officeDocument/2006/relationships/tags" Target="../tags/tag337.xml"/><Relationship Id="rId34" Type="http://schemas.openxmlformats.org/officeDocument/2006/relationships/tags" Target="../tags/tag332.xml"/><Relationship Id="rId50" Type="http://schemas.openxmlformats.org/officeDocument/2006/relationships/tags" Target="../tags/tag348.xml"/><Relationship Id="rId55" Type="http://schemas.openxmlformats.org/officeDocument/2006/relationships/tags" Target="../tags/tag353.xml"/><Relationship Id="rId7" Type="http://schemas.openxmlformats.org/officeDocument/2006/relationships/slideLayout" Target="../slideLayouts/slideLayout33.xml"/><Relationship Id="rId71" Type="http://schemas.openxmlformats.org/officeDocument/2006/relationships/tags" Target="../tags/tag369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90.xml"/><Relationship Id="rId42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103.xml"/><Relationship Id="rId50" Type="http://schemas.openxmlformats.org/officeDocument/2006/relationships/slideLayout" Target="../slideLayouts/slideLayout106.xml"/><Relationship Id="rId55" Type="http://schemas.openxmlformats.org/officeDocument/2006/relationships/slideLayout" Target="../slideLayouts/slideLayout111.xml"/><Relationship Id="rId63" Type="http://schemas.openxmlformats.org/officeDocument/2006/relationships/slideLayout" Target="../slideLayouts/slideLayout119.xml"/><Relationship Id="rId68" Type="http://schemas.openxmlformats.org/officeDocument/2006/relationships/image" Target="../media/image5.png"/><Relationship Id="rId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93.xml"/><Relationship Id="rId40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101.xml"/><Relationship Id="rId53" Type="http://schemas.openxmlformats.org/officeDocument/2006/relationships/slideLayout" Target="../slideLayouts/slideLayout109.xml"/><Relationship Id="rId58" Type="http://schemas.openxmlformats.org/officeDocument/2006/relationships/slideLayout" Target="../slideLayouts/slideLayout114.xml"/><Relationship Id="rId66" Type="http://schemas.openxmlformats.org/officeDocument/2006/relationships/oleObject" Target="../embeddings/oleObject8.bin"/><Relationship Id="rId5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91.xml"/><Relationship Id="rId43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4.xml"/><Relationship Id="rId56" Type="http://schemas.openxmlformats.org/officeDocument/2006/relationships/slideLayout" Target="../slideLayouts/slideLayout112.xml"/><Relationship Id="rId64" Type="http://schemas.openxmlformats.org/officeDocument/2006/relationships/theme" Target="../theme/theme3.xml"/><Relationship Id="rId8" Type="http://schemas.openxmlformats.org/officeDocument/2006/relationships/slideLayout" Target="../slideLayouts/slideLayout64.xml"/><Relationship Id="rId51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102.xml"/><Relationship Id="rId59" Type="http://schemas.openxmlformats.org/officeDocument/2006/relationships/slideLayout" Target="../slideLayouts/slideLayout115.xml"/><Relationship Id="rId67" Type="http://schemas.openxmlformats.org/officeDocument/2006/relationships/image" Target="../media/image1.emf"/><Relationship Id="rId20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97.xml"/><Relationship Id="rId54" Type="http://schemas.openxmlformats.org/officeDocument/2006/relationships/slideLayout" Target="../slideLayouts/slideLayout110.xml"/><Relationship Id="rId6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92.xml"/><Relationship Id="rId49" Type="http://schemas.openxmlformats.org/officeDocument/2006/relationships/slideLayout" Target="../slideLayouts/slideLayout105.xml"/><Relationship Id="rId57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100.xml"/><Relationship Id="rId52" Type="http://schemas.openxmlformats.org/officeDocument/2006/relationships/slideLayout" Target="../slideLayouts/slideLayout108.xml"/><Relationship Id="rId60" Type="http://schemas.openxmlformats.org/officeDocument/2006/relationships/slideLayout" Target="../slideLayouts/slideLayout116.xml"/><Relationship Id="rId65" Type="http://schemas.openxmlformats.org/officeDocument/2006/relationships/tags" Target="../tags/tag64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95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45.xml"/><Relationship Id="rId21" Type="http://schemas.openxmlformats.org/officeDocument/2006/relationships/slideLayout" Target="../slideLayouts/slideLayout140.xml"/><Relationship Id="rId42" Type="http://schemas.openxmlformats.org/officeDocument/2006/relationships/tags" Target="../tags/tag656.xml"/><Relationship Id="rId47" Type="http://schemas.openxmlformats.org/officeDocument/2006/relationships/tags" Target="../tags/tag661.xml"/><Relationship Id="rId63" Type="http://schemas.openxmlformats.org/officeDocument/2006/relationships/tags" Target="../tags/tag677.xml"/><Relationship Id="rId68" Type="http://schemas.openxmlformats.org/officeDocument/2006/relationships/tags" Target="../tags/tag682.xml"/><Relationship Id="rId1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30.xml"/><Relationship Id="rId32" Type="http://schemas.openxmlformats.org/officeDocument/2006/relationships/slideLayout" Target="../slideLayouts/slideLayout151.xml"/><Relationship Id="rId37" Type="http://schemas.openxmlformats.org/officeDocument/2006/relationships/tags" Target="../tags/tag651.xml"/><Relationship Id="rId53" Type="http://schemas.openxmlformats.org/officeDocument/2006/relationships/tags" Target="../tags/tag667.xml"/><Relationship Id="rId58" Type="http://schemas.openxmlformats.org/officeDocument/2006/relationships/tags" Target="../tags/tag672.xml"/><Relationship Id="rId74" Type="http://schemas.openxmlformats.org/officeDocument/2006/relationships/tags" Target="../tags/tag688.xml"/><Relationship Id="rId79" Type="http://schemas.openxmlformats.org/officeDocument/2006/relationships/tags" Target="../tags/tag693.xml"/><Relationship Id="rId5" Type="http://schemas.openxmlformats.org/officeDocument/2006/relationships/slideLayout" Target="../slideLayouts/slideLayout124.xml"/><Relationship Id="rId61" Type="http://schemas.openxmlformats.org/officeDocument/2006/relationships/tags" Target="../tags/tag675.xml"/><Relationship Id="rId1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33.xml"/><Relationship Id="rId22" Type="http://schemas.openxmlformats.org/officeDocument/2006/relationships/slideLayout" Target="../slideLayouts/slideLayout141.xml"/><Relationship Id="rId27" Type="http://schemas.openxmlformats.org/officeDocument/2006/relationships/slideLayout" Target="../slideLayouts/slideLayout146.xml"/><Relationship Id="rId30" Type="http://schemas.openxmlformats.org/officeDocument/2006/relationships/slideLayout" Target="../slideLayouts/slideLayout149.xml"/><Relationship Id="rId35" Type="http://schemas.openxmlformats.org/officeDocument/2006/relationships/theme" Target="../theme/theme4.xml"/><Relationship Id="rId43" Type="http://schemas.openxmlformats.org/officeDocument/2006/relationships/tags" Target="../tags/tag657.xml"/><Relationship Id="rId48" Type="http://schemas.openxmlformats.org/officeDocument/2006/relationships/tags" Target="../tags/tag662.xml"/><Relationship Id="rId56" Type="http://schemas.openxmlformats.org/officeDocument/2006/relationships/tags" Target="../tags/tag670.xml"/><Relationship Id="rId64" Type="http://schemas.openxmlformats.org/officeDocument/2006/relationships/tags" Target="../tags/tag678.xml"/><Relationship Id="rId69" Type="http://schemas.openxmlformats.org/officeDocument/2006/relationships/tags" Target="../tags/tag683.xml"/><Relationship Id="rId77" Type="http://schemas.openxmlformats.org/officeDocument/2006/relationships/tags" Target="../tags/tag691.xml"/><Relationship Id="rId8" Type="http://schemas.openxmlformats.org/officeDocument/2006/relationships/slideLayout" Target="../slideLayouts/slideLayout127.xml"/><Relationship Id="rId51" Type="http://schemas.openxmlformats.org/officeDocument/2006/relationships/tags" Target="../tags/tag665.xml"/><Relationship Id="rId72" Type="http://schemas.openxmlformats.org/officeDocument/2006/relationships/tags" Target="../tags/tag686.xml"/><Relationship Id="rId80" Type="http://schemas.openxmlformats.org/officeDocument/2006/relationships/oleObject" Target="../embeddings/oleObject9.bin"/><Relationship Id="rId3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6.xml"/><Relationship Id="rId25" Type="http://schemas.openxmlformats.org/officeDocument/2006/relationships/slideLayout" Target="../slideLayouts/slideLayout144.xml"/><Relationship Id="rId33" Type="http://schemas.openxmlformats.org/officeDocument/2006/relationships/slideLayout" Target="../slideLayouts/slideLayout152.xml"/><Relationship Id="rId38" Type="http://schemas.openxmlformats.org/officeDocument/2006/relationships/tags" Target="../tags/tag652.xml"/><Relationship Id="rId46" Type="http://schemas.openxmlformats.org/officeDocument/2006/relationships/tags" Target="../tags/tag660.xml"/><Relationship Id="rId59" Type="http://schemas.openxmlformats.org/officeDocument/2006/relationships/tags" Target="../tags/tag673.xml"/><Relationship Id="rId67" Type="http://schemas.openxmlformats.org/officeDocument/2006/relationships/tags" Target="../tags/tag681.xml"/><Relationship Id="rId20" Type="http://schemas.openxmlformats.org/officeDocument/2006/relationships/slideLayout" Target="../slideLayouts/slideLayout139.xml"/><Relationship Id="rId41" Type="http://schemas.openxmlformats.org/officeDocument/2006/relationships/tags" Target="../tags/tag655.xml"/><Relationship Id="rId54" Type="http://schemas.openxmlformats.org/officeDocument/2006/relationships/tags" Target="../tags/tag668.xml"/><Relationship Id="rId62" Type="http://schemas.openxmlformats.org/officeDocument/2006/relationships/tags" Target="../tags/tag676.xml"/><Relationship Id="rId70" Type="http://schemas.openxmlformats.org/officeDocument/2006/relationships/tags" Target="../tags/tag684.xml"/><Relationship Id="rId75" Type="http://schemas.openxmlformats.org/officeDocument/2006/relationships/tags" Target="../tags/tag689.xml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134.xml"/><Relationship Id="rId23" Type="http://schemas.openxmlformats.org/officeDocument/2006/relationships/slideLayout" Target="../slideLayouts/slideLayout142.xml"/><Relationship Id="rId28" Type="http://schemas.openxmlformats.org/officeDocument/2006/relationships/slideLayout" Target="../slideLayouts/slideLayout147.xml"/><Relationship Id="rId36" Type="http://schemas.openxmlformats.org/officeDocument/2006/relationships/tags" Target="../tags/tag650.xml"/><Relationship Id="rId49" Type="http://schemas.openxmlformats.org/officeDocument/2006/relationships/tags" Target="../tags/tag663.xml"/><Relationship Id="rId57" Type="http://schemas.openxmlformats.org/officeDocument/2006/relationships/tags" Target="../tags/tag671.xml"/><Relationship Id="rId10" Type="http://schemas.openxmlformats.org/officeDocument/2006/relationships/slideLayout" Target="../slideLayouts/slideLayout129.xml"/><Relationship Id="rId31" Type="http://schemas.openxmlformats.org/officeDocument/2006/relationships/slideLayout" Target="../slideLayouts/slideLayout150.xml"/><Relationship Id="rId44" Type="http://schemas.openxmlformats.org/officeDocument/2006/relationships/tags" Target="../tags/tag658.xml"/><Relationship Id="rId52" Type="http://schemas.openxmlformats.org/officeDocument/2006/relationships/tags" Target="../tags/tag666.xml"/><Relationship Id="rId60" Type="http://schemas.openxmlformats.org/officeDocument/2006/relationships/tags" Target="../tags/tag674.xml"/><Relationship Id="rId65" Type="http://schemas.openxmlformats.org/officeDocument/2006/relationships/tags" Target="../tags/tag679.xml"/><Relationship Id="rId73" Type="http://schemas.openxmlformats.org/officeDocument/2006/relationships/tags" Target="../tags/tag687.xml"/><Relationship Id="rId78" Type="http://schemas.openxmlformats.org/officeDocument/2006/relationships/tags" Target="../tags/tag692.xml"/><Relationship Id="rId81" Type="http://schemas.openxmlformats.org/officeDocument/2006/relationships/image" Target="../media/image1.emf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37.xml"/><Relationship Id="rId39" Type="http://schemas.openxmlformats.org/officeDocument/2006/relationships/tags" Target="../tags/tag653.xml"/><Relationship Id="rId34" Type="http://schemas.openxmlformats.org/officeDocument/2006/relationships/slideLayout" Target="../slideLayouts/slideLayout153.xml"/><Relationship Id="rId50" Type="http://schemas.openxmlformats.org/officeDocument/2006/relationships/tags" Target="../tags/tag664.xml"/><Relationship Id="rId55" Type="http://schemas.openxmlformats.org/officeDocument/2006/relationships/tags" Target="../tags/tag669.xml"/><Relationship Id="rId76" Type="http://schemas.openxmlformats.org/officeDocument/2006/relationships/tags" Target="../tags/tag690.xml"/><Relationship Id="rId7" Type="http://schemas.openxmlformats.org/officeDocument/2006/relationships/slideLayout" Target="../slideLayouts/slideLayout126.xml"/><Relationship Id="rId71" Type="http://schemas.openxmlformats.org/officeDocument/2006/relationships/tags" Target="../tags/tag685.xml"/><Relationship Id="rId2" Type="http://schemas.openxmlformats.org/officeDocument/2006/relationships/slideLayout" Target="../slideLayouts/slideLayout121.xml"/><Relationship Id="rId29" Type="http://schemas.openxmlformats.org/officeDocument/2006/relationships/slideLayout" Target="../slideLayouts/slideLayout148.xml"/><Relationship Id="rId24" Type="http://schemas.openxmlformats.org/officeDocument/2006/relationships/slideLayout" Target="../slideLayouts/slideLayout143.xml"/><Relationship Id="rId40" Type="http://schemas.openxmlformats.org/officeDocument/2006/relationships/tags" Target="../tags/tag654.xml"/><Relationship Id="rId45" Type="http://schemas.openxmlformats.org/officeDocument/2006/relationships/tags" Target="../tags/tag659.xml"/><Relationship Id="rId66" Type="http://schemas.openxmlformats.org/officeDocument/2006/relationships/tags" Target="../tags/tag6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32A0400-F646-0563-19E3-8F46A47781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996201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347" imgH="348" progId="TCLayout.ActiveDocument.1">
                  <p:embed/>
                </p:oleObj>
              </mc:Choice>
              <mc:Fallback>
                <p:oleObj name="think-cell Slide" r:id="rId7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4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9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  <p:sldLayoutId id="2147484308" r:id="rId12"/>
    <p:sldLayoutId id="2147484309" r:id="rId13"/>
    <p:sldLayoutId id="2147484310" r:id="rId14"/>
    <p:sldLayoutId id="2147484311" r:id="rId15"/>
    <p:sldLayoutId id="2147484312" r:id="rId16"/>
    <p:sldLayoutId id="2147484313" r:id="rId17"/>
    <p:sldLayoutId id="2147484314" r:id="rId18"/>
    <p:sldLayoutId id="2147484315" r:id="rId19"/>
    <p:sldLayoutId id="2147484316" r:id="rId20"/>
    <p:sldLayoutId id="2147484317" r:id="rId21"/>
    <p:sldLayoutId id="2147484318" r:id="rId22"/>
    <p:sldLayoutId id="2147484319" r:id="rId23"/>
    <p:sldLayoutId id="2147484320" r:id="rId24"/>
    <p:sldLayoutId id="2147484321" r:id="rId25"/>
    <p:sldLayoutId id="2147484322" r:id="rId26"/>
    <p:sldLayoutId id="2147484323" r:id="rId27"/>
    <p:sldLayoutId id="2147484324" r:id="rId28"/>
    <p:sldLayoutId id="2147484326" r:id="rId29"/>
    <p:sldLayoutId id="2147484327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F5D5EA-1A50-D41E-CDAE-1F3E1570EF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5"/>
            </p:custDataLst>
            <p:extLst>
              <p:ext uri="{D42A27DB-BD31-4B8C-83A1-F6EECF244321}">
                <p14:modId xmlns:p14="http://schemas.microsoft.com/office/powerpoint/2010/main" val="11668969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6" imgW="347" imgH="348" progId="TCLayout.ActiveDocument.1">
                  <p:embed/>
                </p:oleObj>
              </mc:Choice>
              <mc:Fallback>
                <p:oleObj name="think-cell Slide" r:id="rId66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64BB5-293E-D74C-96B6-4768814626F5}"/>
              </a:ext>
            </a:extLst>
          </p:cNvPr>
          <p:cNvPicPr>
            <a:picLocks noChangeAspect="1"/>
          </p:cNvPicPr>
          <p:nvPr userDrawn="1"/>
        </p:nvPicPr>
        <p:blipFill>
          <a:blip r:embed="rId6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40" y="6482516"/>
            <a:ext cx="184343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606719-3FB5-224D-8C01-ABD74F283F4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Copyright © 2022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7F41D-28E5-574C-BC33-F53458649F22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5606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9" r:id="rId1"/>
    <p:sldLayoutId id="2147484330" r:id="rId2"/>
    <p:sldLayoutId id="2147484331" r:id="rId3"/>
    <p:sldLayoutId id="2147484332" r:id="rId4"/>
    <p:sldLayoutId id="2147484333" r:id="rId5"/>
    <p:sldLayoutId id="2147484334" r:id="rId6"/>
    <p:sldLayoutId id="2147484335" r:id="rId7"/>
    <p:sldLayoutId id="2147484336" r:id="rId8"/>
    <p:sldLayoutId id="2147484337" r:id="rId9"/>
    <p:sldLayoutId id="2147484338" r:id="rId10"/>
    <p:sldLayoutId id="2147484339" r:id="rId11"/>
    <p:sldLayoutId id="2147484340" r:id="rId12"/>
    <p:sldLayoutId id="2147484341" r:id="rId13"/>
    <p:sldLayoutId id="2147484342" r:id="rId14"/>
    <p:sldLayoutId id="2147484343" r:id="rId15"/>
    <p:sldLayoutId id="2147484344" r:id="rId16"/>
    <p:sldLayoutId id="2147484345" r:id="rId17"/>
    <p:sldLayoutId id="2147484346" r:id="rId18"/>
    <p:sldLayoutId id="2147484347" r:id="rId19"/>
    <p:sldLayoutId id="2147484348" r:id="rId20"/>
    <p:sldLayoutId id="2147484349" r:id="rId21"/>
    <p:sldLayoutId id="2147484350" r:id="rId22"/>
    <p:sldLayoutId id="2147484351" r:id="rId23"/>
    <p:sldLayoutId id="2147484352" r:id="rId24"/>
    <p:sldLayoutId id="2147484353" r:id="rId25"/>
    <p:sldLayoutId id="2147484354" r:id="rId26"/>
    <p:sldLayoutId id="2147484355" r:id="rId27"/>
    <p:sldLayoutId id="2147484356" r:id="rId28"/>
    <p:sldLayoutId id="2147484357" r:id="rId29"/>
    <p:sldLayoutId id="2147484358" r:id="rId30"/>
    <p:sldLayoutId id="2147484359" r:id="rId31"/>
    <p:sldLayoutId id="2147484360" r:id="rId32"/>
    <p:sldLayoutId id="2147484361" r:id="rId33"/>
    <p:sldLayoutId id="2147484362" r:id="rId34"/>
    <p:sldLayoutId id="2147484363" r:id="rId35"/>
    <p:sldLayoutId id="2147484364" r:id="rId36"/>
    <p:sldLayoutId id="2147484365" r:id="rId37"/>
    <p:sldLayoutId id="2147484366" r:id="rId38"/>
    <p:sldLayoutId id="2147484367" r:id="rId39"/>
    <p:sldLayoutId id="2147484368" r:id="rId40"/>
    <p:sldLayoutId id="2147484369" r:id="rId41"/>
    <p:sldLayoutId id="2147484370" r:id="rId42"/>
    <p:sldLayoutId id="2147484371" r:id="rId43"/>
    <p:sldLayoutId id="2147484372" r:id="rId44"/>
    <p:sldLayoutId id="2147484373" r:id="rId45"/>
    <p:sldLayoutId id="2147484374" r:id="rId46"/>
    <p:sldLayoutId id="2147484375" r:id="rId47"/>
    <p:sldLayoutId id="2147484376" r:id="rId48"/>
    <p:sldLayoutId id="2147484377" r:id="rId49"/>
    <p:sldLayoutId id="2147484378" r:id="rId50"/>
    <p:sldLayoutId id="2147484379" r:id="rId51"/>
    <p:sldLayoutId id="2147484380" r:id="rId52"/>
    <p:sldLayoutId id="2147484381" r:id="rId53"/>
    <p:sldLayoutId id="2147484382" r:id="rId54"/>
    <p:sldLayoutId id="2147484383" r:id="rId55"/>
    <p:sldLayoutId id="2147484384" r:id="rId56"/>
    <p:sldLayoutId id="2147484385" r:id="rId57"/>
    <p:sldLayoutId id="2147484386" r:id="rId58"/>
    <p:sldLayoutId id="2147484387" r:id="rId59"/>
    <p:sldLayoutId id="2147484388" r:id="rId60"/>
    <p:sldLayoutId id="2147484389" r:id="rId61"/>
    <p:sldLayoutId id="2147484390" r:id="rId62"/>
    <p:sldLayoutId id="2147484391" r:id="rId6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2FDD360-62B1-57A1-5C57-CAFE6C4C30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753660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0" imgW="347" imgH="348" progId="TCLayout.ActiveDocument.1">
                  <p:embed/>
                </p:oleObj>
              </mc:Choice>
              <mc:Fallback>
                <p:oleObj name="think-cell Slide" r:id="rId8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4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43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6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6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340FEAA-6FE5-349C-2581-405903FF9504}"/>
              </a:ext>
            </a:extLst>
          </p:cNvPr>
          <p:cNvSpPr/>
          <p:nvPr userDrawn="1">
            <p:custDataLst>
              <p:tags r:id="rId4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4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4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5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5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5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5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5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02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  <p:sldLayoutId id="2147484404" r:id="rId12"/>
    <p:sldLayoutId id="2147484405" r:id="rId13"/>
    <p:sldLayoutId id="2147484406" r:id="rId14"/>
    <p:sldLayoutId id="2147484407" r:id="rId15"/>
    <p:sldLayoutId id="2147484408" r:id="rId16"/>
    <p:sldLayoutId id="2147484409" r:id="rId17"/>
    <p:sldLayoutId id="2147484410" r:id="rId18"/>
    <p:sldLayoutId id="2147484411" r:id="rId19"/>
    <p:sldLayoutId id="2147484412" r:id="rId20"/>
    <p:sldLayoutId id="2147484413" r:id="rId21"/>
    <p:sldLayoutId id="2147484414" r:id="rId22"/>
    <p:sldLayoutId id="2147484415" r:id="rId23"/>
    <p:sldLayoutId id="2147484416" r:id="rId24"/>
    <p:sldLayoutId id="2147484417" r:id="rId25"/>
    <p:sldLayoutId id="2147484418" r:id="rId26"/>
    <p:sldLayoutId id="2147484419" r:id="rId27"/>
    <p:sldLayoutId id="2147484420" r:id="rId28"/>
    <p:sldLayoutId id="2147484421" r:id="rId29"/>
    <p:sldLayoutId id="2147484422" r:id="rId30"/>
    <p:sldLayoutId id="2147484423" r:id="rId31"/>
    <p:sldLayoutId id="2147484424" r:id="rId32"/>
    <p:sldLayoutId id="2147484425" r:id="rId33"/>
    <p:sldLayoutId id="2147484426" r:id="rId3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01.xml"/><Relationship Id="rId4" Type="http://schemas.openxmlformats.org/officeDocument/2006/relationships/image" Target="../media/image3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02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2.xml"/><Relationship Id="rId1" Type="http://schemas.openxmlformats.org/officeDocument/2006/relationships/tags" Target="../tags/tag1003.xml"/><Relationship Id="rId4" Type="http://schemas.openxmlformats.org/officeDocument/2006/relationships/image" Target="../media/image3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351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Cover, Divider and Navigation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5773573-FCFB-D4A5-F8CD-BED2767162F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5773573-FCFB-D4A5-F8CD-BED2767162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204;p3">
            <a:extLst>
              <a:ext uri="{FF2B5EF4-FFF2-40B4-BE49-F238E27FC236}">
                <a16:creationId xmlns:a16="http://schemas.microsoft.com/office/drawing/2014/main" id="{DDA5FBF2-53CE-D684-24F6-0C99FEC86EC9}"/>
              </a:ext>
            </a:extLst>
          </p:cNvPr>
          <p:cNvSpPr txBox="1"/>
          <p:nvPr/>
        </p:nvSpPr>
        <p:spPr>
          <a:xfrm>
            <a:off x="560832" y="2636476"/>
            <a:ext cx="10091126" cy="158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A6F6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2A3DF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Appendix A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22A3DF"/>
              </a:solidFill>
              <a:effectLst/>
              <a:uLnTx/>
              <a:uFillTx/>
              <a:latin typeface="Arial" panose="020B0604020202020204" pitchFamily="34" charset="0"/>
              <a:ea typeface="Georgia"/>
              <a:cs typeface="Arial" panose="020B0604020202020204" pitchFamily="34" charset="0"/>
              <a:sym typeface="Georgi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Common frameworks and tools used in management consulting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948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2DD7-1411-2541-92FC-B5338343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Slides</a:t>
            </a:r>
          </a:p>
        </p:txBody>
      </p:sp>
    </p:spTree>
    <p:extLst>
      <p:ext uri="{BB962C8B-B14F-4D97-AF65-F5344CB8AC3E}">
        <p14:creationId xmlns:p14="http://schemas.microsoft.com/office/powerpoint/2010/main" val="73194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204834" cy="694944"/>
          </a:xfrm>
        </p:spPr>
        <p:txBody>
          <a:bodyPr vert="horz"/>
          <a:lstStyle/>
          <a:p>
            <a:r>
              <a:rPr lang="en-US" sz="4800" dirty="0"/>
              <a:t>Starting point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4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CC185-826D-373D-9F35-CD7D86DF5EE9}"/>
              </a:ext>
            </a:extLst>
          </p:cNvPr>
          <p:cNvSpPr txBox="1"/>
          <p:nvPr/>
        </p:nvSpPr>
        <p:spPr>
          <a:xfrm>
            <a:off x="4452079" y="74951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34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2500"/>
              <a:buFont typeface="Georgia"/>
              <a:buNone/>
            </a:pPr>
            <a:r>
              <a:rPr lang="en-US"/>
              <a:t>Content</a:t>
            </a:r>
          </a:p>
        </p:txBody>
      </p:sp>
      <p:sp>
        <p:nvSpPr>
          <p:cNvPr id="194" name="Google Shape;194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</p:txBody>
      </p:sp>
      <p:sp>
        <p:nvSpPr>
          <p:cNvPr id="195" name="Google Shape;195;p2"/>
          <p:cNvSpPr/>
          <p:nvPr/>
        </p:nvSpPr>
        <p:spPr>
          <a:xfrm>
            <a:off x="4991582" y="1674759"/>
            <a:ext cx="324000" cy="324000"/>
          </a:xfrm>
          <a:prstGeom prst="ellipse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4991582" y="2116227"/>
            <a:ext cx="324000" cy="324000"/>
          </a:xfrm>
          <a:prstGeom prst="ellipse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4991582" y="2557695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4991582" y="3440631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4991582" y="3882099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Google Shape;199;p2">
            <a:extLst>
              <a:ext uri="{FF2B5EF4-FFF2-40B4-BE49-F238E27FC236}">
                <a16:creationId xmlns:a16="http://schemas.microsoft.com/office/drawing/2014/main" id="{ECC4DE19-3818-D141-BE24-765A9967FB50}"/>
              </a:ext>
            </a:extLst>
          </p:cNvPr>
          <p:cNvSpPr/>
          <p:nvPr/>
        </p:nvSpPr>
        <p:spPr>
          <a:xfrm>
            <a:off x="4991582" y="4323567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7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Google Shape;199;p2">
            <a:extLst>
              <a:ext uri="{FF2B5EF4-FFF2-40B4-BE49-F238E27FC236}">
                <a16:creationId xmlns:a16="http://schemas.microsoft.com/office/drawing/2014/main" id="{293D19F5-12E3-BD3B-3BD7-4522AEA37C9C}"/>
              </a:ext>
            </a:extLst>
          </p:cNvPr>
          <p:cNvSpPr/>
          <p:nvPr/>
        </p:nvSpPr>
        <p:spPr>
          <a:xfrm>
            <a:off x="4991582" y="5206500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Google Shape;199;p2">
            <a:extLst>
              <a:ext uri="{FF2B5EF4-FFF2-40B4-BE49-F238E27FC236}">
                <a16:creationId xmlns:a16="http://schemas.microsoft.com/office/drawing/2014/main" id="{FA185C6D-0B47-1ABC-B000-0870164F805E}"/>
              </a:ext>
            </a:extLst>
          </p:cNvPr>
          <p:cNvSpPr/>
          <p:nvPr/>
        </p:nvSpPr>
        <p:spPr>
          <a:xfrm>
            <a:off x="4991582" y="4765035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Google Shape;197;p2">
            <a:extLst>
              <a:ext uri="{FF2B5EF4-FFF2-40B4-BE49-F238E27FC236}">
                <a16:creationId xmlns:a16="http://schemas.microsoft.com/office/drawing/2014/main" id="{3B199066-DED2-06B8-AA2C-B681A44E7A5B}"/>
              </a:ext>
            </a:extLst>
          </p:cNvPr>
          <p:cNvSpPr/>
          <p:nvPr/>
        </p:nvSpPr>
        <p:spPr>
          <a:xfrm>
            <a:off x="4991582" y="2999163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4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1949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1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3.xml><?xml version="1.0" encoding="utf-8"?>
<a:theme xmlns:a="http://schemas.openxmlformats.org/drawingml/2006/main" name="4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4.xml><?xml version="1.0" encoding="utf-8"?>
<a:theme xmlns:a="http://schemas.openxmlformats.org/drawingml/2006/main" name="2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2862</TotalTime>
  <Words>67</Words>
  <Application>Microsoft Office PowerPoint</Application>
  <PresentationFormat>Widescreen</PresentationFormat>
  <Paragraphs>26</Paragraphs>
  <Slides>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20" baseType="lpstr">
      <vt:lpstr>Arial</vt:lpstr>
      <vt:lpstr>Arial Black</vt:lpstr>
      <vt:lpstr>Georgia</vt:lpstr>
      <vt:lpstr>Graphik</vt:lpstr>
      <vt:lpstr>Graphik Light</vt:lpstr>
      <vt:lpstr>Graphik Medium</vt:lpstr>
      <vt:lpstr>GT Sectra Fine</vt:lpstr>
      <vt:lpstr>Segoe UI</vt:lpstr>
      <vt:lpstr>System Font</vt:lpstr>
      <vt:lpstr>Wingdings</vt:lpstr>
      <vt:lpstr>Slideworks</vt:lpstr>
      <vt:lpstr>1_Slideworks</vt:lpstr>
      <vt:lpstr>4_Office Theme</vt:lpstr>
      <vt:lpstr>2_Slideworks</vt:lpstr>
      <vt:lpstr>think-cell Slide</vt:lpstr>
      <vt:lpstr>Cover, Divider and Navigation</vt:lpstr>
      <vt:lpstr>PowerPoint Presentation</vt:lpstr>
      <vt:lpstr>Agenda Slides</vt:lpstr>
      <vt:lpstr>Starting point</vt:lpstr>
      <vt:lpstr>Content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364</cp:revision>
  <dcterms:created xsi:type="dcterms:W3CDTF">2025-08-18T13:32:02Z</dcterms:created>
  <dcterms:modified xsi:type="dcterms:W3CDTF">2026-04-20T23:00:09Z</dcterms:modified>
  <cp:category>Management consulting, presentation design, business</cp:category>
</cp:coreProperties>
</file>